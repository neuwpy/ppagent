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7112e1ae96475d" /><Relationship Type="http://schemas.openxmlformats.org/officeDocument/2006/relationships/extended-properties" Target="/docProps/app.xml" Id="Rdca1282029974cff" /><Relationship Type="http://schemas.openxmlformats.org/officeDocument/2006/relationships/officeDocument" Target="/ppt/presentation.xml" Id="Rcd1171aeaac043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a380df021649c1"/>
  </p:sldMasterIdLst>
  <p:notesMasterIdLst>
    <p:notesMasterId xmlns:r="http://schemas.openxmlformats.org/officeDocument/2006/relationships" r:id="R8534a81d61fd41e6"/>
  </p:notesMasterIdLst>
  <p:sldIdLst>
    <p:sldId xmlns:r="http://schemas.openxmlformats.org/officeDocument/2006/relationships" id="256" r:id="R6d0b503a3ea544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e939da48cf483a" /><Relationship Type="http://schemas.openxmlformats.org/officeDocument/2006/relationships/slideMaster" Target="/ppt/slideMasters/slideMaster1.xml" Id="Rbfa380df021649c1" /><Relationship Type="http://schemas.openxmlformats.org/officeDocument/2006/relationships/notesMaster" Target="/ppt/notesMasters/notesMaster1.xml" Id="R8534a81d61fd41e6" /><Relationship Type="http://schemas.openxmlformats.org/officeDocument/2006/relationships/presProps" Target="/ppt/presProps.xml" Id="R39d037ca1493477e" /><Relationship Type="http://schemas.openxmlformats.org/officeDocument/2006/relationships/tableStyles" Target="/ppt/tableStyles.xml" Id="R23a97c366a314672" /><Relationship Type="http://schemas.openxmlformats.org/officeDocument/2006/relationships/slide" Target="/ppt/slides/slide1.xml" Id="R6d0b503a3ea544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1d1e2c63ecf4c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21af1432294e72" /><Relationship Type="http://schemas.openxmlformats.org/officeDocument/2006/relationships/notesMaster" Target="/ppt/notesMasters/notesMaster1.xml" Id="R1d6f9ae2e05246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be98c63e7a4a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39061b667844a7" /><Relationship Type="http://schemas.openxmlformats.org/officeDocument/2006/relationships/slideLayout" Target="/ppt/slideLayouts/slideLayout1.xml" Id="R423b4515c6444a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3b4515c6444a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90e839b1e45e8" /><Relationship Type="http://schemas.openxmlformats.org/officeDocument/2006/relationships/notesSlide" Target="/ppt/notesSlides/notesSlide1.xml" Id="R0d99b260b53545d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page-paper">
            <a:extLst xmlns:a="http://schemas.openxmlformats.org/drawingml/2006/main">
              <a:ext uri="{FF2B5EF4-FFF2-40B4-BE49-F238E27FC236}">
                <a16:creationId xmlns:a16="http://schemas.microsoft.com/office/drawing/2014/main" id="{6D6189C2-F1A9-4DB8-A613-792D2A2F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40D38648-7274-48E8-BA10-046ECF05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B1F8CE67-8192-4F5A-B09E-BE775196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432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设备维护能力：从可查记录走向周期责任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BD2DF3BC-22A1-4A23-9B8A-6B2EF44C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07E2B359-C0A4-4292-A598-6CD47284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049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从可查记录走向按周期落实责任，是当前维护能力提升的下一步。</a:t>
            </a:r>
          </a:p>
        </p:txBody>
      </p:sp>
      <p:sp>
        <p:nvSpPr>
          <p:cNvPr id="6" name="plain-1-module">
            <a:extLst xmlns:a="http://schemas.openxmlformats.org/drawingml/2006/main">
              <a:ext uri="{FF2B5EF4-FFF2-40B4-BE49-F238E27FC236}">
                <a16:creationId xmlns:a16="http://schemas.microsoft.com/office/drawing/2014/main" id="{7F92927F-D928-4888-A0FB-2E3B7F61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下一步</a:t>
            </a:r>
          </a:p>
        </p:txBody>
      </p:sp>
      <p:sp>
        <p:nvSpPr>
          <p:cNvPr id="7" name="plain-2-body">
            <a:extLst xmlns:a="http://schemas.openxmlformats.org/drawingml/2006/main">
              <a:ext uri="{FF2B5EF4-FFF2-40B4-BE49-F238E27FC236}">
                <a16:creationId xmlns:a16="http://schemas.microsoft.com/office/drawing/2014/main" id="{037F3B01-E452-49CF-A2A6-D787574A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333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当前 2级：形成记录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→ 3级：计划维护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按周期检查并落实责任</a:t>
            </a:r>
          </a:p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目标 4级：持续改善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3BD2B36-3098-4A43-AF6C-43E0D1AB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9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DCAC24E0-B395-47DB-B41C-4F79AED3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1733" y="3796665"/>
            <a:ext cx="1202817" cy="866861"/>
          </a:xfrm>
          <a:custGeom xmlns:a="http://schemas.openxmlformats.org/drawingml/2006/main">
            <a:pathLst>
              <a:path w="1202817" h="866861">
                <a:moveTo>
                  <a:pt x="71342" y="120015"/>
                </a:moveTo>
                <a:lnTo>
                  <a:pt x="90221" y="117996"/>
                </a:lnTo>
                <a:lnTo>
                  <a:pt x="109090" y="115976"/>
                </a:lnTo>
                <a:lnTo>
                  <a:pt x="127968" y="113957"/>
                </a:lnTo>
                <a:lnTo>
                  <a:pt x="146847" y="111938"/>
                </a:lnTo>
                <a:lnTo>
                  <a:pt x="165716" y="109928"/>
                </a:lnTo>
                <a:lnTo>
                  <a:pt x="184595" y="107909"/>
                </a:lnTo>
                <a:lnTo>
                  <a:pt x="203473" y="105889"/>
                </a:lnTo>
                <a:lnTo>
                  <a:pt x="222342" y="103870"/>
                </a:lnTo>
                <a:lnTo>
                  <a:pt x="241221" y="101851"/>
                </a:lnTo>
                <a:lnTo>
                  <a:pt x="260099" y="99832"/>
                </a:lnTo>
                <a:lnTo>
                  <a:pt x="278968" y="97812"/>
                </a:lnTo>
                <a:lnTo>
                  <a:pt x="297847" y="95802"/>
                </a:lnTo>
                <a:lnTo>
                  <a:pt x="316725" y="93783"/>
                </a:lnTo>
                <a:lnTo>
                  <a:pt x="335594" y="91764"/>
                </a:lnTo>
                <a:lnTo>
                  <a:pt x="354473" y="89745"/>
                </a:lnTo>
                <a:lnTo>
                  <a:pt x="373351" y="87725"/>
                </a:lnTo>
                <a:lnTo>
                  <a:pt x="392220" y="85706"/>
                </a:lnTo>
                <a:lnTo>
                  <a:pt x="411099" y="83696"/>
                </a:lnTo>
                <a:lnTo>
                  <a:pt x="429978" y="81677"/>
                </a:lnTo>
                <a:lnTo>
                  <a:pt x="448847" y="79658"/>
                </a:lnTo>
                <a:lnTo>
                  <a:pt x="467725" y="77638"/>
                </a:lnTo>
                <a:lnTo>
                  <a:pt x="486604" y="75619"/>
                </a:lnTo>
                <a:lnTo>
                  <a:pt x="505473" y="73600"/>
                </a:lnTo>
                <a:lnTo>
                  <a:pt x="524351" y="71590"/>
                </a:lnTo>
                <a:lnTo>
                  <a:pt x="543230" y="69571"/>
                </a:lnTo>
                <a:lnTo>
                  <a:pt x="562099" y="67551"/>
                </a:lnTo>
                <a:lnTo>
                  <a:pt x="580977" y="65532"/>
                </a:lnTo>
                <a:lnTo>
                  <a:pt x="599856" y="63513"/>
                </a:lnTo>
                <a:lnTo>
                  <a:pt x="618725" y="61493"/>
                </a:lnTo>
                <a:lnTo>
                  <a:pt x="637604" y="59474"/>
                </a:lnTo>
                <a:lnTo>
                  <a:pt x="656482" y="57464"/>
                </a:lnTo>
                <a:lnTo>
                  <a:pt x="675351" y="55445"/>
                </a:lnTo>
                <a:lnTo>
                  <a:pt x="694230" y="53426"/>
                </a:lnTo>
                <a:lnTo>
                  <a:pt x="713108" y="51406"/>
                </a:lnTo>
                <a:lnTo>
                  <a:pt x="731977" y="49387"/>
                </a:lnTo>
                <a:lnTo>
                  <a:pt x="750856" y="47368"/>
                </a:lnTo>
                <a:lnTo>
                  <a:pt x="769734" y="45358"/>
                </a:lnTo>
                <a:lnTo>
                  <a:pt x="788603" y="43339"/>
                </a:lnTo>
                <a:lnTo>
                  <a:pt x="807482" y="41319"/>
                </a:lnTo>
                <a:lnTo>
                  <a:pt x="826360" y="39300"/>
                </a:lnTo>
                <a:lnTo>
                  <a:pt x="845229" y="37281"/>
                </a:lnTo>
                <a:lnTo>
                  <a:pt x="864108" y="35262"/>
                </a:lnTo>
                <a:lnTo>
                  <a:pt x="882987" y="33242"/>
                </a:lnTo>
                <a:lnTo>
                  <a:pt x="901856" y="31232"/>
                </a:lnTo>
                <a:lnTo>
                  <a:pt x="920734" y="29213"/>
                </a:lnTo>
                <a:lnTo>
                  <a:pt x="939613" y="27194"/>
                </a:lnTo>
                <a:lnTo>
                  <a:pt x="958482" y="25175"/>
                </a:lnTo>
                <a:lnTo>
                  <a:pt x="977360" y="23155"/>
                </a:lnTo>
                <a:lnTo>
                  <a:pt x="996239" y="21136"/>
                </a:lnTo>
                <a:lnTo>
                  <a:pt x="1015108" y="19126"/>
                </a:lnTo>
                <a:lnTo>
                  <a:pt x="1033986" y="17107"/>
                </a:lnTo>
                <a:lnTo>
                  <a:pt x="1052865" y="15088"/>
                </a:lnTo>
                <a:lnTo>
                  <a:pt x="1071734" y="13068"/>
                </a:lnTo>
                <a:lnTo>
                  <a:pt x="1090613" y="11049"/>
                </a:lnTo>
                <a:lnTo>
                  <a:pt x="1109491" y="9030"/>
                </a:lnTo>
                <a:lnTo>
                  <a:pt x="1128360" y="7010"/>
                </a:lnTo>
                <a:lnTo>
                  <a:pt x="1147239" y="5001"/>
                </a:lnTo>
                <a:lnTo>
                  <a:pt x="1166117" y="2981"/>
                </a:lnTo>
                <a:lnTo>
                  <a:pt x="1184986" y="962"/>
                </a:lnTo>
                <a:lnTo>
                  <a:pt x="1202817" y="0"/>
                </a:lnTo>
                <a:lnTo>
                  <a:pt x="1200988" y="18898"/>
                </a:lnTo>
                <a:lnTo>
                  <a:pt x="1199159" y="37786"/>
                </a:lnTo>
                <a:lnTo>
                  <a:pt x="1197321" y="56683"/>
                </a:lnTo>
                <a:lnTo>
                  <a:pt x="1195492" y="75581"/>
                </a:lnTo>
                <a:lnTo>
                  <a:pt x="1193663" y="94469"/>
                </a:lnTo>
                <a:lnTo>
                  <a:pt x="1191835" y="113367"/>
                </a:lnTo>
                <a:lnTo>
                  <a:pt x="1189996" y="132264"/>
                </a:lnTo>
                <a:lnTo>
                  <a:pt x="1188168" y="151152"/>
                </a:lnTo>
                <a:lnTo>
                  <a:pt x="1186339" y="170050"/>
                </a:lnTo>
                <a:lnTo>
                  <a:pt x="1184500" y="188947"/>
                </a:lnTo>
                <a:lnTo>
                  <a:pt x="1182672" y="207836"/>
                </a:lnTo>
                <a:lnTo>
                  <a:pt x="1180843" y="226733"/>
                </a:lnTo>
                <a:lnTo>
                  <a:pt x="1179005" y="245631"/>
                </a:lnTo>
                <a:lnTo>
                  <a:pt x="1177176" y="264519"/>
                </a:lnTo>
                <a:lnTo>
                  <a:pt x="1175347" y="283416"/>
                </a:lnTo>
                <a:lnTo>
                  <a:pt x="1173518" y="302314"/>
                </a:lnTo>
                <a:lnTo>
                  <a:pt x="1171680" y="321202"/>
                </a:lnTo>
                <a:lnTo>
                  <a:pt x="1169851" y="340100"/>
                </a:lnTo>
                <a:lnTo>
                  <a:pt x="1168022" y="358997"/>
                </a:lnTo>
                <a:lnTo>
                  <a:pt x="1166184" y="377885"/>
                </a:lnTo>
                <a:lnTo>
                  <a:pt x="1164355" y="396783"/>
                </a:lnTo>
                <a:lnTo>
                  <a:pt x="1162526" y="415681"/>
                </a:lnTo>
                <a:lnTo>
                  <a:pt x="1160697" y="434569"/>
                </a:lnTo>
                <a:lnTo>
                  <a:pt x="1158859" y="453466"/>
                </a:lnTo>
                <a:lnTo>
                  <a:pt x="1157030" y="472364"/>
                </a:lnTo>
                <a:lnTo>
                  <a:pt x="1155202" y="491252"/>
                </a:lnTo>
                <a:lnTo>
                  <a:pt x="1153363" y="510149"/>
                </a:lnTo>
                <a:lnTo>
                  <a:pt x="1151534" y="529047"/>
                </a:lnTo>
                <a:lnTo>
                  <a:pt x="1149706" y="547935"/>
                </a:lnTo>
                <a:lnTo>
                  <a:pt x="1147867" y="566833"/>
                </a:lnTo>
                <a:lnTo>
                  <a:pt x="1146038" y="585721"/>
                </a:lnTo>
                <a:lnTo>
                  <a:pt x="1144210" y="604618"/>
                </a:lnTo>
                <a:lnTo>
                  <a:pt x="1142381" y="623516"/>
                </a:lnTo>
                <a:lnTo>
                  <a:pt x="1140543" y="642404"/>
                </a:lnTo>
                <a:lnTo>
                  <a:pt x="1138714" y="661302"/>
                </a:lnTo>
                <a:lnTo>
                  <a:pt x="1136885" y="680199"/>
                </a:lnTo>
                <a:lnTo>
                  <a:pt x="1135047" y="699087"/>
                </a:lnTo>
                <a:lnTo>
                  <a:pt x="1133218" y="717985"/>
                </a:lnTo>
                <a:lnTo>
                  <a:pt x="1131389" y="736883"/>
                </a:lnTo>
                <a:lnTo>
                  <a:pt x="1120559" y="746874"/>
                </a:lnTo>
                <a:lnTo>
                  <a:pt x="1101690" y="748913"/>
                </a:lnTo>
                <a:lnTo>
                  <a:pt x="1082812" y="750941"/>
                </a:lnTo>
                <a:lnTo>
                  <a:pt x="1063943" y="752980"/>
                </a:lnTo>
                <a:lnTo>
                  <a:pt x="1045064" y="755009"/>
                </a:lnTo>
                <a:lnTo>
                  <a:pt x="1026195" y="757047"/>
                </a:lnTo>
                <a:lnTo>
                  <a:pt x="1007326" y="759076"/>
                </a:lnTo>
                <a:lnTo>
                  <a:pt x="988447" y="761114"/>
                </a:lnTo>
                <a:lnTo>
                  <a:pt x="969578" y="763143"/>
                </a:lnTo>
                <a:lnTo>
                  <a:pt x="950700" y="765181"/>
                </a:lnTo>
                <a:lnTo>
                  <a:pt x="931831" y="767210"/>
                </a:lnTo>
                <a:lnTo>
                  <a:pt x="912952" y="769249"/>
                </a:lnTo>
                <a:lnTo>
                  <a:pt x="894083" y="771277"/>
                </a:lnTo>
                <a:lnTo>
                  <a:pt x="875205" y="773316"/>
                </a:lnTo>
                <a:lnTo>
                  <a:pt x="856336" y="775345"/>
                </a:lnTo>
                <a:lnTo>
                  <a:pt x="837457" y="777383"/>
                </a:lnTo>
                <a:lnTo>
                  <a:pt x="818588" y="779412"/>
                </a:lnTo>
                <a:lnTo>
                  <a:pt x="799709" y="781450"/>
                </a:lnTo>
                <a:lnTo>
                  <a:pt x="780840" y="783479"/>
                </a:lnTo>
                <a:lnTo>
                  <a:pt x="761962" y="785517"/>
                </a:lnTo>
                <a:lnTo>
                  <a:pt x="743093" y="787546"/>
                </a:lnTo>
                <a:lnTo>
                  <a:pt x="724214" y="789584"/>
                </a:lnTo>
                <a:lnTo>
                  <a:pt x="705345" y="791613"/>
                </a:lnTo>
                <a:lnTo>
                  <a:pt x="686467" y="793652"/>
                </a:lnTo>
                <a:lnTo>
                  <a:pt x="667598" y="795680"/>
                </a:lnTo>
                <a:lnTo>
                  <a:pt x="648719" y="797719"/>
                </a:lnTo>
                <a:lnTo>
                  <a:pt x="629850" y="799748"/>
                </a:lnTo>
                <a:lnTo>
                  <a:pt x="610972" y="801786"/>
                </a:lnTo>
                <a:lnTo>
                  <a:pt x="592103" y="803815"/>
                </a:lnTo>
                <a:lnTo>
                  <a:pt x="573224" y="805853"/>
                </a:lnTo>
                <a:lnTo>
                  <a:pt x="554355" y="807882"/>
                </a:lnTo>
                <a:lnTo>
                  <a:pt x="535476" y="809920"/>
                </a:lnTo>
                <a:lnTo>
                  <a:pt x="516607" y="811949"/>
                </a:lnTo>
                <a:lnTo>
                  <a:pt x="497729" y="813987"/>
                </a:lnTo>
                <a:lnTo>
                  <a:pt x="478860" y="816016"/>
                </a:lnTo>
                <a:lnTo>
                  <a:pt x="459981" y="818055"/>
                </a:lnTo>
                <a:lnTo>
                  <a:pt x="441112" y="820083"/>
                </a:lnTo>
                <a:lnTo>
                  <a:pt x="422234" y="822122"/>
                </a:lnTo>
                <a:lnTo>
                  <a:pt x="403365" y="824151"/>
                </a:lnTo>
                <a:lnTo>
                  <a:pt x="384486" y="826189"/>
                </a:lnTo>
                <a:lnTo>
                  <a:pt x="365617" y="828218"/>
                </a:lnTo>
                <a:lnTo>
                  <a:pt x="346739" y="830256"/>
                </a:lnTo>
                <a:lnTo>
                  <a:pt x="327870" y="832285"/>
                </a:lnTo>
                <a:lnTo>
                  <a:pt x="308991" y="834323"/>
                </a:lnTo>
                <a:lnTo>
                  <a:pt x="290122" y="836352"/>
                </a:lnTo>
                <a:lnTo>
                  <a:pt x="271243" y="838391"/>
                </a:lnTo>
                <a:lnTo>
                  <a:pt x="252374" y="840419"/>
                </a:lnTo>
                <a:lnTo>
                  <a:pt x="233496" y="842458"/>
                </a:lnTo>
                <a:lnTo>
                  <a:pt x="214627" y="844487"/>
                </a:lnTo>
                <a:lnTo>
                  <a:pt x="195748" y="846525"/>
                </a:lnTo>
                <a:lnTo>
                  <a:pt x="176879" y="848554"/>
                </a:lnTo>
                <a:lnTo>
                  <a:pt x="158001" y="850592"/>
                </a:lnTo>
                <a:lnTo>
                  <a:pt x="139132" y="852621"/>
                </a:lnTo>
                <a:lnTo>
                  <a:pt x="120253" y="854659"/>
                </a:lnTo>
                <a:lnTo>
                  <a:pt x="101384" y="856688"/>
                </a:lnTo>
                <a:lnTo>
                  <a:pt x="82506" y="858726"/>
                </a:lnTo>
                <a:lnTo>
                  <a:pt x="63637" y="860755"/>
                </a:lnTo>
                <a:lnTo>
                  <a:pt x="44758" y="862794"/>
                </a:lnTo>
                <a:lnTo>
                  <a:pt x="25889" y="864822"/>
                </a:lnTo>
                <a:lnTo>
                  <a:pt x="7010" y="866861"/>
                </a:lnTo>
                <a:lnTo>
                  <a:pt x="0" y="856898"/>
                </a:lnTo>
                <a:lnTo>
                  <a:pt x="1829" y="838010"/>
                </a:lnTo>
                <a:lnTo>
                  <a:pt x="3658" y="819112"/>
                </a:lnTo>
                <a:lnTo>
                  <a:pt x="5486" y="800214"/>
                </a:lnTo>
                <a:lnTo>
                  <a:pt x="7315" y="781326"/>
                </a:lnTo>
                <a:lnTo>
                  <a:pt x="9144" y="762429"/>
                </a:lnTo>
                <a:lnTo>
                  <a:pt x="10973" y="743531"/>
                </a:lnTo>
                <a:lnTo>
                  <a:pt x="12802" y="724643"/>
                </a:lnTo>
                <a:lnTo>
                  <a:pt x="14630" y="705745"/>
                </a:lnTo>
                <a:lnTo>
                  <a:pt x="16459" y="686848"/>
                </a:lnTo>
                <a:lnTo>
                  <a:pt x="18298" y="667960"/>
                </a:lnTo>
                <a:lnTo>
                  <a:pt x="20126" y="649062"/>
                </a:lnTo>
                <a:lnTo>
                  <a:pt x="21955" y="630164"/>
                </a:lnTo>
                <a:lnTo>
                  <a:pt x="23784" y="611276"/>
                </a:lnTo>
                <a:lnTo>
                  <a:pt x="25613" y="592379"/>
                </a:lnTo>
                <a:lnTo>
                  <a:pt x="27442" y="573481"/>
                </a:lnTo>
                <a:lnTo>
                  <a:pt x="29270" y="554593"/>
                </a:lnTo>
                <a:lnTo>
                  <a:pt x="31099" y="535696"/>
                </a:lnTo>
                <a:lnTo>
                  <a:pt x="32928" y="516798"/>
                </a:lnTo>
                <a:lnTo>
                  <a:pt x="34757" y="497900"/>
                </a:lnTo>
                <a:lnTo>
                  <a:pt x="36586" y="479012"/>
                </a:lnTo>
                <a:lnTo>
                  <a:pt x="38414" y="460115"/>
                </a:lnTo>
                <a:lnTo>
                  <a:pt x="40243" y="441217"/>
                </a:lnTo>
                <a:lnTo>
                  <a:pt x="42072" y="422329"/>
                </a:lnTo>
                <a:lnTo>
                  <a:pt x="43901" y="403431"/>
                </a:lnTo>
                <a:lnTo>
                  <a:pt x="45730" y="384534"/>
                </a:lnTo>
                <a:lnTo>
                  <a:pt x="47558" y="365646"/>
                </a:lnTo>
                <a:lnTo>
                  <a:pt x="49387" y="346748"/>
                </a:lnTo>
                <a:lnTo>
                  <a:pt x="51216" y="327851"/>
                </a:lnTo>
                <a:lnTo>
                  <a:pt x="53045" y="308962"/>
                </a:lnTo>
                <a:lnTo>
                  <a:pt x="54883" y="290065"/>
                </a:lnTo>
                <a:lnTo>
                  <a:pt x="56712" y="271167"/>
                </a:lnTo>
                <a:lnTo>
                  <a:pt x="58541" y="252279"/>
                </a:lnTo>
                <a:lnTo>
                  <a:pt x="60369" y="233382"/>
                </a:lnTo>
                <a:lnTo>
                  <a:pt x="62198" y="214484"/>
                </a:lnTo>
                <a:lnTo>
                  <a:pt x="64027" y="195596"/>
                </a:lnTo>
                <a:lnTo>
                  <a:pt x="65856" y="176698"/>
                </a:lnTo>
                <a:lnTo>
                  <a:pt x="67685" y="157801"/>
                </a:lnTo>
                <a:lnTo>
                  <a:pt x="69513" y="138903"/>
                </a:lnTo>
                <a:lnTo>
                  <a:pt x="71342" y="120015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8CF4EF68-2565-4918-96F5-A412CEF1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4699" y="3423885"/>
            <a:ext cx="1202931" cy="867127"/>
          </a:xfrm>
          <a:custGeom xmlns:a="http://schemas.openxmlformats.org/drawingml/2006/main">
            <a:pathLst>
              <a:path w="1202931" h="867127">
                <a:moveTo>
                  <a:pt x="71418" y="121320"/>
                </a:moveTo>
                <a:lnTo>
                  <a:pt x="90287" y="119291"/>
                </a:lnTo>
                <a:lnTo>
                  <a:pt x="109157" y="117253"/>
                </a:lnTo>
                <a:lnTo>
                  <a:pt x="128026" y="115224"/>
                </a:lnTo>
                <a:lnTo>
                  <a:pt x="146895" y="113186"/>
                </a:lnTo>
                <a:lnTo>
                  <a:pt x="165764" y="111157"/>
                </a:lnTo>
                <a:lnTo>
                  <a:pt x="184633" y="109118"/>
                </a:lnTo>
                <a:lnTo>
                  <a:pt x="203502" y="107090"/>
                </a:lnTo>
                <a:lnTo>
                  <a:pt x="222371" y="105051"/>
                </a:lnTo>
                <a:lnTo>
                  <a:pt x="241240" y="103022"/>
                </a:lnTo>
                <a:lnTo>
                  <a:pt x="260109" y="100994"/>
                </a:lnTo>
                <a:lnTo>
                  <a:pt x="278978" y="98955"/>
                </a:lnTo>
                <a:lnTo>
                  <a:pt x="297847" y="96926"/>
                </a:lnTo>
                <a:lnTo>
                  <a:pt x="316716" y="94888"/>
                </a:lnTo>
                <a:lnTo>
                  <a:pt x="335585" y="92859"/>
                </a:lnTo>
                <a:lnTo>
                  <a:pt x="354454" y="90821"/>
                </a:lnTo>
                <a:lnTo>
                  <a:pt x="373332" y="88792"/>
                </a:lnTo>
                <a:lnTo>
                  <a:pt x="392201" y="86754"/>
                </a:lnTo>
                <a:lnTo>
                  <a:pt x="411070" y="84725"/>
                </a:lnTo>
                <a:lnTo>
                  <a:pt x="429939" y="82696"/>
                </a:lnTo>
                <a:lnTo>
                  <a:pt x="448808" y="80658"/>
                </a:lnTo>
                <a:lnTo>
                  <a:pt x="467678" y="78629"/>
                </a:lnTo>
                <a:lnTo>
                  <a:pt x="486547" y="76591"/>
                </a:lnTo>
                <a:lnTo>
                  <a:pt x="505416" y="74562"/>
                </a:lnTo>
                <a:lnTo>
                  <a:pt x="524285" y="72523"/>
                </a:lnTo>
                <a:lnTo>
                  <a:pt x="543154" y="70495"/>
                </a:lnTo>
                <a:lnTo>
                  <a:pt x="562023" y="68456"/>
                </a:lnTo>
                <a:lnTo>
                  <a:pt x="580892" y="66427"/>
                </a:lnTo>
                <a:lnTo>
                  <a:pt x="599761" y="64399"/>
                </a:lnTo>
                <a:lnTo>
                  <a:pt x="618630" y="62360"/>
                </a:lnTo>
                <a:lnTo>
                  <a:pt x="637499" y="60331"/>
                </a:lnTo>
                <a:lnTo>
                  <a:pt x="656368" y="58293"/>
                </a:lnTo>
                <a:lnTo>
                  <a:pt x="675237" y="56264"/>
                </a:lnTo>
                <a:lnTo>
                  <a:pt x="694106" y="54226"/>
                </a:lnTo>
                <a:lnTo>
                  <a:pt x="712975" y="52197"/>
                </a:lnTo>
                <a:lnTo>
                  <a:pt x="731844" y="50159"/>
                </a:lnTo>
                <a:lnTo>
                  <a:pt x="750713" y="48130"/>
                </a:lnTo>
                <a:lnTo>
                  <a:pt x="769591" y="46101"/>
                </a:lnTo>
                <a:lnTo>
                  <a:pt x="788460" y="44063"/>
                </a:lnTo>
                <a:lnTo>
                  <a:pt x="807329" y="42034"/>
                </a:lnTo>
                <a:lnTo>
                  <a:pt x="826199" y="39995"/>
                </a:lnTo>
                <a:lnTo>
                  <a:pt x="845068" y="37967"/>
                </a:lnTo>
                <a:lnTo>
                  <a:pt x="863937" y="35928"/>
                </a:lnTo>
                <a:lnTo>
                  <a:pt x="882806" y="33899"/>
                </a:lnTo>
                <a:lnTo>
                  <a:pt x="901675" y="31861"/>
                </a:lnTo>
                <a:lnTo>
                  <a:pt x="920544" y="29832"/>
                </a:lnTo>
                <a:lnTo>
                  <a:pt x="939413" y="27803"/>
                </a:lnTo>
                <a:lnTo>
                  <a:pt x="958282" y="25765"/>
                </a:lnTo>
                <a:lnTo>
                  <a:pt x="977151" y="23736"/>
                </a:lnTo>
                <a:lnTo>
                  <a:pt x="996020" y="21698"/>
                </a:lnTo>
                <a:lnTo>
                  <a:pt x="1014889" y="19669"/>
                </a:lnTo>
                <a:lnTo>
                  <a:pt x="1033758" y="17631"/>
                </a:lnTo>
                <a:lnTo>
                  <a:pt x="1052627" y="15602"/>
                </a:lnTo>
                <a:lnTo>
                  <a:pt x="1071496" y="13564"/>
                </a:lnTo>
                <a:lnTo>
                  <a:pt x="1090365" y="11535"/>
                </a:lnTo>
                <a:lnTo>
                  <a:pt x="1109234" y="9506"/>
                </a:lnTo>
                <a:lnTo>
                  <a:pt x="1128103" y="7468"/>
                </a:lnTo>
                <a:lnTo>
                  <a:pt x="1146972" y="5439"/>
                </a:lnTo>
                <a:lnTo>
                  <a:pt x="1165850" y="3400"/>
                </a:lnTo>
                <a:lnTo>
                  <a:pt x="1184720" y="1372"/>
                </a:lnTo>
                <a:lnTo>
                  <a:pt x="1202931" y="0"/>
                </a:lnTo>
                <a:lnTo>
                  <a:pt x="1201093" y="18888"/>
                </a:lnTo>
                <a:lnTo>
                  <a:pt x="1199264" y="37776"/>
                </a:lnTo>
                <a:lnTo>
                  <a:pt x="1197435" y="56674"/>
                </a:lnTo>
                <a:lnTo>
                  <a:pt x="1195607" y="75562"/>
                </a:lnTo>
                <a:lnTo>
                  <a:pt x="1193768" y="94450"/>
                </a:lnTo>
                <a:lnTo>
                  <a:pt x="1191939" y="113338"/>
                </a:lnTo>
                <a:lnTo>
                  <a:pt x="1190111" y="132236"/>
                </a:lnTo>
                <a:lnTo>
                  <a:pt x="1188282" y="151124"/>
                </a:lnTo>
                <a:lnTo>
                  <a:pt x="1186444" y="170012"/>
                </a:lnTo>
                <a:lnTo>
                  <a:pt x="1184615" y="188900"/>
                </a:lnTo>
                <a:lnTo>
                  <a:pt x="1182786" y="207788"/>
                </a:lnTo>
                <a:lnTo>
                  <a:pt x="1180957" y="226685"/>
                </a:lnTo>
                <a:lnTo>
                  <a:pt x="1179119" y="245574"/>
                </a:lnTo>
                <a:lnTo>
                  <a:pt x="1177290" y="264462"/>
                </a:lnTo>
                <a:lnTo>
                  <a:pt x="1175461" y="283350"/>
                </a:lnTo>
                <a:lnTo>
                  <a:pt x="1173632" y="302238"/>
                </a:lnTo>
                <a:lnTo>
                  <a:pt x="1171794" y="321135"/>
                </a:lnTo>
                <a:lnTo>
                  <a:pt x="1169965" y="340023"/>
                </a:lnTo>
                <a:lnTo>
                  <a:pt x="1168136" y="358912"/>
                </a:lnTo>
                <a:lnTo>
                  <a:pt x="1166308" y="377800"/>
                </a:lnTo>
                <a:lnTo>
                  <a:pt x="1164469" y="396697"/>
                </a:lnTo>
                <a:lnTo>
                  <a:pt x="1162641" y="415585"/>
                </a:lnTo>
                <a:lnTo>
                  <a:pt x="1160812" y="434473"/>
                </a:lnTo>
                <a:lnTo>
                  <a:pt x="1158983" y="453361"/>
                </a:lnTo>
                <a:lnTo>
                  <a:pt x="1157145" y="472250"/>
                </a:lnTo>
                <a:lnTo>
                  <a:pt x="1155316" y="491147"/>
                </a:lnTo>
                <a:lnTo>
                  <a:pt x="1153487" y="510035"/>
                </a:lnTo>
                <a:lnTo>
                  <a:pt x="1151658" y="528923"/>
                </a:lnTo>
                <a:lnTo>
                  <a:pt x="1149820" y="547811"/>
                </a:lnTo>
                <a:lnTo>
                  <a:pt x="1147991" y="566709"/>
                </a:lnTo>
                <a:lnTo>
                  <a:pt x="1146162" y="585597"/>
                </a:lnTo>
                <a:lnTo>
                  <a:pt x="1144334" y="604485"/>
                </a:lnTo>
                <a:lnTo>
                  <a:pt x="1142495" y="623373"/>
                </a:lnTo>
                <a:lnTo>
                  <a:pt x="1140666" y="642261"/>
                </a:lnTo>
                <a:lnTo>
                  <a:pt x="1138838" y="661159"/>
                </a:lnTo>
                <a:lnTo>
                  <a:pt x="1137009" y="680047"/>
                </a:lnTo>
                <a:lnTo>
                  <a:pt x="1135170" y="698935"/>
                </a:lnTo>
                <a:lnTo>
                  <a:pt x="1133342" y="717823"/>
                </a:lnTo>
                <a:lnTo>
                  <a:pt x="1131513" y="736711"/>
                </a:lnTo>
                <a:lnTo>
                  <a:pt x="1121159" y="747179"/>
                </a:lnTo>
                <a:lnTo>
                  <a:pt x="1102290" y="749208"/>
                </a:lnTo>
                <a:lnTo>
                  <a:pt x="1083421" y="751246"/>
                </a:lnTo>
                <a:lnTo>
                  <a:pt x="1064552" y="753275"/>
                </a:lnTo>
                <a:lnTo>
                  <a:pt x="1045683" y="755313"/>
                </a:lnTo>
                <a:lnTo>
                  <a:pt x="1026814" y="757342"/>
                </a:lnTo>
                <a:lnTo>
                  <a:pt x="1007945" y="759371"/>
                </a:lnTo>
                <a:lnTo>
                  <a:pt x="989076" y="761409"/>
                </a:lnTo>
                <a:lnTo>
                  <a:pt x="970207" y="763438"/>
                </a:lnTo>
                <a:lnTo>
                  <a:pt x="951338" y="765477"/>
                </a:lnTo>
                <a:lnTo>
                  <a:pt x="932469" y="767505"/>
                </a:lnTo>
                <a:lnTo>
                  <a:pt x="913600" y="769544"/>
                </a:lnTo>
                <a:lnTo>
                  <a:pt x="894731" y="771573"/>
                </a:lnTo>
                <a:lnTo>
                  <a:pt x="875862" y="773611"/>
                </a:lnTo>
                <a:lnTo>
                  <a:pt x="856993" y="775640"/>
                </a:lnTo>
                <a:lnTo>
                  <a:pt x="838124" y="777669"/>
                </a:lnTo>
                <a:lnTo>
                  <a:pt x="819245" y="779707"/>
                </a:lnTo>
                <a:lnTo>
                  <a:pt x="800376" y="781736"/>
                </a:lnTo>
                <a:lnTo>
                  <a:pt x="781507" y="783774"/>
                </a:lnTo>
                <a:lnTo>
                  <a:pt x="762638" y="785803"/>
                </a:lnTo>
                <a:lnTo>
                  <a:pt x="743769" y="787841"/>
                </a:lnTo>
                <a:lnTo>
                  <a:pt x="724900" y="789870"/>
                </a:lnTo>
                <a:lnTo>
                  <a:pt x="706031" y="791909"/>
                </a:lnTo>
                <a:lnTo>
                  <a:pt x="687162" y="793937"/>
                </a:lnTo>
                <a:lnTo>
                  <a:pt x="668293" y="795966"/>
                </a:lnTo>
                <a:lnTo>
                  <a:pt x="649424" y="798005"/>
                </a:lnTo>
                <a:lnTo>
                  <a:pt x="630555" y="800033"/>
                </a:lnTo>
                <a:lnTo>
                  <a:pt x="611686" y="802072"/>
                </a:lnTo>
                <a:lnTo>
                  <a:pt x="592817" y="804101"/>
                </a:lnTo>
                <a:lnTo>
                  <a:pt x="573948" y="806139"/>
                </a:lnTo>
                <a:lnTo>
                  <a:pt x="555079" y="808168"/>
                </a:lnTo>
                <a:lnTo>
                  <a:pt x="536210" y="810206"/>
                </a:lnTo>
                <a:lnTo>
                  <a:pt x="517341" y="812235"/>
                </a:lnTo>
                <a:lnTo>
                  <a:pt x="498472" y="814273"/>
                </a:lnTo>
                <a:lnTo>
                  <a:pt x="479603" y="816302"/>
                </a:lnTo>
                <a:lnTo>
                  <a:pt x="460734" y="818331"/>
                </a:lnTo>
                <a:lnTo>
                  <a:pt x="441855" y="820369"/>
                </a:lnTo>
                <a:lnTo>
                  <a:pt x="422986" y="822398"/>
                </a:lnTo>
                <a:lnTo>
                  <a:pt x="404117" y="824436"/>
                </a:lnTo>
                <a:lnTo>
                  <a:pt x="385248" y="826465"/>
                </a:lnTo>
                <a:lnTo>
                  <a:pt x="366379" y="828504"/>
                </a:lnTo>
                <a:lnTo>
                  <a:pt x="347510" y="830532"/>
                </a:lnTo>
                <a:lnTo>
                  <a:pt x="328641" y="832571"/>
                </a:lnTo>
                <a:lnTo>
                  <a:pt x="309772" y="834600"/>
                </a:lnTo>
                <a:lnTo>
                  <a:pt x="290903" y="836628"/>
                </a:lnTo>
                <a:lnTo>
                  <a:pt x="272034" y="838667"/>
                </a:lnTo>
                <a:lnTo>
                  <a:pt x="253165" y="840696"/>
                </a:lnTo>
                <a:lnTo>
                  <a:pt x="234296" y="842734"/>
                </a:lnTo>
                <a:lnTo>
                  <a:pt x="215427" y="844763"/>
                </a:lnTo>
                <a:lnTo>
                  <a:pt x="196558" y="846801"/>
                </a:lnTo>
                <a:lnTo>
                  <a:pt x="177689" y="848830"/>
                </a:lnTo>
                <a:lnTo>
                  <a:pt x="158820" y="850868"/>
                </a:lnTo>
                <a:lnTo>
                  <a:pt x="139951" y="852897"/>
                </a:lnTo>
                <a:lnTo>
                  <a:pt x="121082" y="854926"/>
                </a:lnTo>
                <a:lnTo>
                  <a:pt x="102213" y="856964"/>
                </a:lnTo>
                <a:lnTo>
                  <a:pt x="83344" y="858993"/>
                </a:lnTo>
                <a:lnTo>
                  <a:pt x="64475" y="861031"/>
                </a:lnTo>
                <a:lnTo>
                  <a:pt x="45606" y="863060"/>
                </a:lnTo>
                <a:lnTo>
                  <a:pt x="26727" y="865099"/>
                </a:lnTo>
                <a:lnTo>
                  <a:pt x="7858" y="867127"/>
                </a:lnTo>
                <a:lnTo>
                  <a:pt x="0" y="858041"/>
                </a:lnTo>
                <a:lnTo>
                  <a:pt x="1829" y="839143"/>
                </a:lnTo>
                <a:lnTo>
                  <a:pt x="3658" y="820255"/>
                </a:lnTo>
                <a:lnTo>
                  <a:pt x="5496" y="801367"/>
                </a:lnTo>
                <a:lnTo>
                  <a:pt x="7325" y="782479"/>
                </a:lnTo>
                <a:lnTo>
                  <a:pt x="9154" y="763581"/>
                </a:lnTo>
                <a:lnTo>
                  <a:pt x="10992" y="744693"/>
                </a:lnTo>
                <a:lnTo>
                  <a:pt x="12821" y="725805"/>
                </a:lnTo>
                <a:lnTo>
                  <a:pt x="14649" y="706917"/>
                </a:lnTo>
                <a:lnTo>
                  <a:pt x="16478" y="688029"/>
                </a:lnTo>
                <a:lnTo>
                  <a:pt x="18307" y="669131"/>
                </a:lnTo>
                <a:lnTo>
                  <a:pt x="20145" y="650243"/>
                </a:lnTo>
                <a:lnTo>
                  <a:pt x="21974" y="631355"/>
                </a:lnTo>
                <a:lnTo>
                  <a:pt x="23803" y="612467"/>
                </a:lnTo>
                <a:lnTo>
                  <a:pt x="25632" y="593569"/>
                </a:lnTo>
                <a:lnTo>
                  <a:pt x="27470" y="574681"/>
                </a:lnTo>
                <a:lnTo>
                  <a:pt x="29299" y="555793"/>
                </a:lnTo>
                <a:lnTo>
                  <a:pt x="31128" y="536905"/>
                </a:lnTo>
                <a:lnTo>
                  <a:pt x="32966" y="518017"/>
                </a:lnTo>
                <a:lnTo>
                  <a:pt x="34795" y="499120"/>
                </a:lnTo>
                <a:lnTo>
                  <a:pt x="36624" y="480231"/>
                </a:lnTo>
                <a:lnTo>
                  <a:pt x="38452" y="461343"/>
                </a:lnTo>
                <a:lnTo>
                  <a:pt x="40291" y="442455"/>
                </a:lnTo>
                <a:lnTo>
                  <a:pt x="42120" y="423567"/>
                </a:lnTo>
                <a:lnTo>
                  <a:pt x="43948" y="404670"/>
                </a:lnTo>
                <a:lnTo>
                  <a:pt x="45777" y="385782"/>
                </a:lnTo>
                <a:lnTo>
                  <a:pt x="47615" y="366893"/>
                </a:lnTo>
                <a:lnTo>
                  <a:pt x="49444" y="348005"/>
                </a:lnTo>
                <a:lnTo>
                  <a:pt x="51273" y="329108"/>
                </a:lnTo>
                <a:lnTo>
                  <a:pt x="53102" y="310220"/>
                </a:lnTo>
                <a:lnTo>
                  <a:pt x="54940" y="291332"/>
                </a:lnTo>
                <a:lnTo>
                  <a:pt x="56769" y="272444"/>
                </a:lnTo>
                <a:lnTo>
                  <a:pt x="58598" y="253556"/>
                </a:lnTo>
                <a:lnTo>
                  <a:pt x="60427" y="234658"/>
                </a:lnTo>
                <a:lnTo>
                  <a:pt x="62265" y="215770"/>
                </a:lnTo>
                <a:lnTo>
                  <a:pt x="64094" y="196882"/>
                </a:lnTo>
                <a:lnTo>
                  <a:pt x="65923" y="177994"/>
                </a:lnTo>
                <a:lnTo>
                  <a:pt x="67751" y="159096"/>
                </a:lnTo>
                <a:lnTo>
                  <a:pt x="69590" y="140208"/>
                </a:lnTo>
                <a:lnTo>
                  <a:pt x="71418" y="121320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067D9F7E-CDCA-4FDA-B19E-B1E05DCD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36780" y="3051715"/>
            <a:ext cx="1202922" cy="866851"/>
          </a:xfrm>
          <a:custGeom xmlns:a="http://schemas.openxmlformats.org/drawingml/2006/main">
            <a:pathLst>
              <a:path w="1202922" h="86685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25"/>
                </a:lnTo>
                <a:lnTo>
                  <a:pt x="392287" y="86497"/>
                </a:lnTo>
                <a:lnTo>
                  <a:pt x="411156" y="84458"/>
                </a:lnTo>
                <a:lnTo>
                  <a:pt x="430035" y="82429"/>
                </a:lnTo>
                <a:lnTo>
                  <a:pt x="448904" y="80391"/>
                </a:lnTo>
                <a:lnTo>
                  <a:pt x="467782" y="78362"/>
                </a:lnTo>
                <a:lnTo>
                  <a:pt x="486651" y="76324"/>
                </a:lnTo>
                <a:lnTo>
                  <a:pt x="505530" y="74295"/>
                </a:lnTo>
                <a:lnTo>
                  <a:pt x="524399" y="72257"/>
                </a:lnTo>
                <a:lnTo>
                  <a:pt x="543277" y="70228"/>
                </a:lnTo>
                <a:lnTo>
                  <a:pt x="562146" y="68189"/>
                </a:lnTo>
                <a:lnTo>
                  <a:pt x="581025" y="66161"/>
                </a:lnTo>
                <a:lnTo>
                  <a:pt x="599894" y="64122"/>
                </a:lnTo>
                <a:lnTo>
                  <a:pt x="618773" y="62093"/>
                </a:lnTo>
                <a:lnTo>
                  <a:pt x="637642" y="60055"/>
                </a:lnTo>
                <a:lnTo>
                  <a:pt x="656520" y="58026"/>
                </a:lnTo>
                <a:lnTo>
                  <a:pt x="675389" y="55988"/>
                </a:lnTo>
                <a:lnTo>
                  <a:pt x="694268" y="53959"/>
                </a:lnTo>
                <a:lnTo>
                  <a:pt x="713137" y="51921"/>
                </a:lnTo>
                <a:lnTo>
                  <a:pt x="732015" y="49892"/>
                </a:lnTo>
                <a:lnTo>
                  <a:pt x="750884" y="47854"/>
                </a:lnTo>
                <a:lnTo>
                  <a:pt x="769763" y="45825"/>
                </a:lnTo>
                <a:lnTo>
                  <a:pt x="788632" y="43786"/>
                </a:lnTo>
                <a:lnTo>
                  <a:pt x="807510" y="41758"/>
                </a:lnTo>
                <a:lnTo>
                  <a:pt x="826379" y="39719"/>
                </a:lnTo>
                <a:lnTo>
                  <a:pt x="845258" y="37690"/>
                </a:lnTo>
                <a:lnTo>
                  <a:pt x="864127" y="35652"/>
                </a:lnTo>
                <a:lnTo>
                  <a:pt x="883006" y="33623"/>
                </a:lnTo>
                <a:lnTo>
                  <a:pt x="901875" y="31585"/>
                </a:lnTo>
                <a:lnTo>
                  <a:pt x="920753" y="29556"/>
                </a:lnTo>
                <a:lnTo>
                  <a:pt x="939622" y="27518"/>
                </a:lnTo>
                <a:lnTo>
                  <a:pt x="958501" y="25489"/>
                </a:lnTo>
                <a:lnTo>
                  <a:pt x="977370" y="23451"/>
                </a:lnTo>
                <a:lnTo>
                  <a:pt x="996248" y="21422"/>
                </a:lnTo>
                <a:lnTo>
                  <a:pt x="1015117" y="19383"/>
                </a:lnTo>
                <a:lnTo>
                  <a:pt x="1033996" y="17355"/>
                </a:lnTo>
                <a:lnTo>
                  <a:pt x="1052865" y="15316"/>
                </a:lnTo>
                <a:lnTo>
                  <a:pt x="1071743" y="13287"/>
                </a:lnTo>
                <a:lnTo>
                  <a:pt x="1090613" y="11249"/>
                </a:lnTo>
                <a:lnTo>
                  <a:pt x="1109491" y="9220"/>
                </a:lnTo>
                <a:lnTo>
                  <a:pt x="1128360" y="7182"/>
                </a:lnTo>
                <a:lnTo>
                  <a:pt x="1147239" y="5153"/>
                </a:lnTo>
                <a:lnTo>
                  <a:pt x="1166108" y="3115"/>
                </a:lnTo>
                <a:lnTo>
                  <a:pt x="1184986" y="1086"/>
                </a:lnTo>
                <a:lnTo>
                  <a:pt x="1202922" y="0"/>
                </a:lnTo>
                <a:lnTo>
                  <a:pt x="1201112" y="18898"/>
                </a:lnTo>
                <a:lnTo>
                  <a:pt x="1199302" y="37795"/>
                </a:lnTo>
                <a:lnTo>
                  <a:pt x="1197493" y="56693"/>
                </a:lnTo>
                <a:lnTo>
                  <a:pt x="1195692" y="75590"/>
                </a:lnTo>
                <a:lnTo>
                  <a:pt x="1193883" y="94488"/>
                </a:lnTo>
                <a:lnTo>
                  <a:pt x="1192073" y="113376"/>
                </a:lnTo>
                <a:lnTo>
                  <a:pt x="1190263" y="132274"/>
                </a:lnTo>
                <a:lnTo>
                  <a:pt x="1188463" y="151171"/>
                </a:lnTo>
                <a:lnTo>
                  <a:pt x="1186653" y="170069"/>
                </a:lnTo>
                <a:lnTo>
                  <a:pt x="1184843" y="188966"/>
                </a:lnTo>
                <a:lnTo>
                  <a:pt x="1183034" y="207864"/>
                </a:lnTo>
                <a:lnTo>
                  <a:pt x="1181224" y="226762"/>
                </a:lnTo>
                <a:lnTo>
                  <a:pt x="1179424" y="245659"/>
                </a:lnTo>
                <a:lnTo>
                  <a:pt x="1177614" y="264557"/>
                </a:lnTo>
                <a:lnTo>
                  <a:pt x="1175804" y="283454"/>
                </a:lnTo>
                <a:lnTo>
                  <a:pt x="1173994" y="302352"/>
                </a:lnTo>
                <a:lnTo>
                  <a:pt x="1172185" y="321240"/>
                </a:lnTo>
                <a:lnTo>
                  <a:pt x="1170384" y="340138"/>
                </a:lnTo>
                <a:lnTo>
                  <a:pt x="1168575" y="359035"/>
                </a:lnTo>
                <a:lnTo>
                  <a:pt x="1166765" y="377933"/>
                </a:lnTo>
                <a:lnTo>
                  <a:pt x="1164955" y="396831"/>
                </a:lnTo>
                <a:lnTo>
                  <a:pt x="1163155" y="415728"/>
                </a:lnTo>
                <a:lnTo>
                  <a:pt x="1161345" y="434626"/>
                </a:lnTo>
                <a:lnTo>
                  <a:pt x="1159535" y="453523"/>
                </a:lnTo>
                <a:lnTo>
                  <a:pt x="1157726" y="472421"/>
                </a:lnTo>
                <a:lnTo>
                  <a:pt x="1155916" y="491319"/>
                </a:lnTo>
                <a:lnTo>
                  <a:pt x="1154116" y="510216"/>
                </a:lnTo>
                <a:lnTo>
                  <a:pt x="1152306" y="529104"/>
                </a:lnTo>
                <a:lnTo>
                  <a:pt x="1150496" y="548002"/>
                </a:lnTo>
                <a:lnTo>
                  <a:pt x="1148686" y="566899"/>
                </a:lnTo>
                <a:lnTo>
                  <a:pt x="1146877" y="585797"/>
                </a:lnTo>
                <a:lnTo>
                  <a:pt x="1145076" y="604695"/>
                </a:lnTo>
                <a:lnTo>
                  <a:pt x="1143267" y="623592"/>
                </a:lnTo>
                <a:lnTo>
                  <a:pt x="1141457" y="642490"/>
                </a:lnTo>
                <a:lnTo>
                  <a:pt x="1139647" y="661387"/>
                </a:lnTo>
                <a:lnTo>
                  <a:pt x="1137837" y="680285"/>
                </a:lnTo>
                <a:lnTo>
                  <a:pt x="1136037" y="699183"/>
                </a:lnTo>
                <a:lnTo>
                  <a:pt x="1134227" y="718071"/>
                </a:lnTo>
                <a:lnTo>
                  <a:pt x="1132418" y="736968"/>
                </a:lnTo>
                <a:lnTo>
                  <a:pt x="1121616" y="746979"/>
                </a:lnTo>
                <a:lnTo>
                  <a:pt x="1102738" y="749008"/>
                </a:lnTo>
                <a:lnTo>
                  <a:pt x="1083859" y="751037"/>
                </a:lnTo>
                <a:lnTo>
                  <a:pt x="1064990" y="753075"/>
                </a:lnTo>
                <a:lnTo>
                  <a:pt x="1046112" y="755104"/>
                </a:lnTo>
                <a:lnTo>
                  <a:pt x="1027243" y="757133"/>
                </a:lnTo>
                <a:lnTo>
                  <a:pt x="1008364" y="759162"/>
                </a:lnTo>
                <a:lnTo>
                  <a:pt x="989495" y="761200"/>
                </a:lnTo>
                <a:lnTo>
                  <a:pt x="970617" y="763229"/>
                </a:lnTo>
                <a:lnTo>
                  <a:pt x="951748" y="765258"/>
                </a:lnTo>
                <a:lnTo>
                  <a:pt x="932869" y="767296"/>
                </a:lnTo>
                <a:lnTo>
                  <a:pt x="914000" y="769325"/>
                </a:lnTo>
                <a:lnTo>
                  <a:pt x="895121" y="771354"/>
                </a:lnTo>
                <a:lnTo>
                  <a:pt x="876252" y="773392"/>
                </a:lnTo>
                <a:lnTo>
                  <a:pt x="857374" y="775421"/>
                </a:lnTo>
                <a:lnTo>
                  <a:pt x="838505" y="777450"/>
                </a:lnTo>
                <a:lnTo>
                  <a:pt x="819626" y="779488"/>
                </a:lnTo>
                <a:lnTo>
                  <a:pt x="800757" y="781517"/>
                </a:lnTo>
                <a:lnTo>
                  <a:pt x="781879" y="783546"/>
                </a:lnTo>
                <a:lnTo>
                  <a:pt x="763010" y="785584"/>
                </a:lnTo>
                <a:lnTo>
                  <a:pt x="744131" y="787613"/>
                </a:lnTo>
                <a:lnTo>
                  <a:pt x="725262" y="789642"/>
                </a:lnTo>
                <a:lnTo>
                  <a:pt x="706384" y="791680"/>
                </a:lnTo>
                <a:lnTo>
                  <a:pt x="687515" y="793709"/>
                </a:lnTo>
                <a:lnTo>
                  <a:pt x="668636" y="795738"/>
                </a:lnTo>
                <a:lnTo>
                  <a:pt x="649767" y="797776"/>
                </a:lnTo>
                <a:lnTo>
                  <a:pt x="630888" y="799805"/>
                </a:lnTo>
                <a:lnTo>
                  <a:pt x="612019" y="801834"/>
                </a:lnTo>
                <a:lnTo>
                  <a:pt x="593141" y="803862"/>
                </a:lnTo>
                <a:lnTo>
                  <a:pt x="574272" y="805901"/>
                </a:lnTo>
                <a:lnTo>
                  <a:pt x="555393" y="807930"/>
                </a:lnTo>
                <a:lnTo>
                  <a:pt x="536524" y="809958"/>
                </a:lnTo>
                <a:lnTo>
                  <a:pt x="517646" y="811997"/>
                </a:lnTo>
                <a:lnTo>
                  <a:pt x="498777" y="814026"/>
                </a:lnTo>
                <a:lnTo>
                  <a:pt x="479898" y="816054"/>
                </a:lnTo>
                <a:lnTo>
                  <a:pt x="461020" y="818093"/>
                </a:lnTo>
                <a:lnTo>
                  <a:pt x="442151" y="820122"/>
                </a:lnTo>
                <a:lnTo>
                  <a:pt x="423272" y="822150"/>
                </a:lnTo>
                <a:lnTo>
                  <a:pt x="404403" y="824189"/>
                </a:lnTo>
                <a:lnTo>
                  <a:pt x="385524" y="826218"/>
                </a:lnTo>
                <a:lnTo>
                  <a:pt x="366655" y="828246"/>
                </a:lnTo>
                <a:lnTo>
                  <a:pt x="347777" y="830285"/>
                </a:lnTo>
                <a:lnTo>
                  <a:pt x="328908" y="832314"/>
                </a:lnTo>
                <a:lnTo>
                  <a:pt x="310029" y="834342"/>
                </a:lnTo>
                <a:lnTo>
                  <a:pt x="291160" y="836381"/>
                </a:lnTo>
                <a:lnTo>
                  <a:pt x="272282" y="838410"/>
                </a:lnTo>
                <a:lnTo>
                  <a:pt x="253413" y="840438"/>
                </a:lnTo>
                <a:lnTo>
                  <a:pt x="234534" y="842467"/>
                </a:lnTo>
                <a:lnTo>
                  <a:pt x="215665" y="844506"/>
                </a:lnTo>
                <a:lnTo>
                  <a:pt x="196787" y="846534"/>
                </a:lnTo>
                <a:lnTo>
                  <a:pt x="177917" y="848563"/>
                </a:lnTo>
                <a:lnTo>
                  <a:pt x="159039" y="850602"/>
                </a:lnTo>
                <a:lnTo>
                  <a:pt x="140170" y="852630"/>
                </a:lnTo>
                <a:lnTo>
                  <a:pt x="121291" y="854659"/>
                </a:lnTo>
                <a:lnTo>
                  <a:pt x="102422" y="856698"/>
                </a:lnTo>
                <a:lnTo>
                  <a:pt x="83544" y="858726"/>
                </a:lnTo>
                <a:lnTo>
                  <a:pt x="64675" y="860755"/>
                </a:lnTo>
                <a:lnTo>
                  <a:pt x="45796" y="862794"/>
                </a:lnTo>
                <a:lnTo>
                  <a:pt x="26927" y="864822"/>
                </a:lnTo>
                <a:lnTo>
                  <a:pt x="8049" y="866851"/>
                </a:lnTo>
                <a:lnTo>
                  <a:pt x="0" y="857945"/>
                </a:lnTo>
                <a:lnTo>
                  <a:pt x="1829" y="839048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6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8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8998"/>
                </a:lnTo>
                <a:lnTo>
                  <a:pt x="20145" y="650110"/>
                </a:lnTo>
                <a:lnTo>
                  <a:pt x="21984" y="631212"/>
                </a:lnTo>
                <a:lnTo>
                  <a:pt x="23813" y="612315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3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4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65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82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898"/>
                </a:lnTo>
                <a:lnTo>
                  <a:pt x="53121" y="310010"/>
                </a:lnTo>
                <a:lnTo>
                  <a:pt x="54950" y="291113"/>
                </a:lnTo>
                <a:lnTo>
                  <a:pt x="56779" y="27221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32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4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1E4C0719-AA76-4323-9DAE-6E075A2A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19822" y="2679287"/>
            <a:ext cx="1202922" cy="866861"/>
          </a:xfrm>
          <a:custGeom xmlns:a="http://schemas.openxmlformats.org/drawingml/2006/main">
            <a:pathLst>
              <a:path w="1202922" h="86686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25"/>
                </a:lnTo>
                <a:lnTo>
                  <a:pt x="392287" y="86497"/>
                </a:lnTo>
                <a:lnTo>
                  <a:pt x="411156" y="84468"/>
                </a:lnTo>
                <a:lnTo>
                  <a:pt x="430035" y="82429"/>
                </a:lnTo>
                <a:lnTo>
                  <a:pt x="448904" y="80401"/>
                </a:lnTo>
                <a:lnTo>
                  <a:pt x="467782" y="78362"/>
                </a:lnTo>
                <a:lnTo>
                  <a:pt x="486651" y="76333"/>
                </a:lnTo>
                <a:lnTo>
                  <a:pt x="505530" y="74295"/>
                </a:lnTo>
                <a:lnTo>
                  <a:pt x="524399" y="72266"/>
                </a:lnTo>
                <a:lnTo>
                  <a:pt x="543277" y="70228"/>
                </a:lnTo>
                <a:lnTo>
                  <a:pt x="562146" y="68199"/>
                </a:lnTo>
                <a:lnTo>
                  <a:pt x="581025" y="66161"/>
                </a:lnTo>
                <a:lnTo>
                  <a:pt x="599894" y="64132"/>
                </a:lnTo>
                <a:lnTo>
                  <a:pt x="618773" y="62093"/>
                </a:lnTo>
                <a:lnTo>
                  <a:pt x="637642" y="60065"/>
                </a:lnTo>
                <a:lnTo>
                  <a:pt x="656520" y="58026"/>
                </a:lnTo>
                <a:lnTo>
                  <a:pt x="675389" y="55997"/>
                </a:lnTo>
                <a:lnTo>
                  <a:pt x="694268" y="53959"/>
                </a:lnTo>
                <a:lnTo>
                  <a:pt x="713137" y="51930"/>
                </a:lnTo>
                <a:lnTo>
                  <a:pt x="732015" y="49892"/>
                </a:lnTo>
                <a:lnTo>
                  <a:pt x="750884" y="47863"/>
                </a:lnTo>
                <a:lnTo>
                  <a:pt x="769763" y="45825"/>
                </a:lnTo>
                <a:lnTo>
                  <a:pt x="788632" y="43796"/>
                </a:lnTo>
                <a:lnTo>
                  <a:pt x="807510" y="41758"/>
                </a:lnTo>
                <a:lnTo>
                  <a:pt x="826379" y="39729"/>
                </a:lnTo>
                <a:lnTo>
                  <a:pt x="845258" y="37690"/>
                </a:lnTo>
                <a:lnTo>
                  <a:pt x="864127" y="35662"/>
                </a:lnTo>
                <a:lnTo>
                  <a:pt x="883006" y="33623"/>
                </a:lnTo>
                <a:lnTo>
                  <a:pt x="901875" y="31594"/>
                </a:lnTo>
                <a:lnTo>
                  <a:pt x="920753" y="29556"/>
                </a:lnTo>
                <a:lnTo>
                  <a:pt x="939622" y="27527"/>
                </a:lnTo>
                <a:lnTo>
                  <a:pt x="958501" y="25489"/>
                </a:lnTo>
                <a:lnTo>
                  <a:pt x="977370" y="23460"/>
                </a:lnTo>
                <a:lnTo>
                  <a:pt x="996248" y="21422"/>
                </a:lnTo>
                <a:lnTo>
                  <a:pt x="1015117" y="19393"/>
                </a:lnTo>
                <a:lnTo>
                  <a:pt x="1033996" y="17355"/>
                </a:lnTo>
                <a:lnTo>
                  <a:pt x="1052865" y="15326"/>
                </a:lnTo>
                <a:lnTo>
                  <a:pt x="1071734" y="13287"/>
                </a:lnTo>
                <a:lnTo>
                  <a:pt x="1090613" y="11259"/>
                </a:lnTo>
                <a:lnTo>
                  <a:pt x="1109491" y="9220"/>
                </a:lnTo>
                <a:lnTo>
                  <a:pt x="1128360" y="7191"/>
                </a:lnTo>
                <a:lnTo>
                  <a:pt x="1147229" y="5153"/>
                </a:lnTo>
                <a:lnTo>
                  <a:pt x="1166108" y="3124"/>
                </a:lnTo>
                <a:lnTo>
                  <a:pt x="1184977" y="1086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86"/>
                </a:lnTo>
                <a:lnTo>
                  <a:pt x="1197435" y="56683"/>
                </a:lnTo>
                <a:lnTo>
                  <a:pt x="1195607" y="75581"/>
                </a:lnTo>
                <a:lnTo>
                  <a:pt x="1193778" y="94469"/>
                </a:lnTo>
                <a:lnTo>
                  <a:pt x="1191939" y="113367"/>
                </a:lnTo>
                <a:lnTo>
                  <a:pt x="1190111" y="132264"/>
                </a:lnTo>
                <a:lnTo>
                  <a:pt x="1188282" y="151152"/>
                </a:lnTo>
                <a:lnTo>
                  <a:pt x="1186453" y="170050"/>
                </a:lnTo>
                <a:lnTo>
                  <a:pt x="1184624" y="188947"/>
                </a:lnTo>
                <a:lnTo>
                  <a:pt x="1182795" y="207845"/>
                </a:lnTo>
                <a:lnTo>
                  <a:pt x="1180967" y="226733"/>
                </a:lnTo>
                <a:lnTo>
                  <a:pt x="1179138" y="245631"/>
                </a:lnTo>
                <a:lnTo>
                  <a:pt x="1177309" y="264528"/>
                </a:lnTo>
                <a:lnTo>
                  <a:pt x="1175480" y="283416"/>
                </a:lnTo>
                <a:lnTo>
                  <a:pt x="1173651" y="302314"/>
                </a:lnTo>
                <a:lnTo>
                  <a:pt x="1171823" y="321212"/>
                </a:lnTo>
                <a:lnTo>
                  <a:pt x="1169994" y="340100"/>
                </a:lnTo>
                <a:lnTo>
                  <a:pt x="1168165" y="358997"/>
                </a:lnTo>
                <a:lnTo>
                  <a:pt x="1166336" y="377895"/>
                </a:lnTo>
                <a:lnTo>
                  <a:pt x="1164507" y="396783"/>
                </a:lnTo>
                <a:lnTo>
                  <a:pt x="1162679" y="415681"/>
                </a:lnTo>
                <a:lnTo>
                  <a:pt x="1160850" y="434578"/>
                </a:lnTo>
                <a:lnTo>
                  <a:pt x="1159021" y="453466"/>
                </a:lnTo>
                <a:lnTo>
                  <a:pt x="1157192" y="472364"/>
                </a:lnTo>
                <a:lnTo>
                  <a:pt x="1155354" y="491261"/>
                </a:lnTo>
                <a:lnTo>
                  <a:pt x="1153525" y="510149"/>
                </a:lnTo>
                <a:lnTo>
                  <a:pt x="1151696" y="529047"/>
                </a:lnTo>
                <a:lnTo>
                  <a:pt x="1149868" y="547945"/>
                </a:lnTo>
                <a:lnTo>
                  <a:pt x="1148039" y="566842"/>
                </a:lnTo>
                <a:lnTo>
                  <a:pt x="1146210" y="585730"/>
                </a:lnTo>
                <a:lnTo>
                  <a:pt x="1144381" y="604628"/>
                </a:lnTo>
                <a:lnTo>
                  <a:pt x="1142552" y="623526"/>
                </a:lnTo>
                <a:lnTo>
                  <a:pt x="1140724" y="642414"/>
                </a:lnTo>
                <a:lnTo>
                  <a:pt x="1138895" y="661311"/>
                </a:lnTo>
                <a:lnTo>
                  <a:pt x="1137066" y="680209"/>
                </a:lnTo>
                <a:lnTo>
                  <a:pt x="1135237" y="699097"/>
                </a:lnTo>
                <a:lnTo>
                  <a:pt x="1133408" y="717995"/>
                </a:lnTo>
                <a:lnTo>
                  <a:pt x="1131580" y="736892"/>
                </a:lnTo>
                <a:lnTo>
                  <a:pt x="1121693" y="747808"/>
                </a:lnTo>
                <a:lnTo>
                  <a:pt x="1102824" y="749827"/>
                </a:lnTo>
                <a:lnTo>
                  <a:pt x="1083945" y="751846"/>
                </a:lnTo>
                <a:lnTo>
                  <a:pt x="1065066" y="753866"/>
                </a:lnTo>
                <a:lnTo>
                  <a:pt x="1046197" y="755885"/>
                </a:lnTo>
                <a:lnTo>
                  <a:pt x="1027319" y="757904"/>
                </a:lnTo>
                <a:lnTo>
                  <a:pt x="1008440" y="759924"/>
                </a:lnTo>
                <a:lnTo>
                  <a:pt x="989571" y="761933"/>
                </a:lnTo>
                <a:lnTo>
                  <a:pt x="970693" y="763953"/>
                </a:lnTo>
                <a:lnTo>
                  <a:pt x="951814" y="765972"/>
                </a:lnTo>
                <a:lnTo>
                  <a:pt x="932945" y="767991"/>
                </a:lnTo>
                <a:lnTo>
                  <a:pt x="914067" y="770011"/>
                </a:lnTo>
                <a:lnTo>
                  <a:pt x="895188" y="772030"/>
                </a:lnTo>
                <a:lnTo>
                  <a:pt x="876319" y="774040"/>
                </a:lnTo>
                <a:lnTo>
                  <a:pt x="857441" y="776059"/>
                </a:lnTo>
                <a:lnTo>
                  <a:pt x="838562" y="778078"/>
                </a:lnTo>
                <a:lnTo>
                  <a:pt x="819693" y="780098"/>
                </a:lnTo>
                <a:lnTo>
                  <a:pt x="800814" y="782117"/>
                </a:lnTo>
                <a:lnTo>
                  <a:pt x="781936" y="784136"/>
                </a:lnTo>
                <a:lnTo>
                  <a:pt x="763067" y="786155"/>
                </a:lnTo>
                <a:lnTo>
                  <a:pt x="744188" y="788165"/>
                </a:lnTo>
                <a:lnTo>
                  <a:pt x="725310" y="790184"/>
                </a:lnTo>
                <a:lnTo>
                  <a:pt x="706441" y="792204"/>
                </a:lnTo>
                <a:lnTo>
                  <a:pt x="687562" y="794223"/>
                </a:lnTo>
                <a:lnTo>
                  <a:pt x="668684" y="796242"/>
                </a:lnTo>
                <a:lnTo>
                  <a:pt x="649815" y="798262"/>
                </a:lnTo>
                <a:lnTo>
                  <a:pt x="630936" y="800271"/>
                </a:lnTo>
                <a:lnTo>
                  <a:pt x="612057" y="802291"/>
                </a:lnTo>
                <a:lnTo>
                  <a:pt x="593188" y="804310"/>
                </a:lnTo>
                <a:lnTo>
                  <a:pt x="574310" y="806329"/>
                </a:lnTo>
                <a:lnTo>
                  <a:pt x="555431" y="808349"/>
                </a:lnTo>
                <a:lnTo>
                  <a:pt x="536562" y="810368"/>
                </a:lnTo>
                <a:lnTo>
                  <a:pt x="517684" y="812378"/>
                </a:lnTo>
                <a:lnTo>
                  <a:pt x="498805" y="814397"/>
                </a:lnTo>
                <a:lnTo>
                  <a:pt x="479936" y="816416"/>
                </a:lnTo>
                <a:lnTo>
                  <a:pt x="461058" y="818436"/>
                </a:lnTo>
                <a:lnTo>
                  <a:pt x="442179" y="820455"/>
                </a:lnTo>
                <a:lnTo>
                  <a:pt x="423310" y="822474"/>
                </a:lnTo>
                <a:lnTo>
                  <a:pt x="404432" y="824494"/>
                </a:lnTo>
                <a:lnTo>
                  <a:pt x="385553" y="826503"/>
                </a:lnTo>
                <a:lnTo>
                  <a:pt x="366684" y="828523"/>
                </a:lnTo>
                <a:lnTo>
                  <a:pt x="347805" y="830542"/>
                </a:lnTo>
                <a:lnTo>
                  <a:pt x="328927" y="832561"/>
                </a:lnTo>
                <a:lnTo>
                  <a:pt x="310058" y="834581"/>
                </a:lnTo>
                <a:lnTo>
                  <a:pt x="291179" y="836600"/>
                </a:lnTo>
                <a:lnTo>
                  <a:pt x="272301" y="838610"/>
                </a:lnTo>
                <a:lnTo>
                  <a:pt x="253432" y="840629"/>
                </a:lnTo>
                <a:lnTo>
                  <a:pt x="234553" y="842648"/>
                </a:lnTo>
                <a:lnTo>
                  <a:pt x="215675" y="844667"/>
                </a:lnTo>
                <a:lnTo>
                  <a:pt x="196806" y="846687"/>
                </a:lnTo>
                <a:lnTo>
                  <a:pt x="177927" y="848706"/>
                </a:lnTo>
                <a:lnTo>
                  <a:pt x="159048" y="850725"/>
                </a:lnTo>
                <a:lnTo>
                  <a:pt x="140179" y="852735"/>
                </a:lnTo>
                <a:lnTo>
                  <a:pt x="121301" y="854754"/>
                </a:lnTo>
                <a:lnTo>
                  <a:pt x="102422" y="856774"/>
                </a:lnTo>
                <a:lnTo>
                  <a:pt x="83553" y="858793"/>
                </a:lnTo>
                <a:lnTo>
                  <a:pt x="64675" y="860812"/>
                </a:lnTo>
                <a:lnTo>
                  <a:pt x="45796" y="862832"/>
                </a:lnTo>
                <a:lnTo>
                  <a:pt x="26927" y="864841"/>
                </a:lnTo>
                <a:lnTo>
                  <a:pt x="8049" y="866861"/>
                </a:lnTo>
                <a:lnTo>
                  <a:pt x="0" y="857945"/>
                </a:lnTo>
                <a:lnTo>
                  <a:pt x="1829" y="839057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7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9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9007"/>
                </a:lnTo>
                <a:lnTo>
                  <a:pt x="20145" y="650110"/>
                </a:lnTo>
                <a:lnTo>
                  <a:pt x="21984" y="631212"/>
                </a:lnTo>
                <a:lnTo>
                  <a:pt x="23813" y="612324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4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5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74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91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908"/>
                </a:lnTo>
                <a:lnTo>
                  <a:pt x="53121" y="310010"/>
                </a:lnTo>
                <a:lnTo>
                  <a:pt x="54950" y="291113"/>
                </a:lnTo>
                <a:lnTo>
                  <a:pt x="56779" y="27222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41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5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3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97499787-AC1A-40C4-BCC7-D7F7586C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2733" y="4388691"/>
            <a:ext cx="402908" cy="513826"/>
          </a:xfrm>
          <a:custGeom xmlns:a="http://schemas.openxmlformats.org/drawingml/2006/main">
            <a:pathLst>
              <a:path w="402908" h="513826">
                <a:moveTo>
                  <a:pt x="0" y="513826"/>
                </a:moveTo>
                <a:lnTo>
                  <a:pt x="0" y="494995"/>
                </a:lnTo>
                <a:lnTo>
                  <a:pt x="0" y="476164"/>
                </a:lnTo>
                <a:lnTo>
                  <a:pt x="0" y="457333"/>
                </a:lnTo>
                <a:lnTo>
                  <a:pt x="0" y="438493"/>
                </a:lnTo>
                <a:lnTo>
                  <a:pt x="0" y="419662"/>
                </a:lnTo>
                <a:lnTo>
                  <a:pt x="0" y="400831"/>
                </a:lnTo>
                <a:lnTo>
                  <a:pt x="0" y="382000"/>
                </a:lnTo>
                <a:lnTo>
                  <a:pt x="0" y="363169"/>
                </a:lnTo>
                <a:lnTo>
                  <a:pt x="0" y="344338"/>
                </a:lnTo>
                <a:lnTo>
                  <a:pt x="0" y="325498"/>
                </a:lnTo>
                <a:lnTo>
                  <a:pt x="0" y="306667"/>
                </a:lnTo>
                <a:lnTo>
                  <a:pt x="0" y="287836"/>
                </a:lnTo>
                <a:lnTo>
                  <a:pt x="0" y="269005"/>
                </a:lnTo>
                <a:lnTo>
                  <a:pt x="0" y="250174"/>
                </a:lnTo>
                <a:lnTo>
                  <a:pt x="0" y="231343"/>
                </a:lnTo>
                <a:lnTo>
                  <a:pt x="0" y="212503"/>
                </a:lnTo>
                <a:lnTo>
                  <a:pt x="0" y="193672"/>
                </a:lnTo>
                <a:lnTo>
                  <a:pt x="0" y="174841"/>
                </a:lnTo>
                <a:lnTo>
                  <a:pt x="0" y="156010"/>
                </a:lnTo>
                <a:lnTo>
                  <a:pt x="0" y="137179"/>
                </a:lnTo>
                <a:lnTo>
                  <a:pt x="10154" y="125730"/>
                </a:lnTo>
                <a:lnTo>
                  <a:pt x="28070" y="119929"/>
                </a:lnTo>
                <a:lnTo>
                  <a:pt x="45987" y="114119"/>
                </a:lnTo>
                <a:lnTo>
                  <a:pt x="63903" y="108318"/>
                </a:lnTo>
                <a:lnTo>
                  <a:pt x="81820" y="102518"/>
                </a:lnTo>
                <a:lnTo>
                  <a:pt x="99736" y="96717"/>
                </a:lnTo>
                <a:lnTo>
                  <a:pt x="117653" y="90916"/>
                </a:lnTo>
                <a:lnTo>
                  <a:pt x="135569" y="85106"/>
                </a:lnTo>
                <a:lnTo>
                  <a:pt x="153486" y="79305"/>
                </a:lnTo>
                <a:lnTo>
                  <a:pt x="171402" y="73504"/>
                </a:lnTo>
                <a:lnTo>
                  <a:pt x="189319" y="67704"/>
                </a:lnTo>
                <a:lnTo>
                  <a:pt x="207235" y="61903"/>
                </a:lnTo>
                <a:lnTo>
                  <a:pt x="225152" y="56093"/>
                </a:lnTo>
                <a:lnTo>
                  <a:pt x="243068" y="50292"/>
                </a:lnTo>
                <a:lnTo>
                  <a:pt x="260985" y="44491"/>
                </a:lnTo>
                <a:lnTo>
                  <a:pt x="278902" y="38691"/>
                </a:lnTo>
                <a:lnTo>
                  <a:pt x="296818" y="32890"/>
                </a:lnTo>
                <a:lnTo>
                  <a:pt x="314735" y="27080"/>
                </a:lnTo>
                <a:lnTo>
                  <a:pt x="332651" y="21279"/>
                </a:lnTo>
                <a:lnTo>
                  <a:pt x="350568" y="15478"/>
                </a:lnTo>
                <a:lnTo>
                  <a:pt x="368484" y="9677"/>
                </a:lnTo>
                <a:lnTo>
                  <a:pt x="386391" y="3867"/>
                </a:lnTo>
                <a:lnTo>
                  <a:pt x="402908" y="0"/>
                </a:lnTo>
                <a:lnTo>
                  <a:pt x="402908" y="18831"/>
                </a:lnTo>
                <a:lnTo>
                  <a:pt x="402908" y="37662"/>
                </a:lnTo>
                <a:lnTo>
                  <a:pt x="402908" y="56502"/>
                </a:lnTo>
                <a:lnTo>
                  <a:pt x="402908" y="75333"/>
                </a:lnTo>
                <a:lnTo>
                  <a:pt x="402908" y="94164"/>
                </a:lnTo>
                <a:lnTo>
                  <a:pt x="402908" y="112995"/>
                </a:lnTo>
                <a:lnTo>
                  <a:pt x="402908" y="131826"/>
                </a:lnTo>
                <a:lnTo>
                  <a:pt x="402908" y="150657"/>
                </a:lnTo>
                <a:lnTo>
                  <a:pt x="402908" y="169497"/>
                </a:lnTo>
                <a:lnTo>
                  <a:pt x="402908" y="188328"/>
                </a:lnTo>
                <a:lnTo>
                  <a:pt x="402908" y="207159"/>
                </a:lnTo>
                <a:lnTo>
                  <a:pt x="402908" y="225990"/>
                </a:lnTo>
                <a:lnTo>
                  <a:pt x="402908" y="244821"/>
                </a:lnTo>
                <a:lnTo>
                  <a:pt x="402908" y="263652"/>
                </a:lnTo>
                <a:lnTo>
                  <a:pt x="402908" y="282492"/>
                </a:lnTo>
                <a:lnTo>
                  <a:pt x="402908" y="301323"/>
                </a:lnTo>
                <a:lnTo>
                  <a:pt x="402908" y="320154"/>
                </a:lnTo>
                <a:lnTo>
                  <a:pt x="402908" y="338985"/>
                </a:lnTo>
                <a:lnTo>
                  <a:pt x="402908" y="357816"/>
                </a:lnTo>
                <a:lnTo>
                  <a:pt x="386915" y="365646"/>
                </a:lnTo>
                <a:lnTo>
                  <a:pt x="369322" y="372380"/>
                </a:lnTo>
                <a:lnTo>
                  <a:pt x="351739" y="379114"/>
                </a:lnTo>
                <a:lnTo>
                  <a:pt x="334147" y="385858"/>
                </a:lnTo>
                <a:lnTo>
                  <a:pt x="316563" y="392592"/>
                </a:lnTo>
                <a:lnTo>
                  <a:pt x="298980" y="399326"/>
                </a:lnTo>
                <a:lnTo>
                  <a:pt x="281388" y="406060"/>
                </a:lnTo>
                <a:lnTo>
                  <a:pt x="263804" y="412794"/>
                </a:lnTo>
                <a:lnTo>
                  <a:pt x="246212" y="419529"/>
                </a:lnTo>
                <a:lnTo>
                  <a:pt x="228629" y="426263"/>
                </a:lnTo>
                <a:lnTo>
                  <a:pt x="211045" y="433007"/>
                </a:lnTo>
                <a:lnTo>
                  <a:pt x="193453" y="439741"/>
                </a:lnTo>
                <a:lnTo>
                  <a:pt x="175870" y="446475"/>
                </a:lnTo>
                <a:lnTo>
                  <a:pt x="158286" y="453209"/>
                </a:lnTo>
                <a:lnTo>
                  <a:pt x="140694" y="459943"/>
                </a:lnTo>
                <a:lnTo>
                  <a:pt x="123111" y="466677"/>
                </a:lnTo>
                <a:lnTo>
                  <a:pt x="105518" y="473412"/>
                </a:lnTo>
                <a:lnTo>
                  <a:pt x="87935" y="480146"/>
                </a:lnTo>
                <a:lnTo>
                  <a:pt x="70352" y="486889"/>
                </a:lnTo>
                <a:lnTo>
                  <a:pt x="52759" y="493624"/>
                </a:lnTo>
                <a:lnTo>
                  <a:pt x="35176" y="500358"/>
                </a:lnTo>
                <a:lnTo>
                  <a:pt x="17583" y="507092"/>
                </a:lnTo>
                <a:lnTo>
                  <a:pt x="0" y="513826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4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5B569BC8-1006-4C41-B0C9-9309C72E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2065" y="4748213"/>
            <a:ext cx="1931156" cy="154305"/>
          </a:xfrm>
          <a:custGeom xmlns:a="http://schemas.openxmlformats.org/drawingml/2006/main">
            <a:pathLst>
              <a:path w="1931156" h="154305">
                <a:moveTo>
                  <a:pt x="0" y="154305"/>
                </a:moveTo>
                <a:lnTo>
                  <a:pt x="19021" y="154305"/>
                </a:lnTo>
                <a:lnTo>
                  <a:pt x="38052" y="154305"/>
                </a:lnTo>
                <a:lnTo>
                  <a:pt x="57074" y="154305"/>
                </a:lnTo>
                <a:lnTo>
                  <a:pt x="76095" y="154305"/>
                </a:lnTo>
                <a:lnTo>
                  <a:pt x="95126" y="154305"/>
                </a:lnTo>
                <a:lnTo>
                  <a:pt x="114148" y="154305"/>
                </a:lnTo>
                <a:lnTo>
                  <a:pt x="133169" y="154305"/>
                </a:lnTo>
                <a:lnTo>
                  <a:pt x="152200" y="154305"/>
                </a:lnTo>
                <a:lnTo>
                  <a:pt x="171221" y="154305"/>
                </a:lnTo>
                <a:lnTo>
                  <a:pt x="190243" y="154305"/>
                </a:lnTo>
                <a:lnTo>
                  <a:pt x="209264" y="154305"/>
                </a:lnTo>
                <a:lnTo>
                  <a:pt x="228295" y="154305"/>
                </a:lnTo>
                <a:lnTo>
                  <a:pt x="247317" y="154305"/>
                </a:lnTo>
                <a:lnTo>
                  <a:pt x="266338" y="154305"/>
                </a:lnTo>
                <a:lnTo>
                  <a:pt x="285369" y="154305"/>
                </a:lnTo>
                <a:lnTo>
                  <a:pt x="304390" y="154305"/>
                </a:lnTo>
                <a:lnTo>
                  <a:pt x="323412" y="154305"/>
                </a:lnTo>
                <a:lnTo>
                  <a:pt x="342443" y="154305"/>
                </a:lnTo>
                <a:lnTo>
                  <a:pt x="361464" y="154305"/>
                </a:lnTo>
                <a:lnTo>
                  <a:pt x="380486" y="154305"/>
                </a:lnTo>
                <a:lnTo>
                  <a:pt x="399517" y="154305"/>
                </a:lnTo>
                <a:lnTo>
                  <a:pt x="418538" y="154305"/>
                </a:lnTo>
                <a:lnTo>
                  <a:pt x="437559" y="154305"/>
                </a:lnTo>
                <a:lnTo>
                  <a:pt x="456590" y="154305"/>
                </a:lnTo>
                <a:lnTo>
                  <a:pt x="475612" y="154305"/>
                </a:lnTo>
                <a:lnTo>
                  <a:pt x="494633" y="154305"/>
                </a:lnTo>
                <a:lnTo>
                  <a:pt x="513664" y="154305"/>
                </a:lnTo>
                <a:lnTo>
                  <a:pt x="532686" y="154305"/>
                </a:lnTo>
                <a:lnTo>
                  <a:pt x="551707" y="154305"/>
                </a:lnTo>
                <a:lnTo>
                  <a:pt x="570738" y="154305"/>
                </a:lnTo>
                <a:lnTo>
                  <a:pt x="589759" y="154305"/>
                </a:lnTo>
                <a:lnTo>
                  <a:pt x="608781" y="154305"/>
                </a:lnTo>
                <a:lnTo>
                  <a:pt x="627812" y="154305"/>
                </a:lnTo>
                <a:lnTo>
                  <a:pt x="646833" y="154305"/>
                </a:lnTo>
                <a:lnTo>
                  <a:pt x="665855" y="154305"/>
                </a:lnTo>
                <a:lnTo>
                  <a:pt x="684876" y="154305"/>
                </a:lnTo>
                <a:lnTo>
                  <a:pt x="703907" y="154305"/>
                </a:lnTo>
                <a:lnTo>
                  <a:pt x="722928" y="154305"/>
                </a:lnTo>
                <a:lnTo>
                  <a:pt x="741950" y="154305"/>
                </a:lnTo>
                <a:lnTo>
                  <a:pt x="760981" y="154305"/>
                </a:lnTo>
                <a:lnTo>
                  <a:pt x="780002" y="154305"/>
                </a:lnTo>
                <a:lnTo>
                  <a:pt x="799024" y="154305"/>
                </a:lnTo>
                <a:lnTo>
                  <a:pt x="818055" y="154305"/>
                </a:lnTo>
                <a:lnTo>
                  <a:pt x="837076" y="154305"/>
                </a:lnTo>
                <a:lnTo>
                  <a:pt x="856097" y="154305"/>
                </a:lnTo>
                <a:lnTo>
                  <a:pt x="875128" y="154305"/>
                </a:lnTo>
                <a:lnTo>
                  <a:pt x="894150" y="154305"/>
                </a:lnTo>
                <a:lnTo>
                  <a:pt x="913171" y="154305"/>
                </a:lnTo>
                <a:lnTo>
                  <a:pt x="932202" y="154305"/>
                </a:lnTo>
                <a:lnTo>
                  <a:pt x="951224" y="154305"/>
                </a:lnTo>
                <a:lnTo>
                  <a:pt x="970245" y="154305"/>
                </a:lnTo>
                <a:lnTo>
                  <a:pt x="989276" y="154305"/>
                </a:lnTo>
                <a:lnTo>
                  <a:pt x="1008297" y="154305"/>
                </a:lnTo>
                <a:lnTo>
                  <a:pt x="1027319" y="154305"/>
                </a:lnTo>
                <a:lnTo>
                  <a:pt x="1046350" y="154305"/>
                </a:lnTo>
                <a:lnTo>
                  <a:pt x="1065371" y="154305"/>
                </a:lnTo>
                <a:lnTo>
                  <a:pt x="1084393" y="154305"/>
                </a:lnTo>
                <a:lnTo>
                  <a:pt x="1103414" y="154305"/>
                </a:lnTo>
                <a:lnTo>
                  <a:pt x="1122445" y="154305"/>
                </a:lnTo>
                <a:lnTo>
                  <a:pt x="1141466" y="154305"/>
                </a:lnTo>
                <a:lnTo>
                  <a:pt x="1160488" y="154305"/>
                </a:lnTo>
                <a:lnTo>
                  <a:pt x="1179519" y="154305"/>
                </a:lnTo>
                <a:lnTo>
                  <a:pt x="1198540" y="154305"/>
                </a:lnTo>
                <a:lnTo>
                  <a:pt x="1217562" y="154305"/>
                </a:lnTo>
                <a:lnTo>
                  <a:pt x="1236593" y="154305"/>
                </a:lnTo>
                <a:lnTo>
                  <a:pt x="1255614" y="154305"/>
                </a:lnTo>
                <a:lnTo>
                  <a:pt x="1274636" y="154305"/>
                </a:lnTo>
                <a:lnTo>
                  <a:pt x="1293666" y="154305"/>
                </a:lnTo>
                <a:lnTo>
                  <a:pt x="1312688" y="154305"/>
                </a:lnTo>
                <a:lnTo>
                  <a:pt x="1331709" y="154305"/>
                </a:lnTo>
                <a:lnTo>
                  <a:pt x="1350740" y="154305"/>
                </a:lnTo>
                <a:lnTo>
                  <a:pt x="1369762" y="154305"/>
                </a:lnTo>
                <a:lnTo>
                  <a:pt x="1388783" y="154305"/>
                </a:lnTo>
                <a:lnTo>
                  <a:pt x="1407814" y="154305"/>
                </a:lnTo>
                <a:lnTo>
                  <a:pt x="1426835" y="154305"/>
                </a:lnTo>
                <a:lnTo>
                  <a:pt x="1445857" y="154305"/>
                </a:lnTo>
                <a:lnTo>
                  <a:pt x="1464878" y="154305"/>
                </a:lnTo>
                <a:lnTo>
                  <a:pt x="1483909" y="154305"/>
                </a:lnTo>
                <a:lnTo>
                  <a:pt x="1502931" y="154305"/>
                </a:lnTo>
                <a:lnTo>
                  <a:pt x="1521952" y="154305"/>
                </a:lnTo>
                <a:lnTo>
                  <a:pt x="1540297" y="150619"/>
                </a:lnTo>
                <a:lnTo>
                  <a:pt x="1558061" y="143808"/>
                </a:lnTo>
                <a:lnTo>
                  <a:pt x="1575835" y="137008"/>
                </a:lnTo>
                <a:lnTo>
                  <a:pt x="1593599" y="130207"/>
                </a:lnTo>
                <a:lnTo>
                  <a:pt x="1611363" y="123396"/>
                </a:lnTo>
                <a:lnTo>
                  <a:pt x="1629127" y="116596"/>
                </a:lnTo>
                <a:lnTo>
                  <a:pt x="1646892" y="109795"/>
                </a:lnTo>
                <a:lnTo>
                  <a:pt x="1664665" y="102984"/>
                </a:lnTo>
                <a:lnTo>
                  <a:pt x="1682429" y="96183"/>
                </a:lnTo>
                <a:lnTo>
                  <a:pt x="1700193" y="89383"/>
                </a:lnTo>
                <a:lnTo>
                  <a:pt x="1717958" y="82572"/>
                </a:lnTo>
                <a:lnTo>
                  <a:pt x="1735722" y="75771"/>
                </a:lnTo>
                <a:lnTo>
                  <a:pt x="1753495" y="68971"/>
                </a:lnTo>
                <a:lnTo>
                  <a:pt x="1771259" y="62160"/>
                </a:lnTo>
                <a:lnTo>
                  <a:pt x="1789024" y="55359"/>
                </a:lnTo>
                <a:lnTo>
                  <a:pt x="1806788" y="48558"/>
                </a:lnTo>
                <a:lnTo>
                  <a:pt x="1824552" y="41748"/>
                </a:lnTo>
                <a:lnTo>
                  <a:pt x="1842325" y="34947"/>
                </a:lnTo>
                <a:lnTo>
                  <a:pt x="1860090" y="28146"/>
                </a:lnTo>
                <a:lnTo>
                  <a:pt x="1877854" y="21336"/>
                </a:lnTo>
                <a:lnTo>
                  <a:pt x="1895618" y="14535"/>
                </a:lnTo>
                <a:lnTo>
                  <a:pt x="1913392" y="7734"/>
                </a:lnTo>
                <a:lnTo>
                  <a:pt x="1931156" y="924"/>
                </a:lnTo>
                <a:lnTo>
                  <a:pt x="1917144" y="0"/>
                </a:lnTo>
                <a:lnTo>
                  <a:pt x="1898123" y="0"/>
                </a:lnTo>
                <a:lnTo>
                  <a:pt x="1879092" y="0"/>
                </a:lnTo>
                <a:lnTo>
                  <a:pt x="1860071" y="0"/>
                </a:lnTo>
                <a:lnTo>
                  <a:pt x="1841049" y="0"/>
                </a:lnTo>
                <a:lnTo>
                  <a:pt x="1822018" y="0"/>
                </a:lnTo>
                <a:lnTo>
                  <a:pt x="1802997" y="0"/>
                </a:lnTo>
                <a:lnTo>
                  <a:pt x="1783975" y="0"/>
                </a:lnTo>
                <a:lnTo>
                  <a:pt x="1764944" y="0"/>
                </a:lnTo>
                <a:lnTo>
                  <a:pt x="1745923" y="0"/>
                </a:lnTo>
                <a:lnTo>
                  <a:pt x="1726902" y="0"/>
                </a:lnTo>
                <a:lnTo>
                  <a:pt x="1707871" y="0"/>
                </a:lnTo>
                <a:lnTo>
                  <a:pt x="1688849" y="0"/>
                </a:lnTo>
                <a:lnTo>
                  <a:pt x="1669828" y="0"/>
                </a:lnTo>
                <a:lnTo>
                  <a:pt x="1650797" y="0"/>
                </a:lnTo>
                <a:lnTo>
                  <a:pt x="1631775" y="0"/>
                </a:lnTo>
                <a:lnTo>
                  <a:pt x="1612754" y="0"/>
                </a:lnTo>
                <a:lnTo>
                  <a:pt x="1593733" y="0"/>
                </a:lnTo>
                <a:lnTo>
                  <a:pt x="1574702" y="0"/>
                </a:lnTo>
                <a:lnTo>
                  <a:pt x="1555680" y="0"/>
                </a:lnTo>
                <a:lnTo>
                  <a:pt x="1536659" y="0"/>
                </a:lnTo>
                <a:lnTo>
                  <a:pt x="1517628" y="0"/>
                </a:lnTo>
                <a:lnTo>
                  <a:pt x="1498606" y="0"/>
                </a:lnTo>
                <a:lnTo>
                  <a:pt x="1479585" y="0"/>
                </a:lnTo>
                <a:lnTo>
                  <a:pt x="1460554" y="0"/>
                </a:lnTo>
                <a:lnTo>
                  <a:pt x="1441533" y="0"/>
                </a:lnTo>
                <a:lnTo>
                  <a:pt x="1422511" y="0"/>
                </a:lnTo>
                <a:lnTo>
                  <a:pt x="1403480" y="0"/>
                </a:lnTo>
                <a:lnTo>
                  <a:pt x="1384459" y="0"/>
                </a:lnTo>
                <a:lnTo>
                  <a:pt x="1365437" y="0"/>
                </a:lnTo>
                <a:lnTo>
                  <a:pt x="1346406" y="0"/>
                </a:lnTo>
                <a:lnTo>
                  <a:pt x="1327385" y="0"/>
                </a:lnTo>
                <a:lnTo>
                  <a:pt x="1308364" y="0"/>
                </a:lnTo>
                <a:lnTo>
                  <a:pt x="1289333" y="0"/>
                </a:lnTo>
                <a:lnTo>
                  <a:pt x="1270311" y="0"/>
                </a:lnTo>
                <a:lnTo>
                  <a:pt x="1251290" y="0"/>
                </a:lnTo>
                <a:lnTo>
                  <a:pt x="1232259" y="0"/>
                </a:lnTo>
                <a:lnTo>
                  <a:pt x="1213237" y="0"/>
                </a:lnTo>
                <a:lnTo>
                  <a:pt x="1194216" y="0"/>
                </a:lnTo>
                <a:lnTo>
                  <a:pt x="1175195" y="0"/>
                </a:lnTo>
                <a:lnTo>
                  <a:pt x="1156164" y="0"/>
                </a:lnTo>
                <a:lnTo>
                  <a:pt x="1137142" y="0"/>
                </a:lnTo>
                <a:lnTo>
                  <a:pt x="1118121" y="0"/>
                </a:lnTo>
                <a:lnTo>
                  <a:pt x="1099090" y="0"/>
                </a:lnTo>
                <a:lnTo>
                  <a:pt x="1080068" y="0"/>
                </a:lnTo>
                <a:lnTo>
                  <a:pt x="1061047" y="0"/>
                </a:lnTo>
                <a:lnTo>
                  <a:pt x="1042016" y="0"/>
                </a:lnTo>
                <a:lnTo>
                  <a:pt x="1022995" y="0"/>
                </a:lnTo>
                <a:lnTo>
                  <a:pt x="1003973" y="0"/>
                </a:lnTo>
                <a:lnTo>
                  <a:pt x="984942" y="0"/>
                </a:lnTo>
                <a:lnTo>
                  <a:pt x="965921" y="0"/>
                </a:lnTo>
                <a:lnTo>
                  <a:pt x="946899" y="0"/>
                </a:lnTo>
                <a:lnTo>
                  <a:pt x="927868" y="0"/>
                </a:lnTo>
                <a:lnTo>
                  <a:pt x="908847" y="0"/>
                </a:lnTo>
                <a:lnTo>
                  <a:pt x="889826" y="0"/>
                </a:lnTo>
                <a:lnTo>
                  <a:pt x="870795" y="0"/>
                </a:lnTo>
                <a:lnTo>
                  <a:pt x="851773" y="0"/>
                </a:lnTo>
                <a:lnTo>
                  <a:pt x="832752" y="0"/>
                </a:lnTo>
                <a:lnTo>
                  <a:pt x="813721" y="0"/>
                </a:lnTo>
                <a:lnTo>
                  <a:pt x="794699" y="0"/>
                </a:lnTo>
                <a:lnTo>
                  <a:pt x="775678" y="0"/>
                </a:lnTo>
                <a:lnTo>
                  <a:pt x="756656" y="0"/>
                </a:lnTo>
                <a:lnTo>
                  <a:pt x="737626" y="0"/>
                </a:lnTo>
                <a:lnTo>
                  <a:pt x="718604" y="0"/>
                </a:lnTo>
                <a:lnTo>
                  <a:pt x="699583" y="0"/>
                </a:lnTo>
                <a:lnTo>
                  <a:pt x="680552" y="0"/>
                </a:lnTo>
                <a:lnTo>
                  <a:pt x="661530" y="0"/>
                </a:lnTo>
                <a:lnTo>
                  <a:pt x="642509" y="0"/>
                </a:lnTo>
                <a:lnTo>
                  <a:pt x="623478" y="0"/>
                </a:lnTo>
                <a:lnTo>
                  <a:pt x="604457" y="0"/>
                </a:lnTo>
                <a:lnTo>
                  <a:pt x="585435" y="0"/>
                </a:lnTo>
                <a:lnTo>
                  <a:pt x="566404" y="0"/>
                </a:lnTo>
                <a:lnTo>
                  <a:pt x="547383" y="0"/>
                </a:lnTo>
                <a:lnTo>
                  <a:pt x="528361" y="0"/>
                </a:lnTo>
                <a:lnTo>
                  <a:pt x="509330" y="0"/>
                </a:lnTo>
                <a:lnTo>
                  <a:pt x="490661" y="2324"/>
                </a:lnTo>
                <a:lnTo>
                  <a:pt x="472488" y="7953"/>
                </a:lnTo>
                <a:lnTo>
                  <a:pt x="454314" y="13583"/>
                </a:lnTo>
                <a:lnTo>
                  <a:pt x="436140" y="19212"/>
                </a:lnTo>
                <a:lnTo>
                  <a:pt x="417967" y="24841"/>
                </a:lnTo>
                <a:lnTo>
                  <a:pt x="399802" y="30470"/>
                </a:lnTo>
                <a:lnTo>
                  <a:pt x="381629" y="36100"/>
                </a:lnTo>
                <a:lnTo>
                  <a:pt x="363455" y="41729"/>
                </a:lnTo>
                <a:lnTo>
                  <a:pt x="345281" y="47358"/>
                </a:lnTo>
                <a:lnTo>
                  <a:pt x="327108" y="52988"/>
                </a:lnTo>
                <a:lnTo>
                  <a:pt x="308934" y="58617"/>
                </a:lnTo>
                <a:lnTo>
                  <a:pt x="290760" y="64237"/>
                </a:lnTo>
                <a:lnTo>
                  <a:pt x="272586" y="69866"/>
                </a:lnTo>
                <a:lnTo>
                  <a:pt x="254413" y="75495"/>
                </a:lnTo>
                <a:lnTo>
                  <a:pt x="236249" y="81124"/>
                </a:lnTo>
                <a:lnTo>
                  <a:pt x="218075" y="86754"/>
                </a:lnTo>
                <a:lnTo>
                  <a:pt x="199901" y="92383"/>
                </a:lnTo>
                <a:lnTo>
                  <a:pt x="181727" y="98012"/>
                </a:lnTo>
                <a:lnTo>
                  <a:pt x="163554" y="103642"/>
                </a:lnTo>
                <a:lnTo>
                  <a:pt x="145380" y="109271"/>
                </a:lnTo>
                <a:lnTo>
                  <a:pt x="127206" y="114900"/>
                </a:lnTo>
                <a:lnTo>
                  <a:pt x="109033" y="120529"/>
                </a:lnTo>
                <a:lnTo>
                  <a:pt x="90859" y="126159"/>
                </a:lnTo>
                <a:lnTo>
                  <a:pt x="72695" y="131788"/>
                </a:lnTo>
                <a:lnTo>
                  <a:pt x="54521" y="137417"/>
                </a:lnTo>
                <a:lnTo>
                  <a:pt x="36347" y="143046"/>
                </a:lnTo>
                <a:lnTo>
                  <a:pt x="18174" y="148676"/>
                </a:lnTo>
                <a:lnTo>
                  <a:pt x="0" y="154305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5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DB2FD6F9-B735-464F-BD30-4532B600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3028" y="4748213"/>
            <a:ext cx="1777365" cy="154305"/>
          </a:xfrm>
          <a:custGeom xmlns:a="http://schemas.openxmlformats.org/drawingml/2006/main">
            <a:pathLst>
              <a:path w="1777365" h="154305">
                <a:moveTo>
                  <a:pt x="0" y="154305"/>
                </a:moveTo>
                <a:lnTo>
                  <a:pt x="19002" y="154305"/>
                </a:lnTo>
                <a:lnTo>
                  <a:pt x="38014" y="154305"/>
                </a:lnTo>
                <a:lnTo>
                  <a:pt x="57017" y="154305"/>
                </a:lnTo>
                <a:lnTo>
                  <a:pt x="76019" y="154305"/>
                </a:lnTo>
                <a:lnTo>
                  <a:pt x="95031" y="154305"/>
                </a:lnTo>
                <a:lnTo>
                  <a:pt x="114033" y="154305"/>
                </a:lnTo>
                <a:lnTo>
                  <a:pt x="133036" y="154305"/>
                </a:lnTo>
                <a:lnTo>
                  <a:pt x="152048" y="154305"/>
                </a:lnTo>
                <a:lnTo>
                  <a:pt x="171050" y="154305"/>
                </a:lnTo>
                <a:lnTo>
                  <a:pt x="190052" y="154305"/>
                </a:lnTo>
                <a:lnTo>
                  <a:pt x="209064" y="154305"/>
                </a:lnTo>
                <a:lnTo>
                  <a:pt x="228067" y="154305"/>
                </a:lnTo>
                <a:lnTo>
                  <a:pt x="247069" y="154305"/>
                </a:lnTo>
                <a:lnTo>
                  <a:pt x="266081" y="154305"/>
                </a:lnTo>
                <a:lnTo>
                  <a:pt x="285083" y="154305"/>
                </a:lnTo>
                <a:lnTo>
                  <a:pt x="304086" y="154305"/>
                </a:lnTo>
                <a:lnTo>
                  <a:pt x="323098" y="154305"/>
                </a:lnTo>
                <a:lnTo>
                  <a:pt x="342100" y="154305"/>
                </a:lnTo>
                <a:lnTo>
                  <a:pt x="361102" y="154305"/>
                </a:lnTo>
                <a:lnTo>
                  <a:pt x="380114" y="154305"/>
                </a:lnTo>
                <a:lnTo>
                  <a:pt x="399117" y="154305"/>
                </a:lnTo>
                <a:lnTo>
                  <a:pt x="418119" y="154305"/>
                </a:lnTo>
                <a:lnTo>
                  <a:pt x="437131" y="154305"/>
                </a:lnTo>
                <a:lnTo>
                  <a:pt x="456133" y="154305"/>
                </a:lnTo>
                <a:lnTo>
                  <a:pt x="475136" y="154305"/>
                </a:lnTo>
                <a:lnTo>
                  <a:pt x="494147" y="154305"/>
                </a:lnTo>
                <a:lnTo>
                  <a:pt x="513150" y="154305"/>
                </a:lnTo>
                <a:lnTo>
                  <a:pt x="532152" y="154305"/>
                </a:lnTo>
                <a:lnTo>
                  <a:pt x="551164" y="154305"/>
                </a:lnTo>
                <a:lnTo>
                  <a:pt x="570167" y="154305"/>
                </a:lnTo>
                <a:lnTo>
                  <a:pt x="589169" y="154305"/>
                </a:lnTo>
                <a:lnTo>
                  <a:pt x="608181" y="154305"/>
                </a:lnTo>
                <a:lnTo>
                  <a:pt x="627183" y="154305"/>
                </a:lnTo>
                <a:lnTo>
                  <a:pt x="646186" y="154305"/>
                </a:lnTo>
                <a:lnTo>
                  <a:pt x="665197" y="154305"/>
                </a:lnTo>
                <a:lnTo>
                  <a:pt x="684200" y="154305"/>
                </a:lnTo>
                <a:lnTo>
                  <a:pt x="703202" y="154305"/>
                </a:lnTo>
                <a:lnTo>
                  <a:pt x="722214" y="154305"/>
                </a:lnTo>
                <a:lnTo>
                  <a:pt x="741216" y="154305"/>
                </a:lnTo>
                <a:lnTo>
                  <a:pt x="760219" y="154305"/>
                </a:lnTo>
                <a:lnTo>
                  <a:pt x="779231" y="154305"/>
                </a:lnTo>
                <a:lnTo>
                  <a:pt x="798233" y="154305"/>
                </a:lnTo>
                <a:lnTo>
                  <a:pt x="817235" y="154305"/>
                </a:lnTo>
                <a:lnTo>
                  <a:pt x="836247" y="154305"/>
                </a:lnTo>
                <a:lnTo>
                  <a:pt x="855250" y="154305"/>
                </a:lnTo>
                <a:lnTo>
                  <a:pt x="874252" y="154305"/>
                </a:lnTo>
                <a:lnTo>
                  <a:pt x="893264" y="154305"/>
                </a:lnTo>
                <a:lnTo>
                  <a:pt x="912266" y="154305"/>
                </a:lnTo>
                <a:lnTo>
                  <a:pt x="931269" y="154305"/>
                </a:lnTo>
                <a:lnTo>
                  <a:pt x="950281" y="154305"/>
                </a:lnTo>
                <a:lnTo>
                  <a:pt x="969283" y="154305"/>
                </a:lnTo>
                <a:lnTo>
                  <a:pt x="988285" y="154305"/>
                </a:lnTo>
                <a:lnTo>
                  <a:pt x="1007297" y="154305"/>
                </a:lnTo>
                <a:lnTo>
                  <a:pt x="1026300" y="154305"/>
                </a:lnTo>
                <a:lnTo>
                  <a:pt x="1045302" y="154305"/>
                </a:lnTo>
                <a:lnTo>
                  <a:pt x="1064314" y="154305"/>
                </a:lnTo>
                <a:lnTo>
                  <a:pt x="1083316" y="154305"/>
                </a:lnTo>
                <a:lnTo>
                  <a:pt x="1102319" y="154305"/>
                </a:lnTo>
                <a:lnTo>
                  <a:pt x="1121331" y="154305"/>
                </a:lnTo>
                <a:lnTo>
                  <a:pt x="1140333" y="154305"/>
                </a:lnTo>
                <a:lnTo>
                  <a:pt x="1159335" y="154305"/>
                </a:lnTo>
                <a:lnTo>
                  <a:pt x="1178347" y="154305"/>
                </a:lnTo>
                <a:lnTo>
                  <a:pt x="1197350" y="154305"/>
                </a:lnTo>
                <a:lnTo>
                  <a:pt x="1216352" y="154305"/>
                </a:lnTo>
                <a:lnTo>
                  <a:pt x="1235364" y="154305"/>
                </a:lnTo>
                <a:lnTo>
                  <a:pt x="1254366" y="154305"/>
                </a:lnTo>
                <a:lnTo>
                  <a:pt x="1273369" y="154305"/>
                </a:lnTo>
                <a:lnTo>
                  <a:pt x="1292381" y="154305"/>
                </a:lnTo>
                <a:lnTo>
                  <a:pt x="1311383" y="154305"/>
                </a:lnTo>
                <a:lnTo>
                  <a:pt x="1330385" y="154305"/>
                </a:lnTo>
                <a:lnTo>
                  <a:pt x="1349397" y="154305"/>
                </a:lnTo>
                <a:lnTo>
                  <a:pt x="1368400" y="154305"/>
                </a:lnTo>
                <a:lnTo>
                  <a:pt x="1386202" y="147714"/>
                </a:lnTo>
                <a:lnTo>
                  <a:pt x="1403985" y="140999"/>
                </a:lnTo>
                <a:lnTo>
                  <a:pt x="1421759" y="134283"/>
                </a:lnTo>
                <a:lnTo>
                  <a:pt x="1439542" y="127568"/>
                </a:lnTo>
                <a:lnTo>
                  <a:pt x="1457325" y="120853"/>
                </a:lnTo>
                <a:lnTo>
                  <a:pt x="1475108" y="114138"/>
                </a:lnTo>
                <a:lnTo>
                  <a:pt x="1492882" y="107423"/>
                </a:lnTo>
                <a:lnTo>
                  <a:pt x="1510665" y="100708"/>
                </a:lnTo>
                <a:lnTo>
                  <a:pt x="1528448" y="94002"/>
                </a:lnTo>
                <a:lnTo>
                  <a:pt x="1546222" y="87287"/>
                </a:lnTo>
                <a:lnTo>
                  <a:pt x="1564005" y="80572"/>
                </a:lnTo>
                <a:lnTo>
                  <a:pt x="1581788" y="73857"/>
                </a:lnTo>
                <a:lnTo>
                  <a:pt x="1599562" y="67142"/>
                </a:lnTo>
                <a:lnTo>
                  <a:pt x="1617345" y="60427"/>
                </a:lnTo>
                <a:lnTo>
                  <a:pt x="1635128" y="53711"/>
                </a:lnTo>
                <a:lnTo>
                  <a:pt x="1652902" y="46996"/>
                </a:lnTo>
                <a:lnTo>
                  <a:pt x="1670685" y="40281"/>
                </a:lnTo>
                <a:lnTo>
                  <a:pt x="1688468" y="33576"/>
                </a:lnTo>
                <a:lnTo>
                  <a:pt x="1706242" y="26861"/>
                </a:lnTo>
                <a:lnTo>
                  <a:pt x="1724025" y="20145"/>
                </a:lnTo>
                <a:lnTo>
                  <a:pt x="1741808" y="13430"/>
                </a:lnTo>
                <a:lnTo>
                  <a:pt x="1759582" y="6715"/>
                </a:lnTo>
                <a:lnTo>
                  <a:pt x="17773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F98DCA5F-4D65-43E0-B8CB-89E813B6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5470" y="4748213"/>
            <a:ext cx="128492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7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528B1A97-1CC3-4D1F-BD23-9D95D721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2448" y="4029666"/>
            <a:ext cx="308610" cy="488042"/>
          </a:xfrm>
          <a:custGeom xmlns:a="http://schemas.openxmlformats.org/drawingml/2006/main">
            <a:pathLst>
              <a:path w="308610" h="488042">
                <a:moveTo>
                  <a:pt x="0" y="488042"/>
                </a:moveTo>
                <a:lnTo>
                  <a:pt x="0" y="469049"/>
                </a:lnTo>
                <a:lnTo>
                  <a:pt x="0" y="450056"/>
                </a:lnTo>
                <a:lnTo>
                  <a:pt x="0" y="431063"/>
                </a:lnTo>
                <a:lnTo>
                  <a:pt x="0" y="412071"/>
                </a:lnTo>
                <a:lnTo>
                  <a:pt x="0" y="393078"/>
                </a:lnTo>
                <a:lnTo>
                  <a:pt x="0" y="374085"/>
                </a:lnTo>
                <a:lnTo>
                  <a:pt x="0" y="355092"/>
                </a:lnTo>
                <a:lnTo>
                  <a:pt x="0" y="336099"/>
                </a:lnTo>
                <a:lnTo>
                  <a:pt x="0" y="317106"/>
                </a:lnTo>
                <a:lnTo>
                  <a:pt x="0" y="298113"/>
                </a:lnTo>
                <a:lnTo>
                  <a:pt x="0" y="279121"/>
                </a:lnTo>
                <a:lnTo>
                  <a:pt x="0" y="260128"/>
                </a:lnTo>
                <a:lnTo>
                  <a:pt x="0" y="241135"/>
                </a:lnTo>
                <a:lnTo>
                  <a:pt x="0" y="222142"/>
                </a:lnTo>
                <a:lnTo>
                  <a:pt x="0" y="203140"/>
                </a:lnTo>
                <a:lnTo>
                  <a:pt x="0" y="184147"/>
                </a:lnTo>
                <a:lnTo>
                  <a:pt x="0" y="165154"/>
                </a:lnTo>
                <a:lnTo>
                  <a:pt x="0" y="146161"/>
                </a:lnTo>
                <a:lnTo>
                  <a:pt x="0" y="127168"/>
                </a:lnTo>
                <a:lnTo>
                  <a:pt x="0" y="108175"/>
                </a:lnTo>
                <a:lnTo>
                  <a:pt x="14173" y="99289"/>
                </a:lnTo>
                <a:lnTo>
                  <a:pt x="32128" y="93078"/>
                </a:lnTo>
                <a:lnTo>
                  <a:pt x="50082" y="86878"/>
                </a:lnTo>
                <a:lnTo>
                  <a:pt x="68028" y="80667"/>
                </a:lnTo>
                <a:lnTo>
                  <a:pt x="85982" y="74466"/>
                </a:lnTo>
                <a:lnTo>
                  <a:pt x="103927" y="68256"/>
                </a:lnTo>
                <a:lnTo>
                  <a:pt x="121882" y="62055"/>
                </a:lnTo>
                <a:lnTo>
                  <a:pt x="139837" y="55845"/>
                </a:lnTo>
                <a:lnTo>
                  <a:pt x="157782" y="49644"/>
                </a:lnTo>
                <a:lnTo>
                  <a:pt x="175736" y="43434"/>
                </a:lnTo>
                <a:lnTo>
                  <a:pt x="193681" y="37233"/>
                </a:lnTo>
                <a:lnTo>
                  <a:pt x="211636" y="31023"/>
                </a:lnTo>
                <a:lnTo>
                  <a:pt x="229591" y="24822"/>
                </a:lnTo>
                <a:lnTo>
                  <a:pt x="247536" y="18612"/>
                </a:lnTo>
                <a:lnTo>
                  <a:pt x="265490" y="12411"/>
                </a:lnTo>
                <a:lnTo>
                  <a:pt x="283435" y="6201"/>
                </a:lnTo>
                <a:lnTo>
                  <a:pt x="301390" y="0"/>
                </a:lnTo>
                <a:lnTo>
                  <a:pt x="308610" y="8858"/>
                </a:lnTo>
                <a:lnTo>
                  <a:pt x="308610" y="27851"/>
                </a:lnTo>
                <a:lnTo>
                  <a:pt x="308610" y="46844"/>
                </a:lnTo>
                <a:lnTo>
                  <a:pt x="308610" y="65837"/>
                </a:lnTo>
                <a:lnTo>
                  <a:pt x="308610" y="84830"/>
                </a:lnTo>
                <a:lnTo>
                  <a:pt x="308610" y="103823"/>
                </a:lnTo>
                <a:lnTo>
                  <a:pt x="308610" y="122815"/>
                </a:lnTo>
                <a:lnTo>
                  <a:pt x="308610" y="141808"/>
                </a:lnTo>
                <a:lnTo>
                  <a:pt x="308610" y="160801"/>
                </a:lnTo>
                <a:lnTo>
                  <a:pt x="308610" y="179794"/>
                </a:lnTo>
                <a:lnTo>
                  <a:pt x="308610" y="198787"/>
                </a:lnTo>
                <a:lnTo>
                  <a:pt x="308610" y="217789"/>
                </a:lnTo>
                <a:lnTo>
                  <a:pt x="308610" y="236782"/>
                </a:lnTo>
                <a:lnTo>
                  <a:pt x="308610" y="255775"/>
                </a:lnTo>
                <a:lnTo>
                  <a:pt x="308610" y="274768"/>
                </a:lnTo>
                <a:lnTo>
                  <a:pt x="308610" y="293761"/>
                </a:lnTo>
                <a:lnTo>
                  <a:pt x="308610" y="312753"/>
                </a:lnTo>
                <a:lnTo>
                  <a:pt x="308610" y="331746"/>
                </a:lnTo>
                <a:lnTo>
                  <a:pt x="308610" y="350739"/>
                </a:lnTo>
                <a:lnTo>
                  <a:pt x="297390" y="362293"/>
                </a:lnTo>
                <a:lnTo>
                  <a:pt x="279902" y="369694"/>
                </a:lnTo>
                <a:lnTo>
                  <a:pt x="262404" y="377085"/>
                </a:lnTo>
                <a:lnTo>
                  <a:pt x="244907" y="384486"/>
                </a:lnTo>
                <a:lnTo>
                  <a:pt x="227419" y="391878"/>
                </a:lnTo>
                <a:lnTo>
                  <a:pt x="209921" y="399278"/>
                </a:lnTo>
                <a:lnTo>
                  <a:pt x="192434" y="406679"/>
                </a:lnTo>
                <a:lnTo>
                  <a:pt x="174936" y="414071"/>
                </a:lnTo>
                <a:lnTo>
                  <a:pt x="157439" y="421472"/>
                </a:lnTo>
                <a:lnTo>
                  <a:pt x="139951" y="428863"/>
                </a:lnTo>
                <a:lnTo>
                  <a:pt x="122453" y="436264"/>
                </a:lnTo>
                <a:lnTo>
                  <a:pt x="104966" y="443655"/>
                </a:lnTo>
                <a:lnTo>
                  <a:pt x="87468" y="451056"/>
                </a:lnTo>
                <a:lnTo>
                  <a:pt x="69971" y="458457"/>
                </a:lnTo>
                <a:lnTo>
                  <a:pt x="52483" y="465849"/>
                </a:lnTo>
                <a:lnTo>
                  <a:pt x="34985" y="473250"/>
                </a:lnTo>
                <a:lnTo>
                  <a:pt x="17497" y="480641"/>
                </a:lnTo>
                <a:lnTo>
                  <a:pt x="0" y="488042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8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C512F162-060C-4461-993F-CC78D9F3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2733" y="4387215"/>
            <a:ext cx="1835629" cy="130493"/>
          </a:xfrm>
          <a:custGeom xmlns:a="http://schemas.openxmlformats.org/drawingml/2006/main">
            <a:pathLst>
              <a:path w="1835629" h="130493">
                <a:moveTo>
                  <a:pt x="0" y="130493"/>
                </a:moveTo>
                <a:lnTo>
                  <a:pt x="19002" y="130493"/>
                </a:lnTo>
                <a:lnTo>
                  <a:pt x="37995" y="130493"/>
                </a:lnTo>
                <a:lnTo>
                  <a:pt x="56998" y="130493"/>
                </a:lnTo>
                <a:lnTo>
                  <a:pt x="75990" y="130493"/>
                </a:lnTo>
                <a:lnTo>
                  <a:pt x="94993" y="130493"/>
                </a:lnTo>
                <a:lnTo>
                  <a:pt x="113995" y="130493"/>
                </a:lnTo>
                <a:lnTo>
                  <a:pt x="132988" y="130493"/>
                </a:lnTo>
                <a:lnTo>
                  <a:pt x="151990" y="130493"/>
                </a:lnTo>
                <a:lnTo>
                  <a:pt x="170983" y="130493"/>
                </a:lnTo>
                <a:lnTo>
                  <a:pt x="189986" y="130493"/>
                </a:lnTo>
                <a:lnTo>
                  <a:pt x="208988" y="130493"/>
                </a:lnTo>
                <a:lnTo>
                  <a:pt x="227981" y="130493"/>
                </a:lnTo>
                <a:lnTo>
                  <a:pt x="246983" y="130493"/>
                </a:lnTo>
                <a:lnTo>
                  <a:pt x="265976" y="130493"/>
                </a:lnTo>
                <a:lnTo>
                  <a:pt x="284978" y="130493"/>
                </a:lnTo>
                <a:lnTo>
                  <a:pt x="303981" y="130493"/>
                </a:lnTo>
                <a:lnTo>
                  <a:pt x="322974" y="130493"/>
                </a:lnTo>
                <a:lnTo>
                  <a:pt x="341976" y="130493"/>
                </a:lnTo>
                <a:lnTo>
                  <a:pt x="360969" y="130493"/>
                </a:lnTo>
                <a:lnTo>
                  <a:pt x="379971" y="130493"/>
                </a:lnTo>
                <a:lnTo>
                  <a:pt x="398964" y="130493"/>
                </a:lnTo>
                <a:lnTo>
                  <a:pt x="417967" y="130493"/>
                </a:lnTo>
                <a:lnTo>
                  <a:pt x="436969" y="130493"/>
                </a:lnTo>
                <a:lnTo>
                  <a:pt x="455962" y="130493"/>
                </a:lnTo>
                <a:lnTo>
                  <a:pt x="474964" y="130493"/>
                </a:lnTo>
                <a:lnTo>
                  <a:pt x="493957" y="130493"/>
                </a:lnTo>
                <a:lnTo>
                  <a:pt x="512959" y="130493"/>
                </a:lnTo>
                <a:lnTo>
                  <a:pt x="531962" y="130493"/>
                </a:lnTo>
                <a:lnTo>
                  <a:pt x="550955" y="130493"/>
                </a:lnTo>
                <a:lnTo>
                  <a:pt x="569957" y="130493"/>
                </a:lnTo>
                <a:lnTo>
                  <a:pt x="588950" y="130493"/>
                </a:lnTo>
                <a:lnTo>
                  <a:pt x="607952" y="130493"/>
                </a:lnTo>
                <a:lnTo>
                  <a:pt x="626955" y="130493"/>
                </a:lnTo>
                <a:lnTo>
                  <a:pt x="645947" y="130493"/>
                </a:lnTo>
                <a:lnTo>
                  <a:pt x="664950" y="130493"/>
                </a:lnTo>
                <a:lnTo>
                  <a:pt x="683943" y="130493"/>
                </a:lnTo>
                <a:lnTo>
                  <a:pt x="702945" y="130493"/>
                </a:lnTo>
                <a:lnTo>
                  <a:pt x="721947" y="130493"/>
                </a:lnTo>
                <a:lnTo>
                  <a:pt x="740940" y="130493"/>
                </a:lnTo>
                <a:lnTo>
                  <a:pt x="759943" y="130493"/>
                </a:lnTo>
                <a:lnTo>
                  <a:pt x="778935" y="130493"/>
                </a:lnTo>
                <a:lnTo>
                  <a:pt x="797938" y="130493"/>
                </a:lnTo>
                <a:lnTo>
                  <a:pt x="816940" y="130493"/>
                </a:lnTo>
                <a:lnTo>
                  <a:pt x="835933" y="130493"/>
                </a:lnTo>
                <a:lnTo>
                  <a:pt x="854935" y="130493"/>
                </a:lnTo>
                <a:lnTo>
                  <a:pt x="873928" y="130493"/>
                </a:lnTo>
                <a:lnTo>
                  <a:pt x="892931" y="130493"/>
                </a:lnTo>
                <a:lnTo>
                  <a:pt x="911933" y="130493"/>
                </a:lnTo>
                <a:lnTo>
                  <a:pt x="930926" y="130493"/>
                </a:lnTo>
                <a:lnTo>
                  <a:pt x="949928" y="130493"/>
                </a:lnTo>
                <a:lnTo>
                  <a:pt x="968921" y="130493"/>
                </a:lnTo>
                <a:lnTo>
                  <a:pt x="987923" y="130493"/>
                </a:lnTo>
                <a:lnTo>
                  <a:pt x="1006926" y="130493"/>
                </a:lnTo>
                <a:lnTo>
                  <a:pt x="1025919" y="130493"/>
                </a:lnTo>
                <a:lnTo>
                  <a:pt x="1044921" y="130493"/>
                </a:lnTo>
                <a:lnTo>
                  <a:pt x="1063914" y="130493"/>
                </a:lnTo>
                <a:lnTo>
                  <a:pt x="1082916" y="130493"/>
                </a:lnTo>
                <a:lnTo>
                  <a:pt x="1101919" y="130493"/>
                </a:lnTo>
                <a:lnTo>
                  <a:pt x="1120912" y="130493"/>
                </a:lnTo>
                <a:lnTo>
                  <a:pt x="1139914" y="130493"/>
                </a:lnTo>
                <a:lnTo>
                  <a:pt x="1158907" y="130493"/>
                </a:lnTo>
                <a:lnTo>
                  <a:pt x="1177909" y="130493"/>
                </a:lnTo>
                <a:lnTo>
                  <a:pt x="1196902" y="130493"/>
                </a:lnTo>
                <a:lnTo>
                  <a:pt x="1215904" y="130493"/>
                </a:lnTo>
                <a:lnTo>
                  <a:pt x="1234907" y="130493"/>
                </a:lnTo>
                <a:lnTo>
                  <a:pt x="1253900" y="130493"/>
                </a:lnTo>
                <a:lnTo>
                  <a:pt x="1272902" y="130493"/>
                </a:lnTo>
                <a:lnTo>
                  <a:pt x="1291895" y="130493"/>
                </a:lnTo>
                <a:lnTo>
                  <a:pt x="1310897" y="130493"/>
                </a:lnTo>
                <a:lnTo>
                  <a:pt x="1329900" y="130493"/>
                </a:lnTo>
                <a:lnTo>
                  <a:pt x="1348892" y="130493"/>
                </a:lnTo>
                <a:lnTo>
                  <a:pt x="1367895" y="130493"/>
                </a:lnTo>
                <a:lnTo>
                  <a:pt x="1386888" y="130493"/>
                </a:lnTo>
                <a:lnTo>
                  <a:pt x="1405890" y="130493"/>
                </a:lnTo>
                <a:lnTo>
                  <a:pt x="1424892" y="130493"/>
                </a:lnTo>
                <a:lnTo>
                  <a:pt x="1443885" y="130493"/>
                </a:lnTo>
                <a:lnTo>
                  <a:pt x="1462888" y="130493"/>
                </a:lnTo>
                <a:lnTo>
                  <a:pt x="1481880" y="130493"/>
                </a:lnTo>
                <a:lnTo>
                  <a:pt x="1500883" y="130493"/>
                </a:lnTo>
                <a:lnTo>
                  <a:pt x="1519885" y="130493"/>
                </a:lnTo>
                <a:lnTo>
                  <a:pt x="1538154" y="126921"/>
                </a:lnTo>
                <a:lnTo>
                  <a:pt x="1555652" y="119520"/>
                </a:lnTo>
                <a:lnTo>
                  <a:pt x="1573149" y="112128"/>
                </a:lnTo>
                <a:lnTo>
                  <a:pt x="1590656" y="104727"/>
                </a:lnTo>
                <a:lnTo>
                  <a:pt x="1608153" y="97326"/>
                </a:lnTo>
                <a:lnTo>
                  <a:pt x="1625651" y="89926"/>
                </a:lnTo>
                <a:lnTo>
                  <a:pt x="1643148" y="82525"/>
                </a:lnTo>
                <a:lnTo>
                  <a:pt x="1660646" y="75133"/>
                </a:lnTo>
                <a:lnTo>
                  <a:pt x="1678143" y="67732"/>
                </a:lnTo>
                <a:lnTo>
                  <a:pt x="1695641" y="60331"/>
                </a:lnTo>
                <a:lnTo>
                  <a:pt x="1713138" y="52930"/>
                </a:lnTo>
                <a:lnTo>
                  <a:pt x="1730635" y="45530"/>
                </a:lnTo>
                <a:lnTo>
                  <a:pt x="1748142" y="38138"/>
                </a:lnTo>
                <a:lnTo>
                  <a:pt x="1765640" y="30737"/>
                </a:lnTo>
                <a:lnTo>
                  <a:pt x="1783137" y="23336"/>
                </a:lnTo>
                <a:lnTo>
                  <a:pt x="1800635" y="15935"/>
                </a:lnTo>
                <a:lnTo>
                  <a:pt x="1818132" y="8534"/>
                </a:lnTo>
                <a:lnTo>
                  <a:pt x="1835629" y="1143"/>
                </a:lnTo>
                <a:lnTo>
                  <a:pt x="1822247" y="0"/>
                </a:lnTo>
                <a:lnTo>
                  <a:pt x="1803254" y="0"/>
                </a:lnTo>
                <a:lnTo>
                  <a:pt x="1784252" y="0"/>
                </a:lnTo>
                <a:lnTo>
                  <a:pt x="1765259" y="0"/>
                </a:lnTo>
                <a:lnTo>
                  <a:pt x="1746256" y="0"/>
                </a:lnTo>
                <a:lnTo>
                  <a:pt x="1727254" y="0"/>
                </a:lnTo>
                <a:lnTo>
                  <a:pt x="1708261" y="0"/>
                </a:lnTo>
                <a:lnTo>
                  <a:pt x="1689259" y="0"/>
                </a:lnTo>
                <a:lnTo>
                  <a:pt x="1670266" y="0"/>
                </a:lnTo>
                <a:lnTo>
                  <a:pt x="1651264" y="0"/>
                </a:lnTo>
                <a:lnTo>
                  <a:pt x="1632271" y="0"/>
                </a:lnTo>
                <a:lnTo>
                  <a:pt x="1613268" y="0"/>
                </a:lnTo>
                <a:lnTo>
                  <a:pt x="1594266" y="0"/>
                </a:lnTo>
                <a:lnTo>
                  <a:pt x="1575273" y="0"/>
                </a:lnTo>
                <a:lnTo>
                  <a:pt x="1556271" y="0"/>
                </a:lnTo>
                <a:lnTo>
                  <a:pt x="1537278" y="0"/>
                </a:lnTo>
                <a:lnTo>
                  <a:pt x="1518275" y="0"/>
                </a:lnTo>
                <a:lnTo>
                  <a:pt x="1499273" y="0"/>
                </a:lnTo>
                <a:lnTo>
                  <a:pt x="1480280" y="0"/>
                </a:lnTo>
                <a:lnTo>
                  <a:pt x="1461278" y="0"/>
                </a:lnTo>
                <a:lnTo>
                  <a:pt x="1442285" y="0"/>
                </a:lnTo>
                <a:lnTo>
                  <a:pt x="1423283" y="0"/>
                </a:lnTo>
                <a:lnTo>
                  <a:pt x="1404280" y="0"/>
                </a:lnTo>
                <a:lnTo>
                  <a:pt x="1385287" y="0"/>
                </a:lnTo>
                <a:lnTo>
                  <a:pt x="1366285" y="0"/>
                </a:lnTo>
                <a:lnTo>
                  <a:pt x="1347292" y="0"/>
                </a:lnTo>
                <a:lnTo>
                  <a:pt x="1328290" y="0"/>
                </a:lnTo>
                <a:lnTo>
                  <a:pt x="1309287" y="0"/>
                </a:lnTo>
                <a:lnTo>
                  <a:pt x="1290295" y="0"/>
                </a:lnTo>
                <a:lnTo>
                  <a:pt x="1271292" y="0"/>
                </a:lnTo>
                <a:lnTo>
                  <a:pt x="1252299" y="0"/>
                </a:lnTo>
                <a:lnTo>
                  <a:pt x="1233297" y="0"/>
                </a:lnTo>
                <a:lnTo>
                  <a:pt x="1214295" y="0"/>
                </a:lnTo>
                <a:lnTo>
                  <a:pt x="1195302" y="0"/>
                </a:lnTo>
                <a:lnTo>
                  <a:pt x="1176299" y="0"/>
                </a:lnTo>
                <a:lnTo>
                  <a:pt x="1157307" y="0"/>
                </a:lnTo>
                <a:lnTo>
                  <a:pt x="1138304" y="0"/>
                </a:lnTo>
                <a:lnTo>
                  <a:pt x="1119302" y="0"/>
                </a:lnTo>
                <a:lnTo>
                  <a:pt x="1100309" y="0"/>
                </a:lnTo>
                <a:lnTo>
                  <a:pt x="1081307" y="0"/>
                </a:lnTo>
                <a:lnTo>
                  <a:pt x="1062314" y="0"/>
                </a:lnTo>
                <a:lnTo>
                  <a:pt x="1043311" y="0"/>
                </a:lnTo>
                <a:lnTo>
                  <a:pt x="1024309" y="0"/>
                </a:lnTo>
                <a:lnTo>
                  <a:pt x="1005316" y="0"/>
                </a:lnTo>
                <a:lnTo>
                  <a:pt x="986314" y="0"/>
                </a:lnTo>
                <a:lnTo>
                  <a:pt x="967321" y="0"/>
                </a:lnTo>
                <a:lnTo>
                  <a:pt x="948319" y="0"/>
                </a:lnTo>
                <a:lnTo>
                  <a:pt x="929316" y="0"/>
                </a:lnTo>
                <a:lnTo>
                  <a:pt x="910323" y="0"/>
                </a:lnTo>
                <a:lnTo>
                  <a:pt x="891321" y="0"/>
                </a:lnTo>
                <a:lnTo>
                  <a:pt x="872328" y="0"/>
                </a:lnTo>
                <a:lnTo>
                  <a:pt x="853326" y="0"/>
                </a:lnTo>
                <a:lnTo>
                  <a:pt x="834333" y="0"/>
                </a:lnTo>
                <a:lnTo>
                  <a:pt x="815330" y="0"/>
                </a:lnTo>
                <a:lnTo>
                  <a:pt x="796328" y="0"/>
                </a:lnTo>
                <a:lnTo>
                  <a:pt x="777335" y="0"/>
                </a:lnTo>
                <a:lnTo>
                  <a:pt x="758333" y="0"/>
                </a:lnTo>
                <a:lnTo>
                  <a:pt x="739340" y="0"/>
                </a:lnTo>
                <a:lnTo>
                  <a:pt x="720338" y="0"/>
                </a:lnTo>
                <a:lnTo>
                  <a:pt x="701335" y="0"/>
                </a:lnTo>
                <a:lnTo>
                  <a:pt x="682342" y="0"/>
                </a:lnTo>
                <a:lnTo>
                  <a:pt x="663340" y="0"/>
                </a:lnTo>
                <a:lnTo>
                  <a:pt x="644347" y="0"/>
                </a:lnTo>
                <a:lnTo>
                  <a:pt x="625345" y="0"/>
                </a:lnTo>
                <a:lnTo>
                  <a:pt x="606342" y="0"/>
                </a:lnTo>
                <a:lnTo>
                  <a:pt x="587350" y="0"/>
                </a:lnTo>
                <a:lnTo>
                  <a:pt x="568347" y="0"/>
                </a:lnTo>
                <a:lnTo>
                  <a:pt x="549354" y="0"/>
                </a:lnTo>
                <a:lnTo>
                  <a:pt x="530352" y="0"/>
                </a:lnTo>
                <a:lnTo>
                  <a:pt x="511350" y="0"/>
                </a:lnTo>
                <a:lnTo>
                  <a:pt x="492357" y="0"/>
                </a:lnTo>
                <a:lnTo>
                  <a:pt x="473354" y="0"/>
                </a:lnTo>
                <a:lnTo>
                  <a:pt x="454362" y="0"/>
                </a:lnTo>
                <a:lnTo>
                  <a:pt x="435359" y="0"/>
                </a:lnTo>
                <a:lnTo>
                  <a:pt x="416357" y="0"/>
                </a:lnTo>
                <a:lnTo>
                  <a:pt x="397631" y="1705"/>
                </a:lnTo>
                <a:lnTo>
                  <a:pt x="379562" y="7563"/>
                </a:lnTo>
                <a:lnTo>
                  <a:pt x="361483" y="13421"/>
                </a:lnTo>
                <a:lnTo>
                  <a:pt x="343414" y="19269"/>
                </a:lnTo>
                <a:lnTo>
                  <a:pt x="325336" y="25127"/>
                </a:lnTo>
                <a:lnTo>
                  <a:pt x="307257" y="30975"/>
                </a:lnTo>
                <a:lnTo>
                  <a:pt x="289189" y="36833"/>
                </a:lnTo>
                <a:lnTo>
                  <a:pt x="271110" y="42682"/>
                </a:lnTo>
                <a:lnTo>
                  <a:pt x="253041" y="48539"/>
                </a:lnTo>
                <a:lnTo>
                  <a:pt x="234963" y="54397"/>
                </a:lnTo>
                <a:lnTo>
                  <a:pt x="216894" y="60246"/>
                </a:lnTo>
                <a:lnTo>
                  <a:pt x="198815" y="66104"/>
                </a:lnTo>
                <a:lnTo>
                  <a:pt x="180746" y="71952"/>
                </a:lnTo>
                <a:lnTo>
                  <a:pt x="162668" y="77810"/>
                </a:lnTo>
                <a:lnTo>
                  <a:pt x="144590" y="83658"/>
                </a:lnTo>
                <a:lnTo>
                  <a:pt x="126521" y="89516"/>
                </a:lnTo>
                <a:lnTo>
                  <a:pt x="108442" y="95374"/>
                </a:lnTo>
                <a:lnTo>
                  <a:pt x="90373" y="101222"/>
                </a:lnTo>
                <a:lnTo>
                  <a:pt x="72295" y="107080"/>
                </a:lnTo>
                <a:lnTo>
                  <a:pt x="54226" y="112928"/>
                </a:lnTo>
                <a:lnTo>
                  <a:pt x="36147" y="118786"/>
                </a:lnTo>
                <a:lnTo>
                  <a:pt x="18078" y="124635"/>
                </a:lnTo>
                <a:lnTo>
                  <a:pt x="0" y="130493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9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24B224B4-946F-472B-BE15-157DD137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92743" y="4387215"/>
            <a:ext cx="1682115" cy="130493"/>
          </a:xfrm>
          <a:custGeom xmlns:a="http://schemas.openxmlformats.org/drawingml/2006/main">
            <a:pathLst>
              <a:path w="1682115" h="130493">
                <a:moveTo>
                  <a:pt x="0" y="130493"/>
                </a:moveTo>
                <a:lnTo>
                  <a:pt x="18983" y="130493"/>
                </a:lnTo>
                <a:lnTo>
                  <a:pt x="37957" y="130493"/>
                </a:lnTo>
                <a:lnTo>
                  <a:pt x="56940" y="130493"/>
                </a:lnTo>
                <a:lnTo>
                  <a:pt x="75924" y="130493"/>
                </a:lnTo>
                <a:lnTo>
                  <a:pt x="94907" y="130493"/>
                </a:lnTo>
                <a:lnTo>
                  <a:pt x="113881" y="130493"/>
                </a:lnTo>
                <a:lnTo>
                  <a:pt x="132864" y="130493"/>
                </a:lnTo>
                <a:lnTo>
                  <a:pt x="151848" y="130493"/>
                </a:lnTo>
                <a:lnTo>
                  <a:pt x="170831" y="130493"/>
                </a:lnTo>
                <a:lnTo>
                  <a:pt x="189805" y="130493"/>
                </a:lnTo>
                <a:lnTo>
                  <a:pt x="208788" y="130493"/>
                </a:lnTo>
                <a:lnTo>
                  <a:pt x="227771" y="130493"/>
                </a:lnTo>
                <a:lnTo>
                  <a:pt x="246755" y="130493"/>
                </a:lnTo>
                <a:lnTo>
                  <a:pt x="265728" y="130493"/>
                </a:lnTo>
                <a:lnTo>
                  <a:pt x="284712" y="130493"/>
                </a:lnTo>
                <a:lnTo>
                  <a:pt x="303695" y="130493"/>
                </a:lnTo>
                <a:lnTo>
                  <a:pt x="322669" y="130493"/>
                </a:lnTo>
                <a:lnTo>
                  <a:pt x="341652" y="130493"/>
                </a:lnTo>
                <a:lnTo>
                  <a:pt x="360636" y="130493"/>
                </a:lnTo>
                <a:lnTo>
                  <a:pt x="379619" y="130493"/>
                </a:lnTo>
                <a:lnTo>
                  <a:pt x="398593" y="130493"/>
                </a:lnTo>
                <a:lnTo>
                  <a:pt x="417576" y="130493"/>
                </a:lnTo>
                <a:lnTo>
                  <a:pt x="436559" y="130493"/>
                </a:lnTo>
                <a:lnTo>
                  <a:pt x="455543" y="130493"/>
                </a:lnTo>
                <a:lnTo>
                  <a:pt x="474516" y="130493"/>
                </a:lnTo>
                <a:lnTo>
                  <a:pt x="493500" y="130493"/>
                </a:lnTo>
                <a:lnTo>
                  <a:pt x="512483" y="130493"/>
                </a:lnTo>
                <a:lnTo>
                  <a:pt x="531466" y="130493"/>
                </a:lnTo>
                <a:lnTo>
                  <a:pt x="550440" y="130493"/>
                </a:lnTo>
                <a:lnTo>
                  <a:pt x="569424" y="130493"/>
                </a:lnTo>
                <a:lnTo>
                  <a:pt x="588407" y="130493"/>
                </a:lnTo>
                <a:lnTo>
                  <a:pt x="607390" y="130493"/>
                </a:lnTo>
                <a:lnTo>
                  <a:pt x="626364" y="130493"/>
                </a:lnTo>
                <a:lnTo>
                  <a:pt x="645347" y="130493"/>
                </a:lnTo>
                <a:lnTo>
                  <a:pt x="664331" y="130493"/>
                </a:lnTo>
                <a:lnTo>
                  <a:pt x="683304" y="130493"/>
                </a:lnTo>
                <a:lnTo>
                  <a:pt x="702288" y="130493"/>
                </a:lnTo>
                <a:lnTo>
                  <a:pt x="721271" y="130493"/>
                </a:lnTo>
                <a:lnTo>
                  <a:pt x="740254" y="130493"/>
                </a:lnTo>
                <a:lnTo>
                  <a:pt x="759228" y="130493"/>
                </a:lnTo>
                <a:lnTo>
                  <a:pt x="778212" y="130493"/>
                </a:lnTo>
                <a:lnTo>
                  <a:pt x="797195" y="130493"/>
                </a:lnTo>
                <a:lnTo>
                  <a:pt x="816178" y="130493"/>
                </a:lnTo>
                <a:lnTo>
                  <a:pt x="835152" y="130493"/>
                </a:lnTo>
                <a:lnTo>
                  <a:pt x="854135" y="130493"/>
                </a:lnTo>
                <a:lnTo>
                  <a:pt x="873119" y="130493"/>
                </a:lnTo>
                <a:lnTo>
                  <a:pt x="892102" y="130493"/>
                </a:lnTo>
                <a:lnTo>
                  <a:pt x="911076" y="130493"/>
                </a:lnTo>
                <a:lnTo>
                  <a:pt x="930059" y="130493"/>
                </a:lnTo>
                <a:lnTo>
                  <a:pt x="949042" y="130493"/>
                </a:lnTo>
                <a:lnTo>
                  <a:pt x="968026" y="130493"/>
                </a:lnTo>
                <a:lnTo>
                  <a:pt x="987000" y="130493"/>
                </a:lnTo>
                <a:lnTo>
                  <a:pt x="1005983" y="130493"/>
                </a:lnTo>
                <a:lnTo>
                  <a:pt x="1024966" y="130493"/>
                </a:lnTo>
                <a:lnTo>
                  <a:pt x="1043940" y="130493"/>
                </a:lnTo>
                <a:lnTo>
                  <a:pt x="1062923" y="130493"/>
                </a:lnTo>
                <a:lnTo>
                  <a:pt x="1081907" y="130493"/>
                </a:lnTo>
                <a:lnTo>
                  <a:pt x="1100890" y="130493"/>
                </a:lnTo>
                <a:lnTo>
                  <a:pt x="1119864" y="130493"/>
                </a:lnTo>
                <a:lnTo>
                  <a:pt x="1138847" y="130493"/>
                </a:lnTo>
                <a:lnTo>
                  <a:pt x="1157830" y="130493"/>
                </a:lnTo>
                <a:lnTo>
                  <a:pt x="1176814" y="130493"/>
                </a:lnTo>
                <a:lnTo>
                  <a:pt x="1195788" y="130493"/>
                </a:lnTo>
                <a:lnTo>
                  <a:pt x="1214771" y="130493"/>
                </a:lnTo>
                <a:lnTo>
                  <a:pt x="1233754" y="130493"/>
                </a:lnTo>
                <a:lnTo>
                  <a:pt x="1252738" y="130493"/>
                </a:lnTo>
                <a:lnTo>
                  <a:pt x="1271711" y="130493"/>
                </a:lnTo>
                <a:lnTo>
                  <a:pt x="1290695" y="130493"/>
                </a:lnTo>
                <a:lnTo>
                  <a:pt x="1309678" y="130493"/>
                </a:lnTo>
                <a:lnTo>
                  <a:pt x="1328652" y="130493"/>
                </a:lnTo>
                <a:lnTo>
                  <a:pt x="1347635" y="130493"/>
                </a:lnTo>
                <a:lnTo>
                  <a:pt x="1366618" y="130493"/>
                </a:lnTo>
                <a:lnTo>
                  <a:pt x="1384373" y="124358"/>
                </a:lnTo>
                <a:lnTo>
                  <a:pt x="1401880" y="117043"/>
                </a:lnTo>
                <a:lnTo>
                  <a:pt x="1419396" y="109728"/>
                </a:lnTo>
                <a:lnTo>
                  <a:pt x="1436913" y="102413"/>
                </a:lnTo>
                <a:lnTo>
                  <a:pt x="1454429" y="95098"/>
                </a:lnTo>
                <a:lnTo>
                  <a:pt x="1471946" y="87782"/>
                </a:lnTo>
                <a:lnTo>
                  <a:pt x="1489453" y="80467"/>
                </a:lnTo>
                <a:lnTo>
                  <a:pt x="1506969" y="73152"/>
                </a:lnTo>
                <a:lnTo>
                  <a:pt x="1524486" y="65837"/>
                </a:lnTo>
                <a:lnTo>
                  <a:pt x="1542002" y="58522"/>
                </a:lnTo>
                <a:lnTo>
                  <a:pt x="1559519" y="51206"/>
                </a:lnTo>
                <a:lnTo>
                  <a:pt x="1577026" y="43891"/>
                </a:lnTo>
                <a:lnTo>
                  <a:pt x="1594542" y="36576"/>
                </a:lnTo>
                <a:lnTo>
                  <a:pt x="1612059" y="29261"/>
                </a:lnTo>
                <a:lnTo>
                  <a:pt x="1629575" y="21946"/>
                </a:lnTo>
                <a:lnTo>
                  <a:pt x="1647082" y="14630"/>
                </a:lnTo>
                <a:lnTo>
                  <a:pt x="1664599" y="7315"/>
                </a:lnTo>
                <a:lnTo>
                  <a:pt x="16821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0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2257F307-E7FC-49FF-8A88-A830B715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90888" y="4387215"/>
            <a:ext cx="12839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1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7F0B8422-86E9-4B83-9845-CA64BA43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3115" y="3669687"/>
            <a:ext cx="213360" cy="464163"/>
          </a:xfrm>
          <a:custGeom xmlns:a="http://schemas.openxmlformats.org/drawingml/2006/main">
            <a:pathLst>
              <a:path w="213360" h="464163">
                <a:moveTo>
                  <a:pt x="0" y="464163"/>
                </a:moveTo>
                <a:lnTo>
                  <a:pt x="0" y="445237"/>
                </a:lnTo>
                <a:lnTo>
                  <a:pt x="0" y="426310"/>
                </a:lnTo>
                <a:lnTo>
                  <a:pt x="0" y="407384"/>
                </a:lnTo>
                <a:lnTo>
                  <a:pt x="0" y="388458"/>
                </a:lnTo>
                <a:lnTo>
                  <a:pt x="0" y="369522"/>
                </a:lnTo>
                <a:lnTo>
                  <a:pt x="0" y="350596"/>
                </a:lnTo>
                <a:lnTo>
                  <a:pt x="0" y="331670"/>
                </a:lnTo>
                <a:lnTo>
                  <a:pt x="0" y="312744"/>
                </a:lnTo>
                <a:lnTo>
                  <a:pt x="0" y="293818"/>
                </a:lnTo>
                <a:lnTo>
                  <a:pt x="0" y="274892"/>
                </a:lnTo>
                <a:lnTo>
                  <a:pt x="0" y="255965"/>
                </a:lnTo>
                <a:lnTo>
                  <a:pt x="0" y="237039"/>
                </a:lnTo>
                <a:lnTo>
                  <a:pt x="0" y="218113"/>
                </a:lnTo>
                <a:lnTo>
                  <a:pt x="0" y="199187"/>
                </a:lnTo>
                <a:lnTo>
                  <a:pt x="0" y="180251"/>
                </a:lnTo>
                <a:lnTo>
                  <a:pt x="0" y="161325"/>
                </a:lnTo>
                <a:lnTo>
                  <a:pt x="0" y="142399"/>
                </a:lnTo>
                <a:lnTo>
                  <a:pt x="0" y="123473"/>
                </a:lnTo>
                <a:lnTo>
                  <a:pt x="0" y="104546"/>
                </a:lnTo>
                <a:lnTo>
                  <a:pt x="0" y="85620"/>
                </a:lnTo>
                <a:lnTo>
                  <a:pt x="12687" y="75381"/>
                </a:lnTo>
                <a:lnTo>
                  <a:pt x="30328" y="68523"/>
                </a:lnTo>
                <a:lnTo>
                  <a:pt x="47977" y="61674"/>
                </a:lnTo>
                <a:lnTo>
                  <a:pt x="65618" y="54816"/>
                </a:lnTo>
                <a:lnTo>
                  <a:pt x="83258" y="47968"/>
                </a:lnTo>
                <a:lnTo>
                  <a:pt x="100908" y="41110"/>
                </a:lnTo>
                <a:lnTo>
                  <a:pt x="118548" y="34261"/>
                </a:lnTo>
                <a:lnTo>
                  <a:pt x="136188" y="27413"/>
                </a:lnTo>
                <a:lnTo>
                  <a:pt x="153829" y="20555"/>
                </a:lnTo>
                <a:lnTo>
                  <a:pt x="171479" y="13706"/>
                </a:lnTo>
                <a:lnTo>
                  <a:pt x="189119" y="6848"/>
                </a:lnTo>
                <a:lnTo>
                  <a:pt x="206759" y="0"/>
                </a:lnTo>
                <a:lnTo>
                  <a:pt x="213360" y="9287"/>
                </a:lnTo>
                <a:lnTo>
                  <a:pt x="213360" y="28213"/>
                </a:lnTo>
                <a:lnTo>
                  <a:pt x="213360" y="47139"/>
                </a:lnTo>
                <a:lnTo>
                  <a:pt x="213360" y="66065"/>
                </a:lnTo>
                <a:lnTo>
                  <a:pt x="213360" y="84992"/>
                </a:lnTo>
                <a:lnTo>
                  <a:pt x="213360" y="103918"/>
                </a:lnTo>
                <a:lnTo>
                  <a:pt x="213360" y="122853"/>
                </a:lnTo>
                <a:lnTo>
                  <a:pt x="213360" y="141780"/>
                </a:lnTo>
                <a:lnTo>
                  <a:pt x="213360" y="160706"/>
                </a:lnTo>
                <a:lnTo>
                  <a:pt x="213360" y="179632"/>
                </a:lnTo>
                <a:lnTo>
                  <a:pt x="213360" y="198558"/>
                </a:lnTo>
                <a:lnTo>
                  <a:pt x="213360" y="217484"/>
                </a:lnTo>
                <a:lnTo>
                  <a:pt x="213360" y="236411"/>
                </a:lnTo>
                <a:lnTo>
                  <a:pt x="213360" y="255337"/>
                </a:lnTo>
                <a:lnTo>
                  <a:pt x="213360" y="274263"/>
                </a:lnTo>
                <a:lnTo>
                  <a:pt x="213360" y="293189"/>
                </a:lnTo>
                <a:lnTo>
                  <a:pt x="213360" y="312115"/>
                </a:lnTo>
                <a:lnTo>
                  <a:pt x="213360" y="331051"/>
                </a:lnTo>
                <a:lnTo>
                  <a:pt x="213360" y="349977"/>
                </a:lnTo>
                <a:lnTo>
                  <a:pt x="203149" y="362588"/>
                </a:lnTo>
                <a:lnTo>
                  <a:pt x="186214" y="371056"/>
                </a:lnTo>
                <a:lnTo>
                  <a:pt x="169288" y="379514"/>
                </a:lnTo>
                <a:lnTo>
                  <a:pt x="152362" y="387982"/>
                </a:lnTo>
                <a:lnTo>
                  <a:pt x="135436" y="396450"/>
                </a:lnTo>
                <a:lnTo>
                  <a:pt x="118501" y="404908"/>
                </a:lnTo>
                <a:lnTo>
                  <a:pt x="101575" y="413375"/>
                </a:lnTo>
                <a:lnTo>
                  <a:pt x="84649" y="421843"/>
                </a:lnTo>
                <a:lnTo>
                  <a:pt x="67713" y="430301"/>
                </a:lnTo>
                <a:lnTo>
                  <a:pt x="50787" y="438769"/>
                </a:lnTo>
                <a:lnTo>
                  <a:pt x="33861" y="447237"/>
                </a:lnTo>
                <a:lnTo>
                  <a:pt x="16926" y="455695"/>
                </a:lnTo>
                <a:lnTo>
                  <a:pt x="0" y="464163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2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6716DB0C-1664-446B-9294-F5B5C86A2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2448" y="4027170"/>
            <a:ext cx="1740779" cy="106680"/>
          </a:xfrm>
          <a:custGeom xmlns:a="http://schemas.openxmlformats.org/drawingml/2006/main">
            <a:pathLst>
              <a:path w="1740779" h="106680">
                <a:moveTo>
                  <a:pt x="0" y="106680"/>
                </a:moveTo>
                <a:lnTo>
                  <a:pt x="18983" y="106680"/>
                </a:lnTo>
                <a:lnTo>
                  <a:pt x="37967" y="106680"/>
                </a:lnTo>
                <a:lnTo>
                  <a:pt x="56950" y="106680"/>
                </a:lnTo>
                <a:lnTo>
                  <a:pt x="75943" y="106680"/>
                </a:lnTo>
                <a:lnTo>
                  <a:pt x="94926" y="106680"/>
                </a:lnTo>
                <a:lnTo>
                  <a:pt x="113909" y="106680"/>
                </a:lnTo>
                <a:lnTo>
                  <a:pt x="132893" y="106680"/>
                </a:lnTo>
                <a:lnTo>
                  <a:pt x="151876" y="106680"/>
                </a:lnTo>
                <a:lnTo>
                  <a:pt x="170859" y="106680"/>
                </a:lnTo>
                <a:lnTo>
                  <a:pt x="189843" y="106680"/>
                </a:lnTo>
                <a:lnTo>
                  <a:pt x="208836" y="106680"/>
                </a:lnTo>
                <a:lnTo>
                  <a:pt x="227819" y="106680"/>
                </a:lnTo>
                <a:lnTo>
                  <a:pt x="246802" y="106680"/>
                </a:lnTo>
                <a:lnTo>
                  <a:pt x="265786" y="106680"/>
                </a:lnTo>
                <a:lnTo>
                  <a:pt x="284769" y="106680"/>
                </a:lnTo>
                <a:lnTo>
                  <a:pt x="303752" y="106680"/>
                </a:lnTo>
                <a:lnTo>
                  <a:pt x="322736" y="106680"/>
                </a:lnTo>
                <a:lnTo>
                  <a:pt x="341728" y="106680"/>
                </a:lnTo>
                <a:lnTo>
                  <a:pt x="360712" y="106680"/>
                </a:lnTo>
                <a:lnTo>
                  <a:pt x="379695" y="106680"/>
                </a:lnTo>
                <a:lnTo>
                  <a:pt x="398678" y="106680"/>
                </a:lnTo>
                <a:lnTo>
                  <a:pt x="417662" y="106680"/>
                </a:lnTo>
                <a:lnTo>
                  <a:pt x="436645" y="106680"/>
                </a:lnTo>
                <a:lnTo>
                  <a:pt x="455638" y="106680"/>
                </a:lnTo>
                <a:lnTo>
                  <a:pt x="474621" y="106680"/>
                </a:lnTo>
                <a:lnTo>
                  <a:pt x="493605" y="106680"/>
                </a:lnTo>
                <a:lnTo>
                  <a:pt x="512588" y="106680"/>
                </a:lnTo>
                <a:lnTo>
                  <a:pt x="531571" y="106680"/>
                </a:lnTo>
                <a:lnTo>
                  <a:pt x="550555" y="106680"/>
                </a:lnTo>
                <a:lnTo>
                  <a:pt x="569538" y="106680"/>
                </a:lnTo>
                <a:lnTo>
                  <a:pt x="588531" y="106680"/>
                </a:lnTo>
                <a:lnTo>
                  <a:pt x="607514" y="106680"/>
                </a:lnTo>
                <a:lnTo>
                  <a:pt x="626497" y="106680"/>
                </a:lnTo>
                <a:lnTo>
                  <a:pt x="645481" y="106680"/>
                </a:lnTo>
                <a:lnTo>
                  <a:pt x="664464" y="106680"/>
                </a:lnTo>
                <a:lnTo>
                  <a:pt x="683447" y="106680"/>
                </a:lnTo>
                <a:lnTo>
                  <a:pt x="702431" y="106680"/>
                </a:lnTo>
                <a:lnTo>
                  <a:pt x="721424" y="106680"/>
                </a:lnTo>
                <a:lnTo>
                  <a:pt x="740407" y="106680"/>
                </a:lnTo>
                <a:lnTo>
                  <a:pt x="759390" y="106680"/>
                </a:lnTo>
                <a:lnTo>
                  <a:pt x="778373" y="106680"/>
                </a:lnTo>
                <a:lnTo>
                  <a:pt x="797357" y="106680"/>
                </a:lnTo>
                <a:lnTo>
                  <a:pt x="816340" y="106680"/>
                </a:lnTo>
                <a:lnTo>
                  <a:pt x="835323" y="106680"/>
                </a:lnTo>
                <a:lnTo>
                  <a:pt x="854316" y="106680"/>
                </a:lnTo>
                <a:lnTo>
                  <a:pt x="873300" y="106680"/>
                </a:lnTo>
                <a:lnTo>
                  <a:pt x="892283" y="106680"/>
                </a:lnTo>
                <a:lnTo>
                  <a:pt x="911266" y="106680"/>
                </a:lnTo>
                <a:lnTo>
                  <a:pt x="930250" y="106680"/>
                </a:lnTo>
                <a:lnTo>
                  <a:pt x="949233" y="106680"/>
                </a:lnTo>
                <a:lnTo>
                  <a:pt x="968216" y="106680"/>
                </a:lnTo>
                <a:lnTo>
                  <a:pt x="987209" y="106680"/>
                </a:lnTo>
                <a:lnTo>
                  <a:pt x="1006192" y="106680"/>
                </a:lnTo>
                <a:lnTo>
                  <a:pt x="1025176" y="106680"/>
                </a:lnTo>
                <a:lnTo>
                  <a:pt x="1044159" y="106680"/>
                </a:lnTo>
                <a:lnTo>
                  <a:pt x="1063142" y="106680"/>
                </a:lnTo>
                <a:lnTo>
                  <a:pt x="1082126" y="106680"/>
                </a:lnTo>
                <a:lnTo>
                  <a:pt x="1101109" y="106680"/>
                </a:lnTo>
                <a:lnTo>
                  <a:pt x="1120102" y="106680"/>
                </a:lnTo>
                <a:lnTo>
                  <a:pt x="1139085" y="106680"/>
                </a:lnTo>
                <a:lnTo>
                  <a:pt x="1158069" y="106680"/>
                </a:lnTo>
                <a:lnTo>
                  <a:pt x="1177052" y="106680"/>
                </a:lnTo>
                <a:lnTo>
                  <a:pt x="1196035" y="106680"/>
                </a:lnTo>
                <a:lnTo>
                  <a:pt x="1215019" y="106680"/>
                </a:lnTo>
                <a:lnTo>
                  <a:pt x="1234002" y="106680"/>
                </a:lnTo>
                <a:lnTo>
                  <a:pt x="1252995" y="106680"/>
                </a:lnTo>
                <a:lnTo>
                  <a:pt x="1271978" y="106680"/>
                </a:lnTo>
                <a:lnTo>
                  <a:pt x="1290961" y="106680"/>
                </a:lnTo>
                <a:lnTo>
                  <a:pt x="1309945" y="106680"/>
                </a:lnTo>
                <a:lnTo>
                  <a:pt x="1328928" y="106680"/>
                </a:lnTo>
                <a:lnTo>
                  <a:pt x="1347911" y="106680"/>
                </a:lnTo>
                <a:lnTo>
                  <a:pt x="1366904" y="106680"/>
                </a:lnTo>
                <a:lnTo>
                  <a:pt x="1385888" y="106680"/>
                </a:lnTo>
                <a:lnTo>
                  <a:pt x="1404871" y="106680"/>
                </a:lnTo>
                <a:lnTo>
                  <a:pt x="1423854" y="106680"/>
                </a:lnTo>
                <a:lnTo>
                  <a:pt x="1442837" y="106680"/>
                </a:lnTo>
                <a:lnTo>
                  <a:pt x="1461821" y="106680"/>
                </a:lnTo>
                <a:lnTo>
                  <a:pt x="1480804" y="106680"/>
                </a:lnTo>
                <a:lnTo>
                  <a:pt x="1499797" y="106680"/>
                </a:lnTo>
                <a:lnTo>
                  <a:pt x="1518780" y="106680"/>
                </a:lnTo>
                <a:lnTo>
                  <a:pt x="1537011" y="103508"/>
                </a:lnTo>
                <a:lnTo>
                  <a:pt x="1553994" y="95021"/>
                </a:lnTo>
                <a:lnTo>
                  <a:pt x="1570977" y="86525"/>
                </a:lnTo>
                <a:lnTo>
                  <a:pt x="1587951" y="78038"/>
                </a:lnTo>
                <a:lnTo>
                  <a:pt x="1604934" y="69542"/>
                </a:lnTo>
                <a:lnTo>
                  <a:pt x="1621917" y="61055"/>
                </a:lnTo>
                <a:lnTo>
                  <a:pt x="1638900" y="52568"/>
                </a:lnTo>
                <a:lnTo>
                  <a:pt x="1655874" y="44072"/>
                </a:lnTo>
                <a:lnTo>
                  <a:pt x="1672857" y="35585"/>
                </a:lnTo>
                <a:lnTo>
                  <a:pt x="1689840" y="27099"/>
                </a:lnTo>
                <a:lnTo>
                  <a:pt x="1706813" y="18602"/>
                </a:lnTo>
                <a:lnTo>
                  <a:pt x="1723796" y="10116"/>
                </a:lnTo>
                <a:lnTo>
                  <a:pt x="1740779" y="1629"/>
                </a:lnTo>
                <a:lnTo>
                  <a:pt x="1728673" y="0"/>
                </a:lnTo>
                <a:lnTo>
                  <a:pt x="1709690" y="0"/>
                </a:lnTo>
                <a:lnTo>
                  <a:pt x="1690707" y="0"/>
                </a:lnTo>
                <a:lnTo>
                  <a:pt x="1671723" y="0"/>
                </a:lnTo>
                <a:lnTo>
                  <a:pt x="1652740" y="0"/>
                </a:lnTo>
                <a:lnTo>
                  <a:pt x="1633747" y="0"/>
                </a:lnTo>
                <a:lnTo>
                  <a:pt x="1614764" y="0"/>
                </a:lnTo>
                <a:lnTo>
                  <a:pt x="1595780" y="0"/>
                </a:lnTo>
                <a:lnTo>
                  <a:pt x="1576797" y="0"/>
                </a:lnTo>
                <a:lnTo>
                  <a:pt x="1557814" y="0"/>
                </a:lnTo>
                <a:lnTo>
                  <a:pt x="1538830" y="0"/>
                </a:lnTo>
                <a:lnTo>
                  <a:pt x="1519847" y="0"/>
                </a:lnTo>
                <a:lnTo>
                  <a:pt x="1500854" y="0"/>
                </a:lnTo>
                <a:lnTo>
                  <a:pt x="1481871" y="0"/>
                </a:lnTo>
                <a:lnTo>
                  <a:pt x="1462888" y="0"/>
                </a:lnTo>
                <a:lnTo>
                  <a:pt x="1443904" y="0"/>
                </a:lnTo>
                <a:lnTo>
                  <a:pt x="1424921" y="0"/>
                </a:lnTo>
                <a:lnTo>
                  <a:pt x="1405938" y="0"/>
                </a:lnTo>
                <a:lnTo>
                  <a:pt x="1386954" y="0"/>
                </a:lnTo>
                <a:lnTo>
                  <a:pt x="1367961" y="0"/>
                </a:lnTo>
                <a:lnTo>
                  <a:pt x="1348978" y="0"/>
                </a:lnTo>
                <a:lnTo>
                  <a:pt x="1329995" y="0"/>
                </a:lnTo>
                <a:lnTo>
                  <a:pt x="1311011" y="0"/>
                </a:lnTo>
                <a:lnTo>
                  <a:pt x="1292028" y="0"/>
                </a:lnTo>
                <a:lnTo>
                  <a:pt x="1273045" y="0"/>
                </a:lnTo>
                <a:lnTo>
                  <a:pt x="1254062" y="0"/>
                </a:lnTo>
                <a:lnTo>
                  <a:pt x="1235069" y="0"/>
                </a:lnTo>
                <a:lnTo>
                  <a:pt x="1216085" y="0"/>
                </a:lnTo>
                <a:lnTo>
                  <a:pt x="1197102" y="0"/>
                </a:lnTo>
                <a:lnTo>
                  <a:pt x="1178119" y="0"/>
                </a:lnTo>
                <a:lnTo>
                  <a:pt x="1159135" y="0"/>
                </a:lnTo>
                <a:lnTo>
                  <a:pt x="1140152" y="0"/>
                </a:lnTo>
                <a:lnTo>
                  <a:pt x="1121169" y="0"/>
                </a:lnTo>
                <a:lnTo>
                  <a:pt x="1102176" y="0"/>
                </a:lnTo>
                <a:lnTo>
                  <a:pt x="1083193" y="0"/>
                </a:lnTo>
                <a:lnTo>
                  <a:pt x="1064209" y="0"/>
                </a:lnTo>
                <a:lnTo>
                  <a:pt x="1045226" y="0"/>
                </a:lnTo>
                <a:lnTo>
                  <a:pt x="1026243" y="0"/>
                </a:lnTo>
                <a:lnTo>
                  <a:pt x="1007259" y="0"/>
                </a:lnTo>
                <a:lnTo>
                  <a:pt x="988276" y="0"/>
                </a:lnTo>
                <a:lnTo>
                  <a:pt x="969283" y="0"/>
                </a:lnTo>
                <a:lnTo>
                  <a:pt x="950300" y="0"/>
                </a:lnTo>
                <a:lnTo>
                  <a:pt x="931316" y="0"/>
                </a:lnTo>
                <a:lnTo>
                  <a:pt x="912333" y="0"/>
                </a:lnTo>
                <a:lnTo>
                  <a:pt x="893350" y="0"/>
                </a:lnTo>
                <a:lnTo>
                  <a:pt x="874366" y="0"/>
                </a:lnTo>
                <a:lnTo>
                  <a:pt x="855383" y="0"/>
                </a:lnTo>
                <a:lnTo>
                  <a:pt x="836390" y="0"/>
                </a:lnTo>
                <a:lnTo>
                  <a:pt x="817407" y="0"/>
                </a:lnTo>
                <a:lnTo>
                  <a:pt x="798424" y="0"/>
                </a:lnTo>
                <a:lnTo>
                  <a:pt x="779440" y="0"/>
                </a:lnTo>
                <a:lnTo>
                  <a:pt x="760457" y="0"/>
                </a:lnTo>
                <a:lnTo>
                  <a:pt x="741474" y="0"/>
                </a:lnTo>
                <a:lnTo>
                  <a:pt x="722490" y="0"/>
                </a:lnTo>
                <a:lnTo>
                  <a:pt x="703497" y="0"/>
                </a:lnTo>
                <a:lnTo>
                  <a:pt x="684514" y="0"/>
                </a:lnTo>
                <a:lnTo>
                  <a:pt x="665531" y="0"/>
                </a:lnTo>
                <a:lnTo>
                  <a:pt x="646547" y="0"/>
                </a:lnTo>
                <a:lnTo>
                  <a:pt x="627564" y="0"/>
                </a:lnTo>
                <a:lnTo>
                  <a:pt x="608581" y="0"/>
                </a:lnTo>
                <a:lnTo>
                  <a:pt x="589588" y="0"/>
                </a:lnTo>
                <a:lnTo>
                  <a:pt x="570605" y="0"/>
                </a:lnTo>
                <a:lnTo>
                  <a:pt x="551621" y="0"/>
                </a:lnTo>
                <a:lnTo>
                  <a:pt x="532638" y="0"/>
                </a:lnTo>
                <a:lnTo>
                  <a:pt x="513655" y="0"/>
                </a:lnTo>
                <a:lnTo>
                  <a:pt x="494671" y="0"/>
                </a:lnTo>
                <a:lnTo>
                  <a:pt x="475688" y="0"/>
                </a:lnTo>
                <a:lnTo>
                  <a:pt x="456695" y="0"/>
                </a:lnTo>
                <a:lnTo>
                  <a:pt x="437712" y="0"/>
                </a:lnTo>
                <a:lnTo>
                  <a:pt x="418729" y="0"/>
                </a:lnTo>
                <a:lnTo>
                  <a:pt x="399745" y="0"/>
                </a:lnTo>
                <a:lnTo>
                  <a:pt x="380762" y="0"/>
                </a:lnTo>
                <a:lnTo>
                  <a:pt x="361779" y="0"/>
                </a:lnTo>
                <a:lnTo>
                  <a:pt x="342795" y="0"/>
                </a:lnTo>
                <a:lnTo>
                  <a:pt x="323802" y="0"/>
                </a:lnTo>
                <a:lnTo>
                  <a:pt x="305029" y="1238"/>
                </a:lnTo>
                <a:lnTo>
                  <a:pt x="287084" y="7439"/>
                </a:lnTo>
                <a:lnTo>
                  <a:pt x="269148" y="13640"/>
                </a:lnTo>
                <a:lnTo>
                  <a:pt x="251203" y="19841"/>
                </a:lnTo>
                <a:lnTo>
                  <a:pt x="233258" y="26051"/>
                </a:lnTo>
                <a:lnTo>
                  <a:pt x="215313" y="32252"/>
                </a:lnTo>
                <a:lnTo>
                  <a:pt x="197368" y="38452"/>
                </a:lnTo>
                <a:lnTo>
                  <a:pt x="179432" y="44653"/>
                </a:lnTo>
                <a:lnTo>
                  <a:pt x="161487" y="50854"/>
                </a:lnTo>
                <a:lnTo>
                  <a:pt x="143542" y="57064"/>
                </a:lnTo>
                <a:lnTo>
                  <a:pt x="125597" y="63265"/>
                </a:lnTo>
                <a:lnTo>
                  <a:pt x="107661" y="69466"/>
                </a:lnTo>
                <a:lnTo>
                  <a:pt x="89716" y="75667"/>
                </a:lnTo>
                <a:lnTo>
                  <a:pt x="71771" y="81867"/>
                </a:lnTo>
                <a:lnTo>
                  <a:pt x="53826" y="88068"/>
                </a:lnTo>
                <a:lnTo>
                  <a:pt x="35890" y="94278"/>
                </a:lnTo>
                <a:lnTo>
                  <a:pt x="17945" y="100479"/>
                </a:lnTo>
                <a:lnTo>
                  <a:pt x="0" y="106680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3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834ACA3A-DF89-40CA-A25F-FE8FCEDC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3410" y="4027170"/>
            <a:ext cx="1586865" cy="106680"/>
          </a:xfrm>
          <a:custGeom xmlns:a="http://schemas.openxmlformats.org/drawingml/2006/main">
            <a:pathLst>
              <a:path w="1586865" h="106680">
                <a:moveTo>
                  <a:pt x="0" y="106680"/>
                </a:moveTo>
                <a:lnTo>
                  <a:pt x="18964" y="106680"/>
                </a:lnTo>
                <a:lnTo>
                  <a:pt x="37919" y="106680"/>
                </a:lnTo>
                <a:lnTo>
                  <a:pt x="56874" y="106680"/>
                </a:lnTo>
                <a:lnTo>
                  <a:pt x="75838" y="106680"/>
                </a:lnTo>
                <a:lnTo>
                  <a:pt x="94793" y="106680"/>
                </a:lnTo>
                <a:lnTo>
                  <a:pt x="113757" y="106680"/>
                </a:lnTo>
                <a:lnTo>
                  <a:pt x="132712" y="106680"/>
                </a:lnTo>
                <a:lnTo>
                  <a:pt x="151676" y="106680"/>
                </a:lnTo>
                <a:lnTo>
                  <a:pt x="170631" y="106680"/>
                </a:lnTo>
                <a:lnTo>
                  <a:pt x="189595" y="106680"/>
                </a:lnTo>
                <a:lnTo>
                  <a:pt x="208550" y="106680"/>
                </a:lnTo>
                <a:lnTo>
                  <a:pt x="227514" y="106680"/>
                </a:lnTo>
                <a:lnTo>
                  <a:pt x="246469" y="106680"/>
                </a:lnTo>
                <a:lnTo>
                  <a:pt x="265433" y="106680"/>
                </a:lnTo>
                <a:lnTo>
                  <a:pt x="284388" y="106680"/>
                </a:lnTo>
                <a:lnTo>
                  <a:pt x="303352" y="106680"/>
                </a:lnTo>
                <a:lnTo>
                  <a:pt x="322307" y="106680"/>
                </a:lnTo>
                <a:lnTo>
                  <a:pt x="341271" y="106680"/>
                </a:lnTo>
                <a:lnTo>
                  <a:pt x="360226" y="106680"/>
                </a:lnTo>
                <a:lnTo>
                  <a:pt x="379190" y="106680"/>
                </a:lnTo>
                <a:lnTo>
                  <a:pt x="398145" y="106680"/>
                </a:lnTo>
                <a:lnTo>
                  <a:pt x="417109" y="106680"/>
                </a:lnTo>
                <a:lnTo>
                  <a:pt x="436064" y="106680"/>
                </a:lnTo>
                <a:lnTo>
                  <a:pt x="455028" y="106680"/>
                </a:lnTo>
                <a:lnTo>
                  <a:pt x="473983" y="106680"/>
                </a:lnTo>
                <a:lnTo>
                  <a:pt x="492947" y="106680"/>
                </a:lnTo>
                <a:lnTo>
                  <a:pt x="511902" y="106680"/>
                </a:lnTo>
                <a:lnTo>
                  <a:pt x="530866" y="106680"/>
                </a:lnTo>
                <a:lnTo>
                  <a:pt x="549821" y="106680"/>
                </a:lnTo>
                <a:lnTo>
                  <a:pt x="568785" y="106680"/>
                </a:lnTo>
                <a:lnTo>
                  <a:pt x="587740" y="106680"/>
                </a:lnTo>
                <a:lnTo>
                  <a:pt x="606704" y="106680"/>
                </a:lnTo>
                <a:lnTo>
                  <a:pt x="625659" y="106680"/>
                </a:lnTo>
                <a:lnTo>
                  <a:pt x="644623" y="106680"/>
                </a:lnTo>
                <a:lnTo>
                  <a:pt x="663578" y="106680"/>
                </a:lnTo>
                <a:lnTo>
                  <a:pt x="682542" y="106680"/>
                </a:lnTo>
                <a:lnTo>
                  <a:pt x="701497" y="106680"/>
                </a:lnTo>
                <a:lnTo>
                  <a:pt x="720461" y="106680"/>
                </a:lnTo>
                <a:lnTo>
                  <a:pt x="739416" y="106680"/>
                </a:lnTo>
                <a:lnTo>
                  <a:pt x="758381" y="106680"/>
                </a:lnTo>
                <a:lnTo>
                  <a:pt x="777335" y="106680"/>
                </a:lnTo>
                <a:lnTo>
                  <a:pt x="796300" y="106680"/>
                </a:lnTo>
                <a:lnTo>
                  <a:pt x="815254" y="106680"/>
                </a:lnTo>
                <a:lnTo>
                  <a:pt x="834219" y="106680"/>
                </a:lnTo>
                <a:lnTo>
                  <a:pt x="853173" y="106680"/>
                </a:lnTo>
                <a:lnTo>
                  <a:pt x="872138" y="106680"/>
                </a:lnTo>
                <a:lnTo>
                  <a:pt x="891092" y="106680"/>
                </a:lnTo>
                <a:lnTo>
                  <a:pt x="910057" y="106680"/>
                </a:lnTo>
                <a:lnTo>
                  <a:pt x="929011" y="106680"/>
                </a:lnTo>
                <a:lnTo>
                  <a:pt x="947976" y="106680"/>
                </a:lnTo>
                <a:lnTo>
                  <a:pt x="966930" y="106680"/>
                </a:lnTo>
                <a:lnTo>
                  <a:pt x="985895" y="106680"/>
                </a:lnTo>
                <a:lnTo>
                  <a:pt x="1004849" y="106680"/>
                </a:lnTo>
                <a:lnTo>
                  <a:pt x="1023814" y="106680"/>
                </a:lnTo>
                <a:lnTo>
                  <a:pt x="1042768" y="106680"/>
                </a:lnTo>
                <a:lnTo>
                  <a:pt x="1061733" y="106680"/>
                </a:lnTo>
                <a:lnTo>
                  <a:pt x="1080687" y="106680"/>
                </a:lnTo>
                <a:lnTo>
                  <a:pt x="1099652" y="106680"/>
                </a:lnTo>
                <a:lnTo>
                  <a:pt x="1118606" y="106680"/>
                </a:lnTo>
                <a:lnTo>
                  <a:pt x="1137571" y="106680"/>
                </a:lnTo>
                <a:lnTo>
                  <a:pt x="1156526" y="106680"/>
                </a:lnTo>
                <a:lnTo>
                  <a:pt x="1175490" y="106680"/>
                </a:lnTo>
                <a:lnTo>
                  <a:pt x="1194445" y="106680"/>
                </a:lnTo>
                <a:lnTo>
                  <a:pt x="1213409" y="106680"/>
                </a:lnTo>
                <a:lnTo>
                  <a:pt x="1232364" y="106680"/>
                </a:lnTo>
                <a:lnTo>
                  <a:pt x="1251328" y="106680"/>
                </a:lnTo>
                <a:lnTo>
                  <a:pt x="1270283" y="106680"/>
                </a:lnTo>
                <a:lnTo>
                  <a:pt x="1289247" y="106680"/>
                </a:lnTo>
                <a:lnTo>
                  <a:pt x="1308202" y="106680"/>
                </a:lnTo>
                <a:lnTo>
                  <a:pt x="1327166" y="106680"/>
                </a:lnTo>
                <a:lnTo>
                  <a:pt x="1346121" y="106680"/>
                </a:lnTo>
                <a:lnTo>
                  <a:pt x="1365085" y="106680"/>
                </a:lnTo>
                <a:lnTo>
                  <a:pt x="1382487" y="99955"/>
                </a:lnTo>
                <a:lnTo>
                  <a:pt x="1399518" y="91630"/>
                </a:lnTo>
                <a:lnTo>
                  <a:pt x="1416548" y="83296"/>
                </a:lnTo>
                <a:lnTo>
                  <a:pt x="1433579" y="74971"/>
                </a:lnTo>
                <a:lnTo>
                  <a:pt x="1450610" y="66637"/>
                </a:lnTo>
                <a:lnTo>
                  <a:pt x="1467641" y="58312"/>
                </a:lnTo>
                <a:lnTo>
                  <a:pt x="1484671" y="49978"/>
                </a:lnTo>
                <a:lnTo>
                  <a:pt x="1501712" y="41653"/>
                </a:lnTo>
                <a:lnTo>
                  <a:pt x="1518742" y="33318"/>
                </a:lnTo>
                <a:lnTo>
                  <a:pt x="1535773" y="24994"/>
                </a:lnTo>
                <a:lnTo>
                  <a:pt x="1552804" y="16659"/>
                </a:lnTo>
                <a:lnTo>
                  <a:pt x="1569834" y="8334"/>
                </a:lnTo>
                <a:lnTo>
                  <a:pt x="15868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4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F78CFBAE-40D4-4984-8C53-9BE40780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6305" y="4027170"/>
            <a:ext cx="12839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5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AEC6C81E-49A3-47A8-A32B-53CD05D5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2830" y="3667573"/>
            <a:ext cx="119063" cy="193424"/>
          </a:xfrm>
          <a:custGeom xmlns:a="http://schemas.openxmlformats.org/drawingml/2006/main">
            <a:pathLst>
              <a:path w="119063" h="193424">
                <a:moveTo>
                  <a:pt x="0" y="82420"/>
                </a:moveTo>
                <a:lnTo>
                  <a:pt x="0" y="98450"/>
                </a:lnTo>
                <a:lnTo>
                  <a:pt x="0" y="114491"/>
                </a:lnTo>
                <a:lnTo>
                  <a:pt x="0" y="130521"/>
                </a:lnTo>
                <a:lnTo>
                  <a:pt x="0" y="146552"/>
                </a:lnTo>
                <a:lnTo>
                  <a:pt x="0" y="162582"/>
                </a:lnTo>
                <a:lnTo>
                  <a:pt x="0" y="178613"/>
                </a:lnTo>
                <a:lnTo>
                  <a:pt x="638" y="193424"/>
                </a:lnTo>
                <a:lnTo>
                  <a:pt x="13792" y="184261"/>
                </a:lnTo>
                <a:lnTo>
                  <a:pt x="26956" y="175108"/>
                </a:lnTo>
                <a:lnTo>
                  <a:pt x="40110" y="165945"/>
                </a:lnTo>
                <a:lnTo>
                  <a:pt x="53273" y="156791"/>
                </a:lnTo>
                <a:lnTo>
                  <a:pt x="66427" y="147628"/>
                </a:lnTo>
                <a:lnTo>
                  <a:pt x="79591" y="138474"/>
                </a:lnTo>
                <a:lnTo>
                  <a:pt x="92745" y="129311"/>
                </a:lnTo>
                <a:lnTo>
                  <a:pt x="105908" y="120158"/>
                </a:lnTo>
                <a:lnTo>
                  <a:pt x="119063" y="110995"/>
                </a:lnTo>
                <a:lnTo>
                  <a:pt x="119063" y="94964"/>
                </a:lnTo>
                <a:lnTo>
                  <a:pt x="119063" y="78934"/>
                </a:lnTo>
                <a:lnTo>
                  <a:pt x="119063" y="62903"/>
                </a:lnTo>
                <a:lnTo>
                  <a:pt x="119063" y="46873"/>
                </a:lnTo>
                <a:lnTo>
                  <a:pt x="119063" y="30842"/>
                </a:lnTo>
                <a:lnTo>
                  <a:pt x="119063" y="14811"/>
                </a:lnTo>
                <a:lnTo>
                  <a:pt x="118424" y="0"/>
                </a:lnTo>
                <a:lnTo>
                  <a:pt x="105270" y="9154"/>
                </a:lnTo>
                <a:lnTo>
                  <a:pt x="92107" y="18317"/>
                </a:lnTo>
                <a:lnTo>
                  <a:pt x="78953" y="27470"/>
                </a:lnTo>
                <a:lnTo>
                  <a:pt x="65789" y="36633"/>
                </a:lnTo>
                <a:lnTo>
                  <a:pt x="52635" y="45787"/>
                </a:lnTo>
                <a:lnTo>
                  <a:pt x="39472" y="54950"/>
                </a:lnTo>
                <a:lnTo>
                  <a:pt x="26318" y="64103"/>
                </a:lnTo>
                <a:lnTo>
                  <a:pt x="13154" y="73266"/>
                </a:lnTo>
                <a:lnTo>
                  <a:pt x="0" y="82420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6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D82072A2-845C-4AD0-8C52-247133AD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73115" y="3667125"/>
            <a:ext cx="1644482" cy="82868"/>
          </a:xfrm>
          <a:custGeom xmlns:a="http://schemas.openxmlformats.org/drawingml/2006/main">
            <a:pathLst>
              <a:path w="1644482" h="82868">
                <a:moveTo>
                  <a:pt x="0" y="82868"/>
                </a:moveTo>
                <a:lnTo>
                  <a:pt x="18974" y="82868"/>
                </a:lnTo>
                <a:lnTo>
                  <a:pt x="37948" y="82868"/>
                </a:lnTo>
                <a:lnTo>
                  <a:pt x="56912" y="82868"/>
                </a:lnTo>
                <a:lnTo>
                  <a:pt x="75886" y="82868"/>
                </a:lnTo>
                <a:lnTo>
                  <a:pt x="94859" y="82868"/>
                </a:lnTo>
                <a:lnTo>
                  <a:pt x="113833" y="82868"/>
                </a:lnTo>
                <a:lnTo>
                  <a:pt x="132807" y="82868"/>
                </a:lnTo>
                <a:lnTo>
                  <a:pt x="151781" y="82868"/>
                </a:lnTo>
                <a:lnTo>
                  <a:pt x="170745" y="82868"/>
                </a:lnTo>
                <a:lnTo>
                  <a:pt x="189719" y="82868"/>
                </a:lnTo>
                <a:lnTo>
                  <a:pt x="208693" y="82868"/>
                </a:lnTo>
                <a:lnTo>
                  <a:pt x="227667" y="82868"/>
                </a:lnTo>
                <a:lnTo>
                  <a:pt x="246640" y="82868"/>
                </a:lnTo>
                <a:lnTo>
                  <a:pt x="265605" y="82868"/>
                </a:lnTo>
                <a:lnTo>
                  <a:pt x="284578" y="82868"/>
                </a:lnTo>
                <a:lnTo>
                  <a:pt x="303552" y="82868"/>
                </a:lnTo>
                <a:lnTo>
                  <a:pt x="322526" y="82868"/>
                </a:lnTo>
                <a:lnTo>
                  <a:pt x="341500" y="82868"/>
                </a:lnTo>
                <a:lnTo>
                  <a:pt x="360474" y="82868"/>
                </a:lnTo>
                <a:lnTo>
                  <a:pt x="379438" y="82868"/>
                </a:lnTo>
                <a:lnTo>
                  <a:pt x="398412" y="82868"/>
                </a:lnTo>
                <a:lnTo>
                  <a:pt x="417386" y="82868"/>
                </a:lnTo>
                <a:lnTo>
                  <a:pt x="436359" y="82868"/>
                </a:lnTo>
                <a:lnTo>
                  <a:pt x="455333" y="82868"/>
                </a:lnTo>
                <a:lnTo>
                  <a:pt x="474297" y="82868"/>
                </a:lnTo>
                <a:lnTo>
                  <a:pt x="493271" y="82868"/>
                </a:lnTo>
                <a:lnTo>
                  <a:pt x="512245" y="82868"/>
                </a:lnTo>
                <a:lnTo>
                  <a:pt x="531219" y="82868"/>
                </a:lnTo>
                <a:lnTo>
                  <a:pt x="550193" y="82868"/>
                </a:lnTo>
                <a:lnTo>
                  <a:pt x="569166" y="82868"/>
                </a:lnTo>
                <a:lnTo>
                  <a:pt x="588131" y="82868"/>
                </a:lnTo>
                <a:lnTo>
                  <a:pt x="607104" y="82868"/>
                </a:lnTo>
                <a:lnTo>
                  <a:pt x="626078" y="82868"/>
                </a:lnTo>
                <a:lnTo>
                  <a:pt x="645052" y="82868"/>
                </a:lnTo>
                <a:lnTo>
                  <a:pt x="664026" y="82868"/>
                </a:lnTo>
                <a:lnTo>
                  <a:pt x="682990" y="82868"/>
                </a:lnTo>
                <a:lnTo>
                  <a:pt x="701964" y="82868"/>
                </a:lnTo>
                <a:lnTo>
                  <a:pt x="720938" y="82868"/>
                </a:lnTo>
                <a:lnTo>
                  <a:pt x="739912" y="82868"/>
                </a:lnTo>
                <a:lnTo>
                  <a:pt x="758885" y="82868"/>
                </a:lnTo>
                <a:lnTo>
                  <a:pt x="777850" y="82868"/>
                </a:lnTo>
                <a:lnTo>
                  <a:pt x="796823" y="82868"/>
                </a:lnTo>
                <a:lnTo>
                  <a:pt x="815797" y="82868"/>
                </a:lnTo>
                <a:lnTo>
                  <a:pt x="834771" y="82868"/>
                </a:lnTo>
                <a:lnTo>
                  <a:pt x="853745" y="82868"/>
                </a:lnTo>
                <a:lnTo>
                  <a:pt x="872719" y="82868"/>
                </a:lnTo>
                <a:lnTo>
                  <a:pt x="891683" y="82868"/>
                </a:lnTo>
                <a:lnTo>
                  <a:pt x="910657" y="82868"/>
                </a:lnTo>
                <a:lnTo>
                  <a:pt x="929630" y="82868"/>
                </a:lnTo>
                <a:lnTo>
                  <a:pt x="948604" y="82868"/>
                </a:lnTo>
                <a:lnTo>
                  <a:pt x="967578" y="82868"/>
                </a:lnTo>
                <a:lnTo>
                  <a:pt x="986542" y="82868"/>
                </a:lnTo>
                <a:lnTo>
                  <a:pt x="1005516" y="82868"/>
                </a:lnTo>
                <a:lnTo>
                  <a:pt x="1024490" y="82868"/>
                </a:lnTo>
                <a:lnTo>
                  <a:pt x="1043464" y="82868"/>
                </a:lnTo>
                <a:lnTo>
                  <a:pt x="1062438" y="82868"/>
                </a:lnTo>
                <a:lnTo>
                  <a:pt x="1081411" y="82868"/>
                </a:lnTo>
                <a:lnTo>
                  <a:pt x="1100376" y="82868"/>
                </a:lnTo>
                <a:lnTo>
                  <a:pt x="1119349" y="82868"/>
                </a:lnTo>
                <a:lnTo>
                  <a:pt x="1138323" y="82868"/>
                </a:lnTo>
                <a:lnTo>
                  <a:pt x="1157297" y="82868"/>
                </a:lnTo>
                <a:lnTo>
                  <a:pt x="1176271" y="82868"/>
                </a:lnTo>
                <a:lnTo>
                  <a:pt x="1195235" y="82868"/>
                </a:lnTo>
                <a:lnTo>
                  <a:pt x="1214209" y="82868"/>
                </a:lnTo>
                <a:lnTo>
                  <a:pt x="1233183" y="82868"/>
                </a:lnTo>
                <a:lnTo>
                  <a:pt x="1252157" y="82868"/>
                </a:lnTo>
                <a:lnTo>
                  <a:pt x="1271130" y="82868"/>
                </a:lnTo>
                <a:lnTo>
                  <a:pt x="1290104" y="82868"/>
                </a:lnTo>
                <a:lnTo>
                  <a:pt x="1309068" y="82868"/>
                </a:lnTo>
                <a:lnTo>
                  <a:pt x="1328042" y="82868"/>
                </a:lnTo>
                <a:lnTo>
                  <a:pt x="1347016" y="82868"/>
                </a:lnTo>
                <a:lnTo>
                  <a:pt x="1365990" y="82868"/>
                </a:lnTo>
                <a:lnTo>
                  <a:pt x="1384964" y="82868"/>
                </a:lnTo>
                <a:lnTo>
                  <a:pt x="1403928" y="82868"/>
                </a:lnTo>
                <a:lnTo>
                  <a:pt x="1422902" y="82868"/>
                </a:lnTo>
                <a:lnTo>
                  <a:pt x="1441875" y="82868"/>
                </a:lnTo>
                <a:lnTo>
                  <a:pt x="1460849" y="82868"/>
                </a:lnTo>
                <a:lnTo>
                  <a:pt x="1479823" y="82868"/>
                </a:lnTo>
                <a:lnTo>
                  <a:pt x="1498797" y="82868"/>
                </a:lnTo>
                <a:lnTo>
                  <a:pt x="1517761" y="82868"/>
                </a:lnTo>
                <a:lnTo>
                  <a:pt x="1535478" y="78857"/>
                </a:lnTo>
                <a:lnTo>
                  <a:pt x="1551051" y="68018"/>
                </a:lnTo>
                <a:lnTo>
                  <a:pt x="1566624" y="57179"/>
                </a:lnTo>
                <a:lnTo>
                  <a:pt x="1582198" y="46339"/>
                </a:lnTo>
                <a:lnTo>
                  <a:pt x="1597762" y="35509"/>
                </a:lnTo>
                <a:lnTo>
                  <a:pt x="1613335" y="24670"/>
                </a:lnTo>
                <a:lnTo>
                  <a:pt x="1628908" y="13830"/>
                </a:lnTo>
                <a:lnTo>
                  <a:pt x="1644482" y="2991"/>
                </a:lnTo>
                <a:lnTo>
                  <a:pt x="1635042" y="0"/>
                </a:lnTo>
                <a:lnTo>
                  <a:pt x="1616069" y="0"/>
                </a:lnTo>
                <a:lnTo>
                  <a:pt x="1597095" y="0"/>
                </a:lnTo>
                <a:lnTo>
                  <a:pt x="1578121" y="0"/>
                </a:lnTo>
                <a:lnTo>
                  <a:pt x="1559157" y="0"/>
                </a:lnTo>
                <a:lnTo>
                  <a:pt x="1540183" y="0"/>
                </a:lnTo>
                <a:lnTo>
                  <a:pt x="1521209" y="0"/>
                </a:lnTo>
                <a:lnTo>
                  <a:pt x="1502235" y="0"/>
                </a:lnTo>
                <a:lnTo>
                  <a:pt x="1483262" y="0"/>
                </a:lnTo>
                <a:lnTo>
                  <a:pt x="1464297" y="0"/>
                </a:lnTo>
                <a:lnTo>
                  <a:pt x="1445324" y="0"/>
                </a:lnTo>
                <a:lnTo>
                  <a:pt x="1426350" y="0"/>
                </a:lnTo>
                <a:lnTo>
                  <a:pt x="1407376" y="0"/>
                </a:lnTo>
                <a:lnTo>
                  <a:pt x="1388402" y="0"/>
                </a:lnTo>
                <a:lnTo>
                  <a:pt x="1369428" y="0"/>
                </a:lnTo>
                <a:lnTo>
                  <a:pt x="1350464" y="0"/>
                </a:lnTo>
                <a:lnTo>
                  <a:pt x="1331490" y="0"/>
                </a:lnTo>
                <a:lnTo>
                  <a:pt x="1312516" y="0"/>
                </a:lnTo>
                <a:lnTo>
                  <a:pt x="1293543" y="0"/>
                </a:lnTo>
                <a:lnTo>
                  <a:pt x="1274569" y="0"/>
                </a:lnTo>
                <a:lnTo>
                  <a:pt x="1255605" y="0"/>
                </a:lnTo>
                <a:lnTo>
                  <a:pt x="1236631" y="0"/>
                </a:lnTo>
                <a:lnTo>
                  <a:pt x="1217657" y="0"/>
                </a:lnTo>
                <a:lnTo>
                  <a:pt x="1198683" y="0"/>
                </a:lnTo>
                <a:lnTo>
                  <a:pt x="1179709" y="0"/>
                </a:lnTo>
                <a:lnTo>
                  <a:pt x="1160736" y="0"/>
                </a:lnTo>
                <a:lnTo>
                  <a:pt x="1141771" y="0"/>
                </a:lnTo>
                <a:lnTo>
                  <a:pt x="1122797" y="0"/>
                </a:lnTo>
                <a:lnTo>
                  <a:pt x="1103824" y="0"/>
                </a:lnTo>
                <a:lnTo>
                  <a:pt x="1084850" y="0"/>
                </a:lnTo>
                <a:lnTo>
                  <a:pt x="1065876" y="0"/>
                </a:lnTo>
                <a:lnTo>
                  <a:pt x="1046912" y="0"/>
                </a:lnTo>
                <a:lnTo>
                  <a:pt x="1027938" y="0"/>
                </a:lnTo>
                <a:lnTo>
                  <a:pt x="1008964" y="0"/>
                </a:lnTo>
                <a:lnTo>
                  <a:pt x="989990" y="0"/>
                </a:lnTo>
                <a:lnTo>
                  <a:pt x="971017" y="0"/>
                </a:lnTo>
                <a:lnTo>
                  <a:pt x="952052" y="0"/>
                </a:lnTo>
                <a:lnTo>
                  <a:pt x="933079" y="0"/>
                </a:lnTo>
                <a:lnTo>
                  <a:pt x="914105" y="0"/>
                </a:lnTo>
                <a:lnTo>
                  <a:pt x="895131" y="0"/>
                </a:lnTo>
                <a:lnTo>
                  <a:pt x="876157" y="0"/>
                </a:lnTo>
                <a:lnTo>
                  <a:pt x="857183" y="0"/>
                </a:lnTo>
                <a:lnTo>
                  <a:pt x="838219" y="0"/>
                </a:lnTo>
                <a:lnTo>
                  <a:pt x="819245" y="0"/>
                </a:lnTo>
                <a:lnTo>
                  <a:pt x="800271" y="0"/>
                </a:lnTo>
                <a:lnTo>
                  <a:pt x="781298" y="0"/>
                </a:lnTo>
                <a:lnTo>
                  <a:pt x="762324" y="0"/>
                </a:lnTo>
                <a:lnTo>
                  <a:pt x="743360" y="0"/>
                </a:lnTo>
                <a:lnTo>
                  <a:pt x="724386" y="0"/>
                </a:lnTo>
                <a:lnTo>
                  <a:pt x="705412" y="0"/>
                </a:lnTo>
                <a:lnTo>
                  <a:pt x="686438" y="0"/>
                </a:lnTo>
                <a:lnTo>
                  <a:pt x="667464" y="0"/>
                </a:lnTo>
                <a:lnTo>
                  <a:pt x="648491" y="0"/>
                </a:lnTo>
                <a:lnTo>
                  <a:pt x="629526" y="0"/>
                </a:lnTo>
                <a:lnTo>
                  <a:pt x="610553" y="0"/>
                </a:lnTo>
                <a:lnTo>
                  <a:pt x="591579" y="0"/>
                </a:lnTo>
                <a:lnTo>
                  <a:pt x="572605" y="0"/>
                </a:lnTo>
                <a:lnTo>
                  <a:pt x="553631" y="0"/>
                </a:lnTo>
                <a:lnTo>
                  <a:pt x="534667" y="0"/>
                </a:lnTo>
                <a:lnTo>
                  <a:pt x="515693" y="0"/>
                </a:lnTo>
                <a:lnTo>
                  <a:pt x="496719" y="0"/>
                </a:lnTo>
                <a:lnTo>
                  <a:pt x="477745" y="0"/>
                </a:lnTo>
                <a:lnTo>
                  <a:pt x="458772" y="0"/>
                </a:lnTo>
                <a:lnTo>
                  <a:pt x="439798" y="0"/>
                </a:lnTo>
                <a:lnTo>
                  <a:pt x="420834" y="0"/>
                </a:lnTo>
                <a:lnTo>
                  <a:pt x="401860" y="0"/>
                </a:lnTo>
                <a:lnTo>
                  <a:pt x="382886" y="0"/>
                </a:lnTo>
                <a:lnTo>
                  <a:pt x="363912" y="0"/>
                </a:lnTo>
                <a:lnTo>
                  <a:pt x="344938" y="0"/>
                </a:lnTo>
                <a:lnTo>
                  <a:pt x="325974" y="0"/>
                </a:lnTo>
                <a:lnTo>
                  <a:pt x="307000" y="0"/>
                </a:lnTo>
                <a:lnTo>
                  <a:pt x="288026" y="0"/>
                </a:lnTo>
                <a:lnTo>
                  <a:pt x="269053" y="0"/>
                </a:lnTo>
                <a:lnTo>
                  <a:pt x="250079" y="0"/>
                </a:lnTo>
                <a:lnTo>
                  <a:pt x="231105" y="0"/>
                </a:lnTo>
                <a:lnTo>
                  <a:pt x="212217" y="438"/>
                </a:lnTo>
                <a:lnTo>
                  <a:pt x="194539" y="7315"/>
                </a:lnTo>
                <a:lnTo>
                  <a:pt x="176851" y="14183"/>
                </a:lnTo>
                <a:lnTo>
                  <a:pt x="159163" y="21050"/>
                </a:lnTo>
                <a:lnTo>
                  <a:pt x="141484" y="27918"/>
                </a:lnTo>
                <a:lnTo>
                  <a:pt x="123796" y="34785"/>
                </a:lnTo>
                <a:lnTo>
                  <a:pt x="106109" y="41653"/>
                </a:lnTo>
                <a:lnTo>
                  <a:pt x="88421" y="48520"/>
                </a:lnTo>
                <a:lnTo>
                  <a:pt x="70742" y="55397"/>
                </a:lnTo>
                <a:lnTo>
                  <a:pt x="53054" y="62265"/>
                </a:lnTo>
                <a:lnTo>
                  <a:pt x="35366" y="69132"/>
                </a:lnTo>
                <a:lnTo>
                  <a:pt x="17688" y="76000"/>
                </a:lnTo>
                <a:lnTo>
                  <a:pt x="0" y="82868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7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4BCC73EC-631B-4D9F-8924-C55A299C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125" y="3667125"/>
            <a:ext cx="1492568" cy="82868"/>
          </a:xfrm>
          <a:custGeom xmlns:a="http://schemas.openxmlformats.org/drawingml/2006/main">
            <a:pathLst>
              <a:path w="1492568" h="82868">
                <a:moveTo>
                  <a:pt x="0" y="82868"/>
                </a:moveTo>
                <a:lnTo>
                  <a:pt x="18974" y="82868"/>
                </a:lnTo>
                <a:lnTo>
                  <a:pt x="37948" y="82868"/>
                </a:lnTo>
                <a:lnTo>
                  <a:pt x="56921" y="82868"/>
                </a:lnTo>
                <a:lnTo>
                  <a:pt x="75895" y="82868"/>
                </a:lnTo>
                <a:lnTo>
                  <a:pt x="94869" y="82868"/>
                </a:lnTo>
                <a:lnTo>
                  <a:pt x="113843" y="82868"/>
                </a:lnTo>
                <a:lnTo>
                  <a:pt x="132817" y="82868"/>
                </a:lnTo>
                <a:lnTo>
                  <a:pt x="151790" y="82868"/>
                </a:lnTo>
                <a:lnTo>
                  <a:pt x="170764" y="82868"/>
                </a:lnTo>
                <a:lnTo>
                  <a:pt x="189738" y="82868"/>
                </a:lnTo>
                <a:lnTo>
                  <a:pt x="208712" y="82868"/>
                </a:lnTo>
                <a:lnTo>
                  <a:pt x="227686" y="82868"/>
                </a:lnTo>
                <a:lnTo>
                  <a:pt x="246659" y="82868"/>
                </a:lnTo>
                <a:lnTo>
                  <a:pt x="265633" y="82868"/>
                </a:lnTo>
                <a:lnTo>
                  <a:pt x="284607" y="82868"/>
                </a:lnTo>
                <a:lnTo>
                  <a:pt x="303581" y="82868"/>
                </a:lnTo>
                <a:lnTo>
                  <a:pt x="322555" y="82868"/>
                </a:lnTo>
                <a:lnTo>
                  <a:pt x="341528" y="82868"/>
                </a:lnTo>
                <a:lnTo>
                  <a:pt x="360502" y="82868"/>
                </a:lnTo>
                <a:lnTo>
                  <a:pt x="379476" y="82868"/>
                </a:lnTo>
                <a:lnTo>
                  <a:pt x="398450" y="82868"/>
                </a:lnTo>
                <a:lnTo>
                  <a:pt x="417424" y="82868"/>
                </a:lnTo>
                <a:lnTo>
                  <a:pt x="436397" y="82868"/>
                </a:lnTo>
                <a:lnTo>
                  <a:pt x="455371" y="82868"/>
                </a:lnTo>
                <a:lnTo>
                  <a:pt x="474345" y="82868"/>
                </a:lnTo>
                <a:lnTo>
                  <a:pt x="493319" y="82868"/>
                </a:lnTo>
                <a:lnTo>
                  <a:pt x="512293" y="82868"/>
                </a:lnTo>
                <a:lnTo>
                  <a:pt x="531266" y="82868"/>
                </a:lnTo>
                <a:lnTo>
                  <a:pt x="550240" y="82868"/>
                </a:lnTo>
                <a:lnTo>
                  <a:pt x="569214" y="82868"/>
                </a:lnTo>
                <a:lnTo>
                  <a:pt x="588188" y="82868"/>
                </a:lnTo>
                <a:lnTo>
                  <a:pt x="607162" y="82868"/>
                </a:lnTo>
                <a:lnTo>
                  <a:pt x="626135" y="82868"/>
                </a:lnTo>
                <a:lnTo>
                  <a:pt x="645109" y="82868"/>
                </a:lnTo>
                <a:lnTo>
                  <a:pt x="664083" y="82868"/>
                </a:lnTo>
                <a:lnTo>
                  <a:pt x="683057" y="82868"/>
                </a:lnTo>
                <a:lnTo>
                  <a:pt x="702031" y="82868"/>
                </a:lnTo>
                <a:lnTo>
                  <a:pt x="721004" y="82868"/>
                </a:lnTo>
                <a:lnTo>
                  <a:pt x="739978" y="82868"/>
                </a:lnTo>
                <a:lnTo>
                  <a:pt x="758952" y="82868"/>
                </a:lnTo>
                <a:lnTo>
                  <a:pt x="777926" y="82868"/>
                </a:lnTo>
                <a:lnTo>
                  <a:pt x="796900" y="82868"/>
                </a:lnTo>
                <a:lnTo>
                  <a:pt x="815873" y="82868"/>
                </a:lnTo>
                <a:lnTo>
                  <a:pt x="834847" y="82868"/>
                </a:lnTo>
                <a:lnTo>
                  <a:pt x="853821" y="82868"/>
                </a:lnTo>
                <a:lnTo>
                  <a:pt x="872795" y="82868"/>
                </a:lnTo>
                <a:lnTo>
                  <a:pt x="891769" y="82868"/>
                </a:lnTo>
                <a:lnTo>
                  <a:pt x="910742" y="82868"/>
                </a:lnTo>
                <a:lnTo>
                  <a:pt x="929716" y="82868"/>
                </a:lnTo>
                <a:lnTo>
                  <a:pt x="948690" y="82868"/>
                </a:lnTo>
                <a:lnTo>
                  <a:pt x="967664" y="82868"/>
                </a:lnTo>
                <a:lnTo>
                  <a:pt x="986638" y="82868"/>
                </a:lnTo>
                <a:lnTo>
                  <a:pt x="1005611" y="82868"/>
                </a:lnTo>
                <a:lnTo>
                  <a:pt x="1024585" y="82868"/>
                </a:lnTo>
                <a:lnTo>
                  <a:pt x="1043559" y="82868"/>
                </a:lnTo>
                <a:lnTo>
                  <a:pt x="1062533" y="82868"/>
                </a:lnTo>
                <a:lnTo>
                  <a:pt x="1081507" y="82868"/>
                </a:lnTo>
                <a:lnTo>
                  <a:pt x="1100480" y="82868"/>
                </a:lnTo>
                <a:lnTo>
                  <a:pt x="1119454" y="82868"/>
                </a:lnTo>
                <a:lnTo>
                  <a:pt x="1138428" y="82868"/>
                </a:lnTo>
                <a:lnTo>
                  <a:pt x="1157402" y="82868"/>
                </a:lnTo>
                <a:lnTo>
                  <a:pt x="1176376" y="82868"/>
                </a:lnTo>
                <a:lnTo>
                  <a:pt x="1195349" y="82868"/>
                </a:lnTo>
                <a:lnTo>
                  <a:pt x="1214323" y="82868"/>
                </a:lnTo>
                <a:lnTo>
                  <a:pt x="1233297" y="82868"/>
                </a:lnTo>
                <a:lnTo>
                  <a:pt x="1252271" y="82868"/>
                </a:lnTo>
                <a:lnTo>
                  <a:pt x="1271245" y="82868"/>
                </a:lnTo>
                <a:lnTo>
                  <a:pt x="1290218" y="82868"/>
                </a:lnTo>
                <a:lnTo>
                  <a:pt x="1309192" y="82868"/>
                </a:lnTo>
                <a:lnTo>
                  <a:pt x="1328166" y="82868"/>
                </a:lnTo>
                <a:lnTo>
                  <a:pt x="1347140" y="82868"/>
                </a:lnTo>
                <a:lnTo>
                  <a:pt x="1366114" y="82868"/>
                </a:lnTo>
                <a:lnTo>
                  <a:pt x="1382449" y="74266"/>
                </a:lnTo>
                <a:lnTo>
                  <a:pt x="1398184" y="63656"/>
                </a:lnTo>
                <a:lnTo>
                  <a:pt x="1413910" y="53045"/>
                </a:lnTo>
                <a:lnTo>
                  <a:pt x="1429645" y="42434"/>
                </a:lnTo>
                <a:lnTo>
                  <a:pt x="1445371" y="31823"/>
                </a:lnTo>
                <a:lnTo>
                  <a:pt x="1461106" y="21222"/>
                </a:lnTo>
                <a:lnTo>
                  <a:pt x="1476842" y="10611"/>
                </a:lnTo>
                <a:lnTo>
                  <a:pt x="14925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8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CF51C523-709F-4DD9-9FE9-02345F9A2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61723" y="3667125"/>
            <a:ext cx="12839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9" name="level-1-text-heading">
            <a:extLst xmlns:a="http://schemas.openxmlformats.org/drawingml/2006/main">
              <a:ext uri="{FF2B5EF4-FFF2-40B4-BE49-F238E27FC236}">
                <a16:creationId xmlns:a16="http://schemas.microsoft.com/office/drawing/2014/main" id="{EB41A8AA-CDE7-49D3-BE2A-273DE2EB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9564" y="3913137"/>
            <a:ext cx="1005926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被动处理</a:t>
            </a:r>
          </a:p>
        </p:txBody>
      </p:sp>
      <p:sp>
        <p:nvSpPr>
          <p:cNvPr id="30" name="level-1-text-body">
            <a:extLst xmlns:a="http://schemas.openxmlformats.org/drawingml/2006/main">
              <a:ext uri="{FF2B5EF4-FFF2-40B4-BE49-F238E27FC236}">
                <a16:creationId xmlns:a16="http://schemas.microsoft.com/office/drawing/2014/main" id="{10C06A64-3B5D-4B55-8274-63C0105F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9564" y="4161234"/>
            <a:ext cx="1005926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故障后临时组织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抢修</a:t>
            </a:r>
          </a:p>
        </p:txBody>
      </p:sp>
      <p:sp>
        <p:nvSpPr>
          <p:cNvPr id="31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A1914441-CEA1-4ABF-8906-2359F21D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2616" y="4665021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32" name="level-2-text-heading">
            <a:extLst xmlns:a="http://schemas.openxmlformats.org/drawingml/2006/main">
              <a:ext uri="{FF2B5EF4-FFF2-40B4-BE49-F238E27FC236}">
                <a16:creationId xmlns:a16="http://schemas.microsoft.com/office/drawing/2014/main" id="{8B935CE2-07AD-48BB-A05D-20A5AEB9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2340" y="3540919"/>
            <a:ext cx="1005926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形成记录</a:t>
            </a:r>
          </a:p>
        </p:txBody>
      </p:sp>
      <p:sp>
        <p:nvSpPr>
          <p:cNvPr id="33" name="level-2-text-body">
            <a:extLst xmlns:a="http://schemas.openxmlformats.org/drawingml/2006/main">
              <a:ext uri="{FF2B5EF4-FFF2-40B4-BE49-F238E27FC236}">
                <a16:creationId xmlns:a16="http://schemas.microsoft.com/office/drawing/2014/main" id="{4EDB6A2C-E06A-40D1-A27C-C4EED4DC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2340" y="3789016"/>
            <a:ext cx="1005926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故障原因与处理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过程可查</a:t>
            </a:r>
          </a:p>
        </p:txBody>
      </p:sp>
      <p:sp>
        <p:nvSpPr>
          <p:cNvPr id="34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C34BA03A-88DC-4397-AAB7-63C874FB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95392" y="4292803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5" name="level-3-text-heading">
            <a:extLst xmlns:a="http://schemas.openxmlformats.org/drawingml/2006/main">
              <a:ext uri="{FF2B5EF4-FFF2-40B4-BE49-F238E27FC236}">
                <a16:creationId xmlns:a16="http://schemas.microsoft.com/office/drawing/2014/main" id="{E5580169-FB4C-483B-9534-19263D26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5116" y="3168701"/>
            <a:ext cx="1005926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计划维护</a:t>
            </a:r>
          </a:p>
        </p:txBody>
      </p:sp>
      <p:sp>
        <p:nvSpPr>
          <p:cNvPr id="36" name="level-3-text-body">
            <a:extLst xmlns:a="http://schemas.openxmlformats.org/drawingml/2006/main">
              <a:ext uri="{FF2B5EF4-FFF2-40B4-BE49-F238E27FC236}">
                <a16:creationId xmlns:a16="http://schemas.microsoft.com/office/drawing/2014/main" id="{3E05B453-594F-4495-A1D2-7B6A8036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5116" y="3416798"/>
            <a:ext cx="1005926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按周期检查并落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实责任</a:t>
            </a:r>
          </a:p>
        </p:txBody>
      </p:sp>
      <p:sp>
        <p:nvSpPr>
          <p:cNvPr id="37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A2C03D55-C04B-471C-8183-8B10AB09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8016" y="3920576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8" name="level-4-text-heading">
            <a:extLst xmlns:a="http://schemas.openxmlformats.org/drawingml/2006/main">
              <a:ext uri="{FF2B5EF4-FFF2-40B4-BE49-F238E27FC236}">
                <a16:creationId xmlns:a16="http://schemas.microsoft.com/office/drawing/2014/main" id="{A789EDBF-87B3-467F-981E-C1B4814A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7891" y="2796483"/>
            <a:ext cx="1005926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持续改善</a:t>
            </a:r>
          </a:p>
        </p:txBody>
      </p:sp>
      <p:sp>
        <p:nvSpPr>
          <p:cNvPr id="39" name="level-4-text-body">
            <a:extLst xmlns:a="http://schemas.openxmlformats.org/drawingml/2006/main">
              <a:ext uri="{FF2B5EF4-FFF2-40B4-BE49-F238E27FC236}">
                <a16:creationId xmlns:a16="http://schemas.microsoft.com/office/drawing/2014/main" id="{8210629F-B2FE-4C63-A6C8-21B17FD8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7891" y="3044581"/>
            <a:ext cx="1005926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用复盘减少重复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</a:t>
            </a:r>
          </a:p>
        </p:txBody>
      </p:sp>
      <p:sp>
        <p:nvSpPr>
          <p:cNvPr id="40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057213B1-DF41-4F1D-A311-DE5499CF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791" y="3548358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41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4A39D90E-7688-49C5-9095-2E5FC7A9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3900" y="4658620"/>
            <a:ext cx="422672" cy="230391"/>
          </a:xfrm>
          <a:prstGeom xmlns:a="http://schemas.openxmlformats.org/drawingml/2006/main" prst="roundRect">
            <a:avLst>
              <a:gd name="adj" fmla="val 42997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当前</a:t>
            </a:r>
          </a:p>
        </p:txBody>
      </p:sp>
      <p:sp>
        <p:nvSpPr>
          <p:cNvPr id="42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9CD01661-6836-4161-AC93-C52FB903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09442" y="3914184"/>
            <a:ext cx="422672" cy="230391"/>
          </a:xfrm>
          <a:prstGeom xmlns:a="http://schemas.openxmlformats.org/drawingml/2006/main" prst="roundRect">
            <a:avLst>
              <a:gd name="adj" fmla="val 42997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3648903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2026-09-08T00:22:48.5600000Z</dcterms:created>
  <dcterms:modified xsi:type="dcterms:W3CDTF">2026-09-08T00:22:48.5600000Z</dcterms:modified>
</coreProperties>
</file>