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29e29461a448e7" /><Relationship Type="http://schemas.openxmlformats.org/officeDocument/2006/relationships/extended-properties" Target="/docProps/app.xml" Id="Rcbcd235d27604957" /><Relationship Type="http://schemas.openxmlformats.org/officeDocument/2006/relationships/officeDocument" Target="/ppt/presentation.xml" Id="R45a556ff611049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06cd5b4cbb4455"/>
  </p:sldMasterIdLst>
  <p:notesMasterIdLst>
    <p:notesMasterId xmlns:r="http://schemas.openxmlformats.org/officeDocument/2006/relationships" r:id="R98553626b7af4466"/>
  </p:notesMasterIdLst>
  <p:sldIdLst>
    <p:sldId xmlns:r="http://schemas.openxmlformats.org/officeDocument/2006/relationships" id="256" r:id="R4807b05cd8e742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acfb23390843f1" /><Relationship Type="http://schemas.openxmlformats.org/officeDocument/2006/relationships/slideMaster" Target="/ppt/slideMasters/slideMaster1.xml" Id="Ra606cd5b4cbb4455" /><Relationship Type="http://schemas.openxmlformats.org/officeDocument/2006/relationships/notesMaster" Target="/ppt/notesMasters/notesMaster1.xml" Id="R98553626b7af4466" /><Relationship Type="http://schemas.openxmlformats.org/officeDocument/2006/relationships/presProps" Target="/ppt/presProps.xml" Id="R2648b1d1633b4d8a" /><Relationship Type="http://schemas.openxmlformats.org/officeDocument/2006/relationships/tableStyles" Target="/ppt/tableStyles.xml" Id="R60661d93fd00442e" /><Relationship Type="http://schemas.openxmlformats.org/officeDocument/2006/relationships/slide" Target="/ppt/slides/slide1.xml" Id="R4807b05cd8e742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4c07589aa347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1e08fdc8504ec8" /><Relationship Type="http://schemas.openxmlformats.org/officeDocument/2006/relationships/notesMaster" Target="/ppt/notesMasters/notesMaster1.xml" Id="Rad2c8efb9ecf49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bad44806f4d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367f178bed4334" /><Relationship Type="http://schemas.openxmlformats.org/officeDocument/2006/relationships/slideLayout" Target="/ppt/slideLayouts/slideLayout1.xml" Id="Ra3370edf5d344f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370edf5d344f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9b2171f9f456e" /><Relationship Type="http://schemas.openxmlformats.org/officeDocument/2006/relationships/notesSlide" Target="/ppt/notesSlides/notesSlide1.xml" Id="R60cc0f03bb6e4a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age-paper">
            <a:extLst xmlns:a="http://schemas.openxmlformats.org/drawingml/2006/main">
              <a:ext uri="{FF2B5EF4-FFF2-40B4-BE49-F238E27FC236}">
                <a16:creationId xmlns:a16="http://schemas.microsoft.com/office/drawing/2014/main" id="{2E82493F-257E-420C-844C-8EC712A2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0E6562BE-268D-4F3B-A934-09519030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B721A12-AC63-467C-A1AD-822A2305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设备维护能力：从可查记录走向周期责任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98CDCB-EEDC-4890-81E3-4F54EFC0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27A1C7D4-3891-476A-8FFE-8DA5A2D5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从可查记录走向按周期落实责任，是当前维护能力提升的下一步。</a:t>
            </a:r>
          </a:p>
        </p:txBody>
      </p:sp>
      <p:sp>
        <p:nvSpPr>
          <p:cNvPr id="6" name="plain-1-module">
            <a:extLst xmlns:a="http://schemas.openxmlformats.org/drawingml/2006/main">
              <a:ext uri="{FF2B5EF4-FFF2-40B4-BE49-F238E27FC236}">
                <a16:creationId xmlns:a16="http://schemas.microsoft.com/office/drawing/2014/main" id="{D1C0A33D-DA8D-46B5-BA5D-66A0B5C4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下一步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4DF3A139-3377-4727-9320-E2B2827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333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 2级：形成记录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→ 3级：计划维护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按周期检查并落实责任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目标 4级：持续改善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986D165-3EF0-4929-BA97-01E8C7AF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9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0834C975-A582-461A-A452-0E22135C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6834" y="3770166"/>
            <a:ext cx="1203027" cy="867518"/>
          </a:xfrm>
          <a:custGeom xmlns:a="http://schemas.openxmlformats.org/drawingml/2006/main">
            <a:pathLst>
              <a:path w="1203027" h="867518">
                <a:moveTo>
                  <a:pt x="70514" y="121749"/>
                </a:moveTo>
                <a:lnTo>
                  <a:pt x="89392" y="119720"/>
                </a:lnTo>
                <a:lnTo>
                  <a:pt x="108271" y="117691"/>
                </a:lnTo>
                <a:lnTo>
                  <a:pt x="127149" y="115653"/>
                </a:lnTo>
                <a:lnTo>
                  <a:pt x="146028" y="113624"/>
                </a:lnTo>
                <a:lnTo>
                  <a:pt x="164906" y="111595"/>
                </a:lnTo>
                <a:lnTo>
                  <a:pt x="183785" y="109557"/>
                </a:lnTo>
                <a:lnTo>
                  <a:pt x="202663" y="107528"/>
                </a:lnTo>
                <a:lnTo>
                  <a:pt x="221542" y="105489"/>
                </a:lnTo>
                <a:lnTo>
                  <a:pt x="240421" y="103461"/>
                </a:lnTo>
                <a:lnTo>
                  <a:pt x="259299" y="101432"/>
                </a:lnTo>
                <a:lnTo>
                  <a:pt x="278178" y="99393"/>
                </a:lnTo>
                <a:lnTo>
                  <a:pt x="297056" y="97365"/>
                </a:lnTo>
                <a:lnTo>
                  <a:pt x="315935" y="95336"/>
                </a:lnTo>
                <a:lnTo>
                  <a:pt x="334813" y="93297"/>
                </a:lnTo>
                <a:lnTo>
                  <a:pt x="353692" y="91269"/>
                </a:lnTo>
                <a:lnTo>
                  <a:pt x="372570" y="89240"/>
                </a:lnTo>
                <a:lnTo>
                  <a:pt x="391449" y="87201"/>
                </a:lnTo>
                <a:lnTo>
                  <a:pt x="410327" y="85173"/>
                </a:lnTo>
                <a:lnTo>
                  <a:pt x="429206" y="83134"/>
                </a:lnTo>
                <a:lnTo>
                  <a:pt x="448085" y="81105"/>
                </a:lnTo>
                <a:lnTo>
                  <a:pt x="466963" y="79077"/>
                </a:lnTo>
                <a:lnTo>
                  <a:pt x="485832" y="77038"/>
                </a:lnTo>
                <a:lnTo>
                  <a:pt x="504711" y="75009"/>
                </a:lnTo>
                <a:lnTo>
                  <a:pt x="523589" y="72981"/>
                </a:lnTo>
                <a:lnTo>
                  <a:pt x="542468" y="70942"/>
                </a:lnTo>
                <a:lnTo>
                  <a:pt x="561346" y="68913"/>
                </a:lnTo>
                <a:lnTo>
                  <a:pt x="580225" y="66885"/>
                </a:lnTo>
                <a:lnTo>
                  <a:pt x="599103" y="64846"/>
                </a:lnTo>
                <a:lnTo>
                  <a:pt x="617982" y="62817"/>
                </a:lnTo>
                <a:lnTo>
                  <a:pt x="636861" y="60779"/>
                </a:lnTo>
                <a:lnTo>
                  <a:pt x="655739" y="58750"/>
                </a:lnTo>
                <a:lnTo>
                  <a:pt x="674618" y="56721"/>
                </a:lnTo>
                <a:lnTo>
                  <a:pt x="693496" y="54683"/>
                </a:lnTo>
                <a:lnTo>
                  <a:pt x="712375" y="52654"/>
                </a:lnTo>
                <a:lnTo>
                  <a:pt x="731253" y="50625"/>
                </a:lnTo>
                <a:lnTo>
                  <a:pt x="750132" y="48587"/>
                </a:lnTo>
                <a:lnTo>
                  <a:pt x="769010" y="46558"/>
                </a:lnTo>
                <a:lnTo>
                  <a:pt x="787889" y="44529"/>
                </a:lnTo>
                <a:lnTo>
                  <a:pt x="806768" y="42491"/>
                </a:lnTo>
                <a:lnTo>
                  <a:pt x="825646" y="40462"/>
                </a:lnTo>
                <a:lnTo>
                  <a:pt x="844525" y="38424"/>
                </a:lnTo>
                <a:lnTo>
                  <a:pt x="863403" y="36395"/>
                </a:lnTo>
                <a:lnTo>
                  <a:pt x="882282" y="34366"/>
                </a:lnTo>
                <a:lnTo>
                  <a:pt x="901160" y="32328"/>
                </a:lnTo>
                <a:lnTo>
                  <a:pt x="920039" y="30299"/>
                </a:lnTo>
                <a:lnTo>
                  <a:pt x="938908" y="28270"/>
                </a:lnTo>
                <a:lnTo>
                  <a:pt x="957786" y="26232"/>
                </a:lnTo>
                <a:lnTo>
                  <a:pt x="976665" y="24203"/>
                </a:lnTo>
                <a:lnTo>
                  <a:pt x="995543" y="22174"/>
                </a:lnTo>
                <a:lnTo>
                  <a:pt x="1014422" y="20136"/>
                </a:lnTo>
                <a:lnTo>
                  <a:pt x="1033301" y="18107"/>
                </a:lnTo>
                <a:lnTo>
                  <a:pt x="1052179" y="16069"/>
                </a:lnTo>
                <a:lnTo>
                  <a:pt x="1071058" y="14040"/>
                </a:lnTo>
                <a:lnTo>
                  <a:pt x="1089936" y="12011"/>
                </a:lnTo>
                <a:lnTo>
                  <a:pt x="1108815" y="9973"/>
                </a:lnTo>
                <a:lnTo>
                  <a:pt x="1127693" y="7944"/>
                </a:lnTo>
                <a:lnTo>
                  <a:pt x="1146572" y="5915"/>
                </a:lnTo>
                <a:lnTo>
                  <a:pt x="1165450" y="3877"/>
                </a:lnTo>
                <a:lnTo>
                  <a:pt x="1184329" y="1848"/>
                </a:lnTo>
                <a:lnTo>
                  <a:pt x="1203027" y="0"/>
                </a:lnTo>
                <a:lnTo>
                  <a:pt x="1201198" y="18898"/>
                </a:lnTo>
                <a:lnTo>
                  <a:pt x="1199359" y="37795"/>
                </a:lnTo>
                <a:lnTo>
                  <a:pt x="1197531" y="56693"/>
                </a:lnTo>
                <a:lnTo>
                  <a:pt x="1195702" y="75600"/>
                </a:lnTo>
                <a:lnTo>
                  <a:pt x="1193873" y="94498"/>
                </a:lnTo>
                <a:lnTo>
                  <a:pt x="1192044" y="113395"/>
                </a:lnTo>
                <a:lnTo>
                  <a:pt x="1190215" y="132293"/>
                </a:lnTo>
                <a:lnTo>
                  <a:pt x="1188387" y="151190"/>
                </a:lnTo>
                <a:lnTo>
                  <a:pt x="1186558" y="170088"/>
                </a:lnTo>
                <a:lnTo>
                  <a:pt x="1184729" y="188986"/>
                </a:lnTo>
                <a:lnTo>
                  <a:pt x="1182900" y="207883"/>
                </a:lnTo>
                <a:lnTo>
                  <a:pt x="1181071" y="226790"/>
                </a:lnTo>
                <a:lnTo>
                  <a:pt x="1179233" y="245688"/>
                </a:lnTo>
                <a:lnTo>
                  <a:pt x="1177404" y="264585"/>
                </a:lnTo>
                <a:lnTo>
                  <a:pt x="1175576" y="283483"/>
                </a:lnTo>
                <a:lnTo>
                  <a:pt x="1173747" y="302381"/>
                </a:lnTo>
                <a:lnTo>
                  <a:pt x="1171918" y="321278"/>
                </a:lnTo>
                <a:lnTo>
                  <a:pt x="1170089" y="340176"/>
                </a:lnTo>
                <a:lnTo>
                  <a:pt x="1168260" y="359083"/>
                </a:lnTo>
                <a:lnTo>
                  <a:pt x="1166432" y="377981"/>
                </a:lnTo>
                <a:lnTo>
                  <a:pt x="1164603" y="396878"/>
                </a:lnTo>
                <a:lnTo>
                  <a:pt x="1162774" y="415776"/>
                </a:lnTo>
                <a:lnTo>
                  <a:pt x="1160936" y="434673"/>
                </a:lnTo>
                <a:lnTo>
                  <a:pt x="1159107" y="453571"/>
                </a:lnTo>
                <a:lnTo>
                  <a:pt x="1157278" y="472469"/>
                </a:lnTo>
                <a:lnTo>
                  <a:pt x="1155449" y="491366"/>
                </a:lnTo>
                <a:lnTo>
                  <a:pt x="1153620" y="510273"/>
                </a:lnTo>
                <a:lnTo>
                  <a:pt x="1151792" y="529171"/>
                </a:lnTo>
                <a:lnTo>
                  <a:pt x="1149963" y="548069"/>
                </a:lnTo>
                <a:lnTo>
                  <a:pt x="1148134" y="566966"/>
                </a:lnTo>
                <a:lnTo>
                  <a:pt x="1146305" y="585864"/>
                </a:lnTo>
                <a:lnTo>
                  <a:pt x="1144476" y="604761"/>
                </a:lnTo>
                <a:lnTo>
                  <a:pt x="1142648" y="623659"/>
                </a:lnTo>
                <a:lnTo>
                  <a:pt x="1140809" y="642566"/>
                </a:lnTo>
                <a:lnTo>
                  <a:pt x="1138980" y="661464"/>
                </a:lnTo>
                <a:lnTo>
                  <a:pt x="1137152" y="680361"/>
                </a:lnTo>
                <a:lnTo>
                  <a:pt x="1135323" y="699259"/>
                </a:lnTo>
                <a:lnTo>
                  <a:pt x="1133494" y="718156"/>
                </a:lnTo>
                <a:lnTo>
                  <a:pt x="1131665" y="737054"/>
                </a:lnTo>
                <a:lnTo>
                  <a:pt x="1122245" y="748446"/>
                </a:lnTo>
                <a:lnTo>
                  <a:pt x="1103366" y="750465"/>
                </a:lnTo>
                <a:lnTo>
                  <a:pt x="1084488" y="752475"/>
                </a:lnTo>
                <a:lnTo>
                  <a:pt x="1065609" y="754494"/>
                </a:lnTo>
                <a:lnTo>
                  <a:pt x="1046731" y="756514"/>
                </a:lnTo>
                <a:lnTo>
                  <a:pt x="1027852" y="758533"/>
                </a:lnTo>
                <a:lnTo>
                  <a:pt x="1008974" y="760552"/>
                </a:lnTo>
                <a:lnTo>
                  <a:pt x="990086" y="762572"/>
                </a:lnTo>
                <a:lnTo>
                  <a:pt x="971207" y="764591"/>
                </a:lnTo>
                <a:lnTo>
                  <a:pt x="952329" y="766610"/>
                </a:lnTo>
                <a:lnTo>
                  <a:pt x="933450" y="768629"/>
                </a:lnTo>
                <a:lnTo>
                  <a:pt x="914571" y="770649"/>
                </a:lnTo>
                <a:lnTo>
                  <a:pt x="895693" y="772658"/>
                </a:lnTo>
                <a:lnTo>
                  <a:pt x="876814" y="774678"/>
                </a:lnTo>
                <a:lnTo>
                  <a:pt x="857936" y="776697"/>
                </a:lnTo>
                <a:lnTo>
                  <a:pt x="839057" y="778716"/>
                </a:lnTo>
                <a:lnTo>
                  <a:pt x="820169" y="780736"/>
                </a:lnTo>
                <a:lnTo>
                  <a:pt x="801291" y="782755"/>
                </a:lnTo>
                <a:lnTo>
                  <a:pt x="782412" y="784774"/>
                </a:lnTo>
                <a:lnTo>
                  <a:pt x="763534" y="786794"/>
                </a:lnTo>
                <a:lnTo>
                  <a:pt x="744655" y="788813"/>
                </a:lnTo>
                <a:lnTo>
                  <a:pt x="725776" y="790823"/>
                </a:lnTo>
                <a:lnTo>
                  <a:pt x="706898" y="792842"/>
                </a:lnTo>
                <a:lnTo>
                  <a:pt x="688019" y="794861"/>
                </a:lnTo>
                <a:lnTo>
                  <a:pt x="669131" y="796881"/>
                </a:lnTo>
                <a:lnTo>
                  <a:pt x="650253" y="798900"/>
                </a:lnTo>
                <a:lnTo>
                  <a:pt x="631374" y="800919"/>
                </a:lnTo>
                <a:lnTo>
                  <a:pt x="612496" y="802938"/>
                </a:lnTo>
                <a:lnTo>
                  <a:pt x="593617" y="804958"/>
                </a:lnTo>
                <a:lnTo>
                  <a:pt x="574739" y="806977"/>
                </a:lnTo>
                <a:lnTo>
                  <a:pt x="555860" y="808987"/>
                </a:lnTo>
                <a:lnTo>
                  <a:pt x="536981" y="811006"/>
                </a:lnTo>
                <a:lnTo>
                  <a:pt x="518103" y="813025"/>
                </a:lnTo>
                <a:lnTo>
                  <a:pt x="499215" y="815045"/>
                </a:lnTo>
                <a:lnTo>
                  <a:pt x="480336" y="817064"/>
                </a:lnTo>
                <a:lnTo>
                  <a:pt x="461458" y="819083"/>
                </a:lnTo>
                <a:lnTo>
                  <a:pt x="442579" y="821103"/>
                </a:lnTo>
                <a:lnTo>
                  <a:pt x="423701" y="823122"/>
                </a:lnTo>
                <a:lnTo>
                  <a:pt x="404822" y="825141"/>
                </a:lnTo>
                <a:lnTo>
                  <a:pt x="385943" y="827161"/>
                </a:lnTo>
                <a:lnTo>
                  <a:pt x="367065" y="829170"/>
                </a:lnTo>
                <a:lnTo>
                  <a:pt x="348177" y="831190"/>
                </a:lnTo>
                <a:lnTo>
                  <a:pt x="329298" y="833209"/>
                </a:lnTo>
                <a:lnTo>
                  <a:pt x="310420" y="835228"/>
                </a:lnTo>
                <a:lnTo>
                  <a:pt x="291541" y="837248"/>
                </a:lnTo>
                <a:lnTo>
                  <a:pt x="272663" y="839267"/>
                </a:lnTo>
                <a:lnTo>
                  <a:pt x="253784" y="841286"/>
                </a:lnTo>
                <a:lnTo>
                  <a:pt x="234906" y="843305"/>
                </a:lnTo>
                <a:lnTo>
                  <a:pt x="216027" y="845325"/>
                </a:lnTo>
                <a:lnTo>
                  <a:pt x="197148" y="847334"/>
                </a:lnTo>
                <a:lnTo>
                  <a:pt x="178260" y="849354"/>
                </a:lnTo>
                <a:lnTo>
                  <a:pt x="159382" y="851373"/>
                </a:lnTo>
                <a:lnTo>
                  <a:pt x="140503" y="853392"/>
                </a:lnTo>
                <a:lnTo>
                  <a:pt x="121625" y="855412"/>
                </a:lnTo>
                <a:lnTo>
                  <a:pt x="102746" y="857431"/>
                </a:lnTo>
                <a:lnTo>
                  <a:pt x="83868" y="859450"/>
                </a:lnTo>
                <a:lnTo>
                  <a:pt x="64989" y="861470"/>
                </a:lnTo>
                <a:lnTo>
                  <a:pt x="46111" y="863489"/>
                </a:lnTo>
                <a:lnTo>
                  <a:pt x="27222" y="865499"/>
                </a:lnTo>
                <a:lnTo>
                  <a:pt x="8344" y="867518"/>
                </a:lnTo>
                <a:lnTo>
                  <a:pt x="0" y="858888"/>
                </a:lnTo>
                <a:lnTo>
                  <a:pt x="1810" y="839991"/>
                </a:lnTo>
                <a:lnTo>
                  <a:pt x="3620" y="821084"/>
                </a:lnTo>
                <a:lnTo>
                  <a:pt x="5420" y="802186"/>
                </a:lnTo>
                <a:lnTo>
                  <a:pt x="7229" y="783288"/>
                </a:lnTo>
                <a:lnTo>
                  <a:pt x="9039" y="764381"/>
                </a:lnTo>
                <a:lnTo>
                  <a:pt x="10849" y="745484"/>
                </a:lnTo>
                <a:lnTo>
                  <a:pt x="12659" y="726586"/>
                </a:lnTo>
                <a:lnTo>
                  <a:pt x="14468" y="707679"/>
                </a:lnTo>
                <a:lnTo>
                  <a:pt x="16269" y="688781"/>
                </a:lnTo>
                <a:lnTo>
                  <a:pt x="18078" y="669884"/>
                </a:lnTo>
                <a:lnTo>
                  <a:pt x="19888" y="650977"/>
                </a:lnTo>
                <a:lnTo>
                  <a:pt x="21698" y="632079"/>
                </a:lnTo>
                <a:lnTo>
                  <a:pt x="23508" y="613181"/>
                </a:lnTo>
                <a:lnTo>
                  <a:pt x="25317" y="594274"/>
                </a:lnTo>
                <a:lnTo>
                  <a:pt x="27118" y="575377"/>
                </a:lnTo>
                <a:lnTo>
                  <a:pt x="28927" y="556479"/>
                </a:lnTo>
                <a:lnTo>
                  <a:pt x="30737" y="537572"/>
                </a:lnTo>
                <a:lnTo>
                  <a:pt x="32547" y="518674"/>
                </a:lnTo>
                <a:lnTo>
                  <a:pt x="34357" y="499767"/>
                </a:lnTo>
                <a:lnTo>
                  <a:pt x="36166" y="480870"/>
                </a:lnTo>
                <a:lnTo>
                  <a:pt x="37967" y="461972"/>
                </a:lnTo>
                <a:lnTo>
                  <a:pt x="39776" y="443065"/>
                </a:lnTo>
                <a:lnTo>
                  <a:pt x="41586" y="424167"/>
                </a:lnTo>
                <a:lnTo>
                  <a:pt x="43396" y="405270"/>
                </a:lnTo>
                <a:lnTo>
                  <a:pt x="45206" y="386363"/>
                </a:lnTo>
                <a:lnTo>
                  <a:pt x="47015" y="367465"/>
                </a:lnTo>
                <a:lnTo>
                  <a:pt x="48816" y="348567"/>
                </a:lnTo>
                <a:lnTo>
                  <a:pt x="50625" y="329660"/>
                </a:lnTo>
                <a:lnTo>
                  <a:pt x="52435" y="310763"/>
                </a:lnTo>
                <a:lnTo>
                  <a:pt x="54245" y="291865"/>
                </a:lnTo>
                <a:lnTo>
                  <a:pt x="56055" y="272958"/>
                </a:lnTo>
                <a:lnTo>
                  <a:pt x="57864" y="254060"/>
                </a:lnTo>
                <a:lnTo>
                  <a:pt x="59665" y="235163"/>
                </a:lnTo>
                <a:lnTo>
                  <a:pt x="61474" y="216256"/>
                </a:lnTo>
                <a:lnTo>
                  <a:pt x="63284" y="197358"/>
                </a:lnTo>
                <a:lnTo>
                  <a:pt x="65094" y="178451"/>
                </a:lnTo>
                <a:lnTo>
                  <a:pt x="66904" y="159553"/>
                </a:lnTo>
                <a:lnTo>
                  <a:pt x="68713" y="140656"/>
                </a:lnTo>
                <a:lnTo>
                  <a:pt x="70514" y="121749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ECC3AE9A-CA28-4F15-9A3B-774D5903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95" y="3389948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8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49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2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1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8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CB7438C3-3C94-4074-917E-A8ADE381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6300" y="3007900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602"/>
                </a:lnTo>
                <a:lnTo>
                  <a:pt x="354540" y="90564"/>
                </a:lnTo>
                <a:lnTo>
                  <a:pt x="373409" y="8853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82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83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9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374E51A8-3D12-4E5A-8F56-98F455C4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6537" y="2626309"/>
            <a:ext cx="1202922" cy="867518"/>
          </a:xfrm>
          <a:custGeom xmlns:a="http://schemas.openxmlformats.org/drawingml/2006/main">
            <a:pathLst>
              <a:path w="1202922" h="867518">
                <a:moveTo>
                  <a:pt x="70428" y="120701"/>
                </a:moveTo>
                <a:lnTo>
                  <a:pt x="89306" y="118682"/>
                </a:lnTo>
                <a:lnTo>
                  <a:pt x="108185" y="116662"/>
                </a:lnTo>
                <a:lnTo>
                  <a:pt x="127064" y="114652"/>
                </a:lnTo>
                <a:lnTo>
                  <a:pt x="145952" y="112633"/>
                </a:lnTo>
                <a:lnTo>
                  <a:pt x="164830" y="110614"/>
                </a:lnTo>
                <a:lnTo>
                  <a:pt x="183709" y="108595"/>
                </a:lnTo>
                <a:lnTo>
                  <a:pt x="202587" y="106585"/>
                </a:lnTo>
                <a:lnTo>
                  <a:pt x="221466" y="104565"/>
                </a:lnTo>
                <a:lnTo>
                  <a:pt x="240344" y="102546"/>
                </a:lnTo>
                <a:lnTo>
                  <a:pt x="259223" y="100536"/>
                </a:lnTo>
                <a:lnTo>
                  <a:pt x="278111" y="98517"/>
                </a:lnTo>
                <a:lnTo>
                  <a:pt x="296990" y="96498"/>
                </a:lnTo>
                <a:lnTo>
                  <a:pt x="315868" y="94478"/>
                </a:lnTo>
                <a:lnTo>
                  <a:pt x="334747" y="92469"/>
                </a:lnTo>
                <a:lnTo>
                  <a:pt x="353625" y="90449"/>
                </a:lnTo>
                <a:lnTo>
                  <a:pt x="372504" y="88430"/>
                </a:lnTo>
                <a:lnTo>
                  <a:pt x="391382" y="86420"/>
                </a:lnTo>
                <a:lnTo>
                  <a:pt x="410270" y="84401"/>
                </a:lnTo>
                <a:lnTo>
                  <a:pt x="429149" y="82382"/>
                </a:lnTo>
                <a:lnTo>
                  <a:pt x="448027" y="80362"/>
                </a:lnTo>
                <a:lnTo>
                  <a:pt x="466906" y="78353"/>
                </a:lnTo>
                <a:lnTo>
                  <a:pt x="485785" y="76333"/>
                </a:lnTo>
                <a:lnTo>
                  <a:pt x="504663" y="74314"/>
                </a:lnTo>
                <a:lnTo>
                  <a:pt x="523542" y="72304"/>
                </a:lnTo>
                <a:lnTo>
                  <a:pt x="542420" y="70285"/>
                </a:lnTo>
                <a:lnTo>
                  <a:pt x="561308" y="68266"/>
                </a:lnTo>
                <a:lnTo>
                  <a:pt x="580187" y="66246"/>
                </a:lnTo>
                <a:lnTo>
                  <a:pt x="599065" y="64237"/>
                </a:lnTo>
                <a:lnTo>
                  <a:pt x="617944" y="62217"/>
                </a:lnTo>
                <a:lnTo>
                  <a:pt x="636822" y="60198"/>
                </a:lnTo>
                <a:lnTo>
                  <a:pt x="655701" y="58188"/>
                </a:lnTo>
                <a:lnTo>
                  <a:pt x="674580" y="56169"/>
                </a:lnTo>
                <a:lnTo>
                  <a:pt x="693468" y="54150"/>
                </a:lnTo>
                <a:lnTo>
                  <a:pt x="712346" y="52130"/>
                </a:lnTo>
                <a:lnTo>
                  <a:pt x="731225" y="50121"/>
                </a:lnTo>
                <a:lnTo>
                  <a:pt x="750103" y="48101"/>
                </a:lnTo>
                <a:lnTo>
                  <a:pt x="768982" y="46082"/>
                </a:lnTo>
                <a:lnTo>
                  <a:pt x="787860" y="44072"/>
                </a:lnTo>
                <a:lnTo>
                  <a:pt x="806739" y="42053"/>
                </a:lnTo>
                <a:lnTo>
                  <a:pt x="825627" y="40034"/>
                </a:lnTo>
                <a:lnTo>
                  <a:pt x="844506" y="38014"/>
                </a:lnTo>
                <a:lnTo>
                  <a:pt x="863384" y="36005"/>
                </a:lnTo>
                <a:lnTo>
                  <a:pt x="882263" y="33985"/>
                </a:lnTo>
                <a:lnTo>
                  <a:pt x="901141" y="31966"/>
                </a:lnTo>
                <a:lnTo>
                  <a:pt x="920020" y="29956"/>
                </a:lnTo>
                <a:lnTo>
                  <a:pt x="938898" y="27937"/>
                </a:lnTo>
                <a:lnTo>
                  <a:pt x="957777" y="25918"/>
                </a:lnTo>
                <a:lnTo>
                  <a:pt x="976665" y="23898"/>
                </a:lnTo>
                <a:lnTo>
                  <a:pt x="995543" y="21888"/>
                </a:lnTo>
                <a:lnTo>
                  <a:pt x="1014422" y="19869"/>
                </a:lnTo>
                <a:lnTo>
                  <a:pt x="1033301" y="17850"/>
                </a:lnTo>
                <a:lnTo>
                  <a:pt x="1052179" y="15840"/>
                </a:lnTo>
                <a:lnTo>
                  <a:pt x="1071058" y="13821"/>
                </a:lnTo>
                <a:lnTo>
                  <a:pt x="1089936" y="11801"/>
                </a:lnTo>
                <a:lnTo>
                  <a:pt x="1108824" y="9782"/>
                </a:lnTo>
                <a:lnTo>
                  <a:pt x="1127703" y="7772"/>
                </a:lnTo>
                <a:lnTo>
                  <a:pt x="1146581" y="5753"/>
                </a:lnTo>
                <a:lnTo>
                  <a:pt x="1165460" y="3734"/>
                </a:lnTo>
                <a:lnTo>
                  <a:pt x="1184339" y="1715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95"/>
                </a:lnTo>
                <a:lnTo>
                  <a:pt x="1197426" y="56693"/>
                </a:lnTo>
                <a:lnTo>
                  <a:pt x="1195597" y="75590"/>
                </a:lnTo>
                <a:lnTo>
                  <a:pt x="1193768" y="94498"/>
                </a:lnTo>
                <a:lnTo>
                  <a:pt x="1191930" y="113395"/>
                </a:lnTo>
                <a:lnTo>
                  <a:pt x="1190101" y="132293"/>
                </a:lnTo>
                <a:lnTo>
                  <a:pt x="1188272" y="151190"/>
                </a:lnTo>
                <a:lnTo>
                  <a:pt x="1186434" y="170088"/>
                </a:lnTo>
                <a:lnTo>
                  <a:pt x="1184605" y="188986"/>
                </a:lnTo>
                <a:lnTo>
                  <a:pt x="1182776" y="207883"/>
                </a:lnTo>
                <a:lnTo>
                  <a:pt x="1180938" y="226781"/>
                </a:lnTo>
                <a:lnTo>
                  <a:pt x="1179109" y="245678"/>
                </a:lnTo>
                <a:lnTo>
                  <a:pt x="1177280" y="264585"/>
                </a:lnTo>
                <a:lnTo>
                  <a:pt x="1175442" y="283483"/>
                </a:lnTo>
                <a:lnTo>
                  <a:pt x="1173613" y="302381"/>
                </a:lnTo>
                <a:lnTo>
                  <a:pt x="1171785" y="321278"/>
                </a:lnTo>
                <a:lnTo>
                  <a:pt x="1169946" y="340176"/>
                </a:lnTo>
                <a:lnTo>
                  <a:pt x="1168117" y="359073"/>
                </a:lnTo>
                <a:lnTo>
                  <a:pt x="1166289" y="377971"/>
                </a:lnTo>
                <a:lnTo>
                  <a:pt x="1164450" y="396869"/>
                </a:lnTo>
                <a:lnTo>
                  <a:pt x="1162622" y="415766"/>
                </a:lnTo>
                <a:lnTo>
                  <a:pt x="1160793" y="434673"/>
                </a:lnTo>
                <a:lnTo>
                  <a:pt x="1158954" y="453571"/>
                </a:lnTo>
                <a:lnTo>
                  <a:pt x="1157126" y="472469"/>
                </a:lnTo>
                <a:lnTo>
                  <a:pt x="1155297" y="491366"/>
                </a:lnTo>
                <a:lnTo>
                  <a:pt x="1153458" y="510264"/>
                </a:lnTo>
                <a:lnTo>
                  <a:pt x="1151630" y="529161"/>
                </a:lnTo>
                <a:lnTo>
                  <a:pt x="1149801" y="548059"/>
                </a:lnTo>
                <a:lnTo>
                  <a:pt x="1147963" y="566957"/>
                </a:lnTo>
                <a:lnTo>
                  <a:pt x="1146134" y="585854"/>
                </a:lnTo>
                <a:lnTo>
                  <a:pt x="1144305" y="604761"/>
                </a:lnTo>
                <a:lnTo>
                  <a:pt x="1142467" y="623659"/>
                </a:lnTo>
                <a:lnTo>
                  <a:pt x="1140638" y="642556"/>
                </a:lnTo>
                <a:lnTo>
                  <a:pt x="1138809" y="661454"/>
                </a:lnTo>
                <a:lnTo>
                  <a:pt x="1136971" y="680352"/>
                </a:lnTo>
                <a:lnTo>
                  <a:pt x="1135142" y="699249"/>
                </a:lnTo>
                <a:lnTo>
                  <a:pt x="1133313" y="718147"/>
                </a:lnTo>
                <a:lnTo>
                  <a:pt x="1131475" y="737045"/>
                </a:lnTo>
                <a:lnTo>
                  <a:pt x="1121121" y="747512"/>
                </a:lnTo>
                <a:lnTo>
                  <a:pt x="1102243" y="749541"/>
                </a:lnTo>
                <a:lnTo>
                  <a:pt x="1083364" y="751580"/>
                </a:lnTo>
                <a:lnTo>
                  <a:pt x="1064485" y="753608"/>
                </a:lnTo>
                <a:lnTo>
                  <a:pt x="1045607" y="755647"/>
                </a:lnTo>
                <a:lnTo>
                  <a:pt x="1026728" y="757676"/>
                </a:lnTo>
                <a:lnTo>
                  <a:pt x="1007850" y="759714"/>
                </a:lnTo>
                <a:lnTo>
                  <a:pt x="988971" y="761743"/>
                </a:lnTo>
                <a:lnTo>
                  <a:pt x="970093" y="763781"/>
                </a:lnTo>
                <a:lnTo>
                  <a:pt x="951214" y="765820"/>
                </a:lnTo>
                <a:lnTo>
                  <a:pt x="932336" y="767848"/>
                </a:lnTo>
                <a:lnTo>
                  <a:pt x="913457" y="769887"/>
                </a:lnTo>
                <a:lnTo>
                  <a:pt x="894578" y="771916"/>
                </a:lnTo>
                <a:lnTo>
                  <a:pt x="875700" y="773954"/>
                </a:lnTo>
                <a:lnTo>
                  <a:pt x="856821" y="775983"/>
                </a:lnTo>
                <a:lnTo>
                  <a:pt x="837943" y="778021"/>
                </a:lnTo>
                <a:lnTo>
                  <a:pt x="819064" y="780050"/>
                </a:lnTo>
                <a:lnTo>
                  <a:pt x="800195" y="782088"/>
                </a:lnTo>
                <a:lnTo>
                  <a:pt x="781317" y="784117"/>
                </a:lnTo>
                <a:lnTo>
                  <a:pt x="762438" y="786155"/>
                </a:lnTo>
                <a:lnTo>
                  <a:pt x="743560" y="788184"/>
                </a:lnTo>
                <a:lnTo>
                  <a:pt x="724681" y="790223"/>
                </a:lnTo>
                <a:lnTo>
                  <a:pt x="705803" y="792261"/>
                </a:lnTo>
                <a:lnTo>
                  <a:pt x="686924" y="794290"/>
                </a:lnTo>
                <a:lnTo>
                  <a:pt x="668045" y="796328"/>
                </a:lnTo>
                <a:lnTo>
                  <a:pt x="649167" y="798357"/>
                </a:lnTo>
                <a:lnTo>
                  <a:pt x="630288" y="800395"/>
                </a:lnTo>
                <a:lnTo>
                  <a:pt x="611410" y="802424"/>
                </a:lnTo>
                <a:lnTo>
                  <a:pt x="592531" y="804462"/>
                </a:lnTo>
                <a:lnTo>
                  <a:pt x="573653" y="806491"/>
                </a:lnTo>
                <a:lnTo>
                  <a:pt x="554774" y="808530"/>
                </a:lnTo>
                <a:lnTo>
                  <a:pt x="535896" y="810558"/>
                </a:lnTo>
                <a:lnTo>
                  <a:pt x="517017" y="812597"/>
                </a:lnTo>
                <a:lnTo>
                  <a:pt x="498138" y="814635"/>
                </a:lnTo>
                <a:lnTo>
                  <a:pt x="479269" y="816664"/>
                </a:lnTo>
                <a:lnTo>
                  <a:pt x="460391" y="818702"/>
                </a:lnTo>
                <a:lnTo>
                  <a:pt x="441512" y="820731"/>
                </a:lnTo>
                <a:lnTo>
                  <a:pt x="422634" y="822770"/>
                </a:lnTo>
                <a:lnTo>
                  <a:pt x="403755" y="824798"/>
                </a:lnTo>
                <a:lnTo>
                  <a:pt x="384877" y="826837"/>
                </a:lnTo>
                <a:lnTo>
                  <a:pt x="365998" y="828866"/>
                </a:lnTo>
                <a:lnTo>
                  <a:pt x="347120" y="830904"/>
                </a:lnTo>
                <a:lnTo>
                  <a:pt x="328241" y="832933"/>
                </a:lnTo>
                <a:lnTo>
                  <a:pt x="309362" y="834971"/>
                </a:lnTo>
                <a:lnTo>
                  <a:pt x="290484" y="837000"/>
                </a:lnTo>
                <a:lnTo>
                  <a:pt x="271605" y="839038"/>
                </a:lnTo>
                <a:lnTo>
                  <a:pt x="252727" y="841077"/>
                </a:lnTo>
                <a:lnTo>
                  <a:pt x="233848" y="843105"/>
                </a:lnTo>
                <a:lnTo>
                  <a:pt x="214970" y="845144"/>
                </a:lnTo>
                <a:lnTo>
                  <a:pt x="196091" y="847173"/>
                </a:lnTo>
                <a:lnTo>
                  <a:pt x="177213" y="849211"/>
                </a:lnTo>
                <a:lnTo>
                  <a:pt x="158344" y="851240"/>
                </a:lnTo>
                <a:lnTo>
                  <a:pt x="139465" y="853278"/>
                </a:lnTo>
                <a:lnTo>
                  <a:pt x="120587" y="855307"/>
                </a:lnTo>
                <a:lnTo>
                  <a:pt x="101708" y="857345"/>
                </a:lnTo>
                <a:lnTo>
                  <a:pt x="82829" y="859374"/>
                </a:lnTo>
                <a:lnTo>
                  <a:pt x="63951" y="861412"/>
                </a:lnTo>
                <a:lnTo>
                  <a:pt x="45072" y="863451"/>
                </a:lnTo>
                <a:lnTo>
                  <a:pt x="26194" y="865480"/>
                </a:lnTo>
                <a:lnTo>
                  <a:pt x="7315" y="867518"/>
                </a:lnTo>
                <a:lnTo>
                  <a:pt x="0" y="857841"/>
                </a:lnTo>
                <a:lnTo>
                  <a:pt x="1810" y="838943"/>
                </a:lnTo>
                <a:lnTo>
                  <a:pt x="3610" y="820045"/>
                </a:lnTo>
                <a:lnTo>
                  <a:pt x="5420" y="801138"/>
                </a:lnTo>
                <a:lnTo>
                  <a:pt x="7220" y="782241"/>
                </a:lnTo>
                <a:lnTo>
                  <a:pt x="9030" y="763343"/>
                </a:lnTo>
                <a:lnTo>
                  <a:pt x="10839" y="744436"/>
                </a:lnTo>
                <a:lnTo>
                  <a:pt x="12640" y="725538"/>
                </a:lnTo>
                <a:lnTo>
                  <a:pt x="14449" y="706631"/>
                </a:lnTo>
                <a:lnTo>
                  <a:pt x="16250" y="687734"/>
                </a:lnTo>
                <a:lnTo>
                  <a:pt x="18059" y="668836"/>
                </a:lnTo>
                <a:lnTo>
                  <a:pt x="19869" y="649929"/>
                </a:lnTo>
                <a:lnTo>
                  <a:pt x="21669" y="631031"/>
                </a:lnTo>
                <a:lnTo>
                  <a:pt x="23479" y="612134"/>
                </a:lnTo>
                <a:lnTo>
                  <a:pt x="25279" y="593227"/>
                </a:lnTo>
                <a:lnTo>
                  <a:pt x="27089" y="574329"/>
                </a:lnTo>
                <a:lnTo>
                  <a:pt x="28889" y="555422"/>
                </a:lnTo>
                <a:lnTo>
                  <a:pt x="30699" y="536524"/>
                </a:lnTo>
                <a:lnTo>
                  <a:pt x="32509" y="517627"/>
                </a:lnTo>
                <a:lnTo>
                  <a:pt x="34309" y="498719"/>
                </a:lnTo>
                <a:lnTo>
                  <a:pt x="36119" y="479822"/>
                </a:lnTo>
                <a:lnTo>
                  <a:pt x="37919" y="460924"/>
                </a:lnTo>
                <a:lnTo>
                  <a:pt x="39729" y="442017"/>
                </a:lnTo>
                <a:lnTo>
                  <a:pt x="41539" y="423120"/>
                </a:lnTo>
                <a:lnTo>
                  <a:pt x="43339" y="404212"/>
                </a:lnTo>
                <a:lnTo>
                  <a:pt x="45149" y="385315"/>
                </a:lnTo>
                <a:lnTo>
                  <a:pt x="46949" y="366417"/>
                </a:lnTo>
                <a:lnTo>
                  <a:pt x="48758" y="347510"/>
                </a:lnTo>
                <a:lnTo>
                  <a:pt x="50568" y="328613"/>
                </a:lnTo>
                <a:lnTo>
                  <a:pt x="52368" y="309715"/>
                </a:lnTo>
                <a:lnTo>
                  <a:pt x="54178" y="290808"/>
                </a:lnTo>
                <a:lnTo>
                  <a:pt x="55978" y="271910"/>
                </a:lnTo>
                <a:lnTo>
                  <a:pt x="57788" y="253003"/>
                </a:lnTo>
                <a:lnTo>
                  <a:pt x="59598" y="234105"/>
                </a:lnTo>
                <a:lnTo>
                  <a:pt x="61398" y="215208"/>
                </a:lnTo>
                <a:lnTo>
                  <a:pt x="63208" y="196301"/>
                </a:lnTo>
                <a:lnTo>
                  <a:pt x="65008" y="177403"/>
                </a:lnTo>
                <a:lnTo>
                  <a:pt x="66818" y="158506"/>
                </a:lnTo>
                <a:lnTo>
                  <a:pt x="68618" y="139598"/>
                </a:lnTo>
                <a:lnTo>
                  <a:pt x="70428" y="120701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34EE11B4-BD2A-48D7-908A-77B05B0A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1293" y="4356945"/>
            <a:ext cx="412433" cy="526523"/>
          </a:xfrm>
          <a:custGeom xmlns:a="http://schemas.openxmlformats.org/drawingml/2006/main">
            <a:pathLst>
              <a:path w="412433" h="526523">
                <a:moveTo>
                  <a:pt x="0" y="526523"/>
                </a:moveTo>
                <a:lnTo>
                  <a:pt x="0" y="507683"/>
                </a:lnTo>
                <a:lnTo>
                  <a:pt x="0" y="488842"/>
                </a:lnTo>
                <a:lnTo>
                  <a:pt x="0" y="470002"/>
                </a:lnTo>
                <a:lnTo>
                  <a:pt x="0" y="451161"/>
                </a:lnTo>
                <a:lnTo>
                  <a:pt x="0" y="432321"/>
                </a:lnTo>
                <a:lnTo>
                  <a:pt x="0" y="413490"/>
                </a:lnTo>
                <a:lnTo>
                  <a:pt x="0" y="394649"/>
                </a:lnTo>
                <a:lnTo>
                  <a:pt x="0" y="375809"/>
                </a:lnTo>
                <a:lnTo>
                  <a:pt x="0" y="356968"/>
                </a:lnTo>
                <a:lnTo>
                  <a:pt x="0" y="338128"/>
                </a:lnTo>
                <a:lnTo>
                  <a:pt x="0" y="319288"/>
                </a:lnTo>
                <a:lnTo>
                  <a:pt x="0" y="300447"/>
                </a:lnTo>
                <a:lnTo>
                  <a:pt x="0" y="281607"/>
                </a:lnTo>
                <a:lnTo>
                  <a:pt x="0" y="262766"/>
                </a:lnTo>
                <a:lnTo>
                  <a:pt x="0" y="243926"/>
                </a:lnTo>
                <a:lnTo>
                  <a:pt x="0" y="225085"/>
                </a:lnTo>
                <a:lnTo>
                  <a:pt x="0" y="206245"/>
                </a:lnTo>
                <a:lnTo>
                  <a:pt x="0" y="187404"/>
                </a:lnTo>
                <a:lnTo>
                  <a:pt x="0" y="168564"/>
                </a:lnTo>
                <a:lnTo>
                  <a:pt x="0" y="149723"/>
                </a:lnTo>
                <a:lnTo>
                  <a:pt x="1238" y="131788"/>
                </a:lnTo>
                <a:lnTo>
                  <a:pt x="19164" y="125997"/>
                </a:lnTo>
                <a:lnTo>
                  <a:pt x="37090" y="120196"/>
                </a:lnTo>
                <a:lnTo>
                  <a:pt x="55016" y="114405"/>
                </a:lnTo>
                <a:lnTo>
                  <a:pt x="72942" y="108604"/>
                </a:lnTo>
                <a:lnTo>
                  <a:pt x="90868" y="102813"/>
                </a:lnTo>
                <a:lnTo>
                  <a:pt x="108795" y="97012"/>
                </a:lnTo>
                <a:lnTo>
                  <a:pt x="126721" y="91221"/>
                </a:lnTo>
                <a:lnTo>
                  <a:pt x="144647" y="85420"/>
                </a:lnTo>
                <a:lnTo>
                  <a:pt x="162573" y="79629"/>
                </a:lnTo>
                <a:lnTo>
                  <a:pt x="180499" y="73828"/>
                </a:lnTo>
                <a:lnTo>
                  <a:pt x="198425" y="68037"/>
                </a:lnTo>
                <a:lnTo>
                  <a:pt x="216351" y="62236"/>
                </a:lnTo>
                <a:lnTo>
                  <a:pt x="234277" y="56445"/>
                </a:lnTo>
                <a:lnTo>
                  <a:pt x="252203" y="50644"/>
                </a:lnTo>
                <a:lnTo>
                  <a:pt x="270129" y="44853"/>
                </a:lnTo>
                <a:lnTo>
                  <a:pt x="288055" y="39053"/>
                </a:lnTo>
                <a:lnTo>
                  <a:pt x="305981" y="33261"/>
                </a:lnTo>
                <a:lnTo>
                  <a:pt x="323907" y="27461"/>
                </a:lnTo>
                <a:lnTo>
                  <a:pt x="341833" y="21669"/>
                </a:lnTo>
                <a:lnTo>
                  <a:pt x="359759" y="15869"/>
                </a:lnTo>
                <a:lnTo>
                  <a:pt x="377685" y="10077"/>
                </a:lnTo>
                <a:lnTo>
                  <a:pt x="395611" y="4277"/>
                </a:lnTo>
                <a:lnTo>
                  <a:pt x="412433" y="0"/>
                </a:lnTo>
                <a:lnTo>
                  <a:pt x="412433" y="18840"/>
                </a:lnTo>
                <a:lnTo>
                  <a:pt x="412433" y="37681"/>
                </a:lnTo>
                <a:lnTo>
                  <a:pt x="412433" y="56521"/>
                </a:lnTo>
                <a:lnTo>
                  <a:pt x="412433" y="75362"/>
                </a:lnTo>
                <a:lnTo>
                  <a:pt x="412433" y="94202"/>
                </a:lnTo>
                <a:lnTo>
                  <a:pt x="412433" y="113043"/>
                </a:lnTo>
                <a:lnTo>
                  <a:pt x="412433" y="131883"/>
                </a:lnTo>
                <a:lnTo>
                  <a:pt x="412433" y="150714"/>
                </a:lnTo>
                <a:lnTo>
                  <a:pt x="412433" y="169555"/>
                </a:lnTo>
                <a:lnTo>
                  <a:pt x="412433" y="188395"/>
                </a:lnTo>
                <a:lnTo>
                  <a:pt x="412433" y="207235"/>
                </a:lnTo>
                <a:lnTo>
                  <a:pt x="412433" y="226076"/>
                </a:lnTo>
                <a:lnTo>
                  <a:pt x="412433" y="244916"/>
                </a:lnTo>
                <a:lnTo>
                  <a:pt x="412433" y="263757"/>
                </a:lnTo>
                <a:lnTo>
                  <a:pt x="412433" y="282597"/>
                </a:lnTo>
                <a:lnTo>
                  <a:pt x="412433" y="301438"/>
                </a:lnTo>
                <a:lnTo>
                  <a:pt x="412433" y="320278"/>
                </a:lnTo>
                <a:lnTo>
                  <a:pt x="412433" y="339119"/>
                </a:lnTo>
                <a:lnTo>
                  <a:pt x="412433" y="357959"/>
                </a:lnTo>
                <a:lnTo>
                  <a:pt x="404603" y="371408"/>
                </a:lnTo>
                <a:lnTo>
                  <a:pt x="387010" y="378152"/>
                </a:lnTo>
                <a:lnTo>
                  <a:pt x="369418" y="384896"/>
                </a:lnTo>
                <a:lnTo>
                  <a:pt x="351825" y="391639"/>
                </a:lnTo>
                <a:lnTo>
                  <a:pt x="334232" y="398383"/>
                </a:lnTo>
                <a:lnTo>
                  <a:pt x="316649" y="405127"/>
                </a:lnTo>
                <a:lnTo>
                  <a:pt x="299056" y="411880"/>
                </a:lnTo>
                <a:lnTo>
                  <a:pt x="281464" y="418624"/>
                </a:lnTo>
                <a:lnTo>
                  <a:pt x="263871" y="425367"/>
                </a:lnTo>
                <a:lnTo>
                  <a:pt x="246278" y="432111"/>
                </a:lnTo>
                <a:lnTo>
                  <a:pt x="228686" y="438855"/>
                </a:lnTo>
                <a:lnTo>
                  <a:pt x="211093" y="445599"/>
                </a:lnTo>
                <a:lnTo>
                  <a:pt x="193500" y="452342"/>
                </a:lnTo>
                <a:lnTo>
                  <a:pt x="175917" y="459086"/>
                </a:lnTo>
                <a:lnTo>
                  <a:pt x="158325" y="465830"/>
                </a:lnTo>
                <a:lnTo>
                  <a:pt x="140732" y="472573"/>
                </a:lnTo>
                <a:lnTo>
                  <a:pt x="123139" y="479317"/>
                </a:lnTo>
                <a:lnTo>
                  <a:pt x="105547" y="486061"/>
                </a:lnTo>
                <a:lnTo>
                  <a:pt x="87954" y="492804"/>
                </a:lnTo>
                <a:lnTo>
                  <a:pt x="70361" y="499548"/>
                </a:lnTo>
                <a:lnTo>
                  <a:pt x="52778" y="506292"/>
                </a:lnTo>
                <a:lnTo>
                  <a:pt x="35185" y="513036"/>
                </a:lnTo>
                <a:lnTo>
                  <a:pt x="17593" y="519779"/>
                </a:lnTo>
                <a:lnTo>
                  <a:pt x="0" y="526523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243972D6-FAE8-47EE-B931-F5CA7032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" y="4725353"/>
            <a:ext cx="1974361" cy="158115"/>
          </a:xfrm>
          <a:custGeom xmlns:a="http://schemas.openxmlformats.org/drawingml/2006/main">
            <a:pathLst>
              <a:path w="1974361" h="158115">
                <a:moveTo>
                  <a:pt x="0" y="158115"/>
                </a:moveTo>
                <a:lnTo>
                  <a:pt x="19031" y="158115"/>
                </a:lnTo>
                <a:lnTo>
                  <a:pt x="38062" y="158115"/>
                </a:lnTo>
                <a:lnTo>
                  <a:pt x="57093" y="158115"/>
                </a:lnTo>
                <a:lnTo>
                  <a:pt x="76124" y="158115"/>
                </a:lnTo>
                <a:lnTo>
                  <a:pt x="95155" y="158115"/>
                </a:lnTo>
                <a:lnTo>
                  <a:pt x="114186" y="158115"/>
                </a:lnTo>
                <a:lnTo>
                  <a:pt x="133217" y="158115"/>
                </a:lnTo>
                <a:lnTo>
                  <a:pt x="152248" y="158115"/>
                </a:lnTo>
                <a:lnTo>
                  <a:pt x="171279" y="158115"/>
                </a:lnTo>
                <a:lnTo>
                  <a:pt x="190310" y="158115"/>
                </a:lnTo>
                <a:lnTo>
                  <a:pt x="209340" y="158115"/>
                </a:lnTo>
                <a:lnTo>
                  <a:pt x="228371" y="158115"/>
                </a:lnTo>
                <a:lnTo>
                  <a:pt x="247402" y="158115"/>
                </a:lnTo>
                <a:lnTo>
                  <a:pt x="266433" y="158115"/>
                </a:lnTo>
                <a:lnTo>
                  <a:pt x="285464" y="158115"/>
                </a:lnTo>
                <a:lnTo>
                  <a:pt x="304505" y="158115"/>
                </a:lnTo>
                <a:lnTo>
                  <a:pt x="323536" y="158115"/>
                </a:lnTo>
                <a:lnTo>
                  <a:pt x="342567" y="158115"/>
                </a:lnTo>
                <a:lnTo>
                  <a:pt x="361598" y="158115"/>
                </a:lnTo>
                <a:lnTo>
                  <a:pt x="380629" y="158115"/>
                </a:lnTo>
                <a:lnTo>
                  <a:pt x="399659" y="158115"/>
                </a:lnTo>
                <a:lnTo>
                  <a:pt x="418690" y="158115"/>
                </a:lnTo>
                <a:lnTo>
                  <a:pt x="437721" y="158115"/>
                </a:lnTo>
                <a:lnTo>
                  <a:pt x="456752" y="158115"/>
                </a:lnTo>
                <a:lnTo>
                  <a:pt x="475783" y="158115"/>
                </a:lnTo>
                <a:lnTo>
                  <a:pt x="494814" y="158115"/>
                </a:lnTo>
                <a:lnTo>
                  <a:pt x="513845" y="158115"/>
                </a:lnTo>
                <a:lnTo>
                  <a:pt x="532876" y="158115"/>
                </a:lnTo>
                <a:lnTo>
                  <a:pt x="551907" y="158115"/>
                </a:lnTo>
                <a:lnTo>
                  <a:pt x="570938" y="158115"/>
                </a:lnTo>
                <a:lnTo>
                  <a:pt x="589969" y="158115"/>
                </a:lnTo>
                <a:lnTo>
                  <a:pt x="609000" y="158115"/>
                </a:lnTo>
                <a:lnTo>
                  <a:pt x="628031" y="158115"/>
                </a:lnTo>
                <a:lnTo>
                  <a:pt x="647062" y="158115"/>
                </a:lnTo>
                <a:lnTo>
                  <a:pt x="666093" y="158115"/>
                </a:lnTo>
                <a:lnTo>
                  <a:pt x="685124" y="158115"/>
                </a:lnTo>
                <a:lnTo>
                  <a:pt x="704155" y="158115"/>
                </a:lnTo>
                <a:lnTo>
                  <a:pt x="723186" y="158115"/>
                </a:lnTo>
                <a:lnTo>
                  <a:pt x="742217" y="158115"/>
                </a:lnTo>
                <a:lnTo>
                  <a:pt x="761248" y="158115"/>
                </a:lnTo>
                <a:lnTo>
                  <a:pt x="780278" y="158115"/>
                </a:lnTo>
                <a:lnTo>
                  <a:pt x="799309" y="158115"/>
                </a:lnTo>
                <a:lnTo>
                  <a:pt x="818340" y="158115"/>
                </a:lnTo>
                <a:lnTo>
                  <a:pt x="837371" y="158115"/>
                </a:lnTo>
                <a:lnTo>
                  <a:pt x="856402" y="158115"/>
                </a:lnTo>
                <a:lnTo>
                  <a:pt x="875433" y="158115"/>
                </a:lnTo>
                <a:lnTo>
                  <a:pt x="894464" y="158115"/>
                </a:lnTo>
                <a:lnTo>
                  <a:pt x="913505" y="158115"/>
                </a:lnTo>
                <a:lnTo>
                  <a:pt x="932536" y="158115"/>
                </a:lnTo>
                <a:lnTo>
                  <a:pt x="951567" y="158115"/>
                </a:lnTo>
                <a:lnTo>
                  <a:pt x="970598" y="158115"/>
                </a:lnTo>
                <a:lnTo>
                  <a:pt x="989628" y="158115"/>
                </a:lnTo>
                <a:lnTo>
                  <a:pt x="1008659" y="158115"/>
                </a:lnTo>
                <a:lnTo>
                  <a:pt x="1027690" y="158115"/>
                </a:lnTo>
                <a:lnTo>
                  <a:pt x="1046721" y="158115"/>
                </a:lnTo>
                <a:lnTo>
                  <a:pt x="1065752" y="158115"/>
                </a:lnTo>
                <a:lnTo>
                  <a:pt x="1084783" y="158115"/>
                </a:lnTo>
                <a:lnTo>
                  <a:pt x="1103814" y="158115"/>
                </a:lnTo>
                <a:lnTo>
                  <a:pt x="1122845" y="158115"/>
                </a:lnTo>
                <a:lnTo>
                  <a:pt x="1141876" y="158115"/>
                </a:lnTo>
                <a:lnTo>
                  <a:pt x="1160907" y="158115"/>
                </a:lnTo>
                <a:lnTo>
                  <a:pt x="1179938" y="158115"/>
                </a:lnTo>
                <a:lnTo>
                  <a:pt x="1198969" y="158115"/>
                </a:lnTo>
                <a:lnTo>
                  <a:pt x="1218000" y="158115"/>
                </a:lnTo>
                <a:lnTo>
                  <a:pt x="1237031" y="158115"/>
                </a:lnTo>
                <a:lnTo>
                  <a:pt x="1256062" y="158115"/>
                </a:lnTo>
                <a:lnTo>
                  <a:pt x="1275093" y="158115"/>
                </a:lnTo>
                <a:lnTo>
                  <a:pt x="1294124" y="158115"/>
                </a:lnTo>
                <a:lnTo>
                  <a:pt x="1313155" y="158115"/>
                </a:lnTo>
                <a:lnTo>
                  <a:pt x="1332186" y="158115"/>
                </a:lnTo>
                <a:lnTo>
                  <a:pt x="1351217" y="158115"/>
                </a:lnTo>
                <a:lnTo>
                  <a:pt x="1370247" y="158115"/>
                </a:lnTo>
                <a:lnTo>
                  <a:pt x="1389278" y="158115"/>
                </a:lnTo>
                <a:lnTo>
                  <a:pt x="1408309" y="158115"/>
                </a:lnTo>
                <a:lnTo>
                  <a:pt x="1427340" y="158115"/>
                </a:lnTo>
                <a:lnTo>
                  <a:pt x="1446371" y="158115"/>
                </a:lnTo>
                <a:lnTo>
                  <a:pt x="1465402" y="158115"/>
                </a:lnTo>
                <a:lnTo>
                  <a:pt x="1484433" y="158115"/>
                </a:lnTo>
                <a:lnTo>
                  <a:pt x="1503464" y="158115"/>
                </a:lnTo>
                <a:lnTo>
                  <a:pt x="1522495" y="158115"/>
                </a:lnTo>
                <a:lnTo>
                  <a:pt x="1541536" y="158115"/>
                </a:lnTo>
                <a:lnTo>
                  <a:pt x="1560566" y="158115"/>
                </a:lnTo>
                <a:lnTo>
                  <a:pt x="1578874" y="154238"/>
                </a:lnTo>
                <a:lnTo>
                  <a:pt x="1596647" y="147428"/>
                </a:lnTo>
                <a:lnTo>
                  <a:pt x="1614421" y="140618"/>
                </a:lnTo>
                <a:lnTo>
                  <a:pt x="1632185" y="133798"/>
                </a:lnTo>
                <a:lnTo>
                  <a:pt x="1649959" y="126987"/>
                </a:lnTo>
                <a:lnTo>
                  <a:pt x="1667723" y="120177"/>
                </a:lnTo>
                <a:lnTo>
                  <a:pt x="1685496" y="113367"/>
                </a:lnTo>
                <a:lnTo>
                  <a:pt x="1703270" y="106556"/>
                </a:lnTo>
                <a:lnTo>
                  <a:pt x="1721034" y="99736"/>
                </a:lnTo>
                <a:lnTo>
                  <a:pt x="1738808" y="92926"/>
                </a:lnTo>
                <a:lnTo>
                  <a:pt x="1756581" y="86116"/>
                </a:lnTo>
                <a:lnTo>
                  <a:pt x="1774346" y="79305"/>
                </a:lnTo>
                <a:lnTo>
                  <a:pt x="1792119" y="72485"/>
                </a:lnTo>
                <a:lnTo>
                  <a:pt x="1809883" y="65675"/>
                </a:lnTo>
                <a:lnTo>
                  <a:pt x="1827657" y="58865"/>
                </a:lnTo>
                <a:lnTo>
                  <a:pt x="1845431" y="52054"/>
                </a:lnTo>
                <a:lnTo>
                  <a:pt x="1863195" y="45234"/>
                </a:lnTo>
                <a:lnTo>
                  <a:pt x="1880968" y="38424"/>
                </a:lnTo>
                <a:lnTo>
                  <a:pt x="1898742" y="31613"/>
                </a:lnTo>
                <a:lnTo>
                  <a:pt x="1916506" y="24803"/>
                </a:lnTo>
                <a:lnTo>
                  <a:pt x="1934280" y="17993"/>
                </a:lnTo>
                <a:lnTo>
                  <a:pt x="1952054" y="11173"/>
                </a:lnTo>
                <a:lnTo>
                  <a:pt x="1969818" y="4362"/>
                </a:lnTo>
                <a:lnTo>
                  <a:pt x="1974361" y="0"/>
                </a:lnTo>
                <a:lnTo>
                  <a:pt x="1955330" y="0"/>
                </a:lnTo>
                <a:lnTo>
                  <a:pt x="1936299" y="0"/>
                </a:lnTo>
                <a:lnTo>
                  <a:pt x="1917268" y="0"/>
                </a:lnTo>
                <a:lnTo>
                  <a:pt x="1898228" y="0"/>
                </a:lnTo>
                <a:lnTo>
                  <a:pt x="1879197" y="0"/>
                </a:lnTo>
                <a:lnTo>
                  <a:pt x="1860166" y="0"/>
                </a:lnTo>
                <a:lnTo>
                  <a:pt x="1841135" y="0"/>
                </a:lnTo>
                <a:lnTo>
                  <a:pt x="1822104" y="0"/>
                </a:lnTo>
                <a:lnTo>
                  <a:pt x="1803073" y="0"/>
                </a:lnTo>
                <a:lnTo>
                  <a:pt x="1784042" y="0"/>
                </a:lnTo>
                <a:lnTo>
                  <a:pt x="1765011" y="0"/>
                </a:lnTo>
                <a:lnTo>
                  <a:pt x="1745980" y="0"/>
                </a:lnTo>
                <a:lnTo>
                  <a:pt x="1726949" y="0"/>
                </a:lnTo>
                <a:lnTo>
                  <a:pt x="1707918" y="0"/>
                </a:lnTo>
                <a:lnTo>
                  <a:pt x="1688887" y="0"/>
                </a:lnTo>
                <a:lnTo>
                  <a:pt x="1669856" y="0"/>
                </a:lnTo>
                <a:lnTo>
                  <a:pt x="1650825" y="0"/>
                </a:lnTo>
                <a:lnTo>
                  <a:pt x="1631794" y="0"/>
                </a:lnTo>
                <a:lnTo>
                  <a:pt x="1612763" y="0"/>
                </a:lnTo>
                <a:lnTo>
                  <a:pt x="1593733" y="0"/>
                </a:lnTo>
                <a:lnTo>
                  <a:pt x="1574702" y="0"/>
                </a:lnTo>
                <a:lnTo>
                  <a:pt x="1555671" y="0"/>
                </a:lnTo>
                <a:lnTo>
                  <a:pt x="1536640" y="0"/>
                </a:lnTo>
                <a:lnTo>
                  <a:pt x="1517609" y="0"/>
                </a:lnTo>
                <a:lnTo>
                  <a:pt x="1498578" y="0"/>
                </a:lnTo>
                <a:lnTo>
                  <a:pt x="1479547" y="0"/>
                </a:lnTo>
                <a:lnTo>
                  <a:pt x="1460516" y="0"/>
                </a:lnTo>
                <a:lnTo>
                  <a:pt x="1441485" y="0"/>
                </a:lnTo>
                <a:lnTo>
                  <a:pt x="1422454" y="0"/>
                </a:lnTo>
                <a:lnTo>
                  <a:pt x="1403423" y="0"/>
                </a:lnTo>
                <a:lnTo>
                  <a:pt x="1384392" y="0"/>
                </a:lnTo>
                <a:lnTo>
                  <a:pt x="1365361" y="0"/>
                </a:lnTo>
                <a:lnTo>
                  <a:pt x="1346330" y="0"/>
                </a:lnTo>
                <a:lnTo>
                  <a:pt x="1327299" y="0"/>
                </a:lnTo>
                <a:lnTo>
                  <a:pt x="1308268" y="0"/>
                </a:lnTo>
                <a:lnTo>
                  <a:pt x="1289237" y="0"/>
                </a:lnTo>
                <a:lnTo>
                  <a:pt x="1270197" y="0"/>
                </a:lnTo>
                <a:lnTo>
                  <a:pt x="1251166" y="0"/>
                </a:lnTo>
                <a:lnTo>
                  <a:pt x="1232135" y="0"/>
                </a:lnTo>
                <a:lnTo>
                  <a:pt x="1213104" y="0"/>
                </a:lnTo>
                <a:lnTo>
                  <a:pt x="1194073" y="0"/>
                </a:lnTo>
                <a:lnTo>
                  <a:pt x="1175042" y="0"/>
                </a:lnTo>
                <a:lnTo>
                  <a:pt x="1156011" y="0"/>
                </a:lnTo>
                <a:lnTo>
                  <a:pt x="1136980" y="0"/>
                </a:lnTo>
                <a:lnTo>
                  <a:pt x="1117949" y="0"/>
                </a:lnTo>
                <a:lnTo>
                  <a:pt x="1098918" y="0"/>
                </a:lnTo>
                <a:lnTo>
                  <a:pt x="1079887" y="0"/>
                </a:lnTo>
                <a:lnTo>
                  <a:pt x="1060856" y="0"/>
                </a:lnTo>
                <a:lnTo>
                  <a:pt x="1041825" y="0"/>
                </a:lnTo>
                <a:lnTo>
                  <a:pt x="1022795" y="0"/>
                </a:lnTo>
                <a:lnTo>
                  <a:pt x="1003764" y="0"/>
                </a:lnTo>
                <a:lnTo>
                  <a:pt x="984733" y="0"/>
                </a:lnTo>
                <a:lnTo>
                  <a:pt x="965702" y="0"/>
                </a:lnTo>
                <a:lnTo>
                  <a:pt x="946671" y="0"/>
                </a:lnTo>
                <a:lnTo>
                  <a:pt x="927640" y="0"/>
                </a:lnTo>
                <a:lnTo>
                  <a:pt x="908609" y="0"/>
                </a:lnTo>
                <a:lnTo>
                  <a:pt x="889578" y="0"/>
                </a:lnTo>
                <a:lnTo>
                  <a:pt x="870547" y="0"/>
                </a:lnTo>
                <a:lnTo>
                  <a:pt x="851516" y="0"/>
                </a:lnTo>
                <a:lnTo>
                  <a:pt x="832485" y="0"/>
                </a:lnTo>
                <a:lnTo>
                  <a:pt x="813454" y="0"/>
                </a:lnTo>
                <a:lnTo>
                  <a:pt x="794423" y="0"/>
                </a:lnTo>
                <a:lnTo>
                  <a:pt x="775392" y="0"/>
                </a:lnTo>
                <a:lnTo>
                  <a:pt x="756361" y="0"/>
                </a:lnTo>
                <a:lnTo>
                  <a:pt x="737330" y="0"/>
                </a:lnTo>
                <a:lnTo>
                  <a:pt x="718299" y="0"/>
                </a:lnTo>
                <a:lnTo>
                  <a:pt x="699268" y="0"/>
                </a:lnTo>
                <a:lnTo>
                  <a:pt x="680228" y="0"/>
                </a:lnTo>
                <a:lnTo>
                  <a:pt x="661197" y="0"/>
                </a:lnTo>
                <a:lnTo>
                  <a:pt x="642166" y="0"/>
                </a:lnTo>
                <a:lnTo>
                  <a:pt x="623135" y="0"/>
                </a:lnTo>
                <a:lnTo>
                  <a:pt x="604104" y="0"/>
                </a:lnTo>
                <a:lnTo>
                  <a:pt x="585073" y="0"/>
                </a:lnTo>
                <a:lnTo>
                  <a:pt x="566042" y="0"/>
                </a:lnTo>
                <a:lnTo>
                  <a:pt x="547011" y="0"/>
                </a:lnTo>
                <a:lnTo>
                  <a:pt x="527980" y="0"/>
                </a:lnTo>
                <a:lnTo>
                  <a:pt x="509026" y="467"/>
                </a:lnTo>
                <a:lnTo>
                  <a:pt x="490842" y="6096"/>
                </a:lnTo>
                <a:lnTo>
                  <a:pt x="472659" y="11735"/>
                </a:lnTo>
                <a:lnTo>
                  <a:pt x="454485" y="17364"/>
                </a:lnTo>
                <a:lnTo>
                  <a:pt x="436302" y="22993"/>
                </a:lnTo>
                <a:lnTo>
                  <a:pt x="418128" y="28623"/>
                </a:lnTo>
                <a:lnTo>
                  <a:pt x="399945" y="34252"/>
                </a:lnTo>
                <a:lnTo>
                  <a:pt x="381762" y="39881"/>
                </a:lnTo>
                <a:lnTo>
                  <a:pt x="363588" y="45510"/>
                </a:lnTo>
                <a:lnTo>
                  <a:pt x="345405" y="51140"/>
                </a:lnTo>
                <a:lnTo>
                  <a:pt x="327231" y="56769"/>
                </a:lnTo>
                <a:lnTo>
                  <a:pt x="309048" y="62398"/>
                </a:lnTo>
                <a:lnTo>
                  <a:pt x="290874" y="68028"/>
                </a:lnTo>
                <a:lnTo>
                  <a:pt x="272691" y="73666"/>
                </a:lnTo>
                <a:lnTo>
                  <a:pt x="254508" y="79296"/>
                </a:lnTo>
                <a:lnTo>
                  <a:pt x="236334" y="84925"/>
                </a:lnTo>
                <a:lnTo>
                  <a:pt x="218151" y="90554"/>
                </a:lnTo>
                <a:lnTo>
                  <a:pt x="199977" y="96183"/>
                </a:lnTo>
                <a:lnTo>
                  <a:pt x="181794" y="101813"/>
                </a:lnTo>
                <a:lnTo>
                  <a:pt x="163611" y="107442"/>
                </a:lnTo>
                <a:lnTo>
                  <a:pt x="145437" y="113071"/>
                </a:lnTo>
                <a:lnTo>
                  <a:pt x="127254" y="118701"/>
                </a:lnTo>
                <a:lnTo>
                  <a:pt x="109080" y="124330"/>
                </a:lnTo>
                <a:lnTo>
                  <a:pt x="90897" y="129969"/>
                </a:lnTo>
                <a:lnTo>
                  <a:pt x="72714" y="135598"/>
                </a:lnTo>
                <a:lnTo>
                  <a:pt x="54540" y="141227"/>
                </a:lnTo>
                <a:lnTo>
                  <a:pt x="36357" y="146856"/>
                </a:lnTo>
                <a:lnTo>
                  <a:pt x="18183" y="152486"/>
                </a:lnTo>
                <a:lnTo>
                  <a:pt x="0" y="15811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A4554FE0-AF6F-4417-8B9A-23847463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393" y="4725353"/>
            <a:ext cx="1821180" cy="158115"/>
          </a:xfrm>
          <a:custGeom xmlns:a="http://schemas.openxmlformats.org/drawingml/2006/main">
            <a:pathLst>
              <a:path w="1821180" h="158115">
                <a:moveTo>
                  <a:pt x="0" y="158115"/>
                </a:moveTo>
                <a:lnTo>
                  <a:pt x="18879" y="158115"/>
                </a:lnTo>
                <a:lnTo>
                  <a:pt x="37757" y="158115"/>
                </a:lnTo>
                <a:lnTo>
                  <a:pt x="56636" y="158115"/>
                </a:lnTo>
                <a:lnTo>
                  <a:pt x="75514" y="158115"/>
                </a:lnTo>
                <a:lnTo>
                  <a:pt x="94393" y="158115"/>
                </a:lnTo>
                <a:lnTo>
                  <a:pt x="113271" y="158115"/>
                </a:lnTo>
                <a:lnTo>
                  <a:pt x="132150" y="158115"/>
                </a:lnTo>
                <a:lnTo>
                  <a:pt x="151028" y="158115"/>
                </a:lnTo>
                <a:lnTo>
                  <a:pt x="169907" y="158115"/>
                </a:lnTo>
                <a:lnTo>
                  <a:pt x="188786" y="158115"/>
                </a:lnTo>
                <a:lnTo>
                  <a:pt x="207664" y="158115"/>
                </a:lnTo>
                <a:lnTo>
                  <a:pt x="226543" y="158115"/>
                </a:lnTo>
                <a:lnTo>
                  <a:pt x="245421" y="158115"/>
                </a:lnTo>
                <a:lnTo>
                  <a:pt x="264300" y="158115"/>
                </a:lnTo>
                <a:lnTo>
                  <a:pt x="283178" y="158115"/>
                </a:lnTo>
                <a:lnTo>
                  <a:pt x="302057" y="158115"/>
                </a:lnTo>
                <a:lnTo>
                  <a:pt x="320935" y="158115"/>
                </a:lnTo>
                <a:lnTo>
                  <a:pt x="339814" y="158115"/>
                </a:lnTo>
                <a:lnTo>
                  <a:pt x="358692" y="158115"/>
                </a:lnTo>
                <a:lnTo>
                  <a:pt x="377571" y="158115"/>
                </a:lnTo>
                <a:lnTo>
                  <a:pt x="396450" y="158115"/>
                </a:lnTo>
                <a:lnTo>
                  <a:pt x="415319" y="158115"/>
                </a:lnTo>
                <a:lnTo>
                  <a:pt x="434197" y="158115"/>
                </a:lnTo>
                <a:lnTo>
                  <a:pt x="453076" y="158115"/>
                </a:lnTo>
                <a:lnTo>
                  <a:pt x="471954" y="158115"/>
                </a:lnTo>
                <a:lnTo>
                  <a:pt x="490833" y="158115"/>
                </a:lnTo>
                <a:lnTo>
                  <a:pt x="509711" y="158115"/>
                </a:lnTo>
                <a:lnTo>
                  <a:pt x="528590" y="158115"/>
                </a:lnTo>
                <a:lnTo>
                  <a:pt x="547468" y="158115"/>
                </a:lnTo>
                <a:lnTo>
                  <a:pt x="566347" y="158115"/>
                </a:lnTo>
                <a:lnTo>
                  <a:pt x="585226" y="158115"/>
                </a:lnTo>
                <a:lnTo>
                  <a:pt x="604104" y="158115"/>
                </a:lnTo>
                <a:lnTo>
                  <a:pt x="622983" y="158115"/>
                </a:lnTo>
                <a:lnTo>
                  <a:pt x="641861" y="158115"/>
                </a:lnTo>
                <a:lnTo>
                  <a:pt x="660740" y="158115"/>
                </a:lnTo>
                <a:lnTo>
                  <a:pt x="679618" y="158115"/>
                </a:lnTo>
                <a:lnTo>
                  <a:pt x="698497" y="158115"/>
                </a:lnTo>
                <a:lnTo>
                  <a:pt x="717375" y="158115"/>
                </a:lnTo>
                <a:lnTo>
                  <a:pt x="736254" y="158115"/>
                </a:lnTo>
                <a:lnTo>
                  <a:pt x="755132" y="158115"/>
                </a:lnTo>
                <a:lnTo>
                  <a:pt x="774011" y="158115"/>
                </a:lnTo>
                <a:lnTo>
                  <a:pt x="792890" y="158115"/>
                </a:lnTo>
                <a:lnTo>
                  <a:pt x="811768" y="158115"/>
                </a:lnTo>
                <a:lnTo>
                  <a:pt x="830647" y="158115"/>
                </a:lnTo>
                <a:lnTo>
                  <a:pt x="849525" y="158115"/>
                </a:lnTo>
                <a:lnTo>
                  <a:pt x="868404" y="158115"/>
                </a:lnTo>
                <a:lnTo>
                  <a:pt x="887282" y="158115"/>
                </a:lnTo>
                <a:lnTo>
                  <a:pt x="906161" y="158115"/>
                </a:lnTo>
                <a:lnTo>
                  <a:pt x="925039" y="158115"/>
                </a:lnTo>
                <a:lnTo>
                  <a:pt x="943918" y="158115"/>
                </a:lnTo>
                <a:lnTo>
                  <a:pt x="962797" y="158115"/>
                </a:lnTo>
                <a:lnTo>
                  <a:pt x="981675" y="158115"/>
                </a:lnTo>
                <a:lnTo>
                  <a:pt x="1000554" y="158115"/>
                </a:lnTo>
                <a:lnTo>
                  <a:pt x="1019432" y="158115"/>
                </a:lnTo>
                <a:lnTo>
                  <a:pt x="1038311" y="158115"/>
                </a:lnTo>
                <a:lnTo>
                  <a:pt x="1057189" y="158115"/>
                </a:lnTo>
                <a:lnTo>
                  <a:pt x="1076068" y="158115"/>
                </a:lnTo>
                <a:lnTo>
                  <a:pt x="1094946" y="158115"/>
                </a:lnTo>
                <a:lnTo>
                  <a:pt x="1113825" y="158115"/>
                </a:lnTo>
                <a:lnTo>
                  <a:pt x="1132703" y="158115"/>
                </a:lnTo>
                <a:lnTo>
                  <a:pt x="1151582" y="158115"/>
                </a:lnTo>
                <a:lnTo>
                  <a:pt x="1170461" y="158115"/>
                </a:lnTo>
                <a:lnTo>
                  <a:pt x="1189339" y="158115"/>
                </a:lnTo>
                <a:lnTo>
                  <a:pt x="1208208" y="158115"/>
                </a:lnTo>
                <a:lnTo>
                  <a:pt x="1227087" y="158115"/>
                </a:lnTo>
                <a:lnTo>
                  <a:pt x="1245965" y="158115"/>
                </a:lnTo>
                <a:lnTo>
                  <a:pt x="1264844" y="158115"/>
                </a:lnTo>
                <a:lnTo>
                  <a:pt x="1283722" y="158115"/>
                </a:lnTo>
                <a:lnTo>
                  <a:pt x="1302601" y="158115"/>
                </a:lnTo>
                <a:lnTo>
                  <a:pt x="1321479" y="158115"/>
                </a:lnTo>
                <a:lnTo>
                  <a:pt x="1340358" y="158115"/>
                </a:lnTo>
                <a:lnTo>
                  <a:pt x="1359237" y="158115"/>
                </a:lnTo>
                <a:lnTo>
                  <a:pt x="1378115" y="158115"/>
                </a:lnTo>
                <a:lnTo>
                  <a:pt x="1396994" y="158115"/>
                </a:lnTo>
                <a:lnTo>
                  <a:pt x="1415044" y="153572"/>
                </a:lnTo>
                <a:lnTo>
                  <a:pt x="1432703" y="146895"/>
                </a:lnTo>
                <a:lnTo>
                  <a:pt x="1450362" y="140218"/>
                </a:lnTo>
                <a:lnTo>
                  <a:pt x="1468022" y="133541"/>
                </a:lnTo>
                <a:lnTo>
                  <a:pt x="1485681" y="126863"/>
                </a:lnTo>
                <a:lnTo>
                  <a:pt x="1503331" y="120186"/>
                </a:lnTo>
                <a:lnTo>
                  <a:pt x="1520990" y="113509"/>
                </a:lnTo>
                <a:lnTo>
                  <a:pt x="1538649" y="106832"/>
                </a:lnTo>
                <a:lnTo>
                  <a:pt x="1556309" y="100155"/>
                </a:lnTo>
                <a:lnTo>
                  <a:pt x="1573968" y="93478"/>
                </a:lnTo>
                <a:lnTo>
                  <a:pt x="1591628" y="86801"/>
                </a:lnTo>
                <a:lnTo>
                  <a:pt x="1609287" y="80124"/>
                </a:lnTo>
                <a:lnTo>
                  <a:pt x="1626937" y="73447"/>
                </a:lnTo>
                <a:lnTo>
                  <a:pt x="1644596" y="66770"/>
                </a:lnTo>
                <a:lnTo>
                  <a:pt x="1662255" y="60093"/>
                </a:lnTo>
                <a:lnTo>
                  <a:pt x="1679915" y="53416"/>
                </a:lnTo>
                <a:lnTo>
                  <a:pt x="1697574" y="46739"/>
                </a:lnTo>
                <a:lnTo>
                  <a:pt x="1715233" y="40062"/>
                </a:lnTo>
                <a:lnTo>
                  <a:pt x="1732893" y="33385"/>
                </a:lnTo>
                <a:lnTo>
                  <a:pt x="1750552" y="26708"/>
                </a:lnTo>
                <a:lnTo>
                  <a:pt x="1768202" y="20031"/>
                </a:lnTo>
                <a:lnTo>
                  <a:pt x="1785861" y="13354"/>
                </a:lnTo>
                <a:lnTo>
                  <a:pt x="1803521" y="6677"/>
                </a:lnTo>
                <a:lnTo>
                  <a:pt x="18211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8AC9A358-9181-48CA-B2D6-EFC909E9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0218" y="4725353"/>
            <a:ext cx="13163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72A39866-7B82-4E29-B77D-5D5BE261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9108" y="3988718"/>
            <a:ext cx="316230" cy="500415"/>
          </a:xfrm>
          <a:custGeom xmlns:a="http://schemas.openxmlformats.org/drawingml/2006/main">
            <a:pathLst>
              <a:path w="316230" h="500415">
                <a:moveTo>
                  <a:pt x="0" y="500415"/>
                </a:moveTo>
                <a:lnTo>
                  <a:pt x="0" y="481460"/>
                </a:lnTo>
                <a:lnTo>
                  <a:pt x="0" y="462505"/>
                </a:lnTo>
                <a:lnTo>
                  <a:pt x="0" y="443541"/>
                </a:lnTo>
                <a:lnTo>
                  <a:pt x="0" y="424586"/>
                </a:lnTo>
                <a:lnTo>
                  <a:pt x="0" y="405632"/>
                </a:lnTo>
                <a:lnTo>
                  <a:pt x="0" y="386667"/>
                </a:lnTo>
                <a:lnTo>
                  <a:pt x="0" y="367713"/>
                </a:lnTo>
                <a:lnTo>
                  <a:pt x="0" y="348758"/>
                </a:lnTo>
                <a:lnTo>
                  <a:pt x="0" y="329794"/>
                </a:lnTo>
                <a:lnTo>
                  <a:pt x="0" y="310839"/>
                </a:lnTo>
                <a:lnTo>
                  <a:pt x="0" y="291884"/>
                </a:lnTo>
                <a:lnTo>
                  <a:pt x="0" y="272920"/>
                </a:lnTo>
                <a:lnTo>
                  <a:pt x="0" y="253965"/>
                </a:lnTo>
                <a:lnTo>
                  <a:pt x="0" y="235010"/>
                </a:lnTo>
                <a:lnTo>
                  <a:pt x="0" y="216046"/>
                </a:lnTo>
                <a:lnTo>
                  <a:pt x="0" y="197091"/>
                </a:lnTo>
                <a:lnTo>
                  <a:pt x="0" y="178137"/>
                </a:lnTo>
                <a:lnTo>
                  <a:pt x="0" y="159172"/>
                </a:lnTo>
                <a:lnTo>
                  <a:pt x="0" y="140218"/>
                </a:lnTo>
                <a:lnTo>
                  <a:pt x="0" y="121253"/>
                </a:lnTo>
                <a:lnTo>
                  <a:pt x="4477" y="105489"/>
                </a:lnTo>
                <a:lnTo>
                  <a:pt x="22393" y="99279"/>
                </a:lnTo>
                <a:lnTo>
                  <a:pt x="40300" y="93078"/>
                </a:lnTo>
                <a:lnTo>
                  <a:pt x="58217" y="86868"/>
                </a:lnTo>
                <a:lnTo>
                  <a:pt x="76133" y="80667"/>
                </a:lnTo>
                <a:lnTo>
                  <a:pt x="94040" y="74457"/>
                </a:lnTo>
                <a:lnTo>
                  <a:pt x="111957" y="68256"/>
                </a:lnTo>
                <a:lnTo>
                  <a:pt x="129873" y="62055"/>
                </a:lnTo>
                <a:lnTo>
                  <a:pt x="147790" y="55845"/>
                </a:lnTo>
                <a:lnTo>
                  <a:pt x="165697" y="49644"/>
                </a:lnTo>
                <a:lnTo>
                  <a:pt x="183613" y="43434"/>
                </a:lnTo>
                <a:lnTo>
                  <a:pt x="201530" y="37233"/>
                </a:lnTo>
                <a:lnTo>
                  <a:pt x="219446" y="31023"/>
                </a:lnTo>
                <a:lnTo>
                  <a:pt x="237353" y="24822"/>
                </a:lnTo>
                <a:lnTo>
                  <a:pt x="255270" y="18612"/>
                </a:lnTo>
                <a:lnTo>
                  <a:pt x="273187" y="12411"/>
                </a:lnTo>
                <a:lnTo>
                  <a:pt x="291094" y="6201"/>
                </a:lnTo>
                <a:lnTo>
                  <a:pt x="309010" y="0"/>
                </a:lnTo>
                <a:lnTo>
                  <a:pt x="316230" y="8820"/>
                </a:lnTo>
                <a:lnTo>
                  <a:pt x="316230" y="27775"/>
                </a:lnTo>
                <a:lnTo>
                  <a:pt x="316230" y="46730"/>
                </a:lnTo>
                <a:lnTo>
                  <a:pt x="316230" y="65694"/>
                </a:lnTo>
                <a:lnTo>
                  <a:pt x="316230" y="84649"/>
                </a:lnTo>
                <a:lnTo>
                  <a:pt x="316230" y="103603"/>
                </a:lnTo>
                <a:lnTo>
                  <a:pt x="316230" y="122568"/>
                </a:lnTo>
                <a:lnTo>
                  <a:pt x="316230" y="141522"/>
                </a:lnTo>
                <a:lnTo>
                  <a:pt x="316230" y="160477"/>
                </a:lnTo>
                <a:lnTo>
                  <a:pt x="316230" y="179441"/>
                </a:lnTo>
                <a:lnTo>
                  <a:pt x="316230" y="198396"/>
                </a:lnTo>
                <a:lnTo>
                  <a:pt x="316230" y="217361"/>
                </a:lnTo>
                <a:lnTo>
                  <a:pt x="316230" y="236315"/>
                </a:lnTo>
                <a:lnTo>
                  <a:pt x="316230" y="255270"/>
                </a:lnTo>
                <a:lnTo>
                  <a:pt x="316230" y="274234"/>
                </a:lnTo>
                <a:lnTo>
                  <a:pt x="316230" y="293189"/>
                </a:lnTo>
                <a:lnTo>
                  <a:pt x="316230" y="312144"/>
                </a:lnTo>
                <a:lnTo>
                  <a:pt x="316230" y="331108"/>
                </a:lnTo>
                <a:lnTo>
                  <a:pt x="316230" y="350063"/>
                </a:lnTo>
                <a:lnTo>
                  <a:pt x="314430" y="367827"/>
                </a:lnTo>
                <a:lnTo>
                  <a:pt x="296961" y="375190"/>
                </a:lnTo>
                <a:lnTo>
                  <a:pt x="279492" y="382562"/>
                </a:lnTo>
                <a:lnTo>
                  <a:pt x="262023" y="389925"/>
                </a:lnTo>
                <a:lnTo>
                  <a:pt x="244554" y="397288"/>
                </a:lnTo>
                <a:lnTo>
                  <a:pt x="227086" y="404660"/>
                </a:lnTo>
                <a:lnTo>
                  <a:pt x="209626" y="412023"/>
                </a:lnTo>
                <a:lnTo>
                  <a:pt x="192157" y="419395"/>
                </a:lnTo>
                <a:lnTo>
                  <a:pt x="174689" y="426758"/>
                </a:lnTo>
                <a:lnTo>
                  <a:pt x="157220" y="434121"/>
                </a:lnTo>
                <a:lnTo>
                  <a:pt x="139751" y="441493"/>
                </a:lnTo>
                <a:lnTo>
                  <a:pt x="122282" y="448856"/>
                </a:lnTo>
                <a:lnTo>
                  <a:pt x="104813" y="456219"/>
                </a:lnTo>
                <a:lnTo>
                  <a:pt x="87344" y="463591"/>
                </a:lnTo>
                <a:lnTo>
                  <a:pt x="69875" y="470954"/>
                </a:lnTo>
                <a:lnTo>
                  <a:pt x="52407" y="478317"/>
                </a:lnTo>
                <a:lnTo>
                  <a:pt x="34938" y="485689"/>
                </a:lnTo>
                <a:lnTo>
                  <a:pt x="17469" y="493052"/>
                </a:lnTo>
                <a:lnTo>
                  <a:pt x="0" y="500415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A9CF29FC-4389-49D9-9500-3799FB17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1293" y="4355783"/>
            <a:ext cx="1877520" cy="133350"/>
          </a:xfrm>
          <a:custGeom xmlns:a="http://schemas.openxmlformats.org/drawingml/2006/main">
            <a:pathLst>
              <a:path w="1877520" h="133350">
                <a:moveTo>
                  <a:pt x="0" y="133350"/>
                </a:moveTo>
                <a:lnTo>
                  <a:pt x="18983" y="133350"/>
                </a:lnTo>
                <a:lnTo>
                  <a:pt x="37967" y="133350"/>
                </a:lnTo>
                <a:lnTo>
                  <a:pt x="56960" y="133350"/>
                </a:lnTo>
                <a:lnTo>
                  <a:pt x="75943" y="133350"/>
                </a:lnTo>
                <a:lnTo>
                  <a:pt x="94926" y="133350"/>
                </a:lnTo>
                <a:lnTo>
                  <a:pt x="113909" y="133350"/>
                </a:lnTo>
                <a:lnTo>
                  <a:pt x="132902" y="133350"/>
                </a:lnTo>
                <a:lnTo>
                  <a:pt x="151886" y="133350"/>
                </a:lnTo>
                <a:lnTo>
                  <a:pt x="170869" y="133350"/>
                </a:lnTo>
                <a:lnTo>
                  <a:pt x="189852" y="133350"/>
                </a:lnTo>
                <a:lnTo>
                  <a:pt x="208836" y="133350"/>
                </a:lnTo>
                <a:lnTo>
                  <a:pt x="227828" y="133350"/>
                </a:lnTo>
                <a:lnTo>
                  <a:pt x="246812" y="133350"/>
                </a:lnTo>
                <a:lnTo>
                  <a:pt x="265795" y="133350"/>
                </a:lnTo>
                <a:lnTo>
                  <a:pt x="284778" y="133350"/>
                </a:lnTo>
                <a:lnTo>
                  <a:pt x="303771" y="133350"/>
                </a:lnTo>
                <a:lnTo>
                  <a:pt x="322755" y="133350"/>
                </a:lnTo>
                <a:lnTo>
                  <a:pt x="341738" y="133350"/>
                </a:lnTo>
                <a:lnTo>
                  <a:pt x="360721" y="133350"/>
                </a:lnTo>
                <a:lnTo>
                  <a:pt x="379705" y="133350"/>
                </a:lnTo>
                <a:lnTo>
                  <a:pt x="398697" y="133350"/>
                </a:lnTo>
                <a:lnTo>
                  <a:pt x="417681" y="133350"/>
                </a:lnTo>
                <a:lnTo>
                  <a:pt x="436664" y="133350"/>
                </a:lnTo>
                <a:lnTo>
                  <a:pt x="455647" y="133350"/>
                </a:lnTo>
                <a:lnTo>
                  <a:pt x="474640" y="133350"/>
                </a:lnTo>
                <a:lnTo>
                  <a:pt x="493624" y="133350"/>
                </a:lnTo>
                <a:lnTo>
                  <a:pt x="512607" y="133350"/>
                </a:lnTo>
                <a:lnTo>
                  <a:pt x="531590" y="133350"/>
                </a:lnTo>
                <a:lnTo>
                  <a:pt x="550583" y="133350"/>
                </a:lnTo>
                <a:lnTo>
                  <a:pt x="569566" y="133350"/>
                </a:lnTo>
                <a:lnTo>
                  <a:pt x="588550" y="133350"/>
                </a:lnTo>
                <a:lnTo>
                  <a:pt x="607533" y="133350"/>
                </a:lnTo>
                <a:lnTo>
                  <a:pt x="626516" y="133350"/>
                </a:lnTo>
                <a:lnTo>
                  <a:pt x="645509" y="133350"/>
                </a:lnTo>
                <a:lnTo>
                  <a:pt x="664493" y="133350"/>
                </a:lnTo>
                <a:lnTo>
                  <a:pt x="683476" y="133350"/>
                </a:lnTo>
                <a:lnTo>
                  <a:pt x="702459" y="133350"/>
                </a:lnTo>
                <a:lnTo>
                  <a:pt x="721452" y="133350"/>
                </a:lnTo>
                <a:lnTo>
                  <a:pt x="740435" y="133350"/>
                </a:lnTo>
                <a:lnTo>
                  <a:pt x="759419" y="133350"/>
                </a:lnTo>
                <a:lnTo>
                  <a:pt x="778402" y="133350"/>
                </a:lnTo>
                <a:lnTo>
                  <a:pt x="797385" y="133350"/>
                </a:lnTo>
                <a:lnTo>
                  <a:pt x="816378" y="133350"/>
                </a:lnTo>
                <a:lnTo>
                  <a:pt x="835362" y="133350"/>
                </a:lnTo>
                <a:lnTo>
                  <a:pt x="854345" y="133350"/>
                </a:lnTo>
                <a:lnTo>
                  <a:pt x="873328" y="133350"/>
                </a:lnTo>
                <a:lnTo>
                  <a:pt x="892321" y="133350"/>
                </a:lnTo>
                <a:lnTo>
                  <a:pt x="911304" y="133350"/>
                </a:lnTo>
                <a:lnTo>
                  <a:pt x="930288" y="133350"/>
                </a:lnTo>
                <a:lnTo>
                  <a:pt x="949271" y="133350"/>
                </a:lnTo>
                <a:lnTo>
                  <a:pt x="968254" y="133350"/>
                </a:lnTo>
                <a:lnTo>
                  <a:pt x="987247" y="133350"/>
                </a:lnTo>
                <a:lnTo>
                  <a:pt x="1006231" y="133350"/>
                </a:lnTo>
                <a:lnTo>
                  <a:pt x="1025214" y="133350"/>
                </a:lnTo>
                <a:lnTo>
                  <a:pt x="1044197" y="133350"/>
                </a:lnTo>
                <a:lnTo>
                  <a:pt x="1063190" y="133350"/>
                </a:lnTo>
                <a:lnTo>
                  <a:pt x="1082173" y="133350"/>
                </a:lnTo>
                <a:lnTo>
                  <a:pt x="1101157" y="133350"/>
                </a:lnTo>
                <a:lnTo>
                  <a:pt x="1120140" y="133350"/>
                </a:lnTo>
                <a:lnTo>
                  <a:pt x="1139123" y="133350"/>
                </a:lnTo>
                <a:lnTo>
                  <a:pt x="1158116" y="133350"/>
                </a:lnTo>
                <a:lnTo>
                  <a:pt x="1177100" y="133350"/>
                </a:lnTo>
                <a:lnTo>
                  <a:pt x="1196083" y="133350"/>
                </a:lnTo>
                <a:lnTo>
                  <a:pt x="1215066" y="133350"/>
                </a:lnTo>
                <a:lnTo>
                  <a:pt x="1234059" y="133350"/>
                </a:lnTo>
                <a:lnTo>
                  <a:pt x="1253042" y="133350"/>
                </a:lnTo>
                <a:lnTo>
                  <a:pt x="1272026" y="133350"/>
                </a:lnTo>
                <a:lnTo>
                  <a:pt x="1291009" y="133350"/>
                </a:lnTo>
                <a:lnTo>
                  <a:pt x="1309992" y="133350"/>
                </a:lnTo>
                <a:lnTo>
                  <a:pt x="1328985" y="133350"/>
                </a:lnTo>
                <a:lnTo>
                  <a:pt x="1347968" y="133350"/>
                </a:lnTo>
                <a:lnTo>
                  <a:pt x="1366952" y="133350"/>
                </a:lnTo>
                <a:lnTo>
                  <a:pt x="1385935" y="133350"/>
                </a:lnTo>
                <a:lnTo>
                  <a:pt x="1404928" y="133350"/>
                </a:lnTo>
                <a:lnTo>
                  <a:pt x="1423911" y="133350"/>
                </a:lnTo>
                <a:lnTo>
                  <a:pt x="1442895" y="133350"/>
                </a:lnTo>
                <a:lnTo>
                  <a:pt x="1461878" y="133350"/>
                </a:lnTo>
                <a:lnTo>
                  <a:pt x="1480871" y="133350"/>
                </a:lnTo>
                <a:lnTo>
                  <a:pt x="1499854" y="133350"/>
                </a:lnTo>
                <a:lnTo>
                  <a:pt x="1518837" y="133350"/>
                </a:lnTo>
                <a:lnTo>
                  <a:pt x="1537821" y="133350"/>
                </a:lnTo>
                <a:lnTo>
                  <a:pt x="1556804" y="133350"/>
                </a:lnTo>
                <a:lnTo>
                  <a:pt x="1575168" y="130254"/>
                </a:lnTo>
                <a:lnTo>
                  <a:pt x="1592656" y="122873"/>
                </a:lnTo>
                <a:lnTo>
                  <a:pt x="1610154" y="115500"/>
                </a:lnTo>
                <a:lnTo>
                  <a:pt x="1627651" y="108118"/>
                </a:lnTo>
                <a:lnTo>
                  <a:pt x="1645139" y="100746"/>
                </a:lnTo>
                <a:lnTo>
                  <a:pt x="1662636" y="93364"/>
                </a:lnTo>
                <a:lnTo>
                  <a:pt x="1680124" y="85992"/>
                </a:lnTo>
                <a:lnTo>
                  <a:pt x="1697622" y="78610"/>
                </a:lnTo>
                <a:lnTo>
                  <a:pt x="1715119" y="71237"/>
                </a:lnTo>
                <a:lnTo>
                  <a:pt x="1732607" y="63856"/>
                </a:lnTo>
                <a:lnTo>
                  <a:pt x="1750104" y="56483"/>
                </a:lnTo>
                <a:lnTo>
                  <a:pt x="1767602" y="49101"/>
                </a:lnTo>
                <a:lnTo>
                  <a:pt x="1785090" y="41729"/>
                </a:lnTo>
                <a:lnTo>
                  <a:pt x="1802587" y="34347"/>
                </a:lnTo>
                <a:lnTo>
                  <a:pt x="1820075" y="26975"/>
                </a:lnTo>
                <a:lnTo>
                  <a:pt x="1837573" y="19593"/>
                </a:lnTo>
                <a:lnTo>
                  <a:pt x="1855070" y="12221"/>
                </a:lnTo>
                <a:lnTo>
                  <a:pt x="1872558" y="4839"/>
                </a:lnTo>
                <a:lnTo>
                  <a:pt x="1877520" y="0"/>
                </a:lnTo>
                <a:lnTo>
                  <a:pt x="1858537" y="0"/>
                </a:lnTo>
                <a:lnTo>
                  <a:pt x="1839554" y="0"/>
                </a:lnTo>
                <a:lnTo>
                  <a:pt x="1820570" y="0"/>
                </a:lnTo>
                <a:lnTo>
                  <a:pt x="1801587" y="0"/>
                </a:lnTo>
                <a:lnTo>
                  <a:pt x="1782594" y="0"/>
                </a:lnTo>
                <a:lnTo>
                  <a:pt x="1763611" y="0"/>
                </a:lnTo>
                <a:lnTo>
                  <a:pt x="1744628" y="0"/>
                </a:lnTo>
                <a:lnTo>
                  <a:pt x="1725644" y="0"/>
                </a:lnTo>
                <a:lnTo>
                  <a:pt x="1706651" y="0"/>
                </a:lnTo>
                <a:lnTo>
                  <a:pt x="1687668" y="0"/>
                </a:lnTo>
                <a:lnTo>
                  <a:pt x="1668685" y="0"/>
                </a:lnTo>
                <a:lnTo>
                  <a:pt x="1649701" y="0"/>
                </a:lnTo>
                <a:lnTo>
                  <a:pt x="1630718" y="0"/>
                </a:lnTo>
                <a:lnTo>
                  <a:pt x="1611725" y="0"/>
                </a:lnTo>
                <a:lnTo>
                  <a:pt x="1592742" y="0"/>
                </a:lnTo>
                <a:lnTo>
                  <a:pt x="1573759" y="0"/>
                </a:lnTo>
                <a:lnTo>
                  <a:pt x="1554775" y="0"/>
                </a:lnTo>
                <a:lnTo>
                  <a:pt x="1535782" y="0"/>
                </a:lnTo>
                <a:lnTo>
                  <a:pt x="1516799" y="0"/>
                </a:lnTo>
                <a:lnTo>
                  <a:pt x="1497816" y="0"/>
                </a:lnTo>
                <a:lnTo>
                  <a:pt x="1478832" y="0"/>
                </a:lnTo>
                <a:lnTo>
                  <a:pt x="1459840" y="0"/>
                </a:lnTo>
                <a:lnTo>
                  <a:pt x="1440856" y="0"/>
                </a:lnTo>
                <a:lnTo>
                  <a:pt x="1421873" y="0"/>
                </a:lnTo>
                <a:lnTo>
                  <a:pt x="1402890" y="0"/>
                </a:lnTo>
                <a:lnTo>
                  <a:pt x="1383906" y="0"/>
                </a:lnTo>
                <a:lnTo>
                  <a:pt x="1364913" y="0"/>
                </a:lnTo>
                <a:lnTo>
                  <a:pt x="1345930" y="0"/>
                </a:lnTo>
                <a:lnTo>
                  <a:pt x="1326947" y="0"/>
                </a:lnTo>
                <a:lnTo>
                  <a:pt x="1307963" y="0"/>
                </a:lnTo>
                <a:lnTo>
                  <a:pt x="1288971" y="0"/>
                </a:lnTo>
                <a:lnTo>
                  <a:pt x="1269987" y="0"/>
                </a:lnTo>
                <a:lnTo>
                  <a:pt x="1251004" y="0"/>
                </a:lnTo>
                <a:lnTo>
                  <a:pt x="1232021" y="0"/>
                </a:lnTo>
                <a:lnTo>
                  <a:pt x="1213037" y="0"/>
                </a:lnTo>
                <a:lnTo>
                  <a:pt x="1194044" y="0"/>
                </a:lnTo>
                <a:lnTo>
                  <a:pt x="1175061" y="0"/>
                </a:lnTo>
                <a:lnTo>
                  <a:pt x="1156078" y="0"/>
                </a:lnTo>
                <a:lnTo>
                  <a:pt x="1137095" y="0"/>
                </a:lnTo>
                <a:lnTo>
                  <a:pt x="1118102" y="0"/>
                </a:lnTo>
                <a:lnTo>
                  <a:pt x="1099118" y="0"/>
                </a:lnTo>
                <a:lnTo>
                  <a:pt x="1080135" y="0"/>
                </a:lnTo>
                <a:lnTo>
                  <a:pt x="1061152" y="0"/>
                </a:lnTo>
                <a:lnTo>
                  <a:pt x="1042168" y="0"/>
                </a:lnTo>
                <a:lnTo>
                  <a:pt x="1023176" y="0"/>
                </a:lnTo>
                <a:lnTo>
                  <a:pt x="1004192" y="0"/>
                </a:lnTo>
                <a:lnTo>
                  <a:pt x="985209" y="0"/>
                </a:lnTo>
                <a:lnTo>
                  <a:pt x="966226" y="0"/>
                </a:lnTo>
                <a:lnTo>
                  <a:pt x="947233" y="0"/>
                </a:lnTo>
                <a:lnTo>
                  <a:pt x="928249" y="0"/>
                </a:lnTo>
                <a:lnTo>
                  <a:pt x="909266" y="0"/>
                </a:lnTo>
                <a:lnTo>
                  <a:pt x="890283" y="0"/>
                </a:lnTo>
                <a:lnTo>
                  <a:pt x="871299" y="0"/>
                </a:lnTo>
                <a:lnTo>
                  <a:pt x="852307" y="0"/>
                </a:lnTo>
                <a:lnTo>
                  <a:pt x="833323" y="0"/>
                </a:lnTo>
                <a:lnTo>
                  <a:pt x="814340" y="0"/>
                </a:lnTo>
                <a:lnTo>
                  <a:pt x="795357" y="0"/>
                </a:lnTo>
                <a:lnTo>
                  <a:pt x="776364" y="0"/>
                </a:lnTo>
                <a:lnTo>
                  <a:pt x="757380" y="0"/>
                </a:lnTo>
                <a:lnTo>
                  <a:pt x="738397" y="0"/>
                </a:lnTo>
                <a:lnTo>
                  <a:pt x="719414" y="0"/>
                </a:lnTo>
                <a:lnTo>
                  <a:pt x="700430" y="0"/>
                </a:lnTo>
                <a:lnTo>
                  <a:pt x="681438" y="0"/>
                </a:lnTo>
                <a:lnTo>
                  <a:pt x="662454" y="0"/>
                </a:lnTo>
                <a:lnTo>
                  <a:pt x="643471" y="0"/>
                </a:lnTo>
                <a:lnTo>
                  <a:pt x="624488" y="0"/>
                </a:lnTo>
                <a:lnTo>
                  <a:pt x="605495" y="0"/>
                </a:lnTo>
                <a:lnTo>
                  <a:pt x="586511" y="0"/>
                </a:lnTo>
                <a:lnTo>
                  <a:pt x="567528" y="0"/>
                </a:lnTo>
                <a:lnTo>
                  <a:pt x="548545" y="0"/>
                </a:lnTo>
                <a:lnTo>
                  <a:pt x="529552" y="0"/>
                </a:lnTo>
                <a:lnTo>
                  <a:pt x="510569" y="0"/>
                </a:lnTo>
                <a:lnTo>
                  <a:pt x="491585" y="0"/>
                </a:lnTo>
                <a:lnTo>
                  <a:pt x="472602" y="0"/>
                </a:lnTo>
                <a:lnTo>
                  <a:pt x="453619" y="0"/>
                </a:lnTo>
                <a:lnTo>
                  <a:pt x="434626" y="0"/>
                </a:lnTo>
                <a:lnTo>
                  <a:pt x="415642" y="0"/>
                </a:lnTo>
                <a:lnTo>
                  <a:pt x="397421" y="4848"/>
                </a:lnTo>
                <a:lnTo>
                  <a:pt x="379362" y="10697"/>
                </a:lnTo>
                <a:lnTo>
                  <a:pt x="361293" y="16535"/>
                </a:lnTo>
                <a:lnTo>
                  <a:pt x="343233" y="22374"/>
                </a:lnTo>
                <a:lnTo>
                  <a:pt x="325164" y="28213"/>
                </a:lnTo>
                <a:lnTo>
                  <a:pt x="307096" y="34061"/>
                </a:lnTo>
                <a:lnTo>
                  <a:pt x="289036" y="39900"/>
                </a:lnTo>
                <a:lnTo>
                  <a:pt x="270967" y="45739"/>
                </a:lnTo>
                <a:lnTo>
                  <a:pt x="252908" y="51578"/>
                </a:lnTo>
                <a:lnTo>
                  <a:pt x="234839" y="57417"/>
                </a:lnTo>
                <a:lnTo>
                  <a:pt x="216779" y="63265"/>
                </a:lnTo>
                <a:lnTo>
                  <a:pt x="198711" y="69104"/>
                </a:lnTo>
                <a:lnTo>
                  <a:pt x="180651" y="74943"/>
                </a:lnTo>
                <a:lnTo>
                  <a:pt x="162582" y="80782"/>
                </a:lnTo>
                <a:lnTo>
                  <a:pt x="144513" y="86620"/>
                </a:lnTo>
                <a:lnTo>
                  <a:pt x="126454" y="92469"/>
                </a:lnTo>
                <a:lnTo>
                  <a:pt x="108385" y="98308"/>
                </a:lnTo>
                <a:lnTo>
                  <a:pt x="90326" y="104146"/>
                </a:lnTo>
                <a:lnTo>
                  <a:pt x="72257" y="109985"/>
                </a:lnTo>
                <a:lnTo>
                  <a:pt x="54197" y="115824"/>
                </a:lnTo>
                <a:lnTo>
                  <a:pt x="36128" y="121672"/>
                </a:lnTo>
                <a:lnTo>
                  <a:pt x="18069" y="127511"/>
                </a:lnTo>
                <a:lnTo>
                  <a:pt x="0" y="13335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3910E738-E00B-4491-B679-1F910F58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3208" y="4355783"/>
            <a:ext cx="1724978" cy="133350"/>
          </a:xfrm>
          <a:custGeom xmlns:a="http://schemas.openxmlformats.org/drawingml/2006/main">
            <a:pathLst>
              <a:path w="1724978" h="133350">
                <a:moveTo>
                  <a:pt x="0" y="133350"/>
                </a:moveTo>
                <a:lnTo>
                  <a:pt x="19040" y="133350"/>
                </a:lnTo>
                <a:lnTo>
                  <a:pt x="38081" y="133350"/>
                </a:lnTo>
                <a:lnTo>
                  <a:pt x="57112" y="133350"/>
                </a:lnTo>
                <a:lnTo>
                  <a:pt x="76152" y="133350"/>
                </a:lnTo>
                <a:lnTo>
                  <a:pt x="95193" y="133350"/>
                </a:lnTo>
                <a:lnTo>
                  <a:pt x="114233" y="133350"/>
                </a:lnTo>
                <a:lnTo>
                  <a:pt x="133274" y="133350"/>
                </a:lnTo>
                <a:lnTo>
                  <a:pt x="152314" y="133350"/>
                </a:lnTo>
                <a:lnTo>
                  <a:pt x="171345" y="133350"/>
                </a:lnTo>
                <a:lnTo>
                  <a:pt x="190386" y="133350"/>
                </a:lnTo>
                <a:lnTo>
                  <a:pt x="209426" y="133350"/>
                </a:lnTo>
                <a:lnTo>
                  <a:pt x="228467" y="133350"/>
                </a:lnTo>
                <a:lnTo>
                  <a:pt x="247507" y="133350"/>
                </a:lnTo>
                <a:lnTo>
                  <a:pt x="266548" y="133350"/>
                </a:lnTo>
                <a:lnTo>
                  <a:pt x="285579" y="133350"/>
                </a:lnTo>
                <a:lnTo>
                  <a:pt x="304619" y="133350"/>
                </a:lnTo>
                <a:lnTo>
                  <a:pt x="323659" y="133350"/>
                </a:lnTo>
                <a:lnTo>
                  <a:pt x="342700" y="133350"/>
                </a:lnTo>
                <a:lnTo>
                  <a:pt x="361740" y="133350"/>
                </a:lnTo>
                <a:lnTo>
                  <a:pt x="380781" y="133350"/>
                </a:lnTo>
                <a:lnTo>
                  <a:pt x="399812" y="133350"/>
                </a:lnTo>
                <a:lnTo>
                  <a:pt x="418852" y="133350"/>
                </a:lnTo>
                <a:lnTo>
                  <a:pt x="437893" y="133350"/>
                </a:lnTo>
                <a:lnTo>
                  <a:pt x="456933" y="133350"/>
                </a:lnTo>
                <a:lnTo>
                  <a:pt x="475974" y="133350"/>
                </a:lnTo>
                <a:lnTo>
                  <a:pt x="495014" y="133350"/>
                </a:lnTo>
                <a:lnTo>
                  <a:pt x="514045" y="133350"/>
                </a:lnTo>
                <a:lnTo>
                  <a:pt x="533086" y="133350"/>
                </a:lnTo>
                <a:lnTo>
                  <a:pt x="552126" y="133350"/>
                </a:lnTo>
                <a:lnTo>
                  <a:pt x="571167" y="133350"/>
                </a:lnTo>
                <a:lnTo>
                  <a:pt x="590207" y="133350"/>
                </a:lnTo>
                <a:lnTo>
                  <a:pt x="609248" y="133350"/>
                </a:lnTo>
                <a:lnTo>
                  <a:pt x="628279" y="133350"/>
                </a:lnTo>
                <a:lnTo>
                  <a:pt x="647319" y="133350"/>
                </a:lnTo>
                <a:lnTo>
                  <a:pt x="666359" y="133350"/>
                </a:lnTo>
                <a:lnTo>
                  <a:pt x="685400" y="133350"/>
                </a:lnTo>
                <a:lnTo>
                  <a:pt x="704440" y="133350"/>
                </a:lnTo>
                <a:lnTo>
                  <a:pt x="723481" y="133350"/>
                </a:lnTo>
                <a:lnTo>
                  <a:pt x="742512" y="133350"/>
                </a:lnTo>
                <a:lnTo>
                  <a:pt x="761552" y="133350"/>
                </a:lnTo>
                <a:lnTo>
                  <a:pt x="780593" y="133350"/>
                </a:lnTo>
                <a:lnTo>
                  <a:pt x="799633" y="133350"/>
                </a:lnTo>
                <a:lnTo>
                  <a:pt x="818674" y="133350"/>
                </a:lnTo>
                <a:lnTo>
                  <a:pt x="837714" y="133350"/>
                </a:lnTo>
                <a:lnTo>
                  <a:pt x="856745" y="133350"/>
                </a:lnTo>
                <a:lnTo>
                  <a:pt x="875786" y="133350"/>
                </a:lnTo>
                <a:lnTo>
                  <a:pt x="894826" y="133350"/>
                </a:lnTo>
                <a:lnTo>
                  <a:pt x="913867" y="133350"/>
                </a:lnTo>
                <a:lnTo>
                  <a:pt x="932907" y="133350"/>
                </a:lnTo>
                <a:lnTo>
                  <a:pt x="951938" y="133350"/>
                </a:lnTo>
                <a:lnTo>
                  <a:pt x="970979" y="133350"/>
                </a:lnTo>
                <a:lnTo>
                  <a:pt x="990019" y="133350"/>
                </a:lnTo>
                <a:lnTo>
                  <a:pt x="1009059" y="133350"/>
                </a:lnTo>
                <a:lnTo>
                  <a:pt x="1028100" y="133350"/>
                </a:lnTo>
                <a:lnTo>
                  <a:pt x="1047140" y="133350"/>
                </a:lnTo>
                <a:lnTo>
                  <a:pt x="1066171" y="133350"/>
                </a:lnTo>
                <a:lnTo>
                  <a:pt x="1085212" y="133350"/>
                </a:lnTo>
                <a:lnTo>
                  <a:pt x="1104252" y="133350"/>
                </a:lnTo>
                <a:lnTo>
                  <a:pt x="1123293" y="133350"/>
                </a:lnTo>
                <a:lnTo>
                  <a:pt x="1142333" y="133350"/>
                </a:lnTo>
                <a:lnTo>
                  <a:pt x="1161374" y="133350"/>
                </a:lnTo>
                <a:lnTo>
                  <a:pt x="1180405" y="133350"/>
                </a:lnTo>
                <a:lnTo>
                  <a:pt x="1199445" y="133350"/>
                </a:lnTo>
                <a:lnTo>
                  <a:pt x="1218486" y="133350"/>
                </a:lnTo>
                <a:lnTo>
                  <a:pt x="1237526" y="133350"/>
                </a:lnTo>
                <a:lnTo>
                  <a:pt x="1256567" y="133350"/>
                </a:lnTo>
                <a:lnTo>
                  <a:pt x="1275607" y="133350"/>
                </a:lnTo>
                <a:lnTo>
                  <a:pt x="1294638" y="133350"/>
                </a:lnTo>
                <a:lnTo>
                  <a:pt x="1313678" y="133350"/>
                </a:lnTo>
                <a:lnTo>
                  <a:pt x="1332719" y="133350"/>
                </a:lnTo>
                <a:lnTo>
                  <a:pt x="1351759" y="133350"/>
                </a:lnTo>
                <a:lnTo>
                  <a:pt x="1370800" y="133350"/>
                </a:lnTo>
                <a:lnTo>
                  <a:pt x="1389840" y="133350"/>
                </a:lnTo>
                <a:lnTo>
                  <a:pt x="1408500" y="131474"/>
                </a:lnTo>
                <a:lnTo>
                  <a:pt x="1426083" y="124168"/>
                </a:lnTo>
                <a:lnTo>
                  <a:pt x="1443666" y="116862"/>
                </a:lnTo>
                <a:lnTo>
                  <a:pt x="1461249" y="109566"/>
                </a:lnTo>
                <a:lnTo>
                  <a:pt x="1478832" y="102260"/>
                </a:lnTo>
                <a:lnTo>
                  <a:pt x="1496416" y="94955"/>
                </a:lnTo>
                <a:lnTo>
                  <a:pt x="1513989" y="87649"/>
                </a:lnTo>
                <a:lnTo>
                  <a:pt x="1531572" y="80343"/>
                </a:lnTo>
                <a:lnTo>
                  <a:pt x="1549156" y="73038"/>
                </a:lnTo>
                <a:lnTo>
                  <a:pt x="1566739" y="65742"/>
                </a:lnTo>
                <a:lnTo>
                  <a:pt x="1584322" y="58436"/>
                </a:lnTo>
                <a:lnTo>
                  <a:pt x="1601905" y="51130"/>
                </a:lnTo>
                <a:lnTo>
                  <a:pt x="1619488" y="43825"/>
                </a:lnTo>
                <a:lnTo>
                  <a:pt x="1637071" y="36519"/>
                </a:lnTo>
                <a:lnTo>
                  <a:pt x="1654645" y="29213"/>
                </a:lnTo>
                <a:lnTo>
                  <a:pt x="1672228" y="21917"/>
                </a:lnTo>
                <a:lnTo>
                  <a:pt x="1689811" y="14611"/>
                </a:lnTo>
                <a:lnTo>
                  <a:pt x="1707394" y="7306"/>
                </a:lnTo>
                <a:lnTo>
                  <a:pt x="17249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F271C5EA-7F72-4A39-9431-6F410C21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1830" y="4355783"/>
            <a:ext cx="13163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483A0FEE-C09F-4006-8E8E-7FC16421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3619224"/>
            <a:ext cx="218123" cy="476526"/>
          </a:xfrm>
          <a:custGeom xmlns:a="http://schemas.openxmlformats.org/drawingml/2006/main">
            <a:pathLst>
              <a:path w="218123" h="476526">
                <a:moveTo>
                  <a:pt x="0" y="476526"/>
                </a:moveTo>
                <a:lnTo>
                  <a:pt x="0" y="457724"/>
                </a:lnTo>
                <a:lnTo>
                  <a:pt x="0" y="438912"/>
                </a:lnTo>
                <a:lnTo>
                  <a:pt x="0" y="420100"/>
                </a:lnTo>
                <a:lnTo>
                  <a:pt x="0" y="401298"/>
                </a:lnTo>
                <a:lnTo>
                  <a:pt x="0" y="382486"/>
                </a:lnTo>
                <a:lnTo>
                  <a:pt x="0" y="363674"/>
                </a:lnTo>
                <a:lnTo>
                  <a:pt x="0" y="344862"/>
                </a:lnTo>
                <a:lnTo>
                  <a:pt x="0" y="326060"/>
                </a:lnTo>
                <a:lnTo>
                  <a:pt x="0" y="307248"/>
                </a:lnTo>
                <a:lnTo>
                  <a:pt x="0" y="288436"/>
                </a:lnTo>
                <a:lnTo>
                  <a:pt x="0" y="269634"/>
                </a:lnTo>
                <a:lnTo>
                  <a:pt x="0" y="250822"/>
                </a:lnTo>
                <a:lnTo>
                  <a:pt x="0" y="232010"/>
                </a:lnTo>
                <a:lnTo>
                  <a:pt x="0" y="213208"/>
                </a:lnTo>
                <a:lnTo>
                  <a:pt x="0" y="194396"/>
                </a:lnTo>
                <a:lnTo>
                  <a:pt x="0" y="175584"/>
                </a:lnTo>
                <a:lnTo>
                  <a:pt x="0" y="156772"/>
                </a:lnTo>
                <a:lnTo>
                  <a:pt x="0" y="137970"/>
                </a:lnTo>
                <a:lnTo>
                  <a:pt x="0" y="119158"/>
                </a:lnTo>
                <a:lnTo>
                  <a:pt x="0" y="100346"/>
                </a:lnTo>
                <a:lnTo>
                  <a:pt x="1495" y="82563"/>
                </a:lnTo>
                <a:lnTo>
                  <a:pt x="19002" y="75676"/>
                </a:lnTo>
                <a:lnTo>
                  <a:pt x="36509" y="68799"/>
                </a:lnTo>
                <a:lnTo>
                  <a:pt x="54016" y="61922"/>
                </a:lnTo>
                <a:lnTo>
                  <a:pt x="71523" y="55035"/>
                </a:lnTo>
                <a:lnTo>
                  <a:pt x="89021" y="48158"/>
                </a:lnTo>
                <a:lnTo>
                  <a:pt x="106528" y="41281"/>
                </a:lnTo>
                <a:lnTo>
                  <a:pt x="124035" y="34404"/>
                </a:lnTo>
                <a:lnTo>
                  <a:pt x="141542" y="27518"/>
                </a:lnTo>
                <a:lnTo>
                  <a:pt x="159048" y="20641"/>
                </a:lnTo>
                <a:lnTo>
                  <a:pt x="176555" y="13764"/>
                </a:lnTo>
                <a:lnTo>
                  <a:pt x="194062" y="6877"/>
                </a:lnTo>
                <a:lnTo>
                  <a:pt x="211560" y="0"/>
                </a:lnTo>
                <a:lnTo>
                  <a:pt x="218123" y="9182"/>
                </a:lnTo>
                <a:lnTo>
                  <a:pt x="218123" y="27994"/>
                </a:lnTo>
                <a:lnTo>
                  <a:pt x="218123" y="46806"/>
                </a:lnTo>
                <a:lnTo>
                  <a:pt x="218123" y="65608"/>
                </a:lnTo>
                <a:lnTo>
                  <a:pt x="218123" y="84420"/>
                </a:lnTo>
                <a:lnTo>
                  <a:pt x="218123" y="103232"/>
                </a:lnTo>
                <a:lnTo>
                  <a:pt x="218123" y="122034"/>
                </a:lnTo>
                <a:lnTo>
                  <a:pt x="218123" y="140846"/>
                </a:lnTo>
                <a:lnTo>
                  <a:pt x="218123" y="159658"/>
                </a:lnTo>
                <a:lnTo>
                  <a:pt x="218123" y="178470"/>
                </a:lnTo>
                <a:lnTo>
                  <a:pt x="218123" y="197272"/>
                </a:lnTo>
                <a:lnTo>
                  <a:pt x="218123" y="216084"/>
                </a:lnTo>
                <a:lnTo>
                  <a:pt x="218123" y="234896"/>
                </a:lnTo>
                <a:lnTo>
                  <a:pt x="218123" y="253698"/>
                </a:lnTo>
                <a:lnTo>
                  <a:pt x="218123" y="272510"/>
                </a:lnTo>
                <a:lnTo>
                  <a:pt x="218123" y="291322"/>
                </a:lnTo>
                <a:lnTo>
                  <a:pt x="218123" y="310134"/>
                </a:lnTo>
                <a:lnTo>
                  <a:pt x="218123" y="328936"/>
                </a:lnTo>
                <a:lnTo>
                  <a:pt x="218123" y="347748"/>
                </a:lnTo>
                <a:lnTo>
                  <a:pt x="218123" y="366560"/>
                </a:lnTo>
                <a:lnTo>
                  <a:pt x="201701" y="375237"/>
                </a:lnTo>
                <a:lnTo>
                  <a:pt x="184899" y="383677"/>
                </a:lnTo>
                <a:lnTo>
                  <a:pt x="168088" y="392116"/>
                </a:lnTo>
                <a:lnTo>
                  <a:pt x="151276" y="400564"/>
                </a:lnTo>
                <a:lnTo>
                  <a:pt x="134464" y="409004"/>
                </a:lnTo>
                <a:lnTo>
                  <a:pt x="117662" y="417443"/>
                </a:lnTo>
                <a:lnTo>
                  <a:pt x="100851" y="425882"/>
                </a:lnTo>
                <a:lnTo>
                  <a:pt x="84039" y="434321"/>
                </a:lnTo>
                <a:lnTo>
                  <a:pt x="67237" y="442770"/>
                </a:lnTo>
                <a:lnTo>
                  <a:pt x="50425" y="451209"/>
                </a:lnTo>
                <a:lnTo>
                  <a:pt x="33614" y="459648"/>
                </a:lnTo>
                <a:lnTo>
                  <a:pt x="16812" y="468087"/>
                </a:lnTo>
                <a:lnTo>
                  <a:pt x="0" y="476526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7D0996FF-19BD-4ADE-818B-34804740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9108" y="3986213"/>
            <a:ext cx="1783528" cy="109538"/>
          </a:xfrm>
          <a:custGeom xmlns:a="http://schemas.openxmlformats.org/drawingml/2006/main">
            <a:pathLst>
              <a:path w="1783528" h="109538">
                <a:moveTo>
                  <a:pt x="0" y="109538"/>
                </a:moveTo>
                <a:lnTo>
                  <a:pt x="19040" y="109538"/>
                </a:lnTo>
                <a:lnTo>
                  <a:pt x="38090" y="109538"/>
                </a:lnTo>
                <a:lnTo>
                  <a:pt x="57131" y="109538"/>
                </a:lnTo>
                <a:lnTo>
                  <a:pt x="76171" y="109538"/>
                </a:lnTo>
                <a:lnTo>
                  <a:pt x="95212" y="109538"/>
                </a:lnTo>
                <a:lnTo>
                  <a:pt x="114262" y="109538"/>
                </a:lnTo>
                <a:lnTo>
                  <a:pt x="133302" y="109538"/>
                </a:lnTo>
                <a:lnTo>
                  <a:pt x="152343" y="109538"/>
                </a:lnTo>
                <a:lnTo>
                  <a:pt x="171383" y="109538"/>
                </a:lnTo>
                <a:lnTo>
                  <a:pt x="190433" y="109538"/>
                </a:lnTo>
                <a:lnTo>
                  <a:pt x="209474" y="109538"/>
                </a:lnTo>
                <a:lnTo>
                  <a:pt x="228514" y="109538"/>
                </a:lnTo>
                <a:lnTo>
                  <a:pt x="247555" y="109538"/>
                </a:lnTo>
                <a:lnTo>
                  <a:pt x="266605" y="109538"/>
                </a:lnTo>
                <a:lnTo>
                  <a:pt x="285645" y="109538"/>
                </a:lnTo>
                <a:lnTo>
                  <a:pt x="304686" y="109538"/>
                </a:lnTo>
                <a:lnTo>
                  <a:pt x="323736" y="109538"/>
                </a:lnTo>
                <a:lnTo>
                  <a:pt x="342776" y="109538"/>
                </a:lnTo>
                <a:lnTo>
                  <a:pt x="361817" y="109538"/>
                </a:lnTo>
                <a:lnTo>
                  <a:pt x="380857" y="109538"/>
                </a:lnTo>
                <a:lnTo>
                  <a:pt x="399907" y="109538"/>
                </a:lnTo>
                <a:lnTo>
                  <a:pt x="418948" y="109538"/>
                </a:lnTo>
                <a:lnTo>
                  <a:pt x="437988" y="109538"/>
                </a:lnTo>
                <a:lnTo>
                  <a:pt x="457029" y="109538"/>
                </a:lnTo>
                <a:lnTo>
                  <a:pt x="476079" y="109538"/>
                </a:lnTo>
                <a:lnTo>
                  <a:pt x="495119" y="109538"/>
                </a:lnTo>
                <a:lnTo>
                  <a:pt x="514159" y="109538"/>
                </a:lnTo>
                <a:lnTo>
                  <a:pt x="533200" y="109538"/>
                </a:lnTo>
                <a:lnTo>
                  <a:pt x="552250" y="109538"/>
                </a:lnTo>
                <a:lnTo>
                  <a:pt x="571290" y="109538"/>
                </a:lnTo>
                <a:lnTo>
                  <a:pt x="590331" y="109538"/>
                </a:lnTo>
                <a:lnTo>
                  <a:pt x="609381" y="109538"/>
                </a:lnTo>
                <a:lnTo>
                  <a:pt x="628421" y="109538"/>
                </a:lnTo>
                <a:lnTo>
                  <a:pt x="647462" y="109538"/>
                </a:lnTo>
                <a:lnTo>
                  <a:pt x="666502" y="109538"/>
                </a:lnTo>
                <a:lnTo>
                  <a:pt x="685552" y="109538"/>
                </a:lnTo>
                <a:lnTo>
                  <a:pt x="704593" y="109538"/>
                </a:lnTo>
                <a:lnTo>
                  <a:pt x="723633" y="109538"/>
                </a:lnTo>
                <a:lnTo>
                  <a:pt x="742674" y="109538"/>
                </a:lnTo>
                <a:lnTo>
                  <a:pt x="761724" y="109538"/>
                </a:lnTo>
                <a:lnTo>
                  <a:pt x="780764" y="109538"/>
                </a:lnTo>
                <a:lnTo>
                  <a:pt x="799805" y="109538"/>
                </a:lnTo>
                <a:lnTo>
                  <a:pt x="818845" y="109538"/>
                </a:lnTo>
                <a:lnTo>
                  <a:pt x="837895" y="109538"/>
                </a:lnTo>
                <a:lnTo>
                  <a:pt x="856936" y="109538"/>
                </a:lnTo>
                <a:lnTo>
                  <a:pt x="875976" y="109538"/>
                </a:lnTo>
                <a:lnTo>
                  <a:pt x="895026" y="109538"/>
                </a:lnTo>
                <a:lnTo>
                  <a:pt x="914067" y="109538"/>
                </a:lnTo>
                <a:lnTo>
                  <a:pt x="933107" y="109538"/>
                </a:lnTo>
                <a:lnTo>
                  <a:pt x="952148" y="109538"/>
                </a:lnTo>
                <a:lnTo>
                  <a:pt x="971198" y="109538"/>
                </a:lnTo>
                <a:lnTo>
                  <a:pt x="990238" y="109538"/>
                </a:lnTo>
                <a:lnTo>
                  <a:pt x="1009279" y="109538"/>
                </a:lnTo>
                <a:lnTo>
                  <a:pt x="1028319" y="109538"/>
                </a:lnTo>
                <a:lnTo>
                  <a:pt x="1047369" y="109538"/>
                </a:lnTo>
                <a:lnTo>
                  <a:pt x="1066409" y="109538"/>
                </a:lnTo>
                <a:lnTo>
                  <a:pt x="1085450" y="109538"/>
                </a:lnTo>
                <a:lnTo>
                  <a:pt x="1104490" y="109538"/>
                </a:lnTo>
                <a:lnTo>
                  <a:pt x="1123540" y="109538"/>
                </a:lnTo>
                <a:lnTo>
                  <a:pt x="1142581" y="109538"/>
                </a:lnTo>
                <a:lnTo>
                  <a:pt x="1161621" y="109538"/>
                </a:lnTo>
                <a:lnTo>
                  <a:pt x="1180671" y="109538"/>
                </a:lnTo>
                <a:lnTo>
                  <a:pt x="1199712" y="109538"/>
                </a:lnTo>
                <a:lnTo>
                  <a:pt x="1218752" y="109538"/>
                </a:lnTo>
                <a:lnTo>
                  <a:pt x="1237793" y="109538"/>
                </a:lnTo>
                <a:lnTo>
                  <a:pt x="1256843" y="109538"/>
                </a:lnTo>
                <a:lnTo>
                  <a:pt x="1275883" y="109538"/>
                </a:lnTo>
                <a:lnTo>
                  <a:pt x="1294924" y="109538"/>
                </a:lnTo>
                <a:lnTo>
                  <a:pt x="1313964" y="109538"/>
                </a:lnTo>
                <a:lnTo>
                  <a:pt x="1333014" y="109538"/>
                </a:lnTo>
                <a:lnTo>
                  <a:pt x="1352055" y="109538"/>
                </a:lnTo>
                <a:lnTo>
                  <a:pt x="1371095" y="109538"/>
                </a:lnTo>
                <a:lnTo>
                  <a:pt x="1390136" y="109538"/>
                </a:lnTo>
                <a:lnTo>
                  <a:pt x="1409186" y="109538"/>
                </a:lnTo>
                <a:lnTo>
                  <a:pt x="1428226" y="109538"/>
                </a:lnTo>
                <a:lnTo>
                  <a:pt x="1447267" y="109538"/>
                </a:lnTo>
                <a:lnTo>
                  <a:pt x="1466317" y="109538"/>
                </a:lnTo>
                <a:lnTo>
                  <a:pt x="1485357" y="109538"/>
                </a:lnTo>
                <a:lnTo>
                  <a:pt x="1504398" y="109538"/>
                </a:lnTo>
                <a:lnTo>
                  <a:pt x="1523438" y="109538"/>
                </a:lnTo>
                <a:lnTo>
                  <a:pt x="1542488" y="109538"/>
                </a:lnTo>
                <a:lnTo>
                  <a:pt x="1561529" y="109538"/>
                </a:lnTo>
                <a:lnTo>
                  <a:pt x="1579312" y="104242"/>
                </a:lnTo>
                <a:lnTo>
                  <a:pt x="1596333" y="95698"/>
                </a:lnTo>
                <a:lnTo>
                  <a:pt x="1613354" y="87144"/>
                </a:lnTo>
                <a:lnTo>
                  <a:pt x="1630366" y="78600"/>
                </a:lnTo>
                <a:lnTo>
                  <a:pt x="1647387" y="70056"/>
                </a:lnTo>
                <a:lnTo>
                  <a:pt x="1664408" y="61512"/>
                </a:lnTo>
                <a:lnTo>
                  <a:pt x="1681420" y="52969"/>
                </a:lnTo>
                <a:lnTo>
                  <a:pt x="1698441" y="44415"/>
                </a:lnTo>
                <a:lnTo>
                  <a:pt x="1715453" y="35871"/>
                </a:lnTo>
                <a:lnTo>
                  <a:pt x="1732474" y="27327"/>
                </a:lnTo>
                <a:lnTo>
                  <a:pt x="1749495" y="18783"/>
                </a:lnTo>
                <a:lnTo>
                  <a:pt x="1766507" y="10230"/>
                </a:lnTo>
                <a:lnTo>
                  <a:pt x="1783528" y="1686"/>
                </a:lnTo>
                <a:lnTo>
                  <a:pt x="1771612" y="0"/>
                </a:lnTo>
                <a:lnTo>
                  <a:pt x="1752571" y="0"/>
                </a:lnTo>
                <a:lnTo>
                  <a:pt x="1733521" y="0"/>
                </a:lnTo>
                <a:lnTo>
                  <a:pt x="1714481" y="0"/>
                </a:lnTo>
                <a:lnTo>
                  <a:pt x="1695440" y="0"/>
                </a:lnTo>
                <a:lnTo>
                  <a:pt x="1676390" y="0"/>
                </a:lnTo>
                <a:lnTo>
                  <a:pt x="1657350" y="0"/>
                </a:lnTo>
                <a:lnTo>
                  <a:pt x="1638310" y="0"/>
                </a:lnTo>
                <a:lnTo>
                  <a:pt x="1619269" y="0"/>
                </a:lnTo>
                <a:lnTo>
                  <a:pt x="1600219" y="0"/>
                </a:lnTo>
                <a:lnTo>
                  <a:pt x="1581179" y="0"/>
                </a:lnTo>
                <a:lnTo>
                  <a:pt x="1562138" y="0"/>
                </a:lnTo>
                <a:lnTo>
                  <a:pt x="1543098" y="0"/>
                </a:lnTo>
                <a:lnTo>
                  <a:pt x="1524048" y="0"/>
                </a:lnTo>
                <a:lnTo>
                  <a:pt x="1505007" y="0"/>
                </a:lnTo>
                <a:lnTo>
                  <a:pt x="1485967" y="0"/>
                </a:lnTo>
                <a:lnTo>
                  <a:pt x="1466926" y="0"/>
                </a:lnTo>
                <a:lnTo>
                  <a:pt x="1447876" y="0"/>
                </a:lnTo>
                <a:lnTo>
                  <a:pt x="1428836" y="0"/>
                </a:lnTo>
                <a:lnTo>
                  <a:pt x="1409795" y="0"/>
                </a:lnTo>
                <a:lnTo>
                  <a:pt x="1390745" y="0"/>
                </a:lnTo>
                <a:lnTo>
                  <a:pt x="1371705" y="0"/>
                </a:lnTo>
                <a:lnTo>
                  <a:pt x="1352664" y="0"/>
                </a:lnTo>
                <a:lnTo>
                  <a:pt x="1333624" y="0"/>
                </a:lnTo>
                <a:lnTo>
                  <a:pt x="1314574" y="0"/>
                </a:lnTo>
                <a:lnTo>
                  <a:pt x="1295533" y="0"/>
                </a:lnTo>
                <a:lnTo>
                  <a:pt x="1276493" y="0"/>
                </a:lnTo>
                <a:lnTo>
                  <a:pt x="1257452" y="0"/>
                </a:lnTo>
                <a:lnTo>
                  <a:pt x="1238402" y="0"/>
                </a:lnTo>
                <a:lnTo>
                  <a:pt x="1219362" y="0"/>
                </a:lnTo>
                <a:lnTo>
                  <a:pt x="1200321" y="0"/>
                </a:lnTo>
                <a:lnTo>
                  <a:pt x="1181271" y="0"/>
                </a:lnTo>
                <a:lnTo>
                  <a:pt x="1162231" y="0"/>
                </a:lnTo>
                <a:lnTo>
                  <a:pt x="1143191" y="0"/>
                </a:lnTo>
                <a:lnTo>
                  <a:pt x="1124150" y="0"/>
                </a:lnTo>
                <a:lnTo>
                  <a:pt x="1105100" y="0"/>
                </a:lnTo>
                <a:lnTo>
                  <a:pt x="1086060" y="0"/>
                </a:lnTo>
                <a:lnTo>
                  <a:pt x="1067019" y="0"/>
                </a:lnTo>
                <a:lnTo>
                  <a:pt x="1047979" y="0"/>
                </a:lnTo>
                <a:lnTo>
                  <a:pt x="1028929" y="0"/>
                </a:lnTo>
                <a:lnTo>
                  <a:pt x="1009888" y="0"/>
                </a:lnTo>
                <a:lnTo>
                  <a:pt x="990848" y="0"/>
                </a:lnTo>
                <a:lnTo>
                  <a:pt x="971807" y="0"/>
                </a:lnTo>
                <a:lnTo>
                  <a:pt x="952757" y="0"/>
                </a:lnTo>
                <a:lnTo>
                  <a:pt x="933717" y="0"/>
                </a:lnTo>
                <a:lnTo>
                  <a:pt x="914676" y="0"/>
                </a:lnTo>
                <a:lnTo>
                  <a:pt x="895636" y="0"/>
                </a:lnTo>
                <a:lnTo>
                  <a:pt x="876586" y="0"/>
                </a:lnTo>
                <a:lnTo>
                  <a:pt x="857545" y="0"/>
                </a:lnTo>
                <a:lnTo>
                  <a:pt x="838505" y="0"/>
                </a:lnTo>
                <a:lnTo>
                  <a:pt x="819455" y="0"/>
                </a:lnTo>
                <a:lnTo>
                  <a:pt x="800414" y="0"/>
                </a:lnTo>
                <a:lnTo>
                  <a:pt x="781374" y="0"/>
                </a:lnTo>
                <a:lnTo>
                  <a:pt x="762333" y="0"/>
                </a:lnTo>
                <a:lnTo>
                  <a:pt x="743283" y="0"/>
                </a:lnTo>
                <a:lnTo>
                  <a:pt x="724243" y="0"/>
                </a:lnTo>
                <a:lnTo>
                  <a:pt x="705202" y="0"/>
                </a:lnTo>
                <a:lnTo>
                  <a:pt x="686162" y="0"/>
                </a:lnTo>
                <a:lnTo>
                  <a:pt x="667112" y="0"/>
                </a:lnTo>
                <a:lnTo>
                  <a:pt x="648071" y="0"/>
                </a:lnTo>
                <a:lnTo>
                  <a:pt x="629031" y="0"/>
                </a:lnTo>
                <a:lnTo>
                  <a:pt x="609981" y="0"/>
                </a:lnTo>
                <a:lnTo>
                  <a:pt x="590941" y="0"/>
                </a:lnTo>
                <a:lnTo>
                  <a:pt x="571900" y="0"/>
                </a:lnTo>
                <a:lnTo>
                  <a:pt x="552860" y="0"/>
                </a:lnTo>
                <a:lnTo>
                  <a:pt x="533810" y="0"/>
                </a:lnTo>
                <a:lnTo>
                  <a:pt x="514769" y="0"/>
                </a:lnTo>
                <a:lnTo>
                  <a:pt x="495729" y="0"/>
                </a:lnTo>
                <a:lnTo>
                  <a:pt x="476688" y="0"/>
                </a:lnTo>
                <a:lnTo>
                  <a:pt x="457638" y="0"/>
                </a:lnTo>
                <a:lnTo>
                  <a:pt x="438598" y="0"/>
                </a:lnTo>
                <a:lnTo>
                  <a:pt x="419557" y="0"/>
                </a:lnTo>
                <a:lnTo>
                  <a:pt x="400517" y="0"/>
                </a:lnTo>
                <a:lnTo>
                  <a:pt x="381467" y="0"/>
                </a:lnTo>
                <a:lnTo>
                  <a:pt x="362426" y="0"/>
                </a:lnTo>
                <a:lnTo>
                  <a:pt x="343386" y="0"/>
                </a:lnTo>
                <a:lnTo>
                  <a:pt x="324345" y="0"/>
                </a:lnTo>
                <a:lnTo>
                  <a:pt x="305895" y="3581"/>
                </a:lnTo>
                <a:lnTo>
                  <a:pt x="287903" y="9811"/>
                </a:lnTo>
                <a:lnTo>
                  <a:pt x="269910" y="16040"/>
                </a:lnTo>
                <a:lnTo>
                  <a:pt x="251917" y="22279"/>
                </a:lnTo>
                <a:lnTo>
                  <a:pt x="233924" y="28508"/>
                </a:lnTo>
                <a:lnTo>
                  <a:pt x="215932" y="34747"/>
                </a:lnTo>
                <a:lnTo>
                  <a:pt x="197939" y="40977"/>
                </a:lnTo>
                <a:lnTo>
                  <a:pt x="179937" y="47206"/>
                </a:lnTo>
                <a:lnTo>
                  <a:pt x="161944" y="53445"/>
                </a:lnTo>
                <a:lnTo>
                  <a:pt x="143951" y="59674"/>
                </a:lnTo>
                <a:lnTo>
                  <a:pt x="125959" y="65903"/>
                </a:lnTo>
                <a:lnTo>
                  <a:pt x="107966" y="72142"/>
                </a:lnTo>
                <a:lnTo>
                  <a:pt x="89973" y="78372"/>
                </a:lnTo>
                <a:lnTo>
                  <a:pt x="71980" y="84611"/>
                </a:lnTo>
                <a:lnTo>
                  <a:pt x="53978" y="90840"/>
                </a:lnTo>
                <a:lnTo>
                  <a:pt x="35985" y="97069"/>
                </a:lnTo>
                <a:lnTo>
                  <a:pt x="17993" y="103308"/>
                </a:lnTo>
                <a:lnTo>
                  <a:pt x="0" y="10953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3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C15F5EC6-C47A-496D-8884-3DFBBCA2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1975" y="3986213"/>
            <a:ext cx="1626870" cy="109538"/>
          </a:xfrm>
          <a:custGeom xmlns:a="http://schemas.openxmlformats.org/drawingml/2006/main">
            <a:pathLst>
              <a:path w="1626870" h="109538">
                <a:moveTo>
                  <a:pt x="0" y="109538"/>
                </a:moveTo>
                <a:lnTo>
                  <a:pt x="18993" y="109538"/>
                </a:lnTo>
                <a:lnTo>
                  <a:pt x="37986" y="109538"/>
                </a:lnTo>
                <a:lnTo>
                  <a:pt x="56969" y="109538"/>
                </a:lnTo>
                <a:lnTo>
                  <a:pt x="75962" y="109538"/>
                </a:lnTo>
                <a:lnTo>
                  <a:pt x="94955" y="109538"/>
                </a:lnTo>
                <a:lnTo>
                  <a:pt x="113948" y="109538"/>
                </a:lnTo>
                <a:lnTo>
                  <a:pt x="132940" y="109538"/>
                </a:lnTo>
                <a:lnTo>
                  <a:pt x="151933" y="109538"/>
                </a:lnTo>
                <a:lnTo>
                  <a:pt x="170917" y="109538"/>
                </a:lnTo>
                <a:lnTo>
                  <a:pt x="189909" y="109538"/>
                </a:lnTo>
                <a:lnTo>
                  <a:pt x="208902" y="109538"/>
                </a:lnTo>
                <a:lnTo>
                  <a:pt x="227895" y="109538"/>
                </a:lnTo>
                <a:lnTo>
                  <a:pt x="246888" y="109538"/>
                </a:lnTo>
                <a:lnTo>
                  <a:pt x="265881" y="109538"/>
                </a:lnTo>
                <a:lnTo>
                  <a:pt x="284864" y="109538"/>
                </a:lnTo>
                <a:lnTo>
                  <a:pt x="303857" y="109538"/>
                </a:lnTo>
                <a:lnTo>
                  <a:pt x="322850" y="109538"/>
                </a:lnTo>
                <a:lnTo>
                  <a:pt x="341843" y="109538"/>
                </a:lnTo>
                <a:lnTo>
                  <a:pt x="360836" y="109538"/>
                </a:lnTo>
                <a:lnTo>
                  <a:pt x="379828" y="109538"/>
                </a:lnTo>
                <a:lnTo>
                  <a:pt x="398812" y="109538"/>
                </a:lnTo>
                <a:lnTo>
                  <a:pt x="417805" y="109538"/>
                </a:lnTo>
                <a:lnTo>
                  <a:pt x="436797" y="109538"/>
                </a:lnTo>
                <a:lnTo>
                  <a:pt x="455790" y="109538"/>
                </a:lnTo>
                <a:lnTo>
                  <a:pt x="474783" y="109538"/>
                </a:lnTo>
                <a:lnTo>
                  <a:pt x="493776" y="109538"/>
                </a:lnTo>
                <a:lnTo>
                  <a:pt x="512759" y="109538"/>
                </a:lnTo>
                <a:lnTo>
                  <a:pt x="531752" y="109538"/>
                </a:lnTo>
                <a:lnTo>
                  <a:pt x="550745" y="109538"/>
                </a:lnTo>
                <a:lnTo>
                  <a:pt x="569738" y="109538"/>
                </a:lnTo>
                <a:lnTo>
                  <a:pt x="588731" y="109538"/>
                </a:lnTo>
                <a:lnTo>
                  <a:pt x="607714" y="109538"/>
                </a:lnTo>
                <a:lnTo>
                  <a:pt x="626707" y="109538"/>
                </a:lnTo>
                <a:lnTo>
                  <a:pt x="645700" y="109538"/>
                </a:lnTo>
                <a:lnTo>
                  <a:pt x="664693" y="109538"/>
                </a:lnTo>
                <a:lnTo>
                  <a:pt x="683685" y="109538"/>
                </a:lnTo>
                <a:lnTo>
                  <a:pt x="702678" y="109538"/>
                </a:lnTo>
                <a:lnTo>
                  <a:pt x="721662" y="109538"/>
                </a:lnTo>
                <a:lnTo>
                  <a:pt x="740654" y="109538"/>
                </a:lnTo>
                <a:lnTo>
                  <a:pt x="759647" y="109538"/>
                </a:lnTo>
                <a:lnTo>
                  <a:pt x="778640" y="109538"/>
                </a:lnTo>
                <a:lnTo>
                  <a:pt x="797633" y="109538"/>
                </a:lnTo>
                <a:lnTo>
                  <a:pt x="816626" y="109538"/>
                </a:lnTo>
                <a:lnTo>
                  <a:pt x="835609" y="109538"/>
                </a:lnTo>
                <a:lnTo>
                  <a:pt x="854602" y="109538"/>
                </a:lnTo>
                <a:lnTo>
                  <a:pt x="873595" y="109538"/>
                </a:lnTo>
                <a:lnTo>
                  <a:pt x="892588" y="109538"/>
                </a:lnTo>
                <a:lnTo>
                  <a:pt x="911581" y="109538"/>
                </a:lnTo>
                <a:lnTo>
                  <a:pt x="930573" y="109538"/>
                </a:lnTo>
                <a:lnTo>
                  <a:pt x="949557" y="109538"/>
                </a:lnTo>
                <a:lnTo>
                  <a:pt x="968550" y="109538"/>
                </a:lnTo>
                <a:lnTo>
                  <a:pt x="987542" y="109538"/>
                </a:lnTo>
                <a:lnTo>
                  <a:pt x="1006535" y="109538"/>
                </a:lnTo>
                <a:lnTo>
                  <a:pt x="1025528" y="109538"/>
                </a:lnTo>
                <a:lnTo>
                  <a:pt x="1044512" y="109538"/>
                </a:lnTo>
                <a:lnTo>
                  <a:pt x="1063504" y="109538"/>
                </a:lnTo>
                <a:lnTo>
                  <a:pt x="1082497" y="109538"/>
                </a:lnTo>
                <a:lnTo>
                  <a:pt x="1101490" y="109538"/>
                </a:lnTo>
                <a:lnTo>
                  <a:pt x="1120483" y="109538"/>
                </a:lnTo>
                <a:lnTo>
                  <a:pt x="1139476" y="109538"/>
                </a:lnTo>
                <a:lnTo>
                  <a:pt x="1158459" y="109538"/>
                </a:lnTo>
                <a:lnTo>
                  <a:pt x="1177452" y="109538"/>
                </a:lnTo>
                <a:lnTo>
                  <a:pt x="1196445" y="109538"/>
                </a:lnTo>
                <a:lnTo>
                  <a:pt x="1215438" y="109538"/>
                </a:lnTo>
                <a:lnTo>
                  <a:pt x="1234430" y="109538"/>
                </a:lnTo>
                <a:lnTo>
                  <a:pt x="1253423" y="109538"/>
                </a:lnTo>
                <a:lnTo>
                  <a:pt x="1272407" y="109538"/>
                </a:lnTo>
                <a:lnTo>
                  <a:pt x="1291400" y="109538"/>
                </a:lnTo>
                <a:lnTo>
                  <a:pt x="1310392" y="109538"/>
                </a:lnTo>
                <a:lnTo>
                  <a:pt x="1329385" y="109538"/>
                </a:lnTo>
                <a:lnTo>
                  <a:pt x="1348378" y="109538"/>
                </a:lnTo>
                <a:lnTo>
                  <a:pt x="1367371" y="109538"/>
                </a:lnTo>
                <a:lnTo>
                  <a:pt x="1386354" y="109538"/>
                </a:lnTo>
                <a:lnTo>
                  <a:pt x="1405109" y="108518"/>
                </a:lnTo>
                <a:lnTo>
                  <a:pt x="1422168" y="100174"/>
                </a:lnTo>
                <a:lnTo>
                  <a:pt x="1439228" y="91821"/>
                </a:lnTo>
                <a:lnTo>
                  <a:pt x="1456287" y="83477"/>
                </a:lnTo>
                <a:lnTo>
                  <a:pt x="1473346" y="75133"/>
                </a:lnTo>
                <a:lnTo>
                  <a:pt x="1490405" y="66780"/>
                </a:lnTo>
                <a:lnTo>
                  <a:pt x="1507465" y="58436"/>
                </a:lnTo>
                <a:lnTo>
                  <a:pt x="1524524" y="50082"/>
                </a:lnTo>
                <a:lnTo>
                  <a:pt x="1541583" y="41739"/>
                </a:lnTo>
                <a:lnTo>
                  <a:pt x="1558633" y="33395"/>
                </a:lnTo>
                <a:lnTo>
                  <a:pt x="1575692" y="25041"/>
                </a:lnTo>
                <a:lnTo>
                  <a:pt x="1592751" y="16697"/>
                </a:lnTo>
                <a:lnTo>
                  <a:pt x="1609811" y="8344"/>
                </a:lnTo>
                <a:lnTo>
                  <a:pt x="16268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BEA3F2F1-732A-46AA-82B7-4DCA585C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2490" y="3986213"/>
            <a:ext cx="13163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926D6B44-D679-41B4-B1D3-41C5E584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6643" y="3616976"/>
            <a:ext cx="120968" cy="199368"/>
          </a:xfrm>
          <a:custGeom xmlns:a="http://schemas.openxmlformats.org/drawingml/2006/main">
            <a:pathLst>
              <a:path w="120968" h="199368">
                <a:moveTo>
                  <a:pt x="0" y="85392"/>
                </a:moveTo>
                <a:lnTo>
                  <a:pt x="0" y="101803"/>
                </a:lnTo>
                <a:lnTo>
                  <a:pt x="0" y="118215"/>
                </a:lnTo>
                <a:lnTo>
                  <a:pt x="0" y="134626"/>
                </a:lnTo>
                <a:lnTo>
                  <a:pt x="0" y="151038"/>
                </a:lnTo>
                <a:lnTo>
                  <a:pt x="0" y="167449"/>
                </a:lnTo>
                <a:lnTo>
                  <a:pt x="0" y="183852"/>
                </a:lnTo>
                <a:lnTo>
                  <a:pt x="467" y="199368"/>
                </a:lnTo>
                <a:lnTo>
                  <a:pt x="13859" y="189871"/>
                </a:lnTo>
                <a:lnTo>
                  <a:pt x="27242" y="180384"/>
                </a:lnTo>
                <a:lnTo>
                  <a:pt x="40634" y="170898"/>
                </a:lnTo>
                <a:lnTo>
                  <a:pt x="54026" y="161411"/>
                </a:lnTo>
                <a:lnTo>
                  <a:pt x="67408" y="151924"/>
                </a:lnTo>
                <a:lnTo>
                  <a:pt x="80801" y="142437"/>
                </a:lnTo>
                <a:lnTo>
                  <a:pt x="94193" y="132950"/>
                </a:lnTo>
                <a:lnTo>
                  <a:pt x="107575" y="123454"/>
                </a:lnTo>
                <a:lnTo>
                  <a:pt x="120968" y="113967"/>
                </a:lnTo>
                <a:lnTo>
                  <a:pt x="120968" y="97555"/>
                </a:lnTo>
                <a:lnTo>
                  <a:pt x="120968" y="81153"/>
                </a:lnTo>
                <a:lnTo>
                  <a:pt x="120968" y="64741"/>
                </a:lnTo>
                <a:lnTo>
                  <a:pt x="120968" y="48330"/>
                </a:lnTo>
                <a:lnTo>
                  <a:pt x="120968" y="31918"/>
                </a:lnTo>
                <a:lnTo>
                  <a:pt x="120968" y="15507"/>
                </a:lnTo>
                <a:lnTo>
                  <a:pt x="120501" y="0"/>
                </a:lnTo>
                <a:lnTo>
                  <a:pt x="107109" y="9487"/>
                </a:lnTo>
                <a:lnTo>
                  <a:pt x="93726" y="18974"/>
                </a:lnTo>
                <a:lnTo>
                  <a:pt x="80334" y="28461"/>
                </a:lnTo>
                <a:lnTo>
                  <a:pt x="66942" y="37957"/>
                </a:lnTo>
                <a:lnTo>
                  <a:pt x="53559" y="47444"/>
                </a:lnTo>
                <a:lnTo>
                  <a:pt x="40167" y="56931"/>
                </a:lnTo>
                <a:lnTo>
                  <a:pt x="26775" y="66418"/>
                </a:lnTo>
                <a:lnTo>
                  <a:pt x="13392" y="75905"/>
                </a:lnTo>
                <a:lnTo>
                  <a:pt x="0" y="85392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4D531C44-F7E4-4FF2-9298-D495D1D6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3616643"/>
            <a:ext cx="1685230" cy="85725"/>
          </a:xfrm>
          <a:custGeom xmlns:a="http://schemas.openxmlformats.org/drawingml/2006/main">
            <a:pathLst>
              <a:path w="1685230" h="85725">
                <a:moveTo>
                  <a:pt x="0" y="85725"/>
                </a:moveTo>
                <a:lnTo>
                  <a:pt x="19021" y="85725"/>
                </a:lnTo>
                <a:lnTo>
                  <a:pt x="38033" y="85725"/>
                </a:lnTo>
                <a:lnTo>
                  <a:pt x="57055" y="85725"/>
                </a:lnTo>
                <a:lnTo>
                  <a:pt x="76067" y="85725"/>
                </a:lnTo>
                <a:lnTo>
                  <a:pt x="95088" y="85725"/>
                </a:lnTo>
                <a:lnTo>
                  <a:pt x="114100" y="85725"/>
                </a:lnTo>
                <a:lnTo>
                  <a:pt x="133121" y="85725"/>
                </a:lnTo>
                <a:lnTo>
                  <a:pt x="152133" y="85725"/>
                </a:lnTo>
                <a:lnTo>
                  <a:pt x="171155" y="85725"/>
                </a:lnTo>
                <a:lnTo>
                  <a:pt x="190167" y="85725"/>
                </a:lnTo>
                <a:lnTo>
                  <a:pt x="209188" y="85725"/>
                </a:lnTo>
                <a:lnTo>
                  <a:pt x="228200" y="85725"/>
                </a:lnTo>
                <a:lnTo>
                  <a:pt x="247221" y="85725"/>
                </a:lnTo>
                <a:lnTo>
                  <a:pt x="266233" y="85725"/>
                </a:lnTo>
                <a:lnTo>
                  <a:pt x="285255" y="85725"/>
                </a:lnTo>
                <a:lnTo>
                  <a:pt x="304267" y="85725"/>
                </a:lnTo>
                <a:lnTo>
                  <a:pt x="323288" y="85725"/>
                </a:lnTo>
                <a:lnTo>
                  <a:pt x="342300" y="85725"/>
                </a:lnTo>
                <a:lnTo>
                  <a:pt x="361321" y="85725"/>
                </a:lnTo>
                <a:lnTo>
                  <a:pt x="380333" y="85725"/>
                </a:lnTo>
                <a:lnTo>
                  <a:pt x="399355" y="85725"/>
                </a:lnTo>
                <a:lnTo>
                  <a:pt x="418367" y="85725"/>
                </a:lnTo>
                <a:lnTo>
                  <a:pt x="437388" y="85725"/>
                </a:lnTo>
                <a:lnTo>
                  <a:pt x="456400" y="85725"/>
                </a:lnTo>
                <a:lnTo>
                  <a:pt x="475421" y="85725"/>
                </a:lnTo>
                <a:lnTo>
                  <a:pt x="494433" y="85725"/>
                </a:lnTo>
                <a:lnTo>
                  <a:pt x="513455" y="85725"/>
                </a:lnTo>
                <a:lnTo>
                  <a:pt x="532467" y="85725"/>
                </a:lnTo>
                <a:lnTo>
                  <a:pt x="551488" y="85725"/>
                </a:lnTo>
                <a:lnTo>
                  <a:pt x="570500" y="85725"/>
                </a:lnTo>
                <a:lnTo>
                  <a:pt x="589521" y="85725"/>
                </a:lnTo>
                <a:lnTo>
                  <a:pt x="608533" y="85725"/>
                </a:lnTo>
                <a:lnTo>
                  <a:pt x="627555" y="85725"/>
                </a:lnTo>
                <a:lnTo>
                  <a:pt x="646567" y="85725"/>
                </a:lnTo>
                <a:lnTo>
                  <a:pt x="665588" y="85725"/>
                </a:lnTo>
                <a:lnTo>
                  <a:pt x="684600" y="85725"/>
                </a:lnTo>
                <a:lnTo>
                  <a:pt x="703621" y="85725"/>
                </a:lnTo>
                <a:lnTo>
                  <a:pt x="722633" y="85725"/>
                </a:lnTo>
                <a:lnTo>
                  <a:pt x="741655" y="85725"/>
                </a:lnTo>
                <a:lnTo>
                  <a:pt x="760667" y="85725"/>
                </a:lnTo>
                <a:lnTo>
                  <a:pt x="779688" y="85725"/>
                </a:lnTo>
                <a:lnTo>
                  <a:pt x="798700" y="85725"/>
                </a:lnTo>
                <a:lnTo>
                  <a:pt x="817721" y="85725"/>
                </a:lnTo>
                <a:lnTo>
                  <a:pt x="836733" y="85725"/>
                </a:lnTo>
                <a:lnTo>
                  <a:pt x="855755" y="85725"/>
                </a:lnTo>
                <a:lnTo>
                  <a:pt x="874766" y="85725"/>
                </a:lnTo>
                <a:lnTo>
                  <a:pt x="893788" y="85725"/>
                </a:lnTo>
                <a:lnTo>
                  <a:pt x="912800" y="85725"/>
                </a:lnTo>
                <a:lnTo>
                  <a:pt x="931821" y="85725"/>
                </a:lnTo>
                <a:lnTo>
                  <a:pt x="950833" y="85725"/>
                </a:lnTo>
                <a:lnTo>
                  <a:pt x="969855" y="85725"/>
                </a:lnTo>
                <a:lnTo>
                  <a:pt x="988866" y="85725"/>
                </a:lnTo>
                <a:lnTo>
                  <a:pt x="1007888" y="85725"/>
                </a:lnTo>
                <a:lnTo>
                  <a:pt x="1026900" y="85725"/>
                </a:lnTo>
                <a:lnTo>
                  <a:pt x="1045921" y="85725"/>
                </a:lnTo>
                <a:lnTo>
                  <a:pt x="1064933" y="85725"/>
                </a:lnTo>
                <a:lnTo>
                  <a:pt x="1083955" y="85725"/>
                </a:lnTo>
                <a:lnTo>
                  <a:pt x="1102966" y="85725"/>
                </a:lnTo>
                <a:lnTo>
                  <a:pt x="1121988" y="85725"/>
                </a:lnTo>
                <a:lnTo>
                  <a:pt x="1141000" y="85725"/>
                </a:lnTo>
                <a:lnTo>
                  <a:pt x="1160021" y="85725"/>
                </a:lnTo>
                <a:lnTo>
                  <a:pt x="1179033" y="85725"/>
                </a:lnTo>
                <a:lnTo>
                  <a:pt x="1198055" y="85725"/>
                </a:lnTo>
                <a:lnTo>
                  <a:pt x="1217066" y="85725"/>
                </a:lnTo>
                <a:lnTo>
                  <a:pt x="1236088" y="85725"/>
                </a:lnTo>
                <a:lnTo>
                  <a:pt x="1255100" y="85725"/>
                </a:lnTo>
                <a:lnTo>
                  <a:pt x="1274121" y="85725"/>
                </a:lnTo>
                <a:lnTo>
                  <a:pt x="1293133" y="85725"/>
                </a:lnTo>
                <a:lnTo>
                  <a:pt x="1312154" y="85725"/>
                </a:lnTo>
                <a:lnTo>
                  <a:pt x="1331166" y="85725"/>
                </a:lnTo>
                <a:lnTo>
                  <a:pt x="1350188" y="85725"/>
                </a:lnTo>
                <a:lnTo>
                  <a:pt x="1369200" y="85725"/>
                </a:lnTo>
                <a:lnTo>
                  <a:pt x="1388221" y="85725"/>
                </a:lnTo>
                <a:lnTo>
                  <a:pt x="1407233" y="85725"/>
                </a:lnTo>
                <a:lnTo>
                  <a:pt x="1426254" y="85725"/>
                </a:lnTo>
                <a:lnTo>
                  <a:pt x="1445266" y="85725"/>
                </a:lnTo>
                <a:lnTo>
                  <a:pt x="1464288" y="85725"/>
                </a:lnTo>
                <a:lnTo>
                  <a:pt x="1483300" y="85725"/>
                </a:lnTo>
                <a:lnTo>
                  <a:pt x="1502321" y="85725"/>
                </a:lnTo>
                <a:lnTo>
                  <a:pt x="1521333" y="85725"/>
                </a:lnTo>
                <a:lnTo>
                  <a:pt x="1540354" y="85725"/>
                </a:lnTo>
                <a:lnTo>
                  <a:pt x="1559366" y="85725"/>
                </a:lnTo>
                <a:lnTo>
                  <a:pt x="1576616" y="80162"/>
                </a:lnTo>
                <a:lnTo>
                  <a:pt x="1592132" y="69171"/>
                </a:lnTo>
                <a:lnTo>
                  <a:pt x="1607649" y="58169"/>
                </a:lnTo>
                <a:lnTo>
                  <a:pt x="1623165" y="47177"/>
                </a:lnTo>
                <a:lnTo>
                  <a:pt x="1638681" y="36185"/>
                </a:lnTo>
                <a:lnTo>
                  <a:pt x="1654197" y="25184"/>
                </a:lnTo>
                <a:lnTo>
                  <a:pt x="1669713" y="14192"/>
                </a:lnTo>
                <a:lnTo>
                  <a:pt x="1685230" y="3200"/>
                </a:lnTo>
                <a:lnTo>
                  <a:pt x="1676248" y="0"/>
                </a:lnTo>
                <a:lnTo>
                  <a:pt x="1657226" y="0"/>
                </a:lnTo>
                <a:lnTo>
                  <a:pt x="1638214" y="0"/>
                </a:lnTo>
                <a:lnTo>
                  <a:pt x="1619193" y="0"/>
                </a:lnTo>
                <a:lnTo>
                  <a:pt x="1600181" y="0"/>
                </a:lnTo>
                <a:lnTo>
                  <a:pt x="1581160" y="0"/>
                </a:lnTo>
                <a:lnTo>
                  <a:pt x="1562148" y="0"/>
                </a:lnTo>
                <a:lnTo>
                  <a:pt x="1543126" y="0"/>
                </a:lnTo>
                <a:lnTo>
                  <a:pt x="1524114" y="0"/>
                </a:lnTo>
                <a:lnTo>
                  <a:pt x="1505093" y="0"/>
                </a:lnTo>
                <a:lnTo>
                  <a:pt x="1486081" y="0"/>
                </a:lnTo>
                <a:lnTo>
                  <a:pt x="1467060" y="0"/>
                </a:lnTo>
                <a:lnTo>
                  <a:pt x="1448048" y="0"/>
                </a:lnTo>
                <a:lnTo>
                  <a:pt x="1429026" y="0"/>
                </a:lnTo>
                <a:lnTo>
                  <a:pt x="1410014" y="0"/>
                </a:lnTo>
                <a:lnTo>
                  <a:pt x="1390993" y="0"/>
                </a:lnTo>
                <a:lnTo>
                  <a:pt x="1371981" y="0"/>
                </a:lnTo>
                <a:lnTo>
                  <a:pt x="1352960" y="0"/>
                </a:lnTo>
                <a:lnTo>
                  <a:pt x="1333948" y="0"/>
                </a:lnTo>
                <a:lnTo>
                  <a:pt x="1314926" y="0"/>
                </a:lnTo>
                <a:lnTo>
                  <a:pt x="1295914" y="0"/>
                </a:lnTo>
                <a:lnTo>
                  <a:pt x="1276893" y="0"/>
                </a:lnTo>
                <a:lnTo>
                  <a:pt x="1257881" y="0"/>
                </a:lnTo>
                <a:lnTo>
                  <a:pt x="1238860" y="0"/>
                </a:lnTo>
                <a:lnTo>
                  <a:pt x="1219848" y="0"/>
                </a:lnTo>
                <a:lnTo>
                  <a:pt x="1200826" y="0"/>
                </a:lnTo>
                <a:lnTo>
                  <a:pt x="1181814" y="0"/>
                </a:lnTo>
                <a:lnTo>
                  <a:pt x="1162793" y="0"/>
                </a:lnTo>
                <a:lnTo>
                  <a:pt x="1143781" y="0"/>
                </a:lnTo>
                <a:lnTo>
                  <a:pt x="1124760" y="0"/>
                </a:lnTo>
                <a:lnTo>
                  <a:pt x="1105748" y="0"/>
                </a:lnTo>
                <a:lnTo>
                  <a:pt x="1086726" y="0"/>
                </a:lnTo>
                <a:lnTo>
                  <a:pt x="1067714" y="0"/>
                </a:lnTo>
                <a:lnTo>
                  <a:pt x="1048693" y="0"/>
                </a:lnTo>
                <a:lnTo>
                  <a:pt x="1029681" y="0"/>
                </a:lnTo>
                <a:lnTo>
                  <a:pt x="1010660" y="0"/>
                </a:lnTo>
                <a:lnTo>
                  <a:pt x="991648" y="0"/>
                </a:lnTo>
                <a:lnTo>
                  <a:pt x="972626" y="0"/>
                </a:lnTo>
                <a:lnTo>
                  <a:pt x="953614" y="0"/>
                </a:lnTo>
                <a:lnTo>
                  <a:pt x="934593" y="0"/>
                </a:lnTo>
                <a:lnTo>
                  <a:pt x="915581" y="0"/>
                </a:lnTo>
                <a:lnTo>
                  <a:pt x="896560" y="0"/>
                </a:lnTo>
                <a:lnTo>
                  <a:pt x="877548" y="0"/>
                </a:lnTo>
                <a:lnTo>
                  <a:pt x="858526" y="0"/>
                </a:lnTo>
                <a:lnTo>
                  <a:pt x="839514" y="0"/>
                </a:lnTo>
                <a:lnTo>
                  <a:pt x="820493" y="0"/>
                </a:lnTo>
                <a:lnTo>
                  <a:pt x="801481" y="0"/>
                </a:lnTo>
                <a:lnTo>
                  <a:pt x="782460" y="0"/>
                </a:lnTo>
                <a:lnTo>
                  <a:pt x="763448" y="0"/>
                </a:lnTo>
                <a:lnTo>
                  <a:pt x="744426" y="0"/>
                </a:lnTo>
                <a:lnTo>
                  <a:pt x="725414" y="0"/>
                </a:lnTo>
                <a:lnTo>
                  <a:pt x="706393" y="0"/>
                </a:lnTo>
                <a:lnTo>
                  <a:pt x="687381" y="0"/>
                </a:lnTo>
                <a:lnTo>
                  <a:pt x="668360" y="0"/>
                </a:lnTo>
                <a:lnTo>
                  <a:pt x="649348" y="0"/>
                </a:lnTo>
                <a:lnTo>
                  <a:pt x="630326" y="0"/>
                </a:lnTo>
                <a:lnTo>
                  <a:pt x="611315" y="0"/>
                </a:lnTo>
                <a:lnTo>
                  <a:pt x="592293" y="0"/>
                </a:lnTo>
                <a:lnTo>
                  <a:pt x="573281" y="0"/>
                </a:lnTo>
                <a:lnTo>
                  <a:pt x="554260" y="0"/>
                </a:lnTo>
                <a:lnTo>
                  <a:pt x="535248" y="0"/>
                </a:lnTo>
                <a:lnTo>
                  <a:pt x="516226" y="0"/>
                </a:lnTo>
                <a:lnTo>
                  <a:pt x="497215" y="0"/>
                </a:lnTo>
                <a:lnTo>
                  <a:pt x="478193" y="0"/>
                </a:lnTo>
                <a:lnTo>
                  <a:pt x="459181" y="0"/>
                </a:lnTo>
                <a:lnTo>
                  <a:pt x="440160" y="0"/>
                </a:lnTo>
                <a:lnTo>
                  <a:pt x="421138" y="0"/>
                </a:lnTo>
                <a:lnTo>
                  <a:pt x="402126" y="0"/>
                </a:lnTo>
                <a:lnTo>
                  <a:pt x="383115" y="0"/>
                </a:lnTo>
                <a:lnTo>
                  <a:pt x="364093" y="0"/>
                </a:lnTo>
                <a:lnTo>
                  <a:pt x="345081" y="0"/>
                </a:lnTo>
                <a:lnTo>
                  <a:pt x="326060" y="0"/>
                </a:lnTo>
                <a:lnTo>
                  <a:pt x="307038" y="0"/>
                </a:lnTo>
                <a:lnTo>
                  <a:pt x="288026" y="0"/>
                </a:lnTo>
                <a:lnTo>
                  <a:pt x="269005" y="0"/>
                </a:lnTo>
                <a:lnTo>
                  <a:pt x="249993" y="0"/>
                </a:lnTo>
                <a:lnTo>
                  <a:pt x="230981" y="0"/>
                </a:lnTo>
                <a:lnTo>
                  <a:pt x="212388" y="2257"/>
                </a:lnTo>
                <a:lnTo>
                  <a:pt x="194691" y="9211"/>
                </a:lnTo>
                <a:lnTo>
                  <a:pt x="176994" y="16164"/>
                </a:lnTo>
                <a:lnTo>
                  <a:pt x="159287" y="23127"/>
                </a:lnTo>
                <a:lnTo>
                  <a:pt x="141589" y="30080"/>
                </a:lnTo>
                <a:lnTo>
                  <a:pt x="123892" y="37033"/>
                </a:lnTo>
                <a:lnTo>
                  <a:pt x="106194" y="43986"/>
                </a:lnTo>
                <a:lnTo>
                  <a:pt x="88497" y="50949"/>
                </a:lnTo>
                <a:lnTo>
                  <a:pt x="70799" y="57902"/>
                </a:lnTo>
                <a:lnTo>
                  <a:pt x="53092" y="64856"/>
                </a:lnTo>
                <a:lnTo>
                  <a:pt x="35395" y="71809"/>
                </a:lnTo>
                <a:lnTo>
                  <a:pt x="17697" y="78772"/>
                </a:lnTo>
                <a:lnTo>
                  <a:pt x="0" y="8572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7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392308D6-A329-4A08-94E2-3C522A38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0743" y="3616643"/>
            <a:ext cx="1529715" cy="85725"/>
          </a:xfrm>
          <a:custGeom xmlns:a="http://schemas.openxmlformats.org/drawingml/2006/main">
            <a:pathLst>
              <a:path w="1529715" h="85725">
                <a:moveTo>
                  <a:pt x="0" y="85725"/>
                </a:moveTo>
                <a:lnTo>
                  <a:pt x="18974" y="85725"/>
                </a:lnTo>
                <a:lnTo>
                  <a:pt x="37948" y="85725"/>
                </a:lnTo>
                <a:lnTo>
                  <a:pt x="56931" y="85725"/>
                </a:lnTo>
                <a:lnTo>
                  <a:pt x="75905" y="85725"/>
                </a:lnTo>
                <a:lnTo>
                  <a:pt x="94879" y="85725"/>
                </a:lnTo>
                <a:lnTo>
                  <a:pt x="113852" y="85725"/>
                </a:lnTo>
                <a:lnTo>
                  <a:pt x="132826" y="85725"/>
                </a:lnTo>
                <a:lnTo>
                  <a:pt x="151800" y="85725"/>
                </a:lnTo>
                <a:lnTo>
                  <a:pt x="170783" y="85725"/>
                </a:lnTo>
                <a:lnTo>
                  <a:pt x="189757" y="85725"/>
                </a:lnTo>
                <a:lnTo>
                  <a:pt x="208731" y="85725"/>
                </a:lnTo>
                <a:lnTo>
                  <a:pt x="227705" y="85725"/>
                </a:lnTo>
                <a:lnTo>
                  <a:pt x="246678" y="85725"/>
                </a:lnTo>
                <a:lnTo>
                  <a:pt x="265662" y="85725"/>
                </a:lnTo>
                <a:lnTo>
                  <a:pt x="284636" y="85725"/>
                </a:lnTo>
                <a:lnTo>
                  <a:pt x="303609" y="85725"/>
                </a:lnTo>
                <a:lnTo>
                  <a:pt x="322583" y="85725"/>
                </a:lnTo>
                <a:lnTo>
                  <a:pt x="341557" y="85725"/>
                </a:lnTo>
                <a:lnTo>
                  <a:pt x="360531" y="85725"/>
                </a:lnTo>
                <a:lnTo>
                  <a:pt x="379514" y="85725"/>
                </a:lnTo>
                <a:lnTo>
                  <a:pt x="398488" y="85725"/>
                </a:lnTo>
                <a:lnTo>
                  <a:pt x="417462" y="85725"/>
                </a:lnTo>
                <a:lnTo>
                  <a:pt x="436436" y="85725"/>
                </a:lnTo>
                <a:lnTo>
                  <a:pt x="455409" y="85725"/>
                </a:lnTo>
                <a:lnTo>
                  <a:pt x="474393" y="85725"/>
                </a:lnTo>
                <a:lnTo>
                  <a:pt x="493366" y="85725"/>
                </a:lnTo>
                <a:lnTo>
                  <a:pt x="512340" y="85725"/>
                </a:lnTo>
                <a:lnTo>
                  <a:pt x="531314" y="85725"/>
                </a:lnTo>
                <a:lnTo>
                  <a:pt x="550288" y="85725"/>
                </a:lnTo>
                <a:lnTo>
                  <a:pt x="569262" y="85725"/>
                </a:lnTo>
                <a:lnTo>
                  <a:pt x="588245" y="85725"/>
                </a:lnTo>
                <a:lnTo>
                  <a:pt x="607219" y="85725"/>
                </a:lnTo>
                <a:lnTo>
                  <a:pt x="626193" y="85725"/>
                </a:lnTo>
                <a:lnTo>
                  <a:pt x="645166" y="85725"/>
                </a:lnTo>
                <a:lnTo>
                  <a:pt x="664140" y="85725"/>
                </a:lnTo>
                <a:lnTo>
                  <a:pt x="683123" y="85725"/>
                </a:lnTo>
                <a:lnTo>
                  <a:pt x="702097" y="85725"/>
                </a:lnTo>
                <a:lnTo>
                  <a:pt x="721071" y="85725"/>
                </a:lnTo>
                <a:lnTo>
                  <a:pt x="740045" y="85725"/>
                </a:lnTo>
                <a:lnTo>
                  <a:pt x="759019" y="85725"/>
                </a:lnTo>
                <a:lnTo>
                  <a:pt x="777992" y="85725"/>
                </a:lnTo>
                <a:lnTo>
                  <a:pt x="796976" y="85725"/>
                </a:lnTo>
                <a:lnTo>
                  <a:pt x="815950" y="85725"/>
                </a:lnTo>
                <a:lnTo>
                  <a:pt x="834923" y="85725"/>
                </a:lnTo>
                <a:lnTo>
                  <a:pt x="853897" y="85725"/>
                </a:lnTo>
                <a:lnTo>
                  <a:pt x="872871" y="85725"/>
                </a:lnTo>
                <a:lnTo>
                  <a:pt x="891854" y="85725"/>
                </a:lnTo>
                <a:lnTo>
                  <a:pt x="910828" y="85725"/>
                </a:lnTo>
                <a:lnTo>
                  <a:pt x="929802" y="85725"/>
                </a:lnTo>
                <a:lnTo>
                  <a:pt x="948776" y="85725"/>
                </a:lnTo>
                <a:lnTo>
                  <a:pt x="967750" y="85725"/>
                </a:lnTo>
                <a:lnTo>
                  <a:pt x="986723" y="85725"/>
                </a:lnTo>
                <a:lnTo>
                  <a:pt x="1005707" y="85725"/>
                </a:lnTo>
                <a:lnTo>
                  <a:pt x="1024680" y="85725"/>
                </a:lnTo>
                <a:lnTo>
                  <a:pt x="1043654" y="85725"/>
                </a:lnTo>
                <a:lnTo>
                  <a:pt x="1062628" y="85725"/>
                </a:lnTo>
                <a:lnTo>
                  <a:pt x="1081602" y="85725"/>
                </a:lnTo>
                <a:lnTo>
                  <a:pt x="1100585" y="85725"/>
                </a:lnTo>
                <a:lnTo>
                  <a:pt x="1119559" y="85725"/>
                </a:lnTo>
                <a:lnTo>
                  <a:pt x="1138533" y="85725"/>
                </a:lnTo>
                <a:lnTo>
                  <a:pt x="1157507" y="85725"/>
                </a:lnTo>
                <a:lnTo>
                  <a:pt x="1176480" y="85725"/>
                </a:lnTo>
                <a:lnTo>
                  <a:pt x="1195464" y="85725"/>
                </a:lnTo>
                <a:lnTo>
                  <a:pt x="1214438" y="85725"/>
                </a:lnTo>
                <a:lnTo>
                  <a:pt x="1233411" y="85725"/>
                </a:lnTo>
                <a:lnTo>
                  <a:pt x="1252385" y="85725"/>
                </a:lnTo>
                <a:lnTo>
                  <a:pt x="1271359" y="85725"/>
                </a:lnTo>
                <a:lnTo>
                  <a:pt x="1290333" y="85725"/>
                </a:lnTo>
                <a:lnTo>
                  <a:pt x="1309316" y="85725"/>
                </a:lnTo>
                <a:lnTo>
                  <a:pt x="1328290" y="85725"/>
                </a:lnTo>
                <a:lnTo>
                  <a:pt x="1347264" y="85725"/>
                </a:lnTo>
                <a:lnTo>
                  <a:pt x="1366237" y="85725"/>
                </a:lnTo>
                <a:lnTo>
                  <a:pt x="1385211" y="85725"/>
                </a:lnTo>
                <a:lnTo>
                  <a:pt x="1403995" y="85077"/>
                </a:lnTo>
                <a:lnTo>
                  <a:pt x="1419711" y="74438"/>
                </a:lnTo>
                <a:lnTo>
                  <a:pt x="1435418" y="63808"/>
                </a:lnTo>
                <a:lnTo>
                  <a:pt x="1451134" y="53169"/>
                </a:lnTo>
                <a:lnTo>
                  <a:pt x="1466850" y="42539"/>
                </a:lnTo>
                <a:lnTo>
                  <a:pt x="1482566" y="31899"/>
                </a:lnTo>
                <a:lnTo>
                  <a:pt x="1498283" y="21269"/>
                </a:lnTo>
                <a:lnTo>
                  <a:pt x="1513999" y="10630"/>
                </a:lnTo>
                <a:lnTo>
                  <a:pt x="1529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CC55B762-5722-47E4-8700-A48D197E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4103" y="3616643"/>
            <a:ext cx="13163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1AA512A2-B18D-4714-AA35-55F4FFF2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4494" y="3887991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30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3F9D7D6A-2F97-47C3-B3BA-E86941CD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4494" y="4136079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故障后临时组织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抢修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896C1990-5353-45AE-909C-9E6B53A8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7394" y="464388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2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DA95E5BB-AF19-4A7A-BF53-82ACA38E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4331" y="3506543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3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57BE5856-5648-4088-91F3-517E5BFA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4331" y="3754641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故障原因与处理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过程可查</a:t>
            </a:r>
          </a:p>
        </p:txBody>
      </p:sp>
      <p:sp>
        <p:nvSpPr>
          <p:cNvPr id="34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4E91DE4B-3A4E-41E6-BF6F-BBAD3BFE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7231" y="426243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5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E55F5383-0CEE-417C-A494-1DC31A54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4159" y="3125095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6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2F744B20-3EFE-4D0A-B0EF-92227694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4159" y="3373193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实责任</a:t>
            </a:r>
          </a:p>
        </p:txBody>
      </p:sp>
      <p:sp>
        <p:nvSpPr>
          <p:cNvPr id="37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E02D269E-9C2A-4DA9-8B58-F2B50525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7059" y="388099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8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126F54A2-5508-4AAC-8859-10064E62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3997" y="2743495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9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CD509BD3-D7F1-42ED-99A9-198CD517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3997" y="2991593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</a:t>
            </a:r>
          </a:p>
        </p:txBody>
      </p:sp>
      <p:sp>
        <p:nvSpPr>
          <p:cNvPr id="40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9EF37A5D-395B-4912-A41C-A8A77580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6897" y="3499399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1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622285D0-A604-4897-AAB8-042A5409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5882" y="4628255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2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6989AA53-12DA-4D76-A135-F6EAD133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548" y="3865216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4875910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2026-09-08T00:24:15.2380000Z</dcterms:created>
  <dcterms:modified xsi:type="dcterms:W3CDTF">2026-09-08T00:24:15.2380000Z</dcterms:modified>
</coreProperties>
</file>