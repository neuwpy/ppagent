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5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03d2aee8bdb4c06" /><Relationship Type="http://schemas.openxmlformats.org/officeDocument/2006/relationships/extended-properties" Target="/docProps/app.xml" Id="Rab226941d0be485f" /><Relationship Type="http://schemas.openxmlformats.org/officeDocument/2006/relationships/officeDocument" Target="/ppt/presentation.xml" Id="R05cf21950306456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7174108add14b39"/>
    <p:sldMasterId xmlns:r="http://schemas.openxmlformats.org/officeDocument/2006/relationships" id="2147483660" r:id="Rd91e09703db14945"/>
    <p:sldMasterId xmlns:r="http://schemas.openxmlformats.org/officeDocument/2006/relationships" id="2147483663" r:id="R41c57e109a4940bc"/>
  </p:sldMasterIdLst>
  <p:notesMasterIdLst>
    <p:notesMasterId xmlns:r="http://schemas.openxmlformats.org/officeDocument/2006/relationships" r:id="R98c968d9f0e740b1"/>
  </p:notesMasterIdLst>
  <p:sldIdLst>
    <p:sldId xmlns:r="http://schemas.openxmlformats.org/officeDocument/2006/relationships" id="256" r:id="R17cef5ba50a54bc6"/>
    <p:sldId xmlns:r="http://schemas.openxmlformats.org/officeDocument/2006/relationships" id="257" r:id="R7587dd43029a4d28"/>
    <p:sldId xmlns:r="http://schemas.openxmlformats.org/officeDocument/2006/relationships" id="258" r:id="R7dcfdb45bc794e3c"/>
    <p:sldId xmlns:r="http://schemas.openxmlformats.org/officeDocument/2006/relationships" id="259" r:id="R9d30b866c0404dd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4E3753D0-92AB-4620-8DB3-57A31C4D162D}" styleName="表样式 1 25">
    <a:wholeTbl>
      <a:tcTxStyle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bg1">
              <a:alpha val="0"/>
            </a:schemeClr>
          </a:solidFill>
        </a:fill>
      </a:tcStyle>
    </a:wholeTbl>
    <a:band2H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2H>
    <a:band1V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1V>
    <a:band2V>
      <a:tcTxStyle/>
      <a:tcStyle>
        <a:tcBdr/>
        <a:fill>
          <a:solidFill>
            <a:schemeClr val="bg1">
              <a:alpha val="0"/>
            </a:schemeClr>
          </a:solidFill>
        </a:fill>
      </a:tcStyle>
    </a:band2V>
    <a:la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lastCol>
    <a:fir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firstCol>
    <a:lastRow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lastRow>
    <a:s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eCell>
    <a:swCell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wCell>
    <a:firstRow>
      <a:tcTxStyle b="on">
        <a:fontRef idx="none">
          <a:schemeClr val="bg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accent1"/>
          </a:solidFill>
        </a:fill>
      </a:tcStyle>
    </a:firstRow>
    <a:n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neCell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6a8967cf9a2419c" /><Relationship Type="http://schemas.openxmlformats.org/officeDocument/2006/relationships/slideMaster" Target="/ppt/slideMasters/slideMaster1.xml" Id="R17174108add14b39" /><Relationship Type="http://schemas.openxmlformats.org/officeDocument/2006/relationships/slideMaster" Target="/ppt/slideMasters/slideMaster2.xml" Id="Rd91e09703db14945" /><Relationship Type="http://schemas.openxmlformats.org/officeDocument/2006/relationships/slideMaster" Target="/ppt/slideMasters/slideMaster3.xml" Id="R41c57e109a4940bc" /><Relationship Type="http://schemas.openxmlformats.org/officeDocument/2006/relationships/notesMaster" Target="/ppt/notesMasters/notesMaster1.xml" Id="R98c968d9f0e740b1" /><Relationship Type="http://schemas.openxmlformats.org/officeDocument/2006/relationships/presProps" Target="/ppt/presProps.xml" Id="Rd6bcd363a2c949da" /><Relationship Type="http://schemas.openxmlformats.org/officeDocument/2006/relationships/viewProps" Target="/ppt/viewProps.xml" Id="R392892ba9d774aa0" /><Relationship Type="http://schemas.openxmlformats.org/officeDocument/2006/relationships/tableStyles" Target="/ppt/tableStyles.xml" Id="R0c3f939b0baa4090" /><Relationship Type="http://schemas.openxmlformats.org/officeDocument/2006/relationships/slide" Target="/ppt/slides/slide1.xml" Id="R17cef5ba50a54bc6" /><Relationship Type="http://schemas.openxmlformats.org/officeDocument/2006/relationships/slide" Target="/ppt/slides/slide2.xml" Id="R7587dd43029a4d28" /><Relationship Type="http://schemas.openxmlformats.org/officeDocument/2006/relationships/slide" Target="/ppt/slides/slide3.xml" Id="R7dcfdb45bc794e3c" /><Relationship Type="http://schemas.openxmlformats.org/officeDocument/2006/relationships/slide" Target="/ppt/slides/slide4.xml" Id="R9d30b866c0404dd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5.xml" Id="R9e70d8d4c3fe4ea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dc2344c823b4f39" /><Relationship Type="http://schemas.openxmlformats.org/officeDocument/2006/relationships/notesMaster" Target="/ppt/notesMasters/notesMaster1.xml" Id="Rf7010332afd741c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75b9f2ce1904e3d" /><Relationship Type="http://schemas.openxmlformats.org/officeDocument/2006/relationships/notesMaster" Target="/ppt/notesMasters/notesMaster1.xml" Id="R72b0d0ff7236407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c3089548fe24ae8" /><Relationship Type="http://schemas.openxmlformats.org/officeDocument/2006/relationships/notesMaster" Target="/ppt/notesMasters/notesMaster1.xml" Id="Rbb61e069837c4f1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860a3a1154f4c65" /><Relationship Type="http://schemas.openxmlformats.org/officeDocument/2006/relationships/notesMaster" Target="/ppt/notesMasters/notesMaster1.xml" Id="R4368c5939c92450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4c3d84855644ff6" /><Relationship Type="http://schemas.openxmlformats.org/officeDocument/2006/relationships/image" Target="/ppt/media/image.jpeg" Id="R44f9ad5d76b340e9" /><Relationship Type="http://schemas.openxmlformats.org/officeDocument/2006/relationships/image" Target="/ppt/media/image.png" Id="R422cf99ccced407d" /><Relationship Type="http://schemas.openxmlformats.org/officeDocument/2006/relationships/image" Target="/ppt/media/image2.png" Id="R5a54cb29802644e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febf6d55aa3499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72f56f113ef4c40" /><Relationship Type="http://schemas.openxmlformats.org/officeDocument/2006/relationships/image" Target="/ppt/media/image3.png" Id="Rafe15dd943534e8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fd49109cd494389" /><Relationship Type="http://schemas.openxmlformats.org/officeDocument/2006/relationships/image" Target="/ppt/media/image4.png" Id="R703eb8b8f90541e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f1f8700ee45410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665eae82c314049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3034deee22647f8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2897117e8a449f8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72afe4595224cb8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916617579684b96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5b9c9ba292441f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15dd808dcc594e5f" /><Relationship Type="http://schemas.openxmlformats.org/officeDocument/2006/relationships/image" Target="/ppt/media/image5.png" Id="Rab3d7474c1014a3e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75a9a299c9144884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d086f376b1dc4eba" /><Relationship Type="http://schemas.openxmlformats.org/officeDocument/2006/relationships/image" Target="/ppt/media/image5.png" Id="Rf5a1685abea542ba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8d2828e1d2c0481e" /></Relationships>
</file>

<file path=ppt/slideLayouts/slideLayout1.xml><?xml version="1.0" encoding="utf-8"?>
<p:sldLayout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图片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f9ad5d76b340e9">
            <a:alphaModFix amt="20000"/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</a:blip>
          <a:srcRect xmlns:a="http://schemas.openxmlformats.org/drawingml/2006/main" l="-375" t="36417" r="375" b="177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88953" y="3125718"/>
            <a:ext cx="12697941" cy="4114800"/>
          </a:xfrm>
          <a:prstGeom xmlns:a="http://schemas.openxmlformats.org/drawingml/2006/main" prst="rect">
            <a:avLst/>
          </a:prstGeom>
        </p:spPr>
      </p:pic>
      <p:pic>
        <p:nvPicPr>
          <p:cNvPr id="5" name="图片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2cf99ccced407d"/>
          <a:srcRect xmlns:a="http://schemas.openxmlformats.org/drawingml/2006/main" l="0" t="0" r="0" b="608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584" y="72497"/>
            <a:ext cx="3337845" cy="708895"/>
          </a:xfrm>
          <a:prstGeom xmlns:a="http://schemas.openxmlformats.org/drawingml/2006/main" prst="rect">
            <a:avLst/>
          </a:prstGeom>
        </p:spPr>
      </p:pic>
      <p:pic>
        <p:nvPicPr>
          <p:cNvPr id="6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54cb29802644e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89206" y="72497"/>
            <a:ext cx="5102794" cy="91447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.xml><?xml version="1.0" encoding="utf-8"?>
<p:sldLayout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.xml><?xml version="1.0" encoding="utf-8"?>
<p:sldLayout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3" name="矩形 332">
            <a:extLst xmlns:a="http://schemas.openxmlformats.org/drawingml/2006/main">
              <a:ext uri="{FF2B5EF4-FFF2-40B4-BE49-F238E27FC236}">
                <a16:creationId xmlns:a16="http://schemas.microsoft.com/office/drawing/2014/main" id="{AAFA549B-9B19-43F3-9E11-9676FA7E2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833952"/>
            <a:ext cx="11522073" cy="499299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17500">
                <a:srgbClr val="3E84EC"/>
              </a:gs>
              <a:gs pos="100000">
                <a:schemeClr val="accent1">
                  <a:lumMod val="75000"/>
                </a:schemeClr>
              </a:gs>
              <a:gs pos="0">
                <a:srgbClr val="0268FE">
                  <a:lumMod val="75000"/>
                  <a:lumOff val="25000"/>
                  <a:alpha val="69000"/>
                </a:srgbClr>
              </a:gs>
            </a:gsLst>
            <a:path path="circle">
              <a:fillToRect l="100000" t="0" r="0" b="100000"/>
            </a:path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pic>
        <p:nvPicPr>
          <p:cNvPr id="336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e15dd943534e84"/>
          <a:srcRect xmlns:a="http://schemas.openxmlformats.org/drawingml/2006/main" l="0" t="0" r="0" b="591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74637" y="198304"/>
            <a:ext cx="2675956" cy="593304"/>
          </a:xfrm>
          <a:prstGeom xmlns:a="http://schemas.openxmlformats.org/drawingml/2006/main" prst="rect">
            <a:avLst/>
          </a:prstGeom>
        </p:spPr>
      </p:pic>
      <p:sp>
        <p:nvSpPr>
          <p:cNvPr id="11" name="直接连接符 10">
            <a:extLst xmlns:a="http://schemas.openxmlformats.org/drawingml/2006/main">
              <a:ext uri="{FF2B5EF4-FFF2-40B4-BE49-F238E27FC236}">
                <a16:creationId xmlns:a16="http://schemas.microsoft.com/office/drawing/2014/main" id="{42970BAF-D4BA-41DA-B69F-E3B1BBE94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6564990"/>
            <a:ext cx="11522076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chemeClr val="accent1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3676F323-DC47-47B0-A185-B06ACE0E1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3" y="1402294"/>
            <a:ext cx="115220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</p:spTree>
  </p:cSld>
</p:sldLayout>
</file>

<file path=ppt/slideLayouts/slideLayout4.xml><?xml version="1.0" encoding="utf-8"?>
<p:sldLayout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7" name="任意多边形: 形状 86">
            <a:extLst xmlns:a="http://schemas.openxmlformats.org/drawingml/2006/main">
              <a:ext uri="{FF2B5EF4-FFF2-40B4-BE49-F238E27FC236}">
                <a16:creationId xmlns:a16="http://schemas.microsoft.com/office/drawing/2014/main" id="{FC6DEC2B-6AA2-4B32-B074-3A5AE5F88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2562" y="10535"/>
            <a:ext cx="4440577" cy="2998608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89" name="文本框 88">
            <a:extLst xmlns:a="http://schemas.openxmlformats.org/drawingml/2006/main">
              <a:ext uri="{FF2B5EF4-FFF2-40B4-BE49-F238E27FC236}">
                <a16:creationId xmlns:a16="http://schemas.microsoft.com/office/drawing/2014/main" id="{DCA59B05-2390-42F2-9E35-897EFFDA2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9985" y="1085380"/>
            <a:ext cx="3262303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4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CONTENT</a:t>
            </a:r>
            <a:endParaRPr sz="48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135" name="图片 1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3eb8b8f90541ec">
            <a:alphaModFix amt="70000"/>
          </a:blip>
          <a:srcRect xmlns:a="http://schemas.openxmlformats.org/drawingml/2006/main" l="0" t="0" r="0" b="588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2962" y="3707963"/>
            <a:ext cx="3024288" cy="2020666"/>
          </a:xfrm>
          <a:prstGeom xmlns:a="http://schemas.openxmlformats.org/drawingml/2006/main" prst="rect">
            <a:avLst/>
          </a:prstGeom>
        </p:spPr>
      </p:pic>
      <p:sp>
        <p:nvSpPr>
          <p:cNvPr id="88" name="文本框 87">
            <a:extLst xmlns:a="http://schemas.openxmlformats.org/drawingml/2006/main">
              <a:ext uri="{FF2B5EF4-FFF2-40B4-BE49-F238E27FC236}">
                <a16:creationId xmlns:a16="http://schemas.microsoft.com/office/drawing/2014/main" id="{E721206C-F7C5-4124-89F6-8A12777B8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667" y="1479325"/>
            <a:ext cx="2646878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lvl1pPr>
              <a:buNone/>
              <a:defRPr sz="7200">
                <a:gradFill flip="none" rotWithShape="1">
                  <a:gsLst>
                    <a:gs pos="0">
                      <a:schemeClr val="accent1">
                        <a:lumMod val="80000"/>
                        <a:lumOff val="20000"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  <a:tileRect/>
                </a:gradFill>
                <a:latin typeface="思源宋体 CN Heavy"/>
                <a:ea typeface="思源宋体 CN Heavy"/>
                <a:cs typeface="思源宋体 CN Heavy"/>
              </a:defRPr>
            </a:lvl1pPr>
          </a:lstStyle>
          <a:p xmlns:a="http://schemas.openxmlformats.org/drawingml/2006/main"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4800" b="0" i="0" u="none" cap="none" spc="0">
                <a:ln>
                  <a:noFill/>
                </a:ln>
                <a:gradFill rotWithShape="1">
                  <a:gsLst>
                    <a:gs pos="0">
                      <a:srgbClr val="0268FE">
                        <a:lumMod val="80000"/>
                        <a:lumOff val="20000"/>
                      </a:srgbClr>
                    </a:gs>
                    <a:gs pos="100000">
                      <a:srgbClr val="0268FE"/>
                    </a:gs>
                  </a:gsLst>
                  <a:lin ang="5400000" scaled="1"/>
                  <a:tileRect/>
                </a:gradFill>
                <a:latin typeface="汉仪粗宋简"/>
                <a:ea typeface="汉仪粗宋简"/>
                <a:cs typeface="汉仪粗宋简"/>
              </a:rPr>
              <a:t>汇报提纲</a:t>
            </a:r>
          </a:p>
        </p:txBody>
      </p:sp>
      <p:sp>
        <p:nvSpPr>
          <p:cNvPr id="131" name="任意多边形: 形状 130">
            <a:extLst xmlns:a="http://schemas.openxmlformats.org/drawingml/2006/main">
              <a:ext uri="{FF2B5EF4-FFF2-40B4-BE49-F238E27FC236}">
                <a16:creationId xmlns:a16="http://schemas.microsoft.com/office/drawing/2014/main" id="{C59C6FF8-6BEF-4B44-BFD0-AFBB008BE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5335" y="4602588"/>
            <a:ext cx="3296666" cy="2255412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9814D3E-DA95-4FF6-89BF-C79116EAB8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94DFD73-AC23-4D86-A58D-99EB8AFD023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7C957C97-3536-4092-9C6F-3BC205E8C0FC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B992D9ED-6951-45B6-9406-99AD99B9222C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5CD8D950-F84C-4F2A-985B-8E76FA7269A1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1729408B-8A7B-4CB6-849F-E27945723BC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8EECA76A-D60B-455E-8168-70A60C75972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ABD48E81-5734-4ACE-AD29-93BB73EC6BA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47823647-FCD8-49E9-9489-F4567BF675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C7B16802-0F5E-4166-8166-CEA0537C875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82C59F96-D20A-4C13-A65A-9101C505142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FF6BEF36-0CD8-4A0B-99CF-8850137CB8C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65D2CF6B-FED9-4CA5-8162-A3AAF467EAF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39E65895-785F-425B-89F1-10491711177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2C81E01A-AB9F-456A-BB5C-4519A4D619D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2B666989-99B2-4BB2-9475-800D00850E6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9B37CEC9-B523-43A4-9DB3-669E0FFF677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18E66D29-0CC8-4FB7-AFB2-3360306BEEF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1219F796-F6F4-404D-840E-A8374BEC9AB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DD4D07DA-1C43-4978-84E2-E9DF21F479A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821FE728-F03D-4B3C-A81B-6340A4FC1A9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F5190015-3CAF-4812-A1D3-141C7C6C63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58875C82-A8B7-4EC3-9CD1-71B5628D280B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EAD26DF1-7C4D-48DE-8378-2454184D16E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A955434F-A8BA-47E4-8A74-6F34F28201E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CABBDBEE-8098-45BE-80B8-99DC697B792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91759C7C-4BE2-479B-8D75-25101B10BAD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D26E532-1180-4EBD-8D87-848F7AB229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FB8A8DA8-FA5C-40D6-923C-3BEC5542526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A8A5EC20-3538-4582-9809-8D430F180FB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B6A49A2B-761E-4006-AB0C-958059DCE61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85814752-86C4-417C-825B-7A80386620B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05AF88CE-4DDF-4EE0-A675-A5055BBD65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99B6D00B-BD62-4EDB-A4BA-22506DE280E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1B556D01-ED92-4660-979B-3F527265BBE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BEE3D04-046B-48EE-AFF6-71415EC1A35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46DC86F-5973-4571-91EB-1ED808604BF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3d7474c1014a3e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48DCB54F-F188-4497-BE55-2C934F966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04C34487-3C53-44B7-9696-04480B8F3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1CF2AB50-2526-42AE-8979-E811992EA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5870F88C-5290-4CCF-81A7-F3F789560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3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4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a1685abea542ba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FDFD27DC-BC69-4A4A-B64D-BB0BF4F92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B7E4CA57-DCE8-438D-BA25-C0687AE86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2F9000FD-B265-4E8B-AA9F-99523C81E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E2FCAE89-6370-4F96-BE90-D16E211DF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5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cca3e5698ce4017" /><Relationship Type="http://schemas.openxmlformats.org/officeDocument/2006/relationships/slideLayout" Target="/ppt/slideLayouts/slideLayout1.xml" Id="Rc805e89d5c22457f" /><Relationship Type="http://schemas.openxmlformats.org/officeDocument/2006/relationships/slideLayout" Target="/ppt/slideLayouts/slideLayout2.xml" Id="R89b9c366401644fa" /><Relationship Type="http://schemas.openxmlformats.org/officeDocument/2006/relationships/slideLayout" Target="/ppt/slideLayouts/slideLayout3.xml" Id="R124cc5b44491491c" /><Relationship Type="http://schemas.openxmlformats.org/officeDocument/2006/relationships/slideLayout" Target="/ppt/slideLayouts/slideLayout4.xml" Id="R92db86abda234304" /><Relationship Type="http://schemas.openxmlformats.org/officeDocument/2006/relationships/slideLayout" Target="/ppt/slideLayouts/slideLayout5.xml" Id="Rc5aaa19b64b14874" /><Relationship Type="http://schemas.openxmlformats.org/officeDocument/2006/relationships/slideLayout" Target="/ppt/slideLayouts/slideLayout6.xml" Id="Ra1cab71ad02a497b" /><Relationship Type="http://schemas.openxmlformats.org/officeDocument/2006/relationships/slideLayout" Target="/ppt/slideLayouts/slideLayout7.xml" Id="Rdaa6bbedb04e4e51" /><Relationship Type="http://schemas.openxmlformats.org/officeDocument/2006/relationships/slideLayout" Target="/ppt/slideLayouts/slideLayout8.xml" Id="Rc0ef50a6639945e3" /><Relationship Type="http://schemas.openxmlformats.org/officeDocument/2006/relationships/slideLayout" Target="/ppt/slideLayouts/slideLayout9.xml" Id="R6c0e170ccfb642e1" /><Relationship Type="http://schemas.openxmlformats.org/officeDocument/2006/relationships/slideLayout" Target="/ppt/slideLayouts/slideLayout10.xml" Id="Rcbce7172c71442de" /><Relationship Type="http://schemas.openxmlformats.org/officeDocument/2006/relationships/slideLayout" Target="/ppt/slideLayouts/slideLayout11.xml" Id="Rb4cd6be0ff4e47cc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28bef422dcab45b7" /><Relationship Type="http://schemas.openxmlformats.org/officeDocument/2006/relationships/slideLayout" Target="/ppt/slideLayouts/slideLayout12.xml" Id="R483b3f4e146b4e7b" /><Relationship Type="http://schemas.openxmlformats.org/officeDocument/2006/relationships/slideLayout" Target="/ppt/slideLayouts/slideLayout13.xml" Id="Rb959c26914404cd5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theme" Target="/ppt/slideMasters/theme/theme4.xml" Id="R8955edabd8944918" /><Relationship Type="http://schemas.openxmlformats.org/officeDocument/2006/relationships/slideLayout" Target="/ppt/slideLayouts/slideLayout14.xml" Id="R6468ae44629c4c28" /><Relationship Type="http://schemas.openxmlformats.org/officeDocument/2006/relationships/slideLayout" Target="/ppt/slideLayouts/slideLayout15.xml" Id="Rae3929baae2347cb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843549F0-2125-4ED4-AB09-B75697EDF8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B71964C9-AD32-4390-84C8-CC5885320F7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52357E0F-5F7B-4C47-B8F0-DD20AB2842B4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BB078F1-AF0E-4B69-9BCC-3254262E0CD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6A43522C-EAA0-429C-B41F-1967778E66F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805e89d5c22457f"/>
    <p:sldLayoutId xmlns:r="http://schemas.openxmlformats.org/officeDocument/2006/relationships" id="2147483650" r:id="R89b9c366401644fa"/>
    <p:sldLayoutId xmlns:r="http://schemas.openxmlformats.org/officeDocument/2006/relationships" id="2147483651" r:id="R124cc5b44491491c"/>
    <p:sldLayoutId xmlns:r="http://schemas.openxmlformats.org/officeDocument/2006/relationships" id="2147483652" r:id="R92db86abda234304"/>
    <p:sldLayoutId xmlns:r="http://schemas.openxmlformats.org/officeDocument/2006/relationships" id="2147483653" r:id="Rc5aaa19b64b14874"/>
    <p:sldLayoutId xmlns:r="http://schemas.openxmlformats.org/officeDocument/2006/relationships" id="2147483654" r:id="Ra1cab71ad02a497b"/>
    <p:sldLayoutId xmlns:r="http://schemas.openxmlformats.org/officeDocument/2006/relationships" id="2147483655" r:id="Rdaa6bbedb04e4e51"/>
    <p:sldLayoutId xmlns:r="http://schemas.openxmlformats.org/officeDocument/2006/relationships" id="2147483656" r:id="Rc0ef50a6639945e3"/>
    <p:sldLayoutId xmlns:r="http://schemas.openxmlformats.org/officeDocument/2006/relationships" id="2147483657" r:id="R6c0e170ccfb642e1"/>
    <p:sldLayoutId xmlns:r="http://schemas.openxmlformats.org/officeDocument/2006/relationships" id="2147483658" r:id="Rcbce7172c71442de"/>
    <p:sldLayoutId xmlns:r="http://schemas.openxmlformats.org/officeDocument/2006/relationships" id="2147483659" r:id="Rb4cd6be0ff4e47cc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E9A5265A-7775-4095-AE1C-358FCF57DD5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8ACDAC7F-EA09-4DE2-BE04-C8432C296E4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E6872CA2-B765-4CEC-B652-30EAC3263A70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220C74DA-A13B-43B3-9EF7-732DC546BFAE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EEBAE948-70D6-4BC1-A862-FE30B960345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6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483b3f4e146b4e7b"/>
    <p:sldLayoutId xmlns:r="http://schemas.openxmlformats.org/officeDocument/2006/relationships" id="2147483662" r:id="Rb959c26914404cd5"/>
  </p:sldLayoutIdLst>
  <p:txStyles>
    <p:titleStyle>
      <a:lvl1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6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2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8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4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900" indent="-215900" algn="l" defTabSz="865505">
        <a:lnSpc>
          <a:spcPct val="90000"/>
        </a:lnSpc>
        <a:spcBef>
          <a:spcPts val="955"/>
        </a:spcBef>
        <a:spcAft>
          <a:spcPct val="0"/>
        </a:spcAft>
        <a:buFont typeface="Arial"/>
        <a:buChar char="•"/>
        <a:defRPr sz="266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226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86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74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5008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42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49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200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90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70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77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8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418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25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96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66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73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90294A2A-7CC7-42A2-8A27-8119E40F221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DEADD17-4232-4307-812E-BE2E97FDD73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34AF86ED-46DE-4A0C-8999-278D730816E8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D672953-22D9-47DE-AFA3-D2A1C981058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31C5E5E3-7E0F-493E-A4E0-537E3D2660F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3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4" r:id="R6468ae44629c4c28"/>
    <p:sldLayoutId xmlns:r="http://schemas.openxmlformats.org/officeDocument/2006/relationships" id="2147483665" r:id="Rae3929baae2347cb"/>
  </p:sldLayoutIdLst>
  <p:txStyles>
    <p:titleStyle>
      <a:lvl1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585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170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754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339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895" indent="-215895" algn="l" defTabSz="865272">
        <a:lnSpc>
          <a:spcPct val="90000"/>
        </a:lnSpc>
        <a:spcBef>
          <a:spcPts val="953"/>
        </a:spcBef>
        <a:spcAft>
          <a:spcPct val="0"/>
        </a:spcAft>
        <a:buFont typeface="Arial"/>
        <a:buChar char="•"/>
        <a:defRPr sz="2667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24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2267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13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867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49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4982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154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636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119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601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48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96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4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393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41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89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37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86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2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4.xml><?xml version="1.0" encoding="utf-8"?>
<a:theme xmlns:a="http://schemas.openxmlformats.org/drawingml/2006/main" name="3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a2d728f5f2e04409" /><Relationship Type="http://schemas.openxmlformats.org/officeDocument/2006/relationships/image" Target="/ppt/media/image6.png" Id="R2c0b9e3f09e74a88" /><Relationship Type="http://schemas.openxmlformats.org/officeDocument/2006/relationships/notesSlide" Target="/ppt/notesSlides/notesSlide1.xml" Id="Rf41881ccd889481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ed0d8c9d73494a85" /><Relationship Type="http://schemas.openxmlformats.org/officeDocument/2006/relationships/image" Target="/ppt/media/image6.png" Id="R8d9d113ff3f340c9" /><Relationship Type="http://schemas.openxmlformats.org/officeDocument/2006/relationships/notesSlide" Target="/ppt/notesSlides/notesSlide2.xml" Id="Ra23258426c2643d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b2e7de29ffa844a3" /><Relationship Type="http://schemas.openxmlformats.org/officeDocument/2006/relationships/image" Target="/ppt/media/image6.png" Id="R7bbdde8de1914ef0" /><Relationship Type="http://schemas.openxmlformats.org/officeDocument/2006/relationships/notesSlide" Target="/ppt/notesSlides/notesSlide3.xml" Id="Rfe31c78327704a0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9587253b38e842ad" /><Relationship Type="http://schemas.openxmlformats.org/officeDocument/2006/relationships/image" Target="/ppt/media/image6.png" Id="Rf54f616a78324682" /><Relationship Type="http://schemas.openxmlformats.org/officeDocument/2006/relationships/notesSlide" Target="/ppt/notesSlides/notesSlide4.xml" Id="Re22ffb01f0464991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主旨句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正文页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0" name="箭头: 下 9">
            <a:extLst xmlns:a="http://schemas.openxmlformats.org/drawingml/2006/main">
              <a:ext uri="{FF2B5EF4-FFF2-40B4-BE49-F238E27FC236}">
                <a16:creationId xmlns:a16="http://schemas.microsoft.com/office/drawing/2014/main" id="{A52057D8-BD05-A8E5-38BE-DA75ED7F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27" y="2651168"/>
            <a:ext cx="432495" cy="539750"/>
          </a:xfrm>
          <a:prstGeom xmlns:a="http://schemas.openxmlformats.org/drawingml/2006/main" prst="downArrow">
            <a:avLst/>
          </a:prstGeom>
          <a:noFill xmlns:a="http://schemas.openxmlformats.org/drawingml/2006/main"/>
          <a:ln xmlns:a="http://schemas.openxmlformats.org/drawingml/2006/main">
            <a:gradFill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0b9e3f09e74a8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457" y="3298417"/>
            <a:ext cx="3722952" cy="978943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正文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主旨句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正文页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0" name="箭头: 下 9">
            <a:extLst xmlns:a="http://schemas.openxmlformats.org/drawingml/2006/main">
              <a:ext uri="{FF2B5EF4-FFF2-40B4-BE49-F238E27FC236}">
                <a16:creationId xmlns:a16="http://schemas.microsoft.com/office/drawing/2014/main" id="{A52057D8-BD05-A8E5-38BE-DA75ED7F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27" y="2651168"/>
            <a:ext cx="432495" cy="539750"/>
          </a:xfrm>
          <a:prstGeom xmlns:a="http://schemas.openxmlformats.org/drawingml/2006/main" prst="downArrow">
            <a:avLst/>
          </a:prstGeom>
          <a:noFill xmlns:a="http://schemas.openxmlformats.org/drawingml/2006/main"/>
          <a:ln xmlns:a="http://schemas.openxmlformats.org/drawingml/2006/main">
            <a:gradFill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9d113ff3f340c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457" y="3298417"/>
            <a:ext cx="3722952" cy="978943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正文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主旨句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正文页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0" name="箭头: 下 9">
            <a:extLst xmlns:a="http://schemas.openxmlformats.org/drawingml/2006/main">
              <a:ext uri="{FF2B5EF4-FFF2-40B4-BE49-F238E27FC236}">
                <a16:creationId xmlns:a16="http://schemas.microsoft.com/office/drawing/2014/main" id="{A52057D8-BD05-A8E5-38BE-DA75ED7F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27" y="2651168"/>
            <a:ext cx="432495" cy="539750"/>
          </a:xfrm>
          <a:prstGeom xmlns:a="http://schemas.openxmlformats.org/drawingml/2006/main" prst="downArrow">
            <a:avLst/>
          </a:prstGeom>
          <a:noFill xmlns:a="http://schemas.openxmlformats.org/drawingml/2006/main"/>
          <a:ln xmlns:a="http://schemas.openxmlformats.org/drawingml/2006/main">
            <a:gradFill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bdde8de1914ef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457" y="3298417"/>
            <a:ext cx="3722952" cy="978943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正文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主旨句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正文页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0" name="箭头: 下 9">
            <a:extLst xmlns:a="http://schemas.openxmlformats.org/drawingml/2006/main">
              <a:ext uri="{FF2B5EF4-FFF2-40B4-BE49-F238E27FC236}">
                <a16:creationId xmlns:a16="http://schemas.microsoft.com/office/drawing/2014/main" id="{A52057D8-BD05-A8E5-38BE-DA75ED7F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27" y="2651168"/>
            <a:ext cx="432495" cy="539750"/>
          </a:xfrm>
          <a:prstGeom xmlns:a="http://schemas.openxmlformats.org/drawingml/2006/main" prst="downArrow">
            <a:avLst/>
          </a:prstGeom>
          <a:noFill xmlns:a="http://schemas.openxmlformats.org/drawingml/2006/main"/>
          <a:ln xmlns:a="http://schemas.openxmlformats.org/drawingml/2006/main">
            <a:gradFill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4f616a7832468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457" y="3298417"/>
            <a:ext cx="3722952" cy="978943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正文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2026-09-08T15:56:52.4110000Z</dcterms:created>
  <dcterms:modified xsi:type="dcterms:W3CDTF">2026-09-08T15:56:52.4110000Z</dcterms:modified>
</coreProperties>
</file>