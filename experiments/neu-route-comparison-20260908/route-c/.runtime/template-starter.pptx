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fd4806d53e410e" /><Relationship Type="http://schemas.openxmlformats.org/officeDocument/2006/relationships/extended-properties" Target="/docProps/app.xml" Id="Rbc709c12ad9946ed" /><Relationship Type="http://schemas.openxmlformats.org/officeDocument/2006/relationships/officeDocument" Target="/ppt/presentation.xml" Id="R7ff97f66f5b14d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86742131184181"/>
    <p:sldMasterId xmlns:r="http://schemas.openxmlformats.org/officeDocument/2006/relationships" id="2147483660" r:id="R3496d25a43ad4964"/>
    <p:sldMasterId xmlns:r="http://schemas.openxmlformats.org/officeDocument/2006/relationships" id="2147483663" r:id="Rcfb10b0e10aa48bc"/>
  </p:sldMasterIdLst>
  <p:notesMasterIdLst>
    <p:notesMasterId xmlns:r="http://schemas.openxmlformats.org/officeDocument/2006/relationships" r:id="Rab4fb6eca7ed41d6"/>
  </p:notesMasterIdLst>
  <p:sldIdLst>
    <p:sldId xmlns:r="http://schemas.openxmlformats.org/officeDocument/2006/relationships" id="256" r:id="Rc32992dcad3941a0"/>
    <p:sldId xmlns:r="http://schemas.openxmlformats.org/officeDocument/2006/relationships" id="257" r:id="R479d9f195eb149eb"/>
    <p:sldId xmlns:r="http://schemas.openxmlformats.org/officeDocument/2006/relationships" id="258" r:id="Refac26bff9714fdf"/>
    <p:sldId xmlns:r="http://schemas.openxmlformats.org/officeDocument/2006/relationships" id="259" r:id="Rc53852da7506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ae1560db864397" /><Relationship Type="http://schemas.openxmlformats.org/officeDocument/2006/relationships/slideMaster" Target="/ppt/slideMasters/slideMaster1.xml" Id="R7286742131184181" /><Relationship Type="http://schemas.openxmlformats.org/officeDocument/2006/relationships/slideMaster" Target="/ppt/slideMasters/slideMaster2.xml" Id="R3496d25a43ad4964" /><Relationship Type="http://schemas.openxmlformats.org/officeDocument/2006/relationships/slideMaster" Target="/ppt/slideMasters/slideMaster3.xml" Id="Rcfb10b0e10aa48bc" /><Relationship Type="http://schemas.openxmlformats.org/officeDocument/2006/relationships/notesMaster" Target="/ppt/notesMasters/notesMaster1.xml" Id="Rab4fb6eca7ed41d6" /><Relationship Type="http://schemas.openxmlformats.org/officeDocument/2006/relationships/presProps" Target="/ppt/presProps.xml" Id="R327683001be34017" /><Relationship Type="http://schemas.openxmlformats.org/officeDocument/2006/relationships/viewProps" Target="/ppt/viewProps.xml" Id="R7a09d6bddac1410b" /><Relationship Type="http://schemas.openxmlformats.org/officeDocument/2006/relationships/tableStyles" Target="/ppt/tableStyles.xml" Id="R1b27b2d909264c5e" /><Relationship Type="http://schemas.openxmlformats.org/officeDocument/2006/relationships/slide" Target="/ppt/slides/slide1.xml" Id="Rc32992dcad3941a0" /><Relationship Type="http://schemas.openxmlformats.org/officeDocument/2006/relationships/slide" Target="/ppt/slides/slide2.xml" Id="R479d9f195eb149eb" /><Relationship Type="http://schemas.openxmlformats.org/officeDocument/2006/relationships/slide" Target="/ppt/slides/slide3.xml" Id="Refac26bff9714fdf" /><Relationship Type="http://schemas.openxmlformats.org/officeDocument/2006/relationships/slide" Target="/ppt/slides/slide4.xml" Id="Rc53852da7506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7ab1b61531a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d0f49bdc264f0e" /><Relationship Type="http://schemas.openxmlformats.org/officeDocument/2006/relationships/notesMaster" Target="/ppt/notesMasters/notesMaster1.xml" Id="R01e8d19e97144e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10a360219a49c7" /><Relationship Type="http://schemas.openxmlformats.org/officeDocument/2006/relationships/notesMaster" Target="/ppt/notesMasters/notesMaster1.xml" Id="Ra7f35d662c714f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8dabc52fb412c" /><Relationship Type="http://schemas.openxmlformats.org/officeDocument/2006/relationships/notesMaster" Target="/ppt/notesMasters/notesMaster1.xml" Id="Rd3eef898d343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165fa5458444a2" /><Relationship Type="http://schemas.openxmlformats.org/officeDocument/2006/relationships/notesMaster" Target="/ppt/notesMasters/notesMaster1.xml" Id="Rcef1dd225ffd42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62aa659b845a7" /><Relationship Type="http://schemas.openxmlformats.org/officeDocument/2006/relationships/image" Target="/ppt/media/image.jpeg" Id="R087e371a21624f7d" /><Relationship Type="http://schemas.openxmlformats.org/officeDocument/2006/relationships/image" Target="/ppt/media/image.png" Id="Rfd85205ef97b4576" /><Relationship Type="http://schemas.openxmlformats.org/officeDocument/2006/relationships/image" Target="/ppt/media/image2.png" Id="R8058c8095df341f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1f140acdf47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1614672de4b85" /><Relationship Type="http://schemas.openxmlformats.org/officeDocument/2006/relationships/image" Target="/ppt/media/image3.png" Id="Rc4a97076320143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aace4eafe4603" /><Relationship Type="http://schemas.openxmlformats.org/officeDocument/2006/relationships/image" Target="/ppt/media/image4.png" Id="R459c32675b084f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024b44a9d41a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56d741bf74e3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cfe1e104743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f0684b02f436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bdd7a45b8478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10dc038d0a41e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46bb3575614ca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0f77365a3214ea0" /><Relationship Type="http://schemas.openxmlformats.org/officeDocument/2006/relationships/image" Target="/ppt/media/image5.png" Id="R0e702b1e74904c6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29cd5a1337497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ea210e41a674cdf" /><Relationship Type="http://schemas.openxmlformats.org/officeDocument/2006/relationships/image" Target="/ppt/media/image5.png" Id="R8e9e8688940c4ce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4da876b98ed41b2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e371a21624f7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85205ef97b457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8c8095df341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970763201431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c32675b084f1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02b1e74904c6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e8688940c4ce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119c333284af3" /><Relationship Type="http://schemas.openxmlformats.org/officeDocument/2006/relationships/slideLayout" Target="/ppt/slideLayouts/slideLayout1.xml" Id="R8c855161e1cb4cfd" /><Relationship Type="http://schemas.openxmlformats.org/officeDocument/2006/relationships/slideLayout" Target="/ppt/slideLayouts/slideLayout2.xml" Id="R437cf663d7464773" /><Relationship Type="http://schemas.openxmlformats.org/officeDocument/2006/relationships/slideLayout" Target="/ppt/slideLayouts/slideLayout3.xml" Id="R7664897c8e924843" /><Relationship Type="http://schemas.openxmlformats.org/officeDocument/2006/relationships/slideLayout" Target="/ppt/slideLayouts/slideLayout4.xml" Id="R400a7cc4edd840a1" /><Relationship Type="http://schemas.openxmlformats.org/officeDocument/2006/relationships/slideLayout" Target="/ppt/slideLayouts/slideLayout5.xml" Id="R99ab399eeabf44c0" /><Relationship Type="http://schemas.openxmlformats.org/officeDocument/2006/relationships/slideLayout" Target="/ppt/slideLayouts/slideLayout6.xml" Id="R99215a73bc1445ad" /><Relationship Type="http://schemas.openxmlformats.org/officeDocument/2006/relationships/slideLayout" Target="/ppt/slideLayouts/slideLayout7.xml" Id="R801a232e7a2042e9" /><Relationship Type="http://schemas.openxmlformats.org/officeDocument/2006/relationships/slideLayout" Target="/ppt/slideLayouts/slideLayout8.xml" Id="Re416de41a7a34f6f" /><Relationship Type="http://schemas.openxmlformats.org/officeDocument/2006/relationships/slideLayout" Target="/ppt/slideLayouts/slideLayout9.xml" Id="R40ef59c23cd14993" /><Relationship Type="http://schemas.openxmlformats.org/officeDocument/2006/relationships/slideLayout" Target="/ppt/slideLayouts/slideLayout10.xml" Id="R3b131e537c044f34" /><Relationship Type="http://schemas.openxmlformats.org/officeDocument/2006/relationships/slideLayout" Target="/ppt/slideLayouts/slideLayout11.xml" Id="R41b967c69e25484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6d4778bf6c34a82" /><Relationship Type="http://schemas.openxmlformats.org/officeDocument/2006/relationships/slideLayout" Target="/ppt/slideLayouts/slideLayout12.xml" Id="R72723e638dc94729" /><Relationship Type="http://schemas.openxmlformats.org/officeDocument/2006/relationships/slideLayout" Target="/ppt/slideLayouts/slideLayout13.xml" Id="R90bb317b10a14d23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7c0070d4c6c74410" /><Relationship Type="http://schemas.openxmlformats.org/officeDocument/2006/relationships/slideLayout" Target="/ppt/slideLayouts/slideLayout14.xml" Id="Rf1c3a27c71b84c20" /><Relationship Type="http://schemas.openxmlformats.org/officeDocument/2006/relationships/slideLayout" Target="/ppt/slideLayouts/slideLayout15.xml" Id="Rfead1819128b420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855161e1cb4cfd"/>
    <p:sldLayoutId xmlns:r="http://schemas.openxmlformats.org/officeDocument/2006/relationships" id="2147483650" r:id="R437cf663d7464773"/>
    <p:sldLayoutId xmlns:r="http://schemas.openxmlformats.org/officeDocument/2006/relationships" id="2147483651" r:id="R7664897c8e924843"/>
    <p:sldLayoutId xmlns:r="http://schemas.openxmlformats.org/officeDocument/2006/relationships" id="2147483652" r:id="R400a7cc4edd840a1"/>
    <p:sldLayoutId xmlns:r="http://schemas.openxmlformats.org/officeDocument/2006/relationships" id="2147483653" r:id="R99ab399eeabf44c0"/>
    <p:sldLayoutId xmlns:r="http://schemas.openxmlformats.org/officeDocument/2006/relationships" id="2147483654" r:id="R99215a73bc1445ad"/>
    <p:sldLayoutId xmlns:r="http://schemas.openxmlformats.org/officeDocument/2006/relationships" id="2147483655" r:id="R801a232e7a2042e9"/>
    <p:sldLayoutId xmlns:r="http://schemas.openxmlformats.org/officeDocument/2006/relationships" id="2147483656" r:id="Re416de41a7a34f6f"/>
    <p:sldLayoutId xmlns:r="http://schemas.openxmlformats.org/officeDocument/2006/relationships" id="2147483657" r:id="R40ef59c23cd14993"/>
    <p:sldLayoutId xmlns:r="http://schemas.openxmlformats.org/officeDocument/2006/relationships" id="2147483658" r:id="R3b131e537c044f34"/>
    <p:sldLayoutId xmlns:r="http://schemas.openxmlformats.org/officeDocument/2006/relationships" id="2147483659" r:id="R41b967c69e2548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2723e638dc94729"/>
    <p:sldLayoutId xmlns:r="http://schemas.openxmlformats.org/officeDocument/2006/relationships" id="2147483662" r:id="R90bb317b10a14d23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f1c3a27c71b84c20"/>
    <p:sldLayoutId xmlns:r="http://schemas.openxmlformats.org/officeDocument/2006/relationships" id="2147483665" r:id="Rfead1819128b420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0d7ebd40b88419b" /><Relationship Type="http://schemas.openxmlformats.org/officeDocument/2006/relationships/image" Target="/ppt/media/image6.png" Id="R3358d95876a841f3" /><Relationship Type="http://schemas.openxmlformats.org/officeDocument/2006/relationships/notesSlide" Target="/ppt/notesSlides/notesSlide1.xml" Id="R14bf35a8c484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08ab78dfe27447f" /><Relationship Type="http://schemas.openxmlformats.org/officeDocument/2006/relationships/image" Target="/ppt/media/image6.png" Id="Rc0e073ca1a1c42ad" /><Relationship Type="http://schemas.openxmlformats.org/officeDocument/2006/relationships/notesSlide" Target="/ppt/notesSlides/notesSlide2.xml" Id="Rda514db081674d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b5e97ef4324d04" /><Relationship Type="http://schemas.openxmlformats.org/officeDocument/2006/relationships/image" Target="/ppt/media/image6.png" Id="Rd8db7db7314b4636" /><Relationship Type="http://schemas.openxmlformats.org/officeDocument/2006/relationships/notesSlide" Target="/ppt/notesSlides/notesSlide3.xml" Id="R30790c43cc0d4d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dbd56cc4a44141" /><Relationship Type="http://schemas.openxmlformats.org/officeDocument/2006/relationships/image" Target="/ppt/media/image6.png" Id="Rd10d6c84b5a44ae5" /><Relationship Type="http://schemas.openxmlformats.org/officeDocument/2006/relationships/notesSlide" Target="/ppt/notesSlides/notesSlide4.xml" Id="Rc633c23bb72d4ce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8d95876a8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073ca1a1c42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b7db7314b46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d6c84b5a4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2026-09-08T15:59:46.4070000Z</dcterms:created>
  <dcterms:modified xsi:type="dcterms:W3CDTF">2026-09-08T15:59:46.4070000Z</dcterms:modified>
</coreProperties>
</file>