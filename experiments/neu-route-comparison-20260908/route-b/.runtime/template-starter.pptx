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87028dfe864438" /><Relationship Type="http://schemas.openxmlformats.org/officeDocument/2006/relationships/extended-properties" Target="/docProps/app.xml" Id="Ra41591202ed14e6e" /><Relationship Type="http://schemas.openxmlformats.org/officeDocument/2006/relationships/officeDocument" Target="/ppt/presentation.xml" Id="R428b1df125514c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fa2610b1347d7"/>
    <p:sldMasterId xmlns:r="http://schemas.openxmlformats.org/officeDocument/2006/relationships" id="2147483660" r:id="R52744d40152a4fe1"/>
    <p:sldMasterId xmlns:r="http://schemas.openxmlformats.org/officeDocument/2006/relationships" id="2147483663" r:id="R9db4571bf4c0499a"/>
  </p:sldMasterIdLst>
  <p:notesMasterIdLst>
    <p:notesMasterId xmlns:r="http://schemas.openxmlformats.org/officeDocument/2006/relationships" r:id="Rd50feafca1bb437f"/>
  </p:notesMasterIdLst>
  <p:sldIdLst>
    <p:sldId xmlns:r="http://schemas.openxmlformats.org/officeDocument/2006/relationships" id="256" r:id="R99c29d0a1a6744e9"/>
    <p:sldId xmlns:r="http://schemas.openxmlformats.org/officeDocument/2006/relationships" id="257" r:id="Rcfc48bae77e24d3b"/>
    <p:sldId xmlns:r="http://schemas.openxmlformats.org/officeDocument/2006/relationships" id="258" r:id="R9bac099c9797479a"/>
    <p:sldId xmlns:r="http://schemas.openxmlformats.org/officeDocument/2006/relationships" id="259" r:id="Rfd9c9e1d816f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eeff03df1f4738" /><Relationship Type="http://schemas.openxmlformats.org/officeDocument/2006/relationships/slideMaster" Target="/ppt/slideMasters/slideMaster1.xml" Id="R3a2fa2610b1347d7" /><Relationship Type="http://schemas.openxmlformats.org/officeDocument/2006/relationships/slideMaster" Target="/ppt/slideMasters/slideMaster2.xml" Id="R52744d40152a4fe1" /><Relationship Type="http://schemas.openxmlformats.org/officeDocument/2006/relationships/slideMaster" Target="/ppt/slideMasters/slideMaster3.xml" Id="R9db4571bf4c0499a" /><Relationship Type="http://schemas.openxmlformats.org/officeDocument/2006/relationships/notesMaster" Target="/ppt/notesMasters/notesMaster1.xml" Id="Rd50feafca1bb437f" /><Relationship Type="http://schemas.openxmlformats.org/officeDocument/2006/relationships/presProps" Target="/ppt/presProps.xml" Id="R6fa5ce6447d54a5a" /><Relationship Type="http://schemas.openxmlformats.org/officeDocument/2006/relationships/viewProps" Target="/ppt/viewProps.xml" Id="R968220dbc121499e" /><Relationship Type="http://schemas.openxmlformats.org/officeDocument/2006/relationships/tableStyles" Target="/ppt/tableStyles.xml" Id="Rcf3862c9cc1f4e50" /><Relationship Type="http://schemas.openxmlformats.org/officeDocument/2006/relationships/slide" Target="/ppt/slides/slide1.xml" Id="R99c29d0a1a6744e9" /><Relationship Type="http://schemas.openxmlformats.org/officeDocument/2006/relationships/slide" Target="/ppt/slides/slide2.xml" Id="Rcfc48bae77e24d3b" /><Relationship Type="http://schemas.openxmlformats.org/officeDocument/2006/relationships/slide" Target="/ppt/slides/slide3.xml" Id="R9bac099c9797479a" /><Relationship Type="http://schemas.openxmlformats.org/officeDocument/2006/relationships/slide" Target="/ppt/slides/slide4.xml" Id="Rfd9c9e1d816f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802f3fed80446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91812e39d4df7" /><Relationship Type="http://schemas.openxmlformats.org/officeDocument/2006/relationships/notesMaster" Target="/ppt/notesMasters/notesMaster1.xml" Id="Rd2f0200857be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80e8aebe254275" /><Relationship Type="http://schemas.openxmlformats.org/officeDocument/2006/relationships/notesMaster" Target="/ppt/notesMasters/notesMaster1.xml" Id="R53b52e015be0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527cfdaf154397" /><Relationship Type="http://schemas.openxmlformats.org/officeDocument/2006/relationships/notesMaster" Target="/ppt/notesMasters/notesMaster1.xml" Id="Ra26a792581ec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5cab43a274612" /><Relationship Type="http://schemas.openxmlformats.org/officeDocument/2006/relationships/notesMaster" Target="/ppt/notesMasters/notesMaster1.xml" Id="R3ccd3e5752b0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49aa90d814e8d" /><Relationship Type="http://schemas.openxmlformats.org/officeDocument/2006/relationships/image" Target="/ppt/media/image.jpeg" Id="Rfcd1f9d85d7c4c53" /><Relationship Type="http://schemas.openxmlformats.org/officeDocument/2006/relationships/image" Target="/ppt/media/image.png" Id="R326c28d122884473" /><Relationship Type="http://schemas.openxmlformats.org/officeDocument/2006/relationships/image" Target="/ppt/media/image2.png" Id="Rdce5c723960942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fdebade5548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ff95b83f54401" /><Relationship Type="http://schemas.openxmlformats.org/officeDocument/2006/relationships/image" Target="/ppt/media/image3.png" Id="Rc2a8b912c81e48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f71e2505d46e7" /><Relationship Type="http://schemas.openxmlformats.org/officeDocument/2006/relationships/image" Target="/ppt/media/image4.png" Id="R8354793f27d54c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92c46998646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d7e0077d14f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4c6b096394e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fa21ce6f446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f5ca06b51438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96877767a4c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2585054224c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dfd515a3c845ae" /><Relationship Type="http://schemas.openxmlformats.org/officeDocument/2006/relationships/image" Target="/ppt/media/image5.png" Id="R984d971f2c9647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cc931a819f4d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7e22fa5a6842fa" /><Relationship Type="http://schemas.openxmlformats.org/officeDocument/2006/relationships/image" Target="/ppt/media/image5.png" Id="Re0cee60d9c59473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141338aa81406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1f9d85d7c4c5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c28d12288447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5c7239609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b912c81e48e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4793f27d54c2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971f2c96477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ee60d9c59473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b45e0474e444e" /><Relationship Type="http://schemas.openxmlformats.org/officeDocument/2006/relationships/slideLayout" Target="/ppt/slideLayouts/slideLayout1.xml" Id="Rda0cb912d48a45d9" /><Relationship Type="http://schemas.openxmlformats.org/officeDocument/2006/relationships/slideLayout" Target="/ppt/slideLayouts/slideLayout2.xml" Id="Ra6bd17a942e742fd" /><Relationship Type="http://schemas.openxmlformats.org/officeDocument/2006/relationships/slideLayout" Target="/ppt/slideLayouts/slideLayout3.xml" Id="R3cc7f0a2b61644b8" /><Relationship Type="http://schemas.openxmlformats.org/officeDocument/2006/relationships/slideLayout" Target="/ppt/slideLayouts/slideLayout4.xml" Id="R13d82a336d9f4c50" /><Relationship Type="http://schemas.openxmlformats.org/officeDocument/2006/relationships/slideLayout" Target="/ppt/slideLayouts/slideLayout5.xml" Id="R16a55ca136624884" /><Relationship Type="http://schemas.openxmlformats.org/officeDocument/2006/relationships/slideLayout" Target="/ppt/slideLayouts/slideLayout6.xml" Id="R9f37894b4ecf4f13" /><Relationship Type="http://schemas.openxmlformats.org/officeDocument/2006/relationships/slideLayout" Target="/ppt/slideLayouts/slideLayout7.xml" Id="R1e952cf0bcc74f16" /><Relationship Type="http://schemas.openxmlformats.org/officeDocument/2006/relationships/slideLayout" Target="/ppt/slideLayouts/slideLayout8.xml" Id="R2e3dc568f00c4a33" /><Relationship Type="http://schemas.openxmlformats.org/officeDocument/2006/relationships/slideLayout" Target="/ppt/slideLayouts/slideLayout9.xml" Id="Rcf0a5b188274480c" /><Relationship Type="http://schemas.openxmlformats.org/officeDocument/2006/relationships/slideLayout" Target="/ppt/slideLayouts/slideLayout10.xml" Id="R4601a73f4f5346d5" /><Relationship Type="http://schemas.openxmlformats.org/officeDocument/2006/relationships/slideLayout" Target="/ppt/slideLayouts/slideLayout11.xml" Id="R45b86579653245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bfb9b122dab4cf2" /><Relationship Type="http://schemas.openxmlformats.org/officeDocument/2006/relationships/slideLayout" Target="/ppt/slideLayouts/slideLayout12.xml" Id="Rd67174c49ace4570" /><Relationship Type="http://schemas.openxmlformats.org/officeDocument/2006/relationships/slideLayout" Target="/ppt/slideLayouts/slideLayout13.xml" Id="Ra637bee01c9b4a7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c7a436062a348b8" /><Relationship Type="http://schemas.openxmlformats.org/officeDocument/2006/relationships/slideLayout" Target="/ppt/slideLayouts/slideLayout14.xml" Id="R155e856217fe41a8" /><Relationship Type="http://schemas.openxmlformats.org/officeDocument/2006/relationships/slideLayout" Target="/ppt/slideLayouts/slideLayout15.xml" Id="Rab2226909dc643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cb912d48a45d9"/>
    <p:sldLayoutId xmlns:r="http://schemas.openxmlformats.org/officeDocument/2006/relationships" id="2147483650" r:id="Ra6bd17a942e742fd"/>
    <p:sldLayoutId xmlns:r="http://schemas.openxmlformats.org/officeDocument/2006/relationships" id="2147483651" r:id="R3cc7f0a2b61644b8"/>
    <p:sldLayoutId xmlns:r="http://schemas.openxmlformats.org/officeDocument/2006/relationships" id="2147483652" r:id="R13d82a336d9f4c50"/>
    <p:sldLayoutId xmlns:r="http://schemas.openxmlformats.org/officeDocument/2006/relationships" id="2147483653" r:id="R16a55ca136624884"/>
    <p:sldLayoutId xmlns:r="http://schemas.openxmlformats.org/officeDocument/2006/relationships" id="2147483654" r:id="R9f37894b4ecf4f13"/>
    <p:sldLayoutId xmlns:r="http://schemas.openxmlformats.org/officeDocument/2006/relationships" id="2147483655" r:id="R1e952cf0bcc74f16"/>
    <p:sldLayoutId xmlns:r="http://schemas.openxmlformats.org/officeDocument/2006/relationships" id="2147483656" r:id="R2e3dc568f00c4a33"/>
    <p:sldLayoutId xmlns:r="http://schemas.openxmlformats.org/officeDocument/2006/relationships" id="2147483657" r:id="Rcf0a5b188274480c"/>
    <p:sldLayoutId xmlns:r="http://schemas.openxmlformats.org/officeDocument/2006/relationships" id="2147483658" r:id="R4601a73f4f5346d5"/>
    <p:sldLayoutId xmlns:r="http://schemas.openxmlformats.org/officeDocument/2006/relationships" id="2147483659" r:id="R45b86579653245c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67174c49ace4570"/>
    <p:sldLayoutId xmlns:r="http://schemas.openxmlformats.org/officeDocument/2006/relationships" id="2147483662" r:id="Ra637bee01c9b4a7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55e856217fe41a8"/>
    <p:sldLayoutId xmlns:r="http://schemas.openxmlformats.org/officeDocument/2006/relationships" id="2147483665" r:id="Rab2226909dc643f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3b507524344e21" /><Relationship Type="http://schemas.openxmlformats.org/officeDocument/2006/relationships/image" Target="/ppt/media/image6.png" Id="R2d175b24e54c44c9" /><Relationship Type="http://schemas.openxmlformats.org/officeDocument/2006/relationships/notesSlide" Target="/ppt/notesSlides/notesSlide1.xml" Id="R47e313949703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a369cc06f04f51" /><Relationship Type="http://schemas.openxmlformats.org/officeDocument/2006/relationships/image" Target="/ppt/media/image6.png" Id="R677ee8cb89d24580" /><Relationship Type="http://schemas.openxmlformats.org/officeDocument/2006/relationships/notesSlide" Target="/ppt/notesSlides/notesSlide2.xml" Id="R7ae6796a05814e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a52c5b20924ab4" /><Relationship Type="http://schemas.openxmlformats.org/officeDocument/2006/relationships/image" Target="/ppt/media/image6.png" Id="Rb70e892838914992" /><Relationship Type="http://schemas.openxmlformats.org/officeDocument/2006/relationships/notesSlide" Target="/ppt/notesSlides/notesSlide3.xml" Id="Rd8dab4c195f5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97624d860745f0" /><Relationship Type="http://schemas.openxmlformats.org/officeDocument/2006/relationships/image" Target="/ppt/media/image6.png" Id="R1bf35c17c0794cf6" /><Relationship Type="http://schemas.openxmlformats.org/officeDocument/2006/relationships/notesSlide" Target="/ppt/notesSlides/notesSlide4.xml" Id="Re6c6606739ea43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75b24e54c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ee8cb89d245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e8928389149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35c17c079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2026-09-08T15:56:55.2930000Z</dcterms:created>
  <dcterms:modified xsi:type="dcterms:W3CDTF">2026-09-08T15:56:55.2930000Z</dcterms:modified>
</coreProperties>
</file>