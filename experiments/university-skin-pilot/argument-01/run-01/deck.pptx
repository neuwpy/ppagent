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05476fedc041f6" /><Relationship Type="http://schemas.openxmlformats.org/officeDocument/2006/relationships/extended-properties" Target="/docProps/app.xml" Id="Rc94909fcd8f74260" /><Relationship Type="http://schemas.openxmlformats.org/officeDocument/2006/relationships/officeDocument" Target="/ppt/presentation.xml" Id="R2b1010fda6bf45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f88f57ffd747ad"/>
  </p:sldMasterIdLst>
  <p:notesMasterIdLst>
    <p:notesMasterId xmlns:r="http://schemas.openxmlformats.org/officeDocument/2006/relationships" r:id="R99f96b8993064b43"/>
  </p:notesMasterIdLst>
  <p:sldIdLst>
    <p:sldId xmlns:r="http://schemas.openxmlformats.org/officeDocument/2006/relationships" id="256" r:id="Re928d0b395744069"/>
    <p:sldId xmlns:r="http://schemas.openxmlformats.org/officeDocument/2006/relationships" id="257" r:id="Rc839f6ec213d43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c473287bda45e2" /><Relationship Type="http://schemas.openxmlformats.org/officeDocument/2006/relationships/slideMaster" Target="/ppt/slideMasters/slideMaster1.xml" Id="Rdbf88f57ffd747ad" /><Relationship Type="http://schemas.openxmlformats.org/officeDocument/2006/relationships/notesMaster" Target="/ppt/notesMasters/notesMaster1.xml" Id="R99f96b8993064b43" /><Relationship Type="http://schemas.openxmlformats.org/officeDocument/2006/relationships/presProps" Target="/ppt/presProps.xml" Id="R4b8258e141f44c49" /><Relationship Type="http://schemas.openxmlformats.org/officeDocument/2006/relationships/tableStyles" Target="/ppt/tableStyles.xml" Id="Rf1d586e3765f4ea6" /><Relationship Type="http://schemas.openxmlformats.org/officeDocument/2006/relationships/slide" Target="/ppt/slides/slide1.xml" Id="Re928d0b395744069" /><Relationship Type="http://schemas.openxmlformats.org/officeDocument/2006/relationships/slide" Target="/ppt/slides/slide2.xml" Id="Rc839f6ec213d43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3a585f88cb46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eb0602ef8244c8" /><Relationship Type="http://schemas.openxmlformats.org/officeDocument/2006/relationships/notesMaster" Target="/ppt/notesMasters/notesMaster1.xml" Id="R15dd4570e75540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39388172ea4975" /><Relationship Type="http://schemas.openxmlformats.org/officeDocument/2006/relationships/notesMaster" Target="/ppt/notesMasters/notesMaster1.xml" Id="R2e88b84e23924c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虚构测试数据与方案（稿件提供，非外部来源）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虚构测试数据与方案（稿件提供，非外部来源）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4fb41e3d6e47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9d321c75f742ab" /><Relationship Type="http://schemas.openxmlformats.org/officeDocument/2006/relationships/slideLayout" Target="/ppt/slideLayouts/slideLayout1.xml" Id="R1e803971bab149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803971bab149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05dc820a94e06" /><Relationship Type="http://schemas.openxmlformats.org/officeDocument/2006/relationships/notesSlide" Target="/ppt/notesSlides/notesSlide1.xml" Id="R893a323834e749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a8bd573db4f7c" /><Relationship Type="http://schemas.openxmlformats.org/officeDocument/2006/relationships/notesSlide" Target="/ppt/notesSlides/notesSlide2.xml" Id="R28f85b6d9f6047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8F5A186-CDF1-4AB4-820E-CD0D4263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411AB-C65A-4C7C-B274-670180E0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阶段复盘｜定量证据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2EB55-A41E-492C-BBAA-0FBAD866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试点批次平均少 1.8 个工作日，但差异不能归因于试点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452F4-7960-481B-AA2A-E5B4CB66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D2AE4-B2F6-41FB-8516-CD7542DC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平均完成时间（工作日）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29156-EBD2-4F78-A818-11B741D1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57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同一阶段、同一坐标；每批 120 件已结案申请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8EC8C-815D-4AA0-9427-6417F4B0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09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AC35E-B81D-42FB-AEA2-B6CB0597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3620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受理分流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A09B5-BFD9-4494-9609-0B1EE4AE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09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0C69F-83E5-493C-ADE1-6A2A6517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3620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材料核对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07296-DE32-4669-B99C-A0BE6F79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09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0B470-FBD0-4A7E-8513-64F28A84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62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教师处理及等待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4E54B-0FAA-425B-B896-030F9A21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人工批次</a:t>
            </a:r>
          </a:p>
        </p:txBody>
      </p:sp>
      <p:sp>
        <p:nvSpPr>
          <p:cNvPr id="14" name="人工批次-stage-1">
            <a:extLst xmlns:a="http://schemas.openxmlformats.org/drawingml/2006/main">
              <a:ext uri="{FF2B5EF4-FFF2-40B4-BE49-F238E27FC236}">
                <a16:creationId xmlns:a16="http://schemas.microsoft.com/office/drawing/2014/main" id="{C44A3222-0C66-4280-8A97-5832FE23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90750"/>
            <a:ext cx="8534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27D1A8-CBD5-4828-A4D5-F3F06BF3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14575"/>
            <a:ext cx="8534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0.8</a:t>
            </a:r>
          </a:p>
        </p:txBody>
      </p:sp>
      <p:sp>
        <p:nvSpPr>
          <p:cNvPr id="16" name="人工批次-stage-2">
            <a:extLst xmlns:a="http://schemas.openxmlformats.org/drawingml/2006/main">
              <a:ext uri="{FF2B5EF4-FFF2-40B4-BE49-F238E27FC236}">
                <a16:creationId xmlns:a16="http://schemas.microsoft.com/office/drawing/2014/main" id="{FE0E454D-3A39-4A51-8CD4-91305211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940" y="2190750"/>
            <a:ext cx="17068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0E90E6-4ABF-45D4-9526-0283BA55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940" y="2314575"/>
            <a:ext cx="1706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1.6</a:t>
            </a:r>
          </a:p>
        </p:txBody>
      </p:sp>
      <p:sp>
        <p:nvSpPr>
          <p:cNvPr id="18" name="人工批次-stage-3">
            <a:extLst xmlns:a="http://schemas.openxmlformats.org/drawingml/2006/main">
              <a:ext uri="{FF2B5EF4-FFF2-40B4-BE49-F238E27FC236}">
                <a16:creationId xmlns:a16="http://schemas.microsoft.com/office/drawing/2014/main" id="{25E9526E-79CE-45F6-8A15-7270C919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2190750"/>
            <a:ext cx="27736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BACA4D-5C0B-4C3C-8036-06D7AC4F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2314575"/>
            <a:ext cx="27736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CC35B9-1E97-4B5E-A3F1-AD27E51D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860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5.0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56BC8D-C364-438D-927E-08155322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试点批次</a:t>
            </a:r>
          </a:p>
        </p:txBody>
      </p:sp>
      <p:sp>
        <p:nvSpPr>
          <p:cNvPr id="22" name="试点批次-stage-1">
            <a:extLst xmlns:a="http://schemas.openxmlformats.org/drawingml/2006/main">
              <a:ext uri="{FF2B5EF4-FFF2-40B4-BE49-F238E27FC236}">
                <a16:creationId xmlns:a16="http://schemas.microsoft.com/office/drawing/2014/main" id="{3AFAEFCF-60EF-4C8F-81D5-00F30D4E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0"/>
            <a:ext cx="640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F64C46-A40F-4FF3-871F-6EA89444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76575"/>
            <a:ext cx="640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0.6</a:t>
            </a:r>
          </a:p>
        </p:txBody>
      </p:sp>
      <p:sp>
        <p:nvSpPr>
          <p:cNvPr id="24" name="试点批次-stage-2">
            <a:extLst xmlns:a="http://schemas.openxmlformats.org/drawingml/2006/main">
              <a:ext uri="{FF2B5EF4-FFF2-40B4-BE49-F238E27FC236}">
                <a16:creationId xmlns:a16="http://schemas.microsoft.com/office/drawing/2014/main" id="{713E35B2-6031-47E1-9918-EF8B3D9E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80" y="2952750"/>
            <a:ext cx="1066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202A5C-D545-4E6C-9EA2-311C5723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80" y="30765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1.0</a:t>
            </a:r>
          </a:p>
        </p:txBody>
      </p:sp>
      <p:sp>
        <p:nvSpPr>
          <p:cNvPr id="26" name="试点批次-stage-3">
            <a:extLst xmlns:a="http://schemas.openxmlformats.org/drawingml/2006/main">
              <a:ext uri="{FF2B5EF4-FFF2-40B4-BE49-F238E27FC236}">
                <a16:creationId xmlns:a16="http://schemas.microsoft.com/office/drawing/2014/main" id="{155DB6E5-BCF3-417E-AF6A-1E0CCF8E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380" y="2952750"/>
            <a:ext cx="17068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DA40D2-56DA-4F97-980B-D4B3E60D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380" y="3076575"/>
            <a:ext cx="1706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C1C4D5-D528-471F-80D5-1B69FDB2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480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3.2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742526-B018-48E3-A847-69E93912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528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710B3F-40C6-4AC8-BD58-BC3C1973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95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2FFB0D-7D6D-4BED-9C54-5305F2FD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8481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C26035-38C4-48C4-84D8-8063172E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14750"/>
            <a:ext cx="95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FE08AE-7267-45CF-ADB0-AC370130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481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532A08-5E98-4790-9664-6DB26B31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14750"/>
            <a:ext cx="95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172300-B59C-4675-9C39-A6D96176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481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F225E8-FB04-440A-A3EF-48213C75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14750"/>
            <a:ext cx="95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204891-20FB-4F93-99AC-3748AD9C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481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0CB252-8729-4E9D-A058-D8168DFB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14750"/>
            <a:ext cx="95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973B48-B019-4046-9EA7-D832E472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481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E23917-E231-40E7-8F7B-E47883E8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95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A580A5-99EC-489C-96E8-242A303B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481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2225A1-2122-47A5-943E-FBC973FC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48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工作日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6EB611-836E-4163-BFE1-2718C085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67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85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59E8"/>
                </a:solidFill>
                <a:latin typeface="Microsoft YaHei"/>
                <a:ea typeface="Microsoft YaHei"/>
                <a:cs typeface="Microsoft YaHei"/>
              </a:rPr>
              <a:t>差异 = 1.8 天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281F60-DA51-42FA-A5D1-72780DE3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33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差异落点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F06F39-849D-428F-BB20-7146CC7D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288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97B646-5230-45E6-ACEE-93D7BE4E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85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859E8"/>
                </a:solidFill>
                <a:latin typeface="Microsoft YaHei"/>
                <a:ea typeface="Microsoft YaHei"/>
                <a:cs typeface="Microsoft YaHei"/>
              </a:rPr>
              <a:t>整体差 1.8 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7A9415-E8FD-464D-9A3B-9C92910E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3360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5.0 → 3.2；这是两批已结案记录的平均差异。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CAE95B-A4C5-4343-825D-B745386A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E5A4D4-92E5-4B23-BD48-C10987EC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146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B70"/>
                </a:solidFill>
                <a:latin typeface="Microsoft YaHei"/>
                <a:ea typeface="Microsoft YaHei"/>
                <a:cs typeface="Microsoft YaHei"/>
              </a:rPr>
              <a:t>最大阶段差异为 1.0 天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9732D9-9284-4B78-A633-500847F4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教师处理及等待从 2.6 降到 1.6 天，约占总差异 56%。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C90A36-3F21-4898-87E2-072A7A8B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7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9628AA-2F86-4279-8300-F86967AF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195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试点批次仍以教师环节为主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7DD131-5671-44FA-AE34-ABBC31AE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1.6 天占试点总用时 50%；合并记录不能拆出实际处理与排队。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B469767-C6A1-419A-8BEF-AAF962E0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102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7D3254F-CAB6-4F26-9C74-6ABAA0AA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0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比较边界｜两批来自不同月份；事项难度与人员负荷未控制、未随机分组，时间差异不等于试点因果效果。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6D90C6C-A5D9-460E-961E-B4CC52E3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008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来源：虚构测试数据与方案｜均值按三个不重叠阶段相加</a:t>
            </a:r>
          </a:p>
        </p:txBody>
      </p:sp>
    </p:spTree>
    <p:extLst>
      <p:ext uri="{BB962C8B-B14F-4D97-AF65-F5344CB8AC3E}">
        <p14:creationId xmlns:p14="http://schemas.microsoft.com/office/powerpoint/2010/main" val="15476867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BD3A47-DEB7-4C1F-9AB9-A0300037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723FC-1214-4482-AF33-4566DABC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下一轮安排｜流程与边界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8F4F8-8E55-46FF-914E-DF577C79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下一轮先验证“能不能执行”，再判断是否值得缩短时间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AF924-5715-41C3-AAF1-ABD975BE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BF48D-BE83-45AF-8F78-9575ACEE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6205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四周、仅限常规申请；超授权或非常规事项暂停流转，由负责人指定处理人</a:t>
            </a:r>
          </a:p>
        </p:txBody>
      </p:sp>
      <p:sp>
        <p:nvSpPr>
          <p:cNvPr id="6" name="flow-bank">
            <a:extLst xmlns:a="http://schemas.openxmlformats.org/drawingml/2006/main">
              <a:ext uri="{FF2B5EF4-FFF2-40B4-BE49-F238E27FC236}">
                <a16:creationId xmlns:a16="http://schemas.microsoft.com/office/drawing/2014/main" id="{E554AA76-F395-4846-904E-073B8A7B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90" y="2118150"/>
            <a:ext cx="10401462" cy="3886905"/>
          </a:xfrm>
          <a:custGeom xmlns:a="http://schemas.openxmlformats.org/drawingml/2006/main">
            <a:pathLst>
              <a:path w="10401462" h="3886905">
                <a:moveTo>
                  <a:pt x="0" y="3731152"/>
                </a:moveTo>
                <a:lnTo>
                  <a:pt x="94564" y="3755917"/>
                </a:lnTo>
                <a:lnTo>
                  <a:pt x="189119" y="3780682"/>
                </a:lnTo>
                <a:lnTo>
                  <a:pt x="283683" y="3805447"/>
                </a:lnTo>
                <a:lnTo>
                  <a:pt x="378247" y="3830212"/>
                </a:lnTo>
                <a:lnTo>
                  <a:pt x="473754" y="3849624"/>
                </a:lnTo>
                <a:lnTo>
                  <a:pt x="571062" y="3858949"/>
                </a:lnTo>
                <a:lnTo>
                  <a:pt x="668369" y="3868264"/>
                </a:lnTo>
                <a:lnTo>
                  <a:pt x="765677" y="3877589"/>
                </a:lnTo>
                <a:lnTo>
                  <a:pt x="862984" y="3886905"/>
                </a:lnTo>
                <a:lnTo>
                  <a:pt x="960520" y="3881438"/>
                </a:lnTo>
                <a:lnTo>
                  <a:pt x="1058075" y="3875208"/>
                </a:lnTo>
                <a:lnTo>
                  <a:pt x="1155630" y="3868979"/>
                </a:lnTo>
                <a:lnTo>
                  <a:pt x="1253185" y="3862759"/>
                </a:lnTo>
                <a:lnTo>
                  <a:pt x="1349054" y="3844547"/>
                </a:lnTo>
                <a:lnTo>
                  <a:pt x="1444562" y="3823735"/>
                </a:lnTo>
                <a:lnTo>
                  <a:pt x="1540078" y="3802913"/>
                </a:lnTo>
                <a:lnTo>
                  <a:pt x="1635585" y="3782101"/>
                </a:lnTo>
                <a:lnTo>
                  <a:pt x="1728083" y="3750650"/>
                </a:lnTo>
                <a:lnTo>
                  <a:pt x="1820370" y="3718417"/>
                </a:lnTo>
                <a:lnTo>
                  <a:pt x="1912649" y="3686175"/>
                </a:lnTo>
                <a:lnTo>
                  <a:pt x="2004012" y="3651647"/>
                </a:lnTo>
                <a:lnTo>
                  <a:pt x="2092823" y="3610823"/>
                </a:lnTo>
                <a:lnTo>
                  <a:pt x="2181644" y="3569999"/>
                </a:lnTo>
                <a:lnTo>
                  <a:pt x="2270465" y="3529174"/>
                </a:lnTo>
                <a:lnTo>
                  <a:pt x="2357180" y="3484112"/>
                </a:lnTo>
                <a:lnTo>
                  <a:pt x="2443410" y="3438077"/>
                </a:lnTo>
                <a:lnTo>
                  <a:pt x="2529650" y="3392053"/>
                </a:lnTo>
                <a:lnTo>
                  <a:pt x="2615060" y="3344532"/>
                </a:lnTo>
                <a:lnTo>
                  <a:pt x="2699785" y="3295774"/>
                </a:lnTo>
                <a:lnTo>
                  <a:pt x="2784500" y="3247015"/>
                </a:lnTo>
                <a:lnTo>
                  <a:pt x="2869225" y="3198257"/>
                </a:lnTo>
                <a:lnTo>
                  <a:pt x="2953960" y="3149517"/>
                </a:lnTo>
                <a:lnTo>
                  <a:pt x="3038694" y="3100788"/>
                </a:lnTo>
                <a:lnTo>
                  <a:pt x="3124000" y="3053067"/>
                </a:lnTo>
                <a:lnTo>
                  <a:pt x="3210058" y="3006700"/>
                </a:lnTo>
                <a:lnTo>
                  <a:pt x="3296107" y="2960341"/>
                </a:lnTo>
                <a:lnTo>
                  <a:pt x="3383537" y="2916698"/>
                </a:lnTo>
                <a:lnTo>
                  <a:pt x="3471986" y="2875074"/>
                </a:lnTo>
                <a:lnTo>
                  <a:pt x="3560435" y="2833449"/>
                </a:lnTo>
                <a:lnTo>
                  <a:pt x="3651409" y="2797807"/>
                </a:lnTo>
                <a:lnTo>
                  <a:pt x="3742906" y="2763403"/>
                </a:lnTo>
                <a:lnTo>
                  <a:pt x="3834832" y="2730351"/>
                </a:lnTo>
                <a:lnTo>
                  <a:pt x="3929367" y="2705481"/>
                </a:lnTo>
                <a:lnTo>
                  <a:pt x="4023893" y="2680602"/>
                </a:lnTo>
                <a:lnTo>
                  <a:pt x="4119467" y="2660894"/>
                </a:lnTo>
                <a:lnTo>
                  <a:pt x="4216260" y="2647207"/>
                </a:lnTo>
                <a:lnTo>
                  <a:pt x="4313053" y="2633529"/>
                </a:lnTo>
                <a:lnTo>
                  <a:pt x="4410475" y="2627595"/>
                </a:lnTo>
                <a:lnTo>
                  <a:pt x="4508192" y="2625357"/>
                </a:lnTo>
                <a:lnTo>
                  <a:pt x="4605919" y="2623118"/>
                </a:lnTo>
                <a:lnTo>
                  <a:pt x="4703645" y="2620880"/>
                </a:lnTo>
                <a:lnTo>
                  <a:pt x="4800971" y="2612184"/>
                </a:lnTo>
                <a:lnTo>
                  <a:pt x="4898222" y="2602316"/>
                </a:lnTo>
                <a:lnTo>
                  <a:pt x="4995472" y="2592448"/>
                </a:lnTo>
                <a:lnTo>
                  <a:pt x="5092732" y="2582580"/>
                </a:lnTo>
                <a:lnTo>
                  <a:pt x="5189572" y="2570197"/>
                </a:lnTo>
                <a:lnTo>
                  <a:pt x="5284899" y="2548566"/>
                </a:lnTo>
                <a:lnTo>
                  <a:pt x="5380225" y="2526944"/>
                </a:lnTo>
                <a:lnTo>
                  <a:pt x="5475551" y="2505323"/>
                </a:lnTo>
                <a:lnTo>
                  <a:pt x="5570887" y="2483691"/>
                </a:lnTo>
                <a:lnTo>
                  <a:pt x="5663565" y="2452792"/>
                </a:lnTo>
                <a:lnTo>
                  <a:pt x="5755938" y="2420826"/>
                </a:lnTo>
                <a:lnTo>
                  <a:pt x="5848312" y="2388860"/>
                </a:lnTo>
                <a:lnTo>
                  <a:pt x="5940695" y="2356885"/>
                </a:lnTo>
                <a:lnTo>
                  <a:pt x="6030335" y="2318042"/>
                </a:lnTo>
                <a:lnTo>
                  <a:pt x="6119479" y="2277923"/>
                </a:lnTo>
                <a:lnTo>
                  <a:pt x="6208624" y="2237813"/>
                </a:lnTo>
                <a:lnTo>
                  <a:pt x="6297759" y="2197703"/>
                </a:lnTo>
                <a:lnTo>
                  <a:pt x="6384303" y="2152250"/>
                </a:lnTo>
                <a:lnTo>
                  <a:pt x="6470837" y="2106787"/>
                </a:lnTo>
                <a:lnTo>
                  <a:pt x="6557372" y="2061324"/>
                </a:lnTo>
                <a:lnTo>
                  <a:pt x="6643478" y="2015071"/>
                </a:lnTo>
                <a:lnTo>
                  <a:pt x="6728641" y="1967084"/>
                </a:lnTo>
                <a:lnTo>
                  <a:pt x="6813804" y="1919097"/>
                </a:lnTo>
                <a:lnTo>
                  <a:pt x="6898967" y="1871110"/>
                </a:lnTo>
                <a:lnTo>
                  <a:pt x="6984235" y="1823314"/>
                </a:lnTo>
                <a:lnTo>
                  <a:pt x="7069541" y="1775593"/>
                </a:lnTo>
                <a:lnTo>
                  <a:pt x="7154856" y="1727873"/>
                </a:lnTo>
                <a:lnTo>
                  <a:pt x="7240353" y="1680496"/>
                </a:lnTo>
                <a:lnTo>
                  <a:pt x="7327144" y="1635528"/>
                </a:lnTo>
                <a:lnTo>
                  <a:pt x="7413946" y="1590561"/>
                </a:lnTo>
                <a:lnTo>
                  <a:pt x="7500737" y="1545593"/>
                </a:lnTo>
                <a:lnTo>
                  <a:pt x="7588587" y="1502797"/>
                </a:lnTo>
                <a:lnTo>
                  <a:pt x="7677569" y="1462326"/>
                </a:lnTo>
                <a:lnTo>
                  <a:pt x="7766542" y="1421863"/>
                </a:lnTo>
                <a:lnTo>
                  <a:pt x="7855525" y="1381392"/>
                </a:lnTo>
                <a:lnTo>
                  <a:pt x="7946393" y="1345502"/>
                </a:lnTo>
                <a:lnTo>
                  <a:pt x="8038090" y="1311640"/>
                </a:lnTo>
                <a:lnTo>
                  <a:pt x="8129788" y="1277788"/>
                </a:lnTo>
                <a:lnTo>
                  <a:pt x="8221494" y="1243927"/>
                </a:lnTo>
                <a:lnTo>
                  <a:pt x="8314734" y="1214838"/>
                </a:lnTo>
                <a:lnTo>
                  <a:pt x="8408851" y="1188406"/>
                </a:lnTo>
                <a:lnTo>
                  <a:pt x="8502958" y="1161974"/>
                </a:lnTo>
                <a:lnTo>
                  <a:pt x="8597065" y="1135551"/>
                </a:lnTo>
                <a:lnTo>
                  <a:pt x="8691582" y="1110815"/>
                </a:lnTo>
                <a:lnTo>
                  <a:pt x="8787603" y="1092537"/>
                </a:lnTo>
                <a:lnTo>
                  <a:pt x="8883634" y="1074258"/>
                </a:lnTo>
                <a:lnTo>
                  <a:pt x="8979656" y="1055970"/>
                </a:lnTo>
                <a:lnTo>
                  <a:pt x="9075687" y="1037692"/>
                </a:lnTo>
                <a:lnTo>
                  <a:pt x="9172023" y="1021547"/>
                </a:lnTo>
                <a:lnTo>
                  <a:pt x="9269263" y="1011517"/>
                </a:lnTo>
                <a:lnTo>
                  <a:pt x="9366494" y="1001487"/>
                </a:lnTo>
                <a:lnTo>
                  <a:pt x="9463726" y="991457"/>
                </a:lnTo>
                <a:lnTo>
                  <a:pt x="9560966" y="981427"/>
                </a:lnTo>
                <a:lnTo>
                  <a:pt x="9658198" y="971398"/>
                </a:lnTo>
                <a:lnTo>
                  <a:pt x="9694174" y="1031986"/>
                </a:lnTo>
                <a:lnTo>
                  <a:pt x="9726282" y="1065895"/>
                </a:lnTo>
                <a:lnTo>
                  <a:pt x="9801301" y="1003230"/>
                </a:lnTo>
                <a:lnTo>
                  <a:pt x="9876320" y="940565"/>
                </a:lnTo>
                <a:lnTo>
                  <a:pt x="9951339" y="877891"/>
                </a:lnTo>
                <a:lnTo>
                  <a:pt x="10026367" y="815226"/>
                </a:lnTo>
                <a:lnTo>
                  <a:pt x="10101386" y="752561"/>
                </a:lnTo>
                <a:lnTo>
                  <a:pt x="10176405" y="689896"/>
                </a:lnTo>
                <a:lnTo>
                  <a:pt x="10251424" y="627221"/>
                </a:lnTo>
                <a:lnTo>
                  <a:pt x="10326443" y="564556"/>
                </a:lnTo>
                <a:lnTo>
                  <a:pt x="10401462" y="501891"/>
                </a:lnTo>
                <a:lnTo>
                  <a:pt x="10334596" y="445589"/>
                </a:lnTo>
                <a:lnTo>
                  <a:pt x="10254272" y="389887"/>
                </a:lnTo>
                <a:lnTo>
                  <a:pt x="10173938" y="334194"/>
                </a:lnTo>
                <a:lnTo>
                  <a:pt x="10093604" y="278492"/>
                </a:lnTo>
                <a:lnTo>
                  <a:pt x="10013280" y="222790"/>
                </a:lnTo>
                <a:lnTo>
                  <a:pt x="9932946" y="167097"/>
                </a:lnTo>
                <a:lnTo>
                  <a:pt x="9852622" y="111395"/>
                </a:lnTo>
                <a:lnTo>
                  <a:pt x="9772288" y="55702"/>
                </a:lnTo>
                <a:lnTo>
                  <a:pt x="9691954" y="0"/>
                </a:lnTo>
                <a:lnTo>
                  <a:pt x="9648587" y="11687"/>
                </a:lnTo>
                <a:lnTo>
                  <a:pt x="9633985" y="92821"/>
                </a:lnTo>
                <a:lnTo>
                  <a:pt x="9536449" y="99308"/>
                </a:lnTo>
                <a:lnTo>
                  <a:pt x="9438913" y="105785"/>
                </a:lnTo>
                <a:lnTo>
                  <a:pt x="9341377" y="112271"/>
                </a:lnTo>
                <a:lnTo>
                  <a:pt x="9243841" y="118748"/>
                </a:lnTo>
                <a:lnTo>
                  <a:pt x="9146305" y="125235"/>
                </a:lnTo>
                <a:lnTo>
                  <a:pt x="9048769" y="131712"/>
                </a:lnTo>
                <a:lnTo>
                  <a:pt x="8951919" y="144694"/>
                </a:lnTo>
                <a:lnTo>
                  <a:pt x="8855183" y="158706"/>
                </a:lnTo>
                <a:lnTo>
                  <a:pt x="8758438" y="172717"/>
                </a:lnTo>
                <a:lnTo>
                  <a:pt x="8661692" y="186728"/>
                </a:lnTo>
                <a:lnTo>
                  <a:pt x="8564956" y="200739"/>
                </a:lnTo>
                <a:lnTo>
                  <a:pt x="8468439" y="215951"/>
                </a:lnTo>
                <a:lnTo>
                  <a:pt x="8373170" y="237849"/>
                </a:lnTo>
                <a:lnTo>
                  <a:pt x="8277901" y="259756"/>
                </a:lnTo>
                <a:lnTo>
                  <a:pt x="8182642" y="281654"/>
                </a:lnTo>
                <a:lnTo>
                  <a:pt x="8087373" y="303552"/>
                </a:lnTo>
                <a:lnTo>
                  <a:pt x="7992104" y="325450"/>
                </a:lnTo>
                <a:lnTo>
                  <a:pt x="7898663" y="354082"/>
                </a:lnTo>
                <a:lnTo>
                  <a:pt x="7805347" y="383200"/>
                </a:lnTo>
                <a:lnTo>
                  <a:pt x="7712031" y="412309"/>
                </a:lnTo>
                <a:lnTo>
                  <a:pt x="7618714" y="441417"/>
                </a:lnTo>
                <a:lnTo>
                  <a:pt x="7525731" y="471488"/>
                </a:lnTo>
                <a:lnTo>
                  <a:pt x="7434548" y="506711"/>
                </a:lnTo>
                <a:lnTo>
                  <a:pt x="7343356" y="541925"/>
                </a:lnTo>
                <a:lnTo>
                  <a:pt x="7252173" y="577148"/>
                </a:lnTo>
                <a:lnTo>
                  <a:pt x="7160990" y="612372"/>
                </a:lnTo>
                <a:lnTo>
                  <a:pt x="7071208" y="650977"/>
                </a:lnTo>
                <a:lnTo>
                  <a:pt x="6981901" y="690715"/>
                </a:lnTo>
                <a:lnTo>
                  <a:pt x="6892595" y="730463"/>
                </a:lnTo>
                <a:lnTo>
                  <a:pt x="6803288" y="770201"/>
                </a:lnTo>
                <a:lnTo>
                  <a:pt x="6714773" y="811663"/>
                </a:lnTo>
                <a:lnTo>
                  <a:pt x="6626647" y="853954"/>
                </a:lnTo>
                <a:lnTo>
                  <a:pt x="6538522" y="896255"/>
                </a:lnTo>
                <a:lnTo>
                  <a:pt x="6450387" y="938546"/>
                </a:lnTo>
                <a:lnTo>
                  <a:pt x="6362357" y="981027"/>
                </a:lnTo>
                <a:lnTo>
                  <a:pt x="6274327" y="1023537"/>
                </a:lnTo>
                <a:lnTo>
                  <a:pt x="6186307" y="1066038"/>
                </a:lnTo>
                <a:lnTo>
                  <a:pt x="6097667" y="1107224"/>
                </a:lnTo>
                <a:lnTo>
                  <a:pt x="6008256" y="1146734"/>
                </a:lnTo>
                <a:lnTo>
                  <a:pt x="5918845" y="1186244"/>
                </a:lnTo>
                <a:lnTo>
                  <a:pt x="5828909" y="1224467"/>
                </a:lnTo>
                <a:lnTo>
                  <a:pt x="5737269" y="1258481"/>
                </a:lnTo>
                <a:lnTo>
                  <a:pt x="5645629" y="1292495"/>
                </a:lnTo>
                <a:lnTo>
                  <a:pt x="5553437" y="1324804"/>
                </a:lnTo>
                <a:lnTo>
                  <a:pt x="5459168" y="1350664"/>
                </a:lnTo>
                <a:lnTo>
                  <a:pt x="5364899" y="1376524"/>
                </a:lnTo>
                <a:lnTo>
                  <a:pt x="5269954" y="1399270"/>
                </a:lnTo>
                <a:lnTo>
                  <a:pt x="5173437" y="1414720"/>
                </a:lnTo>
                <a:lnTo>
                  <a:pt x="5076911" y="1430160"/>
                </a:lnTo>
                <a:lnTo>
                  <a:pt x="4979994" y="1441694"/>
                </a:lnTo>
                <a:lnTo>
                  <a:pt x="4882325" y="1445552"/>
                </a:lnTo>
                <a:lnTo>
                  <a:pt x="4784646" y="1449410"/>
                </a:lnTo>
                <a:lnTo>
                  <a:pt x="4686967" y="1452343"/>
                </a:lnTo>
                <a:lnTo>
                  <a:pt x="4589278" y="1449067"/>
                </a:lnTo>
                <a:lnTo>
                  <a:pt x="4491580" y="1445781"/>
                </a:lnTo>
                <a:lnTo>
                  <a:pt x="4393883" y="1442504"/>
                </a:lnTo>
                <a:lnTo>
                  <a:pt x="4296194" y="1439875"/>
                </a:lnTo>
                <a:lnTo>
                  <a:pt x="4198687" y="1446724"/>
                </a:lnTo>
                <a:lnTo>
                  <a:pt x="4101179" y="1453582"/>
                </a:lnTo>
                <a:lnTo>
                  <a:pt x="4003662" y="1460440"/>
                </a:lnTo>
                <a:lnTo>
                  <a:pt x="3906155" y="1467288"/>
                </a:lnTo>
                <a:lnTo>
                  <a:pt x="3809762" y="1482776"/>
                </a:lnTo>
                <a:lnTo>
                  <a:pt x="3713740" y="1501045"/>
                </a:lnTo>
                <a:lnTo>
                  <a:pt x="3617709" y="1519314"/>
                </a:lnTo>
                <a:lnTo>
                  <a:pt x="3521678" y="1537583"/>
                </a:lnTo>
                <a:lnTo>
                  <a:pt x="3427228" y="1562357"/>
                </a:lnTo>
                <a:lnTo>
                  <a:pt x="3333483" y="1590056"/>
                </a:lnTo>
                <a:lnTo>
                  <a:pt x="3239738" y="1617764"/>
                </a:lnTo>
                <a:lnTo>
                  <a:pt x="3145993" y="1645463"/>
                </a:lnTo>
                <a:lnTo>
                  <a:pt x="3054344" y="1679315"/>
                </a:lnTo>
                <a:lnTo>
                  <a:pt x="2963085" y="1714357"/>
                </a:lnTo>
                <a:lnTo>
                  <a:pt x="2871826" y="1749390"/>
                </a:lnTo>
                <a:lnTo>
                  <a:pt x="2780967" y="1785385"/>
                </a:lnTo>
                <a:lnTo>
                  <a:pt x="2691717" y="1825266"/>
                </a:lnTo>
                <a:lnTo>
                  <a:pt x="2602478" y="1865147"/>
                </a:lnTo>
                <a:lnTo>
                  <a:pt x="2513228" y="1905029"/>
                </a:lnTo>
                <a:lnTo>
                  <a:pt x="2424760" y="1946596"/>
                </a:lnTo>
                <a:lnTo>
                  <a:pt x="2336511" y="1988630"/>
                </a:lnTo>
                <a:lnTo>
                  <a:pt x="2248262" y="2030663"/>
                </a:lnTo>
                <a:lnTo>
                  <a:pt x="2160118" y="2072926"/>
                </a:lnTo>
                <a:lnTo>
                  <a:pt x="2072049" y="2115341"/>
                </a:lnTo>
                <a:lnTo>
                  <a:pt x="1983981" y="2157755"/>
                </a:lnTo>
                <a:lnTo>
                  <a:pt x="1894932" y="2198046"/>
                </a:lnTo>
                <a:lnTo>
                  <a:pt x="1805340" y="2237146"/>
                </a:lnTo>
                <a:lnTo>
                  <a:pt x="1715757" y="2276256"/>
                </a:lnTo>
                <a:lnTo>
                  <a:pt x="1623965" y="2309860"/>
                </a:lnTo>
                <a:lnTo>
                  <a:pt x="1532106" y="2343264"/>
                </a:lnTo>
                <a:lnTo>
                  <a:pt x="1438704" y="2371754"/>
                </a:lnTo>
                <a:lnTo>
                  <a:pt x="1344139" y="2396519"/>
                </a:lnTo>
                <a:lnTo>
                  <a:pt x="1248461" y="2415454"/>
                </a:lnTo>
                <a:lnTo>
                  <a:pt x="1151439" y="2427399"/>
                </a:lnTo>
                <a:lnTo>
                  <a:pt x="1054037" y="2431771"/>
                </a:lnTo>
                <a:lnTo>
                  <a:pt x="956310" y="2429685"/>
                </a:lnTo>
                <a:lnTo>
                  <a:pt x="859727" y="2416435"/>
                </a:lnTo>
                <a:lnTo>
                  <a:pt x="763629" y="2398566"/>
                </a:lnTo>
                <a:lnTo>
                  <a:pt x="670208" y="2370477"/>
                </a:lnTo>
                <a:lnTo>
                  <a:pt x="577767" y="2338711"/>
                </a:lnTo>
                <a:lnTo>
                  <a:pt x="508530" y="2355894"/>
                </a:lnTo>
                <a:lnTo>
                  <a:pt x="474631" y="2447573"/>
                </a:lnTo>
                <a:lnTo>
                  <a:pt x="440722" y="2539260"/>
                </a:lnTo>
                <a:lnTo>
                  <a:pt x="406822" y="2630938"/>
                </a:lnTo>
                <a:lnTo>
                  <a:pt x="372923" y="2722626"/>
                </a:lnTo>
                <a:lnTo>
                  <a:pt x="339023" y="2814314"/>
                </a:lnTo>
                <a:lnTo>
                  <a:pt x="305114" y="2905992"/>
                </a:lnTo>
                <a:lnTo>
                  <a:pt x="271215" y="2997679"/>
                </a:lnTo>
                <a:lnTo>
                  <a:pt x="237315" y="3089358"/>
                </a:lnTo>
                <a:lnTo>
                  <a:pt x="203416" y="3181045"/>
                </a:lnTo>
                <a:lnTo>
                  <a:pt x="169507" y="3272733"/>
                </a:lnTo>
                <a:lnTo>
                  <a:pt x="135607" y="3364411"/>
                </a:lnTo>
                <a:lnTo>
                  <a:pt x="101708" y="3456099"/>
                </a:lnTo>
                <a:lnTo>
                  <a:pt x="67808" y="3547777"/>
                </a:lnTo>
                <a:lnTo>
                  <a:pt x="33899" y="3639464"/>
                </a:lnTo>
                <a:lnTo>
                  <a:pt x="0" y="373115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E6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low-phase-1">
            <a:extLst xmlns:a="http://schemas.openxmlformats.org/drawingml/2006/main">
              <a:ext uri="{FF2B5EF4-FFF2-40B4-BE49-F238E27FC236}">
                <a16:creationId xmlns:a16="http://schemas.microsoft.com/office/drawing/2014/main" id="{1222A3B5-95A7-46B9-A912-47B716A5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218" y="4071833"/>
            <a:ext cx="3097740" cy="1846945"/>
          </a:xfrm>
          <a:custGeom xmlns:a="http://schemas.openxmlformats.org/drawingml/2006/main">
            <a:pathLst>
              <a:path w="3097740" h="1846945">
                <a:moveTo>
                  <a:pt x="0" y="1697460"/>
                </a:moveTo>
                <a:lnTo>
                  <a:pt x="32366" y="1706013"/>
                </a:lnTo>
                <a:lnTo>
                  <a:pt x="64722" y="1714567"/>
                </a:lnTo>
                <a:lnTo>
                  <a:pt x="97088" y="1723120"/>
                </a:lnTo>
                <a:lnTo>
                  <a:pt x="129454" y="1731674"/>
                </a:lnTo>
                <a:lnTo>
                  <a:pt x="161811" y="1740227"/>
                </a:lnTo>
                <a:lnTo>
                  <a:pt x="194177" y="1748780"/>
                </a:lnTo>
                <a:lnTo>
                  <a:pt x="226543" y="1757334"/>
                </a:lnTo>
                <a:lnTo>
                  <a:pt x="258909" y="1765887"/>
                </a:lnTo>
                <a:lnTo>
                  <a:pt x="291265" y="1774441"/>
                </a:lnTo>
                <a:lnTo>
                  <a:pt x="323631" y="1782994"/>
                </a:lnTo>
                <a:lnTo>
                  <a:pt x="355997" y="1791548"/>
                </a:lnTo>
                <a:lnTo>
                  <a:pt x="388353" y="1800101"/>
                </a:lnTo>
                <a:lnTo>
                  <a:pt x="421291" y="1805588"/>
                </a:lnTo>
                <a:lnTo>
                  <a:pt x="454552" y="1809350"/>
                </a:lnTo>
                <a:lnTo>
                  <a:pt x="487823" y="1813103"/>
                </a:lnTo>
                <a:lnTo>
                  <a:pt x="521084" y="1816865"/>
                </a:lnTo>
                <a:lnTo>
                  <a:pt x="554345" y="1820628"/>
                </a:lnTo>
                <a:lnTo>
                  <a:pt x="587607" y="1824390"/>
                </a:lnTo>
                <a:lnTo>
                  <a:pt x="620868" y="1828143"/>
                </a:lnTo>
                <a:lnTo>
                  <a:pt x="654129" y="1831905"/>
                </a:lnTo>
                <a:lnTo>
                  <a:pt x="687391" y="1835668"/>
                </a:lnTo>
                <a:lnTo>
                  <a:pt x="720652" y="1839420"/>
                </a:lnTo>
                <a:lnTo>
                  <a:pt x="753923" y="1843183"/>
                </a:lnTo>
                <a:lnTo>
                  <a:pt x="787184" y="1846945"/>
                </a:lnTo>
                <a:lnTo>
                  <a:pt x="820626" y="1845726"/>
                </a:lnTo>
                <a:lnTo>
                  <a:pt x="854078" y="1844421"/>
                </a:lnTo>
                <a:lnTo>
                  <a:pt x="887520" y="1843126"/>
                </a:lnTo>
                <a:lnTo>
                  <a:pt x="920972" y="1841821"/>
                </a:lnTo>
                <a:lnTo>
                  <a:pt x="954424" y="1840525"/>
                </a:lnTo>
                <a:lnTo>
                  <a:pt x="987876" y="1839220"/>
                </a:lnTo>
                <a:lnTo>
                  <a:pt x="1021318" y="1837925"/>
                </a:lnTo>
                <a:lnTo>
                  <a:pt x="1054770" y="1836630"/>
                </a:lnTo>
                <a:lnTo>
                  <a:pt x="1088222" y="1835325"/>
                </a:lnTo>
                <a:lnTo>
                  <a:pt x="1121664" y="1834029"/>
                </a:lnTo>
                <a:lnTo>
                  <a:pt x="1155116" y="1832724"/>
                </a:lnTo>
                <a:lnTo>
                  <a:pt x="1188053" y="1826743"/>
                </a:lnTo>
                <a:lnTo>
                  <a:pt x="1220981" y="1820723"/>
                </a:lnTo>
                <a:lnTo>
                  <a:pt x="1253909" y="1814703"/>
                </a:lnTo>
                <a:lnTo>
                  <a:pt x="1286837" y="1808683"/>
                </a:lnTo>
                <a:lnTo>
                  <a:pt x="1319765" y="1802663"/>
                </a:lnTo>
                <a:lnTo>
                  <a:pt x="1352693" y="1796644"/>
                </a:lnTo>
                <a:lnTo>
                  <a:pt x="1385621" y="1790624"/>
                </a:lnTo>
                <a:lnTo>
                  <a:pt x="1418549" y="1784604"/>
                </a:lnTo>
                <a:lnTo>
                  <a:pt x="1451477" y="1778584"/>
                </a:lnTo>
                <a:lnTo>
                  <a:pt x="1484405" y="1772564"/>
                </a:lnTo>
                <a:lnTo>
                  <a:pt x="1516790" y="1764335"/>
                </a:lnTo>
                <a:lnTo>
                  <a:pt x="1548727" y="1754305"/>
                </a:lnTo>
                <a:lnTo>
                  <a:pt x="1580655" y="1744266"/>
                </a:lnTo>
                <a:lnTo>
                  <a:pt x="1612592" y="1734236"/>
                </a:lnTo>
                <a:lnTo>
                  <a:pt x="1644529" y="1724196"/>
                </a:lnTo>
                <a:lnTo>
                  <a:pt x="1676467" y="1714167"/>
                </a:lnTo>
                <a:lnTo>
                  <a:pt x="1708394" y="1704127"/>
                </a:lnTo>
                <a:lnTo>
                  <a:pt x="1740332" y="1694097"/>
                </a:lnTo>
                <a:lnTo>
                  <a:pt x="1772269" y="1684068"/>
                </a:lnTo>
                <a:lnTo>
                  <a:pt x="1804206" y="1674028"/>
                </a:lnTo>
                <a:lnTo>
                  <a:pt x="1835382" y="1661932"/>
                </a:lnTo>
                <a:lnTo>
                  <a:pt x="1866195" y="1648863"/>
                </a:lnTo>
                <a:lnTo>
                  <a:pt x="1897009" y="1635785"/>
                </a:lnTo>
                <a:lnTo>
                  <a:pt x="1927822" y="1622708"/>
                </a:lnTo>
                <a:lnTo>
                  <a:pt x="1958635" y="1609630"/>
                </a:lnTo>
                <a:lnTo>
                  <a:pt x="1989449" y="1596552"/>
                </a:lnTo>
                <a:lnTo>
                  <a:pt x="2020262" y="1583484"/>
                </a:lnTo>
                <a:lnTo>
                  <a:pt x="2051085" y="1570406"/>
                </a:lnTo>
                <a:lnTo>
                  <a:pt x="2081898" y="1557328"/>
                </a:lnTo>
                <a:lnTo>
                  <a:pt x="2112445" y="1543679"/>
                </a:lnTo>
                <a:lnTo>
                  <a:pt x="2142296" y="1528534"/>
                </a:lnTo>
                <a:lnTo>
                  <a:pt x="2172148" y="1513399"/>
                </a:lnTo>
                <a:lnTo>
                  <a:pt x="2202009" y="1498254"/>
                </a:lnTo>
                <a:lnTo>
                  <a:pt x="2231860" y="1483119"/>
                </a:lnTo>
                <a:lnTo>
                  <a:pt x="2261721" y="1467974"/>
                </a:lnTo>
                <a:lnTo>
                  <a:pt x="2291572" y="1452839"/>
                </a:lnTo>
                <a:lnTo>
                  <a:pt x="2321423" y="1437704"/>
                </a:lnTo>
                <a:lnTo>
                  <a:pt x="2351284" y="1422559"/>
                </a:lnTo>
                <a:lnTo>
                  <a:pt x="2380945" y="1407062"/>
                </a:lnTo>
                <a:lnTo>
                  <a:pt x="2410120" y="1390660"/>
                </a:lnTo>
                <a:lnTo>
                  <a:pt x="2439305" y="1374248"/>
                </a:lnTo>
                <a:lnTo>
                  <a:pt x="2468480" y="1357846"/>
                </a:lnTo>
                <a:lnTo>
                  <a:pt x="2497655" y="1341434"/>
                </a:lnTo>
                <a:lnTo>
                  <a:pt x="2526840" y="1325032"/>
                </a:lnTo>
                <a:lnTo>
                  <a:pt x="2556015" y="1308630"/>
                </a:lnTo>
                <a:lnTo>
                  <a:pt x="2585190" y="1292219"/>
                </a:lnTo>
                <a:lnTo>
                  <a:pt x="2614374" y="1275817"/>
                </a:lnTo>
                <a:lnTo>
                  <a:pt x="2643416" y="1259176"/>
                </a:lnTo>
                <a:lnTo>
                  <a:pt x="2672391" y="1242412"/>
                </a:lnTo>
                <a:lnTo>
                  <a:pt x="2701366" y="1225648"/>
                </a:lnTo>
                <a:lnTo>
                  <a:pt x="2730332" y="1208875"/>
                </a:lnTo>
                <a:lnTo>
                  <a:pt x="2759307" y="1192111"/>
                </a:lnTo>
                <a:lnTo>
                  <a:pt x="2788282" y="1175347"/>
                </a:lnTo>
                <a:lnTo>
                  <a:pt x="2817247" y="1158573"/>
                </a:lnTo>
                <a:lnTo>
                  <a:pt x="2846222" y="1141809"/>
                </a:lnTo>
                <a:lnTo>
                  <a:pt x="2875245" y="1125122"/>
                </a:lnTo>
                <a:lnTo>
                  <a:pt x="2904392" y="1108662"/>
                </a:lnTo>
                <a:lnTo>
                  <a:pt x="2933529" y="1092194"/>
                </a:lnTo>
                <a:lnTo>
                  <a:pt x="2962675" y="1075725"/>
                </a:lnTo>
                <a:lnTo>
                  <a:pt x="2991822" y="1059256"/>
                </a:lnTo>
                <a:lnTo>
                  <a:pt x="3020959" y="1042787"/>
                </a:lnTo>
                <a:lnTo>
                  <a:pt x="3050105" y="1026319"/>
                </a:lnTo>
                <a:lnTo>
                  <a:pt x="3079252" y="1009860"/>
                </a:lnTo>
                <a:lnTo>
                  <a:pt x="3097740" y="990114"/>
                </a:lnTo>
                <a:lnTo>
                  <a:pt x="3082842" y="960139"/>
                </a:lnTo>
                <a:lnTo>
                  <a:pt x="3067955" y="930154"/>
                </a:lnTo>
                <a:lnTo>
                  <a:pt x="3053067" y="900179"/>
                </a:lnTo>
                <a:lnTo>
                  <a:pt x="3038170" y="870194"/>
                </a:lnTo>
                <a:lnTo>
                  <a:pt x="3023283" y="840219"/>
                </a:lnTo>
                <a:lnTo>
                  <a:pt x="3008395" y="810235"/>
                </a:lnTo>
                <a:lnTo>
                  <a:pt x="2993498" y="780259"/>
                </a:lnTo>
                <a:lnTo>
                  <a:pt x="2978610" y="750275"/>
                </a:lnTo>
                <a:lnTo>
                  <a:pt x="2963723" y="720300"/>
                </a:lnTo>
                <a:lnTo>
                  <a:pt x="2948826" y="690315"/>
                </a:lnTo>
                <a:lnTo>
                  <a:pt x="2933938" y="660340"/>
                </a:lnTo>
                <a:lnTo>
                  <a:pt x="2919051" y="630355"/>
                </a:lnTo>
                <a:lnTo>
                  <a:pt x="2904153" y="600380"/>
                </a:lnTo>
                <a:lnTo>
                  <a:pt x="2889266" y="570395"/>
                </a:lnTo>
                <a:lnTo>
                  <a:pt x="2874378" y="540420"/>
                </a:lnTo>
                <a:lnTo>
                  <a:pt x="2859481" y="510435"/>
                </a:lnTo>
                <a:lnTo>
                  <a:pt x="2844594" y="480460"/>
                </a:lnTo>
                <a:lnTo>
                  <a:pt x="2829706" y="450475"/>
                </a:lnTo>
                <a:lnTo>
                  <a:pt x="2814818" y="420500"/>
                </a:lnTo>
                <a:lnTo>
                  <a:pt x="2799921" y="390525"/>
                </a:lnTo>
                <a:lnTo>
                  <a:pt x="2785034" y="360540"/>
                </a:lnTo>
                <a:lnTo>
                  <a:pt x="2770146" y="330565"/>
                </a:lnTo>
                <a:lnTo>
                  <a:pt x="2755249" y="300580"/>
                </a:lnTo>
                <a:lnTo>
                  <a:pt x="2740362" y="270605"/>
                </a:lnTo>
                <a:lnTo>
                  <a:pt x="2725474" y="240621"/>
                </a:lnTo>
                <a:lnTo>
                  <a:pt x="2710577" y="210645"/>
                </a:lnTo>
                <a:lnTo>
                  <a:pt x="2695689" y="180661"/>
                </a:lnTo>
                <a:lnTo>
                  <a:pt x="2680802" y="150686"/>
                </a:lnTo>
                <a:lnTo>
                  <a:pt x="2665905" y="120701"/>
                </a:lnTo>
                <a:lnTo>
                  <a:pt x="2651017" y="90726"/>
                </a:lnTo>
                <a:lnTo>
                  <a:pt x="2636129" y="60741"/>
                </a:lnTo>
                <a:lnTo>
                  <a:pt x="2621232" y="30766"/>
                </a:lnTo>
                <a:lnTo>
                  <a:pt x="2606345" y="781"/>
                </a:lnTo>
                <a:lnTo>
                  <a:pt x="2581304" y="0"/>
                </a:lnTo>
                <a:lnTo>
                  <a:pt x="2551033" y="14278"/>
                </a:lnTo>
                <a:lnTo>
                  <a:pt x="2520753" y="28556"/>
                </a:lnTo>
                <a:lnTo>
                  <a:pt x="2490473" y="42834"/>
                </a:lnTo>
                <a:lnTo>
                  <a:pt x="2460203" y="57112"/>
                </a:lnTo>
                <a:lnTo>
                  <a:pt x="2429923" y="71399"/>
                </a:lnTo>
                <a:lnTo>
                  <a:pt x="2399652" y="85677"/>
                </a:lnTo>
                <a:lnTo>
                  <a:pt x="2369372" y="99955"/>
                </a:lnTo>
                <a:lnTo>
                  <a:pt x="2339092" y="114233"/>
                </a:lnTo>
                <a:lnTo>
                  <a:pt x="2308908" y="128692"/>
                </a:lnTo>
                <a:lnTo>
                  <a:pt x="2278742" y="143208"/>
                </a:lnTo>
                <a:lnTo>
                  <a:pt x="2248576" y="157715"/>
                </a:lnTo>
                <a:lnTo>
                  <a:pt x="2218411" y="172231"/>
                </a:lnTo>
                <a:lnTo>
                  <a:pt x="2188245" y="186738"/>
                </a:lnTo>
                <a:lnTo>
                  <a:pt x="2158079" y="201254"/>
                </a:lnTo>
                <a:lnTo>
                  <a:pt x="2127914" y="215760"/>
                </a:lnTo>
                <a:lnTo>
                  <a:pt x="2097748" y="230276"/>
                </a:lnTo>
                <a:lnTo>
                  <a:pt x="2067506" y="244612"/>
                </a:lnTo>
                <a:lnTo>
                  <a:pt x="2037159" y="258737"/>
                </a:lnTo>
                <a:lnTo>
                  <a:pt x="2006813" y="272872"/>
                </a:lnTo>
                <a:lnTo>
                  <a:pt x="1976466" y="286998"/>
                </a:lnTo>
                <a:lnTo>
                  <a:pt x="1946119" y="301123"/>
                </a:lnTo>
                <a:lnTo>
                  <a:pt x="1915773" y="315258"/>
                </a:lnTo>
                <a:lnTo>
                  <a:pt x="1885426" y="329384"/>
                </a:lnTo>
                <a:lnTo>
                  <a:pt x="1855079" y="343519"/>
                </a:lnTo>
                <a:lnTo>
                  <a:pt x="1824323" y="356702"/>
                </a:lnTo>
                <a:lnTo>
                  <a:pt x="1793377" y="369475"/>
                </a:lnTo>
                <a:lnTo>
                  <a:pt x="1762439" y="382257"/>
                </a:lnTo>
                <a:lnTo>
                  <a:pt x="1731502" y="395040"/>
                </a:lnTo>
                <a:lnTo>
                  <a:pt x="1700565" y="407813"/>
                </a:lnTo>
                <a:lnTo>
                  <a:pt x="1669628" y="420595"/>
                </a:lnTo>
                <a:lnTo>
                  <a:pt x="1638691" y="433378"/>
                </a:lnTo>
                <a:lnTo>
                  <a:pt x="1607220" y="444741"/>
                </a:lnTo>
                <a:lnTo>
                  <a:pt x="1575435" y="455238"/>
                </a:lnTo>
                <a:lnTo>
                  <a:pt x="1543650" y="465734"/>
                </a:lnTo>
                <a:lnTo>
                  <a:pt x="1511865" y="476231"/>
                </a:lnTo>
                <a:lnTo>
                  <a:pt x="1480080" y="486728"/>
                </a:lnTo>
                <a:lnTo>
                  <a:pt x="1448295" y="497224"/>
                </a:lnTo>
                <a:lnTo>
                  <a:pt x="1416358" y="507168"/>
                </a:lnTo>
                <a:lnTo>
                  <a:pt x="1383687" y="514474"/>
                </a:lnTo>
                <a:lnTo>
                  <a:pt x="1351026" y="521789"/>
                </a:lnTo>
                <a:lnTo>
                  <a:pt x="1318355" y="529104"/>
                </a:lnTo>
                <a:lnTo>
                  <a:pt x="1285694" y="536419"/>
                </a:lnTo>
                <a:lnTo>
                  <a:pt x="1253023" y="543735"/>
                </a:lnTo>
                <a:lnTo>
                  <a:pt x="1220153" y="549735"/>
                </a:lnTo>
                <a:lnTo>
                  <a:pt x="1186825" y="552869"/>
                </a:lnTo>
                <a:lnTo>
                  <a:pt x="1153497" y="556012"/>
                </a:lnTo>
                <a:lnTo>
                  <a:pt x="1120169" y="559156"/>
                </a:lnTo>
                <a:lnTo>
                  <a:pt x="1086850" y="562299"/>
                </a:lnTo>
                <a:lnTo>
                  <a:pt x="1053522" y="565433"/>
                </a:lnTo>
                <a:lnTo>
                  <a:pt x="1020089" y="564680"/>
                </a:lnTo>
                <a:lnTo>
                  <a:pt x="986647" y="563261"/>
                </a:lnTo>
                <a:lnTo>
                  <a:pt x="953205" y="561851"/>
                </a:lnTo>
                <a:lnTo>
                  <a:pt x="919763" y="560432"/>
                </a:lnTo>
                <a:lnTo>
                  <a:pt x="886311" y="559013"/>
                </a:lnTo>
                <a:lnTo>
                  <a:pt x="853164" y="555184"/>
                </a:lnTo>
                <a:lnTo>
                  <a:pt x="820331" y="548650"/>
                </a:lnTo>
                <a:lnTo>
                  <a:pt x="787498" y="542115"/>
                </a:lnTo>
                <a:lnTo>
                  <a:pt x="754666" y="535581"/>
                </a:lnTo>
                <a:lnTo>
                  <a:pt x="721843" y="529047"/>
                </a:lnTo>
                <a:lnTo>
                  <a:pt x="689010" y="522513"/>
                </a:lnTo>
                <a:lnTo>
                  <a:pt x="656949" y="513140"/>
                </a:lnTo>
                <a:lnTo>
                  <a:pt x="625326" y="502177"/>
                </a:lnTo>
                <a:lnTo>
                  <a:pt x="593693" y="491214"/>
                </a:lnTo>
                <a:lnTo>
                  <a:pt x="562070" y="480251"/>
                </a:lnTo>
                <a:lnTo>
                  <a:pt x="530438" y="469287"/>
                </a:lnTo>
                <a:lnTo>
                  <a:pt x="498815" y="458324"/>
                </a:lnTo>
                <a:lnTo>
                  <a:pt x="467182" y="447351"/>
                </a:lnTo>
                <a:lnTo>
                  <a:pt x="452866" y="473031"/>
                </a:lnTo>
                <a:lnTo>
                  <a:pt x="441255" y="504425"/>
                </a:lnTo>
                <a:lnTo>
                  <a:pt x="429644" y="535819"/>
                </a:lnTo>
                <a:lnTo>
                  <a:pt x="418033" y="567223"/>
                </a:lnTo>
                <a:lnTo>
                  <a:pt x="406422" y="598618"/>
                </a:lnTo>
                <a:lnTo>
                  <a:pt x="394811" y="630012"/>
                </a:lnTo>
                <a:lnTo>
                  <a:pt x="383200" y="661406"/>
                </a:lnTo>
                <a:lnTo>
                  <a:pt x="371589" y="692801"/>
                </a:lnTo>
                <a:lnTo>
                  <a:pt x="359978" y="724195"/>
                </a:lnTo>
                <a:lnTo>
                  <a:pt x="348358" y="755590"/>
                </a:lnTo>
                <a:lnTo>
                  <a:pt x="336747" y="786984"/>
                </a:lnTo>
                <a:lnTo>
                  <a:pt x="325136" y="818388"/>
                </a:lnTo>
                <a:lnTo>
                  <a:pt x="313525" y="849782"/>
                </a:lnTo>
                <a:lnTo>
                  <a:pt x="301914" y="881177"/>
                </a:lnTo>
                <a:lnTo>
                  <a:pt x="290303" y="912571"/>
                </a:lnTo>
                <a:lnTo>
                  <a:pt x="278692" y="943966"/>
                </a:lnTo>
                <a:lnTo>
                  <a:pt x="267081" y="975360"/>
                </a:lnTo>
                <a:lnTo>
                  <a:pt x="255470" y="1006754"/>
                </a:lnTo>
                <a:lnTo>
                  <a:pt x="243850" y="1038149"/>
                </a:lnTo>
                <a:lnTo>
                  <a:pt x="232239" y="1069553"/>
                </a:lnTo>
                <a:lnTo>
                  <a:pt x="220628" y="1100947"/>
                </a:lnTo>
                <a:lnTo>
                  <a:pt x="209017" y="1132342"/>
                </a:lnTo>
                <a:lnTo>
                  <a:pt x="197406" y="1163736"/>
                </a:lnTo>
                <a:lnTo>
                  <a:pt x="185795" y="1195130"/>
                </a:lnTo>
                <a:lnTo>
                  <a:pt x="174184" y="1226525"/>
                </a:lnTo>
                <a:lnTo>
                  <a:pt x="162573" y="1257919"/>
                </a:lnTo>
                <a:lnTo>
                  <a:pt x="150952" y="1289314"/>
                </a:lnTo>
                <a:lnTo>
                  <a:pt x="139341" y="1320717"/>
                </a:lnTo>
                <a:lnTo>
                  <a:pt x="127730" y="1352112"/>
                </a:lnTo>
                <a:lnTo>
                  <a:pt x="116119" y="1383506"/>
                </a:lnTo>
                <a:lnTo>
                  <a:pt x="104508" y="1414901"/>
                </a:lnTo>
                <a:lnTo>
                  <a:pt x="92897" y="1446295"/>
                </a:lnTo>
                <a:lnTo>
                  <a:pt x="81286" y="1477689"/>
                </a:lnTo>
                <a:lnTo>
                  <a:pt x="69675" y="1509084"/>
                </a:lnTo>
                <a:lnTo>
                  <a:pt x="58064" y="1540478"/>
                </a:lnTo>
                <a:lnTo>
                  <a:pt x="46444" y="1571882"/>
                </a:lnTo>
                <a:lnTo>
                  <a:pt x="34833" y="1603277"/>
                </a:lnTo>
                <a:lnTo>
                  <a:pt x="23222" y="1634671"/>
                </a:lnTo>
                <a:lnTo>
                  <a:pt x="11611" y="1666065"/>
                </a:lnTo>
                <a:lnTo>
                  <a:pt x="0" y="1697460"/>
                </a:lnTo>
                <a:close/>
              </a:path>
            </a:pathLst>
          </a:custGeom>
          <a:solidFill xmlns:a="http://schemas.openxmlformats.org/drawingml/2006/main">
            <a:srgbClr val="EEF4FA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low-phase-2">
            <a:extLst xmlns:a="http://schemas.openxmlformats.org/drawingml/2006/main">
              <a:ext uri="{FF2B5EF4-FFF2-40B4-BE49-F238E27FC236}">
                <a16:creationId xmlns:a16="http://schemas.microsoft.com/office/drawing/2014/main" id="{DDB6E090-132B-43F2-851B-BCECCB31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086" y="3455089"/>
            <a:ext cx="3515678" cy="1614116"/>
          </a:xfrm>
          <a:custGeom xmlns:a="http://schemas.openxmlformats.org/drawingml/2006/main">
            <a:pathLst>
              <a:path w="3515678" h="1614116">
                <a:moveTo>
                  <a:pt x="498472" y="1614116"/>
                </a:moveTo>
                <a:lnTo>
                  <a:pt x="529676" y="1597876"/>
                </a:lnTo>
                <a:lnTo>
                  <a:pt x="560889" y="1581626"/>
                </a:lnTo>
                <a:lnTo>
                  <a:pt x="592093" y="1565386"/>
                </a:lnTo>
                <a:lnTo>
                  <a:pt x="623306" y="1549146"/>
                </a:lnTo>
                <a:lnTo>
                  <a:pt x="654520" y="1532896"/>
                </a:lnTo>
                <a:lnTo>
                  <a:pt x="685724" y="1516656"/>
                </a:lnTo>
                <a:lnTo>
                  <a:pt x="716937" y="1500407"/>
                </a:lnTo>
                <a:lnTo>
                  <a:pt x="748627" y="1485157"/>
                </a:lnTo>
                <a:lnTo>
                  <a:pt x="780698" y="1470689"/>
                </a:lnTo>
                <a:lnTo>
                  <a:pt x="812768" y="1456230"/>
                </a:lnTo>
                <a:lnTo>
                  <a:pt x="844848" y="1441771"/>
                </a:lnTo>
                <a:lnTo>
                  <a:pt x="876919" y="1427312"/>
                </a:lnTo>
                <a:lnTo>
                  <a:pt x="908999" y="1412853"/>
                </a:lnTo>
                <a:lnTo>
                  <a:pt x="941070" y="1398394"/>
                </a:lnTo>
                <a:lnTo>
                  <a:pt x="973474" y="1384735"/>
                </a:lnTo>
                <a:lnTo>
                  <a:pt x="1006602" y="1372895"/>
                </a:lnTo>
                <a:lnTo>
                  <a:pt x="1039730" y="1361056"/>
                </a:lnTo>
                <a:lnTo>
                  <a:pt x="1072867" y="1349216"/>
                </a:lnTo>
                <a:lnTo>
                  <a:pt x="1105995" y="1337367"/>
                </a:lnTo>
                <a:lnTo>
                  <a:pt x="1139123" y="1325528"/>
                </a:lnTo>
                <a:lnTo>
                  <a:pt x="1172251" y="1313688"/>
                </a:lnTo>
                <a:lnTo>
                  <a:pt x="1205532" y="1302325"/>
                </a:lnTo>
                <a:lnTo>
                  <a:pt x="1239650" y="1293733"/>
                </a:lnTo>
                <a:lnTo>
                  <a:pt x="1273769" y="1285132"/>
                </a:lnTo>
                <a:lnTo>
                  <a:pt x="1307887" y="1276541"/>
                </a:lnTo>
                <a:lnTo>
                  <a:pt x="1342006" y="1267949"/>
                </a:lnTo>
                <a:lnTo>
                  <a:pt x="1376124" y="1259348"/>
                </a:lnTo>
                <a:lnTo>
                  <a:pt x="1410243" y="1250756"/>
                </a:lnTo>
                <a:lnTo>
                  <a:pt x="1444352" y="1242155"/>
                </a:lnTo>
                <a:lnTo>
                  <a:pt x="1479185" y="1237269"/>
                </a:lnTo>
                <a:lnTo>
                  <a:pt x="1514056" y="1232592"/>
                </a:lnTo>
                <a:lnTo>
                  <a:pt x="1548927" y="1227925"/>
                </a:lnTo>
                <a:lnTo>
                  <a:pt x="1583798" y="1223248"/>
                </a:lnTo>
                <a:lnTo>
                  <a:pt x="1618669" y="1218571"/>
                </a:lnTo>
                <a:lnTo>
                  <a:pt x="1653540" y="1213895"/>
                </a:lnTo>
                <a:lnTo>
                  <a:pt x="1688421" y="1209218"/>
                </a:lnTo>
                <a:lnTo>
                  <a:pt x="1723415" y="1206132"/>
                </a:lnTo>
                <a:lnTo>
                  <a:pt x="1758582" y="1205351"/>
                </a:lnTo>
                <a:lnTo>
                  <a:pt x="1793758" y="1204579"/>
                </a:lnTo>
                <a:lnTo>
                  <a:pt x="1828933" y="1203798"/>
                </a:lnTo>
                <a:lnTo>
                  <a:pt x="1864109" y="1203027"/>
                </a:lnTo>
                <a:lnTo>
                  <a:pt x="1899285" y="1202246"/>
                </a:lnTo>
                <a:lnTo>
                  <a:pt x="1934461" y="1201464"/>
                </a:lnTo>
                <a:lnTo>
                  <a:pt x="1969637" y="1200693"/>
                </a:lnTo>
                <a:lnTo>
                  <a:pt x="2004812" y="1199912"/>
                </a:lnTo>
                <a:lnTo>
                  <a:pt x="2039988" y="1199140"/>
                </a:lnTo>
                <a:lnTo>
                  <a:pt x="2075078" y="1196931"/>
                </a:lnTo>
                <a:lnTo>
                  <a:pt x="2110130" y="1193797"/>
                </a:lnTo>
                <a:lnTo>
                  <a:pt x="2145173" y="1190663"/>
                </a:lnTo>
                <a:lnTo>
                  <a:pt x="2180215" y="1187529"/>
                </a:lnTo>
                <a:lnTo>
                  <a:pt x="2215258" y="1184396"/>
                </a:lnTo>
                <a:lnTo>
                  <a:pt x="2250300" y="1181262"/>
                </a:lnTo>
                <a:lnTo>
                  <a:pt x="2285343" y="1178128"/>
                </a:lnTo>
                <a:lnTo>
                  <a:pt x="2320385" y="1174994"/>
                </a:lnTo>
                <a:lnTo>
                  <a:pt x="2355428" y="1171861"/>
                </a:lnTo>
                <a:lnTo>
                  <a:pt x="2390480" y="1168727"/>
                </a:lnTo>
                <a:lnTo>
                  <a:pt x="2425522" y="1165584"/>
                </a:lnTo>
                <a:lnTo>
                  <a:pt x="2460565" y="1162450"/>
                </a:lnTo>
                <a:lnTo>
                  <a:pt x="2495169" y="1156345"/>
                </a:lnTo>
                <a:lnTo>
                  <a:pt x="2529630" y="1149258"/>
                </a:lnTo>
                <a:lnTo>
                  <a:pt x="2564092" y="1142181"/>
                </a:lnTo>
                <a:lnTo>
                  <a:pt x="2598563" y="1135094"/>
                </a:lnTo>
                <a:lnTo>
                  <a:pt x="2633024" y="1128008"/>
                </a:lnTo>
                <a:lnTo>
                  <a:pt x="2667486" y="1120931"/>
                </a:lnTo>
                <a:lnTo>
                  <a:pt x="2701947" y="1113844"/>
                </a:lnTo>
                <a:lnTo>
                  <a:pt x="2736409" y="1106767"/>
                </a:lnTo>
                <a:lnTo>
                  <a:pt x="2770880" y="1099680"/>
                </a:lnTo>
                <a:lnTo>
                  <a:pt x="2805341" y="1092603"/>
                </a:lnTo>
                <a:lnTo>
                  <a:pt x="2839803" y="1085517"/>
                </a:lnTo>
                <a:lnTo>
                  <a:pt x="2873559" y="1075754"/>
                </a:lnTo>
                <a:lnTo>
                  <a:pt x="2907059" y="1064990"/>
                </a:lnTo>
                <a:lnTo>
                  <a:pt x="2940548" y="1054217"/>
                </a:lnTo>
                <a:lnTo>
                  <a:pt x="2974048" y="1043445"/>
                </a:lnTo>
                <a:lnTo>
                  <a:pt x="3007538" y="1032681"/>
                </a:lnTo>
                <a:lnTo>
                  <a:pt x="3041037" y="1021909"/>
                </a:lnTo>
                <a:lnTo>
                  <a:pt x="3074527" y="1011136"/>
                </a:lnTo>
                <a:lnTo>
                  <a:pt x="3108027" y="1000373"/>
                </a:lnTo>
                <a:lnTo>
                  <a:pt x="3141516" y="989600"/>
                </a:lnTo>
                <a:lnTo>
                  <a:pt x="3175016" y="978827"/>
                </a:lnTo>
                <a:lnTo>
                  <a:pt x="3208201" y="967235"/>
                </a:lnTo>
                <a:lnTo>
                  <a:pt x="3240643" y="953605"/>
                </a:lnTo>
                <a:lnTo>
                  <a:pt x="3273076" y="939975"/>
                </a:lnTo>
                <a:lnTo>
                  <a:pt x="3305518" y="926354"/>
                </a:lnTo>
                <a:lnTo>
                  <a:pt x="3337951" y="912724"/>
                </a:lnTo>
                <a:lnTo>
                  <a:pt x="3370393" y="899093"/>
                </a:lnTo>
                <a:lnTo>
                  <a:pt x="3402825" y="885473"/>
                </a:lnTo>
                <a:lnTo>
                  <a:pt x="3435267" y="871842"/>
                </a:lnTo>
                <a:lnTo>
                  <a:pt x="3467700" y="858212"/>
                </a:lnTo>
                <a:lnTo>
                  <a:pt x="3500142" y="844582"/>
                </a:lnTo>
                <a:lnTo>
                  <a:pt x="3515678" y="824151"/>
                </a:lnTo>
                <a:lnTo>
                  <a:pt x="3501752" y="791832"/>
                </a:lnTo>
                <a:lnTo>
                  <a:pt x="3487836" y="759524"/>
                </a:lnTo>
                <a:lnTo>
                  <a:pt x="3473910" y="727215"/>
                </a:lnTo>
                <a:lnTo>
                  <a:pt x="3459994" y="694896"/>
                </a:lnTo>
                <a:lnTo>
                  <a:pt x="3446069" y="662588"/>
                </a:lnTo>
                <a:lnTo>
                  <a:pt x="3432153" y="630279"/>
                </a:lnTo>
                <a:lnTo>
                  <a:pt x="3418227" y="597960"/>
                </a:lnTo>
                <a:lnTo>
                  <a:pt x="3404311" y="565652"/>
                </a:lnTo>
                <a:lnTo>
                  <a:pt x="3390386" y="533333"/>
                </a:lnTo>
                <a:lnTo>
                  <a:pt x="3376460" y="501025"/>
                </a:lnTo>
                <a:lnTo>
                  <a:pt x="3362544" y="468716"/>
                </a:lnTo>
                <a:lnTo>
                  <a:pt x="3348619" y="436397"/>
                </a:lnTo>
                <a:lnTo>
                  <a:pt x="3334703" y="404089"/>
                </a:lnTo>
                <a:lnTo>
                  <a:pt x="3320777" y="371780"/>
                </a:lnTo>
                <a:lnTo>
                  <a:pt x="3306861" y="339461"/>
                </a:lnTo>
                <a:lnTo>
                  <a:pt x="3292935" y="307153"/>
                </a:lnTo>
                <a:lnTo>
                  <a:pt x="3279010" y="274844"/>
                </a:lnTo>
                <a:lnTo>
                  <a:pt x="3265094" y="242526"/>
                </a:lnTo>
                <a:lnTo>
                  <a:pt x="3251168" y="210217"/>
                </a:lnTo>
                <a:lnTo>
                  <a:pt x="3237252" y="177898"/>
                </a:lnTo>
                <a:lnTo>
                  <a:pt x="3223327" y="145590"/>
                </a:lnTo>
                <a:lnTo>
                  <a:pt x="3209411" y="113281"/>
                </a:lnTo>
                <a:lnTo>
                  <a:pt x="3195485" y="80963"/>
                </a:lnTo>
                <a:lnTo>
                  <a:pt x="3181569" y="48654"/>
                </a:lnTo>
                <a:lnTo>
                  <a:pt x="3167644" y="16345"/>
                </a:lnTo>
                <a:lnTo>
                  <a:pt x="3146660" y="0"/>
                </a:lnTo>
                <a:lnTo>
                  <a:pt x="3113399" y="11449"/>
                </a:lnTo>
                <a:lnTo>
                  <a:pt x="3080128" y="22898"/>
                </a:lnTo>
                <a:lnTo>
                  <a:pt x="3046857" y="34357"/>
                </a:lnTo>
                <a:lnTo>
                  <a:pt x="3013586" y="45806"/>
                </a:lnTo>
                <a:lnTo>
                  <a:pt x="2980325" y="57255"/>
                </a:lnTo>
                <a:lnTo>
                  <a:pt x="2947054" y="68704"/>
                </a:lnTo>
                <a:lnTo>
                  <a:pt x="2913783" y="80153"/>
                </a:lnTo>
                <a:lnTo>
                  <a:pt x="2880122" y="90268"/>
                </a:lnTo>
                <a:lnTo>
                  <a:pt x="2845994" y="98831"/>
                </a:lnTo>
                <a:lnTo>
                  <a:pt x="2811866" y="107394"/>
                </a:lnTo>
                <a:lnTo>
                  <a:pt x="2777747" y="115957"/>
                </a:lnTo>
                <a:lnTo>
                  <a:pt x="2743619" y="124520"/>
                </a:lnTo>
                <a:lnTo>
                  <a:pt x="2709491" y="133083"/>
                </a:lnTo>
                <a:lnTo>
                  <a:pt x="2675363" y="141646"/>
                </a:lnTo>
                <a:lnTo>
                  <a:pt x="2641244" y="150209"/>
                </a:lnTo>
                <a:lnTo>
                  <a:pt x="2606631" y="156277"/>
                </a:lnTo>
                <a:lnTo>
                  <a:pt x="2571788" y="161153"/>
                </a:lnTo>
                <a:lnTo>
                  <a:pt x="2536936" y="166030"/>
                </a:lnTo>
                <a:lnTo>
                  <a:pt x="2502094" y="170907"/>
                </a:lnTo>
                <a:lnTo>
                  <a:pt x="2467251" y="175784"/>
                </a:lnTo>
                <a:lnTo>
                  <a:pt x="2432409" y="180661"/>
                </a:lnTo>
                <a:lnTo>
                  <a:pt x="2397566" y="185528"/>
                </a:lnTo>
                <a:lnTo>
                  <a:pt x="2362724" y="190405"/>
                </a:lnTo>
                <a:lnTo>
                  <a:pt x="2327662" y="192691"/>
                </a:lnTo>
                <a:lnTo>
                  <a:pt x="2292487" y="193681"/>
                </a:lnTo>
                <a:lnTo>
                  <a:pt x="2257320" y="194662"/>
                </a:lnTo>
                <a:lnTo>
                  <a:pt x="2222154" y="195653"/>
                </a:lnTo>
                <a:lnTo>
                  <a:pt x="2186978" y="196634"/>
                </a:lnTo>
                <a:lnTo>
                  <a:pt x="2151812" y="197625"/>
                </a:lnTo>
                <a:lnTo>
                  <a:pt x="2116636" y="198606"/>
                </a:lnTo>
                <a:lnTo>
                  <a:pt x="2081470" y="199596"/>
                </a:lnTo>
                <a:lnTo>
                  <a:pt x="2046303" y="200577"/>
                </a:lnTo>
                <a:lnTo>
                  <a:pt x="2011137" y="199473"/>
                </a:lnTo>
                <a:lnTo>
                  <a:pt x="1975971" y="198301"/>
                </a:lnTo>
                <a:lnTo>
                  <a:pt x="1940804" y="197129"/>
                </a:lnTo>
                <a:lnTo>
                  <a:pt x="1905648" y="195948"/>
                </a:lnTo>
                <a:lnTo>
                  <a:pt x="1870481" y="194777"/>
                </a:lnTo>
                <a:lnTo>
                  <a:pt x="1835315" y="193605"/>
                </a:lnTo>
                <a:lnTo>
                  <a:pt x="1800149" y="192434"/>
                </a:lnTo>
                <a:lnTo>
                  <a:pt x="1764992" y="191262"/>
                </a:lnTo>
                <a:lnTo>
                  <a:pt x="1729826" y="190090"/>
                </a:lnTo>
                <a:lnTo>
                  <a:pt x="1694659" y="188919"/>
                </a:lnTo>
                <a:lnTo>
                  <a:pt x="1659522" y="189186"/>
                </a:lnTo>
                <a:lnTo>
                  <a:pt x="1624413" y="191538"/>
                </a:lnTo>
                <a:lnTo>
                  <a:pt x="1589313" y="193891"/>
                </a:lnTo>
                <a:lnTo>
                  <a:pt x="1554204" y="196244"/>
                </a:lnTo>
                <a:lnTo>
                  <a:pt x="1519104" y="198596"/>
                </a:lnTo>
                <a:lnTo>
                  <a:pt x="1483995" y="200949"/>
                </a:lnTo>
                <a:lnTo>
                  <a:pt x="1448895" y="203302"/>
                </a:lnTo>
                <a:lnTo>
                  <a:pt x="1413786" y="205654"/>
                </a:lnTo>
                <a:lnTo>
                  <a:pt x="1378677" y="207997"/>
                </a:lnTo>
                <a:lnTo>
                  <a:pt x="1343577" y="210350"/>
                </a:lnTo>
                <a:lnTo>
                  <a:pt x="1308468" y="212703"/>
                </a:lnTo>
                <a:lnTo>
                  <a:pt x="1273578" y="216827"/>
                </a:lnTo>
                <a:lnTo>
                  <a:pt x="1238926" y="222904"/>
                </a:lnTo>
                <a:lnTo>
                  <a:pt x="1204274" y="228991"/>
                </a:lnTo>
                <a:lnTo>
                  <a:pt x="1169622" y="235077"/>
                </a:lnTo>
                <a:lnTo>
                  <a:pt x="1134970" y="241154"/>
                </a:lnTo>
                <a:lnTo>
                  <a:pt x="1100309" y="247240"/>
                </a:lnTo>
                <a:lnTo>
                  <a:pt x="1065657" y="253327"/>
                </a:lnTo>
                <a:lnTo>
                  <a:pt x="1031005" y="259404"/>
                </a:lnTo>
                <a:lnTo>
                  <a:pt x="996353" y="265490"/>
                </a:lnTo>
                <a:lnTo>
                  <a:pt x="961701" y="271567"/>
                </a:lnTo>
                <a:lnTo>
                  <a:pt x="927144" y="278120"/>
                </a:lnTo>
                <a:lnTo>
                  <a:pt x="893255" y="287560"/>
                </a:lnTo>
                <a:lnTo>
                  <a:pt x="859355" y="296990"/>
                </a:lnTo>
                <a:lnTo>
                  <a:pt x="825465" y="306429"/>
                </a:lnTo>
                <a:lnTo>
                  <a:pt x="791575" y="315868"/>
                </a:lnTo>
                <a:lnTo>
                  <a:pt x="757676" y="325298"/>
                </a:lnTo>
                <a:lnTo>
                  <a:pt x="723786" y="334737"/>
                </a:lnTo>
                <a:lnTo>
                  <a:pt x="689886" y="344176"/>
                </a:lnTo>
                <a:lnTo>
                  <a:pt x="655996" y="353616"/>
                </a:lnTo>
                <a:lnTo>
                  <a:pt x="622097" y="363045"/>
                </a:lnTo>
                <a:lnTo>
                  <a:pt x="588416" y="373132"/>
                </a:lnTo>
                <a:lnTo>
                  <a:pt x="555365" y="385201"/>
                </a:lnTo>
                <a:lnTo>
                  <a:pt x="522313" y="397259"/>
                </a:lnTo>
                <a:lnTo>
                  <a:pt x="489261" y="409327"/>
                </a:lnTo>
                <a:lnTo>
                  <a:pt x="456209" y="421396"/>
                </a:lnTo>
                <a:lnTo>
                  <a:pt x="423158" y="433454"/>
                </a:lnTo>
                <a:lnTo>
                  <a:pt x="390106" y="445522"/>
                </a:lnTo>
                <a:lnTo>
                  <a:pt x="357064" y="457581"/>
                </a:lnTo>
                <a:lnTo>
                  <a:pt x="324012" y="469649"/>
                </a:lnTo>
                <a:lnTo>
                  <a:pt x="290960" y="481717"/>
                </a:lnTo>
                <a:lnTo>
                  <a:pt x="258537" y="495348"/>
                </a:lnTo>
                <a:lnTo>
                  <a:pt x="226219" y="509264"/>
                </a:lnTo>
                <a:lnTo>
                  <a:pt x="193900" y="523170"/>
                </a:lnTo>
                <a:lnTo>
                  <a:pt x="161582" y="537086"/>
                </a:lnTo>
                <a:lnTo>
                  <a:pt x="129264" y="550993"/>
                </a:lnTo>
                <a:lnTo>
                  <a:pt x="96945" y="564909"/>
                </a:lnTo>
                <a:lnTo>
                  <a:pt x="64637" y="578815"/>
                </a:lnTo>
                <a:lnTo>
                  <a:pt x="32318" y="592731"/>
                </a:lnTo>
                <a:lnTo>
                  <a:pt x="0" y="606638"/>
                </a:lnTo>
                <a:lnTo>
                  <a:pt x="13287" y="637289"/>
                </a:lnTo>
                <a:lnTo>
                  <a:pt x="28937" y="668798"/>
                </a:lnTo>
                <a:lnTo>
                  <a:pt x="44587" y="700307"/>
                </a:lnTo>
                <a:lnTo>
                  <a:pt x="60236" y="731815"/>
                </a:lnTo>
                <a:lnTo>
                  <a:pt x="75895" y="763324"/>
                </a:lnTo>
                <a:lnTo>
                  <a:pt x="91545" y="794842"/>
                </a:lnTo>
                <a:lnTo>
                  <a:pt x="107194" y="826351"/>
                </a:lnTo>
                <a:lnTo>
                  <a:pt x="122844" y="857860"/>
                </a:lnTo>
                <a:lnTo>
                  <a:pt x="138494" y="889368"/>
                </a:lnTo>
                <a:lnTo>
                  <a:pt x="154143" y="920887"/>
                </a:lnTo>
                <a:lnTo>
                  <a:pt x="169802" y="952395"/>
                </a:lnTo>
                <a:lnTo>
                  <a:pt x="185452" y="983904"/>
                </a:lnTo>
                <a:lnTo>
                  <a:pt x="201101" y="1015413"/>
                </a:lnTo>
                <a:lnTo>
                  <a:pt x="216751" y="1046921"/>
                </a:lnTo>
                <a:lnTo>
                  <a:pt x="232400" y="1078440"/>
                </a:lnTo>
                <a:lnTo>
                  <a:pt x="248050" y="1109948"/>
                </a:lnTo>
                <a:lnTo>
                  <a:pt x="263709" y="1141457"/>
                </a:lnTo>
                <a:lnTo>
                  <a:pt x="279359" y="1172966"/>
                </a:lnTo>
                <a:lnTo>
                  <a:pt x="295008" y="1204474"/>
                </a:lnTo>
                <a:lnTo>
                  <a:pt x="310658" y="1235993"/>
                </a:lnTo>
                <a:lnTo>
                  <a:pt x="326307" y="1267501"/>
                </a:lnTo>
                <a:lnTo>
                  <a:pt x="341957" y="1299010"/>
                </a:lnTo>
                <a:lnTo>
                  <a:pt x="357607" y="1330519"/>
                </a:lnTo>
                <a:lnTo>
                  <a:pt x="373266" y="1362037"/>
                </a:lnTo>
                <a:lnTo>
                  <a:pt x="388915" y="1393546"/>
                </a:lnTo>
                <a:lnTo>
                  <a:pt x="404565" y="1425054"/>
                </a:lnTo>
                <a:lnTo>
                  <a:pt x="420214" y="1456563"/>
                </a:lnTo>
                <a:lnTo>
                  <a:pt x="435864" y="1488072"/>
                </a:lnTo>
                <a:lnTo>
                  <a:pt x="451514" y="1519590"/>
                </a:lnTo>
                <a:lnTo>
                  <a:pt x="467173" y="1551099"/>
                </a:lnTo>
                <a:lnTo>
                  <a:pt x="482822" y="1582607"/>
                </a:lnTo>
                <a:lnTo>
                  <a:pt x="498472" y="1614116"/>
                </a:lnTo>
                <a:close/>
              </a:path>
            </a:pathLst>
          </a:custGeom>
          <a:solidFill xmlns:a="http://schemas.openxmlformats.org/drawingml/2006/main">
            <a:srgbClr val="E7F0F8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flow-phase-3">
            <a:extLst xmlns:a="http://schemas.openxmlformats.org/drawingml/2006/main">
              <a:ext uri="{FF2B5EF4-FFF2-40B4-BE49-F238E27FC236}">
                <a16:creationId xmlns:a16="http://schemas.microsoft.com/office/drawing/2014/main" id="{DDBD9B58-4829-4F57-B981-5AACC326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8815" y="2183521"/>
            <a:ext cx="4547168" cy="2107492"/>
          </a:xfrm>
          <a:custGeom xmlns:a="http://schemas.openxmlformats.org/drawingml/2006/main">
            <a:pathLst>
              <a:path w="4547168" h="2107492">
                <a:moveTo>
                  <a:pt x="353025" y="2107492"/>
                </a:moveTo>
                <a:lnTo>
                  <a:pt x="392878" y="2087442"/>
                </a:lnTo>
                <a:lnTo>
                  <a:pt x="432721" y="2067392"/>
                </a:lnTo>
                <a:lnTo>
                  <a:pt x="472573" y="2047342"/>
                </a:lnTo>
                <a:lnTo>
                  <a:pt x="512426" y="2027291"/>
                </a:lnTo>
                <a:lnTo>
                  <a:pt x="552269" y="2007241"/>
                </a:lnTo>
                <a:lnTo>
                  <a:pt x="592122" y="1987191"/>
                </a:lnTo>
                <a:lnTo>
                  <a:pt x="631974" y="1967141"/>
                </a:lnTo>
                <a:lnTo>
                  <a:pt x="671436" y="1946358"/>
                </a:lnTo>
                <a:lnTo>
                  <a:pt x="710422" y="1924669"/>
                </a:lnTo>
                <a:lnTo>
                  <a:pt x="749398" y="1902981"/>
                </a:lnTo>
                <a:lnTo>
                  <a:pt x="788384" y="1881302"/>
                </a:lnTo>
                <a:lnTo>
                  <a:pt x="827370" y="1859613"/>
                </a:lnTo>
                <a:lnTo>
                  <a:pt x="866356" y="1837925"/>
                </a:lnTo>
                <a:lnTo>
                  <a:pt x="905342" y="1816237"/>
                </a:lnTo>
                <a:lnTo>
                  <a:pt x="944309" y="1794539"/>
                </a:lnTo>
                <a:lnTo>
                  <a:pt x="983151" y="1772583"/>
                </a:lnTo>
                <a:lnTo>
                  <a:pt x="1021985" y="1750628"/>
                </a:lnTo>
                <a:lnTo>
                  <a:pt x="1060818" y="1728683"/>
                </a:lnTo>
                <a:lnTo>
                  <a:pt x="1099652" y="1706728"/>
                </a:lnTo>
                <a:lnTo>
                  <a:pt x="1138495" y="1684782"/>
                </a:lnTo>
                <a:lnTo>
                  <a:pt x="1177328" y="1662827"/>
                </a:lnTo>
                <a:lnTo>
                  <a:pt x="1216162" y="1640881"/>
                </a:lnTo>
                <a:lnTo>
                  <a:pt x="1255252" y="1619383"/>
                </a:lnTo>
                <a:lnTo>
                  <a:pt x="1294438" y="1598066"/>
                </a:lnTo>
                <a:lnTo>
                  <a:pt x="1333614" y="1576740"/>
                </a:lnTo>
                <a:lnTo>
                  <a:pt x="1372800" y="1555413"/>
                </a:lnTo>
                <a:lnTo>
                  <a:pt x="1411986" y="1534087"/>
                </a:lnTo>
                <a:lnTo>
                  <a:pt x="1451162" y="1512761"/>
                </a:lnTo>
                <a:lnTo>
                  <a:pt x="1490348" y="1491434"/>
                </a:lnTo>
                <a:lnTo>
                  <a:pt x="1529763" y="1470565"/>
                </a:lnTo>
                <a:lnTo>
                  <a:pt x="1569691" y="1450667"/>
                </a:lnTo>
                <a:lnTo>
                  <a:pt x="1609620" y="1430769"/>
                </a:lnTo>
                <a:lnTo>
                  <a:pt x="1649540" y="1410862"/>
                </a:lnTo>
                <a:lnTo>
                  <a:pt x="1689468" y="1390964"/>
                </a:lnTo>
                <a:lnTo>
                  <a:pt x="1729397" y="1371067"/>
                </a:lnTo>
                <a:lnTo>
                  <a:pt x="1769316" y="1351169"/>
                </a:lnTo>
                <a:lnTo>
                  <a:pt x="1809245" y="1331262"/>
                </a:lnTo>
                <a:lnTo>
                  <a:pt x="1849926" y="1313012"/>
                </a:lnTo>
                <a:lnTo>
                  <a:pt x="1890932" y="1295419"/>
                </a:lnTo>
                <a:lnTo>
                  <a:pt x="1931927" y="1277836"/>
                </a:lnTo>
                <a:lnTo>
                  <a:pt x="1972923" y="1260243"/>
                </a:lnTo>
                <a:lnTo>
                  <a:pt x="2013918" y="1242660"/>
                </a:lnTo>
                <a:lnTo>
                  <a:pt x="2054914" y="1225077"/>
                </a:lnTo>
                <a:lnTo>
                  <a:pt x="2095910" y="1207484"/>
                </a:lnTo>
                <a:lnTo>
                  <a:pt x="2136905" y="1189901"/>
                </a:lnTo>
                <a:lnTo>
                  <a:pt x="2178663" y="1174271"/>
                </a:lnTo>
                <a:lnTo>
                  <a:pt x="2220763" y="1159497"/>
                </a:lnTo>
                <a:lnTo>
                  <a:pt x="2262854" y="1144724"/>
                </a:lnTo>
                <a:lnTo>
                  <a:pt x="2304945" y="1129951"/>
                </a:lnTo>
                <a:lnTo>
                  <a:pt x="2347036" y="1115177"/>
                </a:lnTo>
                <a:lnTo>
                  <a:pt x="2389137" y="1100404"/>
                </a:lnTo>
                <a:lnTo>
                  <a:pt x="2431228" y="1085640"/>
                </a:lnTo>
                <a:lnTo>
                  <a:pt x="2473319" y="1070867"/>
                </a:lnTo>
                <a:lnTo>
                  <a:pt x="2515533" y="1056494"/>
                </a:lnTo>
                <a:lnTo>
                  <a:pt x="2558663" y="1045102"/>
                </a:lnTo>
                <a:lnTo>
                  <a:pt x="2601792" y="1033710"/>
                </a:lnTo>
                <a:lnTo>
                  <a:pt x="2644931" y="1022318"/>
                </a:lnTo>
                <a:lnTo>
                  <a:pt x="2688060" y="1010917"/>
                </a:lnTo>
                <a:lnTo>
                  <a:pt x="2731189" y="999525"/>
                </a:lnTo>
                <a:lnTo>
                  <a:pt x="2774318" y="988133"/>
                </a:lnTo>
                <a:lnTo>
                  <a:pt x="2817447" y="976741"/>
                </a:lnTo>
                <a:lnTo>
                  <a:pt x="2860577" y="965349"/>
                </a:lnTo>
                <a:lnTo>
                  <a:pt x="2903715" y="953957"/>
                </a:lnTo>
                <a:lnTo>
                  <a:pt x="2947426" y="945213"/>
                </a:lnTo>
                <a:lnTo>
                  <a:pt x="2991336" y="937327"/>
                </a:lnTo>
                <a:lnTo>
                  <a:pt x="3035246" y="929450"/>
                </a:lnTo>
                <a:lnTo>
                  <a:pt x="3079147" y="921563"/>
                </a:lnTo>
                <a:lnTo>
                  <a:pt x="3123057" y="913676"/>
                </a:lnTo>
                <a:lnTo>
                  <a:pt x="3166967" y="905799"/>
                </a:lnTo>
                <a:lnTo>
                  <a:pt x="3210878" y="897912"/>
                </a:lnTo>
                <a:lnTo>
                  <a:pt x="3254778" y="890026"/>
                </a:lnTo>
                <a:lnTo>
                  <a:pt x="3298688" y="882148"/>
                </a:lnTo>
                <a:lnTo>
                  <a:pt x="3342599" y="874262"/>
                </a:lnTo>
                <a:lnTo>
                  <a:pt x="3386680" y="867613"/>
                </a:lnTo>
                <a:lnTo>
                  <a:pt x="3431057" y="863117"/>
                </a:lnTo>
                <a:lnTo>
                  <a:pt x="3475444" y="858622"/>
                </a:lnTo>
                <a:lnTo>
                  <a:pt x="3519830" y="854126"/>
                </a:lnTo>
                <a:lnTo>
                  <a:pt x="3564207" y="849630"/>
                </a:lnTo>
                <a:lnTo>
                  <a:pt x="3608594" y="845134"/>
                </a:lnTo>
                <a:lnTo>
                  <a:pt x="3652971" y="840638"/>
                </a:lnTo>
                <a:lnTo>
                  <a:pt x="3697357" y="836143"/>
                </a:lnTo>
                <a:lnTo>
                  <a:pt x="3741744" y="831647"/>
                </a:lnTo>
                <a:lnTo>
                  <a:pt x="3786121" y="827151"/>
                </a:lnTo>
                <a:lnTo>
                  <a:pt x="3830507" y="822655"/>
                </a:lnTo>
                <a:lnTo>
                  <a:pt x="3874894" y="818159"/>
                </a:lnTo>
                <a:lnTo>
                  <a:pt x="3888981" y="848516"/>
                </a:lnTo>
                <a:lnTo>
                  <a:pt x="3890705" y="893093"/>
                </a:lnTo>
                <a:lnTo>
                  <a:pt x="3892429" y="937670"/>
                </a:lnTo>
                <a:lnTo>
                  <a:pt x="3926357" y="913943"/>
                </a:lnTo>
                <a:lnTo>
                  <a:pt x="3961848" y="886911"/>
                </a:lnTo>
                <a:lnTo>
                  <a:pt x="3997328" y="859879"/>
                </a:lnTo>
                <a:lnTo>
                  <a:pt x="4032818" y="832847"/>
                </a:lnTo>
                <a:lnTo>
                  <a:pt x="4068299" y="805805"/>
                </a:lnTo>
                <a:lnTo>
                  <a:pt x="4103789" y="778774"/>
                </a:lnTo>
                <a:lnTo>
                  <a:pt x="4139270" y="751742"/>
                </a:lnTo>
                <a:lnTo>
                  <a:pt x="4174760" y="724710"/>
                </a:lnTo>
                <a:lnTo>
                  <a:pt x="4210241" y="697678"/>
                </a:lnTo>
                <a:lnTo>
                  <a:pt x="4245731" y="670636"/>
                </a:lnTo>
                <a:lnTo>
                  <a:pt x="4281211" y="643604"/>
                </a:lnTo>
                <a:lnTo>
                  <a:pt x="4316701" y="616572"/>
                </a:lnTo>
                <a:lnTo>
                  <a:pt x="4352182" y="589540"/>
                </a:lnTo>
                <a:lnTo>
                  <a:pt x="4387672" y="562508"/>
                </a:lnTo>
                <a:lnTo>
                  <a:pt x="4423153" y="535467"/>
                </a:lnTo>
                <a:lnTo>
                  <a:pt x="4458643" y="508435"/>
                </a:lnTo>
                <a:lnTo>
                  <a:pt x="4494124" y="481403"/>
                </a:lnTo>
                <a:lnTo>
                  <a:pt x="4529604" y="454371"/>
                </a:lnTo>
                <a:lnTo>
                  <a:pt x="4547168" y="428130"/>
                </a:lnTo>
                <a:lnTo>
                  <a:pt x="4509430" y="404346"/>
                </a:lnTo>
                <a:lnTo>
                  <a:pt x="4471683" y="380562"/>
                </a:lnTo>
                <a:lnTo>
                  <a:pt x="4433945" y="356778"/>
                </a:lnTo>
                <a:lnTo>
                  <a:pt x="4396207" y="332994"/>
                </a:lnTo>
                <a:lnTo>
                  <a:pt x="4358469" y="309201"/>
                </a:lnTo>
                <a:lnTo>
                  <a:pt x="4320721" y="285417"/>
                </a:lnTo>
                <a:lnTo>
                  <a:pt x="4282983" y="261633"/>
                </a:lnTo>
                <a:lnTo>
                  <a:pt x="4245245" y="237849"/>
                </a:lnTo>
                <a:lnTo>
                  <a:pt x="4207507" y="214065"/>
                </a:lnTo>
                <a:lnTo>
                  <a:pt x="4169769" y="190281"/>
                </a:lnTo>
                <a:lnTo>
                  <a:pt x="4132021" y="166497"/>
                </a:lnTo>
                <a:lnTo>
                  <a:pt x="4094283" y="142713"/>
                </a:lnTo>
                <a:lnTo>
                  <a:pt x="4056545" y="118929"/>
                </a:lnTo>
                <a:lnTo>
                  <a:pt x="4018807" y="95136"/>
                </a:lnTo>
                <a:lnTo>
                  <a:pt x="3981069" y="71352"/>
                </a:lnTo>
                <a:lnTo>
                  <a:pt x="3943321" y="47568"/>
                </a:lnTo>
                <a:lnTo>
                  <a:pt x="3905583" y="23784"/>
                </a:lnTo>
                <a:lnTo>
                  <a:pt x="3867845" y="0"/>
                </a:lnTo>
                <a:lnTo>
                  <a:pt x="3851539" y="13354"/>
                </a:lnTo>
                <a:lnTo>
                  <a:pt x="3853272" y="57922"/>
                </a:lnTo>
                <a:lnTo>
                  <a:pt x="3854996" y="102499"/>
                </a:lnTo>
                <a:lnTo>
                  <a:pt x="3820344" y="114233"/>
                </a:lnTo>
                <a:lnTo>
                  <a:pt x="3775815" y="117053"/>
                </a:lnTo>
                <a:lnTo>
                  <a:pt x="3731295" y="119882"/>
                </a:lnTo>
                <a:lnTo>
                  <a:pt x="3686775" y="122701"/>
                </a:lnTo>
                <a:lnTo>
                  <a:pt x="3642255" y="125530"/>
                </a:lnTo>
                <a:lnTo>
                  <a:pt x="3597735" y="128349"/>
                </a:lnTo>
                <a:lnTo>
                  <a:pt x="3553216" y="131178"/>
                </a:lnTo>
                <a:lnTo>
                  <a:pt x="3508696" y="133998"/>
                </a:lnTo>
                <a:lnTo>
                  <a:pt x="3464176" y="136827"/>
                </a:lnTo>
                <a:lnTo>
                  <a:pt x="3419656" y="139646"/>
                </a:lnTo>
                <a:lnTo>
                  <a:pt x="3375136" y="142475"/>
                </a:lnTo>
                <a:lnTo>
                  <a:pt x="3330616" y="145294"/>
                </a:lnTo>
                <a:lnTo>
                  <a:pt x="3286096" y="148123"/>
                </a:lnTo>
                <a:lnTo>
                  <a:pt x="3241891" y="154076"/>
                </a:lnTo>
                <a:lnTo>
                  <a:pt x="3197685" y="160125"/>
                </a:lnTo>
                <a:lnTo>
                  <a:pt x="3153489" y="166164"/>
                </a:lnTo>
                <a:lnTo>
                  <a:pt x="3109293" y="172212"/>
                </a:lnTo>
                <a:lnTo>
                  <a:pt x="3065097" y="178260"/>
                </a:lnTo>
                <a:lnTo>
                  <a:pt x="3020892" y="184299"/>
                </a:lnTo>
                <a:lnTo>
                  <a:pt x="2976696" y="190348"/>
                </a:lnTo>
                <a:lnTo>
                  <a:pt x="2932500" y="196396"/>
                </a:lnTo>
                <a:lnTo>
                  <a:pt x="2888304" y="202444"/>
                </a:lnTo>
                <a:lnTo>
                  <a:pt x="2844098" y="208483"/>
                </a:lnTo>
                <a:lnTo>
                  <a:pt x="2799902" y="214532"/>
                </a:lnTo>
                <a:lnTo>
                  <a:pt x="2755887" y="221618"/>
                </a:lnTo>
                <a:lnTo>
                  <a:pt x="2712272" y="230981"/>
                </a:lnTo>
                <a:lnTo>
                  <a:pt x="2668657" y="240344"/>
                </a:lnTo>
                <a:lnTo>
                  <a:pt x="2625042" y="249707"/>
                </a:lnTo>
                <a:lnTo>
                  <a:pt x="2581427" y="259080"/>
                </a:lnTo>
                <a:lnTo>
                  <a:pt x="2537812" y="268443"/>
                </a:lnTo>
                <a:lnTo>
                  <a:pt x="2494188" y="277806"/>
                </a:lnTo>
                <a:lnTo>
                  <a:pt x="2450573" y="287169"/>
                </a:lnTo>
                <a:lnTo>
                  <a:pt x="2406958" y="296532"/>
                </a:lnTo>
                <a:lnTo>
                  <a:pt x="2363343" y="305905"/>
                </a:lnTo>
                <a:lnTo>
                  <a:pt x="2319728" y="315268"/>
                </a:lnTo>
                <a:lnTo>
                  <a:pt x="2276637" y="326669"/>
                </a:lnTo>
                <a:lnTo>
                  <a:pt x="2233832" y="339261"/>
                </a:lnTo>
                <a:lnTo>
                  <a:pt x="2191036" y="351854"/>
                </a:lnTo>
                <a:lnTo>
                  <a:pt x="2148240" y="364436"/>
                </a:lnTo>
                <a:lnTo>
                  <a:pt x="2105444" y="377028"/>
                </a:lnTo>
                <a:lnTo>
                  <a:pt x="2062648" y="389611"/>
                </a:lnTo>
                <a:lnTo>
                  <a:pt x="2019852" y="402203"/>
                </a:lnTo>
                <a:lnTo>
                  <a:pt x="1977057" y="414785"/>
                </a:lnTo>
                <a:lnTo>
                  <a:pt x="1934251" y="427377"/>
                </a:lnTo>
                <a:lnTo>
                  <a:pt x="1891455" y="439960"/>
                </a:lnTo>
                <a:lnTo>
                  <a:pt x="1849364" y="454676"/>
                </a:lnTo>
                <a:lnTo>
                  <a:pt x="1807445" y="469935"/>
                </a:lnTo>
                <a:lnTo>
                  <a:pt x="1765525" y="485204"/>
                </a:lnTo>
                <a:lnTo>
                  <a:pt x="1723606" y="500463"/>
                </a:lnTo>
                <a:lnTo>
                  <a:pt x="1681686" y="515722"/>
                </a:lnTo>
                <a:lnTo>
                  <a:pt x="1639767" y="530990"/>
                </a:lnTo>
                <a:lnTo>
                  <a:pt x="1597857" y="546249"/>
                </a:lnTo>
                <a:lnTo>
                  <a:pt x="1555937" y="561508"/>
                </a:lnTo>
                <a:lnTo>
                  <a:pt x="1514018" y="576777"/>
                </a:lnTo>
                <a:lnTo>
                  <a:pt x="1472717" y="593588"/>
                </a:lnTo>
                <a:lnTo>
                  <a:pt x="1431693" y="611124"/>
                </a:lnTo>
                <a:lnTo>
                  <a:pt x="1390669" y="628650"/>
                </a:lnTo>
                <a:lnTo>
                  <a:pt x="1349654" y="646186"/>
                </a:lnTo>
                <a:lnTo>
                  <a:pt x="1308630" y="663721"/>
                </a:lnTo>
                <a:lnTo>
                  <a:pt x="1267616" y="681247"/>
                </a:lnTo>
                <a:lnTo>
                  <a:pt x="1226591" y="698783"/>
                </a:lnTo>
                <a:lnTo>
                  <a:pt x="1185567" y="716309"/>
                </a:lnTo>
                <a:lnTo>
                  <a:pt x="1144676" y="734139"/>
                </a:lnTo>
                <a:lnTo>
                  <a:pt x="1104290" y="753066"/>
                </a:lnTo>
                <a:lnTo>
                  <a:pt x="1063895" y="772001"/>
                </a:lnTo>
                <a:lnTo>
                  <a:pt x="1023499" y="790927"/>
                </a:lnTo>
                <a:lnTo>
                  <a:pt x="983104" y="809863"/>
                </a:lnTo>
                <a:lnTo>
                  <a:pt x="942708" y="828789"/>
                </a:lnTo>
                <a:lnTo>
                  <a:pt x="902322" y="847725"/>
                </a:lnTo>
                <a:lnTo>
                  <a:pt x="861927" y="866651"/>
                </a:lnTo>
                <a:lnTo>
                  <a:pt x="821607" y="885739"/>
                </a:lnTo>
                <a:lnTo>
                  <a:pt x="781450" y="905170"/>
                </a:lnTo>
                <a:lnTo>
                  <a:pt x="741293" y="924611"/>
                </a:lnTo>
                <a:lnTo>
                  <a:pt x="701145" y="944042"/>
                </a:lnTo>
                <a:lnTo>
                  <a:pt x="660987" y="963473"/>
                </a:lnTo>
                <a:lnTo>
                  <a:pt x="620830" y="982904"/>
                </a:lnTo>
                <a:lnTo>
                  <a:pt x="580682" y="1002344"/>
                </a:lnTo>
                <a:lnTo>
                  <a:pt x="540525" y="1021775"/>
                </a:lnTo>
                <a:lnTo>
                  <a:pt x="500186" y="1040825"/>
                </a:lnTo>
                <a:lnTo>
                  <a:pt x="459829" y="1059828"/>
                </a:lnTo>
                <a:lnTo>
                  <a:pt x="419471" y="1078840"/>
                </a:lnTo>
                <a:lnTo>
                  <a:pt x="379114" y="1097852"/>
                </a:lnTo>
                <a:lnTo>
                  <a:pt x="338757" y="1116854"/>
                </a:lnTo>
                <a:lnTo>
                  <a:pt x="298399" y="1135866"/>
                </a:lnTo>
                <a:lnTo>
                  <a:pt x="258042" y="1154868"/>
                </a:lnTo>
                <a:lnTo>
                  <a:pt x="216932" y="1172204"/>
                </a:lnTo>
                <a:lnTo>
                  <a:pt x="175822" y="1189530"/>
                </a:lnTo>
                <a:lnTo>
                  <a:pt x="134722" y="1206856"/>
                </a:lnTo>
                <a:lnTo>
                  <a:pt x="93612" y="1224182"/>
                </a:lnTo>
                <a:lnTo>
                  <a:pt x="52502" y="1241508"/>
                </a:lnTo>
                <a:lnTo>
                  <a:pt x="11392" y="1258824"/>
                </a:lnTo>
                <a:lnTo>
                  <a:pt x="0" y="1288113"/>
                </a:lnTo>
                <a:lnTo>
                  <a:pt x="17650" y="1329080"/>
                </a:lnTo>
                <a:lnTo>
                  <a:pt x="35300" y="1370047"/>
                </a:lnTo>
                <a:lnTo>
                  <a:pt x="52949" y="1411014"/>
                </a:lnTo>
                <a:lnTo>
                  <a:pt x="70609" y="1451991"/>
                </a:lnTo>
                <a:lnTo>
                  <a:pt x="88259" y="1492958"/>
                </a:lnTo>
                <a:lnTo>
                  <a:pt x="105908" y="1533925"/>
                </a:lnTo>
                <a:lnTo>
                  <a:pt x="123558" y="1574892"/>
                </a:lnTo>
                <a:lnTo>
                  <a:pt x="141208" y="1615869"/>
                </a:lnTo>
                <a:lnTo>
                  <a:pt x="158858" y="1656836"/>
                </a:lnTo>
                <a:lnTo>
                  <a:pt x="176508" y="1697803"/>
                </a:lnTo>
                <a:lnTo>
                  <a:pt x="194167" y="1738770"/>
                </a:lnTo>
                <a:lnTo>
                  <a:pt x="211817" y="1779737"/>
                </a:lnTo>
                <a:lnTo>
                  <a:pt x="229467" y="1820713"/>
                </a:lnTo>
                <a:lnTo>
                  <a:pt x="247117" y="1861680"/>
                </a:lnTo>
                <a:lnTo>
                  <a:pt x="264766" y="1902647"/>
                </a:lnTo>
                <a:lnTo>
                  <a:pt x="282416" y="1943614"/>
                </a:lnTo>
                <a:lnTo>
                  <a:pt x="300066" y="1984591"/>
                </a:lnTo>
                <a:lnTo>
                  <a:pt x="317725" y="2025558"/>
                </a:lnTo>
                <a:lnTo>
                  <a:pt x="335375" y="2066525"/>
                </a:lnTo>
                <a:lnTo>
                  <a:pt x="353025" y="2107492"/>
                </a:lnTo>
                <a:close/>
              </a:path>
            </a:pathLst>
          </a:custGeom>
          <a:solidFill xmlns:a="http://schemas.openxmlformats.org/drawingml/2006/main">
            <a:srgbClr val="DCE9F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flow-centerline">
            <a:extLst xmlns:a="http://schemas.openxmlformats.org/drawingml/2006/main">
              <a:ext uri="{FF2B5EF4-FFF2-40B4-BE49-F238E27FC236}">
                <a16:creationId xmlns:a16="http://schemas.microsoft.com/office/drawing/2014/main" id="{8EE70F1A-5B77-4351-9B4F-764656D2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" y="2647950"/>
            <a:ext cx="9410700" cy="2626862"/>
          </a:xfrm>
          <a:custGeom xmlns:a="http://schemas.openxmlformats.org/drawingml/2006/main">
            <a:pathLst>
              <a:path w="9410700" h="2626862">
                <a:moveTo>
                  <a:pt x="0" y="2495550"/>
                </a:moveTo>
                <a:lnTo>
                  <a:pt x="39634" y="2507323"/>
                </a:lnTo>
                <a:lnTo>
                  <a:pt x="79277" y="2519096"/>
                </a:lnTo>
                <a:lnTo>
                  <a:pt x="118910" y="2530869"/>
                </a:lnTo>
                <a:lnTo>
                  <a:pt x="158544" y="2542642"/>
                </a:lnTo>
                <a:lnTo>
                  <a:pt x="198177" y="2554415"/>
                </a:lnTo>
                <a:lnTo>
                  <a:pt x="237820" y="2566187"/>
                </a:lnTo>
                <a:lnTo>
                  <a:pt x="277454" y="2577960"/>
                </a:lnTo>
                <a:lnTo>
                  <a:pt x="317973" y="2585790"/>
                </a:lnTo>
                <a:lnTo>
                  <a:pt x="358835" y="2592076"/>
                </a:lnTo>
                <a:lnTo>
                  <a:pt x="399707" y="2598363"/>
                </a:lnTo>
                <a:lnTo>
                  <a:pt x="440569" y="2604659"/>
                </a:lnTo>
                <a:lnTo>
                  <a:pt x="481441" y="2610945"/>
                </a:lnTo>
                <a:lnTo>
                  <a:pt x="522303" y="2617232"/>
                </a:lnTo>
                <a:lnTo>
                  <a:pt x="563194" y="2623214"/>
                </a:lnTo>
                <a:lnTo>
                  <a:pt x="604542" y="2623823"/>
                </a:lnTo>
                <a:lnTo>
                  <a:pt x="645881" y="2624433"/>
                </a:lnTo>
                <a:lnTo>
                  <a:pt x="687229" y="2625042"/>
                </a:lnTo>
                <a:lnTo>
                  <a:pt x="728567" y="2625652"/>
                </a:lnTo>
                <a:lnTo>
                  <a:pt x="769915" y="2626262"/>
                </a:lnTo>
                <a:lnTo>
                  <a:pt x="811254" y="2626862"/>
                </a:lnTo>
                <a:lnTo>
                  <a:pt x="852364" y="2623042"/>
                </a:lnTo>
                <a:lnTo>
                  <a:pt x="893407" y="2618003"/>
                </a:lnTo>
                <a:lnTo>
                  <a:pt x="934441" y="2612974"/>
                </a:lnTo>
                <a:lnTo>
                  <a:pt x="975484" y="2607945"/>
                </a:lnTo>
                <a:lnTo>
                  <a:pt x="1016527" y="2602916"/>
                </a:lnTo>
                <a:lnTo>
                  <a:pt x="1057561" y="2597877"/>
                </a:lnTo>
                <a:lnTo>
                  <a:pt x="1097947" y="2589295"/>
                </a:lnTo>
                <a:lnTo>
                  <a:pt x="1138095" y="2579380"/>
                </a:lnTo>
                <a:lnTo>
                  <a:pt x="1178233" y="2569464"/>
                </a:lnTo>
                <a:lnTo>
                  <a:pt x="1218371" y="2559548"/>
                </a:lnTo>
                <a:lnTo>
                  <a:pt x="1258510" y="2549633"/>
                </a:lnTo>
                <a:lnTo>
                  <a:pt x="1298658" y="2539717"/>
                </a:lnTo>
                <a:lnTo>
                  <a:pt x="1337901" y="2526811"/>
                </a:lnTo>
                <a:lnTo>
                  <a:pt x="1376877" y="2513019"/>
                </a:lnTo>
                <a:lnTo>
                  <a:pt x="1415863" y="2499236"/>
                </a:lnTo>
                <a:lnTo>
                  <a:pt x="1454849" y="2485454"/>
                </a:lnTo>
                <a:lnTo>
                  <a:pt x="1493825" y="2471661"/>
                </a:lnTo>
                <a:lnTo>
                  <a:pt x="1532811" y="2457879"/>
                </a:lnTo>
                <a:lnTo>
                  <a:pt x="1570968" y="2442010"/>
                </a:lnTo>
                <a:lnTo>
                  <a:pt x="1608877" y="2425494"/>
                </a:lnTo>
                <a:lnTo>
                  <a:pt x="1646787" y="2408987"/>
                </a:lnTo>
                <a:lnTo>
                  <a:pt x="1684687" y="2392470"/>
                </a:lnTo>
                <a:lnTo>
                  <a:pt x="1722596" y="2375954"/>
                </a:lnTo>
                <a:lnTo>
                  <a:pt x="1760496" y="2359438"/>
                </a:lnTo>
                <a:lnTo>
                  <a:pt x="1797825" y="2341655"/>
                </a:lnTo>
                <a:lnTo>
                  <a:pt x="1834896" y="2323357"/>
                </a:lnTo>
                <a:lnTo>
                  <a:pt x="1871967" y="2305050"/>
                </a:lnTo>
                <a:lnTo>
                  <a:pt x="1909048" y="2286743"/>
                </a:lnTo>
                <a:lnTo>
                  <a:pt x="1946119" y="2268436"/>
                </a:lnTo>
                <a:lnTo>
                  <a:pt x="1983200" y="2250138"/>
                </a:lnTo>
                <a:lnTo>
                  <a:pt x="2019986" y="2231279"/>
                </a:lnTo>
                <a:lnTo>
                  <a:pt x="2056571" y="2212000"/>
                </a:lnTo>
                <a:lnTo>
                  <a:pt x="2093147" y="2192731"/>
                </a:lnTo>
                <a:lnTo>
                  <a:pt x="2129733" y="2173453"/>
                </a:lnTo>
                <a:lnTo>
                  <a:pt x="2166309" y="2154174"/>
                </a:lnTo>
                <a:lnTo>
                  <a:pt x="2202885" y="2134895"/>
                </a:lnTo>
                <a:lnTo>
                  <a:pt x="2239461" y="2115607"/>
                </a:lnTo>
                <a:lnTo>
                  <a:pt x="2276008" y="2096281"/>
                </a:lnTo>
                <a:lnTo>
                  <a:pt x="2312565" y="2076955"/>
                </a:lnTo>
                <a:lnTo>
                  <a:pt x="2349122" y="2057629"/>
                </a:lnTo>
                <a:lnTo>
                  <a:pt x="2385670" y="2038312"/>
                </a:lnTo>
                <a:lnTo>
                  <a:pt x="2422227" y="2018986"/>
                </a:lnTo>
                <a:lnTo>
                  <a:pt x="2458784" y="1999659"/>
                </a:lnTo>
                <a:lnTo>
                  <a:pt x="2495702" y="1981057"/>
                </a:lnTo>
                <a:lnTo>
                  <a:pt x="2532659" y="1962502"/>
                </a:lnTo>
                <a:lnTo>
                  <a:pt x="2569607" y="1943957"/>
                </a:lnTo>
                <a:lnTo>
                  <a:pt x="2606564" y="1925403"/>
                </a:lnTo>
                <a:lnTo>
                  <a:pt x="2643521" y="1906857"/>
                </a:lnTo>
                <a:lnTo>
                  <a:pt x="2680468" y="1888303"/>
                </a:lnTo>
                <a:lnTo>
                  <a:pt x="2717759" y="1870462"/>
                </a:lnTo>
                <a:lnTo>
                  <a:pt x="2755440" y="1853441"/>
                </a:lnTo>
                <a:lnTo>
                  <a:pt x="2793121" y="1836420"/>
                </a:lnTo>
                <a:lnTo>
                  <a:pt x="2830801" y="1819389"/>
                </a:lnTo>
                <a:lnTo>
                  <a:pt x="2868482" y="1802368"/>
                </a:lnTo>
                <a:lnTo>
                  <a:pt x="2906163" y="1785347"/>
                </a:lnTo>
                <a:lnTo>
                  <a:pt x="2943844" y="1768326"/>
                </a:lnTo>
                <a:lnTo>
                  <a:pt x="2982354" y="1753286"/>
                </a:lnTo>
                <a:lnTo>
                  <a:pt x="3020939" y="1738417"/>
                </a:lnTo>
                <a:lnTo>
                  <a:pt x="3059525" y="1723558"/>
                </a:lnTo>
                <a:lnTo>
                  <a:pt x="3098111" y="1708699"/>
                </a:lnTo>
                <a:lnTo>
                  <a:pt x="3136687" y="1693831"/>
                </a:lnTo>
                <a:lnTo>
                  <a:pt x="3175273" y="1678972"/>
                </a:lnTo>
                <a:lnTo>
                  <a:pt x="3214126" y="1664884"/>
                </a:lnTo>
                <a:lnTo>
                  <a:pt x="3253759" y="1653121"/>
                </a:lnTo>
                <a:lnTo>
                  <a:pt x="3293402" y="1641358"/>
                </a:lnTo>
                <a:lnTo>
                  <a:pt x="3333036" y="1629585"/>
                </a:lnTo>
                <a:lnTo>
                  <a:pt x="3372679" y="1617821"/>
                </a:lnTo>
                <a:lnTo>
                  <a:pt x="3412312" y="1606058"/>
                </a:lnTo>
                <a:lnTo>
                  <a:pt x="3451955" y="1594295"/>
                </a:lnTo>
                <a:lnTo>
                  <a:pt x="3492008" y="1584227"/>
                </a:lnTo>
                <a:lnTo>
                  <a:pt x="3532584" y="1576254"/>
                </a:lnTo>
                <a:lnTo>
                  <a:pt x="3573151" y="1568272"/>
                </a:lnTo>
                <a:lnTo>
                  <a:pt x="3613718" y="1560290"/>
                </a:lnTo>
                <a:lnTo>
                  <a:pt x="3654295" y="1552318"/>
                </a:lnTo>
                <a:lnTo>
                  <a:pt x="3694862" y="1544336"/>
                </a:lnTo>
                <a:lnTo>
                  <a:pt x="3735429" y="1536354"/>
                </a:lnTo>
                <a:lnTo>
                  <a:pt x="3776253" y="1530144"/>
                </a:lnTo>
                <a:lnTo>
                  <a:pt x="3817439" y="1526524"/>
                </a:lnTo>
                <a:lnTo>
                  <a:pt x="3858635" y="1522895"/>
                </a:lnTo>
                <a:lnTo>
                  <a:pt x="3899821" y="1519266"/>
                </a:lnTo>
                <a:lnTo>
                  <a:pt x="3941007" y="1515637"/>
                </a:lnTo>
                <a:lnTo>
                  <a:pt x="3982193" y="1512018"/>
                </a:lnTo>
                <a:lnTo>
                  <a:pt x="4023389" y="1508389"/>
                </a:lnTo>
                <a:lnTo>
                  <a:pt x="4064584" y="1504960"/>
                </a:lnTo>
                <a:lnTo>
                  <a:pt x="4105932" y="1505198"/>
                </a:lnTo>
                <a:lnTo>
                  <a:pt x="4147271" y="1505436"/>
                </a:lnTo>
                <a:lnTo>
                  <a:pt x="4188619" y="1505664"/>
                </a:lnTo>
                <a:lnTo>
                  <a:pt x="4229967" y="1505903"/>
                </a:lnTo>
                <a:lnTo>
                  <a:pt x="4271315" y="1506141"/>
                </a:lnTo>
                <a:lnTo>
                  <a:pt x="4312663" y="1506369"/>
                </a:lnTo>
                <a:lnTo>
                  <a:pt x="4354011" y="1506607"/>
                </a:lnTo>
                <a:lnTo>
                  <a:pt x="4395359" y="1506845"/>
                </a:lnTo>
                <a:lnTo>
                  <a:pt x="4436650" y="1504779"/>
                </a:lnTo>
                <a:lnTo>
                  <a:pt x="4477941" y="1502588"/>
                </a:lnTo>
                <a:lnTo>
                  <a:pt x="4519232" y="1500388"/>
                </a:lnTo>
                <a:lnTo>
                  <a:pt x="4560513" y="1498187"/>
                </a:lnTo>
                <a:lnTo>
                  <a:pt x="4601804" y="1495997"/>
                </a:lnTo>
                <a:lnTo>
                  <a:pt x="4643095" y="1493796"/>
                </a:lnTo>
                <a:lnTo>
                  <a:pt x="4684385" y="1491596"/>
                </a:lnTo>
                <a:lnTo>
                  <a:pt x="4725676" y="1489396"/>
                </a:lnTo>
                <a:lnTo>
                  <a:pt x="4766634" y="1484100"/>
                </a:lnTo>
                <a:lnTo>
                  <a:pt x="4807448" y="1477528"/>
                </a:lnTo>
                <a:lnTo>
                  <a:pt x="4848273" y="1470946"/>
                </a:lnTo>
                <a:lnTo>
                  <a:pt x="4889097" y="1464374"/>
                </a:lnTo>
                <a:lnTo>
                  <a:pt x="4929921" y="1457801"/>
                </a:lnTo>
                <a:lnTo>
                  <a:pt x="4970736" y="1451219"/>
                </a:lnTo>
                <a:lnTo>
                  <a:pt x="5011560" y="1444647"/>
                </a:lnTo>
                <a:lnTo>
                  <a:pt x="5052355" y="1437942"/>
                </a:lnTo>
                <a:lnTo>
                  <a:pt x="5092332" y="1427397"/>
                </a:lnTo>
                <a:lnTo>
                  <a:pt x="5132318" y="1416853"/>
                </a:lnTo>
                <a:lnTo>
                  <a:pt x="5172294" y="1406300"/>
                </a:lnTo>
                <a:lnTo>
                  <a:pt x="5212271" y="1395755"/>
                </a:lnTo>
                <a:lnTo>
                  <a:pt x="5252247" y="1385202"/>
                </a:lnTo>
                <a:lnTo>
                  <a:pt x="5292233" y="1374658"/>
                </a:lnTo>
                <a:lnTo>
                  <a:pt x="5332209" y="1364104"/>
                </a:lnTo>
                <a:lnTo>
                  <a:pt x="5371376" y="1350978"/>
                </a:lnTo>
                <a:lnTo>
                  <a:pt x="5410229" y="1336824"/>
                </a:lnTo>
                <a:lnTo>
                  <a:pt x="5449081" y="1322670"/>
                </a:lnTo>
                <a:lnTo>
                  <a:pt x="5487934" y="1308525"/>
                </a:lnTo>
                <a:lnTo>
                  <a:pt x="5526786" y="1294371"/>
                </a:lnTo>
                <a:lnTo>
                  <a:pt x="5565629" y="1280217"/>
                </a:lnTo>
                <a:lnTo>
                  <a:pt x="5604481" y="1266063"/>
                </a:lnTo>
                <a:lnTo>
                  <a:pt x="5642753" y="1250461"/>
                </a:lnTo>
                <a:lnTo>
                  <a:pt x="5680596" y="1233821"/>
                </a:lnTo>
                <a:lnTo>
                  <a:pt x="5718448" y="1217181"/>
                </a:lnTo>
                <a:lnTo>
                  <a:pt x="5756300" y="1200531"/>
                </a:lnTo>
                <a:lnTo>
                  <a:pt x="5794153" y="1183891"/>
                </a:lnTo>
                <a:lnTo>
                  <a:pt x="5832005" y="1167251"/>
                </a:lnTo>
                <a:lnTo>
                  <a:pt x="5869848" y="1150601"/>
                </a:lnTo>
                <a:lnTo>
                  <a:pt x="5907300" y="1133113"/>
                </a:lnTo>
                <a:lnTo>
                  <a:pt x="5944343" y="1114730"/>
                </a:lnTo>
                <a:lnTo>
                  <a:pt x="5981376" y="1096347"/>
                </a:lnTo>
                <a:lnTo>
                  <a:pt x="6018409" y="1077963"/>
                </a:lnTo>
                <a:lnTo>
                  <a:pt x="6055443" y="1059580"/>
                </a:lnTo>
                <a:lnTo>
                  <a:pt x="6092485" y="1041187"/>
                </a:lnTo>
                <a:lnTo>
                  <a:pt x="6129518" y="1022804"/>
                </a:lnTo>
                <a:lnTo>
                  <a:pt x="6166409" y="1004145"/>
                </a:lnTo>
                <a:lnTo>
                  <a:pt x="6203023" y="984933"/>
                </a:lnTo>
                <a:lnTo>
                  <a:pt x="6239637" y="965711"/>
                </a:lnTo>
                <a:lnTo>
                  <a:pt x="6276242" y="946499"/>
                </a:lnTo>
                <a:lnTo>
                  <a:pt x="6312856" y="927287"/>
                </a:lnTo>
                <a:lnTo>
                  <a:pt x="6349470" y="908066"/>
                </a:lnTo>
                <a:lnTo>
                  <a:pt x="6386084" y="888854"/>
                </a:lnTo>
                <a:lnTo>
                  <a:pt x="6422688" y="869642"/>
                </a:lnTo>
                <a:lnTo>
                  <a:pt x="6459417" y="850649"/>
                </a:lnTo>
                <a:lnTo>
                  <a:pt x="6496145" y="831656"/>
                </a:lnTo>
                <a:lnTo>
                  <a:pt x="6532874" y="812663"/>
                </a:lnTo>
                <a:lnTo>
                  <a:pt x="6569602" y="793671"/>
                </a:lnTo>
                <a:lnTo>
                  <a:pt x="6606330" y="774678"/>
                </a:lnTo>
                <a:lnTo>
                  <a:pt x="6643059" y="755685"/>
                </a:lnTo>
                <a:lnTo>
                  <a:pt x="6679787" y="736692"/>
                </a:lnTo>
                <a:lnTo>
                  <a:pt x="6716668" y="718014"/>
                </a:lnTo>
                <a:lnTo>
                  <a:pt x="6753777" y="699764"/>
                </a:lnTo>
                <a:lnTo>
                  <a:pt x="6790877" y="681514"/>
                </a:lnTo>
                <a:lnTo>
                  <a:pt x="6827977" y="663273"/>
                </a:lnTo>
                <a:lnTo>
                  <a:pt x="6865087" y="645023"/>
                </a:lnTo>
                <a:lnTo>
                  <a:pt x="6902186" y="626774"/>
                </a:lnTo>
                <a:lnTo>
                  <a:pt x="6939286" y="608524"/>
                </a:lnTo>
                <a:lnTo>
                  <a:pt x="6976386" y="590274"/>
                </a:lnTo>
                <a:lnTo>
                  <a:pt x="7013905" y="572910"/>
                </a:lnTo>
                <a:lnTo>
                  <a:pt x="7051758" y="556270"/>
                </a:lnTo>
                <a:lnTo>
                  <a:pt x="7089610" y="539639"/>
                </a:lnTo>
                <a:lnTo>
                  <a:pt x="7127462" y="523008"/>
                </a:lnTo>
                <a:lnTo>
                  <a:pt x="7165324" y="506378"/>
                </a:lnTo>
                <a:lnTo>
                  <a:pt x="7203176" y="489737"/>
                </a:lnTo>
                <a:lnTo>
                  <a:pt x="7241029" y="473107"/>
                </a:lnTo>
                <a:lnTo>
                  <a:pt x="7278881" y="456476"/>
                </a:lnTo>
                <a:lnTo>
                  <a:pt x="7316953" y="440369"/>
                </a:lnTo>
                <a:lnTo>
                  <a:pt x="7355691" y="425910"/>
                </a:lnTo>
                <a:lnTo>
                  <a:pt x="7394429" y="411451"/>
                </a:lnTo>
                <a:lnTo>
                  <a:pt x="7433167" y="396992"/>
                </a:lnTo>
                <a:lnTo>
                  <a:pt x="7471896" y="382534"/>
                </a:lnTo>
                <a:lnTo>
                  <a:pt x="7510634" y="368075"/>
                </a:lnTo>
                <a:lnTo>
                  <a:pt x="7549372" y="353616"/>
                </a:lnTo>
                <a:lnTo>
                  <a:pt x="7588110" y="339157"/>
                </a:lnTo>
                <a:lnTo>
                  <a:pt x="7626848" y="324698"/>
                </a:lnTo>
                <a:lnTo>
                  <a:pt x="7665939" y="311277"/>
                </a:lnTo>
                <a:lnTo>
                  <a:pt x="7705515" y="299323"/>
                </a:lnTo>
                <a:lnTo>
                  <a:pt x="7745101" y="287360"/>
                </a:lnTo>
                <a:lnTo>
                  <a:pt x="7784678" y="275406"/>
                </a:lnTo>
                <a:lnTo>
                  <a:pt x="7824264" y="263452"/>
                </a:lnTo>
                <a:lnTo>
                  <a:pt x="7863840" y="251498"/>
                </a:lnTo>
                <a:lnTo>
                  <a:pt x="7903426" y="239544"/>
                </a:lnTo>
                <a:lnTo>
                  <a:pt x="7943012" y="227590"/>
                </a:lnTo>
                <a:lnTo>
                  <a:pt x="7982588" y="215636"/>
                </a:lnTo>
                <a:lnTo>
                  <a:pt x="8022174" y="203683"/>
                </a:lnTo>
                <a:lnTo>
                  <a:pt x="8062455" y="194405"/>
                </a:lnTo>
                <a:lnTo>
                  <a:pt x="8102794" y="185318"/>
                </a:lnTo>
                <a:lnTo>
                  <a:pt x="8143132" y="176232"/>
                </a:lnTo>
                <a:lnTo>
                  <a:pt x="8183470" y="167135"/>
                </a:lnTo>
                <a:lnTo>
                  <a:pt x="8223799" y="158048"/>
                </a:lnTo>
                <a:lnTo>
                  <a:pt x="8264138" y="148961"/>
                </a:lnTo>
                <a:lnTo>
                  <a:pt x="8304476" y="139875"/>
                </a:lnTo>
                <a:lnTo>
                  <a:pt x="8344814" y="130788"/>
                </a:lnTo>
                <a:lnTo>
                  <a:pt x="8385153" y="121701"/>
                </a:lnTo>
                <a:lnTo>
                  <a:pt x="8425482" y="112614"/>
                </a:lnTo>
                <a:lnTo>
                  <a:pt x="8466182" y="105451"/>
                </a:lnTo>
                <a:lnTo>
                  <a:pt x="8507063" y="99270"/>
                </a:lnTo>
                <a:lnTo>
                  <a:pt x="8547954" y="93097"/>
                </a:lnTo>
                <a:lnTo>
                  <a:pt x="8588835" y="86916"/>
                </a:lnTo>
                <a:lnTo>
                  <a:pt x="8629717" y="80734"/>
                </a:lnTo>
                <a:lnTo>
                  <a:pt x="8670598" y="74552"/>
                </a:lnTo>
                <a:lnTo>
                  <a:pt x="8711489" y="68380"/>
                </a:lnTo>
                <a:lnTo>
                  <a:pt x="8752370" y="62198"/>
                </a:lnTo>
                <a:lnTo>
                  <a:pt x="8793251" y="56017"/>
                </a:lnTo>
                <a:lnTo>
                  <a:pt x="8834133" y="49844"/>
                </a:lnTo>
                <a:lnTo>
                  <a:pt x="8875014" y="43663"/>
                </a:lnTo>
                <a:lnTo>
                  <a:pt x="8916038" y="38691"/>
                </a:lnTo>
                <a:lnTo>
                  <a:pt x="8957262" y="35462"/>
                </a:lnTo>
                <a:lnTo>
                  <a:pt x="8998487" y="32242"/>
                </a:lnTo>
                <a:lnTo>
                  <a:pt x="9039701" y="29013"/>
                </a:lnTo>
                <a:lnTo>
                  <a:pt x="9080925" y="25794"/>
                </a:lnTo>
                <a:lnTo>
                  <a:pt x="9122150" y="22565"/>
                </a:lnTo>
                <a:lnTo>
                  <a:pt x="9163374" y="19345"/>
                </a:lnTo>
                <a:lnTo>
                  <a:pt x="9204589" y="16116"/>
                </a:lnTo>
                <a:lnTo>
                  <a:pt x="9245813" y="12897"/>
                </a:lnTo>
                <a:lnTo>
                  <a:pt x="9287037" y="9668"/>
                </a:lnTo>
                <a:lnTo>
                  <a:pt x="9328261" y="6448"/>
                </a:lnTo>
                <a:lnTo>
                  <a:pt x="9369476" y="3219"/>
                </a:lnTo>
                <a:lnTo>
                  <a:pt x="9410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B81A8">
                <a:alpha val="34000"/>
              </a:srgbClr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phase-1-index">
            <a:extLst xmlns:a="http://schemas.openxmlformats.org/drawingml/2006/main">
              <a:ext uri="{FF2B5EF4-FFF2-40B4-BE49-F238E27FC236}">
                <a16:creationId xmlns:a16="http://schemas.microsoft.com/office/drawing/2014/main" id="{6C4C8735-92A5-4CCD-B704-57C1833D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1558" y="4521403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6F8B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8B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DDB658A2-DB53-4928-94F2-9C1825F0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7758" y="4810868"/>
            <a:ext cx="2057400" cy="213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284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84F7D"/>
                </a:solidFill>
                <a:latin typeface="Microsoft YaHei"/>
                <a:ea typeface="Microsoft YaHei"/>
                <a:cs typeface="Microsoft YaHei"/>
              </a:rPr>
              <a:t>受理分流</a:t>
            </a:r>
          </a:p>
        </p:txBody>
      </p:sp>
      <p:sp>
        <p:nvSpPr>
          <p:cNvPr id="13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3DBE2A94-2E70-4414-907D-2D76A794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7758" y="5081292"/>
            <a:ext cx="2057400" cy="426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5E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E738A"/>
                </a:solidFill>
                <a:latin typeface="Microsoft YaHei"/>
                <a:ea typeface="Microsoft YaHei"/>
                <a:cs typeface="Microsoft YaHei"/>
              </a:rPr>
              <a:t>服务助理登记类型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5E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E738A"/>
                </a:solidFill>
                <a:latin typeface="Microsoft YaHei"/>
                <a:ea typeface="Microsoft YaHei"/>
                <a:cs typeface="Microsoft YaHei"/>
              </a:rPr>
              <a:t>与首次提交时间</a:t>
            </a:r>
          </a:p>
        </p:txBody>
      </p:sp>
      <p:sp>
        <p:nvSpPr>
          <p:cNvPr id="14" name="phase-2-index">
            <a:extLst xmlns:a="http://schemas.openxmlformats.org/drawingml/2006/main">
              <a:ext uri="{FF2B5EF4-FFF2-40B4-BE49-F238E27FC236}">
                <a16:creationId xmlns:a16="http://schemas.microsoft.com/office/drawing/2014/main" id="{208A404F-D1C9-4615-B42C-1D9C3066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7188" y="3514725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6F8B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8B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5C817F74-9D08-4F14-A104-A0CDAE7B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3388" y="3804199"/>
            <a:ext cx="2057400" cy="213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284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84F7D"/>
                </a:solidFill>
                <a:latin typeface="Microsoft YaHei"/>
                <a:ea typeface="Microsoft YaHei"/>
                <a:cs typeface="Microsoft YaHei"/>
              </a:rPr>
              <a:t>材料核对</a:t>
            </a:r>
          </a:p>
        </p:txBody>
      </p:sp>
      <p:sp>
        <p:nvSpPr>
          <p:cNvPr id="16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227DF3C3-07E2-4482-8696-53F584A2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3388" y="4074614"/>
            <a:ext cx="2057400" cy="426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5E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E738A"/>
                </a:solidFill>
                <a:latin typeface="Microsoft YaHei"/>
                <a:ea typeface="Microsoft YaHei"/>
                <a:cs typeface="Microsoft YaHei"/>
              </a:rPr>
              <a:t>助理按清单核对齐备性；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5E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E738A"/>
                </a:solidFill>
                <a:latin typeface="Microsoft YaHei"/>
                <a:ea typeface="Microsoft YaHei"/>
                <a:cs typeface="Microsoft YaHei"/>
              </a:rPr>
              <a:t>缺件暂停，补齐后重核</a:t>
            </a:r>
          </a:p>
        </p:txBody>
      </p:sp>
      <p:sp>
        <p:nvSpPr>
          <p:cNvPr id="17" name="phase-3-index">
            <a:extLst xmlns:a="http://schemas.openxmlformats.org/drawingml/2006/main">
              <a:ext uri="{FF2B5EF4-FFF2-40B4-BE49-F238E27FC236}">
                <a16:creationId xmlns:a16="http://schemas.microsoft.com/office/drawing/2014/main" id="{F50D1A30-527C-4519-9022-7E10D86D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4637" y="2498379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6F8B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8B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DCBC6EDF-018A-4F2F-B5F6-FDD21BC5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0837" y="2734275"/>
            <a:ext cx="2057400" cy="19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00" b="1" i="0">
                <a:solidFill>
                  <a:srgbClr val="284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84F7D"/>
                </a:solidFill>
                <a:latin typeface="Microsoft YaHei"/>
                <a:ea typeface="Microsoft YaHei"/>
                <a:cs typeface="Microsoft YaHei"/>
              </a:rPr>
              <a:t>教师处理</a:t>
            </a:r>
          </a:p>
        </p:txBody>
      </p:sp>
      <p:sp>
        <p:nvSpPr>
          <p:cNvPr id="19" name="phase-body-3">
            <a:extLst xmlns:a="http://schemas.openxmlformats.org/drawingml/2006/main">
              <a:ext uri="{FF2B5EF4-FFF2-40B4-BE49-F238E27FC236}">
                <a16:creationId xmlns:a16="http://schemas.microsoft.com/office/drawing/2014/main" id="{918EB94B-928C-409B-9EA3-53D62316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0837" y="2990555"/>
            <a:ext cx="2057400" cy="548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 i="0">
                <a:solidFill>
                  <a:srgbClr val="5E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738A"/>
                </a:solidFill>
                <a:latin typeface="Microsoft YaHei"/>
                <a:ea typeface="Microsoft YaHei"/>
                <a:cs typeface="Microsoft YaHei"/>
              </a:rPr>
              <a:t>教师作专业判断并确认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0" i="0">
                <a:solidFill>
                  <a:srgbClr val="5E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738A"/>
                </a:solidFill>
                <a:latin typeface="Microsoft YaHei"/>
                <a:ea typeface="Microsoft YaHei"/>
                <a:cs typeface="Microsoft YaHei"/>
              </a:rPr>
              <a:t>答复；记录接收与答复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0" i="0">
                <a:solidFill>
                  <a:srgbClr val="5E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738A"/>
                </a:solidFill>
                <a:latin typeface="Microsoft YaHei"/>
                <a:ea typeface="Microsoft YaHei"/>
                <a:cs typeface="Microsoft YaHei"/>
              </a:rPr>
              <a:t>时间；助理不代作承诺</a:t>
            </a:r>
          </a:p>
        </p:txBody>
      </p:sp>
      <p:sp>
        <p:nvSpPr>
          <p:cNvPr id="20" name="gate-1-plane">
            <a:extLst xmlns:a="http://schemas.openxmlformats.org/drawingml/2006/main">
              <a:ext uri="{FF2B5EF4-FFF2-40B4-BE49-F238E27FC236}">
                <a16:creationId xmlns:a16="http://schemas.microsoft.com/office/drawing/2014/main" id="{4B737198-94D5-4B55-9A16-1B035BD0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0756" y="3983355"/>
            <a:ext cx="737540" cy="1164908"/>
          </a:xfrm>
          <a:custGeom xmlns:a="http://schemas.openxmlformats.org/drawingml/2006/main">
            <a:pathLst>
              <a:path w="737540" h="1164908">
                <a:moveTo>
                  <a:pt x="523551" y="1164908"/>
                </a:moveTo>
                <a:lnTo>
                  <a:pt x="515102" y="1147924"/>
                </a:lnTo>
                <a:lnTo>
                  <a:pt x="506663" y="1130951"/>
                </a:lnTo>
                <a:lnTo>
                  <a:pt x="498215" y="1113968"/>
                </a:lnTo>
                <a:lnTo>
                  <a:pt x="489776" y="1096985"/>
                </a:lnTo>
                <a:lnTo>
                  <a:pt x="481327" y="1080002"/>
                </a:lnTo>
                <a:lnTo>
                  <a:pt x="472888" y="1063028"/>
                </a:lnTo>
                <a:lnTo>
                  <a:pt x="464439" y="1046045"/>
                </a:lnTo>
                <a:lnTo>
                  <a:pt x="455990" y="1029062"/>
                </a:lnTo>
                <a:lnTo>
                  <a:pt x="447551" y="1012079"/>
                </a:lnTo>
                <a:lnTo>
                  <a:pt x="439103" y="995105"/>
                </a:lnTo>
                <a:lnTo>
                  <a:pt x="430663" y="978122"/>
                </a:lnTo>
                <a:lnTo>
                  <a:pt x="422215" y="961139"/>
                </a:lnTo>
                <a:lnTo>
                  <a:pt x="413776" y="944166"/>
                </a:lnTo>
                <a:lnTo>
                  <a:pt x="405327" y="927183"/>
                </a:lnTo>
                <a:lnTo>
                  <a:pt x="396888" y="910199"/>
                </a:lnTo>
                <a:lnTo>
                  <a:pt x="388439" y="893216"/>
                </a:lnTo>
                <a:lnTo>
                  <a:pt x="380000" y="876243"/>
                </a:lnTo>
                <a:lnTo>
                  <a:pt x="371551" y="859260"/>
                </a:lnTo>
                <a:lnTo>
                  <a:pt x="363103" y="842277"/>
                </a:lnTo>
                <a:lnTo>
                  <a:pt x="354663" y="825294"/>
                </a:lnTo>
                <a:lnTo>
                  <a:pt x="346215" y="808320"/>
                </a:lnTo>
                <a:lnTo>
                  <a:pt x="337776" y="791337"/>
                </a:lnTo>
                <a:lnTo>
                  <a:pt x="329327" y="774354"/>
                </a:lnTo>
                <a:lnTo>
                  <a:pt x="320888" y="757380"/>
                </a:lnTo>
                <a:lnTo>
                  <a:pt x="312439" y="740397"/>
                </a:lnTo>
                <a:lnTo>
                  <a:pt x="304000" y="723414"/>
                </a:lnTo>
                <a:lnTo>
                  <a:pt x="295551" y="706431"/>
                </a:lnTo>
                <a:lnTo>
                  <a:pt x="287112" y="689458"/>
                </a:lnTo>
                <a:lnTo>
                  <a:pt x="278663" y="672475"/>
                </a:lnTo>
                <a:lnTo>
                  <a:pt x="270215" y="655491"/>
                </a:lnTo>
                <a:lnTo>
                  <a:pt x="261776" y="638508"/>
                </a:lnTo>
                <a:lnTo>
                  <a:pt x="253327" y="621535"/>
                </a:lnTo>
                <a:lnTo>
                  <a:pt x="244888" y="604552"/>
                </a:lnTo>
                <a:lnTo>
                  <a:pt x="236439" y="587569"/>
                </a:lnTo>
                <a:lnTo>
                  <a:pt x="228000" y="570595"/>
                </a:lnTo>
                <a:lnTo>
                  <a:pt x="219551" y="553612"/>
                </a:lnTo>
                <a:lnTo>
                  <a:pt x="211112" y="536629"/>
                </a:lnTo>
                <a:lnTo>
                  <a:pt x="202663" y="519646"/>
                </a:lnTo>
                <a:lnTo>
                  <a:pt x="194224" y="502672"/>
                </a:lnTo>
                <a:lnTo>
                  <a:pt x="185776" y="485689"/>
                </a:lnTo>
                <a:lnTo>
                  <a:pt x="177327" y="468706"/>
                </a:lnTo>
                <a:lnTo>
                  <a:pt x="168888" y="451723"/>
                </a:lnTo>
                <a:lnTo>
                  <a:pt x="160439" y="434750"/>
                </a:lnTo>
                <a:lnTo>
                  <a:pt x="152000" y="417767"/>
                </a:lnTo>
                <a:lnTo>
                  <a:pt x="143551" y="400783"/>
                </a:lnTo>
                <a:lnTo>
                  <a:pt x="135112" y="383810"/>
                </a:lnTo>
                <a:lnTo>
                  <a:pt x="126663" y="366827"/>
                </a:lnTo>
                <a:lnTo>
                  <a:pt x="118224" y="349844"/>
                </a:lnTo>
                <a:lnTo>
                  <a:pt x="109776" y="332861"/>
                </a:lnTo>
                <a:lnTo>
                  <a:pt x="101336" y="315887"/>
                </a:lnTo>
                <a:lnTo>
                  <a:pt x="92888" y="298904"/>
                </a:lnTo>
                <a:lnTo>
                  <a:pt x="84439" y="281921"/>
                </a:lnTo>
                <a:lnTo>
                  <a:pt x="76000" y="264938"/>
                </a:lnTo>
                <a:lnTo>
                  <a:pt x="67551" y="247964"/>
                </a:lnTo>
                <a:lnTo>
                  <a:pt x="59112" y="230981"/>
                </a:lnTo>
                <a:lnTo>
                  <a:pt x="50663" y="213998"/>
                </a:lnTo>
                <a:lnTo>
                  <a:pt x="42224" y="197025"/>
                </a:lnTo>
                <a:lnTo>
                  <a:pt x="33776" y="180042"/>
                </a:lnTo>
                <a:lnTo>
                  <a:pt x="25337" y="163058"/>
                </a:lnTo>
                <a:lnTo>
                  <a:pt x="16888" y="146075"/>
                </a:lnTo>
                <a:lnTo>
                  <a:pt x="8449" y="129102"/>
                </a:lnTo>
                <a:lnTo>
                  <a:pt x="0" y="112119"/>
                </a:lnTo>
                <a:lnTo>
                  <a:pt x="10258" y="101413"/>
                </a:lnTo>
                <a:lnTo>
                  <a:pt x="27242" y="92964"/>
                </a:lnTo>
                <a:lnTo>
                  <a:pt x="44215" y="84515"/>
                </a:lnTo>
                <a:lnTo>
                  <a:pt x="61189" y="76057"/>
                </a:lnTo>
                <a:lnTo>
                  <a:pt x="78172" y="67608"/>
                </a:lnTo>
                <a:lnTo>
                  <a:pt x="95145" y="59160"/>
                </a:lnTo>
                <a:lnTo>
                  <a:pt x="112128" y="50711"/>
                </a:lnTo>
                <a:lnTo>
                  <a:pt x="129102" y="42253"/>
                </a:lnTo>
                <a:lnTo>
                  <a:pt x="146075" y="33804"/>
                </a:lnTo>
                <a:lnTo>
                  <a:pt x="163058" y="25356"/>
                </a:lnTo>
                <a:lnTo>
                  <a:pt x="180032" y="16897"/>
                </a:lnTo>
                <a:lnTo>
                  <a:pt x="197006" y="8449"/>
                </a:lnTo>
                <a:lnTo>
                  <a:pt x="213989" y="0"/>
                </a:lnTo>
                <a:lnTo>
                  <a:pt x="222428" y="16983"/>
                </a:lnTo>
                <a:lnTo>
                  <a:pt x="230876" y="33957"/>
                </a:lnTo>
                <a:lnTo>
                  <a:pt x="239316" y="50940"/>
                </a:lnTo>
                <a:lnTo>
                  <a:pt x="247764" y="67923"/>
                </a:lnTo>
                <a:lnTo>
                  <a:pt x="256213" y="84906"/>
                </a:lnTo>
                <a:lnTo>
                  <a:pt x="264652" y="101879"/>
                </a:lnTo>
                <a:lnTo>
                  <a:pt x="273101" y="118862"/>
                </a:lnTo>
                <a:lnTo>
                  <a:pt x="281540" y="135846"/>
                </a:lnTo>
                <a:lnTo>
                  <a:pt x="289989" y="152829"/>
                </a:lnTo>
                <a:lnTo>
                  <a:pt x="298428" y="169802"/>
                </a:lnTo>
                <a:lnTo>
                  <a:pt x="306876" y="186785"/>
                </a:lnTo>
                <a:lnTo>
                  <a:pt x="315316" y="203768"/>
                </a:lnTo>
                <a:lnTo>
                  <a:pt x="323764" y="220742"/>
                </a:lnTo>
                <a:lnTo>
                  <a:pt x="332203" y="237725"/>
                </a:lnTo>
                <a:lnTo>
                  <a:pt x="340652" y="254708"/>
                </a:lnTo>
                <a:lnTo>
                  <a:pt x="349101" y="271691"/>
                </a:lnTo>
                <a:lnTo>
                  <a:pt x="357540" y="288665"/>
                </a:lnTo>
                <a:lnTo>
                  <a:pt x="365989" y="305648"/>
                </a:lnTo>
                <a:lnTo>
                  <a:pt x="374428" y="322631"/>
                </a:lnTo>
                <a:lnTo>
                  <a:pt x="382876" y="339614"/>
                </a:lnTo>
                <a:lnTo>
                  <a:pt x="391316" y="356587"/>
                </a:lnTo>
                <a:lnTo>
                  <a:pt x="399764" y="373571"/>
                </a:lnTo>
                <a:lnTo>
                  <a:pt x="408203" y="390554"/>
                </a:lnTo>
                <a:lnTo>
                  <a:pt x="416652" y="407527"/>
                </a:lnTo>
                <a:lnTo>
                  <a:pt x="425091" y="424510"/>
                </a:lnTo>
                <a:lnTo>
                  <a:pt x="433540" y="441493"/>
                </a:lnTo>
                <a:lnTo>
                  <a:pt x="441989" y="458476"/>
                </a:lnTo>
                <a:lnTo>
                  <a:pt x="450428" y="475450"/>
                </a:lnTo>
                <a:lnTo>
                  <a:pt x="458876" y="492433"/>
                </a:lnTo>
                <a:lnTo>
                  <a:pt x="467316" y="509416"/>
                </a:lnTo>
                <a:lnTo>
                  <a:pt x="475764" y="526399"/>
                </a:lnTo>
                <a:lnTo>
                  <a:pt x="484203" y="543373"/>
                </a:lnTo>
                <a:lnTo>
                  <a:pt x="492652" y="560356"/>
                </a:lnTo>
                <a:lnTo>
                  <a:pt x="501091" y="577339"/>
                </a:lnTo>
                <a:lnTo>
                  <a:pt x="509540" y="594312"/>
                </a:lnTo>
                <a:lnTo>
                  <a:pt x="517979" y="611295"/>
                </a:lnTo>
                <a:lnTo>
                  <a:pt x="526428" y="628279"/>
                </a:lnTo>
                <a:lnTo>
                  <a:pt x="534876" y="645262"/>
                </a:lnTo>
                <a:lnTo>
                  <a:pt x="543316" y="662235"/>
                </a:lnTo>
                <a:lnTo>
                  <a:pt x="551764" y="679218"/>
                </a:lnTo>
                <a:lnTo>
                  <a:pt x="560203" y="696201"/>
                </a:lnTo>
                <a:lnTo>
                  <a:pt x="568652" y="713184"/>
                </a:lnTo>
                <a:lnTo>
                  <a:pt x="577091" y="730158"/>
                </a:lnTo>
                <a:lnTo>
                  <a:pt x="585540" y="747141"/>
                </a:lnTo>
                <a:lnTo>
                  <a:pt x="593979" y="764124"/>
                </a:lnTo>
                <a:lnTo>
                  <a:pt x="602428" y="781098"/>
                </a:lnTo>
                <a:lnTo>
                  <a:pt x="610867" y="798081"/>
                </a:lnTo>
                <a:lnTo>
                  <a:pt x="619316" y="815064"/>
                </a:lnTo>
                <a:lnTo>
                  <a:pt x="627764" y="832047"/>
                </a:lnTo>
                <a:lnTo>
                  <a:pt x="636203" y="849020"/>
                </a:lnTo>
                <a:lnTo>
                  <a:pt x="644652" y="866003"/>
                </a:lnTo>
                <a:lnTo>
                  <a:pt x="653091" y="882987"/>
                </a:lnTo>
                <a:lnTo>
                  <a:pt x="661540" y="899970"/>
                </a:lnTo>
                <a:lnTo>
                  <a:pt x="669979" y="916943"/>
                </a:lnTo>
                <a:lnTo>
                  <a:pt x="678428" y="933926"/>
                </a:lnTo>
                <a:lnTo>
                  <a:pt x="686867" y="950909"/>
                </a:lnTo>
                <a:lnTo>
                  <a:pt x="695315" y="967883"/>
                </a:lnTo>
                <a:lnTo>
                  <a:pt x="703755" y="984866"/>
                </a:lnTo>
                <a:lnTo>
                  <a:pt x="712203" y="1001849"/>
                </a:lnTo>
                <a:lnTo>
                  <a:pt x="720652" y="1018832"/>
                </a:lnTo>
                <a:lnTo>
                  <a:pt x="729091" y="1035806"/>
                </a:lnTo>
                <a:lnTo>
                  <a:pt x="737540" y="1052789"/>
                </a:lnTo>
                <a:lnTo>
                  <a:pt x="727272" y="1063495"/>
                </a:lnTo>
                <a:lnTo>
                  <a:pt x="710298" y="1071944"/>
                </a:lnTo>
                <a:lnTo>
                  <a:pt x="693325" y="1080392"/>
                </a:lnTo>
                <a:lnTo>
                  <a:pt x="676342" y="1088850"/>
                </a:lnTo>
                <a:lnTo>
                  <a:pt x="659368" y="1097299"/>
                </a:lnTo>
                <a:lnTo>
                  <a:pt x="642385" y="1105748"/>
                </a:lnTo>
                <a:lnTo>
                  <a:pt x="625412" y="1114196"/>
                </a:lnTo>
                <a:lnTo>
                  <a:pt x="608438" y="1122655"/>
                </a:lnTo>
                <a:lnTo>
                  <a:pt x="591455" y="1131103"/>
                </a:lnTo>
                <a:lnTo>
                  <a:pt x="574481" y="1139552"/>
                </a:lnTo>
                <a:lnTo>
                  <a:pt x="557508" y="1148001"/>
                </a:lnTo>
                <a:lnTo>
                  <a:pt x="540525" y="1156459"/>
                </a:lnTo>
                <a:lnTo>
                  <a:pt x="523551" y="116490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gate-1-i-beam">
            <a:extLst xmlns:a="http://schemas.openxmlformats.org/drawingml/2006/main">
              <a:ext uri="{FF2B5EF4-FFF2-40B4-BE49-F238E27FC236}">
                <a16:creationId xmlns:a16="http://schemas.microsoft.com/office/drawing/2014/main" id="{75658298-3E5B-47AA-A2F0-CCC94388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6734" y="3975183"/>
            <a:ext cx="787251" cy="1185462"/>
          </a:xfrm>
          <a:custGeom xmlns:a="http://schemas.openxmlformats.org/drawingml/2006/main">
            <a:pathLst>
              <a:path w="787251" h="1185462">
                <a:moveTo>
                  <a:pt x="521856" y="1185462"/>
                </a:moveTo>
                <a:lnTo>
                  <a:pt x="538877" y="1177052"/>
                </a:lnTo>
                <a:lnTo>
                  <a:pt x="555889" y="1168632"/>
                </a:lnTo>
                <a:lnTo>
                  <a:pt x="572900" y="1160212"/>
                </a:lnTo>
                <a:lnTo>
                  <a:pt x="589921" y="1151801"/>
                </a:lnTo>
                <a:lnTo>
                  <a:pt x="606933" y="1143381"/>
                </a:lnTo>
                <a:lnTo>
                  <a:pt x="623945" y="1134961"/>
                </a:lnTo>
                <a:lnTo>
                  <a:pt x="640966" y="1126550"/>
                </a:lnTo>
                <a:lnTo>
                  <a:pt x="657977" y="1118130"/>
                </a:lnTo>
                <a:lnTo>
                  <a:pt x="674999" y="1109710"/>
                </a:lnTo>
                <a:lnTo>
                  <a:pt x="692010" y="1101300"/>
                </a:lnTo>
                <a:lnTo>
                  <a:pt x="709022" y="1092879"/>
                </a:lnTo>
                <a:lnTo>
                  <a:pt x="726043" y="1084469"/>
                </a:lnTo>
                <a:lnTo>
                  <a:pt x="743055" y="1076049"/>
                </a:lnTo>
                <a:lnTo>
                  <a:pt x="760066" y="1067629"/>
                </a:lnTo>
                <a:lnTo>
                  <a:pt x="777088" y="1059218"/>
                </a:lnTo>
                <a:lnTo>
                  <a:pt x="787251" y="1048474"/>
                </a:lnTo>
                <a:lnTo>
                  <a:pt x="778869" y="1031443"/>
                </a:lnTo>
                <a:lnTo>
                  <a:pt x="770487" y="1014413"/>
                </a:lnTo>
                <a:lnTo>
                  <a:pt x="762114" y="997382"/>
                </a:lnTo>
                <a:lnTo>
                  <a:pt x="747312" y="999392"/>
                </a:lnTo>
                <a:lnTo>
                  <a:pt x="730329" y="1007888"/>
                </a:lnTo>
                <a:lnTo>
                  <a:pt x="713356" y="1016375"/>
                </a:lnTo>
                <a:lnTo>
                  <a:pt x="696373" y="1024861"/>
                </a:lnTo>
                <a:lnTo>
                  <a:pt x="679399" y="1033358"/>
                </a:lnTo>
                <a:lnTo>
                  <a:pt x="662416" y="1041845"/>
                </a:lnTo>
                <a:lnTo>
                  <a:pt x="649386" y="1038530"/>
                </a:lnTo>
                <a:lnTo>
                  <a:pt x="640928" y="1021528"/>
                </a:lnTo>
                <a:lnTo>
                  <a:pt x="632479" y="1004535"/>
                </a:lnTo>
                <a:lnTo>
                  <a:pt x="624021" y="987533"/>
                </a:lnTo>
                <a:lnTo>
                  <a:pt x="615572" y="970540"/>
                </a:lnTo>
                <a:lnTo>
                  <a:pt x="607114" y="953548"/>
                </a:lnTo>
                <a:lnTo>
                  <a:pt x="598656" y="936546"/>
                </a:lnTo>
                <a:lnTo>
                  <a:pt x="590207" y="919553"/>
                </a:lnTo>
                <a:lnTo>
                  <a:pt x="581749" y="902560"/>
                </a:lnTo>
                <a:lnTo>
                  <a:pt x="573291" y="885558"/>
                </a:lnTo>
                <a:lnTo>
                  <a:pt x="564842" y="868566"/>
                </a:lnTo>
                <a:lnTo>
                  <a:pt x="556384" y="851573"/>
                </a:lnTo>
                <a:lnTo>
                  <a:pt x="547926" y="834571"/>
                </a:lnTo>
                <a:lnTo>
                  <a:pt x="539477" y="817578"/>
                </a:lnTo>
                <a:lnTo>
                  <a:pt x="531019" y="800586"/>
                </a:lnTo>
                <a:lnTo>
                  <a:pt x="522561" y="783584"/>
                </a:lnTo>
                <a:lnTo>
                  <a:pt x="514112" y="766591"/>
                </a:lnTo>
                <a:lnTo>
                  <a:pt x="505654" y="749589"/>
                </a:lnTo>
                <a:lnTo>
                  <a:pt x="497195" y="732596"/>
                </a:lnTo>
                <a:lnTo>
                  <a:pt x="488747" y="715604"/>
                </a:lnTo>
                <a:lnTo>
                  <a:pt x="480289" y="698602"/>
                </a:lnTo>
                <a:lnTo>
                  <a:pt x="471830" y="681609"/>
                </a:lnTo>
                <a:lnTo>
                  <a:pt x="463382" y="664616"/>
                </a:lnTo>
                <a:lnTo>
                  <a:pt x="454924" y="647614"/>
                </a:lnTo>
                <a:lnTo>
                  <a:pt x="446475" y="630622"/>
                </a:lnTo>
                <a:lnTo>
                  <a:pt x="438017" y="613629"/>
                </a:lnTo>
                <a:lnTo>
                  <a:pt x="429558" y="596627"/>
                </a:lnTo>
                <a:lnTo>
                  <a:pt x="421110" y="579634"/>
                </a:lnTo>
                <a:lnTo>
                  <a:pt x="412652" y="562642"/>
                </a:lnTo>
                <a:lnTo>
                  <a:pt x="404193" y="545640"/>
                </a:lnTo>
                <a:lnTo>
                  <a:pt x="395745" y="528647"/>
                </a:lnTo>
                <a:lnTo>
                  <a:pt x="387286" y="511645"/>
                </a:lnTo>
                <a:lnTo>
                  <a:pt x="378828" y="494652"/>
                </a:lnTo>
                <a:lnTo>
                  <a:pt x="370380" y="477660"/>
                </a:lnTo>
                <a:lnTo>
                  <a:pt x="361921" y="460658"/>
                </a:lnTo>
                <a:lnTo>
                  <a:pt x="353463" y="443665"/>
                </a:lnTo>
                <a:lnTo>
                  <a:pt x="345015" y="426672"/>
                </a:lnTo>
                <a:lnTo>
                  <a:pt x="336556" y="409670"/>
                </a:lnTo>
                <a:lnTo>
                  <a:pt x="328098" y="392678"/>
                </a:lnTo>
                <a:lnTo>
                  <a:pt x="319649" y="375685"/>
                </a:lnTo>
                <a:lnTo>
                  <a:pt x="311191" y="358683"/>
                </a:lnTo>
                <a:lnTo>
                  <a:pt x="302743" y="341690"/>
                </a:lnTo>
                <a:lnTo>
                  <a:pt x="294284" y="324698"/>
                </a:lnTo>
                <a:lnTo>
                  <a:pt x="285826" y="307696"/>
                </a:lnTo>
                <a:lnTo>
                  <a:pt x="277378" y="290703"/>
                </a:lnTo>
                <a:lnTo>
                  <a:pt x="268919" y="273701"/>
                </a:lnTo>
                <a:lnTo>
                  <a:pt x="260461" y="256708"/>
                </a:lnTo>
                <a:lnTo>
                  <a:pt x="252012" y="239716"/>
                </a:lnTo>
                <a:lnTo>
                  <a:pt x="243554" y="222714"/>
                </a:lnTo>
                <a:lnTo>
                  <a:pt x="235096" y="205721"/>
                </a:lnTo>
                <a:lnTo>
                  <a:pt x="226647" y="188728"/>
                </a:lnTo>
                <a:lnTo>
                  <a:pt x="218189" y="171726"/>
                </a:lnTo>
                <a:lnTo>
                  <a:pt x="209731" y="154734"/>
                </a:lnTo>
                <a:lnTo>
                  <a:pt x="201282" y="137741"/>
                </a:lnTo>
                <a:lnTo>
                  <a:pt x="192824" y="120739"/>
                </a:lnTo>
                <a:lnTo>
                  <a:pt x="191014" y="105966"/>
                </a:lnTo>
                <a:lnTo>
                  <a:pt x="207997" y="97479"/>
                </a:lnTo>
                <a:lnTo>
                  <a:pt x="224971" y="88992"/>
                </a:lnTo>
                <a:lnTo>
                  <a:pt x="241954" y="80496"/>
                </a:lnTo>
                <a:lnTo>
                  <a:pt x="258928" y="72009"/>
                </a:lnTo>
                <a:lnTo>
                  <a:pt x="275911" y="63522"/>
                </a:lnTo>
                <a:lnTo>
                  <a:pt x="292884" y="55035"/>
                </a:lnTo>
                <a:lnTo>
                  <a:pt x="284959" y="38243"/>
                </a:lnTo>
                <a:lnTo>
                  <a:pt x="276463" y="21260"/>
                </a:lnTo>
                <a:lnTo>
                  <a:pt x="267976" y="4277"/>
                </a:lnTo>
                <a:lnTo>
                  <a:pt x="255222" y="0"/>
                </a:lnTo>
                <a:lnTo>
                  <a:pt x="238211" y="8420"/>
                </a:lnTo>
                <a:lnTo>
                  <a:pt x="221199" y="16831"/>
                </a:lnTo>
                <a:lnTo>
                  <a:pt x="204178" y="25251"/>
                </a:lnTo>
                <a:lnTo>
                  <a:pt x="187166" y="33671"/>
                </a:lnTo>
                <a:lnTo>
                  <a:pt x="170145" y="42081"/>
                </a:lnTo>
                <a:lnTo>
                  <a:pt x="153133" y="50502"/>
                </a:lnTo>
                <a:lnTo>
                  <a:pt x="136122" y="58912"/>
                </a:lnTo>
                <a:lnTo>
                  <a:pt x="119101" y="67332"/>
                </a:lnTo>
                <a:lnTo>
                  <a:pt x="102089" y="75752"/>
                </a:lnTo>
                <a:lnTo>
                  <a:pt x="85077" y="84163"/>
                </a:lnTo>
                <a:lnTo>
                  <a:pt x="68056" y="92583"/>
                </a:lnTo>
                <a:lnTo>
                  <a:pt x="51044" y="101003"/>
                </a:lnTo>
                <a:lnTo>
                  <a:pt x="34033" y="109414"/>
                </a:lnTo>
                <a:lnTo>
                  <a:pt x="17012" y="117834"/>
                </a:lnTo>
                <a:lnTo>
                  <a:pt x="0" y="126254"/>
                </a:lnTo>
                <a:lnTo>
                  <a:pt x="2534" y="141294"/>
                </a:lnTo>
                <a:lnTo>
                  <a:pt x="10906" y="158334"/>
                </a:lnTo>
                <a:lnTo>
                  <a:pt x="19288" y="175365"/>
                </a:lnTo>
                <a:lnTo>
                  <a:pt x="29794" y="186109"/>
                </a:lnTo>
                <a:lnTo>
                  <a:pt x="46768" y="177613"/>
                </a:lnTo>
                <a:lnTo>
                  <a:pt x="63751" y="169126"/>
                </a:lnTo>
                <a:lnTo>
                  <a:pt x="80724" y="160639"/>
                </a:lnTo>
                <a:lnTo>
                  <a:pt x="97707" y="152143"/>
                </a:lnTo>
                <a:lnTo>
                  <a:pt x="114681" y="143656"/>
                </a:lnTo>
                <a:lnTo>
                  <a:pt x="131664" y="135169"/>
                </a:lnTo>
                <a:lnTo>
                  <a:pt x="140427" y="151228"/>
                </a:lnTo>
                <a:lnTo>
                  <a:pt x="148885" y="168221"/>
                </a:lnTo>
                <a:lnTo>
                  <a:pt x="157343" y="185223"/>
                </a:lnTo>
                <a:lnTo>
                  <a:pt x="165792" y="202216"/>
                </a:lnTo>
                <a:lnTo>
                  <a:pt x="174250" y="219208"/>
                </a:lnTo>
                <a:lnTo>
                  <a:pt x="182709" y="236210"/>
                </a:lnTo>
                <a:lnTo>
                  <a:pt x="191157" y="253203"/>
                </a:lnTo>
                <a:lnTo>
                  <a:pt x="199615" y="270205"/>
                </a:lnTo>
                <a:lnTo>
                  <a:pt x="208074" y="287198"/>
                </a:lnTo>
                <a:lnTo>
                  <a:pt x="216522" y="304190"/>
                </a:lnTo>
                <a:lnTo>
                  <a:pt x="224981" y="321193"/>
                </a:lnTo>
                <a:lnTo>
                  <a:pt x="233439" y="338185"/>
                </a:lnTo>
                <a:lnTo>
                  <a:pt x="241887" y="355178"/>
                </a:lnTo>
                <a:lnTo>
                  <a:pt x="250346" y="372180"/>
                </a:lnTo>
                <a:lnTo>
                  <a:pt x="258804" y="389172"/>
                </a:lnTo>
                <a:lnTo>
                  <a:pt x="267252" y="406165"/>
                </a:lnTo>
                <a:lnTo>
                  <a:pt x="275711" y="423167"/>
                </a:lnTo>
                <a:lnTo>
                  <a:pt x="284169" y="440160"/>
                </a:lnTo>
                <a:lnTo>
                  <a:pt x="292618" y="457152"/>
                </a:lnTo>
                <a:lnTo>
                  <a:pt x="301076" y="474155"/>
                </a:lnTo>
                <a:lnTo>
                  <a:pt x="309524" y="491147"/>
                </a:lnTo>
                <a:lnTo>
                  <a:pt x="317983" y="508149"/>
                </a:lnTo>
                <a:lnTo>
                  <a:pt x="326441" y="525142"/>
                </a:lnTo>
                <a:lnTo>
                  <a:pt x="334889" y="542134"/>
                </a:lnTo>
                <a:lnTo>
                  <a:pt x="343348" y="559137"/>
                </a:lnTo>
                <a:lnTo>
                  <a:pt x="351806" y="576129"/>
                </a:lnTo>
                <a:lnTo>
                  <a:pt x="360255" y="593122"/>
                </a:lnTo>
                <a:lnTo>
                  <a:pt x="368713" y="610124"/>
                </a:lnTo>
                <a:lnTo>
                  <a:pt x="377171" y="627116"/>
                </a:lnTo>
                <a:lnTo>
                  <a:pt x="385620" y="644109"/>
                </a:lnTo>
                <a:lnTo>
                  <a:pt x="394078" y="661111"/>
                </a:lnTo>
                <a:lnTo>
                  <a:pt x="402536" y="678104"/>
                </a:lnTo>
                <a:lnTo>
                  <a:pt x="410985" y="695096"/>
                </a:lnTo>
                <a:lnTo>
                  <a:pt x="419443" y="712099"/>
                </a:lnTo>
                <a:lnTo>
                  <a:pt x="427901" y="729091"/>
                </a:lnTo>
                <a:lnTo>
                  <a:pt x="436350" y="746093"/>
                </a:lnTo>
                <a:lnTo>
                  <a:pt x="444808" y="763086"/>
                </a:lnTo>
                <a:lnTo>
                  <a:pt x="453257" y="780078"/>
                </a:lnTo>
                <a:lnTo>
                  <a:pt x="461715" y="797081"/>
                </a:lnTo>
                <a:lnTo>
                  <a:pt x="470173" y="814073"/>
                </a:lnTo>
                <a:lnTo>
                  <a:pt x="478622" y="831066"/>
                </a:lnTo>
                <a:lnTo>
                  <a:pt x="487080" y="848068"/>
                </a:lnTo>
                <a:lnTo>
                  <a:pt x="495538" y="865060"/>
                </a:lnTo>
                <a:lnTo>
                  <a:pt x="503987" y="882053"/>
                </a:lnTo>
                <a:lnTo>
                  <a:pt x="512445" y="899055"/>
                </a:lnTo>
                <a:lnTo>
                  <a:pt x="520903" y="916048"/>
                </a:lnTo>
                <a:lnTo>
                  <a:pt x="529352" y="933040"/>
                </a:lnTo>
                <a:lnTo>
                  <a:pt x="537810" y="950043"/>
                </a:lnTo>
                <a:lnTo>
                  <a:pt x="546268" y="967035"/>
                </a:lnTo>
                <a:lnTo>
                  <a:pt x="554717" y="984028"/>
                </a:lnTo>
                <a:lnTo>
                  <a:pt x="563175" y="1001030"/>
                </a:lnTo>
                <a:lnTo>
                  <a:pt x="571633" y="1018022"/>
                </a:lnTo>
                <a:lnTo>
                  <a:pt x="580082" y="1035025"/>
                </a:lnTo>
                <a:lnTo>
                  <a:pt x="588540" y="1052017"/>
                </a:lnTo>
                <a:lnTo>
                  <a:pt x="596998" y="1069010"/>
                </a:lnTo>
                <a:lnTo>
                  <a:pt x="586083" y="1079535"/>
                </a:lnTo>
                <a:lnTo>
                  <a:pt x="569109" y="1088022"/>
                </a:lnTo>
                <a:lnTo>
                  <a:pt x="552126" y="1096508"/>
                </a:lnTo>
                <a:lnTo>
                  <a:pt x="535153" y="1105005"/>
                </a:lnTo>
                <a:lnTo>
                  <a:pt x="518170" y="1113492"/>
                </a:lnTo>
                <a:lnTo>
                  <a:pt x="501196" y="1121978"/>
                </a:lnTo>
                <a:lnTo>
                  <a:pt x="496395" y="1134532"/>
                </a:lnTo>
                <a:lnTo>
                  <a:pt x="504882" y="1151506"/>
                </a:lnTo>
                <a:lnTo>
                  <a:pt x="513369" y="1168489"/>
                </a:lnTo>
                <a:lnTo>
                  <a:pt x="521856" y="1185462"/>
                </a:lnTo>
                <a:close/>
              </a:path>
            </a:pathLst>
          </a:custGeom>
          <a:solidFill xmlns:a="http://schemas.openxmlformats.org/drawingml/2006/main">
            <a:srgbClr val="3F6D9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gate-1-label-link">
            <a:extLst xmlns:a="http://schemas.openxmlformats.org/drawingml/2006/main">
              <a:ext uri="{FF2B5EF4-FFF2-40B4-BE49-F238E27FC236}">
                <a16:creationId xmlns:a16="http://schemas.microsoft.com/office/drawing/2014/main" id="{E8EC6420-83E6-494A-8F02-86ED633B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8970" y="3488055"/>
            <a:ext cx="627698" cy="1052513"/>
          </a:xfrm>
          <a:custGeom xmlns:a="http://schemas.openxmlformats.org/drawingml/2006/main">
            <a:pathLst>
              <a:path w="627698" h="1052513">
                <a:moveTo>
                  <a:pt x="627698" y="1052513"/>
                </a:moveTo>
                <a:lnTo>
                  <a:pt x="618039" y="1036320"/>
                </a:lnTo>
                <a:lnTo>
                  <a:pt x="608381" y="1020128"/>
                </a:lnTo>
                <a:lnTo>
                  <a:pt x="598722" y="1003935"/>
                </a:lnTo>
                <a:lnTo>
                  <a:pt x="589074" y="987743"/>
                </a:lnTo>
                <a:lnTo>
                  <a:pt x="579415" y="971550"/>
                </a:lnTo>
                <a:lnTo>
                  <a:pt x="569757" y="955358"/>
                </a:lnTo>
                <a:lnTo>
                  <a:pt x="560099" y="939165"/>
                </a:lnTo>
                <a:lnTo>
                  <a:pt x="550440" y="922973"/>
                </a:lnTo>
                <a:lnTo>
                  <a:pt x="540782" y="906780"/>
                </a:lnTo>
                <a:lnTo>
                  <a:pt x="531133" y="890588"/>
                </a:lnTo>
                <a:lnTo>
                  <a:pt x="521475" y="874395"/>
                </a:lnTo>
                <a:lnTo>
                  <a:pt x="511816" y="858203"/>
                </a:lnTo>
                <a:lnTo>
                  <a:pt x="502158" y="842010"/>
                </a:lnTo>
                <a:lnTo>
                  <a:pt x="492500" y="825818"/>
                </a:lnTo>
                <a:lnTo>
                  <a:pt x="482841" y="809625"/>
                </a:lnTo>
                <a:lnTo>
                  <a:pt x="473183" y="793433"/>
                </a:lnTo>
                <a:lnTo>
                  <a:pt x="463534" y="777240"/>
                </a:lnTo>
                <a:lnTo>
                  <a:pt x="453876" y="761048"/>
                </a:lnTo>
                <a:lnTo>
                  <a:pt x="444217" y="744855"/>
                </a:lnTo>
                <a:lnTo>
                  <a:pt x="434559" y="728663"/>
                </a:lnTo>
                <a:lnTo>
                  <a:pt x="424901" y="712470"/>
                </a:lnTo>
                <a:lnTo>
                  <a:pt x="415242" y="696278"/>
                </a:lnTo>
                <a:lnTo>
                  <a:pt x="405594" y="680085"/>
                </a:lnTo>
                <a:lnTo>
                  <a:pt x="395935" y="663893"/>
                </a:lnTo>
                <a:lnTo>
                  <a:pt x="386277" y="647700"/>
                </a:lnTo>
                <a:lnTo>
                  <a:pt x="376619" y="631508"/>
                </a:lnTo>
                <a:lnTo>
                  <a:pt x="366960" y="615315"/>
                </a:lnTo>
                <a:lnTo>
                  <a:pt x="357302" y="599123"/>
                </a:lnTo>
                <a:lnTo>
                  <a:pt x="347643" y="582930"/>
                </a:lnTo>
                <a:lnTo>
                  <a:pt x="337995" y="566738"/>
                </a:lnTo>
                <a:lnTo>
                  <a:pt x="328336" y="550545"/>
                </a:lnTo>
                <a:lnTo>
                  <a:pt x="318678" y="534353"/>
                </a:lnTo>
                <a:lnTo>
                  <a:pt x="309020" y="518160"/>
                </a:lnTo>
                <a:lnTo>
                  <a:pt x="299361" y="501968"/>
                </a:lnTo>
                <a:lnTo>
                  <a:pt x="289703" y="485775"/>
                </a:lnTo>
                <a:lnTo>
                  <a:pt x="280054" y="469583"/>
                </a:lnTo>
                <a:lnTo>
                  <a:pt x="270396" y="453390"/>
                </a:lnTo>
                <a:lnTo>
                  <a:pt x="260737" y="437198"/>
                </a:lnTo>
                <a:lnTo>
                  <a:pt x="251079" y="421005"/>
                </a:lnTo>
                <a:lnTo>
                  <a:pt x="241421" y="404813"/>
                </a:lnTo>
                <a:lnTo>
                  <a:pt x="231762" y="388620"/>
                </a:lnTo>
                <a:lnTo>
                  <a:pt x="222104" y="372428"/>
                </a:lnTo>
                <a:lnTo>
                  <a:pt x="212455" y="356235"/>
                </a:lnTo>
                <a:lnTo>
                  <a:pt x="202797" y="340043"/>
                </a:lnTo>
                <a:lnTo>
                  <a:pt x="193138" y="323850"/>
                </a:lnTo>
                <a:lnTo>
                  <a:pt x="183480" y="307658"/>
                </a:lnTo>
                <a:lnTo>
                  <a:pt x="173822" y="291465"/>
                </a:lnTo>
                <a:lnTo>
                  <a:pt x="164163" y="275273"/>
                </a:lnTo>
                <a:lnTo>
                  <a:pt x="154515" y="259080"/>
                </a:lnTo>
                <a:lnTo>
                  <a:pt x="144856" y="242888"/>
                </a:lnTo>
                <a:lnTo>
                  <a:pt x="135198" y="226695"/>
                </a:lnTo>
                <a:lnTo>
                  <a:pt x="125540" y="210503"/>
                </a:lnTo>
                <a:lnTo>
                  <a:pt x="115881" y="194310"/>
                </a:lnTo>
                <a:lnTo>
                  <a:pt x="106223" y="178118"/>
                </a:lnTo>
                <a:lnTo>
                  <a:pt x="96564" y="161925"/>
                </a:lnTo>
                <a:lnTo>
                  <a:pt x="86916" y="145733"/>
                </a:lnTo>
                <a:lnTo>
                  <a:pt x="77257" y="129540"/>
                </a:lnTo>
                <a:lnTo>
                  <a:pt x="67599" y="113348"/>
                </a:lnTo>
                <a:lnTo>
                  <a:pt x="57941" y="97155"/>
                </a:lnTo>
                <a:lnTo>
                  <a:pt x="48282" y="80963"/>
                </a:lnTo>
                <a:lnTo>
                  <a:pt x="38624" y="64770"/>
                </a:lnTo>
                <a:lnTo>
                  <a:pt x="28975" y="48578"/>
                </a:lnTo>
                <a:lnTo>
                  <a:pt x="19317" y="32385"/>
                </a:lnTo>
                <a:lnTo>
                  <a:pt x="9658" y="1619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EA8C1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gate-2-plane">
            <a:extLst xmlns:a="http://schemas.openxmlformats.org/drawingml/2006/main">
              <a:ext uri="{FF2B5EF4-FFF2-40B4-BE49-F238E27FC236}">
                <a16:creationId xmlns:a16="http://schemas.microsoft.com/office/drawing/2014/main" id="{BCBE58E2-EB06-4496-BE3A-A66E12B1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0429" y="3385918"/>
            <a:ext cx="577444" cy="973674"/>
          </a:xfrm>
          <a:custGeom xmlns:a="http://schemas.openxmlformats.org/drawingml/2006/main">
            <a:pathLst>
              <a:path w="577444" h="973674">
                <a:moveTo>
                  <a:pt x="382829" y="973674"/>
                </a:moveTo>
                <a:lnTo>
                  <a:pt x="375323" y="956224"/>
                </a:lnTo>
                <a:lnTo>
                  <a:pt x="367817" y="938774"/>
                </a:lnTo>
                <a:lnTo>
                  <a:pt x="360302" y="921315"/>
                </a:lnTo>
                <a:lnTo>
                  <a:pt x="352796" y="903865"/>
                </a:lnTo>
                <a:lnTo>
                  <a:pt x="345291" y="886416"/>
                </a:lnTo>
                <a:lnTo>
                  <a:pt x="337785" y="868956"/>
                </a:lnTo>
                <a:lnTo>
                  <a:pt x="330279" y="851506"/>
                </a:lnTo>
                <a:lnTo>
                  <a:pt x="322774" y="834057"/>
                </a:lnTo>
                <a:lnTo>
                  <a:pt x="315268" y="816597"/>
                </a:lnTo>
                <a:lnTo>
                  <a:pt x="307762" y="799148"/>
                </a:lnTo>
                <a:lnTo>
                  <a:pt x="300257" y="781698"/>
                </a:lnTo>
                <a:lnTo>
                  <a:pt x="292751" y="764238"/>
                </a:lnTo>
                <a:lnTo>
                  <a:pt x="285245" y="746789"/>
                </a:lnTo>
                <a:lnTo>
                  <a:pt x="277739" y="729339"/>
                </a:lnTo>
                <a:lnTo>
                  <a:pt x="270234" y="711889"/>
                </a:lnTo>
                <a:lnTo>
                  <a:pt x="262728" y="694430"/>
                </a:lnTo>
                <a:lnTo>
                  <a:pt x="255213" y="676980"/>
                </a:lnTo>
                <a:lnTo>
                  <a:pt x="247707" y="659530"/>
                </a:lnTo>
                <a:lnTo>
                  <a:pt x="240201" y="642071"/>
                </a:lnTo>
                <a:lnTo>
                  <a:pt x="232696" y="624621"/>
                </a:lnTo>
                <a:lnTo>
                  <a:pt x="225190" y="607171"/>
                </a:lnTo>
                <a:lnTo>
                  <a:pt x="217684" y="589712"/>
                </a:lnTo>
                <a:lnTo>
                  <a:pt x="210179" y="572262"/>
                </a:lnTo>
                <a:lnTo>
                  <a:pt x="202673" y="554812"/>
                </a:lnTo>
                <a:lnTo>
                  <a:pt x="195167" y="537353"/>
                </a:lnTo>
                <a:lnTo>
                  <a:pt x="187662" y="519903"/>
                </a:lnTo>
                <a:lnTo>
                  <a:pt x="180156" y="502453"/>
                </a:lnTo>
                <a:lnTo>
                  <a:pt x="172650" y="484994"/>
                </a:lnTo>
                <a:lnTo>
                  <a:pt x="165144" y="467544"/>
                </a:lnTo>
                <a:lnTo>
                  <a:pt x="157629" y="450094"/>
                </a:lnTo>
                <a:lnTo>
                  <a:pt x="150124" y="432635"/>
                </a:lnTo>
                <a:lnTo>
                  <a:pt x="142618" y="415185"/>
                </a:lnTo>
                <a:lnTo>
                  <a:pt x="135112" y="397735"/>
                </a:lnTo>
                <a:lnTo>
                  <a:pt x="127606" y="380286"/>
                </a:lnTo>
                <a:lnTo>
                  <a:pt x="120101" y="362826"/>
                </a:lnTo>
                <a:lnTo>
                  <a:pt x="112595" y="345377"/>
                </a:lnTo>
                <a:lnTo>
                  <a:pt x="105089" y="327927"/>
                </a:lnTo>
                <a:lnTo>
                  <a:pt x="97584" y="310467"/>
                </a:lnTo>
                <a:lnTo>
                  <a:pt x="90078" y="293018"/>
                </a:lnTo>
                <a:lnTo>
                  <a:pt x="82572" y="275568"/>
                </a:lnTo>
                <a:lnTo>
                  <a:pt x="75067" y="258108"/>
                </a:lnTo>
                <a:lnTo>
                  <a:pt x="67561" y="240659"/>
                </a:lnTo>
                <a:lnTo>
                  <a:pt x="60055" y="223209"/>
                </a:lnTo>
                <a:lnTo>
                  <a:pt x="52549" y="205750"/>
                </a:lnTo>
                <a:lnTo>
                  <a:pt x="45034" y="188300"/>
                </a:lnTo>
                <a:lnTo>
                  <a:pt x="37529" y="170850"/>
                </a:lnTo>
                <a:lnTo>
                  <a:pt x="30023" y="153391"/>
                </a:lnTo>
                <a:lnTo>
                  <a:pt x="22517" y="135941"/>
                </a:lnTo>
                <a:lnTo>
                  <a:pt x="15011" y="118491"/>
                </a:lnTo>
                <a:lnTo>
                  <a:pt x="7506" y="101032"/>
                </a:lnTo>
                <a:lnTo>
                  <a:pt x="0" y="83582"/>
                </a:lnTo>
                <a:lnTo>
                  <a:pt x="14030" y="74733"/>
                </a:lnTo>
                <a:lnTo>
                  <a:pt x="31499" y="67266"/>
                </a:lnTo>
                <a:lnTo>
                  <a:pt x="48968" y="59788"/>
                </a:lnTo>
                <a:lnTo>
                  <a:pt x="66437" y="52321"/>
                </a:lnTo>
                <a:lnTo>
                  <a:pt x="83896" y="44844"/>
                </a:lnTo>
                <a:lnTo>
                  <a:pt x="101365" y="37367"/>
                </a:lnTo>
                <a:lnTo>
                  <a:pt x="118834" y="29899"/>
                </a:lnTo>
                <a:lnTo>
                  <a:pt x="136303" y="22422"/>
                </a:lnTo>
                <a:lnTo>
                  <a:pt x="153772" y="14945"/>
                </a:lnTo>
                <a:lnTo>
                  <a:pt x="171231" y="7477"/>
                </a:lnTo>
                <a:lnTo>
                  <a:pt x="188700" y="0"/>
                </a:lnTo>
                <a:lnTo>
                  <a:pt x="201006" y="5477"/>
                </a:lnTo>
                <a:lnTo>
                  <a:pt x="208531" y="22927"/>
                </a:lnTo>
                <a:lnTo>
                  <a:pt x="216056" y="40367"/>
                </a:lnTo>
                <a:lnTo>
                  <a:pt x="223590" y="57807"/>
                </a:lnTo>
                <a:lnTo>
                  <a:pt x="231115" y="75248"/>
                </a:lnTo>
                <a:lnTo>
                  <a:pt x="238649" y="92697"/>
                </a:lnTo>
                <a:lnTo>
                  <a:pt x="246174" y="110138"/>
                </a:lnTo>
                <a:lnTo>
                  <a:pt x="253708" y="127578"/>
                </a:lnTo>
                <a:lnTo>
                  <a:pt x="261233" y="145028"/>
                </a:lnTo>
                <a:lnTo>
                  <a:pt x="268757" y="162468"/>
                </a:lnTo>
                <a:lnTo>
                  <a:pt x="276292" y="179908"/>
                </a:lnTo>
                <a:lnTo>
                  <a:pt x="283816" y="197348"/>
                </a:lnTo>
                <a:lnTo>
                  <a:pt x="291351" y="214798"/>
                </a:lnTo>
                <a:lnTo>
                  <a:pt x="298875" y="232239"/>
                </a:lnTo>
                <a:lnTo>
                  <a:pt x="306410" y="249679"/>
                </a:lnTo>
                <a:lnTo>
                  <a:pt x="313934" y="267129"/>
                </a:lnTo>
                <a:lnTo>
                  <a:pt x="321459" y="284569"/>
                </a:lnTo>
                <a:lnTo>
                  <a:pt x="328994" y="302009"/>
                </a:lnTo>
                <a:lnTo>
                  <a:pt x="336518" y="319459"/>
                </a:lnTo>
                <a:lnTo>
                  <a:pt x="344053" y="336899"/>
                </a:lnTo>
                <a:lnTo>
                  <a:pt x="351577" y="354340"/>
                </a:lnTo>
                <a:lnTo>
                  <a:pt x="359112" y="371780"/>
                </a:lnTo>
                <a:lnTo>
                  <a:pt x="366636" y="389230"/>
                </a:lnTo>
                <a:lnTo>
                  <a:pt x="374161" y="406670"/>
                </a:lnTo>
                <a:lnTo>
                  <a:pt x="381695" y="424110"/>
                </a:lnTo>
                <a:lnTo>
                  <a:pt x="389220" y="441560"/>
                </a:lnTo>
                <a:lnTo>
                  <a:pt x="396754" y="459000"/>
                </a:lnTo>
                <a:lnTo>
                  <a:pt x="404279" y="476441"/>
                </a:lnTo>
                <a:lnTo>
                  <a:pt x="411813" y="493890"/>
                </a:lnTo>
                <a:lnTo>
                  <a:pt x="419338" y="511331"/>
                </a:lnTo>
                <a:lnTo>
                  <a:pt x="426863" y="528771"/>
                </a:lnTo>
                <a:lnTo>
                  <a:pt x="434397" y="546211"/>
                </a:lnTo>
                <a:lnTo>
                  <a:pt x="441922" y="563661"/>
                </a:lnTo>
                <a:lnTo>
                  <a:pt x="449456" y="581101"/>
                </a:lnTo>
                <a:lnTo>
                  <a:pt x="456981" y="598541"/>
                </a:lnTo>
                <a:lnTo>
                  <a:pt x="464515" y="615991"/>
                </a:lnTo>
                <a:lnTo>
                  <a:pt x="472040" y="633432"/>
                </a:lnTo>
                <a:lnTo>
                  <a:pt x="479574" y="650872"/>
                </a:lnTo>
                <a:lnTo>
                  <a:pt x="487099" y="668322"/>
                </a:lnTo>
                <a:lnTo>
                  <a:pt x="494624" y="685762"/>
                </a:lnTo>
                <a:lnTo>
                  <a:pt x="502158" y="703202"/>
                </a:lnTo>
                <a:lnTo>
                  <a:pt x="509683" y="720642"/>
                </a:lnTo>
                <a:lnTo>
                  <a:pt x="517217" y="738092"/>
                </a:lnTo>
                <a:lnTo>
                  <a:pt x="524742" y="755533"/>
                </a:lnTo>
                <a:lnTo>
                  <a:pt x="532276" y="772973"/>
                </a:lnTo>
                <a:lnTo>
                  <a:pt x="539801" y="790423"/>
                </a:lnTo>
                <a:lnTo>
                  <a:pt x="547326" y="807863"/>
                </a:lnTo>
                <a:lnTo>
                  <a:pt x="554860" y="825303"/>
                </a:lnTo>
                <a:lnTo>
                  <a:pt x="562385" y="842743"/>
                </a:lnTo>
                <a:lnTo>
                  <a:pt x="569919" y="860193"/>
                </a:lnTo>
                <a:lnTo>
                  <a:pt x="577444" y="877634"/>
                </a:lnTo>
                <a:lnTo>
                  <a:pt x="574767" y="891026"/>
                </a:lnTo>
                <a:lnTo>
                  <a:pt x="557317" y="898531"/>
                </a:lnTo>
                <a:lnTo>
                  <a:pt x="539867" y="906047"/>
                </a:lnTo>
                <a:lnTo>
                  <a:pt x="522418" y="913562"/>
                </a:lnTo>
                <a:lnTo>
                  <a:pt x="504968" y="921077"/>
                </a:lnTo>
                <a:lnTo>
                  <a:pt x="487518" y="928592"/>
                </a:lnTo>
                <a:lnTo>
                  <a:pt x="470078" y="936107"/>
                </a:lnTo>
                <a:lnTo>
                  <a:pt x="452628" y="943623"/>
                </a:lnTo>
                <a:lnTo>
                  <a:pt x="435178" y="951138"/>
                </a:lnTo>
                <a:lnTo>
                  <a:pt x="417728" y="958644"/>
                </a:lnTo>
                <a:lnTo>
                  <a:pt x="400279" y="966159"/>
                </a:lnTo>
                <a:lnTo>
                  <a:pt x="382829" y="973674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gate-2-i-beam">
            <a:extLst xmlns:a="http://schemas.openxmlformats.org/drawingml/2006/main">
              <a:ext uri="{FF2B5EF4-FFF2-40B4-BE49-F238E27FC236}">
                <a16:creationId xmlns:a16="http://schemas.microsoft.com/office/drawing/2014/main" id="{BDA1275E-8501-43AC-947A-6DCEACCB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4435" y="3375003"/>
            <a:ext cx="628574" cy="996020"/>
          </a:xfrm>
          <a:custGeom xmlns:a="http://schemas.openxmlformats.org/drawingml/2006/main">
            <a:pathLst>
              <a:path w="628574" h="996020">
                <a:moveTo>
                  <a:pt x="383105" y="996020"/>
                </a:moveTo>
                <a:lnTo>
                  <a:pt x="400574" y="988447"/>
                </a:lnTo>
                <a:lnTo>
                  <a:pt x="418043" y="980875"/>
                </a:lnTo>
                <a:lnTo>
                  <a:pt x="435512" y="973303"/>
                </a:lnTo>
                <a:lnTo>
                  <a:pt x="452980" y="965730"/>
                </a:lnTo>
                <a:lnTo>
                  <a:pt x="470449" y="958158"/>
                </a:lnTo>
                <a:lnTo>
                  <a:pt x="487928" y="950585"/>
                </a:lnTo>
                <a:lnTo>
                  <a:pt x="505397" y="943013"/>
                </a:lnTo>
                <a:lnTo>
                  <a:pt x="522865" y="935441"/>
                </a:lnTo>
                <a:lnTo>
                  <a:pt x="540334" y="927868"/>
                </a:lnTo>
                <a:lnTo>
                  <a:pt x="557803" y="920296"/>
                </a:lnTo>
                <a:lnTo>
                  <a:pt x="575272" y="912724"/>
                </a:lnTo>
                <a:lnTo>
                  <a:pt x="592741" y="905151"/>
                </a:lnTo>
                <a:lnTo>
                  <a:pt x="610210" y="897579"/>
                </a:lnTo>
                <a:lnTo>
                  <a:pt x="627678" y="890006"/>
                </a:lnTo>
                <a:lnTo>
                  <a:pt x="628574" y="875919"/>
                </a:lnTo>
                <a:lnTo>
                  <a:pt x="620944" y="858479"/>
                </a:lnTo>
                <a:lnTo>
                  <a:pt x="613315" y="841029"/>
                </a:lnTo>
                <a:lnTo>
                  <a:pt x="604047" y="827723"/>
                </a:lnTo>
                <a:lnTo>
                  <a:pt x="586569" y="835266"/>
                </a:lnTo>
                <a:lnTo>
                  <a:pt x="569081" y="842810"/>
                </a:lnTo>
                <a:lnTo>
                  <a:pt x="551602" y="850354"/>
                </a:lnTo>
                <a:lnTo>
                  <a:pt x="534114" y="857888"/>
                </a:lnTo>
                <a:lnTo>
                  <a:pt x="516636" y="865432"/>
                </a:lnTo>
                <a:lnTo>
                  <a:pt x="505206" y="857745"/>
                </a:lnTo>
                <a:lnTo>
                  <a:pt x="497672" y="840257"/>
                </a:lnTo>
                <a:lnTo>
                  <a:pt x="490147" y="822770"/>
                </a:lnTo>
                <a:lnTo>
                  <a:pt x="482613" y="805282"/>
                </a:lnTo>
                <a:lnTo>
                  <a:pt x="475078" y="787794"/>
                </a:lnTo>
                <a:lnTo>
                  <a:pt x="467544" y="770306"/>
                </a:lnTo>
                <a:lnTo>
                  <a:pt x="460019" y="752827"/>
                </a:lnTo>
                <a:lnTo>
                  <a:pt x="452485" y="735340"/>
                </a:lnTo>
                <a:lnTo>
                  <a:pt x="444951" y="717852"/>
                </a:lnTo>
                <a:lnTo>
                  <a:pt x="437426" y="700364"/>
                </a:lnTo>
                <a:lnTo>
                  <a:pt x="429892" y="682876"/>
                </a:lnTo>
                <a:lnTo>
                  <a:pt x="422358" y="665388"/>
                </a:lnTo>
                <a:lnTo>
                  <a:pt x="414823" y="647900"/>
                </a:lnTo>
                <a:lnTo>
                  <a:pt x="407299" y="630412"/>
                </a:lnTo>
                <a:lnTo>
                  <a:pt x="399764" y="612924"/>
                </a:lnTo>
                <a:lnTo>
                  <a:pt x="392230" y="595436"/>
                </a:lnTo>
                <a:lnTo>
                  <a:pt x="384705" y="577948"/>
                </a:lnTo>
                <a:lnTo>
                  <a:pt x="377171" y="560461"/>
                </a:lnTo>
                <a:lnTo>
                  <a:pt x="369637" y="542973"/>
                </a:lnTo>
                <a:lnTo>
                  <a:pt x="362102" y="525494"/>
                </a:lnTo>
                <a:lnTo>
                  <a:pt x="354578" y="508006"/>
                </a:lnTo>
                <a:lnTo>
                  <a:pt x="347043" y="490518"/>
                </a:lnTo>
                <a:lnTo>
                  <a:pt x="339509" y="473031"/>
                </a:lnTo>
                <a:lnTo>
                  <a:pt x="331984" y="455543"/>
                </a:lnTo>
                <a:lnTo>
                  <a:pt x="324450" y="438055"/>
                </a:lnTo>
                <a:lnTo>
                  <a:pt x="316916" y="420567"/>
                </a:lnTo>
                <a:lnTo>
                  <a:pt x="309382" y="403079"/>
                </a:lnTo>
                <a:lnTo>
                  <a:pt x="301857" y="385591"/>
                </a:lnTo>
                <a:lnTo>
                  <a:pt x="294323" y="368103"/>
                </a:lnTo>
                <a:lnTo>
                  <a:pt x="286788" y="350615"/>
                </a:lnTo>
                <a:lnTo>
                  <a:pt x="279254" y="333127"/>
                </a:lnTo>
                <a:lnTo>
                  <a:pt x="271729" y="315649"/>
                </a:lnTo>
                <a:lnTo>
                  <a:pt x="264195" y="298161"/>
                </a:lnTo>
                <a:lnTo>
                  <a:pt x="256661" y="280673"/>
                </a:lnTo>
                <a:lnTo>
                  <a:pt x="249136" y="263185"/>
                </a:lnTo>
                <a:lnTo>
                  <a:pt x="241602" y="245697"/>
                </a:lnTo>
                <a:lnTo>
                  <a:pt x="234067" y="228209"/>
                </a:lnTo>
                <a:lnTo>
                  <a:pt x="226533" y="210722"/>
                </a:lnTo>
                <a:lnTo>
                  <a:pt x="219008" y="193234"/>
                </a:lnTo>
                <a:lnTo>
                  <a:pt x="211474" y="175746"/>
                </a:lnTo>
                <a:lnTo>
                  <a:pt x="203940" y="158258"/>
                </a:lnTo>
                <a:lnTo>
                  <a:pt x="196415" y="140770"/>
                </a:lnTo>
                <a:lnTo>
                  <a:pt x="188881" y="123282"/>
                </a:lnTo>
                <a:lnTo>
                  <a:pt x="181346" y="105794"/>
                </a:lnTo>
                <a:lnTo>
                  <a:pt x="188766" y="94259"/>
                </a:lnTo>
                <a:lnTo>
                  <a:pt x="206254" y="86716"/>
                </a:lnTo>
                <a:lnTo>
                  <a:pt x="223733" y="79172"/>
                </a:lnTo>
                <a:lnTo>
                  <a:pt x="241221" y="71638"/>
                </a:lnTo>
                <a:lnTo>
                  <a:pt x="258699" y="64094"/>
                </a:lnTo>
                <a:lnTo>
                  <a:pt x="275168" y="56150"/>
                </a:lnTo>
                <a:lnTo>
                  <a:pt x="267529" y="38700"/>
                </a:lnTo>
                <a:lnTo>
                  <a:pt x="259899" y="21260"/>
                </a:lnTo>
                <a:lnTo>
                  <a:pt x="252270" y="3820"/>
                </a:lnTo>
                <a:lnTo>
                  <a:pt x="239249" y="0"/>
                </a:lnTo>
                <a:lnTo>
                  <a:pt x="221761" y="7515"/>
                </a:lnTo>
                <a:lnTo>
                  <a:pt x="204264" y="15030"/>
                </a:lnTo>
                <a:lnTo>
                  <a:pt x="186776" y="22546"/>
                </a:lnTo>
                <a:lnTo>
                  <a:pt x="169278" y="30061"/>
                </a:lnTo>
                <a:lnTo>
                  <a:pt x="151781" y="37586"/>
                </a:lnTo>
                <a:lnTo>
                  <a:pt x="134293" y="45101"/>
                </a:lnTo>
                <a:lnTo>
                  <a:pt x="116796" y="52616"/>
                </a:lnTo>
                <a:lnTo>
                  <a:pt x="99298" y="60131"/>
                </a:lnTo>
                <a:lnTo>
                  <a:pt x="81810" y="67647"/>
                </a:lnTo>
                <a:lnTo>
                  <a:pt x="64313" y="75162"/>
                </a:lnTo>
                <a:lnTo>
                  <a:pt x="46825" y="82677"/>
                </a:lnTo>
                <a:lnTo>
                  <a:pt x="29327" y="90192"/>
                </a:lnTo>
                <a:lnTo>
                  <a:pt x="11830" y="97707"/>
                </a:lnTo>
                <a:lnTo>
                  <a:pt x="0" y="107480"/>
                </a:lnTo>
                <a:lnTo>
                  <a:pt x="7534" y="124968"/>
                </a:lnTo>
                <a:lnTo>
                  <a:pt x="15069" y="142456"/>
                </a:lnTo>
                <a:lnTo>
                  <a:pt x="22593" y="159944"/>
                </a:lnTo>
                <a:lnTo>
                  <a:pt x="36909" y="160172"/>
                </a:lnTo>
                <a:lnTo>
                  <a:pt x="54331" y="152486"/>
                </a:lnTo>
                <a:lnTo>
                  <a:pt x="71752" y="144799"/>
                </a:lnTo>
                <a:lnTo>
                  <a:pt x="89173" y="137112"/>
                </a:lnTo>
                <a:lnTo>
                  <a:pt x="106594" y="129435"/>
                </a:lnTo>
                <a:lnTo>
                  <a:pt x="122939" y="124473"/>
                </a:lnTo>
                <a:lnTo>
                  <a:pt x="130464" y="141970"/>
                </a:lnTo>
                <a:lnTo>
                  <a:pt x="137989" y="159458"/>
                </a:lnTo>
                <a:lnTo>
                  <a:pt x="145504" y="176946"/>
                </a:lnTo>
                <a:lnTo>
                  <a:pt x="153029" y="194434"/>
                </a:lnTo>
                <a:lnTo>
                  <a:pt x="160553" y="211931"/>
                </a:lnTo>
                <a:lnTo>
                  <a:pt x="168078" y="229419"/>
                </a:lnTo>
                <a:lnTo>
                  <a:pt x="175603" y="246907"/>
                </a:lnTo>
                <a:lnTo>
                  <a:pt x="183128" y="264395"/>
                </a:lnTo>
                <a:lnTo>
                  <a:pt x="190652" y="281892"/>
                </a:lnTo>
                <a:lnTo>
                  <a:pt x="198177" y="299380"/>
                </a:lnTo>
                <a:lnTo>
                  <a:pt x="205702" y="316868"/>
                </a:lnTo>
                <a:lnTo>
                  <a:pt x="213217" y="334366"/>
                </a:lnTo>
                <a:lnTo>
                  <a:pt x="220742" y="351854"/>
                </a:lnTo>
                <a:lnTo>
                  <a:pt x="228267" y="369341"/>
                </a:lnTo>
                <a:lnTo>
                  <a:pt x="235791" y="386829"/>
                </a:lnTo>
                <a:lnTo>
                  <a:pt x="243316" y="404327"/>
                </a:lnTo>
                <a:lnTo>
                  <a:pt x="250841" y="421815"/>
                </a:lnTo>
                <a:lnTo>
                  <a:pt x="258366" y="439303"/>
                </a:lnTo>
                <a:lnTo>
                  <a:pt x="265890" y="456790"/>
                </a:lnTo>
                <a:lnTo>
                  <a:pt x="273415" y="474288"/>
                </a:lnTo>
                <a:lnTo>
                  <a:pt x="280940" y="491776"/>
                </a:lnTo>
                <a:lnTo>
                  <a:pt x="288455" y="509264"/>
                </a:lnTo>
                <a:lnTo>
                  <a:pt x="295980" y="526761"/>
                </a:lnTo>
                <a:lnTo>
                  <a:pt x="303505" y="544249"/>
                </a:lnTo>
                <a:lnTo>
                  <a:pt x="311029" y="561737"/>
                </a:lnTo>
                <a:lnTo>
                  <a:pt x="318554" y="579225"/>
                </a:lnTo>
                <a:lnTo>
                  <a:pt x="326079" y="596722"/>
                </a:lnTo>
                <a:lnTo>
                  <a:pt x="333604" y="614210"/>
                </a:lnTo>
                <a:lnTo>
                  <a:pt x="341128" y="631698"/>
                </a:lnTo>
                <a:lnTo>
                  <a:pt x="348653" y="649186"/>
                </a:lnTo>
                <a:lnTo>
                  <a:pt x="356168" y="666683"/>
                </a:lnTo>
                <a:lnTo>
                  <a:pt x="363693" y="684171"/>
                </a:lnTo>
                <a:lnTo>
                  <a:pt x="371218" y="701659"/>
                </a:lnTo>
                <a:lnTo>
                  <a:pt x="378743" y="719157"/>
                </a:lnTo>
                <a:lnTo>
                  <a:pt x="386267" y="736644"/>
                </a:lnTo>
                <a:lnTo>
                  <a:pt x="393792" y="754132"/>
                </a:lnTo>
                <a:lnTo>
                  <a:pt x="401317" y="771620"/>
                </a:lnTo>
                <a:lnTo>
                  <a:pt x="408842" y="789118"/>
                </a:lnTo>
                <a:lnTo>
                  <a:pt x="416366" y="806606"/>
                </a:lnTo>
                <a:lnTo>
                  <a:pt x="423891" y="824093"/>
                </a:lnTo>
                <a:lnTo>
                  <a:pt x="431406" y="841581"/>
                </a:lnTo>
                <a:lnTo>
                  <a:pt x="438931" y="859079"/>
                </a:lnTo>
                <a:lnTo>
                  <a:pt x="446456" y="876567"/>
                </a:lnTo>
                <a:lnTo>
                  <a:pt x="452685" y="893540"/>
                </a:lnTo>
                <a:lnTo>
                  <a:pt x="435207" y="901084"/>
                </a:lnTo>
                <a:lnTo>
                  <a:pt x="417719" y="908628"/>
                </a:lnTo>
                <a:lnTo>
                  <a:pt x="400241" y="916172"/>
                </a:lnTo>
                <a:lnTo>
                  <a:pt x="382753" y="923706"/>
                </a:lnTo>
                <a:lnTo>
                  <a:pt x="365274" y="931250"/>
                </a:lnTo>
                <a:lnTo>
                  <a:pt x="360207" y="943689"/>
                </a:lnTo>
                <a:lnTo>
                  <a:pt x="367846" y="961130"/>
                </a:lnTo>
                <a:lnTo>
                  <a:pt x="375476" y="978579"/>
                </a:lnTo>
                <a:lnTo>
                  <a:pt x="383105" y="996020"/>
                </a:lnTo>
                <a:close/>
              </a:path>
            </a:pathLst>
          </a:custGeom>
          <a:solidFill xmlns:a="http://schemas.openxmlformats.org/drawingml/2006/main">
            <a:srgbClr val="3F6D9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gate-2-label-link">
            <a:extLst xmlns:a="http://schemas.openxmlformats.org/drawingml/2006/main">
              <a:ext uri="{FF2B5EF4-FFF2-40B4-BE49-F238E27FC236}">
                <a16:creationId xmlns:a16="http://schemas.microsoft.com/office/drawing/2014/main" id="{D9F1FC39-F2F8-4B4B-A336-F90967EA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1343" y="3896678"/>
            <a:ext cx="517208" cy="874395"/>
          </a:xfrm>
          <a:custGeom xmlns:a="http://schemas.openxmlformats.org/drawingml/2006/main">
            <a:pathLst>
              <a:path w="517208" h="874395">
                <a:moveTo>
                  <a:pt x="0" y="0"/>
                </a:moveTo>
                <a:lnTo>
                  <a:pt x="9582" y="16193"/>
                </a:lnTo>
                <a:lnTo>
                  <a:pt x="19155" y="32385"/>
                </a:lnTo>
                <a:lnTo>
                  <a:pt x="28737" y="48578"/>
                </a:lnTo>
                <a:lnTo>
                  <a:pt x="38310" y="64770"/>
                </a:lnTo>
                <a:lnTo>
                  <a:pt x="47892" y="80963"/>
                </a:lnTo>
                <a:lnTo>
                  <a:pt x="57464" y="97155"/>
                </a:lnTo>
                <a:lnTo>
                  <a:pt x="67046" y="113348"/>
                </a:lnTo>
                <a:lnTo>
                  <a:pt x="76619" y="129540"/>
                </a:lnTo>
                <a:lnTo>
                  <a:pt x="86201" y="145733"/>
                </a:lnTo>
                <a:lnTo>
                  <a:pt x="95783" y="161925"/>
                </a:lnTo>
                <a:lnTo>
                  <a:pt x="105356" y="178118"/>
                </a:lnTo>
                <a:lnTo>
                  <a:pt x="114938" y="194310"/>
                </a:lnTo>
                <a:lnTo>
                  <a:pt x="124511" y="210503"/>
                </a:lnTo>
                <a:lnTo>
                  <a:pt x="134093" y="226695"/>
                </a:lnTo>
                <a:lnTo>
                  <a:pt x="143666" y="242888"/>
                </a:lnTo>
                <a:lnTo>
                  <a:pt x="153248" y="259080"/>
                </a:lnTo>
                <a:lnTo>
                  <a:pt x="162820" y="275273"/>
                </a:lnTo>
                <a:lnTo>
                  <a:pt x="172403" y="291465"/>
                </a:lnTo>
                <a:lnTo>
                  <a:pt x="181985" y="307658"/>
                </a:lnTo>
                <a:lnTo>
                  <a:pt x="191557" y="323850"/>
                </a:lnTo>
                <a:lnTo>
                  <a:pt x="201139" y="340043"/>
                </a:lnTo>
                <a:lnTo>
                  <a:pt x="210712" y="356235"/>
                </a:lnTo>
                <a:lnTo>
                  <a:pt x="220294" y="372428"/>
                </a:lnTo>
                <a:lnTo>
                  <a:pt x="229867" y="388620"/>
                </a:lnTo>
                <a:lnTo>
                  <a:pt x="239449" y="404813"/>
                </a:lnTo>
                <a:lnTo>
                  <a:pt x="249022" y="421005"/>
                </a:lnTo>
                <a:lnTo>
                  <a:pt x="258604" y="437198"/>
                </a:lnTo>
                <a:lnTo>
                  <a:pt x="268186" y="453390"/>
                </a:lnTo>
                <a:lnTo>
                  <a:pt x="277759" y="469583"/>
                </a:lnTo>
                <a:lnTo>
                  <a:pt x="287341" y="485775"/>
                </a:lnTo>
                <a:lnTo>
                  <a:pt x="296913" y="501968"/>
                </a:lnTo>
                <a:lnTo>
                  <a:pt x="306495" y="518160"/>
                </a:lnTo>
                <a:lnTo>
                  <a:pt x="316068" y="534353"/>
                </a:lnTo>
                <a:lnTo>
                  <a:pt x="325650" y="550545"/>
                </a:lnTo>
                <a:lnTo>
                  <a:pt x="335223" y="566738"/>
                </a:lnTo>
                <a:lnTo>
                  <a:pt x="344805" y="582930"/>
                </a:lnTo>
                <a:lnTo>
                  <a:pt x="354387" y="599123"/>
                </a:lnTo>
                <a:lnTo>
                  <a:pt x="363960" y="615315"/>
                </a:lnTo>
                <a:lnTo>
                  <a:pt x="373542" y="631508"/>
                </a:lnTo>
                <a:lnTo>
                  <a:pt x="383115" y="647700"/>
                </a:lnTo>
                <a:lnTo>
                  <a:pt x="392697" y="663893"/>
                </a:lnTo>
                <a:lnTo>
                  <a:pt x="402269" y="680085"/>
                </a:lnTo>
                <a:lnTo>
                  <a:pt x="411851" y="696278"/>
                </a:lnTo>
                <a:lnTo>
                  <a:pt x="421424" y="712470"/>
                </a:lnTo>
                <a:lnTo>
                  <a:pt x="431006" y="728663"/>
                </a:lnTo>
                <a:lnTo>
                  <a:pt x="440588" y="744855"/>
                </a:lnTo>
                <a:lnTo>
                  <a:pt x="450161" y="761048"/>
                </a:lnTo>
                <a:lnTo>
                  <a:pt x="459743" y="777240"/>
                </a:lnTo>
                <a:lnTo>
                  <a:pt x="469316" y="793433"/>
                </a:lnTo>
                <a:lnTo>
                  <a:pt x="478898" y="809625"/>
                </a:lnTo>
                <a:lnTo>
                  <a:pt x="488471" y="825818"/>
                </a:lnTo>
                <a:lnTo>
                  <a:pt x="498053" y="842010"/>
                </a:lnTo>
                <a:lnTo>
                  <a:pt x="507625" y="858203"/>
                </a:lnTo>
                <a:lnTo>
                  <a:pt x="517208" y="87439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EA8C1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gate-1-content-surface">
            <a:extLst xmlns:a="http://schemas.openxmlformats.org/drawingml/2006/main">
              <a:ext uri="{FF2B5EF4-FFF2-40B4-BE49-F238E27FC236}">
                <a16:creationId xmlns:a16="http://schemas.microsoft.com/office/drawing/2014/main" id="{15B39B7A-8EEB-4A53-A1BE-AC0ADCD3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0266" y="2783091"/>
            <a:ext cx="1657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gate-2-content-surface">
            <a:extLst xmlns:a="http://schemas.openxmlformats.org/drawingml/2006/main">
              <a:ext uri="{FF2B5EF4-FFF2-40B4-BE49-F238E27FC236}">
                <a16:creationId xmlns:a16="http://schemas.microsoft.com/office/drawing/2014/main" id="{4FB391FC-95AD-4081-98FB-B0309953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4770987"/>
            <a:ext cx="1657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gate-1-check">
            <a:extLst xmlns:a="http://schemas.openxmlformats.org/drawingml/2006/main">
              <a:ext uri="{FF2B5EF4-FFF2-40B4-BE49-F238E27FC236}">
                <a16:creationId xmlns:a16="http://schemas.microsoft.com/office/drawing/2014/main" id="{392970D8-87D8-42B9-9A5A-E0074127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7987" y="4408141"/>
            <a:ext cx="378028" cy="263728"/>
          </a:xfrm>
          <a:prstGeom xmlns:a="http://schemas.openxmlformats.org/drawingml/2006/main" prst="roundRect">
            <a:avLst>
              <a:gd name="adj" fmla="val 28893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9" name="gate-1-tag">
            <a:extLst xmlns:a="http://schemas.openxmlformats.org/drawingml/2006/main">
              <a:ext uri="{FF2B5EF4-FFF2-40B4-BE49-F238E27FC236}">
                <a16:creationId xmlns:a16="http://schemas.microsoft.com/office/drawing/2014/main" id="{550F193D-99C4-4F8A-8031-825B2DAB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0266" y="2602116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500"/>
              </a:lnSpc>
              <a:buNone/>
              <a:defRPr sz="1200" b="1" i="0">
                <a:solidFill>
                  <a:srgbClr val="708A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708AA4"/>
                </a:solidFill>
                <a:latin typeface="Microsoft YaHei"/>
                <a:ea typeface="Microsoft YaHei"/>
                <a:cs typeface="Microsoft YaHei"/>
              </a:rPr>
              <a:t>门禁 01</a:t>
            </a:r>
          </a:p>
        </p:txBody>
      </p:sp>
      <p:sp>
        <p:nvSpPr>
          <p:cNvPr id="30" name="gate-title-1">
            <a:extLst xmlns:a="http://schemas.openxmlformats.org/drawingml/2006/main">
              <a:ext uri="{FF2B5EF4-FFF2-40B4-BE49-F238E27FC236}">
                <a16:creationId xmlns:a16="http://schemas.microsoft.com/office/drawing/2014/main" id="{3FA6DA49-BAFD-41EE-A667-55400D94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5991" y="2929538"/>
            <a:ext cx="1485900" cy="195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 b="1" i="0">
                <a:solidFill>
                  <a:srgbClr val="315B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15B89"/>
                </a:solidFill>
                <a:latin typeface="Microsoft YaHei"/>
                <a:ea typeface="Microsoft YaHei"/>
                <a:cs typeface="Microsoft YaHei"/>
              </a:rPr>
              <a:t>授权范围</a:t>
            </a:r>
          </a:p>
        </p:txBody>
      </p:sp>
      <p:sp>
        <p:nvSpPr>
          <p:cNvPr id="31" name="gate-body-1">
            <a:extLst xmlns:a="http://schemas.openxmlformats.org/drawingml/2006/main">
              <a:ext uri="{FF2B5EF4-FFF2-40B4-BE49-F238E27FC236}">
                <a16:creationId xmlns:a16="http://schemas.microsoft.com/office/drawing/2014/main" id="{1D192907-0EA7-4A1A-8C8C-17263407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5991" y="3182245"/>
            <a:ext cx="1485900" cy="159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00" b="0" i="0">
                <a:solidFill>
                  <a:srgbClr val="68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 i="0">
                <a:solidFill>
                  <a:srgbClr val="687D93"/>
                </a:solidFill>
                <a:latin typeface="Microsoft YaHei"/>
                <a:ea typeface="Microsoft YaHei"/>
                <a:cs typeface="Microsoft YaHei"/>
              </a:rPr>
              <a:t>常规事项才推进</a:t>
            </a:r>
          </a:p>
        </p:txBody>
      </p:sp>
      <p:sp>
        <p:nvSpPr>
          <p:cNvPr id="32" name="gate-2-check">
            <a:extLst xmlns:a="http://schemas.openxmlformats.org/drawingml/2006/main">
              <a:ext uri="{FF2B5EF4-FFF2-40B4-BE49-F238E27FC236}">
                <a16:creationId xmlns:a16="http://schemas.microsoft.com/office/drawing/2014/main" id="{3D642629-31C2-4839-9899-8B6F88DC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4120" y="3771900"/>
            <a:ext cx="355254" cy="250479"/>
          </a:xfrm>
          <a:prstGeom xmlns:a="http://schemas.openxmlformats.org/drawingml/2006/main" prst="roundRect">
            <a:avLst>
              <a:gd name="adj" fmla="val 30422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3" name="gate-2-tag">
            <a:extLst xmlns:a="http://schemas.openxmlformats.org/drawingml/2006/main">
              <a:ext uri="{FF2B5EF4-FFF2-40B4-BE49-F238E27FC236}">
                <a16:creationId xmlns:a16="http://schemas.microsoft.com/office/drawing/2014/main" id="{75CB7365-0E62-424E-8C13-2D8758CC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4590012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500"/>
              </a:lnSpc>
              <a:buNone/>
              <a:defRPr sz="1200" b="1" i="0">
                <a:solidFill>
                  <a:srgbClr val="708A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708AA4"/>
                </a:solidFill>
                <a:latin typeface="Microsoft YaHei"/>
                <a:ea typeface="Microsoft YaHei"/>
                <a:cs typeface="Microsoft YaHei"/>
              </a:rPr>
              <a:t>门禁 02</a:t>
            </a:r>
          </a:p>
        </p:txBody>
      </p:sp>
      <p:sp>
        <p:nvSpPr>
          <p:cNvPr id="34" name="gate-title-2">
            <a:extLst xmlns:a="http://schemas.openxmlformats.org/drawingml/2006/main">
              <a:ext uri="{FF2B5EF4-FFF2-40B4-BE49-F238E27FC236}">
                <a16:creationId xmlns:a16="http://schemas.microsoft.com/office/drawing/2014/main" id="{3F98FEDE-F186-4D6B-8682-10765902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4917434"/>
            <a:ext cx="1485900" cy="195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 b="1" i="0">
                <a:solidFill>
                  <a:srgbClr val="315B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15B89"/>
                </a:solidFill>
                <a:latin typeface="Microsoft YaHei"/>
                <a:ea typeface="Microsoft YaHei"/>
                <a:cs typeface="Microsoft YaHei"/>
              </a:rPr>
              <a:t>材料齐备</a:t>
            </a:r>
          </a:p>
        </p:txBody>
      </p:sp>
      <p:sp>
        <p:nvSpPr>
          <p:cNvPr id="35" name="gate-body-2">
            <a:extLst xmlns:a="http://schemas.openxmlformats.org/drawingml/2006/main">
              <a:ext uri="{FF2B5EF4-FFF2-40B4-BE49-F238E27FC236}">
                <a16:creationId xmlns:a16="http://schemas.microsoft.com/office/drawing/2014/main" id="{FDBDD958-5071-49AE-A6EE-CB11AFD7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5170141"/>
            <a:ext cx="1485900" cy="159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00" b="0" i="0">
                <a:solidFill>
                  <a:srgbClr val="68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 i="0">
                <a:solidFill>
                  <a:srgbClr val="687D93"/>
                </a:solidFill>
                <a:latin typeface="Microsoft YaHei"/>
                <a:ea typeface="Microsoft YaHei"/>
                <a:cs typeface="Microsoft YaHei"/>
              </a:rPr>
              <a:t>齐备后才送交教师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85A8A3-779F-4E1C-9264-B4CD171F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008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来源：虚构测试数据与方案｜方案尚未实施；四周后只判断可执行性与记录完整性</a:t>
            </a:r>
          </a:p>
        </p:txBody>
      </p:sp>
    </p:spTree>
    <p:extLst>
      <p:ext uri="{BB962C8B-B14F-4D97-AF65-F5344CB8AC3E}">
        <p14:creationId xmlns:p14="http://schemas.microsoft.com/office/powerpoint/2010/main" val="13510609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2026-09-05T17:35:48.8150000Z</dcterms:created>
  <dcterms:modified xsi:type="dcterms:W3CDTF">2026-09-05T17:35:48.8150000Z</dcterms:modified>
</coreProperties>
</file>