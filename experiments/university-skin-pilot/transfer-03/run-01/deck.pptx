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9e2639e9a843a2" /><Relationship Type="http://schemas.openxmlformats.org/officeDocument/2006/relationships/extended-properties" Target="/docProps/app.xml" Id="Rb30eb3b8c1594474" /><Relationship Type="http://schemas.openxmlformats.org/officeDocument/2006/relationships/officeDocument" Target="/ppt/presentation.xml" Id="Rd000dc72b3f049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8816bbbcb34dd2"/>
  </p:sldMasterIdLst>
  <p:notesMasterIdLst>
    <p:notesMasterId xmlns:r="http://schemas.openxmlformats.org/officeDocument/2006/relationships" r:id="R8f70120a82c64e9f"/>
  </p:notesMasterIdLst>
  <p:sldIdLst>
    <p:sldId xmlns:r="http://schemas.openxmlformats.org/officeDocument/2006/relationships" id="256" r:id="Reeec07561221454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aed6513b984825" /><Relationship Type="http://schemas.openxmlformats.org/officeDocument/2006/relationships/slideMaster" Target="/ppt/slideMasters/slideMaster1.xml" Id="R528816bbbcb34dd2" /><Relationship Type="http://schemas.openxmlformats.org/officeDocument/2006/relationships/notesMaster" Target="/ppt/notesMasters/notesMaster1.xml" Id="R8f70120a82c64e9f" /><Relationship Type="http://schemas.openxmlformats.org/officeDocument/2006/relationships/presProps" Target="/ppt/presProps.xml" Id="Ra22b7edd6abe436b" /><Relationship Type="http://schemas.openxmlformats.org/officeDocument/2006/relationships/tableStyles" Target="/ppt/tableStyles.xml" Id="Rb6717c617db4474c" /><Relationship Type="http://schemas.openxmlformats.org/officeDocument/2006/relationships/slide" Target="/ppt/slides/slide1.xml" Id="Reeec0756122145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cca9231d5924b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a4bf77e5854cfe" /><Relationship Type="http://schemas.openxmlformats.org/officeDocument/2006/relationships/notesMaster" Target="/ppt/notesMasters/notesMaster1.xml" Id="R362009d1172547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内容：experiments/university-skin-pilot/transfer-03/manuscript.txt</a:t>
            </a:r>
          </a:p>
          <a:p xmlns:a="http://schemas.openxmlformats.org/drawingml/2006/main">
            <a:r>
              <a:t>设计：docs/设计手册/科研咨询式排版-v7.md；主题：experiments/university-skin-pilot/reference-01/theme.json</a:t>
            </a:r>
          </a:p>
          <a:p xmlns:a="http://schemas.openxmlformats.org/drawingml/2006/main">
            <a:r>
              <a:t>结构参考：parallel-equal-cards-001、convergence-many-to-one-003、branching-decision-routes-001、cycle-single-chain-feedback-002；本页为原生对象参考重组，未执行 invokeStructure。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b025a10081465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c243a8b50646a3" /><Relationship Type="http://schemas.openxmlformats.org/officeDocument/2006/relationships/slideLayout" Target="/ppt/slideLayouts/slideLayout1.xml" Id="R189fc707dad048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9fc707dad048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deefb44be0425b" /><Relationship Type="http://schemas.openxmlformats.org/officeDocument/2006/relationships/notesSlide" Target="/ppt/notesSlides/notesSlide1.xml" Id="R5e3b30f687684e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eyebrow">
            <a:extLst xmlns:a="http://schemas.openxmlformats.org/drawingml/2006/main">
              <a:ext uri="{FF2B5EF4-FFF2-40B4-BE49-F238E27FC236}">
                <a16:creationId xmlns:a16="http://schemas.microsoft.com/office/drawing/2014/main" id="{709DECCA-8A21-4E5C-ADB8-AEA0D7E5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虚构流程设计 · 尚未实施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A67FF52-8F2F-4195-8774-1DC906A7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09600"/>
            <a:ext cx="11096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两条准备工作可并行，但联合实验必须等两份证据齐全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0B5E33B-9401-4A1B-8696-332E1EE12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01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8BCD1"/>
            </a:solidFill>
            <a:prstDash val="solid"/>
          </a:ln>
        </p:spPr>
      </p:sp>
      <p:sp>
        <p:nvSpPr>
          <p:cNvPr id="4" name="process-caption">
            <a:extLst xmlns:a="http://schemas.openxmlformats.org/drawingml/2006/main">
              <a:ext uri="{FF2B5EF4-FFF2-40B4-BE49-F238E27FC236}">
                <a16:creationId xmlns:a16="http://schemas.microsoft.com/office/drawing/2014/main" id="{A79ABC84-A4B4-44ED-896F-3677930C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62075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准备阶段：两条责任组路径同时推进</a:t>
            </a:r>
          </a:p>
        </p:txBody>
      </p:sp>
      <p:sp>
        <p:nvSpPr>
          <p:cNvPr id="5" name="equipment-marker">
            <a:extLst xmlns:a="http://schemas.openxmlformats.org/drawingml/2006/main">
              <a:ext uri="{FF2B5EF4-FFF2-40B4-BE49-F238E27FC236}">
                <a16:creationId xmlns:a16="http://schemas.microsoft.com/office/drawing/2014/main" id="{4E720ECB-70CF-4FD1-B2D7-FBB51069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09750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6" name="data-marker">
            <a:extLst xmlns:a="http://schemas.openxmlformats.org/drawingml/2006/main">
              <a:ext uri="{FF2B5EF4-FFF2-40B4-BE49-F238E27FC236}">
                <a16:creationId xmlns:a16="http://schemas.microsoft.com/office/drawing/2014/main" id="{E5235E8A-F015-4356-A8D1-E15285B0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38550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CD1"/>
          </a:solidFill>
          <a:ln xmlns:a="http://schemas.openxmlformats.org/drawingml/2006/main" w="0">
            <a:solidFill>
              <a:srgbClr val="A8BCD1"/>
            </a:solidFill>
            <a:prstDash val="solid"/>
          </a:ln>
        </p:spPr>
      </p:sp>
      <p:sp>
        <p:nvSpPr>
          <p:cNvPr id="7" name="equipment-label">
            <a:extLst xmlns:a="http://schemas.openxmlformats.org/drawingml/2006/main">
              <a:ext uri="{FF2B5EF4-FFF2-40B4-BE49-F238E27FC236}">
                <a16:creationId xmlns:a16="http://schemas.microsoft.com/office/drawing/2014/main" id="{E5FD1E0F-5E12-48B1-8731-60E6442F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57375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设备组</a:t>
            </a:r>
          </a:p>
        </p:txBody>
      </p:sp>
      <p:sp>
        <p:nvSpPr>
          <p:cNvPr id="8" name="data-label">
            <a:extLst xmlns:a="http://schemas.openxmlformats.org/drawingml/2006/main">
              <a:ext uri="{FF2B5EF4-FFF2-40B4-BE49-F238E27FC236}">
                <a16:creationId xmlns:a16="http://schemas.microsoft.com/office/drawing/2014/main" id="{52F8A2E2-B338-4D95-AC5D-A7FC1C71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86175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数据组</a:t>
            </a:r>
          </a:p>
        </p:txBody>
      </p:sp>
      <p:sp>
        <p:nvSpPr>
          <p:cNvPr id="9" name="equipment-task">
            <a:extLst xmlns:a="http://schemas.openxmlformats.org/drawingml/2006/main">
              <a:ext uri="{FF2B5EF4-FFF2-40B4-BE49-F238E27FC236}">
                <a16:creationId xmlns:a16="http://schemas.microsoft.com/office/drawing/2014/main" id="{47F10F67-F926-4E25-9848-6D396D28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809750"/>
            <a:ext cx="2238375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EFF4"/>
          </a:solidFill>
          <a:ln xmlns:a="http://schemas.openxmlformats.org/drawingml/2006/main" w="9525">
            <a:solidFill>
              <a:srgbClr val="A8BCD1"/>
            </a:solidFill>
            <a:prstDash val="solid"/>
          </a:ln>
        </p:spPr>
      </p:sp>
      <p:sp>
        <p:nvSpPr>
          <p:cNvPr id="10" name="data-task">
            <a:extLst xmlns:a="http://schemas.openxmlformats.org/drawingml/2006/main">
              <a:ext uri="{FF2B5EF4-FFF2-40B4-BE49-F238E27FC236}">
                <a16:creationId xmlns:a16="http://schemas.microsoft.com/office/drawing/2014/main" id="{1656C962-A3C9-41B5-8E54-24E950A6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38550"/>
            <a:ext cx="2238375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A8BCD1"/>
            </a:solidFill>
            <a:prstDash val="solid"/>
          </a:ln>
        </p:spPr>
      </p:sp>
      <p:sp>
        <p:nvSpPr>
          <p:cNvPr id="11" name="equipment-gate">
            <a:extLst xmlns:a="http://schemas.openxmlformats.org/drawingml/2006/main">
              <a:ext uri="{FF2B5EF4-FFF2-40B4-BE49-F238E27FC236}">
                <a16:creationId xmlns:a16="http://schemas.microsoft.com/office/drawing/2014/main" id="{95FEB62E-C999-4C11-97F3-C8EEB353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62150"/>
            <a:ext cx="800100" cy="5715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AEFF4"/>
          </a:solidFill>
          <a:ln xmlns:a="http://schemas.openxmlformats.org/drawingml/2006/main" w="14288">
            <a:solidFill>
              <a:srgbClr val="315F91"/>
            </a:solidFill>
            <a:prstDash val="solid"/>
          </a:ln>
        </p:spPr>
      </p:sp>
      <p:sp>
        <p:nvSpPr>
          <p:cNvPr id="12" name="data-gate">
            <a:extLst xmlns:a="http://schemas.openxmlformats.org/drawingml/2006/main">
              <a:ext uri="{FF2B5EF4-FFF2-40B4-BE49-F238E27FC236}">
                <a16:creationId xmlns:a16="http://schemas.microsoft.com/office/drawing/2014/main" id="{99AD0EB3-BF06-43F2-83A3-B30E71F2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90950"/>
            <a:ext cx="800100" cy="5715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14288">
            <a:solidFill>
              <a:srgbClr val="315F91"/>
            </a:solidFill>
            <a:prstDash val="solid"/>
          </a:ln>
        </p:spPr>
      </p:sp>
      <p:sp>
        <p:nvSpPr>
          <p:cNvPr id="13" name="equipment-evidence">
            <a:extLst xmlns:a="http://schemas.openxmlformats.org/drawingml/2006/main">
              <a:ext uri="{FF2B5EF4-FFF2-40B4-BE49-F238E27FC236}">
                <a16:creationId xmlns:a16="http://schemas.microsoft.com/office/drawing/2014/main" id="{5BDAA717-47B9-410A-9472-B92F7E56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09750"/>
            <a:ext cx="17145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EFF4"/>
          </a:solidFill>
          <a:ln xmlns:a="http://schemas.openxmlformats.org/drawingml/2006/main" w="9525">
            <a:solidFill>
              <a:srgbClr val="A8BCD1"/>
            </a:solidFill>
            <a:prstDash val="solid"/>
          </a:ln>
        </p:spPr>
      </p:sp>
      <p:sp>
        <p:nvSpPr>
          <p:cNvPr id="14" name="data-evidence">
            <a:extLst xmlns:a="http://schemas.openxmlformats.org/drawingml/2006/main">
              <a:ext uri="{FF2B5EF4-FFF2-40B4-BE49-F238E27FC236}">
                <a16:creationId xmlns:a16="http://schemas.microsoft.com/office/drawing/2014/main" id="{1E290726-301F-46DC-8164-28938F4F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38550"/>
            <a:ext cx="17145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A8BCD1"/>
            </a:solidFill>
            <a:prstDash val="solid"/>
          </a:ln>
        </p:spPr>
      </p:sp>
      <p:sp>
        <p:nvSpPr>
          <p:cNvPr id="15" name="joint-check">
            <a:extLst xmlns:a="http://schemas.openxmlformats.org/drawingml/2006/main">
              <a:ext uri="{FF2B5EF4-FFF2-40B4-BE49-F238E27FC236}">
                <a16:creationId xmlns:a16="http://schemas.microsoft.com/office/drawing/2014/main" id="{0D016CD7-5118-4833-8955-10DB0366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38425"/>
            <a:ext cx="16192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EAEFF4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6" name="final-node">
            <a:extLst xmlns:a="http://schemas.openxmlformats.org/drawingml/2006/main">
              <a:ext uri="{FF2B5EF4-FFF2-40B4-BE49-F238E27FC236}">
                <a16:creationId xmlns:a16="http://schemas.microsoft.com/office/drawing/2014/main" id="{46C1F5EB-0F63-45FB-BCC1-B6E5CB82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638425"/>
            <a:ext cx="16192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2D4D70"/>
          </a:solidFill>
          <a:ln xmlns:a="http://schemas.openxmlformats.org/drawingml/2006/main" w="9525">
            <a:solidFill>
              <a:srgbClr val="2D4D70"/>
            </a:solidFill>
            <a:prstDash val="solid"/>
          </a:ln>
        </p:spPr>
      </p:sp>
      <p:sp>
        <p:nvSpPr>
          <p:cNvPr id="17" name="equipment-task-title">
            <a:extLst xmlns:a="http://schemas.openxmlformats.org/drawingml/2006/main">
              <a:ext uri="{FF2B5EF4-FFF2-40B4-BE49-F238E27FC236}">
                <a16:creationId xmlns:a16="http://schemas.microsoft.com/office/drawing/2014/main" id="{BBA53F37-8600-43E5-BFBA-0A6F706B6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1943100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设备校准</a:t>
            </a:r>
          </a:p>
        </p:txBody>
      </p:sp>
      <p:sp>
        <p:nvSpPr>
          <p:cNvPr id="18" name="equipment-task-body">
            <a:extLst xmlns:a="http://schemas.openxmlformats.org/drawingml/2006/main">
              <a:ext uri="{FF2B5EF4-FFF2-40B4-BE49-F238E27FC236}">
                <a16:creationId xmlns:a16="http://schemas.microsoft.com/office/drawing/2014/main" id="{1B73FB94-7C1E-4AB4-A2DD-D9497C0A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2860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批次／执行人／结果</a:t>
            </a:r>
          </a:p>
        </p:txBody>
      </p:sp>
      <p:sp>
        <p:nvSpPr>
          <p:cNvPr id="19" name="data-task-title">
            <a:extLst xmlns:a="http://schemas.openxmlformats.org/drawingml/2006/main">
              <a:ext uri="{FF2B5EF4-FFF2-40B4-BE49-F238E27FC236}">
                <a16:creationId xmlns:a16="http://schemas.microsoft.com/office/drawing/2014/main" id="{01267F5C-61A4-4B83-99EF-60FB4C7EA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771900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样本整理</a:t>
            </a:r>
          </a:p>
        </p:txBody>
      </p:sp>
      <p:sp>
        <p:nvSpPr>
          <p:cNvPr id="20" name="data-task-body">
            <a:extLst xmlns:a="http://schemas.openxmlformats.org/drawingml/2006/main">
              <a:ext uri="{FF2B5EF4-FFF2-40B4-BE49-F238E27FC236}">
                <a16:creationId xmlns:a16="http://schemas.microsoft.com/office/drawing/2014/main" id="{E7F18528-1FB6-49B4-BF2D-E7F8513D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1148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核对编号与授权范围</a:t>
            </a:r>
          </a:p>
        </p:txBody>
      </p:sp>
      <p:sp>
        <p:nvSpPr>
          <p:cNvPr id="21" name="equipment-gate-label">
            <a:extLst xmlns:a="http://schemas.openxmlformats.org/drawingml/2006/main">
              <a:ext uri="{FF2B5EF4-FFF2-40B4-BE49-F238E27FC236}">
                <a16:creationId xmlns:a16="http://schemas.microsoft.com/office/drawing/2014/main" id="{3FBC4A8A-D351-4A39-AC42-E505BFCC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1145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合格？</a:t>
            </a:r>
          </a:p>
        </p:txBody>
      </p:sp>
      <p:sp>
        <p:nvSpPr>
          <p:cNvPr id="22" name="data-gate-label">
            <a:extLst xmlns:a="http://schemas.openxmlformats.org/drawingml/2006/main">
              <a:ext uri="{FF2B5EF4-FFF2-40B4-BE49-F238E27FC236}">
                <a16:creationId xmlns:a16="http://schemas.microsoft.com/office/drawing/2014/main" id="{43709802-1380-4A1D-9B0F-6CA2723F5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9433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完整？</a:t>
            </a:r>
          </a:p>
        </p:txBody>
      </p:sp>
      <p:sp>
        <p:nvSpPr>
          <p:cNvPr id="23" name="equipment-evidence-title">
            <a:extLst xmlns:a="http://schemas.openxmlformats.org/drawingml/2006/main">
              <a:ext uri="{FF2B5EF4-FFF2-40B4-BE49-F238E27FC236}">
                <a16:creationId xmlns:a16="http://schemas.microsoft.com/office/drawing/2014/main" id="{5B783073-2F9A-4369-B868-1E81E201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943100"/>
            <a:ext cx="157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签字校准记录</a:t>
            </a:r>
          </a:p>
        </p:txBody>
      </p:sp>
      <p:sp>
        <p:nvSpPr>
          <p:cNvPr id="24" name="equipment-evidence-body">
            <a:extLst xmlns:a="http://schemas.openxmlformats.org/drawingml/2006/main">
              <a:ext uri="{FF2B5EF4-FFF2-40B4-BE49-F238E27FC236}">
                <a16:creationId xmlns:a16="http://schemas.microsoft.com/office/drawing/2014/main" id="{0D2572B1-C2D6-4FE4-AE4E-1F0D1018A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286000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合格后提交</a:t>
            </a:r>
          </a:p>
        </p:txBody>
      </p:sp>
      <p:sp>
        <p:nvSpPr>
          <p:cNvPr id="25" name="data-evidence-title">
            <a:extLst xmlns:a="http://schemas.openxmlformats.org/drawingml/2006/main">
              <a:ext uri="{FF2B5EF4-FFF2-40B4-BE49-F238E27FC236}">
                <a16:creationId xmlns:a16="http://schemas.microsoft.com/office/drawing/2014/main" id="{CD646663-499E-4D63-B95D-4ABB5F1D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771900"/>
            <a:ext cx="157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去标识样本清单</a:t>
            </a:r>
          </a:p>
        </p:txBody>
      </p:sp>
      <p:sp>
        <p:nvSpPr>
          <p:cNvPr id="26" name="data-evidence-body">
            <a:extLst xmlns:a="http://schemas.openxmlformats.org/drawingml/2006/main">
              <a:ext uri="{FF2B5EF4-FFF2-40B4-BE49-F238E27FC236}">
                <a16:creationId xmlns:a16="http://schemas.microsoft.com/office/drawing/2014/main" id="{B3B3C66A-B335-4306-B24F-D56A0DAD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114800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可追溯，授权完整</a:t>
            </a:r>
          </a:p>
        </p:txBody>
      </p:sp>
      <p:sp>
        <p:nvSpPr>
          <p:cNvPr id="27" name="joint-check-title">
            <a:extLst xmlns:a="http://schemas.openxmlformats.org/drawingml/2006/main">
              <a:ext uri="{FF2B5EF4-FFF2-40B4-BE49-F238E27FC236}">
                <a16:creationId xmlns:a16="http://schemas.microsoft.com/office/drawing/2014/main" id="{18389472-AAD2-403F-A3F4-45811672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771775"/>
            <a:ext cx="1295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联合核验</a:t>
            </a:r>
          </a:p>
        </p:txBody>
      </p:sp>
      <p:sp>
        <p:nvSpPr>
          <p:cNvPr id="28" name="joint-check-body">
            <a:extLst xmlns:a="http://schemas.openxmlformats.org/drawingml/2006/main">
              <a:ext uri="{FF2B5EF4-FFF2-40B4-BE49-F238E27FC236}">
                <a16:creationId xmlns:a16="http://schemas.microsoft.com/office/drawing/2014/main" id="{308332D9-2604-42B6-B6F7-0CFB455F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146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两份证据都提交</a:t>
            </a:r>
          </a:p>
        </p:txBody>
      </p:sp>
      <p:sp>
        <p:nvSpPr>
          <p:cNvPr id="29" name="final-node-title">
            <a:extLst xmlns:a="http://schemas.openxmlformats.org/drawingml/2006/main">
              <a:ext uri="{FF2B5EF4-FFF2-40B4-BE49-F238E27FC236}">
                <a16:creationId xmlns:a16="http://schemas.microsoft.com/office/drawing/2014/main" id="{CECE4EDB-F68A-4FCA-BA68-D7ACECDC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771775"/>
            <a:ext cx="1295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本轮可开始</a:t>
            </a:r>
          </a:p>
        </p:txBody>
      </p:sp>
      <p:sp>
        <p:nvSpPr>
          <p:cNvPr id="30" name="final-node-body">
            <a:extLst xmlns:a="http://schemas.openxmlformats.org/drawingml/2006/main">
              <a:ext uri="{FF2B5EF4-FFF2-40B4-BE49-F238E27FC236}">
                <a16:creationId xmlns:a16="http://schemas.microsoft.com/office/drawing/2014/main" id="{9B02C2E2-3072-440A-BB61-315E93F6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114675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确认联合实验</a:t>
            </a:r>
          </a:p>
        </p:txBody>
      </p:sp>
      <p:cxnSp>
        <p:nvCxnSpPr>
          <p:cNvPr id="77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619500" y="22479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headEnd type="triangle" w="sm" len="sm"/>
          </a:ln>
        </p:spPr>
      </p:cxnSp>
      <p:cxnSp>
        <p:nvCxnSpPr>
          <p:cNvPr id="78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895850" y="224790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headEnd type="triangle" w="sm" len="sm"/>
          </a:ln>
        </p:spPr>
      </p:cxnSp>
      <p:cxnSp>
        <p:nvCxnSpPr>
          <p:cNvPr id="79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619500" y="40767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headEnd type="triangle" w="sm" len="sm"/>
          </a:ln>
        </p:spPr>
      </p:cxnSp>
      <p:cxnSp>
        <p:nvCxnSpPr>
          <p:cNvPr id="80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895850" y="407670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headEnd type="triangle" w="sm" len="sm"/>
          </a:ln>
        </p:spPr>
      </p:cxnSp>
      <p:cxnSp>
        <p:nvCxnSpPr>
          <p:cNvPr id="81" name=""/>
          <p:cNvCxnSpPr>
            <a:stCxn xmlns:a="http://schemas.openxmlformats.org/drawingml/2006/main" id="13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53250" y="2247900"/>
            <a:ext cx="571500" cy="8191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15F91"/>
            </a:solidFill>
            <a:prstDash val="solid"/>
            <a:headEnd type="triangle" w="sm" len="sm"/>
          </a:ln>
        </p:spPr>
      </p:cxnSp>
      <p:cxnSp>
        <p:nvCxnSpPr>
          <p:cNvPr id="82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V="1">
            <a:off x="6953250" y="3067050"/>
            <a:ext cx="571500" cy="10096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15F91"/>
            </a:solidFill>
            <a:prstDash val="solid"/>
            <a:headEnd type="triangle" w="sm" len="sm"/>
          </a:ln>
        </p:spPr>
      </p:cxnSp>
      <p:cxnSp>
        <p:nvCxnSpPr>
          <p:cNvPr id="83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9144000" y="3067050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headEnd type="triangle" w="sm" len="sm"/>
          </a:ln>
        </p:spPr>
      </p:cxnSp>
      <p:cxnSp>
        <p:nvCxnSpPr>
          <p:cNvPr id="84" name=""/>
          <p:cNvCxnSpPr>
            <a:stCxn xmlns:a="http://schemas.openxmlformats.org/drawingml/2006/main" id="11" idx="2"/>
            <a:endCxn xmlns:a="http://schemas.openxmlformats.org/drawingml/2006/main" id="9" idx="2"/>
          </p:cNvCxnSpPr>
          <p:nvPr/>
        </p:nvCxnSpPr>
        <p:spPr>
          <a:xfrm xmlns:a="http://schemas.openxmlformats.org/drawingml/2006/main" flipH="1">
            <a:off x="2500313" y="2533650"/>
            <a:ext cx="1995488" cy="1524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315F91"/>
            </a:solidFill>
            <a:prstDash val="dash"/>
            <a:headEnd type="arrow" w="sm" len="sm"/>
          </a:ln>
        </p:spPr>
      </p:cxnSp>
      <p:cxnSp>
        <p:nvCxnSpPr>
          <p:cNvPr id="85" name=""/>
          <p:cNvCxnSpPr>
            <a:stCxn xmlns:a="http://schemas.openxmlformats.org/drawingml/2006/main" id="12" idx="2"/>
            <a:endCxn xmlns:a="http://schemas.openxmlformats.org/drawingml/2006/main" id="10" idx="2"/>
          </p:cNvCxnSpPr>
          <p:nvPr/>
        </p:nvCxnSpPr>
        <p:spPr>
          <a:xfrm xmlns:a="http://schemas.openxmlformats.org/drawingml/2006/main" flipH="1">
            <a:off x="2500313" y="4362450"/>
            <a:ext cx="1995488" cy="1524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315F91"/>
            </a:solidFill>
            <a:prstDash val="dash"/>
            <a:headEnd type="arrow" w="sm" len="sm"/>
          </a:ln>
        </p:spPr>
      </p:cxnSp>
      <p:sp>
        <p:nvSpPr>
          <p:cNvPr id="40" name="equipment-fail-label">
            <a:extLst xmlns:a="http://schemas.openxmlformats.org/drawingml/2006/main">
              <a:ext uri="{FF2B5EF4-FFF2-40B4-BE49-F238E27FC236}">
                <a16:creationId xmlns:a16="http://schemas.microsoft.com/office/drawing/2014/main" id="{E317C457-0692-4A43-9817-877512A8B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80035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不合格：调整后复校</a:t>
            </a:r>
          </a:p>
        </p:txBody>
      </p:sp>
      <p:sp>
        <p:nvSpPr>
          <p:cNvPr id="41" name="data-fail-label">
            <a:extLst xmlns:a="http://schemas.openxmlformats.org/drawingml/2006/main">
              <a:ext uri="{FF2B5EF4-FFF2-40B4-BE49-F238E27FC236}">
                <a16:creationId xmlns:a16="http://schemas.microsoft.com/office/drawing/2014/main" id="{8ED69009-8F50-4A25-A330-88BEA784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62915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授权缺失：隔离并补齐</a:t>
            </a:r>
          </a:p>
        </p:txBody>
      </p:sp>
      <p:sp>
        <p:nvSpPr>
          <p:cNvPr id="42" name="evidence-gate-label">
            <a:extLst xmlns:a="http://schemas.openxmlformats.org/drawingml/2006/main">
              <a:ext uri="{FF2B5EF4-FFF2-40B4-BE49-F238E27FC236}">
                <a16:creationId xmlns:a16="http://schemas.microsoft.com/office/drawing/2014/main" id="{A76215AC-E3AF-4509-B957-C42448AB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431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两份证据齐全才启动</a:t>
            </a:r>
          </a:p>
        </p:txBody>
      </p:sp>
      <p:sp>
        <p:nvSpPr>
          <p:cNvPr id="43" name="missing-evidence-note">
            <a:extLst xmlns:a="http://schemas.openxmlformats.org/drawingml/2006/main">
              <a:ext uri="{FF2B5EF4-FFF2-40B4-BE49-F238E27FC236}">
                <a16:creationId xmlns:a16="http://schemas.microsoft.com/office/drawing/2014/main" id="{88A08D7E-0B9B-4E9D-83EE-7329E5DA4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9570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缺任一份：不启动，通知对应责任组补齐</a:t>
            </a:r>
          </a:p>
        </p:txBody>
      </p:sp>
      <p:sp>
        <p:nvSpPr>
          <p:cNvPr id="4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2D31F82-204A-4BFB-B890-2F56D9F4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531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9DA"/>
            </a:solidFill>
            <a:prstDash val="solid"/>
          </a:ln>
        </p:spPr>
      </p:sp>
      <p:sp>
        <p:nvSpPr>
          <p:cNvPr id="45" name="boundary-note">
            <a:extLst xmlns:a="http://schemas.openxmlformats.org/drawingml/2006/main">
              <a:ext uri="{FF2B5EF4-FFF2-40B4-BE49-F238E27FC236}">
                <a16:creationId xmlns:a16="http://schemas.microsoft.com/office/drawing/2014/main" id="{CD0AE423-6517-4A07-B117-AC497B28F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0"/>
            <a:ext cx="847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本轮只检验职责、证据留存与联合核验；不承诺提前完成，也不宣称已减少等待。</a:t>
            </a:r>
          </a:p>
        </p:txBody>
      </p:sp>
      <p:sp>
        <p:nvSpPr>
          <p:cNvPr id="4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F285F81-7526-453C-AEF5-2795BB8C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382878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2026-09-05T23:33:13.0240000Z</dcterms:created>
  <dcterms:modified xsi:type="dcterms:W3CDTF">2026-09-05T23:33:13.0240000Z</dcterms:modified>
</coreProperties>
</file>