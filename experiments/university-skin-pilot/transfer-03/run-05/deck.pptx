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6f03c8dbe9479b" /><Relationship Type="http://schemas.openxmlformats.org/officeDocument/2006/relationships/extended-properties" Target="/docProps/app.xml" Id="Rc9db682efff94989" /><Relationship Type="http://schemas.openxmlformats.org/officeDocument/2006/relationships/officeDocument" Target="/ppt/presentation.xml" Id="R5a41c7b45c2a4c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2e7a727d448b3"/>
  </p:sldMasterIdLst>
  <p:notesMasterIdLst>
    <p:notesMasterId xmlns:r="http://schemas.openxmlformats.org/officeDocument/2006/relationships" r:id="R3a88eeed6f9f4305"/>
  </p:notesMasterIdLst>
  <p:sldIdLst>
    <p:sldId xmlns:r="http://schemas.openxmlformats.org/officeDocument/2006/relationships" id="256" r:id="R55d3a2b3f0d2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391e08c776466f" /><Relationship Type="http://schemas.openxmlformats.org/officeDocument/2006/relationships/slideMaster" Target="/ppt/slideMasters/slideMaster1.xml" Id="R5932e7a727d448b3" /><Relationship Type="http://schemas.openxmlformats.org/officeDocument/2006/relationships/notesMaster" Target="/ppt/notesMasters/notesMaster1.xml" Id="R3a88eeed6f9f4305" /><Relationship Type="http://schemas.openxmlformats.org/officeDocument/2006/relationships/presProps" Target="/ppt/presProps.xml" Id="R97a0e0aeaef04e6e" /><Relationship Type="http://schemas.openxmlformats.org/officeDocument/2006/relationships/tableStyles" Target="/ppt/tableStyles.xml" Id="Rf66324f9e562460c" /><Relationship Type="http://schemas.openxmlformats.org/officeDocument/2006/relationships/slide" Target="/ppt/slides/slide1.xml" Id="R55d3a2b3f0d2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e3bce101dd46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83b11b0de4ad8" /><Relationship Type="http://schemas.openxmlformats.org/officeDocument/2006/relationships/notesMaster" Target="/ppt/notesMasters/notesMaster1.xml" Id="R73c53f9a6d9b47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内容：experiments/university-skin-pilot/transfer-03/manuscript.txt</a:t>
            </a:r>
          </a:p>
          <a:p xmlns:a="http://schemas.openxmlformats.org/drawingml/2006/main">
            <a:r>
              <a:t>设计：docs/设计手册/科研咨询式排版-v8.md；主题：experiments/university-skin-pilot/reference-01/theme.json</a:t>
            </a:r>
          </a:p>
          <a:p xmlns:a="http://schemas.openxmlformats.org/drawingml/2006/main">
            <a:r>
              <a:t>结构参考重组：parallel-equal-cards-001、convergence-many-to-one-003、branching-decision-routes-001、cycle-single-chain-feedback-002；未执行 invokeStructure。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f03bcc10c4a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fbd4c0c084aa3" /><Relationship Type="http://schemas.openxmlformats.org/officeDocument/2006/relationships/slideLayout" Target="/ppt/slideLayouts/slideLayout1.xml" Id="Rc7cdb80a9e63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cdb80a9e63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e32d42e274cff" /><Relationship Type="http://schemas.openxmlformats.org/officeDocument/2006/relationships/notesSlide" Target="/ppt/notesSlides/notesSlide1.xml" Id="Rbdbbbbb3841747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eyebrow">
            <a:extLst xmlns:a="http://schemas.openxmlformats.org/drawingml/2006/main">
              <a:ext uri="{FF2B5EF4-FFF2-40B4-BE49-F238E27FC236}">
                <a16:creationId xmlns:a16="http://schemas.microsoft.com/office/drawing/2014/main" id="{07DB75AA-4F37-4847-82B5-D323CA3C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虚构流程设计 · 尚未实施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F1869A-6D28-477B-B8A1-156DBB66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两条准备可并行，证据齐全且核验通过才启动联合实验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A730A00-E81D-476D-A58F-37F42ACF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4" name="process-caption">
            <a:extLst xmlns:a="http://schemas.openxmlformats.org/drawingml/2006/main">
              <a:ext uri="{FF2B5EF4-FFF2-40B4-BE49-F238E27FC236}">
                <a16:creationId xmlns:a16="http://schemas.microsoft.com/office/drawing/2014/main" id="{F717F0FC-0B0B-4B5E-884F-CE8ADF33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设备校准与样本整理同步推进</a:t>
            </a:r>
          </a:p>
        </p:txBody>
      </p:sp>
      <p:sp>
        <p:nvSpPr>
          <p:cNvPr id="5" name="evidence-zone">
            <a:extLst xmlns:a="http://schemas.openxmlformats.org/drawingml/2006/main">
              <a:ext uri="{FF2B5EF4-FFF2-40B4-BE49-F238E27FC236}">
                <a16:creationId xmlns:a16="http://schemas.microsoft.com/office/drawing/2014/main" id="{13550FC1-D9E3-4F40-861B-D559181C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7429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zone">
            <a:extLst xmlns:a="http://schemas.openxmlformats.org/drawingml/2006/main">
              <a:ext uri="{FF2B5EF4-FFF2-40B4-BE49-F238E27FC236}">
                <a16:creationId xmlns:a16="http://schemas.microsoft.com/office/drawing/2014/main" id="{441DD83D-1D7E-4F9E-AFE1-F7741462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42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-zone">
            <a:extLst xmlns:a="http://schemas.openxmlformats.org/drawingml/2006/main">
              <a:ext uri="{FF2B5EF4-FFF2-40B4-BE49-F238E27FC236}">
                <a16:creationId xmlns:a16="http://schemas.microsoft.com/office/drawing/2014/main" id="{0519F247-0835-4483-BBC5-CFC6DE4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4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cision-accent">
            <a:extLst xmlns:a="http://schemas.openxmlformats.org/drawingml/2006/main">
              <a:ext uri="{FF2B5EF4-FFF2-40B4-BE49-F238E27FC236}">
                <a16:creationId xmlns:a16="http://schemas.microsoft.com/office/drawing/2014/main" id="{F4028ACF-FDE7-49BF-98C1-16B3B0A7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571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9" name="boundary-accent">
            <a:extLst xmlns:a="http://schemas.openxmlformats.org/drawingml/2006/main">
              <a:ext uri="{FF2B5EF4-FFF2-40B4-BE49-F238E27FC236}">
                <a16:creationId xmlns:a16="http://schemas.microsoft.com/office/drawing/2014/main" id="{A33680F4-3DD0-44A3-8AD3-C0472206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0" name="evidence-zone-title">
            <a:extLst xmlns:a="http://schemas.openxmlformats.org/drawingml/2006/main">
              <a:ext uri="{FF2B5EF4-FFF2-40B4-BE49-F238E27FC236}">
                <a16:creationId xmlns:a16="http://schemas.microsoft.com/office/drawing/2014/main" id="{DE966E53-1922-4B62-B5EC-1AC5E667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准备证据</a:t>
            </a:r>
          </a:p>
        </p:txBody>
      </p:sp>
      <p:sp>
        <p:nvSpPr>
          <p:cNvPr id="11" name="decision-zone-title">
            <a:extLst xmlns:a="http://schemas.openxmlformats.org/drawingml/2006/main">
              <a:ext uri="{FF2B5EF4-FFF2-40B4-BE49-F238E27FC236}">
                <a16:creationId xmlns:a16="http://schemas.microsoft.com/office/drawing/2014/main" id="{0E2073BD-E4FC-49FB-9940-0A2C031C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共同启动条件</a:t>
            </a:r>
          </a:p>
        </p:txBody>
      </p:sp>
      <p:sp>
        <p:nvSpPr>
          <p:cNvPr id="12" name="equipment-task">
            <a:extLst xmlns:a="http://schemas.openxmlformats.org/drawingml/2006/main">
              <a:ext uri="{FF2B5EF4-FFF2-40B4-BE49-F238E27FC236}">
                <a16:creationId xmlns:a16="http://schemas.microsoft.com/office/drawing/2014/main" id="{F2ECDF98-95B6-45A6-8A5E-C4BC053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14287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data-task">
            <a:extLst xmlns:a="http://schemas.openxmlformats.org/drawingml/2006/main">
              <a:ext uri="{FF2B5EF4-FFF2-40B4-BE49-F238E27FC236}">
                <a16:creationId xmlns:a16="http://schemas.microsoft.com/office/drawing/2014/main" id="{56CD1F6E-0A85-4E03-8F3F-91B3082C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62350"/>
            <a:ext cx="14287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equipment-gate">
            <a:extLst xmlns:a="http://schemas.openxmlformats.org/drawingml/2006/main">
              <a:ext uri="{FF2B5EF4-FFF2-40B4-BE49-F238E27FC236}">
                <a16:creationId xmlns:a16="http://schemas.microsoft.com/office/drawing/2014/main" id="{B619DB10-3D4C-40C7-9E87-D1E456B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28825"/>
            <a:ext cx="1238250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EFF4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5" name="data-gate">
            <a:extLst xmlns:a="http://schemas.openxmlformats.org/drawingml/2006/main">
              <a:ext uri="{FF2B5EF4-FFF2-40B4-BE49-F238E27FC236}">
                <a16:creationId xmlns:a16="http://schemas.microsoft.com/office/drawing/2014/main" id="{2D06FA29-BC0A-4A2B-B37F-A27CAC40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238250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EFF4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6" name="equipment-evidence">
            <a:extLst xmlns:a="http://schemas.openxmlformats.org/drawingml/2006/main">
              <a:ext uri="{FF2B5EF4-FFF2-40B4-BE49-F238E27FC236}">
                <a16:creationId xmlns:a16="http://schemas.microsoft.com/office/drawing/2014/main" id="{1DCC1AC3-0A27-4D11-A0E1-11ADCD63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52650"/>
            <a:ext cx="18097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data-evidence">
            <a:extLst xmlns:a="http://schemas.openxmlformats.org/drawingml/2006/main">
              <a:ext uri="{FF2B5EF4-FFF2-40B4-BE49-F238E27FC236}">
                <a16:creationId xmlns:a16="http://schemas.microsoft.com/office/drawing/2014/main" id="{0AC6705A-B7D9-48F1-8F96-79BE4040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62350"/>
            <a:ext cx="18097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8" name="joint-check">
            <a:extLst xmlns:a="http://schemas.openxmlformats.org/drawingml/2006/main">
              <a:ext uri="{FF2B5EF4-FFF2-40B4-BE49-F238E27FC236}">
                <a16:creationId xmlns:a16="http://schemas.microsoft.com/office/drawing/2014/main" id="{89F664DB-AABA-4784-B1A5-6ACD3B1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1524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9" name="joint-pass-gate">
            <a:extLst xmlns:a="http://schemas.openxmlformats.org/drawingml/2006/main">
              <a:ext uri="{FF2B5EF4-FFF2-40B4-BE49-F238E27FC236}">
                <a16:creationId xmlns:a16="http://schemas.microsoft.com/office/drawing/2014/main" id="{4D74679B-DBF4-4A24-BA47-E31F08C3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28925"/>
            <a:ext cx="1238250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EFF4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20" name="final-node">
            <a:extLst xmlns:a="http://schemas.openxmlformats.org/drawingml/2006/main">
              <a:ext uri="{FF2B5EF4-FFF2-40B4-BE49-F238E27FC236}">
                <a16:creationId xmlns:a16="http://schemas.microsoft.com/office/drawing/2014/main" id="{7200DA79-5BE6-480C-A9E6-0C4489C8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14750"/>
            <a:ext cx="1714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D4D70"/>
          </a:solidFill>
          <a:ln xmlns:a="http://schemas.openxmlformats.org/drawingml/2006/main" w="9525">
            <a:solidFill>
              <a:srgbClr val="2D4D70"/>
            </a:solidFill>
            <a:prstDash val="solid"/>
          </a:ln>
        </p:spPr>
      </p:sp>
      <p:sp>
        <p:nvSpPr>
          <p:cNvPr id="21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EFEE518C-87CF-4135-AFE6-0F35EA1E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设备组</a:t>
            </a:r>
          </a:p>
        </p:txBody>
      </p:sp>
      <p:sp>
        <p:nvSpPr>
          <p:cNvPr id="22" name="data-label">
            <a:extLst xmlns:a="http://schemas.openxmlformats.org/drawingml/2006/main">
              <a:ext uri="{FF2B5EF4-FFF2-40B4-BE49-F238E27FC236}">
                <a16:creationId xmlns:a16="http://schemas.microsoft.com/office/drawing/2014/main" id="{267E939E-0A73-443B-A345-091BC412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数据组</a:t>
            </a:r>
          </a:p>
        </p:txBody>
      </p:sp>
      <p:sp>
        <p:nvSpPr>
          <p:cNvPr id="23" name="equipment-task-label">
            <a:extLst xmlns:a="http://schemas.openxmlformats.org/drawingml/2006/main">
              <a:ext uri="{FF2B5EF4-FFF2-40B4-BE49-F238E27FC236}">
                <a16:creationId xmlns:a16="http://schemas.microsoft.com/office/drawing/2014/main" id="{D8CA2655-1D9C-4B23-868B-3B6713AE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05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设备校准</a:t>
            </a:r>
          </a:p>
        </p:txBody>
      </p:sp>
      <p:sp>
        <p:nvSpPr>
          <p:cNvPr id="24" name="data-task-label">
            <a:extLst xmlns:a="http://schemas.openxmlformats.org/drawingml/2006/main">
              <a:ext uri="{FF2B5EF4-FFF2-40B4-BE49-F238E27FC236}">
                <a16:creationId xmlns:a16="http://schemas.microsoft.com/office/drawing/2014/main" id="{1052BE51-454B-4B68-B608-7907BC7A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样本整理</a:t>
            </a:r>
          </a:p>
        </p:txBody>
      </p:sp>
      <p:sp>
        <p:nvSpPr>
          <p:cNvPr id="25" name="equipment-gate-label">
            <a:extLst xmlns:a="http://schemas.openxmlformats.org/drawingml/2006/main">
              <a:ext uri="{FF2B5EF4-FFF2-40B4-BE49-F238E27FC236}">
                <a16:creationId xmlns:a16="http://schemas.microsoft.com/office/drawing/2014/main" id="{5855E8F8-8C85-492F-876A-8A728ABF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314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合格？</a:t>
            </a:r>
          </a:p>
        </p:txBody>
      </p:sp>
      <p:sp>
        <p:nvSpPr>
          <p:cNvPr id="26" name="data-gate-label">
            <a:extLst xmlns:a="http://schemas.openxmlformats.org/drawingml/2006/main">
              <a:ext uri="{FF2B5EF4-FFF2-40B4-BE49-F238E27FC236}">
                <a16:creationId xmlns:a16="http://schemas.microsoft.com/office/drawing/2014/main" id="{09985884-2510-4FCB-94BD-1E82F84B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7242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完整？</a:t>
            </a:r>
          </a:p>
        </p:txBody>
      </p:sp>
      <p:sp>
        <p:nvSpPr>
          <p:cNvPr id="27" name="equipment-evidence-label">
            <a:extLst xmlns:a="http://schemas.openxmlformats.org/drawingml/2006/main">
              <a:ext uri="{FF2B5EF4-FFF2-40B4-BE49-F238E27FC236}">
                <a16:creationId xmlns:a16="http://schemas.microsoft.com/office/drawing/2014/main" id="{F229AD30-36F3-4638-A7E0-38BC420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05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签字校准记录</a:t>
            </a:r>
          </a:p>
        </p:txBody>
      </p:sp>
      <p:sp>
        <p:nvSpPr>
          <p:cNvPr id="28" name="data-evidence-label">
            <a:extLst xmlns:a="http://schemas.openxmlformats.org/drawingml/2006/main">
              <a:ext uri="{FF2B5EF4-FFF2-40B4-BE49-F238E27FC236}">
                <a16:creationId xmlns:a16="http://schemas.microsoft.com/office/drawing/2014/main" id="{91818864-C9FD-45A9-B9EB-877E5497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去标识样本清单</a:t>
            </a:r>
          </a:p>
        </p:txBody>
      </p:sp>
      <p:sp>
        <p:nvSpPr>
          <p:cNvPr id="29" name="joint-check-label">
            <a:extLst xmlns:a="http://schemas.openxmlformats.org/drawingml/2006/main">
              <a:ext uri="{FF2B5EF4-FFF2-40B4-BE49-F238E27FC236}">
                <a16:creationId xmlns:a16="http://schemas.microsoft.com/office/drawing/2014/main" id="{352A0AC1-B7E8-4925-B49E-B182AC2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4765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联合核验</a:t>
            </a:r>
          </a:p>
        </p:txBody>
      </p:sp>
      <p:sp>
        <p:nvSpPr>
          <p:cNvPr id="30" name="joint-pass-label">
            <a:extLst xmlns:a="http://schemas.openxmlformats.org/drawingml/2006/main">
              <a:ext uri="{FF2B5EF4-FFF2-40B4-BE49-F238E27FC236}">
                <a16:creationId xmlns:a16="http://schemas.microsoft.com/office/drawing/2014/main" id="{FC069619-C66C-45EE-BD63-949A4D43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146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通过？</a:t>
            </a:r>
          </a:p>
        </p:txBody>
      </p:sp>
      <p:sp>
        <p:nvSpPr>
          <p:cNvPr id="31" name="final-node-label">
            <a:extLst xmlns:a="http://schemas.openxmlformats.org/drawingml/2006/main">
              <a:ext uri="{FF2B5EF4-FFF2-40B4-BE49-F238E27FC236}">
                <a16:creationId xmlns:a16="http://schemas.microsoft.com/office/drawing/2014/main" id="{1357DDBE-A072-48CD-9484-9B5DF38E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本轮可开始</a:t>
            </a:r>
          </a:p>
        </p:txBody>
      </p:sp>
      <p:sp>
        <p:nvSpPr>
          <p:cNvPr id="32" name="equipment-support">
            <a:extLst xmlns:a="http://schemas.openxmlformats.org/drawingml/2006/main">
              <a:ext uri="{FF2B5EF4-FFF2-40B4-BE49-F238E27FC236}">
                <a16:creationId xmlns:a16="http://schemas.microsoft.com/office/drawing/2014/main" id="{D8F111D1-C5DD-45E5-B622-DB24E073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519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批次、执行人和结果留存；合格后提交签字记录。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不合格由设备组复校，不能带问题进入联合实验。</a:t>
            </a:r>
          </a:p>
        </p:txBody>
      </p:sp>
      <p:sp>
        <p:nvSpPr>
          <p:cNvPr id="33" name="data-support">
            <a:extLst xmlns:a="http://schemas.openxmlformats.org/drawingml/2006/main">
              <a:ext uri="{FF2B5EF4-FFF2-40B4-BE49-F238E27FC236}">
                <a16:creationId xmlns:a16="http://schemas.microsoft.com/office/drawing/2014/main" id="{DE88C7FE-5EF4-4169-8A63-9C63DEFC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519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编号可追溯且授权完整，才形成去标识清单。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缺授权样本隔离，不进入本轮清单；数据组继续补齐授权。</a:t>
            </a:r>
          </a:p>
        </p:txBody>
      </p:sp>
      <p:sp>
        <p:nvSpPr>
          <p:cNvPr id="34" name="and-condition">
            <a:extLst xmlns:a="http://schemas.openxmlformats.org/drawingml/2006/main">
              <a:ext uri="{FF2B5EF4-FFF2-40B4-BE49-F238E27FC236}">
                <a16:creationId xmlns:a16="http://schemas.microsoft.com/office/drawing/2014/main" id="{014F2EC2-9B81-4FB5-A0EF-C5ABCA4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两份证据齐全</a:t>
            </a:r>
          </a:p>
        </p:txBody>
      </p:sp>
      <p:sp>
        <p:nvSpPr>
          <p:cNvPr id="35" name="manager-boundary">
            <a:extLst xmlns:a="http://schemas.openxmlformats.org/drawingml/2006/main">
              <a:ext uri="{FF2B5EF4-FFF2-40B4-BE49-F238E27FC236}">
                <a16:creationId xmlns:a16="http://schemas.microsoft.com/office/drawing/2014/main" id="{8FC94FCB-CABD-460B-B249-538A0327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负责人核验；不代签、不代补授权。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缺证据或核验失败：退回对应组，本轮不启动。</a:t>
            </a:r>
          </a:p>
        </p:txBody>
      </p:sp>
      <p:sp>
        <p:nvSpPr>
          <p:cNvPr id="36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A5750970-234A-4322-BE67-44C1F8B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下一周试行范围</a:t>
            </a:r>
          </a:p>
        </p:txBody>
      </p:sp>
      <p:sp>
        <p:nvSpPr>
          <p:cNvPr id="37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9123AC9B-A8BD-4CDF-A530-A8966D81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959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只验收并行准备、职责边界与证据留存；流程尚未实施，不承诺提前完成或减少等待。</a:t>
            </a:r>
          </a:p>
        </p:txBody>
      </p:sp>
      <p:cxnSp>
        <p:nvCxnSpPr>
          <p:cNvPr id="8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238500" y="24193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14875" y="24193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38500" y="38290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14875" y="3829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810375" y="2419350"/>
            <a:ext cx="2381250" cy="171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6810375" y="2590800"/>
            <a:ext cx="23812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953625" y="2800350"/>
            <a:ext cx="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953625" y="36099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14" idx="2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2524125" y="2686050"/>
            <a:ext cx="1571625" cy="123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15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2524125" y="4095750"/>
            <a:ext cx="1571625" cy="123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tailEnd type="arrow" w="sm" len="sm"/>
          </a:ln>
        </p:spPr>
      </p:cxnSp>
      <p:sp>
        <p:nvSpPr>
          <p:cNvPr id="4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96D1CC-530B-4217-8010-40908DB6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A"/>
            </a:solidFill>
            <a:prstDash val="solid"/>
          </a:ln>
        </p:spPr>
      </p:sp>
      <p:sp>
        <p:nvSpPr>
          <p:cNvPr id="4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EFCF634-FBE1-48F5-9114-EF5FAB53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素材：虚构流程设计｜本页仅检验并行准备、职责边界、证据留存与联合核验</a:t>
            </a:r>
          </a:p>
        </p:txBody>
      </p:sp>
      <p:sp>
        <p:nvSpPr>
          <p:cNvPr id="5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74C2CF-925D-430C-BE47-1BF151CC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7618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2026-09-06T00:38:40.6790000Z</dcterms:created>
  <dcterms:modified xsi:type="dcterms:W3CDTF">2026-09-06T00:38:40.6790000Z</dcterms:modified>
</coreProperties>
</file>