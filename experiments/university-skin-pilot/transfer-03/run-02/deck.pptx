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ad31c871aa470b" /><Relationship Type="http://schemas.openxmlformats.org/officeDocument/2006/relationships/extended-properties" Target="/docProps/app.xml" Id="R62edc1d427dd41c8" /><Relationship Type="http://schemas.openxmlformats.org/officeDocument/2006/relationships/officeDocument" Target="/ppt/presentation.xml" Id="R9b5dbdc9ee6d4b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23dae7c2e749d8"/>
  </p:sldMasterIdLst>
  <p:notesMasterIdLst>
    <p:notesMasterId xmlns:r="http://schemas.openxmlformats.org/officeDocument/2006/relationships" r:id="R1f38ee33b8e14e10"/>
  </p:notesMasterIdLst>
  <p:sldIdLst>
    <p:sldId xmlns:r="http://schemas.openxmlformats.org/officeDocument/2006/relationships" id="256" r:id="R8afba3f1dc1e49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8913f820024f66" /><Relationship Type="http://schemas.openxmlformats.org/officeDocument/2006/relationships/slideMaster" Target="/ppt/slideMasters/slideMaster1.xml" Id="R0d23dae7c2e749d8" /><Relationship Type="http://schemas.openxmlformats.org/officeDocument/2006/relationships/notesMaster" Target="/ppt/notesMasters/notesMaster1.xml" Id="R1f38ee33b8e14e10" /><Relationship Type="http://schemas.openxmlformats.org/officeDocument/2006/relationships/presProps" Target="/ppt/presProps.xml" Id="R6451c4f038574793" /><Relationship Type="http://schemas.openxmlformats.org/officeDocument/2006/relationships/tableStyles" Target="/ppt/tableStyles.xml" Id="R03236a92cc18418e" /><Relationship Type="http://schemas.openxmlformats.org/officeDocument/2006/relationships/slide" Target="/ppt/slides/slide1.xml" Id="R8afba3f1dc1e49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d2e486b3e841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2e6e6b97574f79" /><Relationship Type="http://schemas.openxmlformats.org/officeDocument/2006/relationships/notesMaster" Target="/ppt/notesMasters/notesMaster1.xml" Id="R01144949472344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内容：experiments/university-skin-pilot/transfer-03/manuscript.txt</a:t>
            </a:r>
          </a:p>
          <a:p xmlns:a="http://schemas.openxmlformats.org/drawingml/2006/main">
            <a:r>
              <a:t>设计：docs/设计手册/科研咨询式排版-v7.md；主题：experiments/university-skin-pilot/reference-01/theme.json</a:t>
            </a:r>
          </a:p>
          <a:p xmlns:a="http://schemas.openxmlformats.org/drawingml/2006/main">
            <a:r>
              <a:t>结构参考重组：parallel-equal-cards-001、convergence-many-to-one-003、branching-decision-routes-001、cycle-single-chain-feedback-002；未执行 invokeStructure。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8919d0892846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64f96afda84cba" /><Relationship Type="http://schemas.openxmlformats.org/officeDocument/2006/relationships/slideLayout" Target="/ppt/slideLayouts/slideLayout1.xml" Id="R13a3f0f636314e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a3f0f636314e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ee7415d3e4910" /><Relationship Type="http://schemas.openxmlformats.org/officeDocument/2006/relationships/notesSlide" Target="/ppt/notesSlides/notesSlide1.xml" Id="R54fdabdfab2b48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eyebrow">
            <a:extLst xmlns:a="http://schemas.openxmlformats.org/drawingml/2006/main">
              <a:ext uri="{FF2B5EF4-FFF2-40B4-BE49-F238E27FC236}">
                <a16:creationId xmlns:a16="http://schemas.microsoft.com/office/drawing/2014/main" id="{814F1884-F722-4E52-A8E4-5792A8BB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虚构流程设计 · 尚未实施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AEB8834-08FA-480F-9ADA-FA2B453E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960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两条准备工作可并行，但联合实验必须等证据齐全且核验通过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8D452D5-A01F-4544-B6B9-997034C1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BCD1"/>
            </a:solidFill>
            <a:prstDash val="solid"/>
          </a:ln>
        </p:spPr>
      </p:sp>
      <p:sp>
        <p:nvSpPr>
          <p:cNvPr id="4" name="process-caption">
            <a:extLst xmlns:a="http://schemas.openxmlformats.org/drawingml/2006/main">
              <a:ext uri="{FF2B5EF4-FFF2-40B4-BE49-F238E27FC236}">
                <a16:creationId xmlns:a16="http://schemas.microsoft.com/office/drawing/2014/main" id="{0E5FABFE-B2FD-4C95-AD53-5B40F977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62075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准备阶段：两条责任组路径同时推进</a:t>
            </a:r>
          </a:p>
        </p:txBody>
      </p:sp>
      <p:sp>
        <p:nvSpPr>
          <p:cNvPr id="5" name="equipment-label">
            <a:extLst xmlns:a="http://schemas.openxmlformats.org/drawingml/2006/main">
              <a:ext uri="{FF2B5EF4-FFF2-40B4-BE49-F238E27FC236}">
                <a16:creationId xmlns:a16="http://schemas.microsoft.com/office/drawing/2014/main" id="{AD5066F1-D649-479D-9AA5-B6BB22E2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621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设备组</a:t>
            </a:r>
          </a:p>
        </p:txBody>
      </p:sp>
      <p:sp>
        <p:nvSpPr>
          <p:cNvPr id="6" name="data-label">
            <a:extLst xmlns:a="http://schemas.openxmlformats.org/drawingml/2006/main">
              <a:ext uri="{FF2B5EF4-FFF2-40B4-BE49-F238E27FC236}">
                <a16:creationId xmlns:a16="http://schemas.microsoft.com/office/drawing/2014/main" id="{4AC3F27C-D28C-4F99-B337-2157E427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71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数据组</a:t>
            </a:r>
          </a:p>
        </p:txBody>
      </p:sp>
      <p:sp>
        <p:nvSpPr>
          <p:cNvPr id="7" name="equipment-task">
            <a:extLst xmlns:a="http://schemas.openxmlformats.org/drawingml/2006/main">
              <a:ext uri="{FF2B5EF4-FFF2-40B4-BE49-F238E27FC236}">
                <a16:creationId xmlns:a16="http://schemas.microsoft.com/office/drawing/2014/main" id="{8FBA5E64-EBD1-4210-AA18-1641A81C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428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1F5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8" name="data-task">
            <a:extLst xmlns:a="http://schemas.openxmlformats.org/drawingml/2006/main">
              <a:ext uri="{FF2B5EF4-FFF2-40B4-BE49-F238E27FC236}">
                <a16:creationId xmlns:a16="http://schemas.microsoft.com/office/drawing/2014/main" id="{9B1E7E5F-CBFB-4F34-BF24-8B7F7C38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1428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9" name="equipment-gate">
            <a:extLst xmlns:a="http://schemas.openxmlformats.org/drawingml/2006/main">
              <a:ext uri="{FF2B5EF4-FFF2-40B4-BE49-F238E27FC236}">
                <a16:creationId xmlns:a16="http://schemas.microsoft.com/office/drawing/2014/main" id="{51D00FF3-7D45-4E04-9E6D-F1E234A6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14525"/>
            <a:ext cx="666750" cy="476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CF1F5"/>
          </a:solidFill>
          <a:ln xmlns:a="http://schemas.openxmlformats.org/drawingml/2006/main" w="14288">
            <a:solidFill>
              <a:srgbClr val="315F91"/>
            </a:solidFill>
            <a:prstDash val="solid"/>
          </a:ln>
        </p:spPr>
      </p:sp>
      <p:sp>
        <p:nvSpPr>
          <p:cNvPr id="10" name="data-gate">
            <a:extLst xmlns:a="http://schemas.openxmlformats.org/drawingml/2006/main">
              <a:ext uri="{FF2B5EF4-FFF2-40B4-BE49-F238E27FC236}">
                <a16:creationId xmlns:a16="http://schemas.microsoft.com/office/drawing/2014/main" id="{D0B70473-232B-4794-A0A7-AF64C138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24225"/>
            <a:ext cx="666750" cy="476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14288">
            <a:solidFill>
              <a:srgbClr val="315F91"/>
            </a:solidFill>
            <a:prstDash val="solid"/>
          </a:ln>
        </p:spPr>
      </p:sp>
      <p:sp>
        <p:nvSpPr>
          <p:cNvPr id="11" name="equipment-evidence">
            <a:extLst xmlns:a="http://schemas.openxmlformats.org/drawingml/2006/main">
              <a:ext uri="{FF2B5EF4-FFF2-40B4-BE49-F238E27FC236}">
                <a16:creationId xmlns:a16="http://schemas.microsoft.com/office/drawing/2014/main" id="{06E80532-16A3-4C9F-9488-809E0E5D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85950"/>
            <a:ext cx="14763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1F5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2" name="data-evidence">
            <a:extLst xmlns:a="http://schemas.openxmlformats.org/drawingml/2006/main">
              <a:ext uri="{FF2B5EF4-FFF2-40B4-BE49-F238E27FC236}">
                <a16:creationId xmlns:a16="http://schemas.microsoft.com/office/drawing/2014/main" id="{D275BA69-E799-4EEE-AAB9-786A41E5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95650"/>
            <a:ext cx="14763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3" name="joint-check">
            <a:extLst xmlns:a="http://schemas.openxmlformats.org/drawingml/2006/main">
              <a:ext uri="{FF2B5EF4-FFF2-40B4-BE49-F238E27FC236}">
                <a16:creationId xmlns:a16="http://schemas.microsoft.com/office/drawing/2014/main" id="{B5F1E71B-55E5-4FAB-B71D-3584DEDD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1524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CF1F5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4" name="joint-pass-gate">
            <a:extLst xmlns:a="http://schemas.openxmlformats.org/drawingml/2006/main">
              <a:ext uri="{FF2B5EF4-FFF2-40B4-BE49-F238E27FC236}">
                <a16:creationId xmlns:a16="http://schemas.microsoft.com/office/drawing/2014/main" id="{609A3396-5CEE-47AA-98B3-AA955348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19375"/>
            <a:ext cx="666750" cy="495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CF1F5"/>
          </a:solidFill>
          <a:ln xmlns:a="http://schemas.openxmlformats.org/drawingml/2006/main" w="14288">
            <a:solidFill>
              <a:srgbClr val="315F91"/>
            </a:solidFill>
            <a:prstDash val="solid"/>
          </a:ln>
        </p:spPr>
      </p:sp>
      <p:sp>
        <p:nvSpPr>
          <p:cNvPr id="15" name="final-node">
            <a:extLst xmlns:a="http://schemas.openxmlformats.org/drawingml/2006/main">
              <a:ext uri="{FF2B5EF4-FFF2-40B4-BE49-F238E27FC236}">
                <a16:creationId xmlns:a16="http://schemas.microsoft.com/office/drawing/2014/main" id="{780E5874-CBEF-448A-B3DE-71CD924A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D4D70"/>
          </a:solidFill>
          <a:ln xmlns:a="http://schemas.openxmlformats.org/drawingml/2006/main" w="9525">
            <a:solidFill>
              <a:srgbClr val="2D4D70"/>
            </a:solidFill>
            <a:prstDash val="solid"/>
          </a:ln>
        </p:spPr>
      </p:sp>
      <p:sp>
        <p:nvSpPr>
          <p:cNvPr id="16" name="equipment-task-title">
            <a:extLst xmlns:a="http://schemas.openxmlformats.org/drawingml/2006/main">
              <a:ext uri="{FF2B5EF4-FFF2-40B4-BE49-F238E27FC236}">
                <a16:creationId xmlns:a16="http://schemas.microsoft.com/office/drawing/2014/main" id="{27B3EB51-2248-405D-AB32-C3FA0A36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383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设备校准</a:t>
            </a:r>
          </a:p>
        </p:txBody>
      </p:sp>
      <p:sp>
        <p:nvSpPr>
          <p:cNvPr id="17" name="data-task-title">
            <a:extLst xmlns:a="http://schemas.openxmlformats.org/drawingml/2006/main">
              <a:ext uri="{FF2B5EF4-FFF2-40B4-BE49-F238E27FC236}">
                <a16:creationId xmlns:a16="http://schemas.microsoft.com/office/drawing/2014/main" id="{90A192D9-152D-4C95-AC3D-51C57097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480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样本整理</a:t>
            </a:r>
          </a:p>
        </p:txBody>
      </p:sp>
      <p:sp>
        <p:nvSpPr>
          <p:cNvPr id="18" name="equipment-gate-label">
            <a:extLst xmlns:a="http://schemas.openxmlformats.org/drawingml/2006/main">
              <a:ext uri="{FF2B5EF4-FFF2-40B4-BE49-F238E27FC236}">
                <a16:creationId xmlns:a16="http://schemas.microsoft.com/office/drawing/2014/main" id="{E53DC43E-7361-406D-8207-66FF709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38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合格？</a:t>
            </a:r>
          </a:p>
        </p:txBody>
      </p:sp>
      <p:sp>
        <p:nvSpPr>
          <p:cNvPr id="19" name="data-gate-label">
            <a:extLst xmlns:a="http://schemas.openxmlformats.org/drawingml/2006/main">
              <a:ext uri="{FF2B5EF4-FFF2-40B4-BE49-F238E27FC236}">
                <a16:creationId xmlns:a16="http://schemas.microsoft.com/office/drawing/2014/main" id="{5CCA6D60-F391-46C7-AA5F-578BE542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480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完整？</a:t>
            </a:r>
          </a:p>
        </p:txBody>
      </p:sp>
      <p:sp>
        <p:nvSpPr>
          <p:cNvPr id="20" name="equipment-evidence-title">
            <a:extLst xmlns:a="http://schemas.openxmlformats.org/drawingml/2006/main">
              <a:ext uri="{FF2B5EF4-FFF2-40B4-BE49-F238E27FC236}">
                <a16:creationId xmlns:a16="http://schemas.microsoft.com/office/drawing/2014/main" id="{FAC00102-CBBF-4BB2-8071-DB51ACEC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383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校准记录</a:t>
            </a:r>
          </a:p>
        </p:txBody>
      </p:sp>
      <p:sp>
        <p:nvSpPr>
          <p:cNvPr id="21" name="data-evidence-title">
            <a:extLst xmlns:a="http://schemas.openxmlformats.org/drawingml/2006/main">
              <a:ext uri="{FF2B5EF4-FFF2-40B4-BE49-F238E27FC236}">
                <a16:creationId xmlns:a16="http://schemas.microsoft.com/office/drawing/2014/main" id="{95BE5711-42CD-4A2D-A02D-325CFC31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448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去标识清单</a:t>
            </a:r>
          </a:p>
        </p:txBody>
      </p:sp>
      <p:sp>
        <p:nvSpPr>
          <p:cNvPr id="22" name="joint-check-title">
            <a:extLst xmlns:a="http://schemas.openxmlformats.org/drawingml/2006/main">
              <a:ext uri="{FF2B5EF4-FFF2-40B4-BE49-F238E27FC236}">
                <a16:creationId xmlns:a16="http://schemas.microsoft.com/office/drawing/2014/main" id="{37494194-B650-459C-AFA9-8C8677D7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14625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联合核验</a:t>
            </a:r>
          </a:p>
        </p:txBody>
      </p:sp>
      <p:sp>
        <p:nvSpPr>
          <p:cNvPr id="23" name="joint-check-body">
            <a:extLst xmlns:a="http://schemas.openxmlformats.org/drawingml/2006/main">
              <a:ext uri="{FF2B5EF4-FFF2-40B4-BE49-F238E27FC236}">
                <a16:creationId xmlns:a16="http://schemas.microsoft.com/office/drawing/2014/main" id="{778BB7BF-3D50-4D2A-A364-7692A586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81325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两份证据齐全</a:t>
            </a:r>
          </a:p>
        </p:txBody>
      </p:sp>
      <p:sp>
        <p:nvSpPr>
          <p:cNvPr id="24" name="joint-pass-label">
            <a:extLst xmlns:a="http://schemas.openxmlformats.org/drawingml/2006/main">
              <a:ext uri="{FF2B5EF4-FFF2-40B4-BE49-F238E27FC236}">
                <a16:creationId xmlns:a16="http://schemas.microsoft.com/office/drawing/2014/main" id="{45AE4A60-A48F-4E39-9E9D-6282AC17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527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通过？</a:t>
            </a:r>
          </a:p>
        </p:txBody>
      </p:sp>
      <p:sp>
        <p:nvSpPr>
          <p:cNvPr id="25" name="final-node-title">
            <a:extLst xmlns:a="http://schemas.openxmlformats.org/drawingml/2006/main">
              <a:ext uri="{FF2B5EF4-FFF2-40B4-BE49-F238E27FC236}">
                <a16:creationId xmlns:a16="http://schemas.microsoft.com/office/drawing/2014/main" id="{F1D94C69-D88C-48A5-8B46-CFBF52EC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146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本轮可开始</a:t>
            </a:r>
          </a:p>
        </p:txBody>
      </p:sp>
      <p:sp>
        <p:nvSpPr>
          <p:cNvPr id="26" name="final-node-body">
            <a:extLst xmlns:a="http://schemas.openxmlformats.org/drawingml/2006/main">
              <a:ext uri="{FF2B5EF4-FFF2-40B4-BE49-F238E27FC236}">
                <a16:creationId xmlns:a16="http://schemas.microsoft.com/office/drawing/2014/main" id="{31CF7E2B-2BE8-4154-8DC0-A60380A3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813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确认联合实验</a:t>
            </a:r>
          </a:p>
        </p:txBody>
      </p:sp>
      <p:sp>
        <p:nvSpPr>
          <p:cNvPr id="27" name="equipment-evidence-note">
            <a:extLst xmlns:a="http://schemas.openxmlformats.org/drawingml/2006/main">
              <a:ext uri="{FF2B5EF4-FFF2-40B4-BE49-F238E27FC236}">
                <a16:creationId xmlns:a16="http://schemas.microsoft.com/office/drawing/2014/main" id="{3E13D86A-5773-4036-B2B9-D2137D37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记录校准批次、执行人和结果；合格后才提交签字记录。</a:t>
            </a:r>
          </a:p>
        </p:txBody>
      </p:sp>
      <p:sp>
        <p:nvSpPr>
          <p:cNvPr id="28" name="data-evidence-note">
            <a:extLst xmlns:a="http://schemas.openxmlformats.org/drawingml/2006/main">
              <a:ext uri="{FF2B5EF4-FFF2-40B4-BE49-F238E27FC236}">
                <a16:creationId xmlns:a16="http://schemas.microsoft.com/office/drawing/2014/main" id="{DD216D37-399C-4173-B8AF-C61E4AC9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编号可追溯且授权完整，才形成去标识样本清单。</a:t>
            </a:r>
          </a:p>
        </p:txBody>
      </p:sp>
      <p:sp>
        <p:nvSpPr>
          <p:cNvPr id="29" name="and-label">
            <a:extLst xmlns:a="http://schemas.openxmlformats.org/drawingml/2006/main">
              <a:ext uri="{FF2B5EF4-FFF2-40B4-BE49-F238E27FC236}">
                <a16:creationId xmlns:a16="http://schemas.microsoft.com/office/drawing/2014/main" id="{88F430F3-E278-4DE0-A019-2A0AA6E6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AND：两份证据齐全</a:t>
            </a:r>
          </a:p>
        </p:txBody>
      </p:sp>
      <p:sp>
        <p:nvSpPr>
          <p:cNvPr id="30" name="manager-note">
            <a:extLst xmlns:a="http://schemas.openxmlformats.org/drawingml/2006/main">
              <a:ext uri="{FF2B5EF4-FFF2-40B4-BE49-F238E27FC236}">
                <a16:creationId xmlns:a16="http://schemas.microsoft.com/office/drawing/2014/main" id="{7488D37E-4602-47F6-8BF5-0CA2C7CD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290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项目负责人做联合核验；不代签校准，也不代替数据组补授权。</a:t>
            </a:r>
          </a:p>
        </p:txBody>
      </p:sp>
      <p:sp>
        <p:nvSpPr>
          <p:cNvPr id="31" name="missing-note">
            <a:extLst xmlns:a="http://schemas.openxmlformats.org/drawingml/2006/main">
              <a:ext uri="{FF2B5EF4-FFF2-40B4-BE49-F238E27FC236}">
                <a16:creationId xmlns:a16="http://schemas.microsoft.com/office/drawing/2014/main" id="{0DB58EFB-109B-4F3B-B352-A1E9D715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00500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缺任一份或核验未通过：不启动，通知对应责任组补齐。</a:t>
            </a:r>
          </a:p>
        </p:txBody>
      </p:sp>
      <p:sp>
        <p:nvSpPr>
          <p:cNvPr id="32" name="equipment-exception">
            <a:extLst xmlns:a="http://schemas.openxmlformats.org/drawingml/2006/main">
              <a:ext uri="{FF2B5EF4-FFF2-40B4-BE49-F238E27FC236}">
                <a16:creationId xmlns:a16="http://schemas.microsoft.com/office/drawing/2014/main" id="{A4DFBA82-9078-409E-AE44-387DD90E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146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不合格：设备组调整后复校，不能带问题进入联合实验。</a:t>
            </a:r>
          </a:p>
        </p:txBody>
      </p:sp>
      <p:sp>
        <p:nvSpPr>
          <p:cNvPr id="33" name="data-exception">
            <a:extLst xmlns:a="http://schemas.openxmlformats.org/drawingml/2006/main">
              <a:ext uri="{FF2B5EF4-FFF2-40B4-BE49-F238E27FC236}">
                <a16:creationId xmlns:a16="http://schemas.microsoft.com/office/drawing/2014/main" id="{D30DC7E4-7C51-4FDB-A109-6A22A048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2435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授权缺失样本单独隔离，不进入本轮清单；数据组继续补齐授权。</a:t>
            </a:r>
          </a:p>
        </p:txBody>
      </p:sp>
      <p:sp>
        <p:nvSpPr>
          <p:cNvPr id="34" name="equipment-summary-title">
            <a:extLst xmlns:a="http://schemas.openxmlformats.org/drawingml/2006/main">
              <a:ext uri="{FF2B5EF4-FFF2-40B4-BE49-F238E27FC236}">
                <a16:creationId xmlns:a16="http://schemas.microsoft.com/office/drawing/2014/main" id="{6404825C-8E25-435A-984E-94F958F9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设备组职责</a:t>
            </a:r>
          </a:p>
        </p:txBody>
      </p:sp>
      <p:sp>
        <p:nvSpPr>
          <p:cNvPr id="35" name="equipment-summary-body">
            <a:extLst xmlns:a="http://schemas.openxmlformats.org/drawingml/2006/main">
              <a:ext uri="{FF2B5EF4-FFF2-40B4-BE49-F238E27FC236}">
                <a16:creationId xmlns:a16="http://schemas.microsoft.com/office/drawing/2014/main" id="{E1DB2E4E-0791-4D8E-9ADD-CAF9396D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设备组负责校准、留存并签字提交记录。</a:t>
            </a:r>
          </a:p>
        </p:txBody>
      </p:sp>
      <p:sp>
        <p:nvSpPr>
          <p:cNvPr id="36" name="data-summary-title">
            <a:extLst xmlns:a="http://schemas.openxmlformats.org/drawingml/2006/main">
              <a:ext uri="{FF2B5EF4-FFF2-40B4-BE49-F238E27FC236}">
                <a16:creationId xmlns:a16="http://schemas.microsoft.com/office/drawing/2014/main" id="{260FBFBB-1667-4E9B-BAC9-A04535E2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67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数据组职责</a:t>
            </a:r>
          </a:p>
        </p:txBody>
      </p:sp>
      <p:sp>
        <p:nvSpPr>
          <p:cNvPr id="37" name="data-summary-body">
            <a:extLst xmlns:a="http://schemas.openxmlformats.org/drawingml/2006/main">
              <a:ext uri="{FF2B5EF4-FFF2-40B4-BE49-F238E27FC236}">
                <a16:creationId xmlns:a16="http://schemas.microsoft.com/office/drawing/2014/main" id="{D0886B27-E404-4CC0-894B-6CE8A5BC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530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数据组负责编号核对、授权补齐与清单形成。</a:t>
            </a:r>
          </a:p>
        </p:txBody>
      </p:sp>
      <p:sp>
        <p:nvSpPr>
          <p:cNvPr id="38" name="boundary-summary-title">
            <a:extLst xmlns:a="http://schemas.openxmlformats.org/drawingml/2006/main">
              <a:ext uri="{FF2B5EF4-FFF2-40B4-BE49-F238E27FC236}">
                <a16:creationId xmlns:a16="http://schemas.microsoft.com/office/drawing/2014/main" id="{3C1E679D-118D-4FDB-A8F2-6EFF9D75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67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本轮边界</a:t>
            </a:r>
          </a:p>
        </p:txBody>
      </p:sp>
      <p:sp>
        <p:nvSpPr>
          <p:cNvPr id="39" name="boundary-summary-body">
            <a:extLst xmlns:a="http://schemas.openxmlformats.org/drawingml/2006/main">
              <a:ext uri="{FF2B5EF4-FFF2-40B4-BE49-F238E27FC236}">
                <a16:creationId xmlns:a16="http://schemas.microsoft.com/office/drawing/2014/main" id="{BEF034E1-04FC-4F5E-9031-A10C054E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530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流程尚未实施；只检验职责与证据留存，不承诺提前完成或减少等待。</a:t>
            </a:r>
          </a:p>
        </p:txBody>
      </p:sp>
      <p:cxnSp>
        <p:nvCxnSpPr>
          <p:cNvPr id="9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52750" y="21526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9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191000" y="21526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9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52750" y="35623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95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191000" y="35623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96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286500" y="2152650"/>
            <a:ext cx="66675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6286500" y="2867025"/>
            <a:ext cx="666750" cy="695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477250" y="28670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525000" y="28670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100" name=""/>
          <p:cNvCxnSpPr>
            <a:stCxn xmlns:a="http://schemas.openxmlformats.org/drawingml/2006/main" id="9" idx="2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>
            <a:off x="2238375" y="2390775"/>
            <a:ext cx="1619250" cy="285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315F91"/>
            </a:solidFill>
            <a:prstDash val="dash"/>
            <a:tailEnd type="arrow" w="sm" len="sm"/>
          </a:ln>
        </p:spPr>
      </p:cxnSp>
      <p:cxnSp>
        <p:nvCxnSpPr>
          <p:cNvPr id="101" name=""/>
          <p:cNvCxnSpPr>
            <a:stCxn xmlns:a="http://schemas.openxmlformats.org/drawingml/2006/main" id="10" idx="2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>
            <a:off x="2238375" y="3800475"/>
            <a:ext cx="1619250" cy="285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315F91"/>
            </a:solidFill>
            <a:prstDash val="dash"/>
            <a:tailEnd type="arrow" w="sm" len="sm"/>
          </a:ln>
        </p:spPr>
      </p:cxnSp>
      <p:sp>
        <p:nvSpPr>
          <p:cNvPr id="5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4184C4A-DACD-42E9-9EC4-32F490DA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9DA"/>
            </a:solidFill>
            <a:prstDash val="solid"/>
          </a:ln>
        </p:spPr>
      </p:sp>
      <p:sp>
        <p:nvSpPr>
          <p:cNvPr id="51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EDCA676-B06C-463D-A142-22771AB9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素材：虚构流程设计｜本页仅检验并行准备、职责边界、证据留存与联合核验</a:t>
            </a:r>
          </a:p>
        </p:txBody>
      </p:sp>
      <p:sp>
        <p:nvSpPr>
          <p:cNvPr id="5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827591C-2F56-4A26-A04A-3749344B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837041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2026-09-05T23:41:38.9150000Z</dcterms:created>
  <dcterms:modified xsi:type="dcterms:W3CDTF">2026-09-05T23:41:38.9150000Z</dcterms:modified>
</coreProperties>
</file>