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42de6ea0944748" /><Relationship Type="http://schemas.openxmlformats.org/officeDocument/2006/relationships/extended-properties" Target="/docProps/app.xml" Id="Rf755d988b27d42e8" /><Relationship Type="http://schemas.openxmlformats.org/officeDocument/2006/relationships/officeDocument" Target="/ppt/presentation.xml" Id="R7f91ff0509b448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f5fe0d99cc49b9"/>
  </p:sldMasterIdLst>
  <p:notesMasterIdLst>
    <p:notesMasterId xmlns:r="http://schemas.openxmlformats.org/officeDocument/2006/relationships" r:id="Rd1013d5a3de6467f"/>
  </p:notesMasterIdLst>
  <p:sldIdLst>
    <p:sldId xmlns:r="http://schemas.openxmlformats.org/officeDocument/2006/relationships" id="256" r:id="Rb77195453f6d48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ad2803c67c4008" /><Relationship Type="http://schemas.openxmlformats.org/officeDocument/2006/relationships/slideMaster" Target="/ppt/slideMasters/slideMaster1.xml" Id="R3ff5fe0d99cc49b9" /><Relationship Type="http://schemas.openxmlformats.org/officeDocument/2006/relationships/notesMaster" Target="/ppt/notesMasters/notesMaster1.xml" Id="Rd1013d5a3de6467f" /><Relationship Type="http://schemas.openxmlformats.org/officeDocument/2006/relationships/presProps" Target="/ppt/presProps.xml" Id="R6bd452dbc6494ee3" /><Relationship Type="http://schemas.openxmlformats.org/officeDocument/2006/relationships/tableStyles" Target="/ppt/tableStyles.xml" Id="Racab20047e174d78" /><Relationship Type="http://schemas.openxmlformats.org/officeDocument/2006/relationships/slide" Target="/ppt/slides/slide1.xml" Id="Rb77195453f6d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be08ffb394e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30c9de353b484a" /><Relationship Type="http://schemas.openxmlformats.org/officeDocument/2006/relationships/notesMaster" Target="/ppt/notesMasters/notesMaster1.xml" Id="R27ce7adfefae49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内容：experiments/university-skin-pilot/transfer-03/manuscript.txt</a:t>
            </a:r>
          </a:p>
          <a:p xmlns:a="http://schemas.openxmlformats.org/drawingml/2006/main">
            <a:r>
              <a:t>设计：docs/设计手册/科研咨询式排版-v7.md；主题：experiments/university-skin-pilot/reference-01/theme.json</a:t>
            </a:r>
          </a:p>
          <a:p xmlns:a="http://schemas.openxmlformats.org/drawingml/2006/main">
            <a:r>
              <a:t>结构参考重组：parallel-equal-cards-001、convergence-many-to-one-003、branching-decision-routes-001、cycle-single-chain-feedback-002；未执行 invokeStructure。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298a81eea4c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1c8bc75128411b" /><Relationship Type="http://schemas.openxmlformats.org/officeDocument/2006/relationships/slideLayout" Target="/ppt/slideLayouts/slideLayout1.xml" Id="R395ac0a5767040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5ac0a5767040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573e6e99e4449" /><Relationship Type="http://schemas.openxmlformats.org/officeDocument/2006/relationships/notesSlide" Target="/ppt/notesSlides/notesSlide1.xml" Id="R77cfdf7b2f774d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">
            <a:extLst xmlns:a="http://schemas.openxmlformats.org/drawingml/2006/main">
              <a:ext uri="{FF2B5EF4-FFF2-40B4-BE49-F238E27FC236}">
                <a16:creationId xmlns:a16="http://schemas.microsoft.com/office/drawing/2014/main" id="{C1DFE14C-D024-4721-B223-F85AD095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虚构流程设计 · 尚未实施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2B3C23-3878-4B1F-A894-25BCA2FA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96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两条准备工作可并行，但联合实验必须等证据齐全且核验通过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12CFCEF-4416-44F0-B377-251E1C77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BCD1"/>
            </a:solidFill>
            <a:prstDash val="solid"/>
          </a:ln>
        </p:spPr>
      </p:sp>
      <p:sp>
        <p:nvSpPr>
          <p:cNvPr id="4" name="process-caption">
            <a:extLst xmlns:a="http://schemas.openxmlformats.org/drawingml/2006/main">
              <a:ext uri="{FF2B5EF4-FFF2-40B4-BE49-F238E27FC236}">
                <a16:creationId xmlns:a16="http://schemas.microsoft.com/office/drawing/2014/main" id="{63E885F3-EA8A-4003-95A3-59F8905A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准备阶段：两条责任组路径同时推进</a:t>
            </a:r>
          </a:p>
        </p:txBody>
      </p:sp>
      <p:sp>
        <p:nvSpPr>
          <p:cNvPr id="5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BAE21C4D-75C1-4071-BA56-3E03C272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设备组</a:t>
            </a:r>
          </a:p>
        </p:txBody>
      </p:sp>
      <p:sp>
        <p:nvSpPr>
          <p:cNvPr id="6" name="data-label">
            <a:extLst xmlns:a="http://schemas.openxmlformats.org/drawingml/2006/main">
              <a:ext uri="{FF2B5EF4-FFF2-40B4-BE49-F238E27FC236}">
                <a16:creationId xmlns:a16="http://schemas.microsoft.com/office/drawing/2014/main" id="{08FD7F67-1652-419D-8644-0B3BE2C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数据组</a:t>
            </a:r>
          </a:p>
        </p:txBody>
      </p:sp>
      <p:sp>
        <p:nvSpPr>
          <p:cNvPr id="7" name="equipment-task">
            <a:extLst xmlns:a="http://schemas.openxmlformats.org/drawingml/2006/main">
              <a:ext uri="{FF2B5EF4-FFF2-40B4-BE49-F238E27FC236}">
                <a16:creationId xmlns:a16="http://schemas.microsoft.com/office/drawing/2014/main" id="{C523FADC-29AE-4F89-929E-AC5BC16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428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1F5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data-task">
            <a:extLst xmlns:a="http://schemas.openxmlformats.org/drawingml/2006/main">
              <a:ext uri="{FF2B5EF4-FFF2-40B4-BE49-F238E27FC236}">
                <a16:creationId xmlns:a16="http://schemas.microsoft.com/office/drawing/2014/main" id="{8BCDD606-B8AB-439D-A99A-5EA22782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1428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equipment-gate">
            <a:extLst xmlns:a="http://schemas.openxmlformats.org/drawingml/2006/main">
              <a:ext uri="{FF2B5EF4-FFF2-40B4-BE49-F238E27FC236}">
                <a16:creationId xmlns:a16="http://schemas.microsoft.com/office/drawing/2014/main" id="{603D50AB-5A38-4EB6-A190-AE8A4A34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14525"/>
            <a:ext cx="6667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CF1F5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0" name="data-gate">
            <a:extLst xmlns:a="http://schemas.openxmlformats.org/drawingml/2006/main">
              <a:ext uri="{FF2B5EF4-FFF2-40B4-BE49-F238E27FC236}">
                <a16:creationId xmlns:a16="http://schemas.microsoft.com/office/drawing/2014/main" id="{351EC5C9-04DF-4716-9A3C-CEAE3DB5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24225"/>
            <a:ext cx="6667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1" name="equipment-evidence">
            <a:extLst xmlns:a="http://schemas.openxmlformats.org/drawingml/2006/main">
              <a:ext uri="{FF2B5EF4-FFF2-40B4-BE49-F238E27FC236}">
                <a16:creationId xmlns:a16="http://schemas.microsoft.com/office/drawing/2014/main" id="{7A2ED6B5-574E-49FD-9761-6430EFE0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1476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1F5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2" name="data-evidence">
            <a:extLst xmlns:a="http://schemas.openxmlformats.org/drawingml/2006/main">
              <a:ext uri="{FF2B5EF4-FFF2-40B4-BE49-F238E27FC236}">
                <a16:creationId xmlns:a16="http://schemas.microsoft.com/office/drawing/2014/main" id="{0E5CF3A3-CF1A-4B4D-87CA-0493B7E6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95650"/>
            <a:ext cx="1476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joint-check">
            <a:extLst xmlns:a="http://schemas.openxmlformats.org/drawingml/2006/main">
              <a:ext uri="{FF2B5EF4-FFF2-40B4-BE49-F238E27FC236}">
                <a16:creationId xmlns:a16="http://schemas.microsoft.com/office/drawing/2014/main" id="{0388D6B0-AC3A-484A-A010-B2E11FCA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2890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F1F5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joint-pass-gate">
            <a:extLst xmlns:a="http://schemas.openxmlformats.org/drawingml/2006/main">
              <a:ext uri="{FF2B5EF4-FFF2-40B4-BE49-F238E27FC236}">
                <a16:creationId xmlns:a16="http://schemas.microsoft.com/office/drawing/2014/main" id="{FE79565D-F618-4027-B9CF-22CF3D86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66675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CF1F5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5" name="final-node">
            <a:extLst xmlns:a="http://schemas.openxmlformats.org/drawingml/2006/main">
              <a:ext uri="{FF2B5EF4-FFF2-40B4-BE49-F238E27FC236}">
                <a16:creationId xmlns:a16="http://schemas.microsoft.com/office/drawing/2014/main" id="{00AD07E3-4543-4559-9E7F-943F1B3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28900"/>
            <a:ext cx="1619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4D70"/>
          </a:solidFill>
          <a:ln xmlns:a="http://schemas.openxmlformats.org/drawingml/2006/main" w="9525">
            <a:solidFill>
              <a:srgbClr val="2D4D70"/>
            </a:solidFill>
            <a:prstDash val="solid"/>
          </a:ln>
        </p:spPr>
      </p:sp>
      <p:sp>
        <p:nvSpPr>
          <p:cNvPr id="16" name="equipment-task-title">
            <a:extLst xmlns:a="http://schemas.openxmlformats.org/drawingml/2006/main">
              <a:ext uri="{FF2B5EF4-FFF2-40B4-BE49-F238E27FC236}">
                <a16:creationId xmlns:a16="http://schemas.microsoft.com/office/drawing/2014/main" id="{F13D8EB2-7CB2-4E0D-80FF-CCE98E7D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383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设备校准</a:t>
            </a:r>
          </a:p>
        </p:txBody>
      </p:sp>
      <p:sp>
        <p:nvSpPr>
          <p:cNvPr id="17" name="data-task-title">
            <a:extLst xmlns:a="http://schemas.openxmlformats.org/drawingml/2006/main">
              <a:ext uri="{FF2B5EF4-FFF2-40B4-BE49-F238E27FC236}">
                <a16:creationId xmlns:a16="http://schemas.microsoft.com/office/drawing/2014/main" id="{55B62895-6D1B-4D51-BCC3-2652D875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480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样本整理</a:t>
            </a:r>
          </a:p>
        </p:txBody>
      </p:sp>
      <p:sp>
        <p:nvSpPr>
          <p:cNvPr id="18" name="equipment-gate-label">
            <a:extLst xmlns:a="http://schemas.openxmlformats.org/drawingml/2006/main">
              <a:ext uri="{FF2B5EF4-FFF2-40B4-BE49-F238E27FC236}">
                <a16:creationId xmlns:a16="http://schemas.microsoft.com/office/drawing/2014/main" id="{4AA9FBED-299E-4EC8-BBEB-CAED7C52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合格？</a:t>
            </a:r>
          </a:p>
        </p:txBody>
      </p:sp>
      <p:sp>
        <p:nvSpPr>
          <p:cNvPr id="19" name="data-gate-label">
            <a:extLst xmlns:a="http://schemas.openxmlformats.org/drawingml/2006/main">
              <a:ext uri="{FF2B5EF4-FFF2-40B4-BE49-F238E27FC236}">
                <a16:creationId xmlns:a16="http://schemas.microsoft.com/office/drawing/2014/main" id="{8F532A6C-7D80-4313-AE14-7C60B620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完整？</a:t>
            </a:r>
          </a:p>
        </p:txBody>
      </p:sp>
      <p:sp>
        <p:nvSpPr>
          <p:cNvPr id="20" name="equipment-evidence-title">
            <a:extLst xmlns:a="http://schemas.openxmlformats.org/drawingml/2006/main">
              <a:ext uri="{FF2B5EF4-FFF2-40B4-BE49-F238E27FC236}">
                <a16:creationId xmlns:a16="http://schemas.microsoft.com/office/drawing/2014/main" id="{8E0BC9D4-8A28-4656-841A-A9186C2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38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校准记录</a:t>
            </a:r>
          </a:p>
        </p:txBody>
      </p:sp>
      <p:sp>
        <p:nvSpPr>
          <p:cNvPr id="21" name="data-evidence-title">
            <a:extLst xmlns:a="http://schemas.openxmlformats.org/drawingml/2006/main">
              <a:ext uri="{FF2B5EF4-FFF2-40B4-BE49-F238E27FC236}">
                <a16:creationId xmlns:a16="http://schemas.microsoft.com/office/drawing/2014/main" id="{955E1A98-DDC5-4EA2-8B3D-FDD7DCEE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48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去标识清单</a:t>
            </a:r>
          </a:p>
        </p:txBody>
      </p:sp>
      <p:sp>
        <p:nvSpPr>
          <p:cNvPr id="22" name="joint-check-title">
            <a:extLst xmlns:a="http://schemas.openxmlformats.org/drawingml/2006/main">
              <a:ext uri="{FF2B5EF4-FFF2-40B4-BE49-F238E27FC236}">
                <a16:creationId xmlns:a16="http://schemas.microsoft.com/office/drawing/2014/main" id="{02CBE77F-E92E-4107-ACFD-B6F8C550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62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联合核验</a:t>
            </a:r>
          </a:p>
        </p:txBody>
      </p:sp>
      <p:sp>
        <p:nvSpPr>
          <p:cNvPr id="23" name="joint-pass-label">
            <a:extLst xmlns:a="http://schemas.openxmlformats.org/drawingml/2006/main">
              <a:ext uri="{FF2B5EF4-FFF2-40B4-BE49-F238E27FC236}">
                <a16:creationId xmlns:a16="http://schemas.microsoft.com/office/drawing/2014/main" id="{67AF4DC8-0779-48CB-9419-163B5511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527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通过？</a:t>
            </a:r>
          </a:p>
        </p:txBody>
      </p:sp>
      <p:sp>
        <p:nvSpPr>
          <p:cNvPr id="24" name="final-node-title">
            <a:extLst xmlns:a="http://schemas.openxmlformats.org/drawingml/2006/main">
              <a:ext uri="{FF2B5EF4-FFF2-40B4-BE49-F238E27FC236}">
                <a16:creationId xmlns:a16="http://schemas.microsoft.com/office/drawing/2014/main" id="{98CF230A-956A-43D5-AD2C-7144A07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622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本轮可开始</a:t>
            </a:r>
          </a:p>
        </p:txBody>
      </p:sp>
      <p:sp>
        <p:nvSpPr>
          <p:cNvPr id="25" name="equipment-evidence-note">
            <a:extLst xmlns:a="http://schemas.openxmlformats.org/drawingml/2006/main">
              <a:ext uri="{FF2B5EF4-FFF2-40B4-BE49-F238E27FC236}">
                <a16:creationId xmlns:a16="http://schemas.microsoft.com/office/drawing/2014/main" id="{CA5980D5-7CBB-4D5A-A674-54E4397C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记录批次、执行人和结果；合格后提交签字校准记录。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不合格由设备组调整后复校，不带问题进入联合实验。</a:t>
            </a:r>
          </a:p>
        </p:txBody>
      </p:sp>
      <p:sp>
        <p:nvSpPr>
          <p:cNvPr id="26" name="data-evidence-note">
            <a:extLst xmlns:a="http://schemas.openxmlformats.org/drawingml/2006/main">
              <a:ext uri="{FF2B5EF4-FFF2-40B4-BE49-F238E27FC236}">
                <a16:creationId xmlns:a16="http://schemas.microsoft.com/office/drawing/2014/main" id="{6DBA0B6A-51C0-4941-97D9-62CD1D5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编号可追溯且授权完整，才形成去标识清单。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缺授权样本隔离，不进入本轮清单；数据组继续补齐授权。</a:t>
            </a:r>
          </a:p>
        </p:txBody>
      </p:sp>
      <p:sp>
        <p:nvSpPr>
          <p:cNvPr id="27" name="and-label">
            <a:extLst xmlns:a="http://schemas.openxmlformats.org/drawingml/2006/main">
              <a:ext uri="{FF2B5EF4-FFF2-40B4-BE49-F238E27FC236}">
                <a16:creationId xmlns:a16="http://schemas.microsoft.com/office/drawing/2014/main" id="{E1FE9978-A48A-4ADE-89BC-9A35164C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两份证据齐全</a:t>
            </a:r>
          </a:p>
        </p:txBody>
      </p:sp>
      <p:sp>
        <p:nvSpPr>
          <p:cNvPr id="28" name="manager-boundary-note">
            <a:extLst xmlns:a="http://schemas.openxmlformats.org/drawingml/2006/main">
              <a:ext uri="{FF2B5EF4-FFF2-40B4-BE49-F238E27FC236}">
                <a16:creationId xmlns:a16="http://schemas.microsoft.com/office/drawing/2014/main" id="{A014A629-A2C4-4E2D-B1A4-40F70F68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290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负责人做联合核验，不代签校准，也不代替数据组补授权。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缺任一证据或核验未通过，就退回对应责任组，不启动本轮实验。</a:t>
            </a:r>
          </a:p>
        </p:txBody>
      </p:sp>
      <p:sp>
        <p:nvSpPr>
          <p:cNvPr id="29" name="next-week-title">
            <a:extLst xmlns:a="http://schemas.openxmlformats.org/drawingml/2006/main">
              <a:ext uri="{FF2B5EF4-FFF2-40B4-BE49-F238E27FC236}">
                <a16:creationId xmlns:a16="http://schemas.microsoft.com/office/drawing/2014/main" id="{1578B180-21DA-4B1B-84A6-A1D871BB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下一周试行范围</a:t>
            </a:r>
          </a:p>
        </p:txBody>
      </p:sp>
      <p:sp>
        <p:nvSpPr>
          <p:cNvPr id="30" name="next-week-body">
            <a:extLst xmlns:a="http://schemas.openxmlformats.org/drawingml/2006/main">
              <a:ext uri="{FF2B5EF4-FFF2-40B4-BE49-F238E27FC236}">
                <a16:creationId xmlns:a16="http://schemas.microsoft.com/office/drawing/2014/main" id="{2BB1B8F8-3B0A-4587-8477-CAD78E34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只验收两条准备可并行、职责边界清楚、两份证据留存完整；不承诺提前完成或减少等待。</a:t>
            </a:r>
          </a:p>
        </p:txBody>
      </p:sp>
      <p:cxnSp>
        <p:nvCxnSpPr>
          <p:cNvPr id="7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52750" y="21526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91000" y="21526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52750" y="3562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91000" y="3562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86500" y="2152650"/>
            <a:ext cx="666750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286500" y="2886075"/>
            <a:ext cx="6667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77250" y="2886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525000" y="2886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9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2238375" y="2390775"/>
            <a:ext cx="1619250" cy="28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10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2238375" y="3800475"/>
            <a:ext cx="1619250" cy="28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tailEnd type="arrow" w="sm" len="sm"/>
          </a:ln>
        </p:spPr>
      </p:cxn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BDABA5E-EC42-4ED8-BA86-D29FD5C8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A"/>
            </a:solidFill>
            <a:prstDash val="solid"/>
          </a:ln>
        </p:spPr>
      </p:sp>
      <p:sp>
        <p:nvSpPr>
          <p:cNvPr id="4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1BE283E-8D1C-4477-9FF2-3FFDF691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素材：虚构流程设计｜本页仅检验并行准备、职责边界、证据留存与联合核验</a:t>
            </a:r>
          </a:p>
        </p:txBody>
      </p:sp>
      <p:sp>
        <p:nvSpPr>
          <p:cNvPr id="4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A03FE9-062E-42F3-8A5C-4A950E15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0662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2026-09-05T23:50:11.7540000Z</dcterms:created>
  <dcterms:modified xsi:type="dcterms:W3CDTF">2026-09-05T23:50:11.7540000Z</dcterms:modified>
</coreProperties>
</file>