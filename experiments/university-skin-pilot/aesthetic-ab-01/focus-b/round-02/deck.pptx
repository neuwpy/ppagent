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43974f77104324" /><Relationship Type="http://schemas.openxmlformats.org/officeDocument/2006/relationships/extended-properties" Target="/docProps/app.xml" Id="R5839e2a3256448b2" /><Relationship Type="http://schemas.openxmlformats.org/officeDocument/2006/relationships/officeDocument" Target="/ppt/presentation.xml" Id="R4429c341e3a74c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01d6677cdc4af3"/>
  </p:sldMasterIdLst>
  <p:notesMasterIdLst>
    <p:notesMasterId xmlns:r="http://schemas.openxmlformats.org/officeDocument/2006/relationships" r:id="Rb56151bc39db4e78"/>
  </p:notesMasterIdLst>
  <p:sldIdLst>
    <p:sldId xmlns:r="http://schemas.openxmlformats.org/officeDocument/2006/relationships" id="256" r:id="R2447758d80f84eb5"/>
    <p:sldId xmlns:r="http://schemas.openxmlformats.org/officeDocument/2006/relationships" id="257" r:id="R6494a65705614b5b"/>
    <p:sldId xmlns:r="http://schemas.openxmlformats.org/officeDocument/2006/relationships" id="258" r:id="Re616365268944846"/>
    <p:sldId xmlns:r="http://schemas.openxmlformats.org/officeDocument/2006/relationships" id="259" r:id="R913360be7c6648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aeb85e6a344b7f" /><Relationship Type="http://schemas.openxmlformats.org/officeDocument/2006/relationships/slideMaster" Target="/ppt/slideMasters/slideMaster1.xml" Id="Ref01d6677cdc4af3" /><Relationship Type="http://schemas.openxmlformats.org/officeDocument/2006/relationships/notesMaster" Target="/ppt/notesMasters/notesMaster1.xml" Id="Rb56151bc39db4e78" /><Relationship Type="http://schemas.openxmlformats.org/officeDocument/2006/relationships/presProps" Target="/ppt/presProps.xml" Id="Rbd741676564d475c" /><Relationship Type="http://schemas.openxmlformats.org/officeDocument/2006/relationships/tableStyles" Target="/ppt/tableStyles.xml" Id="R1e12309c8a3b4edf" /><Relationship Type="http://schemas.openxmlformats.org/officeDocument/2006/relationships/slide" Target="/ppt/slides/slide1.xml" Id="R2447758d80f84eb5" /><Relationship Type="http://schemas.openxmlformats.org/officeDocument/2006/relationships/slide" Target="/ppt/slides/slide2.xml" Id="R6494a65705614b5b" /><Relationship Type="http://schemas.openxmlformats.org/officeDocument/2006/relationships/slide" Target="/ppt/slides/slide3.xml" Id="Re616365268944846" /><Relationship Type="http://schemas.openxmlformats.org/officeDocument/2006/relationships/slide" Target="/ppt/slides/slide4.xml" Id="R913360be7c6648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f316560b5241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42402a6334326" /><Relationship Type="http://schemas.openxmlformats.org/officeDocument/2006/relationships/notesMaster" Target="/ppt/notesMasters/notesMaster1.xml" Id="R35bbe62c1b7444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62158c76a04b73" /><Relationship Type="http://schemas.openxmlformats.org/officeDocument/2006/relationships/notesMaster" Target="/ppt/notesMasters/notesMaster1.xml" Id="Ra97dc63da55141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a9844b61f04d4f" /><Relationship Type="http://schemas.openxmlformats.org/officeDocument/2006/relationships/notesMaster" Target="/ppt/notesMasters/notesMaster1.xml" Id="R6b3285d1f0484f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ee66f97e11464f" /><Relationship Type="http://schemas.openxmlformats.org/officeDocument/2006/relationships/notesMaster" Target="/ppt/notesMasters/notesMaster1.xml" Id="R163b56ee834d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f8da86e5a4d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01b58ddb894a96" /><Relationship Type="http://schemas.openxmlformats.org/officeDocument/2006/relationships/slideLayout" Target="/ppt/slideLayouts/slideLayout1.xml" Id="R56d3a9fb18dd4e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d3a9fb18dd4e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a400f2d5b46e2" /><Relationship Type="http://schemas.openxmlformats.org/officeDocument/2006/relationships/notesSlide" Target="/ppt/notesSlides/notesSlide1.xml" Id="R15d3a80327a642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a4ca63f4a4f71" /><Relationship Type="http://schemas.openxmlformats.org/officeDocument/2006/relationships/notesSlide" Target="/ppt/notesSlides/notesSlide2.xml" Id="Rea0047c6e6944b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ae27c09cf48c4" /><Relationship Type="http://schemas.openxmlformats.org/officeDocument/2006/relationships/notesSlide" Target="/ppt/notesSlides/notesSlide3.xml" Id="Rf093e2c6227c4a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44df9557a4628" /><Relationship Type="http://schemas.openxmlformats.org/officeDocument/2006/relationships/notesSlide" Target="/ppt/notesSlides/notesSlide4.xml" Id="R68c1c3d59e3746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1-kicker">
            <a:extLst xmlns:a="http://schemas.openxmlformats.org/drawingml/2006/main">
              <a:ext uri="{FF2B5EF4-FFF2-40B4-BE49-F238E27FC236}">
                <a16:creationId xmlns:a16="http://schemas.microsoft.com/office/drawing/2014/main" id="{43CAD271-5BBF-4A76-8EAB-F7877E1D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 记录单元</a:t>
            </a:r>
          </a:p>
        </p:txBody>
      </p:sp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028E1892-3307-4869-B38F-672FB9C1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一次结果应由一组依据共同解释</a:t>
            </a:r>
          </a:p>
        </p:txBody>
      </p:sp>
      <p:sp>
        <p:nvSpPr>
          <p:cNvPr id="3" name="s1-header-divider">
            <a:extLst xmlns:a="http://schemas.openxmlformats.org/drawingml/2006/main">
              <a:ext uri="{FF2B5EF4-FFF2-40B4-BE49-F238E27FC236}">
                <a16:creationId xmlns:a16="http://schemas.microsoft.com/office/drawing/2014/main" id="{79A207D1-A1CD-479A-8BD3-27E91AFC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4" name="s1-analysis-surface">
            <a:extLst xmlns:a="http://schemas.openxmlformats.org/drawingml/2006/main">
              <a:ext uri="{FF2B5EF4-FFF2-40B4-BE49-F238E27FC236}">
                <a16:creationId xmlns:a16="http://schemas.microsoft.com/office/drawing/2014/main" id="{212312CD-7407-467E-9EAA-C53C9AE5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7524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1-analysis-header-surface">
            <a:extLst xmlns:a="http://schemas.openxmlformats.org/drawingml/2006/main">
              <a:ext uri="{FF2B5EF4-FFF2-40B4-BE49-F238E27FC236}">
                <a16:creationId xmlns:a16="http://schemas.microsoft.com/office/drawing/2014/main" id="{2F6FAC86-99EC-46E5-8A60-B220B353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-analysis-heading">
            <a:extLst xmlns:a="http://schemas.openxmlformats.org/drawingml/2006/main">
              <a:ext uri="{FF2B5EF4-FFF2-40B4-BE49-F238E27FC236}">
                <a16:creationId xmlns:a16="http://schemas.microsoft.com/office/drawing/2014/main" id="{13B5598C-60A3-48E3-97B7-E3C47472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五类记录共同解释同一个结果</a:t>
            </a:r>
          </a:p>
        </p:txBody>
      </p:sp>
      <p:sp>
        <p:nvSpPr>
          <p:cNvPr id="7" name="s1-analysis-caption">
            <a:extLst xmlns:a="http://schemas.openxmlformats.org/drawingml/2006/main">
              <a:ext uri="{FF2B5EF4-FFF2-40B4-BE49-F238E27FC236}">
                <a16:creationId xmlns:a16="http://schemas.microsoft.com/office/drawing/2014/main" id="{AB6118DF-70D0-4747-95C0-4F2664F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并列依据，不是五个先后步骤</a:t>
            </a:r>
          </a:p>
        </p:txBody>
      </p:sp>
      <p:sp>
        <p:nvSpPr>
          <p:cNvPr id="8" name="s1-row-label-0">
            <a:extLst xmlns:a="http://schemas.openxmlformats.org/drawingml/2006/main">
              <a:ext uri="{FF2B5EF4-FFF2-40B4-BE49-F238E27FC236}">
                <a16:creationId xmlns:a16="http://schemas.microsoft.com/office/drawing/2014/main" id="{08F37481-C527-4C51-91E7-D48569A1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9" name="s1-row-body-0">
            <a:extLst xmlns:a="http://schemas.openxmlformats.org/drawingml/2006/main">
              <a:ext uri="{FF2B5EF4-FFF2-40B4-BE49-F238E27FC236}">
                <a16:creationId xmlns:a16="http://schemas.microsoft.com/office/drawing/2014/main" id="{0B2F8650-FC40-4616-B905-D2C9FFC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574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让结果可回到来源；原始数据保持原貌。</a:t>
            </a:r>
          </a:p>
        </p:txBody>
      </p:sp>
      <p:sp>
        <p:nvSpPr>
          <p:cNvPr id="10" name="s1-row-line-1">
            <a:extLst xmlns:a="http://schemas.openxmlformats.org/drawingml/2006/main">
              <a:ext uri="{FF2B5EF4-FFF2-40B4-BE49-F238E27FC236}">
                <a16:creationId xmlns:a16="http://schemas.microsoft.com/office/drawing/2014/main" id="{6CB0F385-A7E6-4E4F-BF63-02553331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1" name="s1-row-label-1">
            <a:extLst xmlns:a="http://schemas.openxmlformats.org/drawingml/2006/main">
              <a:ext uri="{FF2B5EF4-FFF2-40B4-BE49-F238E27FC236}">
                <a16:creationId xmlns:a16="http://schemas.microsoft.com/office/drawing/2014/main" id="{BA975A98-07A8-4B20-8C70-0455FA08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2" name="s1-row-body-1">
            <a:extLst xmlns:a="http://schemas.openxmlformats.org/drawingml/2006/main">
              <a:ext uri="{FF2B5EF4-FFF2-40B4-BE49-F238E27FC236}">
                <a16:creationId xmlns:a16="http://schemas.microsoft.com/office/drawing/2014/main" id="{C491A48A-CB8A-4DE6-8D51-B186BFE7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43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说明样本处在什么采集条件下，便于理解结果上下文。</a:t>
            </a:r>
          </a:p>
        </p:txBody>
      </p:sp>
      <p:sp>
        <p:nvSpPr>
          <p:cNvPr id="13" name="s1-row-line-2">
            <a:extLst xmlns:a="http://schemas.openxmlformats.org/drawingml/2006/main">
              <a:ext uri="{FF2B5EF4-FFF2-40B4-BE49-F238E27FC236}">
                <a16:creationId xmlns:a16="http://schemas.microsoft.com/office/drawing/2014/main" id="{F5ABB34A-E691-4277-9377-F1AC9E55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4" name="s1-row-label-2">
            <a:extLst xmlns:a="http://schemas.openxmlformats.org/drawingml/2006/main">
              <a:ext uri="{FF2B5EF4-FFF2-40B4-BE49-F238E27FC236}">
                <a16:creationId xmlns:a16="http://schemas.microsoft.com/office/drawing/2014/main" id="{22604376-70E4-48BC-AC50-5159B0F9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5" name="s1-row-body-2">
            <a:extLst xmlns:a="http://schemas.openxmlformats.org/drawingml/2006/main">
              <a:ext uri="{FF2B5EF4-FFF2-40B4-BE49-F238E27FC236}">
                <a16:creationId xmlns:a16="http://schemas.microsoft.com/office/drawing/2014/main" id="{1DCA6BEC-D1EC-4BD9-AA75-3554D3E5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定位实际运行代码；清洗处理另存。</a:t>
            </a:r>
          </a:p>
        </p:txBody>
      </p:sp>
      <p:sp>
        <p:nvSpPr>
          <p:cNvPr id="16" name="s1-row-line-3">
            <a:extLst xmlns:a="http://schemas.openxmlformats.org/drawingml/2006/main">
              <a:ext uri="{FF2B5EF4-FFF2-40B4-BE49-F238E27FC236}">
                <a16:creationId xmlns:a16="http://schemas.microsoft.com/office/drawing/2014/main" id="{7608386F-880E-454B-9754-2BD817DB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7" name="s1-row-label-3">
            <a:extLst xmlns:a="http://schemas.openxmlformats.org/drawingml/2006/main">
              <a:ext uri="{FF2B5EF4-FFF2-40B4-BE49-F238E27FC236}">
                <a16:creationId xmlns:a16="http://schemas.microsoft.com/office/drawing/2014/main" id="{3642F150-8F8F-4140-9B1E-475219C5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8" name="s1-row-body-3">
            <a:extLst xmlns:a="http://schemas.openxmlformats.org/drawingml/2006/main">
              <a:ext uri="{FF2B5EF4-FFF2-40B4-BE49-F238E27FC236}">
                <a16:creationId xmlns:a16="http://schemas.microsoft.com/office/drawing/2014/main" id="{53CB6FFA-394A-496C-9180-2DA93C59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148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保留讨论所依据的图表或结果文件。</a:t>
            </a:r>
          </a:p>
        </p:txBody>
      </p:sp>
      <p:sp>
        <p:nvSpPr>
          <p:cNvPr id="19" name="s1-row-line-4">
            <a:extLst xmlns:a="http://schemas.openxmlformats.org/drawingml/2006/main">
              <a:ext uri="{FF2B5EF4-FFF2-40B4-BE49-F238E27FC236}">
                <a16:creationId xmlns:a16="http://schemas.microsoft.com/office/drawing/2014/main" id="{D0927148-E0F1-4CE3-854A-D81E7376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20" name="s1-row-label-4">
            <a:extLst xmlns:a="http://schemas.openxmlformats.org/drawingml/2006/main">
              <a:ext uri="{FF2B5EF4-FFF2-40B4-BE49-F238E27FC236}">
                <a16:creationId xmlns:a16="http://schemas.microsoft.com/office/drawing/2014/main" id="{55CA33F7-8AF4-43DF-8C01-46FBC67B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异常及排除说明</a:t>
            </a:r>
          </a:p>
        </p:txBody>
      </p:sp>
      <p:sp>
        <p:nvSpPr>
          <p:cNvPr id="21" name="s1-row-body-4">
            <a:extLst xmlns:a="http://schemas.openxmlformats.org/drawingml/2006/main">
              <a:ext uri="{FF2B5EF4-FFF2-40B4-BE49-F238E27FC236}">
                <a16:creationId xmlns:a16="http://schemas.microsoft.com/office/drawing/2014/main" id="{77F6A572-11F1-4C2B-B111-3ECE79DE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006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未纳入结果的样本也保留排除依据。</a:t>
            </a:r>
          </a:p>
        </p:txBody>
      </p:sp>
      <p:sp>
        <p:nvSpPr>
          <p:cNvPr id="22" name="s1-boundary-surface">
            <a:extLst xmlns:a="http://schemas.openxmlformats.org/drawingml/2006/main">
              <a:ext uri="{FF2B5EF4-FFF2-40B4-BE49-F238E27FC236}">
                <a16:creationId xmlns:a16="http://schemas.microsoft.com/office/drawing/2014/main" id="{4184B13D-BF63-49B9-9E8E-819E926E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09700"/>
            <a:ext cx="3333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1-boundary-surface">
            <a:extLst xmlns:a="http://schemas.openxmlformats.org/drawingml/2006/main">
              <a:ext uri="{FF2B5EF4-FFF2-40B4-BE49-F238E27FC236}">
                <a16:creationId xmlns:a16="http://schemas.microsoft.com/office/drawing/2014/main" id="{C55FC1FE-3E56-4F77-ABD1-2AB90D0A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09700"/>
            <a:ext cx="33337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-boundary-heading">
            <a:extLst xmlns:a="http://schemas.openxmlformats.org/drawingml/2006/main">
              <a:ext uri="{FF2B5EF4-FFF2-40B4-BE49-F238E27FC236}">
                <a16:creationId xmlns:a16="http://schemas.microsoft.com/office/drawing/2014/main" id="{8B1568B4-72E0-4190-AC27-7978D630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权限边界</a:t>
            </a:r>
          </a:p>
        </p:txBody>
      </p:sp>
      <p:sp>
        <p:nvSpPr>
          <p:cNvPr id="25" name="s1-boundary-body">
            <a:extLst xmlns:a="http://schemas.openxmlformats.org/drawingml/2006/main">
              <a:ext uri="{FF2B5EF4-FFF2-40B4-BE49-F238E27FC236}">
                <a16:creationId xmlns:a16="http://schemas.microsoft.com/office/drawing/2014/main" id="{FABFC29B-AA44-418A-82FB-B9AC64CE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记录完整，不等于全部文件开放。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受限数据保留原授权位置。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记录只含受控引用与访问条件；路径不代表访问权。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讨论材料含结果图与可公开解释。</a:t>
            </a:r>
          </a:p>
        </p:txBody>
      </p:sp>
      <p:sp>
        <p:nvSpPr>
          <p:cNvPr id="26" name="s1-footer-left">
            <a:extLst xmlns:a="http://schemas.openxmlformats.org/drawingml/2006/main">
              <a:ext uri="{FF2B5EF4-FFF2-40B4-BE49-F238E27FC236}">
                <a16:creationId xmlns:a16="http://schemas.microsoft.com/office/drawing/2014/main" id="{68C0FC8E-23A5-4D47-8CDA-831BABF9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大学课题组试点提案 · 内容分析页</a:t>
            </a:r>
          </a:p>
        </p:txBody>
      </p:sp>
      <p:sp>
        <p:nvSpPr>
          <p:cNvPr id="27" name="s1-footer-right">
            <a:extLst xmlns:a="http://schemas.openxmlformats.org/drawingml/2006/main">
              <a:ext uri="{FF2B5EF4-FFF2-40B4-BE49-F238E27FC236}">
                <a16:creationId xmlns:a16="http://schemas.microsoft.com/office/drawing/2014/main" id="{CE1445E9-4D40-4537-BB84-71AAC3FC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04 · 拟定范围</a:t>
            </a:r>
          </a:p>
        </p:txBody>
      </p:sp>
    </p:spTree>
    <p:extLst>
      <p:ext uri="{BB962C8B-B14F-4D97-AF65-F5344CB8AC3E}">
        <p14:creationId xmlns:p14="http://schemas.microsoft.com/office/powerpoint/2010/main" val="1120562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2-kicker">
            <a:extLst xmlns:a="http://schemas.openxmlformats.org/drawingml/2006/main">
              <a:ext uri="{FF2B5EF4-FFF2-40B4-BE49-F238E27FC236}">
                <a16:creationId xmlns:a16="http://schemas.microsoft.com/office/drawing/2014/main" id="{6C85651C-4930-449A-AAC2-618F9294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 范围取舍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7BF9E95E-52EC-4F39-AE70-6A30468C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新增记录优先，历史结果按需补回</a:t>
            </a:r>
          </a:p>
        </p:txBody>
      </p:sp>
      <p:sp>
        <p:nvSpPr>
          <p:cNvPr id="3" name="s2-header-divider">
            <a:extLst xmlns:a="http://schemas.openxmlformats.org/drawingml/2006/main">
              <a:ext uri="{FF2B5EF4-FFF2-40B4-BE49-F238E27FC236}">
                <a16:creationId xmlns:a16="http://schemas.microsoft.com/office/drawing/2014/main" id="{0D845D06-8F73-4A40-9FF7-1302DA12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4" name="s2-comparison-surface">
            <a:extLst xmlns:a="http://schemas.openxmlformats.org/drawingml/2006/main">
              <a:ext uri="{FF2B5EF4-FFF2-40B4-BE49-F238E27FC236}">
                <a16:creationId xmlns:a16="http://schemas.microsoft.com/office/drawing/2014/main" id="{F330EA92-B595-411D-BF01-1CD9CBBB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7810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comparison-header-surface">
            <a:extLst xmlns:a="http://schemas.openxmlformats.org/drawingml/2006/main">
              <a:ext uri="{FF2B5EF4-FFF2-40B4-BE49-F238E27FC236}">
                <a16:creationId xmlns:a16="http://schemas.microsoft.com/office/drawing/2014/main" id="{F73E63A3-E676-4DB5-A4DF-D3C1A78D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-table-heading">
            <a:extLst xmlns:a="http://schemas.openxmlformats.org/drawingml/2006/main">
              <a:ext uri="{FF2B5EF4-FFF2-40B4-BE49-F238E27FC236}">
                <a16:creationId xmlns:a16="http://schemas.microsoft.com/office/drawing/2014/main" id="{A708B981-FF5D-4FC1-89CA-911D07F7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两种范围选择，代价落在不同位置</a:t>
            </a:r>
          </a:p>
        </p:txBody>
      </p:sp>
      <p:sp>
        <p:nvSpPr>
          <p:cNvPr id="7" name="s2-col-option">
            <a:extLst xmlns:a="http://schemas.openxmlformats.org/drawingml/2006/main">
              <a:ext uri="{FF2B5EF4-FFF2-40B4-BE49-F238E27FC236}">
                <a16:creationId xmlns:a16="http://schemas.microsoft.com/office/drawing/2014/main" id="{6246317D-36C2-4F00-BDA1-882278E9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选择</a:t>
            </a:r>
          </a:p>
        </p:txBody>
      </p:sp>
      <p:sp>
        <p:nvSpPr>
          <p:cNvPr id="8" name="s2-col-gain">
            <a:extLst xmlns:a="http://schemas.openxmlformats.org/drawingml/2006/main">
              <a:ext uri="{FF2B5EF4-FFF2-40B4-BE49-F238E27FC236}">
                <a16:creationId xmlns:a16="http://schemas.microsoft.com/office/drawing/2014/main" id="{82354BEA-446D-4E29-97F2-DFC06BE4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能得到什么</a:t>
            </a:r>
          </a:p>
        </p:txBody>
      </p:sp>
      <p:sp>
        <p:nvSpPr>
          <p:cNvPr id="9" name="s2-col-cost">
            <a:extLst xmlns:a="http://schemas.openxmlformats.org/drawingml/2006/main">
              <a:ext uri="{FF2B5EF4-FFF2-40B4-BE49-F238E27FC236}">
                <a16:creationId xmlns:a16="http://schemas.microsoft.com/office/drawing/2014/main" id="{BB12B755-83EA-4D9B-B9E5-704B19A2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3835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需要付出什么</a:t>
            </a:r>
          </a:p>
        </p:txBody>
      </p:sp>
      <p:sp>
        <p:nvSpPr>
          <p:cNvPr id="10" name="s2-header-rule">
            <a:extLst xmlns:a="http://schemas.openxmlformats.org/drawingml/2006/main">
              <a:ext uri="{FF2B5EF4-FFF2-40B4-BE49-F238E27FC236}">
                <a16:creationId xmlns:a16="http://schemas.microsoft.com/office/drawing/2014/main" id="{4C50D38C-A6CD-49BD-9788-367DF78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1" name="s2-row-history">
            <a:extLst xmlns:a="http://schemas.openxmlformats.org/drawingml/2006/main">
              <a:ext uri="{FF2B5EF4-FFF2-40B4-BE49-F238E27FC236}">
                <a16:creationId xmlns:a16="http://schemas.microsoft.com/office/drawing/2014/main" id="{C4C12ADF-2627-41F2-8DB4-AB0A3257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7162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-history-label">
            <a:extLst xmlns:a="http://schemas.openxmlformats.org/drawingml/2006/main">
              <a:ext uri="{FF2B5EF4-FFF2-40B4-BE49-F238E27FC236}">
                <a16:creationId xmlns:a16="http://schemas.microsoft.com/office/drawing/2014/main" id="{7472E011-2481-439F-88C1-C6794166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集中补历史</a:t>
            </a:r>
          </a:p>
        </p:txBody>
      </p:sp>
      <p:sp>
        <p:nvSpPr>
          <p:cNvPr id="13" name="s2-history-gain">
            <a:extLst xmlns:a="http://schemas.openxmlformats.org/drawingml/2006/main">
              <a:ext uri="{FF2B5EF4-FFF2-40B4-BE49-F238E27FC236}">
                <a16:creationId xmlns:a16="http://schemas.microsoft.com/office/drawing/2014/main" id="{58794F07-ED00-4A11-82C3-69FA1C13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可一次形成较大目录。</a:t>
            </a:r>
          </a:p>
        </p:txBody>
      </p:sp>
      <p:sp>
        <p:nvSpPr>
          <p:cNvPr id="14" name="s2-history-cost">
            <a:extLst xmlns:a="http://schemas.openxmlformats.org/drawingml/2006/main">
              <a:ext uri="{FF2B5EF4-FFF2-40B4-BE49-F238E27FC236}">
                <a16:creationId xmlns:a16="http://schemas.microsoft.com/office/drawing/2014/main" id="{3B4EBF12-487E-4F03-983A-064E4A80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8605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追查遗失上下文耗时；也可能把不确定记忆写成确定说明。</a:t>
            </a:r>
          </a:p>
        </p:txBody>
      </p:sp>
      <p:sp>
        <p:nvSpPr>
          <p:cNvPr id="15" name="s2-row-rule">
            <a:extLst xmlns:a="http://schemas.openxmlformats.org/drawingml/2006/main">
              <a:ext uri="{FF2B5EF4-FFF2-40B4-BE49-F238E27FC236}">
                <a16:creationId xmlns:a16="http://schemas.microsoft.com/office/drawing/2014/main" id="{054C8CC6-A9C1-4873-BCA5-87ABA0DB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6" name="s2-row-new">
            <a:extLst xmlns:a="http://schemas.openxmlformats.org/drawingml/2006/main">
              <a:ext uri="{FF2B5EF4-FFF2-40B4-BE49-F238E27FC236}">
                <a16:creationId xmlns:a16="http://schemas.microsoft.com/office/drawing/2014/main" id="{2BB8F6BF-34E4-4441-A80F-B2384132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7162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-new-label">
            <a:extLst xmlns:a="http://schemas.openxmlformats.org/drawingml/2006/main">
              <a:ext uri="{FF2B5EF4-FFF2-40B4-BE49-F238E27FC236}">
                <a16:creationId xmlns:a16="http://schemas.microsoft.com/office/drawing/2014/main" id="{E78F78C2-43EA-4931-B6FF-B014C633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先记新增</a:t>
            </a:r>
          </a:p>
        </p:txBody>
      </p:sp>
      <p:sp>
        <p:nvSpPr>
          <p:cNvPr id="18" name="s2-new-gain">
            <a:extLst xmlns:a="http://schemas.openxmlformats.org/drawingml/2006/main">
              <a:ext uri="{FF2B5EF4-FFF2-40B4-BE49-F238E27FC236}">
                <a16:creationId xmlns:a16="http://schemas.microsoft.com/office/drawing/2014/main" id="{5C62B5B1-0C2F-49A9-8ECB-AF2A943A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新增实验在上下文清楚时即可记录。</a:t>
            </a:r>
          </a:p>
        </p:txBody>
      </p:sp>
      <p:sp>
        <p:nvSpPr>
          <p:cNvPr id="19" name="s2-new-cost">
            <a:extLst xmlns:a="http://schemas.openxmlformats.org/drawingml/2006/main">
              <a:ext uri="{FF2B5EF4-FFF2-40B4-BE49-F238E27FC236}">
                <a16:creationId xmlns:a16="http://schemas.microsoft.com/office/drawing/2014/main" id="{F04C332F-3E65-4119-8CAB-4BCA288A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0050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短期无法解决全部历史材料追溯。</a:t>
            </a:r>
          </a:p>
        </p:txBody>
      </p:sp>
      <p:sp>
        <p:nvSpPr>
          <p:cNvPr id="20" name="s2-recommend-mark">
            <a:extLst xmlns:a="http://schemas.openxmlformats.org/drawingml/2006/main">
              <a:ext uri="{FF2B5EF4-FFF2-40B4-BE49-F238E27FC236}">
                <a16:creationId xmlns:a16="http://schemas.microsoft.com/office/drawing/2014/main" id="{0CDEAC4A-D997-42C6-B03F-B05DCC5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提案建议</a:t>
            </a:r>
          </a:p>
        </p:txBody>
      </p:sp>
      <p:sp>
        <p:nvSpPr>
          <p:cNvPr id="21" name="s2-note-surface">
            <a:extLst xmlns:a="http://schemas.openxmlformats.org/drawingml/2006/main">
              <a:ext uri="{FF2B5EF4-FFF2-40B4-BE49-F238E27FC236}">
                <a16:creationId xmlns:a16="http://schemas.microsoft.com/office/drawing/2014/main" id="{D2BE12D8-6215-40D9-8D92-0B677501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097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2-note-heading">
            <a:extLst xmlns:a="http://schemas.openxmlformats.org/drawingml/2006/main">
              <a:ext uri="{FF2B5EF4-FFF2-40B4-BE49-F238E27FC236}">
                <a16:creationId xmlns:a16="http://schemas.microsoft.com/office/drawing/2014/main" id="{1D771942-D2E3-4C2E-8FEA-16A84AD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建议的动作顺序</a:t>
            </a:r>
          </a:p>
        </p:txBody>
      </p:sp>
      <p:sp>
        <p:nvSpPr>
          <p:cNvPr id="23" name="s2-note-main">
            <a:extLst xmlns:a="http://schemas.openxmlformats.org/drawingml/2006/main">
              <a:ext uri="{FF2B5EF4-FFF2-40B4-BE49-F238E27FC236}">
                <a16:creationId xmlns:a16="http://schemas.microsoft.com/office/drawing/2014/main" id="{A99349DA-6EEB-4AF2-93C3-31232E4A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先记录新增，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再对真正需要复核的历史结果逐项补充。</a:t>
            </a:r>
          </a:p>
        </p:txBody>
      </p:sp>
      <p:sp>
        <p:nvSpPr>
          <p:cNvPr id="24" name="s2-note-rule">
            <a:extLst xmlns:a="http://schemas.openxmlformats.org/drawingml/2006/main">
              <a:ext uri="{FF2B5EF4-FFF2-40B4-BE49-F238E27FC236}">
                <a16:creationId xmlns:a16="http://schemas.microsoft.com/office/drawing/2014/main" id="{3CA17FC4-1CE9-4A2B-87FF-72C18F80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5" name="s2-note-boundary">
            <a:extLst xmlns:a="http://schemas.openxmlformats.org/drawingml/2006/main">
              <a:ext uri="{FF2B5EF4-FFF2-40B4-BE49-F238E27FC236}">
                <a16:creationId xmlns:a16="http://schemas.microsoft.com/office/drawing/2014/main" id="{3851011D-7BC5-4E3D-AD13-87122E95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这是范围选择。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目前没有证明效率提升。</a:t>
            </a:r>
          </a:p>
        </p:txBody>
      </p:sp>
      <p:sp>
        <p:nvSpPr>
          <p:cNvPr id="26" name="s2-footer-left">
            <a:extLst xmlns:a="http://schemas.openxmlformats.org/drawingml/2006/main">
              <a:ext uri="{FF2B5EF4-FFF2-40B4-BE49-F238E27FC236}">
                <a16:creationId xmlns:a16="http://schemas.microsoft.com/office/drawing/2014/main" id="{E5CCF7E5-0C57-4949-8657-05F3DC5F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大学课题组试点提案 · 内容分析页</a:t>
            </a:r>
          </a:p>
        </p:txBody>
      </p:sp>
      <p:sp>
        <p:nvSpPr>
          <p:cNvPr id="27" name="s2-footer-right">
            <a:extLst xmlns:a="http://schemas.openxmlformats.org/drawingml/2006/main">
              <a:ext uri="{FF2B5EF4-FFF2-40B4-BE49-F238E27FC236}">
                <a16:creationId xmlns:a16="http://schemas.microsoft.com/office/drawing/2014/main" id="{B6EB42EF-072F-4384-B4DC-BDB87B5D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04 · 拟定范围</a:t>
            </a:r>
          </a:p>
        </p:txBody>
      </p:sp>
    </p:spTree>
    <p:extLst>
      <p:ext uri="{BB962C8B-B14F-4D97-AF65-F5344CB8AC3E}">
        <p14:creationId xmlns:p14="http://schemas.microsoft.com/office/powerpoint/2010/main" val="1854100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3-kicker">
            <a:extLst xmlns:a="http://schemas.openxmlformats.org/drawingml/2006/main">
              <a:ext uri="{FF2B5EF4-FFF2-40B4-BE49-F238E27FC236}">
                <a16:creationId xmlns:a16="http://schemas.microsoft.com/office/drawing/2014/main" id="{08E3515D-548E-4E19-82C0-D08D0CF1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 复核路径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9F082A86-E821-403F-99E1-CF905328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复核把结果产生过程变成可讨论记录</a:t>
            </a:r>
          </a:p>
        </p:txBody>
      </p:sp>
      <p:sp>
        <p:nvSpPr>
          <p:cNvPr id="3" name="s3-header-divider">
            <a:extLst xmlns:a="http://schemas.openxmlformats.org/drawingml/2006/main">
              <a:ext uri="{FF2B5EF4-FFF2-40B4-BE49-F238E27FC236}">
                <a16:creationId xmlns:a16="http://schemas.microsoft.com/office/drawing/2014/main" id="{E3B21C22-1E34-4156-9E23-803A9F57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4" name="s3-flow-heading">
            <a:extLst xmlns:a="http://schemas.openxmlformats.org/drawingml/2006/main">
              <a:ext uri="{FF2B5EF4-FFF2-40B4-BE49-F238E27FC236}">
                <a16:creationId xmlns:a16="http://schemas.microsoft.com/office/drawing/2014/main" id="{3BA26577-A56B-487D-8BF9-A765E675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四个阶段共享同一份记录</a:t>
            </a:r>
          </a:p>
        </p:txBody>
      </p:sp>
      <p:sp>
        <p:nvSpPr>
          <p:cNvPr id="5" name="s3-flow-caption">
            <a:extLst xmlns:a="http://schemas.openxmlformats.org/drawingml/2006/main">
              <a:ext uri="{FF2B5EF4-FFF2-40B4-BE49-F238E27FC236}">
                <a16:creationId xmlns:a16="http://schemas.microsoft.com/office/drawing/2014/main" id="{75233977-83A4-4BEA-8061-338AF44F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668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定位依据与补充缺项，直到负责人确认。</a:t>
            </a:r>
          </a:p>
        </p:txBody>
      </p:sp>
      <p:sp>
        <p:nvSpPr>
          <p:cNvPr id="6" name="s3-node-submit">
            <a:extLst xmlns:a="http://schemas.openxmlformats.org/drawingml/2006/main">
              <a:ext uri="{FF2B5EF4-FFF2-40B4-BE49-F238E27FC236}">
                <a16:creationId xmlns:a16="http://schemas.microsoft.com/office/drawing/2014/main" id="{488CE874-9F6A-4000-99BB-91710778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7" name="s3-node-locate">
            <a:extLst xmlns:a="http://schemas.openxmlformats.org/drawingml/2006/main">
              <a:ext uri="{FF2B5EF4-FFF2-40B4-BE49-F238E27FC236}">
                <a16:creationId xmlns:a16="http://schemas.microsoft.com/office/drawing/2014/main" id="{7AF9092E-596B-4092-9212-EA6C1CD3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s3-node-supplement">
            <a:extLst xmlns:a="http://schemas.openxmlformats.org/drawingml/2006/main">
              <a:ext uri="{FF2B5EF4-FFF2-40B4-BE49-F238E27FC236}">
                <a16:creationId xmlns:a16="http://schemas.microsoft.com/office/drawing/2014/main" id="{7F4079D2-AE8B-468C-BEB3-441C8FA5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3362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s3-node-confirm">
            <a:extLst xmlns:a="http://schemas.openxmlformats.org/drawingml/2006/main">
              <a:ext uri="{FF2B5EF4-FFF2-40B4-BE49-F238E27FC236}">
                <a16:creationId xmlns:a16="http://schemas.microsoft.com/office/drawing/2014/main" id="{F6D6DDC5-9F9E-4768-8018-B1DCE3CF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62200" y="2771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00550" y="2771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438900" y="2771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3" name="s3-submit-title">
            <a:extLst xmlns:a="http://schemas.openxmlformats.org/drawingml/2006/main">
              <a:ext uri="{FF2B5EF4-FFF2-40B4-BE49-F238E27FC236}">
                <a16:creationId xmlns:a16="http://schemas.microsoft.com/office/drawing/2014/main" id="{00FCF892-FC12-4CDF-96F3-11B1C892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4" name="s3-submit-role">
            <a:extLst xmlns:a="http://schemas.openxmlformats.org/drawingml/2006/main">
              <a:ext uri="{FF2B5EF4-FFF2-40B4-BE49-F238E27FC236}">
                <a16:creationId xmlns:a16="http://schemas.microsoft.com/office/drawing/2014/main" id="{C3945054-BEDF-4037-8B90-8D50E3B4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</p:txBody>
      </p:sp>
      <p:sp>
        <p:nvSpPr>
          <p:cNvPr id="15" name="s3-submit-explanation">
            <a:extLst xmlns:a="http://schemas.openxmlformats.org/drawingml/2006/main">
              <a:ext uri="{FF2B5EF4-FFF2-40B4-BE49-F238E27FC236}">
                <a16:creationId xmlns:a16="http://schemas.microsoft.com/office/drawing/2014/main" id="{C160D403-CB31-46D4-8DA5-98EDDCF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结果记录及受控引用</a:t>
            </a:r>
          </a:p>
        </p:txBody>
      </p:sp>
      <p:sp>
        <p:nvSpPr>
          <p:cNvPr id="16" name="s3-locate-title">
            <a:extLst xmlns:a="http://schemas.openxmlformats.org/drawingml/2006/main">
              <a:ext uri="{FF2B5EF4-FFF2-40B4-BE49-F238E27FC236}">
                <a16:creationId xmlns:a16="http://schemas.microsoft.com/office/drawing/2014/main" id="{728B11B1-0A45-4696-9189-DF5349F8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7" name="s3-locate-role">
            <a:extLst xmlns:a="http://schemas.openxmlformats.org/drawingml/2006/main">
              <a:ext uri="{FF2B5EF4-FFF2-40B4-BE49-F238E27FC236}">
                <a16:creationId xmlns:a16="http://schemas.microsoft.com/office/drawing/2014/main" id="{9243F103-0DBC-4C99-8811-14CB0D2B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9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另一位成员</a:t>
            </a:r>
          </a:p>
        </p:txBody>
      </p:sp>
      <p:sp>
        <p:nvSpPr>
          <p:cNvPr id="18" name="s3-locate-explanation">
            <a:extLst xmlns:a="http://schemas.openxmlformats.org/drawingml/2006/main">
              <a:ext uri="{FF2B5EF4-FFF2-40B4-BE49-F238E27FC236}">
                <a16:creationId xmlns:a16="http://schemas.microsoft.com/office/drawing/2014/main" id="{787A9901-2D02-4225-B6C9-4E348BD6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909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定位数据与脚本，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核对条件并提出缺项</a:t>
            </a:r>
          </a:p>
        </p:txBody>
      </p:sp>
      <p:sp>
        <p:nvSpPr>
          <p:cNvPr id="19" name="s3-supplement-title">
            <a:extLst xmlns:a="http://schemas.openxmlformats.org/drawingml/2006/main">
              <a:ext uri="{FF2B5EF4-FFF2-40B4-BE49-F238E27FC236}">
                <a16:creationId xmlns:a16="http://schemas.microsoft.com/office/drawing/2014/main" id="{508BA94D-8076-4542-B012-D6209515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2412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20" name="s3-supplement-role">
            <a:extLst xmlns:a="http://schemas.openxmlformats.org/drawingml/2006/main">
              <a:ext uri="{FF2B5EF4-FFF2-40B4-BE49-F238E27FC236}">
                <a16:creationId xmlns:a16="http://schemas.microsoft.com/office/drawing/2014/main" id="{6D27CBDF-B5C8-46A8-8E1B-96897C21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9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</p:txBody>
      </p:sp>
      <p:sp>
        <p:nvSpPr>
          <p:cNvPr id="21" name="s3-supplement-explanation">
            <a:extLst xmlns:a="http://schemas.openxmlformats.org/drawingml/2006/main">
              <a:ext uri="{FF2B5EF4-FFF2-40B4-BE49-F238E27FC236}">
                <a16:creationId xmlns:a16="http://schemas.microsoft.com/office/drawing/2014/main" id="{26A94EFC-DC2A-4BBA-833B-1A895965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909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补齐缺项</a:t>
            </a:r>
          </a:p>
        </p:txBody>
      </p:sp>
      <p:sp>
        <p:nvSpPr>
          <p:cNvPr id="22" name="s3-confirm-title">
            <a:extLst xmlns:a="http://schemas.openxmlformats.org/drawingml/2006/main">
              <a:ext uri="{FF2B5EF4-FFF2-40B4-BE49-F238E27FC236}">
                <a16:creationId xmlns:a16="http://schemas.microsoft.com/office/drawing/2014/main" id="{4068B9F4-8EF8-4835-96DA-01A918E7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2412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23" name="s3-confirm-role">
            <a:extLst xmlns:a="http://schemas.openxmlformats.org/drawingml/2006/main">
              <a:ext uri="{FF2B5EF4-FFF2-40B4-BE49-F238E27FC236}">
                <a16:creationId xmlns:a16="http://schemas.microsoft.com/office/drawing/2014/main" id="{3F5D74F9-F7EF-4A2D-9307-E9A7D602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9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24" name="s3-confirm-explanation">
            <a:extLst xmlns:a="http://schemas.openxmlformats.org/drawingml/2006/main">
              <a:ext uri="{FF2B5EF4-FFF2-40B4-BE49-F238E27FC236}">
                <a16:creationId xmlns:a16="http://schemas.microsoft.com/office/drawing/2014/main" id="{C7FF7549-93DF-40E2-936F-D035C035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确认后进入可讨论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版本</a:t>
            </a:r>
          </a:p>
        </p:txBody>
      </p:sp>
      <p:sp>
        <p:nvSpPr>
          <p:cNvPr id="25" name="s3-auth-surface">
            <a:extLst xmlns:a="http://schemas.openxmlformats.org/drawingml/2006/main">
              <a:ext uri="{FF2B5EF4-FFF2-40B4-BE49-F238E27FC236}">
                <a16:creationId xmlns:a16="http://schemas.microsoft.com/office/drawing/2014/main" id="{D71CC56C-BC84-4BBF-9980-25BB5927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0970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3-auth-heading">
            <a:extLst xmlns:a="http://schemas.openxmlformats.org/drawingml/2006/main">
              <a:ext uri="{FF2B5EF4-FFF2-40B4-BE49-F238E27FC236}">
                <a16:creationId xmlns:a16="http://schemas.microsoft.com/office/drawing/2014/main" id="{E5DFF448-4817-4740-AE97-34F2AF57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新增访问授权</a:t>
            </a:r>
          </a:p>
        </p:txBody>
      </p:sp>
      <p:sp>
        <p:nvSpPr>
          <p:cNvPr id="27" name="s3-auth-body">
            <a:extLst xmlns:a="http://schemas.openxmlformats.org/drawingml/2006/main">
              <a:ext uri="{FF2B5EF4-FFF2-40B4-BE49-F238E27FC236}">
                <a16:creationId xmlns:a16="http://schemas.microsoft.com/office/drawing/2014/main" id="{3109F3BD-700C-44F2-A1E7-F69E8BC7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暂停共享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负责人处理授权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处理后继续</a:t>
            </a:r>
          </a:p>
        </p:txBody>
      </p:sp>
      <p:sp>
        <p:nvSpPr>
          <p:cNvPr id="28" name="s3-auth-note">
            <a:extLst xmlns:a="http://schemas.openxmlformats.org/drawingml/2006/main">
              <a:ext uri="{FF2B5EF4-FFF2-40B4-BE49-F238E27FC236}">
                <a16:creationId xmlns:a16="http://schemas.microsoft.com/office/drawing/2014/main" id="{EA238983-EC03-456D-95C6-84946A87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授权是继续共享的条件。</a:t>
            </a:r>
          </a:p>
        </p:txBody>
      </p:sp>
      <p:sp>
        <p:nvSpPr>
          <p:cNvPr id="29" name="s3-boundary-heading">
            <a:extLst xmlns:a="http://schemas.openxmlformats.org/drawingml/2006/main">
              <a:ext uri="{FF2B5EF4-FFF2-40B4-BE49-F238E27FC236}">
                <a16:creationId xmlns:a16="http://schemas.microsoft.com/office/drawing/2014/main" id="{8F12E1AC-AF8B-40C1-977C-882AEDFB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29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复核边界</a:t>
            </a:r>
          </a:p>
        </p:txBody>
      </p:sp>
      <p:sp>
        <p:nvSpPr>
          <p:cNvPr id="30" name="s3-boundary-body">
            <a:extLst xmlns:a="http://schemas.openxmlformats.org/drawingml/2006/main">
              <a:ext uri="{FF2B5EF4-FFF2-40B4-BE49-F238E27FC236}">
                <a16:creationId xmlns:a16="http://schemas.microsoft.com/office/drawing/2014/main" id="{3BA603AE-6900-44E8-A721-043F7C38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052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检查结果如何产生；不要求复做实验，也不代替科学结论审查。</a:t>
            </a:r>
          </a:p>
        </p:txBody>
      </p:sp>
      <p:sp>
        <p:nvSpPr>
          <p:cNvPr id="31" name="s3-footer-left">
            <a:extLst xmlns:a="http://schemas.openxmlformats.org/drawingml/2006/main">
              <a:ext uri="{FF2B5EF4-FFF2-40B4-BE49-F238E27FC236}">
                <a16:creationId xmlns:a16="http://schemas.microsoft.com/office/drawing/2014/main" id="{EC5FDB01-1C6E-4B4A-82E1-1082A4D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大学课题组试点提案 · 内容分析页</a:t>
            </a:r>
          </a:p>
        </p:txBody>
      </p:sp>
      <p:sp>
        <p:nvSpPr>
          <p:cNvPr id="32" name="s3-footer-right">
            <a:extLst xmlns:a="http://schemas.openxmlformats.org/drawingml/2006/main">
              <a:ext uri="{FF2B5EF4-FFF2-40B4-BE49-F238E27FC236}">
                <a16:creationId xmlns:a16="http://schemas.microsoft.com/office/drawing/2014/main" id="{1423754C-4CF9-4182-A7E2-33AF2330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/ 04 · 拟定范围</a:t>
            </a:r>
          </a:p>
        </p:txBody>
      </p:sp>
    </p:spTree>
    <p:extLst>
      <p:ext uri="{BB962C8B-B14F-4D97-AF65-F5344CB8AC3E}">
        <p14:creationId xmlns:p14="http://schemas.microsoft.com/office/powerpoint/2010/main" val="1872468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4-kicker">
            <a:extLst xmlns:a="http://schemas.openxmlformats.org/drawingml/2006/main">
              <a:ext uri="{FF2B5EF4-FFF2-40B4-BE49-F238E27FC236}">
                <a16:creationId xmlns:a16="http://schemas.microsoft.com/office/drawing/2014/main" id="{E4CED633-FE0C-4BA2-B07C-80E7A57C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 去留条件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24B30A3C-22A2-474B-B76E-CBFAD73E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四周试点以过程反馈决定去留</a:t>
            </a:r>
          </a:p>
        </p:txBody>
      </p:sp>
      <p:sp>
        <p:nvSpPr>
          <p:cNvPr id="3" name="s4-header-divider">
            <a:extLst xmlns:a="http://schemas.openxmlformats.org/drawingml/2006/main">
              <a:ext uri="{FF2B5EF4-FFF2-40B4-BE49-F238E27FC236}">
                <a16:creationId xmlns:a16="http://schemas.microsoft.com/office/drawing/2014/main" id="{0554544E-3DDD-4758-B096-C0B553EE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4" name="s4-scope-surface">
            <a:extLst xmlns:a="http://schemas.openxmlformats.org/drawingml/2006/main">
              <a:ext uri="{FF2B5EF4-FFF2-40B4-BE49-F238E27FC236}">
                <a16:creationId xmlns:a16="http://schemas.microsoft.com/office/drawing/2014/main" id="{6FAB2960-5C52-4806-913E-AD37CEA2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114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4-scope-heading">
            <a:extLst xmlns:a="http://schemas.openxmlformats.org/drawingml/2006/main">
              <a:ext uri="{FF2B5EF4-FFF2-40B4-BE49-F238E27FC236}">
                <a16:creationId xmlns:a16="http://schemas.microsoft.com/office/drawing/2014/main" id="{59FDACE3-5A0C-4C32-8493-5C38F866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拟定范围</a:t>
            </a:r>
          </a:p>
        </p:txBody>
      </p:sp>
      <p:sp>
        <p:nvSpPr>
          <p:cNvPr id="6" name="s4-scope-body">
            <a:extLst xmlns:a="http://schemas.openxmlformats.org/drawingml/2006/main">
              <a:ext uri="{FF2B5EF4-FFF2-40B4-BE49-F238E27FC236}">
                <a16:creationId xmlns:a16="http://schemas.microsoft.com/office/drawing/2014/main" id="{16BE122B-0D1A-434E-B194-BC1CB1A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19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一个课题方向  ·  两名自愿成员  ·  只记录新增实验</a:t>
            </a:r>
          </a:p>
        </p:txBody>
      </p:sp>
      <p:sp>
        <p:nvSpPr>
          <p:cNvPr id="7" name="s4-scope-note">
            <a:extLst xmlns:a="http://schemas.openxmlformats.org/drawingml/2006/main">
              <a:ext uri="{FF2B5EF4-FFF2-40B4-BE49-F238E27FC236}">
                <a16:creationId xmlns:a16="http://schemas.microsoft.com/office/drawing/2014/main" id="{59B6D7D3-6515-454E-BBF7-A49FCFC3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478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不是全量历史归档</a:t>
            </a:r>
          </a:p>
        </p:txBody>
      </p:sp>
      <p:sp>
        <p:nvSpPr>
          <p:cNvPr id="8" name="s4-timeline-heading">
            <a:extLst xmlns:a="http://schemas.openxmlformats.org/drawingml/2006/main">
              <a:ext uri="{FF2B5EF4-FFF2-40B4-BE49-F238E27FC236}">
                <a16:creationId xmlns:a16="http://schemas.microsoft.com/office/drawing/2014/main" id="{21E7BE32-2B8A-4CF8-A6D9-7158B37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四周安排先验证记录负担，再决定范围</a:t>
            </a:r>
          </a:p>
        </p:txBody>
      </p:sp>
      <p:sp>
        <p:nvSpPr>
          <p:cNvPr id="9" name="s4-week-w1">
            <a:extLst xmlns:a="http://schemas.openxmlformats.org/drawingml/2006/main">
              <a:ext uri="{FF2B5EF4-FFF2-40B4-BE49-F238E27FC236}">
                <a16:creationId xmlns:a16="http://schemas.microsoft.com/office/drawing/2014/main" id="{14662279-A78D-4C79-A60A-2862E9D9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7145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s4-week-w23">
            <a:extLst xmlns:a="http://schemas.openxmlformats.org/drawingml/2006/main">
              <a:ext uri="{FF2B5EF4-FFF2-40B4-BE49-F238E27FC236}">
                <a16:creationId xmlns:a16="http://schemas.microsoft.com/office/drawing/2014/main" id="{66933F09-F090-417E-9AEF-EB8E5CB5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17145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s4-week-w4">
            <a:extLst xmlns:a="http://schemas.openxmlformats.org/drawingml/2006/main">
              <a:ext uri="{FF2B5EF4-FFF2-40B4-BE49-F238E27FC236}">
                <a16:creationId xmlns:a16="http://schemas.microsoft.com/office/drawing/2014/main" id="{1D862E45-098B-41FD-9720-E518BB1D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17145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67000" y="3400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953000" y="3400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4" name="s4-w1-title">
            <a:extLst xmlns:a="http://schemas.openxmlformats.org/drawingml/2006/main">
              <a:ext uri="{FF2B5EF4-FFF2-40B4-BE49-F238E27FC236}">
                <a16:creationId xmlns:a16="http://schemas.microsoft.com/office/drawing/2014/main" id="{D1DBDBEA-02AD-4A43-B064-87E6205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</p:txBody>
      </p:sp>
      <p:sp>
        <p:nvSpPr>
          <p:cNvPr id="15" name="s4-w1-desc">
            <a:extLst xmlns:a="http://schemas.openxmlformats.org/drawingml/2006/main">
              <a:ext uri="{FF2B5EF4-FFF2-40B4-BE49-F238E27FC236}">
                <a16:creationId xmlns:a16="http://schemas.microsoft.com/office/drawing/2014/main" id="{0D782FD0-6126-4F0A-BA48-8A69BB8C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确认最少字段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试填一个结果</a:t>
            </a:r>
          </a:p>
        </p:txBody>
      </p:sp>
      <p:sp>
        <p:nvSpPr>
          <p:cNvPr id="16" name="s4-w23-title">
            <a:extLst xmlns:a="http://schemas.openxmlformats.org/drawingml/2006/main">
              <a:ext uri="{FF2B5EF4-FFF2-40B4-BE49-F238E27FC236}">
                <a16:creationId xmlns:a16="http://schemas.microsoft.com/office/drawing/2014/main" id="{E4D91FBA-2193-4280-A297-B8D416B4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765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第2–3周</a:t>
            </a:r>
          </a:p>
        </p:txBody>
      </p:sp>
      <p:sp>
        <p:nvSpPr>
          <p:cNvPr id="17" name="s4-w23-desc">
            <a:extLst xmlns:a="http://schemas.openxmlformats.org/drawingml/2006/main">
              <a:ext uri="{FF2B5EF4-FFF2-40B4-BE49-F238E27FC236}">
                <a16:creationId xmlns:a16="http://schemas.microsoft.com/office/drawing/2014/main" id="{723EC80C-3922-48EE-9BCA-7B8A6813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记录缺项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填写负担</a:t>
            </a:r>
          </a:p>
        </p:txBody>
      </p:sp>
      <p:sp>
        <p:nvSpPr>
          <p:cNvPr id="18" name="s4-w4-title">
            <a:extLst xmlns:a="http://schemas.openxmlformats.org/drawingml/2006/main">
              <a:ext uri="{FF2B5EF4-FFF2-40B4-BE49-F238E27FC236}">
                <a16:creationId xmlns:a16="http://schemas.microsoft.com/office/drawing/2014/main" id="{3BDFA431-8F72-4D5E-BFAD-99B432C0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765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第4周</a:t>
            </a:r>
          </a:p>
        </p:txBody>
      </p:sp>
      <p:sp>
        <p:nvSpPr>
          <p:cNvPr id="19" name="s4-w4-desc">
            <a:extLst xmlns:a="http://schemas.openxmlformats.org/drawingml/2006/main">
              <a:ext uri="{FF2B5EF4-FFF2-40B4-BE49-F238E27FC236}">
                <a16:creationId xmlns:a16="http://schemas.microsoft.com/office/drawing/2014/main" id="{8F66B405-00FC-4B96-A5DD-4022C417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决定：保留 / 修改 / 停止</a:t>
            </a:r>
          </a:p>
        </p:txBody>
      </p:sp>
      <p:sp>
        <p:nvSpPr>
          <p:cNvPr id="20" name="s4-timeline-base">
            <a:extLst xmlns:a="http://schemas.openxmlformats.org/drawingml/2006/main">
              <a:ext uri="{FF2B5EF4-FFF2-40B4-BE49-F238E27FC236}">
                <a16:creationId xmlns:a16="http://schemas.microsoft.com/office/drawing/2014/main" id="{2A99BA2C-9877-41C6-A0CC-D09FD533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21" name="s4-eval-surface">
            <a:extLst xmlns:a="http://schemas.openxmlformats.org/drawingml/2006/main">
              <a:ext uri="{FF2B5EF4-FFF2-40B4-BE49-F238E27FC236}">
                <a16:creationId xmlns:a16="http://schemas.microsoft.com/office/drawing/2014/main" id="{FEDA91E4-0F4C-4B80-B46D-F6C2D5C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62200"/>
            <a:ext cx="3810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4-eval-heading">
            <a:extLst xmlns:a="http://schemas.openxmlformats.org/drawingml/2006/main">
              <a:ext uri="{FF2B5EF4-FFF2-40B4-BE49-F238E27FC236}">
                <a16:creationId xmlns:a16="http://schemas.microsoft.com/office/drawing/2014/main" id="{1E9D585E-46DB-419C-BF6B-D0BD776E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评估与停止条件</a:t>
            </a:r>
          </a:p>
        </p:txBody>
      </p:sp>
      <p:sp>
        <p:nvSpPr>
          <p:cNvPr id="23" name="s4-q1-label">
            <a:extLst xmlns:a="http://schemas.openxmlformats.org/drawingml/2006/main">
              <a:ext uri="{FF2B5EF4-FFF2-40B4-BE49-F238E27FC236}">
                <a16:creationId xmlns:a16="http://schemas.microsoft.com/office/drawing/2014/main" id="{01D292FC-FBDF-4D50-AC90-65AAC904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来源定位</a:t>
            </a:r>
          </a:p>
        </p:txBody>
      </p:sp>
      <p:sp>
        <p:nvSpPr>
          <p:cNvPr id="24" name="s4-q1-body">
            <a:extLst xmlns:a="http://schemas.openxmlformats.org/drawingml/2006/main">
              <a:ext uri="{FF2B5EF4-FFF2-40B4-BE49-F238E27FC236}">
                <a16:creationId xmlns:a16="http://schemas.microsoft.com/office/drawing/2014/main" id="{60ECD6D7-6879-413C-86E3-2BF469F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480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能否定位</a:t>
            </a:r>
          </a:p>
        </p:txBody>
      </p:sp>
      <p:sp>
        <p:nvSpPr>
          <p:cNvPr id="25" name="s4-q2-label">
            <a:extLst xmlns:a="http://schemas.openxmlformats.org/drawingml/2006/main">
              <a:ext uri="{FF2B5EF4-FFF2-40B4-BE49-F238E27FC236}">
                <a16:creationId xmlns:a16="http://schemas.microsoft.com/office/drawing/2014/main" id="{2E2AEF9D-F05A-4CE5-93C9-9493288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依据理解</a:t>
            </a:r>
          </a:p>
        </p:txBody>
      </p:sp>
      <p:sp>
        <p:nvSpPr>
          <p:cNvPr id="26" name="s4-q2-body">
            <a:extLst xmlns:a="http://schemas.openxmlformats.org/drawingml/2006/main">
              <a:ext uri="{FF2B5EF4-FFF2-40B4-BE49-F238E27FC236}">
                <a16:creationId xmlns:a16="http://schemas.microsoft.com/office/drawing/2014/main" id="{C471E13D-C583-423D-B752-03FD6DE8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5052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处理与排除依据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能否理解</a:t>
            </a:r>
          </a:p>
        </p:txBody>
      </p:sp>
      <p:sp>
        <p:nvSpPr>
          <p:cNvPr id="27" name="s4-q3-label">
            <a:extLst xmlns:a="http://schemas.openxmlformats.org/drawingml/2006/main">
              <a:ext uri="{FF2B5EF4-FFF2-40B4-BE49-F238E27FC236}">
                <a16:creationId xmlns:a16="http://schemas.microsoft.com/office/drawing/2014/main" id="{188A00F8-35E8-411A-BCD1-19603E2C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长期负担</a:t>
            </a:r>
          </a:p>
        </p:txBody>
      </p:sp>
      <p:sp>
        <p:nvSpPr>
          <p:cNvPr id="28" name="s4-q3-body">
            <a:extLst xmlns:a="http://schemas.openxmlformats.org/drawingml/2006/main">
              <a:ext uri="{FF2B5EF4-FFF2-40B4-BE49-F238E27FC236}">
                <a16:creationId xmlns:a16="http://schemas.microsoft.com/office/drawing/2014/main" id="{63F9CBE5-BD94-4435-801F-214327A0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148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是否愿意长期承担</a:t>
            </a:r>
          </a:p>
        </p:txBody>
      </p:sp>
      <p:sp>
        <p:nvSpPr>
          <p:cNvPr id="29" name="s4-eval-rule">
            <a:extLst xmlns:a="http://schemas.openxmlformats.org/drawingml/2006/main">
              <a:ext uri="{FF2B5EF4-FFF2-40B4-BE49-F238E27FC236}">
                <a16:creationId xmlns:a16="http://schemas.microsoft.com/office/drawing/2014/main" id="{319F6108-061A-4CE4-AEB5-234521DA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30" name="s4-eval-method">
            <a:extLst xmlns:a="http://schemas.openxmlformats.org/drawingml/2006/main">
              <a:ext uri="{FF2B5EF4-FFF2-40B4-BE49-F238E27FC236}">
                <a16:creationId xmlns:a16="http://schemas.microsoft.com/office/drawing/2014/main" id="{D9998F10-1A2F-46E3-85D0-9B57ECDA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依据具体复核过程及成员反馈；不设统一分数。</a:t>
            </a:r>
          </a:p>
        </p:txBody>
      </p:sp>
      <p:sp>
        <p:nvSpPr>
          <p:cNvPr id="31" name="s4-stop-heading">
            <a:extLst xmlns:a="http://schemas.openxmlformats.org/drawingml/2006/main">
              <a:ext uri="{FF2B5EF4-FFF2-40B4-BE49-F238E27FC236}">
                <a16:creationId xmlns:a16="http://schemas.microsoft.com/office/drawing/2014/main" id="{4D139FD5-B60A-42CC-A180-8C48C613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何时收缩</a:t>
            </a:r>
          </a:p>
        </p:txBody>
      </p:sp>
      <p:sp>
        <p:nvSpPr>
          <p:cNvPr id="32" name="s4-stop-body">
            <a:extLst xmlns:a="http://schemas.openxmlformats.org/drawingml/2006/main">
              <a:ext uri="{FF2B5EF4-FFF2-40B4-BE49-F238E27FC236}">
                <a16:creationId xmlns:a16="http://schemas.microsoft.com/office/drawing/2014/main" id="{CD5A930F-0172-4F51-87B9-BB313F14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768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持续挤占实验时间、权限不明，或只有重复抄写而不帮助解释结果时：缩小要求或停止。</a:t>
            </a:r>
          </a:p>
        </p:txBody>
      </p:sp>
      <p:sp>
        <p:nvSpPr>
          <p:cNvPr id="33" name="s4-scope-footnote">
            <a:extLst xmlns:a="http://schemas.openxmlformats.org/drawingml/2006/main">
              <a:ext uri="{FF2B5EF4-FFF2-40B4-BE49-F238E27FC236}">
                <a16:creationId xmlns:a16="http://schemas.microsoft.com/office/drawing/2014/main" id="{2EC7B2FD-897D-422C-98C7-C5DE4C4B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范围为拟定；没有实测效率或完成率。</a:t>
            </a:r>
          </a:p>
        </p:txBody>
      </p:sp>
      <p:sp>
        <p:nvSpPr>
          <p:cNvPr id="34" name="s4-footer-left">
            <a:extLst xmlns:a="http://schemas.openxmlformats.org/drawingml/2006/main">
              <a:ext uri="{FF2B5EF4-FFF2-40B4-BE49-F238E27FC236}">
                <a16:creationId xmlns:a16="http://schemas.microsoft.com/office/drawing/2014/main" id="{35BA8A14-011A-48E7-B611-32B65DE6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大学课题组试点提案 · 内容分析页</a:t>
            </a:r>
          </a:p>
        </p:txBody>
      </p:sp>
      <p:sp>
        <p:nvSpPr>
          <p:cNvPr id="35" name="s4-footer-right">
            <a:extLst xmlns:a="http://schemas.openxmlformats.org/drawingml/2006/main">
              <a:ext uri="{FF2B5EF4-FFF2-40B4-BE49-F238E27FC236}">
                <a16:creationId xmlns:a16="http://schemas.microsoft.com/office/drawing/2014/main" id="{3E69FC8C-4C00-4310-AB80-53C6D2B1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 / 04 · 拟定范围</a:t>
            </a:r>
          </a:p>
        </p:txBody>
      </p:sp>
    </p:spTree>
    <p:extLst>
      <p:ext uri="{BB962C8B-B14F-4D97-AF65-F5344CB8AC3E}">
        <p14:creationId xmlns:p14="http://schemas.microsoft.com/office/powerpoint/2010/main" val="691009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2026-09-06T09:24:51.7710000Z</dcterms:created>
  <dcterms:modified xsi:type="dcterms:W3CDTF">2026-09-06T09:24:51.7710000Z</dcterms:modified>
</coreProperties>
</file>