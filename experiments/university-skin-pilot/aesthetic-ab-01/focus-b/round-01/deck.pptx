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bc7e48cda4a76" /><Relationship Type="http://schemas.openxmlformats.org/officeDocument/2006/relationships/extended-properties" Target="/docProps/app.xml" Id="R296e5d0db7cf4c85" /><Relationship Type="http://schemas.openxmlformats.org/officeDocument/2006/relationships/officeDocument" Target="/ppt/presentation.xml" Id="Rbdf5a1ecfed041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191f54c8c64851"/>
  </p:sldMasterIdLst>
  <p:notesMasterIdLst>
    <p:notesMasterId xmlns:r="http://schemas.openxmlformats.org/officeDocument/2006/relationships" r:id="R55ce97a82e994922"/>
  </p:notesMasterIdLst>
  <p:sldIdLst>
    <p:sldId xmlns:r="http://schemas.openxmlformats.org/officeDocument/2006/relationships" id="256" r:id="Rad1182caced54dc7"/>
    <p:sldId xmlns:r="http://schemas.openxmlformats.org/officeDocument/2006/relationships" id="257" r:id="R4015bd220a6c4c29"/>
    <p:sldId xmlns:r="http://schemas.openxmlformats.org/officeDocument/2006/relationships" id="258" r:id="R02e1cc9a513b47cd"/>
    <p:sldId xmlns:r="http://schemas.openxmlformats.org/officeDocument/2006/relationships" id="259" r:id="R632358fe5c8b41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0387b18fb24d99" /><Relationship Type="http://schemas.openxmlformats.org/officeDocument/2006/relationships/slideMaster" Target="/ppt/slideMasters/slideMaster1.xml" Id="Rc0191f54c8c64851" /><Relationship Type="http://schemas.openxmlformats.org/officeDocument/2006/relationships/notesMaster" Target="/ppt/notesMasters/notesMaster1.xml" Id="R55ce97a82e994922" /><Relationship Type="http://schemas.openxmlformats.org/officeDocument/2006/relationships/presProps" Target="/ppt/presProps.xml" Id="R2fbe63bb853c41a0" /><Relationship Type="http://schemas.openxmlformats.org/officeDocument/2006/relationships/tableStyles" Target="/ppt/tableStyles.xml" Id="R0c28446fa3b641e2" /><Relationship Type="http://schemas.openxmlformats.org/officeDocument/2006/relationships/slide" Target="/ppt/slides/slide1.xml" Id="Rad1182caced54dc7" /><Relationship Type="http://schemas.openxmlformats.org/officeDocument/2006/relationships/slide" Target="/ppt/slides/slide2.xml" Id="R4015bd220a6c4c29" /><Relationship Type="http://schemas.openxmlformats.org/officeDocument/2006/relationships/slide" Target="/ppt/slides/slide3.xml" Id="R02e1cc9a513b47cd" /><Relationship Type="http://schemas.openxmlformats.org/officeDocument/2006/relationships/slide" Target="/ppt/slides/slide4.xml" Id="R632358fe5c8b41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0648170b9447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fd856e5bcd490c" /><Relationship Type="http://schemas.openxmlformats.org/officeDocument/2006/relationships/notesMaster" Target="/ppt/notesMasters/notesMaster1.xml" Id="Re138e808a61642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966cc808294193" /><Relationship Type="http://schemas.openxmlformats.org/officeDocument/2006/relationships/notesMaster" Target="/ppt/notesMasters/notesMaster1.xml" Id="R43767804b06945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aa77f73975437a" /><Relationship Type="http://schemas.openxmlformats.org/officeDocument/2006/relationships/notesMaster" Target="/ppt/notesMasters/notesMaster1.xml" Id="Rccf6e7898ce44a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e163201504486" /><Relationship Type="http://schemas.openxmlformats.org/officeDocument/2006/relationships/notesMaster" Target="/ppt/notesMasters/notesMaster1.xml" Id="R89da41636a664f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d806e50684e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5f27e558894fd6" /><Relationship Type="http://schemas.openxmlformats.org/officeDocument/2006/relationships/slideLayout" Target="/ppt/slideLayouts/slideLayout1.xml" Id="R3d8b743ef5124f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8b743ef5124f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656ae13b14383" /><Relationship Type="http://schemas.openxmlformats.org/officeDocument/2006/relationships/notesSlide" Target="/ppt/notesSlides/notesSlide1.xml" Id="R97087ce49bcd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602f96ea64a75" /><Relationship Type="http://schemas.openxmlformats.org/officeDocument/2006/relationships/notesSlide" Target="/ppt/notesSlides/notesSlide2.xml" Id="R07053bff47af40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8f1a247274ea0" /><Relationship Type="http://schemas.openxmlformats.org/officeDocument/2006/relationships/notesSlide" Target="/ppt/notesSlides/notesSlide3.xml" Id="Rbdd6e76f45a8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ac507b2104b25" /><Relationship Type="http://schemas.openxmlformats.org/officeDocument/2006/relationships/notesSlide" Target="/ppt/notesSlides/notesSlide4.xml" Id="R8265332fc59a44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1-kicker">
            <a:extLst xmlns:a="http://schemas.openxmlformats.org/drawingml/2006/main">
              <a:ext uri="{FF2B5EF4-FFF2-40B4-BE49-F238E27FC236}">
                <a16:creationId xmlns:a16="http://schemas.microsoft.com/office/drawing/2014/main" id="{FE1BF07D-59D7-45D2-AEDA-93BA022A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记录单元</a:t>
            </a:r>
          </a:p>
        </p:txBody>
      </p:sp>
      <p:sp>
        <p:nvSpPr>
          <p:cNvPr id="2" name="s1-title">
            <a:extLst xmlns:a="http://schemas.openxmlformats.org/drawingml/2006/main">
              <a:ext uri="{FF2B5EF4-FFF2-40B4-BE49-F238E27FC236}">
                <a16:creationId xmlns:a16="http://schemas.microsoft.com/office/drawing/2014/main" id="{4EBC3447-999B-4C59-82A7-C181F6A8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一次结果应由一组依据共同解释</a:t>
            </a:r>
          </a:p>
        </p:txBody>
      </p:sp>
      <p:sp>
        <p:nvSpPr>
          <p:cNvPr id="3" name="s1-header-divider">
            <a:extLst xmlns:a="http://schemas.openxmlformats.org/drawingml/2006/main">
              <a:ext uri="{FF2B5EF4-FFF2-40B4-BE49-F238E27FC236}">
                <a16:creationId xmlns:a16="http://schemas.microsoft.com/office/drawing/2014/main" id="{08006D48-A99F-4C69-AB96-6361901B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1-analysis-surface">
            <a:extLst xmlns:a="http://schemas.openxmlformats.org/drawingml/2006/main">
              <a:ext uri="{FF2B5EF4-FFF2-40B4-BE49-F238E27FC236}">
                <a16:creationId xmlns:a16="http://schemas.microsoft.com/office/drawing/2014/main" id="{58E600D8-D53A-4F6E-AD6B-4651FD8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7524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analysis-heading">
            <a:extLst xmlns:a="http://schemas.openxmlformats.org/drawingml/2006/main">
              <a:ext uri="{FF2B5EF4-FFF2-40B4-BE49-F238E27FC236}">
                <a16:creationId xmlns:a16="http://schemas.microsoft.com/office/drawing/2014/main" id="{0BBD5B93-3C85-4B4B-8993-2660C267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五类记录共同解释同一个结果</a:t>
            </a:r>
          </a:p>
        </p:txBody>
      </p:sp>
      <p:sp>
        <p:nvSpPr>
          <p:cNvPr id="6" name="s1-analysis-caption">
            <a:extLst xmlns:a="http://schemas.openxmlformats.org/drawingml/2006/main">
              <a:ext uri="{FF2B5EF4-FFF2-40B4-BE49-F238E27FC236}">
                <a16:creationId xmlns:a16="http://schemas.microsoft.com/office/drawing/2014/main" id="{AC84D5E3-5246-4103-8920-BE6F1836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并列依据，不是五个先后步骤</a:t>
            </a:r>
          </a:p>
        </p:txBody>
      </p:sp>
      <p:sp>
        <p:nvSpPr>
          <p:cNvPr id="7" name="s1-row-label-0">
            <a:extLst xmlns:a="http://schemas.openxmlformats.org/drawingml/2006/main">
              <a:ext uri="{FF2B5EF4-FFF2-40B4-BE49-F238E27FC236}">
                <a16:creationId xmlns:a16="http://schemas.microsoft.com/office/drawing/2014/main" id="{4D3FCEA8-2C04-4B2B-A14F-4576DEBE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8" name="s1-row-body-0">
            <a:extLst xmlns:a="http://schemas.openxmlformats.org/drawingml/2006/main">
              <a:ext uri="{FF2B5EF4-FFF2-40B4-BE49-F238E27FC236}">
                <a16:creationId xmlns:a16="http://schemas.microsoft.com/office/drawing/2014/main" id="{ED002FEB-01EE-4DBF-8D79-82919FE6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57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让结果可回到来源；原始数据保持原貌。</a:t>
            </a:r>
          </a:p>
        </p:txBody>
      </p:sp>
      <p:sp>
        <p:nvSpPr>
          <p:cNvPr id="9" name="s1-row-line-1">
            <a:extLst xmlns:a="http://schemas.openxmlformats.org/drawingml/2006/main">
              <a:ext uri="{FF2B5EF4-FFF2-40B4-BE49-F238E27FC236}">
                <a16:creationId xmlns:a16="http://schemas.microsoft.com/office/drawing/2014/main" id="{88BD3E4E-38A6-420F-BCAC-08FFD740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0" name="s1-row-label-1">
            <a:extLst xmlns:a="http://schemas.openxmlformats.org/drawingml/2006/main">
              <a:ext uri="{FF2B5EF4-FFF2-40B4-BE49-F238E27FC236}">
                <a16:creationId xmlns:a16="http://schemas.microsoft.com/office/drawing/2014/main" id="{3D1110E2-170D-456C-9496-4C4EF0E3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1" name="s1-row-body-1">
            <a:extLst xmlns:a="http://schemas.openxmlformats.org/drawingml/2006/main">
              <a:ext uri="{FF2B5EF4-FFF2-40B4-BE49-F238E27FC236}">
                <a16:creationId xmlns:a16="http://schemas.microsoft.com/office/drawing/2014/main" id="{C82DFAE7-63AF-406A-B2A8-38034E54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说明样本处在什么采集条件下，便于理解结果上下文。</a:t>
            </a:r>
          </a:p>
        </p:txBody>
      </p:sp>
      <p:sp>
        <p:nvSpPr>
          <p:cNvPr id="12" name="s1-row-line-2">
            <a:extLst xmlns:a="http://schemas.openxmlformats.org/drawingml/2006/main">
              <a:ext uri="{FF2B5EF4-FFF2-40B4-BE49-F238E27FC236}">
                <a16:creationId xmlns:a16="http://schemas.microsoft.com/office/drawing/2014/main" id="{E49D8A3A-988C-41DC-9AC4-F90AB5EB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3" name="s1-row-label-2">
            <a:extLst xmlns:a="http://schemas.openxmlformats.org/drawingml/2006/main">
              <a:ext uri="{FF2B5EF4-FFF2-40B4-BE49-F238E27FC236}">
                <a16:creationId xmlns:a16="http://schemas.microsoft.com/office/drawing/2014/main" id="{4F302F57-627B-4CBC-A1B1-E7E4064C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4" name="s1-row-body-2">
            <a:extLst xmlns:a="http://schemas.openxmlformats.org/drawingml/2006/main">
              <a:ext uri="{FF2B5EF4-FFF2-40B4-BE49-F238E27FC236}">
                <a16:creationId xmlns:a16="http://schemas.microsoft.com/office/drawing/2014/main" id="{2495BF55-652E-4EC2-ACCE-77974EA4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定位实际运行代码；清洗处理另存。</a:t>
            </a:r>
          </a:p>
        </p:txBody>
      </p:sp>
      <p:sp>
        <p:nvSpPr>
          <p:cNvPr id="15" name="s1-row-line-3">
            <a:extLst xmlns:a="http://schemas.openxmlformats.org/drawingml/2006/main">
              <a:ext uri="{FF2B5EF4-FFF2-40B4-BE49-F238E27FC236}">
                <a16:creationId xmlns:a16="http://schemas.microsoft.com/office/drawing/2014/main" id="{4DC071DC-8EC9-41E2-95C9-D8B05EC6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6" name="s1-row-label-3">
            <a:extLst xmlns:a="http://schemas.openxmlformats.org/drawingml/2006/main">
              <a:ext uri="{FF2B5EF4-FFF2-40B4-BE49-F238E27FC236}">
                <a16:creationId xmlns:a16="http://schemas.microsoft.com/office/drawing/2014/main" id="{5898DA8E-90A0-4601-A092-46C5A2D74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7" name="s1-row-body-3">
            <a:extLst xmlns:a="http://schemas.openxmlformats.org/drawingml/2006/main">
              <a:ext uri="{FF2B5EF4-FFF2-40B4-BE49-F238E27FC236}">
                <a16:creationId xmlns:a16="http://schemas.microsoft.com/office/drawing/2014/main" id="{98C2326C-D26F-4F03-A62D-577A7AEB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148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保留讨论所依据的图表或结果文件。</a:t>
            </a:r>
          </a:p>
        </p:txBody>
      </p:sp>
      <p:sp>
        <p:nvSpPr>
          <p:cNvPr id="18" name="s1-row-line-4">
            <a:extLst xmlns:a="http://schemas.openxmlformats.org/drawingml/2006/main">
              <a:ext uri="{FF2B5EF4-FFF2-40B4-BE49-F238E27FC236}">
                <a16:creationId xmlns:a16="http://schemas.microsoft.com/office/drawing/2014/main" id="{64A1F70A-D4BF-4883-94A2-E116700F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9" name="s1-row-label-4">
            <a:extLst xmlns:a="http://schemas.openxmlformats.org/drawingml/2006/main">
              <a:ext uri="{FF2B5EF4-FFF2-40B4-BE49-F238E27FC236}">
                <a16:creationId xmlns:a16="http://schemas.microsoft.com/office/drawing/2014/main" id="{77D49AEB-CCD1-4E02-B824-24AD7508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006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20" name="s1-row-body-4">
            <a:extLst xmlns:a="http://schemas.openxmlformats.org/drawingml/2006/main">
              <a:ext uri="{FF2B5EF4-FFF2-40B4-BE49-F238E27FC236}">
                <a16:creationId xmlns:a16="http://schemas.microsoft.com/office/drawing/2014/main" id="{4EDDA271-6CA6-46BE-8C89-6D953AEC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006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未纳入结果的样本也保留排除依据。</a:t>
            </a:r>
          </a:p>
        </p:txBody>
      </p:sp>
      <p:sp>
        <p:nvSpPr>
          <p:cNvPr id="21" name="s1-boundary-surface">
            <a:extLst xmlns:a="http://schemas.openxmlformats.org/drawingml/2006/main">
              <a:ext uri="{FF2B5EF4-FFF2-40B4-BE49-F238E27FC236}">
                <a16:creationId xmlns:a16="http://schemas.microsoft.com/office/drawing/2014/main" id="{8359E264-C697-4EC8-9C48-397F3AF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09700"/>
            <a:ext cx="3333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1-boundary-heading">
            <a:extLst xmlns:a="http://schemas.openxmlformats.org/drawingml/2006/main">
              <a:ext uri="{FF2B5EF4-FFF2-40B4-BE49-F238E27FC236}">
                <a16:creationId xmlns:a16="http://schemas.microsoft.com/office/drawing/2014/main" id="{1C9243BC-B3D1-442D-B3BA-FC5682B2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完整记录的边界</a:t>
            </a:r>
          </a:p>
        </p:txBody>
      </p:sp>
      <p:sp>
        <p:nvSpPr>
          <p:cNvPr id="23" name="s1-boundary-body">
            <a:extLst xmlns:a="http://schemas.openxmlformats.org/drawingml/2006/main">
              <a:ext uri="{FF2B5EF4-FFF2-40B4-BE49-F238E27FC236}">
                <a16:creationId xmlns:a16="http://schemas.microsoft.com/office/drawing/2014/main" id="{12A58A5C-7A7B-4DFD-BA57-22BC3622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478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记录完整，不等于全部文件开放。</a:t>
            </a:r>
          </a:p>
        </p:txBody>
      </p:sp>
      <p:sp>
        <p:nvSpPr>
          <p:cNvPr id="24" name="s1-boundary-details">
            <a:extLst xmlns:a="http://schemas.openxmlformats.org/drawingml/2006/main">
              <a:ext uri="{FF2B5EF4-FFF2-40B4-BE49-F238E27FC236}">
                <a16:creationId xmlns:a16="http://schemas.microsoft.com/office/drawing/2014/main" id="{5582C257-E272-42B9-A423-BA76BDD9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讨论材料含结果图与可公开解释。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受限数据保留原授权位置。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记录只含受控引用与访问条件；路径不代表访问权。</a:t>
            </a:r>
          </a:p>
        </p:txBody>
      </p:sp>
      <p:sp>
        <p:nvSpPr>
          <p:cNvPr id="25" name="s1-boundary-rule">
            <a:extLst xmlns:a="http://schemas.openxmlformats.org/drawingml/2006/main">
              <a:ext uri="{FF2B5EF4-FFF2-40B4-BE49-F238E27FC236}">
                <a16:creationId xmlns:a16="http://schemas.microsoft.com/office/drawing/2014/main" id="{CA46E2C8-9959-4A70-940A-816450D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6" name="s1-boundary-takeaway">
            <a:extLst xmlns:a="http://schemas.openxmlformats.org/drawingml/2006/main">
              <a:ext uri="{FF2B5EF4-FFF2-40B4-BE49-F238E27FC236}">
                <a16:creationId xmlns:a16="http://schemas.microsoft.com/office/drawing/2014/main" id="{F99DA89D-4C7A-4ACB-8DC4-8A87241F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67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记录解释链，访问权另行受控。</a:t>
            </a:r>
          </a:p>
        </p:txBody>
      </p:sp>
      <p:sp>
        <p:nvSpPr>
          <p:cNvPr id="27" name="s1-footer-left">
            <a:extLst xmlns:a="http://schemas.openxmlformats.org/drawingml/2006/main">
              <a:ext uri="{FF2B5EF4-FFF2-40B4-BE49-F238E27FC236}">
                <a16:creationId xmlns:a16="http://schemas.microsoft.com/office/drawing/2014/main" id="{F4A214D8-1466-47ED-BFA2-95B5F902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28" name="s1-footer-right">
            <a:extLst xmlns:a="http://schemas.openxmlformats.org/drawingml/2006/main">
              <a:ext uri="{FF2B5EF4-FFF2-40B4-BE49-F238E27FC236}">
                <a16:creationId xmlns:a16="http://schemas.microsoft.com/office/drawing/2014/main" id="{D9E5240B-7045-42D5-BB73-6D56F823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673058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2-kicker">
            <a:extLst xmlns:a="http://schemas.openxmlformats.org/drawingml/2006/main">
              <a:ext uri="{FF2B5EF4-FFF2-40B4-BE49-F238E27FC236}">
                <a16:creationId xmlns:a16="http://schemas.microsoft.com/office/drawing/2014/main" id="{39245A4F-B7BA-459E-AF2C-DB7DCAD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范围取舍</a:t>
            </a:r>
          </a:p>
        </p:txBody>
      </p:sp>
      <p:sp>
        <p:nvSpPr>
          <p:cNvPr id="2" name="s2-title">
            <a:extLst xmlns:a="http://schemas.openxmlformats.org/drawingml/2006/main">
              <a:ext uri="{FF2B5EF4-FFF2-40B4-BE49-F238E27FC236}">
                <a16:creationId xmlns:a16="http://schemas.microsoft.com/office/drawing/2014/main" id="{904802AA-F75C-4BBD-97D9-99584BD5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新增记录优先，历史结果按需补回</a:t>
            </a:r>
          </a:p>
        </p:txBody>
      </p:sp>
      <p:sp>
        <p:nvSpPr>
          <p:cNvPr id="3" name="s2-header-divider">
            <a:extLst xmlns:a="http://schemas.openxmlformats.org/drawingml/2006/main">
              <a:ext uri="{FF2B5EF4-FFF2-40B4-BE49-F238E27FC236}">
                <a16:creationId xmlns:a16="http://schemas.microsoft.com/office/drawing/2014/main" id="{0959A5D8-8E1A-491B-ACA2-6EDC0BEE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2-comparison-surface">
            <a:extLst xmlns:a="http://schemas.openxmlformats.org/drawingml/2006/main">
              <a:ext uri="{FF2B5EF4-FFF2-40B4-BE49-F238E27FC236}">
                <a16:creationId xmlns:a16="http://schemas.microsoft.com/office/drawing/2014/main" id="{AE7578B8-A018-4513-A5F0-FB112AB9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7810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2-table-heading">
            <a:extLst xmlns:a="http://schemas.openxmlformats.org/drawingml/2006/main">
              <a:ext uri="{FF2B5EF4-FFF2-40B4-BE49-F238E27FC236}">
                <a16:creationId xmlns:a16="http://schemas.microsoft.com/office/drawing/2014/main" id="{743DC4F9-0E51-4CBA-84FF-67E9533F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两种范围选择，代价落在不同位置</a:t>
            </a:r>
          </a:p>
        </p:txBody>
      </p:sp>
      <p:sp>
        <p:nvSpPr>
          <p:cNvPr id="6" name="s2-col-option">
            <a:extLst xmlns:a="http://schemas.openxmlformats.org/drawingml/2006/main">
              <a:ext uri="{FF2B5EF4-FFF2-40B4-BE49-F238E27FC236}">
                <a16:creationId xmlns:a16="http://schemas.microsoft.com/office/drawing/2014/main" id="{5D559498-9CA3-42E3-A2FC-E15239C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7" name="s2-col-gain">
            <a:extLst xmlns:a="http://schemas.openxmlformats.org/drawingml/2006/main">
              <a:ext uri="{FF2B5EF4-FFF2-40B4-BE49-F238E27FC236}">
                <a16:creationId xmlns:a16="http://schemas.microsoft.com/office/drawing/2014/main" id="{C203CAEC-7C28-444A-94C4-8FA59F82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38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能得到什么</a:t>
            </a:r>
          </a:p>
        </p:txBody>
      </p:sp>
      <p:sp>
        <p:nvSpPr>
          <p:cNvPr id="8" name="s2-col-cost">
            <a:extLst xmlns:a="http://schemas.openxmlformats.org/drawingml/2006/main">
              <a:ext uri="{FF2B5EF4-FFF2-40B4-BE49-F238E27FC236}">
                <a16:creationId xmlns:a16="http://schemas.microsoft.com/office/drawing/2014/main" id="{FAFAA846-786B-4D8B-9115-E5D4453D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38350"/>
            <a:ext cx="2905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需要付出什么</a:t>
            </a:r>
          </a:p>
        </p:txBody>
      </p:sp>
      <p:sp>
        <p:nvSpPr>
          <p:cNvPr id="9" name="s2-header-rule">
            <a:extLst xmlns:a="http://schemas.openxmlformats.org/drawingml/2006/main">
              <a:ext uri="{FF2B5EF4-FFF2-40B4-BE49-F238E27FC236}">
                <a16:creationId xmlns:a16="http://schemas.microsoft.com/office/drawing/2014/main" id="{696719D8-DDC3-4ABF-AF4F-D207BEEC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0" name="s2-row-history">
            <a:extLst xmlns:a="http://schemas.openxmlformats.org/drawingml/2006/main">
              <a:ext uri="{FF2B5EF4-FFF2-40B4-BE49-F238E27FC236}">
                <a16:creationId xmlns:a16="http://schemas.microsoft.com/office/drawing/2014/main" id="{C5AEAFBD-9B11-4F61-AE9B-1195D36E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716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2-history-label">
            <a:extLst xmlns:a="http://schemas.openxmlformats.org/drawingml/2006/main">
              <a:ext uri="{FF2B5EF4-FFF2-40B4-BE49-F238E27FC236}">
                <a16:creationId xmlns:a16="http://schemas.microsoft.com/office/drawing/2014/main" id="{27A3F7AF-668F-48BA-B23F-AB637C58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12" name="s2-history-gain">
            <a:extLst xmlns:a="http://schemas.openxmlformats.org/drawingml/2006/main">
              <a:ext uri="{FF2B5EF4-FFF2-40B4-BE49-F238E27FC236}">
                <a16:creationId xmlns:a16="http://schemas.microsoft.com/office/drawing/2014/main" id="{0A814004-5610-4DAD-9238-51C06205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可一次形成较大目录。</a:t>
            </a:r>
          </a:p>
        </p:txBody>
      </p:sp>
      <p:sp>
        <p:nvSpPr>
          <p:cNvPr id="13" name="s2-history-cost">
            <a:extLst xmlns:a="http://schemas.openxmlformats.org/drawingml/2006/main">
              <a:ext uri="{FF2B5EF4-FFF2-40B4-BE49-F238E27FC236}">
                <a16:creationId xmlns:a16="http://schemas.microsoft.com/office/drawing/2014/main" id="{E10CD5F6-147E-488E-A78F-781E8128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86050"/>
            <a:ext cx="2714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追查遗失上下文耗时；也可能把不确定记忆写成确定说明。</a:t>
            </a:r>
          </a:p>
        </p:txBody>
      </p:sp>
      <p:sp>
        <p:nvSpPr>
          <p:cNvPr id="14" name="s2-row-rule">
            <a:extLst xmlns:a="http://schemas.openxmlformats.org/drawingml/2006/main">
              <a:ext uri="{FF2B5EF4-FFF2-40B4-BE49-F238E27FC236}">
                <a16:creationId xmlns:a16="http://schemas.microsoft.com/office/drawing/2014/main" id="{BE23A62A-8314-483B-AF47-15412226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15" name="s2-row-new">
            <a:extLst xmlns:a="http://schemas.openxmlformats.org/drawingml/2006/main">
              <a:ext uri="{FF2B5EF4-FFF2-40B4-BE49-F238E27FC236}">
                <a16:creationId xmlns:a16="http://schemas.microsoft.com/office/drawing/2014/main" id="{26C165B0-39D4-4A08-A524-A231DF0D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7162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2-new-label">
            <a:extLst xmlns:a="http://schemas.openxmlformats.org/drawingml/2006/main">
              <a:ext uri="{FF2B5EF4-FFF2-40B4-BE49-F238E27FC236}">
                <a16:creationId xmlns:a16="http://schemas.microsoft.com/office/drawing/2014/main" id="{F2F5F39E-ED55-4C13-92FB-6E4BCF1C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先记新增</a:t>
            </a:r>
          </a:p>
        </p:txBody>
      </p:sp>
      <p:sp>
        <p:nvSpPr>
          <p:cNvPr id="17" name="s2-new-gain">
            <a:extLst xmlns:a="http://schemas.openxmlformats.org/drawingml/2006/main">
              <a:ext uri="{FF2B5EF4-FFF2-40B4-BE49-F238E27FC236}">
                <a16:creationId xmlns:a16="http://schemas.microsoft.com/office/drawing/2014/main" id="{810B0ACA-11AB-49D1-A688-CEFDCA3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新增实验在上下文清楚时即可记录。</a:t>
            </a:r>
          </a:p>
        </p:txBody>
      </p:sp>
      <p:sp>
        <p:nvSpPr>
          <p:cNvPr id="18" name="s2-new-cost">
            <a:extLst xmlns:a="http://schemas.openxmlformats.org/drawingml/2006/main">
              <a:ext uri="{FF2B5EF4-FFF2-40B4-BE49-F238E27FC236}">
                <a16:creationId xmlns:a16="http://schemas.microsoft.com/office/drawing/2014/main" id="{DF01184D-2910-4B82-BC3C-60A5E1A2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053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短期无法解决全部历史材料追溯。</a:t>
            </a:r>
          </a:p>
        </p:txBody>
      </p:sp>
      <p:sp>
        <p:nvSpPr>
          <p:cNvPr id="19" name="s2-recommend-mark">
            <a:extLst xmlns:a="http://schemas.openxmlformats.org/drawingml/2006/main">
              <a:ext uri="{FF2B5EF4-FFF2-40B4-BE49-F238E27FC236}">
                <a16:creationId xmlns:a16="http://schemas.microsoft.com/office/drawing/2014/main" id="{69A4E4BA-FD89-4C2D-AABB-A49E8B60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提案建议</a:t>
            </a:r>
          </a:p>
        </p:txBody>
      </p:sp>
      <p:sp>
        <p:nvSpPr>
          <p:cNvPr id="20" name="s2-note-surface">
            <a:extLst xmlns:a="http://schemas.openxmlformats.org/drawingml/2006/main">
              <a:ext uri="{FF2B5EF4-FFF2-40B4-BE49-F238E27FC236}">
                <a16:creationId xmlns:a16="http://schemas.microsoft.com/office/drawing/2014/main" id="{BEA819EC-D5D5-4DF2-A983-2E648E54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409700"/>
            <a:ext cx="30480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2-note-heading">
            <a:extLst xmlns:a="http://schemas.openxmlformats.org/drawingml/2006/main">
              <a:ext uri="{FF2B5EF4-FFF2-40B4-BE49-F238E27FC236}">
                <a16:creationId xmlns:a16="http://schemas.microsoft.com/office/drawing/2014/main" id="{FC8C4FC1-1C91-4EBB-9146-B50FFB0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建议的动作顺序</a:t>
            </a:r>
          </a:p>
        </p:txBody>
      </p:sp>
      <p:sp>
        <p:nvSpPr>
          <p:cNvPr id="22" name="s2-note-main">
            <a:extLst xmlns:a="http://schemas.openxmlformats.org/drawingml/2006/main">
              <a:ext uri="{FF2B5EF4-FFF2-40B4-BE49-F238E27FC236}">
                <a16:creationId xmlns:a16="http://schemas.microsoft.com/office/drawing/2014/main" id="{B46D5D3A-9A89-4D5D-A026-D11A218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先记录新增，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再对真正需要复核的历史结果逐项补充。</a:t>
            </a:r>
          </a:p>
        </p:txBody>
      </p:sp>
      <p:sp>
        <p:nvSpPr>
          <p:cNvPr id="23" name="s2-note-rule">
            <a:extLst xmlns:a="http://schemas.openxmlformats.org/drawingml/2006/main">
              <a:ext uri="{FF2B5EF4-FFF2-40B4-BE49-F238E27FC236}">
                <a16:creationId xmlns:a16="http://schemas.microsoft.com/office/drawing/2014/main" id="{CB881D8F-BA4C-4546-99E2-D25BE39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433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4" name="s2-note-boundary">
            <a:extLst xmlns:a="http://schemas.openxmlformats.org/drawingml/2006/main">
              <a:ext uri="{FF2B5EF4-FFF2-40B4-BE49-F238E27FC236}">
                <a16:creationId xmlns:a16="http://schemas.microsoft.com/office/drawing/2014/main" id="{51BD7A12-697A-446A-AB63-606E0ED0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这是范围选择。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目前没有证明效率提升。</a:t>
            </a:r>
          </a:p>
        </p:txBody>
      </p:sp>
      <p:sp>
        <p:nvSpPr>
          <p:cNvPr id="25" name="s2-note-why">
            <a:extLst xmlns:a="http://schemas.openxmlformats.org/drawingml/2006/main">
              <a:ext uri="{FF2B5EF4-FFF2-40B4-BE49-F238E27FC236}">
                <a16:creationId xmlns:a16="http://schemas.microsoft.com/office/drawing/2014/main" id="{C49AB4C3-7E91-4A36-8F68-7A31DF52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先记新增让上下文清楚的实验先进入记录；历史材料只为真正复核需要而补回。</a:t>
            </a:r>
          </a:p>
        </p:txBody>
      </p:sp>
      <p:sp>
        <p:nvSpPr>
          <p:cNvPr id="26" name="s2-footer-left">
            <a:extLst xmlns:a="http://schemas.openxmlformats.org/drawingml/2006/main">
              <a:ext uri="{FF2B5EF4-FFF2-40B4-BE49-F238E27FC236}">
                <a16:creationId xmlns:a16="http://schemas.microsoft.com/office/drawing/2014/main" id="{8AF43EFC-A5AA-4B41-8972-9A35BABD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27" name="s2-footer-right">
            <a:extLst xmlns:a="http://schemas.openxmlformats.org/drawingml/2006/main">
              <a:ext uri="{FF2B5EF4-FFF2-40B4-BE49-F238E27FC236}">
                <a16:creationId xmlns:a16="http://schemas.microsoft.com/office/drawing/2014/main" id="{EEA135FD-3A62-4CCA-AC48-B3107476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1976266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3-kicker">
            <a:extLst xmlns:a="http://schemas.openxmlformats.org/drawingml/2006/main">
              <a:ext uri="{FF2B5EF4-FFF2-40B4-BE49-F238E27FC236}">
                <a16:creationId xmlns:a16="http://schemas.microsoft.com/office/drawing/2014/main" id="{4512BC02-E452-48E2-AAE3-CE3B6771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复核路径</a:t>
            </a:r>
          </a:p>
        </p:txBody>
      </p:sp>
      <p:sp>
        <p:nvSpPr>
          <p:cNvPr id="2" name="s3-title">
            <a:extLst xmlns:a="http://schemas.openxmlformats.org/drawingml/2006/main">
              <a:ext uri="{FF2B5EF4-FFF2-40B4-BE49-F238E27FC236}">
                <a16:creationId xmlns:a16="http://schemas.microsoft.com/office/drawing/2014/main" id="{A117C52A-998A-41E0-8A34-5AB1B37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复核把结果产生过程变成可讨论记录</a:t>
            </a:r>
          </a:p>
        </p:txBody>
      </p:sp>
      <p:sp>
        <p:nvSpPr>
          <p:cNvPr id="3" name="s3-header-divider">
            <a:extLst xmlns:a="http://schemas.openxmlformats.org/drawingml/2006/main">
              <a:ext uri="{FF2B5EF4-FFF2-40B4-BE49-F238E27FC236}">
                <a16:creationId xmlns:a16="http://schemas.microsoft.com/office/drawing/2014/main" id="{81913A90-350D-40F3-A120-85BA2BBB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3-flow-heading">
            <a:extLst xmlns:a="http://schemas.openxmlformats.org/drawingml/2006/main">
              <a:ext uri="{FF2B5EF4-FFF2-40B4-BE49-F238E27FC236}">
                <a16:creationId xmlns:a16="http://schemas.microsoft.com/office/drawing/2014/main" id="{A75B36AB-7FF2-45F5-854D-9BDC1BC2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四个阶段共享同一份记录</a:t>
            </a:r>
          </a:p>
        </p:txBody>
      </p:sp>
      <p:sp>
        <p:nvSpPr>
          <p:cNvPr id="5" name="s3-flow-caption">
            <a:extLst xmlns:a="http://schemas.openxmlformats.org/drawingml/2006/main">
              <a:ext uri="{FF2B5EF4-FFF2-40B4-BE49-F238E27FC236}">
                <a16:creationId xmlns:a16="http://schemas.microsoft.com/office/drawing/2014/main" id="{9D8908C2-EA05-4956-965E-0339E035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319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定位依据与补充缺项，直到负责人确认。</a:t>
            </a:r>
          </a:p>
        </p:txBody>
      </p:sp>
      <p:sp>
        <p:nvSpPr>
          <p:cNvPr id="6" name="s3-node-submit">
            <a:extLst xmlns:a="http://schemas.openxmlformats.org/drawingml/2006/main">
              <a:ext uri="{FF2B5EF4-FFF2-40B4-BE49-F238E27FC236}">
                <a16:creationId xmlns:a16="http://schemas.microsoft.com/office/drawing/2014/main" id="{7C0624FD-58E2-40DA-AA4D-161B761A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7" name="s3-node-locate">
            <a:extLst xmlns:a="http://schemas.openxmlformats.org/drawingml/2006/main">
              <a:ext uri="{FF2B5EF4-FFF2-40B4-BE49-F238E27FC236}">
                <a16:creationId xmlns:a16="http://schemas.microsoft.com/office/drawing/2014/main" id="{30136528-D059-4791-A335-965B1D0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s3-node-supplement">
            <a:extLst xmlns:a="http://schemas.openxmlformats.org/drawingml/2006/main">
              <a:ext uri="{FF2B5EF4-FFF2-40B4-BE49-F238E27FC236}">
                <a16:creationId xmlns:a16="http://schemas.microsoft.com/office/drawing/2014/main" id="{A61486AF-AB41-47FA-ADF9-F958BFB8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s3-node-confirm">
            <a:extLst xmlns:a="http://schemas.openxmlformats.org/drawingml/2006/main">
              <a:ext uri="{FF2B5EF4-FFF2-40B4-BE49-F238E27FC236}">
                <a16:creationId xmlns:a16="http://schemas.microsoft.com/office/drawing/2014/main" id="{087DAA7E-5650-44A4-9E36-5BD11A85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16192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62200" y="2771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400550" y="2771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438900" y="2771775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3" name="s3-submit-title">
            <a:extLst xmlns:a="http://schemas.openxmlformats.org/drawingml/2006/main">
              <a:ext uri="{FF2B5EF4-FFF2-40B4-BE49-F238E27FC236}">
                <a16:creationId xmlns:a16="http://schemas.microsoft.com/office/drawing/2014/main" id="{D54A0B2A-A4B3-4A41-A782-FB219D81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4" name="s3-submit-desc">
            <a:extLst xmlns:a="http://schemas.openxmlformats.org/drawingml/2006/main">
              <a:ext uri="{FF2B5EF4-FFF2-40B4-BE49-F238E27FC236}">
                <a16:creationId xmlns:a16="http://schemas.microsoft.com/office/drawing/2014/main" id="{470D6868-94CA-4171-9DB3-CDC3D4EF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结果记录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及受控引用</a:t>
            </a:r>
          </a:p>
        </p:txBody>
      </p:sp>
      <p:sp>
        <p:nvSpPr>
          <p:cNvPr id="15" name="s3-locate-title">
            <a:extLst xmlns:a="http://schemas.openxmlformats.org/drawingml/2006/main">
              <a:ext uri="{FF2B5EF4-FFF2-40B4-BE49-F238E27FC236}">
                <a16:creationId xmlns:a16="http://schemas.microsoft.com/office/drawing/2014/main" id="{5FD96DBC-4E58-4BCB-BB17-DD1337AF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6" name="s3-locate-desc">
            <a:extLst xmlns:a="http://schemas.openxmlformats.org/drawingml/2006/main">
              <a:ext uri="{FF2B5EF4-FFF2-40B4-BE49-F238E27FC236}">
                <a16:creationId xmlns:a16="http://schemas.microsoft.com/office/drawing/2014/main" id="{7FC187D1-2472-41CD-9980-FCB3923B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24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数据、脚本、条件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提出缺项</a:t>
            </a:r>
          </a:p>
        </p:txBody>
      </p:sp>
      <p:sp>
        <p:nvSpPr>
          <p:cNvPr id="17" name="s3-supplement-title">
            <a:extLst xmlns:a="http://schemas.openxmlformats.org/drawingml/2006/main">
              <a:ext uri="{FF2B5EF4-FFF2-40B4-BE49-F238E27FC236}">
                <a16:creationId xmlns:a16="http://schemas.microsoft.com/office/drawing/2014/main" id="{66CD0B4B-92D5-42BC-8C96-4373F2D5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8" name="s3-supplement-desc">
            <a:extLst xmlns:a="http://schemas.openxmlformats.org/drawingml/2006/main">
              <a:ext uri="{FF2B5EF4-FFF2-40B4-BE49-F238E27FC236}">
                <a16:creationId xmlns:a16="http://schemas.microsoft.com/office/drawing/2014/main" id="{441AA44C-38AB-4BC6-AE2E-10C909C6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724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补齐记录</a:t>
            </a:r>
          </a:p>
        </p:txBody>
      </p:sp>
      <p:sp>
        <p:nvSpPr>
          <p:cNvPr id="19" name="s3-confirm-title">
            <a:extLst xmlns:a="http://schemas.openxmlformats.org/drawingml/2006/main">
              <a:ext uri="{FF2B5EF4-FFF2-40B4-BE49-F238E27FC236}">
                <a16:creationId xmlns:a16="http://schemas.microsoft.com/office/drawing/2014/main" id="{DAFB12E4-6F4B-4EBC-8BC3-CEA2A1B3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20" name="s3-confirm-desc">
            <a:extLst xmlns:a="http://schemas.openxmlformats.org/drawingml/2006/main">
              <a:ext uri="{FF2B5EF4-FFF2-40B4-BE49-F238E27FC236}">
                <a16:creationId xmlns:a16="http://schemas.microsoft.com/office/drawing/2014/main" id="{B117D70E-727B-4B1A-86C0-53AF17EB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→ 可讨论版本</a:t>
            </a:r>
          </a:p>
        </p:txBody>
      </p:sp>
      <p:sp>
        <p:nvSpPr>
          <p:cNvPr id="21" name="s3-process-limit">
            <a:extLst xmlns:a="http://schemas.openxmlformats.org/drawingml/2006/main">
              <a:ext uri="{FF2B5EF4-FFF2-40B4-BE49-F238E27FC236}">
                <a16:creationId xmlns:a16="http://schemas.microsoft.com/office/drawing/2014/main" id="{E46F5AE4-9E7D-440F-95B2-E3E6C79C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73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复核检查结果如何产生，不要求复做实验，也不代替科学结论审查。</a:t>
            </a:r>
          </a:p>
        </p:txBody>
      </p:sp>
      <p:sp>
        <p:nvSpPr>
          <p:cNvPr id="22" name="s3-auth-surface">
            <a:extLst xmlns:a="http://schemas.openxmlformats.org/drawingml/2006/main">
              <a:ext uri="{FF2B5EF4-FFF2-40B4-BE49-F238E27FC236}">
                <a16:creationId xmlns:a16="http://schemas.microsoft.com/office/drawing/2014/main" id="{926C135F-AD17-4674-87AB-521916F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409700"/>
            <a:ext cx="26670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3-auth-heading">
            <a:extLst xmlns:a="http://schemas.openxmlformats.org/drawingml/2006/main">
              <a:ext uri="{FF2B5EF4-FFF2-40B4-BE49-F238E27FC236}">
                <a16:creationId xmlns:a16="http://schemas.microsoft.com/office/drawing/2014/main" id="{77601B4F-DD11-4AA8-AEFC-AE17DA98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24" name="s3-auth-body">
            <a:extLst xmlns:a="http://schemas.openxmlformats.org/drawingml/2006/main">
              <a:ext uri="{FF2B5EF4-FFF2-40B4-BE49-F238E27FC236}">
                <a16:creationId xmlns:a16="http://schemas.microsoft.com/office/drawing/2014/main" id="{64C5AF63-8743-4ECD-9C16-9446F11D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190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负责人处理授权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处理后继续</a:t>
            </a:r>
          </a:p>
        </p:txBody>
      </p:sp>
      <p:sp>
        <p:nvSpPr>
          <p:cNvPr id="25" name="s3-auth-note">
            <a:extLst xmlns:a="http://schemas.openxmlformats.org/drawingml/2006/main">
              <a:ext uri="{FF2B5EF4-FFF2-40B4-BE49-F238E27FC236}">
                <a16:creationId xmlns:a16="http://schemas.microsoft.com/office/drawing/2014/main" id="{467810C8-647E-477C-A7A0-FFD85359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授权是继续共享的条件。</a:t>
            </a:r>
          </a:p>
        </p:txBody>
      </p:sp>
      <p:sp>
        <p:nvSpPr>
          <p:cNvPr id="26" name="s3-boundary-surface">
            <a:extLst xmlns:a="http://schemas.openxmlformats.org/drawingml/2006/main">
              <a:ext uri="{FF2B5EF4-FFF2-40B4-BE49-F238E27FC236}">
                <a16:creationId xmlns:a16="http://schemas.microsoft.com/office/drawing/2014/main" id="{9BB9585B-4617-4C56-966F-BA7BF1E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638550"/>
            <a:ext cx="26670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3-boundary-heading">
            <a:extLst xmlns:a="http://schemas.openxmlformats.org/drawingml/2006/main">
              <a:ext uri="{FF2B5EF4-FFF2-40B4-BE49-F238E27FC236}">
                <a16:creationId xmlns:a16="http://schemas.microsoft.com/office/drawing/2014/main" id="{82CB595A-D16F-4D89-BC25-47053BB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48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复核边界</a:t>
            </a:r>
          </a:p>
        </p:txBody>
      </p:sp>
      <p:sp>
        <p:nvSpPr>
          <p:cNvPr id="28" name="s3-boundary-body">
            <a:extLst xmlns:a="http://schemas.openxmlformats.org/drawingml/2006/main">
              <a:ext uri="{FF2B5EF4-FFF2-40B4-BE49-F238E27FC236}">
                <a16:creationId xmlns:a16="http://schemas.microsoft.com/office/drawing/2014/main" id="{42FF808E-1050-4A19-B63F-02E40767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24350"/>
            <a:ext cx="2286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检查结果如何产生。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不要求复做实验，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也不代替科学结论审查。</a:t>
            </a:r>
          </a:p>
        </p:txBody>
      </p:sp>
      <p:sp>
        <p:nvSpPr>
          <p:cNvPr id="29" name="s3-footer-left">
            <a:extLst xmlns:a="http://schemas.openxmlformats.org/drawingml/2006/main">
              <a:ext uri="{FF2B5EF4-FFF2-40B4-BE49-F238E27FC236}">
                <a16:creationId xmlns:a16="http://schemas.microsoft.com/office/drawing/2014/main" id="{2BC89992-4056-4B9F-8FF3-4DB8296F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30" name="s3-footer-right">
            <a:extLst xmlns:a="http://schemas.openxmlformats.org/drawingml/2006/main">
              <a:ext uri="{FF2B5EF4-FFF2-40B4-BE49-F238E27FC236}">
                <a16:creationId xmlns:a16="http://schemas.microsoft.com/office/drawing/2014/main" id="{60CD16A7-FBCE-4E7B-95EA-1FA1BBB8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03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7491458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4-kicker">
            <a:extLst xmlns:a="http://schemas.openxmlformats.org/drawingml/2006/main">
              <a:ext uri="{FF2B5EF4-FFF2-40B4-BE49-F238E27FC236}">
                <a16:creationId xmlns:a16="http://schemas.microsoft.com/office/drawing/2014/main" id="{E32AEF5C-CB4A-47FC-81D5-6BFC1416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去留条件</a:t>
            </a:r>
          </a:p>
        </p:txBody>
      </p:sp>
      <p:sp>
        <p:nvSpPr>
          <p:cNvPr id="2" name="s4-title">
            <a:extLst xmlns:a="http://schemas.openxmlformats.org/drawingml/2006/main">
              <a:ext uri="{FF2B5EF4-FFF2-40B4-BE49-F238E27FC236}">
                <a16:creationId xmlns:a16="http://schemas.microsoft.com/office/drawing/2014/main" id="{70671BA8-F96F-4EBB-ACEA-0B907A60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387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四周试点以过程反馈决定去留</a:t>
            </a:r>
          </a:p>
        </p:txBody>
      </p:sp>
      <p:sp>
        <p:nvSpPr>
          <p:cNvPr id="3" name="s4-header-divider">
            <a:extLst xmlns:a="http://schemas.openxmlformats.org/drawingml/2006/main">
              <a:ext uri="{FF2B5EF4-FFF2-40B4-BE49-F238E27FC236}">
                <a16:creationId xmlns:a16="http://schemas.microsoft.com/office/drawing/2014/main" id="{D4BCED4B-09CB-457A-BB0C-F1002437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4" name="s4-scope-surface">
            <a:extLst xmlns:a="http://schemas.openxmlformats.org/drawingml/2006/main">
              <a:ext uri="{FF2B5EF4-FFF2-40B4-BE49-F238E27FC236}">
                <a16:creationId xmlns:a16="http://schemas.microsoft.com/office/drawing/2014/main" id="{C915C1A5-C914-44D8-82D8-F0405608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09700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4-scope-heading">
            <a:extLst xmlns:a="http://schemas.openxmlformats.org/drawingml/2006/main">
              <a:ext uri="{FF2B5EF4-FFF2-40B4-BE49-F238E27FC236}">
                <a16:creationId xmlns:a16="http://schemas.microsoft.com/office/drawing/2014/main" id="{9DF684A5-877D-4409-A331-48FCD030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97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拟定范围</a:t>
            </a:r>
          </a:p>
        </p:txBody>
      </p:sp>
      <p:sp>
        <p:nvSpPr>
          <p:cNvPr id="6" name="s4-scope-body">
            <a:extLst xmlns:a="http://schemas.openxmlformats.org/drawingml/2006/main">
              <a:ext uri="{FF2B5EF4-FFF2-40B4-BE49-F238E27FC236}">
                <a16:creationId xmlns:a16="http://schemas.microsoft.com/office/drawing/2014/main" id="{25D076DF-CB9B-4748-A57D-416CC0DC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19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一个课题方向  ·  两名自愿成员  ·  只记录新增实验</a:t>
            </a:r>
          </a:p>
        </p:txBody>
      </p:sp>
      <p:sp>
        <p:nvSpPr>
          <p:cNvPr id="7" name="s4-scope-note">
            <a:extLst xmlns:a="http://schemas.openxmlformats.org/drawingml/2006/main">
              <a:ext uri="{FF2B5EF4-FFF2-40B4-BE49-F238E27FC236}">
                <a16:creationId xmlns:a16="http://schemas.microsoft.com/office/drawing/2014/main" id="{A2C91CF2-0ACC-43E5-9E00-FD1FCDB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4782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不是全量历史归档</a:t>
            </a:r>
          </a:p>
        </p:txBody>
      </p:sp>
      <p:sp>
        <p:nvSpPr>
          <p:cNvPr id="8" name="s4-timeline-heading">
            <a:extLst xmlns:a="http://schemas.openxmlformats.org/drawingml/2006/main">
              <a:ext uri="{FF2B5EF4-FFF2-40B4-BE49-F238E27FC236}">
                <a16:creationId xmlns:a16="http://schemas.microsoft.com/office/drawing/2014/main" id="{C2056681-398E-41D6-B9DA-0749AFF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四周安排先验证记录负担，再决定范围</a:t>
            </a:r>
          </a:p>
        </p:txBody>
      </p:sp>
      <p:sp>
        <p:nvSpPr>
          <p:cNvPr id="9" name="s4-week-w1">
            <a:extLst xmlns:a="http://schemas.openxmlformats.org/drawingml/2006/main">
              <a:ext uri="{FF2B5EF4-FFF2-40B4-BE49-F238E27FC236}">
                <a16:creationId xmlns:a16="http://schemas.microsoft.com/office/drawing/2014/main" id="{8DE246F5-3EF3-447A-A0A0-1DC9313E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714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0" name="s4-week-w23">
            <a:extLst xmlns:a="http://schemas.openxmlformats.org/drawingml/2006/main">
              <a:ext uri="{FF2B5EF4-FFF2-40B4-BE49-F238E27FC236}">
                <a16:creationId xmlns:a16="http://schemas.microsoft.com/office/drawing/2014/main" id="{C11342CD-179E-4CD2-B693-14C6EF53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52750"/>
            <a:ext cx="1714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s4-week-w4">
            <a:extLst xmlns:a="http://schemas.openxmlformats.org/drawingml/2006/main">
              <a:ext uri="{FF2B5EF4-FFF2-40B4-BE49-F238E27FC236}">
                <a16:creationId xmlns:a16="http://schemas.microsoft.com/office/drawing/2014/main" id="{23AB2C65-FF3B-4A1D-B3C0-07D3BD33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52750"/>
            <a:ext cx="1714500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667000" y="3400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953000" y="3400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arrow" w="sm" len="sm"/>
          </a:ln>
        </p:spPr>
      </p:cxnSp>
      <p:sp>
        <p:nvSpPr>
          <p:cNvPr id="14" name="s4-w1-title">
            <a:extLst xmlns:a="http://schemas.openxmlformats.org/drawingml/2006/main">
              <a:ext uri="{FF2B5EF4-FFF2-40B4-BE49-F238E27FC236}">
                <a16:creationId xmlns:a16="http://schemas.microsoft.com/office/drawing/2014/main" id="{6F000485-CCBE-4115-9E88-C5ADE79B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76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第1周</a:t>
            </a:r>
          </a:p>
        </p:txBody>
      </p:sp>
      <p:sp>
        <p:nvSpPr>
          <p:cNvPr id="15" name="s4-w1-desc">
            <a:extLst xmlns:a="http://schemas.openxmlformats.org/drawingml/2006/main">
              <a:ext uri="{FF2B5EF4-FFF2-40B4-BE49-F238E27FC236}">
                <a16:creationId xmlns:a16="http://schemas.microsoft.com/office/drawing/2014/main" id="{E698734E-72B2-466A-8A55-DE5D30F7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确认最少字段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16" name="s4-w23-title">
            <a:extLst xmlns:a="http://schemas.openxmlformats.org/drawingml/2006/main">
              <a:ext uri="{FF2B5EF4-FFF2-40B4-BE49-F238E27FC236}">
                <a16:creationId xmlns:a16="http://schemas.microsoft.com/office/drawing/2014/main" id="{4821CDA0-B123-4CAE-8B01-B24F746C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76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第2–3周</a:t>
            </a:r>
          </a:p>
        </p:txBody>
      </p:sp>
      <p:sp>
        <p:nvSpPr>
          <p:cNvPr id="17" name="s4-w23-desc">
            <a:extLst xmlns:a="http://schemas.openxmlformats.org/drawingml/2006/main">
              <a:ext uri="{FF2B5EF4-FFF2-40B4-BE49-F238E27FC236}">
                <a16:creationId xmlns:a16="http://schemas.microsoft.com/office/drawing/2014/main" id="{C1E6871B-DC70-4B5A-A34F-401514F3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填写负担</a:t>
            </a:r>
          </a:p>
        </p:txBody>
      </p:sp>
      <p:sp>
        <p:nvSpPr>
          <p:cNvPr id="18" name="s4-w4-title">
            <a:extLst xmlns:a="http://schemas.openxmlformats.org/drawingml/2006/main">
              <a:ext uri="{FF2B5EF4-FFF2-40B4-BE49-F238E27FC236}">
                <a16:creationId xmlns:a16="http://schemas.microsoft.com/office/drawing/2014/main" id="{C62DACBD-A8DE-4C97-837C-917A742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7657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第4周</a:t>
            </a:r>
          </a:p>
        </p:txBody>
      </p:sp>
      <p:sp>
        <p:nvSpPr>
          <p:cNvPr id="19" name="s4-w4-desc">
            <a:extLst xmlns:a="http://schemas.openxmlformats.org/drawingml/2006/main">
              <a:ext uri="{FF2B5EF4-FFF2-40B4-BE49-F238E27FC236}">
                <a16:creationId xmlns:a16="http://schemas.microsoft.com/office/drawing/2014/main" id="{D06CFAB1-64C6-4819-A7DC-ABF22F76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099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决定：保留 / 修改 / 停止</a:t>
            </a:r>
          </a:p>
        </p:txBody>
      </p:sp>
      <p:sp>
        <p:nvSpPr>
          <p:cNvPr id="20" name="s4-timeline-base">
            <a:extLst xmlns:a="http://schemas.openxmlformats.org/drawingml/2006/main">
              <a:ext uri="{FF2B5EF4-FFF2-40B4-BE49-F238E27FC236}">
                <a16:creationId xmlns:a16="http://schemas.microsoft.com/office/drawing/2014/main" id="{FEEA1022-8BC2-4D53-89A7-6335E7B2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628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3DB"/>
            </a:solidFill>
            <a:prstDash val="solid"/>
          </a:ln>
        </p:spPr>
      </p:sp>
      <p:sp>
        <p:nvSpPr>
          <p:cNvPr id="21" name="s4-timeline-foot">
            <a:extLst xmlns:a="http://schemas.openxmlformats.org/drawingml/2006/main">
              <a:ext uri="{FF2B5EF4-FFF2-40B4-BE49-F238E27FC236}">
                <a16:creationId xmlns:a16="http://schemas.microsoft.com/office/drawing/2014/main" id="{4716565C-665B-408F-9B0C-6EB155D5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具体复核过程和成员反馈，决定是否继续。</a:t>
            </a:r>
          </a:p>
        </p:txBody>
      </p:sp>
      <p:sp>
        <p:nvSpPr>
          <p:cNvPr id="22" name="s4-eval-surface">
            <a:extLst xmlns:a="http://schemas.openxmlformats.org/drawingml/2006/main">
              <a:ext uri="{FF2B5EF4-FFF2-40B4-BE49-F238E27FC236}">
                <a16:creationId xmlns:a16="http://schemas.microsoft.com/office/drawing/2014/main" id="{DDF9430B-F203-4569-AE8B-77BB134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62200"/>
            <a:ext cx="3810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4-eval-heading">
            <a:extLst xmlns:a="http://schemas.openxmlformats.org/drawingml/2006/main">
              <a:ext uri="{FF2B5EF4-FFF2-40B4-BE49-F238E27FC236}">
                <a16:creationId xmlns:a16="http://schemas.microsoft.com/office/drawing/2014/main" id="{35DB91EF-B46D-48C4-A15E-271643A6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评估与停止条件</a:t>
            </a:r>
          </a:p>
        </p:txBody>
      </p:sp>
      <p:sp>
        <p:nvSpPr>
          <p:cNvPr id="24" name="s4-eval-body">
            <a:extLst xmlns:a="http://schemas.openxmlformats.org/drawingml/2006/main">
              <a:ext uri="{FF2B5EF4-FFF2-40B4-BE49-F238E27FC236}">
                <a16:creationId xmlns:a16="http://schemas.microsoft.com/office/drawing/2014/main" id="{9A42E7E3-323D-46F0-9443-32738DED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238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评估看三件事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来源能否定位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处理与排除依据能否理解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负担是否愿意长期承担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依据具体复核过程及成员反馈，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不设统一分数。</a:t>
            </a:r>
          </a:p>
        </p:txBody>
      </p:sp>
      <p:sp>
        <p:nvSpPr>
          <p:cNvPr id="25" name="s4-eval-rule">
            <a:extLst xmlns:a="http://schemas.openxmlformats.org/drawingml/2006/main">
              <a:ext uri="{FF2B5EF4-FFF2-40B4-BE49-F238E27FC236}">
                <a16:creationId xmlns:a16="http://schemas.microsoft.com/office/drawing/2014/main" id="{6FAF4B99-61CF-42F5-9C3C-88B9ECCB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286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6" name="s4-stop-body">
            <a:extLst xmlns:a="http://schemas.openxmlformats.org/drawingml/2006/main">
              <a:ext uri="{FF2B5EF4-FFF2-40B4-BE49-F238E27FC236}">
                <a16:creationId xmlns:a16="http://schemas.microsoft.com/office/drawing/2014/main" id="{A7180035-2AD5-4B7C-914C-33B2CB22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持续挤占实验时间、权限不明，或只有重复抄写而不帮助解释结果时：缩小要求或停止。</a:t>
            </a:r>
          </a:p>
        </p:txBody>
      </p:sp>
      <p:sp>
        <p:nvSpPr>
          <p:cNvPr id="27" name="s4-boundary-strip">
            <a:extLst xmlns:a="http://schemas.openxmlformats.org/drawingml/2006/main">
              <a:ext uri="{FF2B5EF4-FFF2-40B4-BE49-F238E27FC236}">
                <a16:creationId xmlns:a16="http://schemas.microsoft.com/office/drawing/2014/main" id="{75912D98-BE21-498B-A722-E55F7A6A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34100"/>
            <a:ext cx="1114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4-boundary-text">
            <a:extLst xmlns:a="http://schemas.openxmlformats.org/drawingml/2006/main">
              <a:ext uri="{FF2B5EF4-FFF2-40B4-BE49-F238E27FC236}">
                <a16:creationId xmlns:a16="http://schemas.microsoft.com/office/drawing/2014/main" id="{FAE8396A-D4B9-4223-99AA-F188AF3A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007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范围为拟定：没有实测效率或完成率。</a:t>
            </a:r>
          </a:p>
        </p:txBody>
      </p:sp>
      <p:sp>
        <p:nvSpPr>
          <p:cNvPr id="29" name="s4-footer-left">
            <a:extLst xmlns:a="http://schemas.openxmlformats.org/drawingml/2006/main">
              <a:ext uri="{FF2B5EF4-FFF2-40B4-BE49-F238E27FC236}">
                <a16:creationId xmlns:a16="http://schemas.microsoft.com/office/drawing/2014/main" id="{3028E68A-931C-4010-9F41-D3D4CF8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大学课题组试点提案 · 内容分析页</a:t>
            </a:r>
          </a:p>
        </p:txBody>
      </p:sp>
      <p:sp>
        <p:nvSpPr>
          <p:cNvPr id="30" name="s4-footer-right">
            <a:extLst xmlns:a="http://schemas.openxmlformats.org/drawingml/2006/main">
              <a:ext uri="{FF2B5EF4-FFF2-40B4-BE49-F238E27FC236}">
                <a16:creationId xmlns:a16="http://schemas.microsoft.com/office/drawing/2014/main" id="{40BB98E0-511B-4228-BAB9-CE946F14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04 / 04 · 拟定范围</a:t>
            </a:r>
          </a:p>
        </p:txBody>
      </p:sp>
    </p:spTree>
    <p:extLst>
      <p:ext uri="{BB962C8B-B14F-4D97-AF65-F5344CB8AC3E}">
        <p14:creationId xmlns:p14="http://schemas.microsoft.com/office/powerpoint/2010/main" val="1262498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2026-09-06T09:13:06.8040000Z</dcterms:created>
  <dcterms:modified xsi:type="dcterms:W3CDTF">2026-09-06T09:13:06.8040000Z</dcterms:modified>
</coreProperties>
</file>