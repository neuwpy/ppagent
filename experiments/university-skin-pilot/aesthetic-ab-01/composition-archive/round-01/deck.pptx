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0c7d7d9ff4df1" /><Relationship Type="http://schemas.openxmlformats.org/officeDocument/2006/relationships/extended-properties" Target="/docProps/app.xml" Id="R4c351aa5796b4289" /><Relationship Type="http://schemas.openxmlformats.org/officeDocument/2006/relationships/officeDocument" Target="/ppt/presentation.xml" Id="R9622a779307843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793dcd7b04b96"/>
  </p:sldMasterIdLst>
  <p:notesMasterIdLst>
    <p:notesMasterId xmlns:r="http://schemas.openxmlformats.org/officeDocument/2006/relationships" r:id="Rb339ea03716b4d37"/>
  </p:notesMasterIdLst>
  <p:sldIdLst>
    <p:sldId xmlns:r="http://schemas.openxmlformats.org/officeDocument/2006/relationships" id="256" r:id="Ree42044347784b25"/>
    <p:sldId xmlns:r="http://schemas.openxmlformats.org/officeDocument/2006/relationships" id="257" r:id="R9e7e93e2f7a6482c"/>
    <p:sldId xmlns:r="http://schemas.openxmlformats.org/officeDocument/2006/relationships" id="258" r:id="Rebb2c4f5ced44415"/>
    <p:sldId xmlns:r="http://schemas.openxmlformats.org/officeDocument/2006/relationships" id="259" r:id="Ref9000ae1b5a4b75"/>
    <p:sldId xmlns:r="http://schemas.openxmlformats.org/officeDocument/2006/relationships" id="260" r:id="R3b0a0ef8b38c456d"/>
    <p:sldId xmlns:r="http://schemas.openxmlformats.org/officeDocument/2006/relationships" id="261" r:id="R90d5079affe0478e"/>
    <p:sldId xmlns:r="http://schemas.openxmlformats.org/officeDocument/2006/relationships" id="262" r:id="R9c5e6b21d66c40ff"/>
    <p:sldId xmlns:r="http://schemas.openxmlformats.org/officeDocument/2006/relationships" id="263" r:id="Rade819e80da149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7a0e20536469a" /><Relationship Type="http://schemas.openxmlformats.org/officeDocument/2006/relationships/slideMaster" Target="/ppt/slideMasters/slideMaster1.xml" Id="Read793dcd7b04b96" /><Relationship Type="http://schemas.openxmlformats.org/officeDocument/2006/relationships/notesMaster" Target="/ppt/notesMasters/notesMaster1.xml" Id="Rb339ea03716b4d37" /><Relationship Type="http://schemas.openxmlformats.org/officeDocument/2006/relationships/presProps" Target="/ppt/presProps.xml" Id="Rdcb26f63331842ff" /><Relationship Type="http://schemas.openxmlformats.org/officeDocument/2006/relationships/tableStyles" Target="/ppt/tableStyles.xml" Id="Rdc69439c4609444c" /><Relationship Type="http://schemas.openxmlformats.org/officeDocument/2006/relationships/slide" Target="/ppt/slides/slide1.xml" Id="Ree42044347784b25" /><Relationship Type="http://schemas.openxmlformats.org/officeDocument/2006/relationships/slide" Target="/ppt/slides/slide2.xml" Id="R9e7e93e2f7a6482c" /><Relationship Type="http://schemas.openxmlformats.org/officeDocument/2006/relationships/slide" Target="/ppt/slides/slide3.xml" Id="Rebb2c4f5ced44415" /><Relationship Type="http://schemas.openxmlformats.org/officeDocument/2006/relationships/slide" Target="/ppt/slides/slide4.xml" Id="Ref9000ae1b5a4b75" /><Relationship Type="http://schemas.openxmlformats.org/officeDocument/2006/relationships/slide" Target="/ppt/slides/slide5.xml" Id="R3b0a0ef8b38c456d" /><Relationship Type="http://schemas.openxmlformats.org/officeDocument/2006/relationships/slide" Target="/ppt/slides/slide6.xml" Id="R90d5079affe0478e" /><Relationship Type="http://schemas.openxmlformats.org/officeDocument/2006/relationships/slide" Target="/ppt/slides/slide7.xml" Id="R9c5e6b21d66c40ff" /><Relationship Type="http://schemas.openxmlformats.org/officeDocument/2006/relationships/slide" Target="/ppt/slides/slide8.xml" Id="Rade819e80da1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f02b21a1ac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e5d5d11b8a4758" /><Relationship Type="http://schemas.openxmlformats.org/officeDocument/2006/relationships/notesMaster" Target="/ppt/notesMasters/notesMaster1.xml" Id="R460be6e201d1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d61375b4c44c74" /><Relationship Type="http://schemas.openxmlformats.org/officeDocument/2006/relationships/notesMaster" Target="/ppt/notesMasters/notesMaster1.xml" Id="R237eefd5b0fe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3ab2554604a5f" /><Relationship Type="http://schemas.openxmlformats.org/officeDocument/2006/relationships/notesMaster" Target="/ppt/notesMasters/notesMaster1.xml" Id="R748968d12f5e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8097811c34181" /><Relationship Type="http://schemas.openxmlformats.org/officeDocument/2006/relationships/notesMaster" Target="/ppt/notesMasters/notesMaster1.xml" Id="R1028a523017c4a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151c8175b4d4d" /><Relationship Type="http://schemas.openxmlformats.org/officeDocument/2006/relationships/notesMaster" Target="/ppt/notesMasters/notesMaster1.xml" Id="R6cd47668ab1545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6b31e926314e59" /><Relationship Type="http://schemas.openxmlformats.org/officeDocument/2006/relationships/notesMaster" Target="/ppt/notesMasters/notesMaster1.xml" Id="R92e809f0c233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0d3c419b6d4538" /><Relationship Type="http://schemas.openxmlformats.org/officeDocument/2006/relationships/notesMaster" Target="/ppt/notesMasters/notesMaster1.xml" Id="R3f8aa9d08523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4601bdf91941ed" /><Relationship Type="http://schemas.openxmlformats.org/officeDocument/2006/relationships/notesMaster" Target="/ppt/notesMasters/notesMaster1.xml" Id="R9137e19ef17a4f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7ebd94a82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edf83b2644ab9" /><Relationship Type="http://schemas.openxmlformats.org/officeDocument/2006/relationships/slideLayout" Target="/ppt/slideLayouts/slideLayout1.xml" Id="R03657f3f1c85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57f3f1c85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566e519f84053" /><Relationship Type="http://schemas.openxmlformats.org/officeDocument/2006/relationships/notesSlide" Target="/ppt/notesSlides/notesSlide1.xml" Id="R1de1df397eb3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0a693c6247e0" /><Relationship Type="http://schemas.openxmlformats.org/officeDocument/2006/relationships/notesSlide" Target="/ppt/notesSlides/notesSlide2.xml" Id="Rc58fb68e1f1d41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f255e1aa34a83" /><Relationship Type="http://schemas.openxmlformats.org/officeDocument/2006/relationships/notesSlide" Target="/ppt/notesSlides/notesSlide3.xml" Id="R3c166d2927b1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0148e44394209" /><Relationship Type="http://schemas.openxmlformats.org/officeDocument/2006/relationships/notesSlide" Target="/ppt/notesSlides/notesSlide4.xml" Id="R81ad9dda901b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ee090ab0f41a5" /><Relationship Type="http://schemas.openxmlformats.org/officeDocument/2006/relationships/notesSlide" Target="/ppt/notesSlides/notesSlide5.xml" Id="R9ec7b099893f4d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c13165d074e2d" /><Relationship Type="http://schemas.openxmlformats.org/officeDocument/2006/relationships/notesSlide" Target="/ppt/notesSlides/notesSlide6.xml" Id="R3af782f2b885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1a70405254501" /><Relationship Type="http://schemas.openxmlformats.org/officeDocument/2006/relationships/notesSlide" Target="/ppt/notesSlides/notesSlide7.xml" Id="R88f7cd35f78f41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7bea61c424af3" /><Relationship Type="http://schemas.openxmlformats.org/officeDocument/2006/relationships/notesSlide" Target="/ppt/notesSlides/notesSlide8.xml" Id="R9661c6cc606045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1-primary-rail">
            <a:extLst xmlns:a="http://schemas.openxmlformats.org/drawingml/2006/main">
              <a:ext uri="{FF2B5EF4-FFF2-40B4-BE49-F238E27FC236}">
                <a16:creationId xmlns:a16="http://schemas.microsoft.com/office/drawing/2014/main" id="{CBD06C54-B9B3-4C46-9626-47F4A830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76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-cover-title">
            <a:extLst xmlns:a="http://schemas.openxmlformats.org/drawingml/2006/main">
              <a:ext uri="{FF2B5EF4-FFF2-40B4-BE49-F238E27FC236}">
                <a16:creationId xmlns:a16="http://schemas.microsoft.com/office/drawing/2014/main" id="{169CC7C1-922E-42EA-B2E1-990AE7A1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先把一次结果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说明白</a:t>
            </a:r>
          </a:p>
        </p:txBody>
      </p:sp>
      <p:sp>
        <p:nvSpPr>
          <p:cNvPr id="3" name="p1-cover-subtitle">
            <a:extLst xmlns:a="http://schemas.openxmlformats.org/drawingml/2006/main">
              <a:ext uri="{FF2B5EF4-FFF2-40B4-BE49-F238E27FC236}">
                <a16:creationId xmlns:a16="http://schemas.microsoft.com/office/drawing/2014/main" id="{704E9D9F-C87A-4EEE-B8D0-74834A3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四周小范围归档试点讨论稿</a:t>
            </a:r>
          </a:p>
        </p:txBody>
      </p:sp>
      <p:sp>
        <p:nvSpPr>
          <p:cNvPr id="4" name="p1-cover-audience">
            <a:extLst xmlns:a="http://schemas.openxmlformats.org/drawingml/2006/main">
              <a:ext uri="{FF2B5EF4-FFF2-40B4-BE49-F238E27FC236}">
                <a16:creationId xmlns:a16="http://schemas.microsoft.com/office/drawing/2014/main" id="{3DD94E57-FEC1-4DC1-8E59-AEC8EB46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面向课题组教师与研究生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目标：讨论一项有限尝试，而非宣布成效</a:t>
            </a:r>
          </a:p>
        </p:txBody>
      </p:sp>
      <p:sp>
        <p:nvSpPr>
          <p:cNvPr id="5" name="p1-cover-relation">
            <a:extLst xmlns:a="http://schemas.openxmlformats.org/drawingml/2006/main">
              <a:ext uri="{FF2B5EF4-FFF2-40B4-BE49-F238E27FC236}">
                <a16:creationId xmlns:a16="http://schemas.microsoft.com/office/drawing/2014/main" id="{35EBF620-7622-49B5-88F5-EC2239BA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574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  ↔  依据  ↔  责任边界</a:t>
            </a:r>
          </a:p>
        </p:txBody>
      </p:sp>
      <p:sp>
        <p:nvSpPr>
          <p:cNvPr id="6" name="p1-relation-rule">
            <a:extLst xmlns:a="http://schemas.openxmlformats.org/drawingml/2006/main">
              <a:ext uri="{FF2B5EF4-FFF2-40B4-BE49-F238E27FC236}">
                <a16:creationId xmlns:a16="http://schemas.microsoft.com/office/drawing/2014/main" id="{FB0014B4-7B7B-42B9-8DBA-59D6B038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7" name="p1-cover-footnote">
            <a:extLst xmlns:a="http://schemas.openxmlformats.org/drawingml/2006/main">
              <a:ext uri="{FF2B5EF4-FFF2-40B4-BE49-F238E27FC236}">
                <a16:creationId xmlns:a16="http://schemas.microsoft.com/office/drawing/2014/main" id="{6A6461B2-FE3B-46E1-B0BE-C50D5A8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原稿事实范围内的方案讨论</a:t>
            </a:r>
          </a:p>
        </p:txBody>
      </p:sp>
      <p:sp>
        <p:nvSpPr>
          <p:cNvPr id="8" name="p1-cover-page">
            <a:extLst xmlns:a="http://schemas.openxmlformats.org/drawingml/2006/main">
              <a:ext uri="{FF2B5EF4-FFF2-40B4-BE49-F238E27FC236}">
                <a16:creationId xmlns:a16="http://schemas.microsoft.com/office/drawing/2014/main" id="{C8662DE0-C61E-45A9-AC41-9E03D9B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5567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2-title">
            <a:extLst xmlns:a="http://schemas.openxmlformats.org/drawingml/2006/main">
              <a:ext uri="{FF2B5EF4-FFF2-40B4-BE49-F238E27FC236}">
                <a16:creationId xmlns:a16="http://schemas.microsoft.com/office/drawing/2014/main" id="{6D5A6305-4FB0-4B4E-BE60-5402B68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2" name="p2-kicker">
            <a:extLst xmlns:a="http://schemas.openxmlformats.org/drawingml/2006/main">
              <a:ext uri="{FF2B5EF4-FFF2-40B4-BE49-F238E27FC236}">
                <a16:creationId xmlns:a16="http://schemas.microsoft.com/office/drawing/2014/main" id="{01E3AF10-8DB2-4C42-83D6-24EBB1B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问题界定</a:t>
            </a:r>
          </a:p>
        </p:txBody>
      </p:sp>
      <p:sp>
        <p:nvSpPr>
          <p:cNvPr id="3" name="p2-title-rule">
            <a:extLst xmlns:a="http://schemas.openxmlformats.org/drawingml/2006/main">
              <a:ext uri="{FF2B5EF4-FFF2-40B4-BE49-F238E27FC236}">
                <a16:creationId xmlns:a16="http://schemas.microsoft.com/office/drawing/2014/main" id="{C4695154-BC0E-4452-A51E-7C89F73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2-lead">
            <a:extLst xmlns:a="http://schemas.openxmlformats.org/drawingml/2006/main">
              <a:ext uri="{FF2B5EF4-FFF2-40B4-BE49-F238E27FC236}">
                <a16:creationId xmlns:a16="http://schemas.microsoft.com/office/drawing/2014/main" id="{AE4E0C2E-A787-40FD-8537-72DADB0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33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课题组讨论一张实验曲线时，最先缺的往往不是文件，而是文件与依据之间的联系。</a:t>
            </a:r>
          </a:p>
        </p:txBody>
      </p:sp>
      <p:sp>
        <p:nvSpPr>
          <p:cNvPr id="5" name="p2-left-label">
            <a:extLst xmlns:a="http://schemas.openxmlformats.org/drawingml/2006/main">
              <a:ext uri="{FF2B5EF4-FFF2-40B4-BE49-F238E27FC236}">
                <a16:creationId xmlns:a16="http://schemas.microsoft.com/office/drawing/2014/main" id="{132E41C7-8969-4397-B37E-045C12B5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找到最终图片</a:t>
            </a:r>
          </a:p>
        </p:txBody>
      </p:sp>
      <p:sp>
        <p:nvSpPr>
          <p:cNvPr id="6" name="p2-left-body">
            <a:extLst xmlns:a="http://schemas.openxmlformats.org/drawingml/2006/main">
              <a:ext uri="{FF2B5EF4-FFF2-40B4-BE49-F238E27FC236}">
                <a16:creationId xmlns:a16="http://schemas.microsoft.com/office/drawing/2014/main" id="{8194EBB6-C794-4797-BD7B-60EB6A3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0325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经常能找到最终图片，却不能快速说明图片来自哪批样本、用了哪版脚本、哪些数据被排除。</a:t>
            </a:r>
          </a:p>
        </p:txBody>
      </p:sp>
      <p:sp>
        <p:nvSpPr>
          <p:cNvPr id="7" name="p2-center-rule">
            <a:extLst xmlns:a="http://schemas.openxmlformats.org/drawingml/2006/main">
              <a:ext uri="{FF2B5EF4-FFF2-40B4-BE49-F238E27FC236}">
                <a16:creationId xmlns:a16="http://schemas.microsoft.com/office/drawing/2014/main" id="{8E4D7C2A-9CC4-48FC-A1B8-DC8E1CC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9525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8" name="p2-right-label">
            <a:extLst xmlns:a="http://schemas.openxmlformats.org/drawingml/2006/main">
              <a:ext uri="{FF2B5EF4-FFF2-40B4-BE49-F238E27FC236}">
                <a16:creationId xmlns:a16="http://schemas.microsoft.com/office/drawing/2014/main" id="{49205023-4C2E-47B6-B42F-12A22CA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05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说明结果如何产生</a:t>
            </a:r>
          </a:p>
        </p:txBody>
      </p:sp>
      <p:sp>
        <p:nvSpPr>
          <p:cNvPr id="9" name="p2-right-body">
            <a:extLst xmlns:a="http://schemas.openxmlformats.org/drawingml/2006/main">
              <a:ext uri="{FF2B5EF4-FFF2-40B4-BE49-F238E27FC236}">
                <a16:creationId xmlns:a16="http://schemas.microsoft.com/office/drawing/2014/main" id="{E7567A85-E913-4576-B028-4B3B1B5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归档首先保存结果和依据之间的关系，随后才讨论扩大共享范围。文件存在，不等于结果可以解释。</a:t>
            </a:r>
          </a:p>
        </p:txBody>
      </p:sp>
      <p:sp>
        <p:nvSpPr>
          <p:cNvPr id="10" name="p2-bottom-rule">
            <a:extLst xmlns:a="http://schemas.openxmlformats.org/drawingml/2006/main">
              <a:ext uri="{FF2B5EF4-FFF2-40B4-BE49-F238E27FC236}">
                <a16:creationId xmlns:a16="http://schemas.microsoft.com/office/drawing/2014/main" id="{40A6ABB8-FB32-4880-AAC2-3E6BC91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1" name="p2-bottom-label">
            <a:extLst xmlns:a="http://schemas.openxmlformats.org/drawingml/2006/main">
              <a:ext uri="{FF2B5EF4-FFF2-40B4-BE49-F238E27FC236}">
                <a16:creationId xmlns:a16="http://schemas.microsoft.com/office/drawing/2014/main" id="{8A2227C8-5D11-46B4-BA75-37C02E45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本次讨论聚焦</a:t>
            </a:r>
          </a:p>
        </p:txBody>
      </p:sp>
      <p:sp>
        <p:nvSpPr>
          <p:cNvPr id="12" name="p2-bottom-body">
            <a:extLst xmlns:a="http://schemas.openxmlformats.org/drawingml/2006/main">
              <a:ext uri="{FF2B5EF4-FFF2-40B4-BE49-F238E27FC236}">
                <a16:creationId xmlns:a16="http://schemas.microsoft.com/office/drawing/2014/main" id="{5D40DFE7-0526-4FBC-9153-33F5BBE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720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建立能够解释实验结果的数据归档习惯。</a:t>
            </a:r>
          </a:p>
        </p:txBody>
      </p:sp>
      <p:sp>
        <p:nvSpPr>
          <p:cNvPr id="13" name="p2-footer-rule">
            <a:extLst xmlns:a="http://schemas.openxmlformats.org/drawingml/2006/main">
              <a:ext uri="{FF2B5EF4-FFF2-40B4-BE49-F238E27FC236}">
                <a16:creationId xmlns:a16="http://schemas.microsoft.com/office/drawing/2014/main" id="{6BAE53B4-8E9D-4432-BDBA-3DE3D81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4" name="p2-footer-label">
            <a:extLst xmlns:a="http://schemas.openxmlformats.org/drawingml/2006/main">
              <a:ext uri="{FF2B5EF4-FFF2-40B4-BE49-F238E27FC236}">
                <a16:creationId xmlns:a16="http://schemas.microsoft.com/office/drawing/2014/main" id="{525CED65-E4B6-4906-98EF-2485995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15" name="p2-footer-page">
            <a:extLst xmlns:a="http://schemas.openxmlformats.org/drawingml/2006/main">
              <a:ext uri="{FF2B5EF4-FFF2-40B4-BE49-F238E27FC236}">
                <a16:creationId xmlns:a16="http://schemas.microsoft.com/office/drawing/2014/main" id="{A3E9A1CA-7370-412A-ACE6-FCFD94C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7927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3-title">
            <a:extLst xmlns:a="http://schemas.openxmlformats.org/drawingml/2006/main">
              <a:ext uri="{FF2B5EF4-FFF2-40B4-BE49-F238E27FC236}">
                <a16:creationId xmlns:a16="http://schemas.microsoft.com/office/drawing/2014/main" id="{1E8767B4-AB85-44C5-8562-177A7F32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一个记录单元，把结果和依据绑在一起</a:t>
            </a:r>
          </a:p>
        </p:txBody>
      </p:sp>
      <p:sp>
        <p:nvSpPr>
          <p:cNvPr id="2" name="p3-kicker">
            <a:extLst xmlns:a="http://schemas.openxmlformats.org/drawingml/2006/main">
              <a:ext uri="{FF2B5EF4-FFF2-40B4-BE49-F238E27FC236}">
                <a16:creationId xmlns:a16="http://schemas.microsoft.com/office/drawing/2014/main" id="{CCAC4462-C282-44AB-BA60-847F5572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记录结构</a:t>
            </a:r>
          </a:p>
        </p:txBody>
      </p:sp>
      <p:sp>
        <p:nvSpPr>
          <p:cNvPr id="3" name="p3-title-rule">
            <a:extLst xmlns:a="http://schemas.openxmlformats.org/drawingml/2006/main">
              <a:ext uri="{FF2B5EF4-FFF2-40B4-BE49-F238E27FC236}">
                <a16:creationId xmlns:a16="http://schemas.microsoft.com/office/drawing/2014/main" id="{111E6DA3-E1F6-4C98-B617-8564ECB3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3-lead">
            <a:extLst xmlns:a="http://schemas.openxmlformats.org/drawingml/2006/main">
              <a:ext uri="{FF2B5EF4-FFF2-40B4-BE49-F238E27FC236}">
                <a16:creationId xmlns:a16="http://schemas.microsoft.com/office/drawing/2014/main" id="{A422CEB0-8038-44B6-B733-46319E8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一次可讨论的实验结果，不是一个孤立文件，而是一组共同解释它的记录。</a:t>
            </a:r>
          </a:p>
        </p:txBody>
      </p:sp>
      <p:sp>
        <p:nvSpPr>
          <p:cNvPr id="5" name="p3-record-surface">
            <a:extLst xmlns:a="http://schemas.openxmlformats.org/drawingml/2006/main">
              <a:ext uri="{FF2B5EF4-FFF2-40B4-BE49-F238E27FC236}">
                <a16:creationId xmlns:a16="http://schemas.microsoft.com/office/drawing/2014/main" id="{FFC6F9C6-DCBD-43F8-ADB6-BF75135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3-record-label">
            <a:extLst xmlns:a="http://schemas.openxmlformats.org/drawingml/2006/main">
              <a:ext uri="{FF2B5EF4-FFF2-40B4-BE49-F238E27FC236}">
                <a16:creationId xmlns:a16="http://schemas.microsoft.com/office/drawing/2014/main" id="{B685B1A1-9F4C-49BE-A16A-D6D3AD5C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一次可讨论的实验结果</a:t>
            </a:r>
          </a:p>
        </p:txBody>
      </p:sp>
      <p:sp>
        <p:nvSpPr>
          <p:cNvPr id="7" name="p3-item-1-accent">
            <a:extLst xmlns:a="http://schemas.openxmlformats.org/drawingml/2006/main">
              <a:ext uri="{FF2B5EF4-FFF2-40B4-BE49-F238E27FC236}">
                <a16:creationId xmlns:a16="http://schemas.microsoft.com/office/drawing/2014/main" id="{F0E78044-9835-485D-BA42-7B615A50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571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8" name="p3-item-1-title">
            <a:extLst xmlns:a="http://schemas.openxmlformats.org/drawingml/2006/main">
              <a:ext uri="{FF2B5EF4-FFF2-40B4-BE49-F238E27FC236}">
                <a16:creationId xmlns:a16="http://schemas.microsoft.com/office/drawing/2014/main" id="{09243504-BCE1-4FA4-8A20-B05182F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9" name="p3-item-1-body">
            <a:extLst xmlns:a="http://schemas.openxmlformats.org/drawingml/2006/main">
              <a:ext uri="{FF2B5EF4-FFF2-40B4-BE49-F238E27FC236}">
                <a16:creationId xmlns:a16="http://schemas.microsoft.com/office/drawing/2014/main" id="{568ADD87-0DEE-441F-ACCC-84F0DE7E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保持原始数据原貌，并能定位存放位置。</a:t>
            </a:r>
          </a:p>
        </p:txBody>
      </p:sp>
      <p:sp>
        <p:nvSpPr>
          <p:cNvPr id="10" name="p3-item-2-accent">
            <a:extLst xmlns:a="http://schemas.openxmlformats.org/drawingml/2006/main">
              <a:ext uri="{FF2B5EF4-FFF2-40B4-BE49-F238E27FC236}">
                <a16:creationId xmlns:a16="http://schemas.microsoft.com/office/drawing/2014/main" id="{B0537D5B-5879-40ED-904F-9EF7D949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571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1" name="p3-item-2-title">
            <a:extLst xmlns:a="http://schemas.openxmlformats.org/drawingml/2006/main">
              <a:ext uri="{FF2B5EF4-FFF2-40B4-BE49-F238E27FC236}">
                <a16:creationId xmlns:a16="http://schemas.microsoft.com/office/drawing/2014/main" id="{33C1D07E-6767-4CFE-99E8-99BD768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2" name="p3-item-2-body">
            <a:extLst xmlns:a="http://schemas.openxmlformats.org/drawingml/2006/main">
              <a:ext uri="{FF2B5EF4-FFF2-40B4-BE49-F238E27FC236}">
                <a16:creationId xmlns:a16="http://schemas.microsoft.com/office/drawing/2014/main" id="{1BB68EE7-1C9C-49CC-A5FC-0A8C9E8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说明这批样本及其采集条件。</a:t>
            </a:r>
          </a:p>
        </p:txBody>
      </p:sp>
      <p:sp>
        <p:nvSpPr>
          <p:cNvPr id="13" name="p3-item-3-accent">
            <a:extLst xmlns:a="http://schemas.openxmlformats.org/drawingml/2006/main">
              <a:ext uri="{FF2B5EF4-FFF2-40B4-BE49-F238E27FC236}">
                <a16:creationId xmlns:a16="http://schemas.microsoft.com/office/drawing/2014/main" id="{AAADD17E-4F7C-4507-A6DD-2CC84E3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571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4" name="p3-item-3-title">
            <a:extLst xmlns:a="http://schemas.openxmlformats.org/drawingml/2006/main">
              <a:ext uri="{FF2B5EF4-FFF2-40B4-BE49-F238E27FC236}">
                <a16:creationId xmlns:a16="http://schemas.microsoft.com/office/drawing/2014/main" id="{6AC33CEA-8920-4E62-BD68-0999EA7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5" name="p3-item-3-body">
            <a:extLst xmlns:a="http://schemas.openxmlformats.org/drawingml/2006/main">
              <a:ext uri="{FF2B5EF4-FFF2-40B4-BE49-F238E27FC236}">
                <a16:creationId xmlns:a16="http://schemas.microsoft.com/office/drawing/2014/main" id="{C06FA005-674A-4710-829E-35C33A87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能够定位实际运行的代码版本。</a:t>
            </a:r>
          </a:p>
        </p:txBody>
      </p:sp>
      <p:sp>
        <p:nvSpPr>
          <p:cNvPr id="16" name="p3-item-4-accent">
            <a:extLst xmlns:a="http://schemas.openxmlformats.org/drawingml/2006/main">
              <a:ext uri="{FF2B5EF4-FFF2-40B4-BE49-F238E27FC236}">
                <a16:creationId xmlns:a16="http://schemas.microsoft.com/office/drawing/2014/main" id="{F3D855F3-DBC8-4723-9512-E16E0E1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571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7" name="p3-item-4-title">
            <a:extLst xmlns:a="http://schemas.openxmlformats.org/drawingml/2006/main">
              <a:ext uri="{FF2B5EF4-FFF2-40B4-BE49-F238E27FC236}">
                <a16:creationId xmlns:a16="http://schemas.microsoft.com/office/drawing/2014/main" id="{21ADA38B-967B-4463-A3BA-C7E1B9D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8" name="p3-item-4-body">
            <a:extLst xmlns:a="http://schemas.openxmlformats.org/drawingml/2006/main">
              <a:ext uri="{FF2B5EF4-FFF2-40B4-BE49-F238E27FC236}">
                <a16:creationId xmlns:a16="http://schemas.microsoft.com/office/drawing/2014/main" id="{53C163D0-B34F-4DA2-8843-9A29057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24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与本次讨论的结果图建立对应。</a:t>
            </a:r>
          </a:p>
        </p:txBody>
      </p:sp>
      <p:sp>
        <p:nvSpPr>
          <p:cNvPr id="19" name="p3-item-5-accent">
            <a:extLst xmlns:a="http://schemas.openxmlformats.org/drawingml/2006/main">
              <a:ext uri="{FF2B5EF4-FFF2-40B4-BE49-F238E27FC236}">
                <a16:creationId xmlns:a16="http://schemas.microsoft.com/office/drawing/2014/main" id="{83D147BD-E09B-49A4-911E-1DA946E5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571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20" name="p3-item-5-title">
            <a:extLst xmlns:a="http://schemas.openxmlformats.org/drawingml/2006/main">
              <a:ext uri="{FF2B5EF4-FFF2-40B4-BE49-F238E27FC236}">
                <a16:creationId xmlns:a16="http://schemas.microsoft.com/office/drawing/2014/main" id="{EA53F75D-003A-45CF-AA4F-D4618D6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21" name="p3-item-5-body">
            <a:extLst xmlns:a="http://schemas.openxmlformats.org/drawingml/2006/main">
              <a:ext uri="{FF2B5EF4-FFF2-40B4-BE49-F238E27FC236}">
                <a16:creationId xmlns:a16="http://schemas.microsoft.com/office/drawing/2014/main" id="{6260499E-210B-4A70-9F60-522363F7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保留判断依据，解释哪些样本未纳入结果。</a:t>
            </a:r>
          </a:p>
        </p:txBody>
      </p:sp>
      <p:sp>
        <p:nvSpPr>
          <p:cNvPr id="22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79202E2F-E1C6-4601-B601-72055FF4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3" name="p3-bottom-note">
            <a:extLst xmlns:a="http://schemas.openxmlformats.org/drawingml/2006/main">
              <a:ext uri="{FF2B5EF4-FFF2-40B4-BE49-F238E27FC236}">
                <a16:creationId xmlns:a16="http://schemas.microsoft.com/office/drawing/2014/main" id="{51E3EA8F-7BDF-42E9-8455-1B718E42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这几项共同解释一个结果，并不是必须依次执行的五个步骤。</a:t>
            </a:r>
          </a:p>
        </p:txBody>
      </p:sp>
      <p:sp>
        <p:nvSpPr>
          <p:cNvPr id="24" name="p3-footer-rule">
            <a:extLst xmlns:a="http://schemas.openxmlformats.org/drawingml/2006/main">
              <a:ext uri="{FF2B5EF4-FFF2-40B4-BE49-F238E27FC236}">
                <a16:creationId xmlns:a16="http://schemas.microsoft.com/office/drawing/2014/main" id="{85224B5D-9892-4397-901D-DF0F955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5" name="p3-footer-label">
            <a:extLst xmlns:a="http://schemas.openxmlformats.org/drawingml/2006/main">
              <a:ext uri="{FF2B5EF4-FFF2-40B4-BE49-F238E27FC236}">
                <a16:creationId xmlns:a16="http://schemas.microsoft.com/office/drawing/2014/main" id="{0C99A94F-65D3-4AE8-95AC-884D587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6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A30B6C69-D57F-4AFD-A763-68EA574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1096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4-title">
            <a:extLst xmlns:a="http://schemas.openxmlformats.org/drawingml/2006/main">
              <a:ext uri="{FF2B5EF4-FFF2-40B4-BE49-F238E27FC236}">
                <a16:creationId xmlns:a16="http://schemas.microsoft.com/office/drawing/2014/main" id="{1FAA9C0D-F0BE-4B30-AFA6-1DBCD39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记录完整，不会自动扩大访问权</a:t>
            </a:r>
          </a:p>
        </p:txBody>
      </p:sp>
      <p:sp>
        <p:nvSpPr>
          <p:cNvPr id="2" name="p4-kicker">
            <a:extLst xmlns:a="http://schemas.openxmlformats.org/drawingml/2006/main">
              <a:ext uri="{FF2B5EF4-FFF2-40B4-BE49-F238E27FC236}">
                <a16:creationId xmlns:a16="http://schemas.microsoft.com/office/drawing/2014/main" id="{BB9D2719-CBED-4FF8-B17F-CF719D7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3" name="p4-title-rule">
            <a:extLst xmlns:a="http://schemas.openxmlformats.org/drawingml/2006/main">
              <a:ext uri="{FF2B5EF4-FFF2-40B4-BE49-F238E27FC236}">
                <a16:creationId xmlns:a16="http://schemas.microsoft.com/office/drawing/2014/main" id="{0FBB43C1-E397-4900-81C3-7CE500D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4-lead">
            <a:extLst xmlns:a="http://schemas.openxmlformats.org/drawingml/2006/main">
              <a:ext uri="{FF2B5EF4-FFF2-40B4-BE49-F238E27FC236}">
                <a16:creationId xmlns:a16="http://schemas.microsoft.com/office/drawing/2014/main" id="{4CBA13B5-4E9A-4F37-A2F6-90ACA2B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归档要让结果可理解，同时保留原有授权边界。</a:t>
            </a:r>
          </a:p>
        </p:txBody>
      </p:sp>
      <p:sp>
        <p:nvSpPr>
          <p:cNvPr id="5" name="p4-analysis-band">
            <a:extLst xmlns:a="http://schemas.openxmlformats.org/drawingml/2006/main">
              <a:ext uri="{FF2B5EF4-FFF2-40B4-BE49-F238E27FC236}">
                <a16:creationId xmlns:a16="http://schemas.microsoft.com/office/drawing/2014/main" id="{B3196142-015A-475A-B5B8-0AFE633E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4-public-label">
            <a:extLst xmlns:a="http://schemas.openxmlformats.org/drawingml/2006/main">
              <a:ext uri="{FF2B5EF4-FFF2-40B4-BE49-F238E27FC236}">
                <a16:creationId xmlns:a16="http://schemas.microsoft.com/office/drawing/2014/main" id="{4B2AACFC-7713-43A7-AE43-A7E53D8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7" name="p4-public-body">
            <a:extLst xmlns:a="http://schemas.openxmlformats.org/drawingml/2006/main">
              <a:ext uri="{FF2B5EF4-FFF2-40B4-BE49-F238E27FC236}">
                <a16:creationId xmlns:a16="http://schemas.microsoft.com/office/drawing/2014/main" id="{F7A56963-F4CC-43C7-AFFB-8C9F67F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结果图和可公开的解释可以进入讨论材料。</a:t>
            </a:r>
          </a:p>
        </p:txBody>
      </p:sp>
      <p:sp>
        <p:nvSpPr>
          <p:cNvPr id="8" name="p4-mid-rule">
            <a:extLst xmlns:a="http://schemas.openxmlformats.org/drawingml/2006/main">
              <a:ext uri="{FF2B5EF4-FFF2-40B4-BE49-F238E27FC236}">
                <a16:creationId xmlns:a16="http://schemas.microsoft.com/office/drawing/2014/main" id="{FD0F9E1B-B1B8-4640-B52A-BAA690D7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9525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p4-restricted-label">
            <a:extLst xmlns:a="http://schemas.openxmlformats.org/drawingml/2006/main">
              <a:ext uri="{FF2B5EF4-FFF2-40B4-BE49-F238E27FC236}">
                <a16:creationId xmlns:a16="http://schemas.microsoft.com/office/drawing/2014/main" id="{091AD1BB-581F-4AB4-AFF8-EBF12680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0" name="p4-restricted-body">
            <a:extLst xmlns:a="http://schemas.openxmlformats.org/drawingml/2006/main">
              <a:ext uri="{FF2B5EF4-FFF2-40B4-BE49-F238E27FC236}">
                <a16:creationId xmlns:a16="http://schemas.microsoft.com/office/drawing/2014/main" id="{D94992AB-FD20-43FC-BD00-E8A5EC2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仍放在原授权位置；记录中只保留受控引用和访问条件。</a:t>
            </a:r>
          </a:p>
        </p:txBody>
      </p:sp>
      <p:sp>
        <p:nvSpPr>
          <p:cNvPr id="11" name="p4-public-node-label">
            <a:extLst xmlns:a="http://schemas.openxmlformats.org/drawingml/2006/main">
              <a:ext uri="{FF2B5EF4-FFF2-40B4-BE49-F238E27FC236}">
                <a16:creationId xmlns:a16="http://schemas.microsoft.com/office/drawing/2014/main" id="{F2764F6E-4CB3-40BA-8BC9-5F752F9B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可公开的解释</a:t>
            </a:r>
          </a:p>
        </p:txBody>
      </p:sp>
      <p:sp>
        <p:nvSpPr>
          <p:cNvPr id="12" name="p4-restricted-node-label">
            <a:extLst xmlns:a="http://schemas.openxmlformats.org/drawingml/2006/main">
              <a:ext uri="{FF2B5EF4-FFF2-40B4-BE49-F238E27FC236}">
                <a16:creationId xmlns:a16="http://schemas.microsoft.com/office/drawing/2014/main" id="{EB284AC8-FC11-4EDF-902F-50DC5976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3" name="p4-boundary-band">
            <a:extLst xmlns:a="http://schemas.openxmlformats.org/drawingml/2006/main">
              <a:ext uri="{FF2B5EF4-FFF2-40B4-BE49-F238E27FC236}">
                <a16:creationId xmlns:a16="http://schemas.microsoft.com/office/drawing/2014/main" id="{F7AEDBA5-248D-408C-90B5-4B6F98F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11144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4-boundary-label">
            <a:extLst xmlns:a="http://schemas.openxmlformats.org/drawingml/2006/main">
              <a:ext uri="{FF2B5EF4-FFF2-40B4-BE49-F238E27FC236}">
                <a16:creationId xmlns:a16="http://schemas.microsoft.com/office/drawing/2014/main" id="{93E17E1F-E939-495C-9C86-CC6FFA3D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路径 ≠ 授权</a:t>
            </a:r>
          </a:p>
        </p:txBody>
      </p:sp>
      <p:sp>
        <p:nvSpPr>
          <p:cNvPr id="15" name="p4-boundary-body">
            <a:extLst xmlns:a="http://schemas.openxmlformats.org/drawingml/2006/main">
              <a:ext uri="{FF2B5EF4-FFF2-40B4-BE49-F238E27FC236}">
                <a16:creationId xmlns:a16="http://schemas.microsoft.com/office/drawing/2014/main" id="{D9D62427-07F4-4C7C-A63E-168583D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记录表中出现一个路径，也不代表其他成员已经取得访问权。涉及个人信息或合作限制的内容，不能因为归档而改变授权。</a:t>
            </a:r>
          </a:p>
        </p:txBody>
      </p:sp>
      <p:sp>
        <p:nvSpPr>
          <p:cNvPr id="16" name="p4-footer-rule">
            <a:extLst xmlns:a="http://schemas.openxmlformats.org/drawingml/2006/main">
              <a:ext uri="{FF2B5EF4-FFF2-40B4-BE49-F238E27FC236}">
                <a16:creationId xmlns:a16="http://schemas.microsoft.com/office/drawing/2014/main" id="{29DF2100-1E40-4465-A5AA-89E8CCD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7" name="p4-footer-label">
            <a:extLst xmlns:a="http://schemas.openxmlformats.org/drawingml/2006/main">
              <a:ext uri="{FF2B5EF4-FFF2-40B4-BE49-F238E27FC236}">
                <a16:creationId xmlns:a16="http://schemas.microsoft.com/office/drawing/2014/main" id="{F8A15DD1-B101-43C8-8143-081CC35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18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90A557CE-EEFD-40B2-A73C-8A62E334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6590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5-title">
            <a:extLst xmlns:a="http://schemas.openxmlformats.org/drawingml/2006/main">
              <a:ext uri="{FF2B5EF4-FFF2-40B4-BE49-F238E27FC236}">
                <a16:creationId xmlns:a16="http://schemas.microsoft.com/office/drawing/2014/main" id="{0D0E1E2E-BBE3-4D69-8B78-6C8A22BF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新增实验优先，能保留清楚上下文；历史补档仍要逐项判断</a:t>
            </a:r>
          </a:p>
        </p:txBody>
      </p:sp>
      <p:sp>
        <p:nvSpPr>
          <p:cNvPr id="2" name="p5-kicker">
            <a:extLst xmlns:a="http://schemas.openxmlformats.org/drawingml/2006/main">
              <a:ext uri="{FF2B5EF4-FFF2-40B4-BE49-F238E27FC236}">
                <a16:creationId xmlns:a16="http://schemas.microsoft.com/office/drawing/2014/main" id="{804CB57E-BCEC-42E8-9913-5DE52D2A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范围取舍</a:t>
            </a:r>
          </a:p>
        </p:txBody>
      </p:sp>
      <p:sp>
        <p:nvSpPr>
          <p:cNvPr id="3" name="p5-title-rule">
            <a:extLst xmlns:a="http://schemas.openxmlformats.org/drawingml/2006/main">
              <a:ext uri="{FF2B5EF4-FFF2-40B4-BE49-F238E27FC236}">
                <a16:creationId xmlns:a16="http://schemas.microsoft.com/office/drawing/2014/main" id="{AE4CC144-7D05-4635-ABB2-B9DC207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5-lead">
            <a:extLst xmlns:a="http://schemas.openxmlformats.org/drawingml/2006/main">
              <a:ext uri="{FF2B5EF4-FFF2-40B4-BE49-F238E27FC236}">
                <a16:creationId xmlns:a16="http://schemas.microsoft.com/office/drawing/2014/main" id="{32A9CA67-D3C7-4FD8-AF4D-177D535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两种推进思路的差别，关键在于上下文是否仍清楚，以及短期能覆盖到什么。</a:t>
            </a:r>
          </a:p>
        </p:txBody>
      </p:sp>
      <p:sp>
        <p:nvSpPr>
          <p:cNvPr id="5" name="p5-dim-header">
            <a:extLst xmlns:a="http://schemas.openxmlformats.org/drawingml/2006/main">
              <a:ext uri="{FF2B5EF4-FFF2-40B4-BE49-F238E27FC236}">
                <a16:creationId xmlns:a16="http://schemas.microsoft.com/office/drawing/2014/main" id="{5C698D20-EF7A-4FB8-BE4A-81370157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共同维度</a:t>
            </a:r>
          </a:p>
        </p:txBody>
      </p:sp>
      <p:sp>
        <p:nvSpPr>
          <p:cNvPr id="6" name="p5-a-header-bg">
            <a:extLst xmlns:a="http://schemas.openxmlformats.org/drawingml/2006/main">
              <a:ext uri="{FF2B5EF4-FFF2-40B4-BE49-F238E27FC236}">
                <a16:creationId xmlns:a16="http://schemas.microsoft.com/office/drawing/2014/main" id="{9845ED13-1625-474B-8DB7-41072DA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5-b-header-bg">
            <a:extLst xmlns:a="http://schemas.openxmlformats.org/drawingml/2006/main">
              <a:ext uri="{FF2B5EF4-FFF2-40B4-BE49-F238E27FC236}">
                <a16:creationId xmlns:a16="http://schemas.microsoft.com/office/drawing/2014/main" id="{F0F993F7-45DC-4EFC-8636-9A1E3DA1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5-a-header">
            <a:extLst xmlns:a="http://schemas.openxmlformats.org/drawingml/2006/main">
              <a:ext uri="{FF2B5EF4-FFF2-40B4-BE49-F238E27FC236}">
                <a16:creationId xmlns:a16="http://schemas.microsoft.com/office/drawing/2014/main" id="{72DA5026-DDBA-4065-8783-DEFEFA1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9" name="p5-b-header">
            <a:extLst xmlns:a="http://schemas.openxmlformats.org/drawingml/2006/main">
              <a:ext uri="{FF2B5EF4-FFF2-40B4-BE49-F238E27FC236}">
                <a16:creationId xmlns:a16="http://schemas.microsoft.com/office/drawing/2014/main" id="{88CDC329-EDE7-4548-A55E-18EF89B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先从新增实验开始</a:t>
            </a:r>
          </a:p>
        </p:txBody>
      </p:sp>
      <p:sp>
        <p:nvSpPr>
          <p:cNvPr id="10" name="p5-row-1-rule">
            <a:extLst xmlns:a="http://schemas.openxmlformats.org/drawingml/2006/main">
              <a:ext uri="{FF2B5EF4-FFF2-40B4-BE49-F238E27FC236}">
                <a16:creationId xmlns:a16="http://schemas.microsoft.com/office/drawing/2014/main" id="{120E3563-FE30-46E3-9F3A-CD3425A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1" name="p5-row-1-label">
            <a:extLst xmlns:a="http://schemas.openxmlformats.org/drawingml/2006/main">
              <a:ext uri="{FF2B5EF4-FFF2-40B4-BE49-F238E27FC236}">
                <a16:creationId xmlns:a16="http://schemas.microsoft.com/office/drawing/2014/main" id="{8B1E4D51-16BB-45BA-ABC1-2DAF087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能得到什么</a:t>
            </a:r>
          </a:p>
        </p:txBody>
      </p:sp>
      <p:sp>
        <p:nvSpPr>
          <p:cNvPr id="12" name="p5-row-1-a">
            <a:extLst xmlns:a="http://schemas.openxmlformats.org/drawingml/2006/main">
              <a:ext uri="{FF2B5EF4-FFF2-40B4-BE49-F238E27FC236}">
                <a16:creationId xmlns:a16="http://schemas.microsoft.com/office/drawing/2014/main" id="{FEABA22B-DD79-4FF5-845D-9E6A3089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一次形成较大的目录。</a:t>
            </a:r>
          </a:p>
        </p:txBody>
      </p:sp>
      <p:sp>
        <p:nvSpPr>
          <p:cNvPr id="13" name="p5-row-1-b">
            <a:extLst xmlns:a="http://schemas.openxmlformats.org/drawingml/2006/main">
              <a:ext uri="{FF2B5EF4-FFF2-40B4-BE49-F238E27FC236}">
                <a16:creationId xmlns:a16="http://schemas.microsoft.com/office/drawing/2014/main" id="{605BAE30-555C-438C-9EBC-0D095A97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在上下文尚清楚时记录。</a:t>
            </a:r>
          </a:p>
        </p:txBody>
      </p:sp>
      <p:sp>
        <p:nvSpPr>
          <p:cNvPr id="14" name="p5-row-2-rule">
            <a:extLst xmlns:a="http://schemas.openxmlformats.org/drawingml/2006/main">
              <a:ext uri="{FF2B5EF4-FFF2-40B4-BE49-F238E27FC236}">
                <a16:creationId xmlns:a16="http://schemas.microsoft.com/office/drawing/2014/main" id="{8BB43B3E-6187-4EFE-A8C1-B9E61B9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5" name="p5-row-2-label">
            <a:extLst xmlns:a="http://schemas.openxmlformats.org/drawingml/2006/main">
              <a:ext uri="{FF2B5EF4-FFF2-40B4-BE49-F238E27FC236}">
                <a16:creationId xmlns:a16="http://schemas.microsoft.com/office/drawing/2014/main" id="{91B74E52-9972-42AC-A259-3179900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16" name="p5-row-2-a">
            <a:extLst xmlns:a="http://schemas.openxmlformats.org/drawingml/2006/main">
              <a:ext uri="{FF2B5EF4-FFF2-40B4-BE49-F238E27FC236}">
                <a16:creationId xmlns:a16="http://schemas.microsoft.com/office/drawing/2014/main" id="{BF13EE0F-45B1-41F8-9D3E-A075E94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追查遗失上下文耗时，也可能把不确定记忆写成确定说明。</a:t>
            </a:r>
          </a:p>
        </p:txBody>
      </p:sp>
      <p:sp>
        <p:nvSpPr>
          <p:cNvPr id="17" name="p5-row-2-b">
            <a:extLst xmlns:a="http://schemas.openxmlformats.org/drawingml/2006/main">
              <a:ext uri="{FF2B5EF4-FFF2-40B4-BE49-F238E27FC236}">
                <a16:creationId xmlns:a16="http://schemas.microsoft.com/office/drawing/2014/main" id="{38F665C7-97AB-49BF-87B0-AFB3554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短期内无法解决全部历史材料的追溯问题。</a:t>
            </a:r>
          </a:p>
        </p:txBody>
      </p:sp>
      <p:sp>
        <p:nvSpPr>
          <p:cNvPr id="18" name="p5-row-3-rule">
            <a:extLst xmlns:a="http://schemas.openxmlformats.org/drawingml/2006/main">
              <a:ext uri="{FF2B5EF4-FFF2-40B4-BE49-F238E27FC236}">
                <a16:creationId xmlns:a16="http://schemas.microsoft.com/office/drawing/2014/main" id="{958E687E-CFC8-4D18-9127-6326FA2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9" name="p5-row-3-label">
            <a:extLst xmlns:a="http://schemas.openxmlformats.org/drawingml/2006/main">
              <a:ext uri="{FF2B5EF4-FFF2-40B4-BE49-F238E27FC236}">
                <a16:creationId xmlns:a16="http://schemas.microsoft.com/office/drawing/2014/main" id="{813E2588-ED89-4640-A6B8-3E11513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使用方式</a:t>
            </a:r>
          </a:p>
        </p:txBody>
      </p:sp>
      <p:sp>
        <p:nvSpPr>
          <p:cNvPr id="20" name="p5-row-3-a">
            <a:extLst xmlns:a="http://schemas.openxmlformats.org/drawingml/2006/main">
              <a:ext uri="{FF2B5EF4-FFF2-40B4-BE49-F238E27FC236}">
                <a16:creationId xmlns:a16="http://schemas.microsoft.com/office/drawing/2014/main" id="{BAF7EC66-2F2E-4CE6-A18B-8E6BD184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不宜一口气覆盖历史。</a:t>
            </a:r>
          </a:p>
        </p:txBody>
      </p:sp>
      <p:sp>
        <p:nvSpPr>
          <p:cNvPr id="21" name="p5-row-3-b">
            <a:extLst xmlns:a="http://schemas.openxmlformats.org/drawingml/2006/main">
              <a:ext uri="{FF2B5EF4-FFF2-40B4-BE49-F238E27FC236}">
                <a16:creationId xmlns:a16="http://schemas.microsoft.com/office/drawing/2014/main" id="{1450F621-4E4A-42CA-84F7-B3A2BD0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先对新增实验试行；真正需要复核的历史结果逐项补充。</a:t>
            </a:r>
          </a:p>
        </p:txBody>
      </p:sp>
      <p:sp>
        <p:nvSpPr>
          <p:cNvPr id="22" name="p5-bottom-rule">
            <a:extLst xmlns:a="http://schemas.openxmlformats.org/drawingml/2006/main">
              <a:ext uri="{FF2B5EF4-FFF2-40B4-BE49-F238E27FC236}">
                <a16:creationId xmlns:a16="http://schemas.microsoft.com/office/drawing/2014/main" id="{A565ABB3-B3F7-4A1B-8B62-A2FE24BA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3" name="p5-bottom-note">
            <a:extLst xmlns:a="http://schemas.openxmlformats.org/drawingml/2006/main">
              <a:ext uri="{FF2B5EF4-FFF2-40B4-BE49-F238E27FC236}">
                <a16:creationId xmlns:a16="http://schemas.microsoft.com/office/drawing/2014/main" id="{F8601B5E-DA0A-410A-9424-C52C261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29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建议先对新增实验试行。这是一种范围选择，不能表述为已经证明新方式更高效。</a:t>
            </a:r>
          </a:p>
        </p:txBody>
      </p:sp>
      <p:sp>
        <p:nvSpPr>
          <p:cNvPr id="24" name="p5-footer-rule">
            <a:extLst xmlns:a="http://schemas.openxmlformats.org/drawingml/2006/main">
              <a:ext uri="{FF2B5EF4-FFF2-40B4-BE49-F238E27FC236}">
                <a16:creationId xmlns:a16="http://schemas.microsoft.com/office/drawing/2014/main" id="{19B0A40A-419F-4EFD-8A33-4046D255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5" name="p5-footer-label">
            <a:extLst xmlns:a="http://schemas.openxmlformats.org/drawingml/2006/main">
              <a:ext uri="{FF2B5EF4-FFF2-40B4-BE49-F238E27FC236}">
                <a16:creationId xmlns:a16="http://schemas.microsoft.com/office/drawing/2014/main" id="{1258A6E5-F64A-4ECF-9DC8-478AE4C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6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C14165B4-0289-4AEB-AF9A-7AF6429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7440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6-title">
            <a:extLst xmlns:a="http://schemas.openxmlformats.org/drawingml/2006/main">
              <a:ext uri="{FF2B5EF4-FFF2-40B4-BE49-F238E27FC236}">
                <a16:creationId xmlns:a16="http://schemas.microsoft.com/office/drawing/2014/main" id="{8DB08224-2D73-44C9-8101-760F98A6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复核是一条有责任边界的协作链</a:t>
            </a:r>
          </a:p>
        </p:txBody>
      </p:sp>
      <p:sp>
        <p:nvSpPr>
          <p:cNvPr id="2" name="p6-kicker">
            <a:extLst xmlns:a="http://schemas.openxmlformats.org/drawingml/2006/main">
              <a:ext uri="{FF2B5EF4-FFF2-40B4-BE49-F238E27FC236}">
                <a16:creationId xmlns:a16="http://schemas.microsoft.com/office/drawing/2014/main" id="{31411C87-115C-4C5F-8AA1-15224A1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工作顺序</a:t>
            </a:r>
          </a:p>
        </p:txBody>
      </p:sp>
      <p:sp>
        <p:nvSpPr>
          <p:cNvPr id="3" name="p6-title-rule">
            <a:extLst xmlns:a="http://schemas.openxmlformats.org/drawingml/2006/main">
              <a:ext uri="{FF2B5EF4-FFF2-40B4-BE49-F238E27FC236}">
                <a16:creationId xmlns:a16="http://schemas.microsoft.com/office/drawing/2014/main" id="{90D5905D-B9DC-4F23-88D1-22D85FAB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6-lead">
            <a:extLst xmlns:a="http://schemas.openxmlformats.org/drawingml/2006/main">
              <a:ext uri="{FF2B5EF4-FFF2-40B4-BE49-F238E27FC236}">
                <a16:creationId xmlns:a16="http://schemas.microsoft.com/office/drawing/2014/main" id="{BF899DFA-6700-4D86-A15F-A950204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先检查别人是否能理解这个结果怎么产生，再进入可讨论版本；复核不要求复做整项实验。</a:t>
            </a:r>
          </a:p>
        </p:txBody>
      </p:sp>
      <p:sp>
        <p:nvSpPr>
          <p:cNvPr id="5" name="p6-node-1-box">
            <a:extLst xmlns:a="http://schemas.openxmlformats.org/drawingml/2006/main">
              <a:ext uri="{FF2B5EF4-FFF2-40B4-BE49-F238E27FC236}">
                <a16:creationId xmlns:a16="http://schemas.microsoft.com/office/drawing/2014/main" id="{D4A76CCE-4CDB-4C0F-ACED-83ED171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6" name="p6-node-1-title">
            <a:extLst xmlns:a="http://schemas.openxmlformats.org/drawingml/2006/main">
              <a:ext uri="{FF2B5EF4-FFF2-40B4-BE49-F238E27FC236}">
                <a16:creationId xmlns:a16="http://schemas.microsoft.com/office/drawing/2014/main" id="{9FC9D2C5-8B4B-46A8-BF8D-62A7FAF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7" name="p6-node-1-body">
            <a:extLst xmlns:a="http://schemas.openxmlformats.org/drawingml/2006/main">
              <a:ext uri="{FF2B5EF4-FFF2-40B4-BE49-F238E27FC236}">
                <a16:creationId xmlns:a16="http://schemas.microsoft.com/office/drawing/2014/main" id="{0BEC6782-FF7C-4B92-97AF-C814E2A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执行者提交一个结果记录及受控引用。</a:t>
            </a:r>
          </a:p>
        </p:txBody>
      </p:sp>
      <p:sp>
        <p:nvSpPr>
          <p:cNvPr id="8" name="p6-node-2-box">
            <a:extLst xmlns:a="http://schemas.openxmlformats.org/drawingml/2006/main">
              <a:ext uri="{FF2B5EF4-FFF2-40B4-BE49-F238E27FC236}">
                <a16:creationId xmlns:a16="http://schemas.microsoft.com/office/drawing/2014/main" id="{D4DA3382-DE89-4210-AB51-DEAC9DC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p6-node-2-title">
            <a:extLst xmlns:a="http://schemas.openxmlformats.org/drawingml/2006/main">
              <a:ext uri="{FF2B5EF4-FFF2-40B4-BE49-F238E27FC236}">
                <a16:creationId xmlns:a16="http://schemas.microsoft.com/office/drawing/2014/main" id="{C6422CC2-B417-4BC3-8F9D-336DB2D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尝试定位</a:t>
            </a:r>
          </a:p>
        </p:txBody>
      </p:sp>
      <p:sp>
        <p:nvSpPr>
          <p:cNvPr id="10" name="p6-node-2-body">
            <a:extLst xmlns:a="http://schemas.openxmlformats.org/drawingml/2006/main">
              <a:ext uri="{FF2B5EF4-FFF2-40B4-BE49-F238E27FC236}">
                <a16:creationId xmlns:a16="http://schemas.microsoft.com/office/drawing/2014/main" id="{47C8D86B-872E-4B27-863D-08E514D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另一位成员依据记录定位数据、脚本和条件，并提出缺项。</a:t>
            </a:r>
          </a:p>
        </p:txBody>
      </p:sp>
      <p:sp>
        <p:nvSpPr>
          <p:cNvPr id="11" name="p6-node-3-box">
            <a:extLst xmlns:a="http://schemas.openxmlformats.org/drawingml/2006/main">
              <a:ext uri="{FF2B5EF4-FFF2-40B4-BE49-F238E27FC236}">
                <a16:creationId xmlns:a16="http://schemas.microsoft.com/office/drawing/2014/main" id="{27FBFB3F-0D9A-4ED6-82CF-9130929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2" name="p6-node-3-title">
            <a:extLst xmlns:a="http://schemas.openxmlformats.org/drawingml/2006/main">
              <a:ext uri="{FF2B5EF4-FFF2-40B4-BE49-F238E27FC236}">
                <a16:creationId xmlns:a16="http://schemas.microsoft.com/office/drawing/2014/main" id="{AFF40E48-4A32-4B98-83A3-1275E78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13" name="p6-node-3-body">
            <a:extLst xmlns:a="http://schemas.openxmlformats.org/drawingml/2006/main">
              <a:ext uri="{FF2B5EF4-FFF2-40B4-BE49-F238E27FC236}">
                <a16:creationId xmlns:a16="http://schemas.microsoft.com/office/drawing/2014/main" id="{CDA1DD1B-34A6-4D25-8E46-74D9B79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执行者补充缺项后交给负责人确认。</a:t>
            </a:r>
          </a:p>
        </p:txBody>
      </p:sp>
      <p:sp>
        <p:nvSpPr>
          <p:cNvPr id="14" name="p6-node-4-box">
            <a:extLst xmlns:a="http://schemas.openxmlformats.org/drawingml/2006/main">
              <a:ext uri="{FF2B5EF4-FFF2-40B4-BE49-F238E27FC236}">
                <a16:creationId xmlns:a16="http://schemas.microsoft.com/office/drawing/2014/main" id="{5DCD5AD2-A7DA-4F46-9957-3F7E6295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5" name="p6-node-4-title">
            <a:extLst xmlns:a="http://schemas.openxmlformats.org/drawingml/2006/main">
              <a:ext uri="{FF2B5EF4-FFF2-40B4-BE49-F238E27FC236}">
                <a16:creationId xmlns:a16="http://schemas.microsoft.com/office/drawing/2014/main" id="{CE92868B-EAB3-4E98-BB65-7FF82A1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确认版本</a:t>
            </a:r>
          </a:p>
        </p:txBody>
      </p:sp>
      <p:sp>
        <p:nvSpPr>
          <p:cNvPr id="16" name="p6-node-4-body">
            <a:extLst xmlns:a="http://schemas.openxmlformats.org/drawingml/2006/main">
              <a:ext uri="{FF2B5EF4-FFF2-40B4-BE49-F238E27FC236}">
                <a16:creationId xmlns:a16="http://schemas.microsoft.com/office/drawing/2014/main" id="{A557419E-3D8C-4498-ACD7-21A46FE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负责人确认，记录进入可讨论版本。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146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721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296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20" name="p6-condition-band">
            <a:extLst xmlns:a="http://schemas.openxmlformats.org/drawingml/2006/main">
              <a:ext uri="{FF2B5EF4-FFF2-40B4-BE49-F238E27FC236}">
                <a16:creationId xmlns:a16="http://schemas.microsoft.com/office/drawing/2014/main" id="{2EB82333-77BB-4694-A6B3-1E531E2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114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6-condition-label">
            <a:extLst xmlns:a="http://schemas.openxmlformats.org/drawingml/2006/main">
              <a:ext uri="{FF2B5EF4-FFF2-40B4-BE49-F238E27FC236}">
                <a16:creationId xmlns:a16="http://schemas.microsoft.com/office/drawing/2014/main" id="{7A696BA3-959D-46E9-8D61-216947E2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授权条件</a:t>
            </a:r>
          </a:p>
        </p:txBody>
      </p:sp>
      <p:sp>
        <p:nvSpPr>
          <p:cNvPr id="22" name="p6-condition-body">
            <a:extLst xmlns:a="http://schemas.openxmlformats.org/drawingml/2006/main">
              <a:ext uri="{FF2B5EF4-FFF2-40B4-BE49-F238E27FC236}">
                <a16:creationId xmlns:a16="http://schemas.microsoft.com/office/drawing/2014/main" id="{F415AE50-CE9A-4C46-8F95-BBE7B40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0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涉及新的访问授权时，暂停共享，由负责人处理授权后再继续。复核只检查可理解性，不代替科学结论审查。</a:t>
            </a:r>
          </a:p>
        </p:txBody>
      </p:sp>
      <p:sp>
        <p:nvSpPr>
          <p:cNvPr id="23" name="p6-footer-rule">
            <a:extLst xmlns:a="http://schemas.openxmlformats.org/drawingml/2006/main">
              <a:ext uri="{FF2B5EF4-FFF2-40B4-BE49-F238E27FC236}">
                <a16:creationId xmlns:a16="http://schemas.microsoft.com/office/drawing/2014/main" id="{32A3B5F8-147B-43E2-8880-0FB68A9D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4" name="p6-footer-label">
            <a:extLst xmlns:a="http://schemas.openxmlformats.org/drawingml/2006/main">
              <a:ext uri="{FF2B5EF4-FFF2-40B4-BE49-F238E27FC236}">
                <a16:creationId xmlns:a16="http://schemas.microsoft.com/office/drawing/2014/main" id="{33EE2E0D-2251-46C2-B960-DFC95CA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5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B0E74F90-91B6-494D-8B7F-D66B0BE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2101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7-title">
            <a:extLst xmlns:a="http://schemas.openxmlformats.org/drawingml/2006/main">
              <a:ext uri="{FF2B5EF4-FFF2-40B4-BE49-F238E27FC236}">
                <a16:creationId xmlns:a16="http://schemas.microsoft.com/office/drawing/2014/main" id="{BB1D90F7-0C33-4182-A378-7DE89C9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四周试点，先观察能否持续解释结果</a:t>
            </a:r>
          </a:p>
        </p:txBody>
      </p:sp>
      <p:sp>
        <p:nvSpPr>
          <p:cNvPr id="2" name="p7-kicker">
            <a:extLst xmlns:a="http://schemas.openxmlformats.org/drawingml/2006/main">
              <a:ext uri="{FF2B5EF4-FFF2-40B4-BE49-F238E27FC236}">
                <a16:creationId xmlns:a16="http://schemas.microsoft.com/office/drawing/2014/main" id="{F4B13279-58DB-4A90-BF6E-6E4F18F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试点边界</a:t>
            </a:r>
          </a:p>
        </p:txBody>
      </p:sp>
      <p:sp>
        <p:nvSpPr>
          <p:cNvPr id="3" name="p7-title-rule">
            <a:extLst xmlns:a="http://schemas.openxmlformats.org/drawingml/2006/main">
              <a:ext uri="{FF2B5EF4-FFF2-40B4-BE49-F238E27FC236}">
                <a16:creationId xmlns:a16="http://schemas.microsoft.com/office/drawing/2014/main" id="{9EEDD034-72DD-4BB8-B80A-5AAAA437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7-lead">
            <a:extLst xmlns:a="http://schemas.openxmlformats.org/drawingml/2006/main">
              <a:ext uri="{FF2B5EF4-FFF2-40B4-BE49-F238E27FC236}">
                <a16:creationId xmlns:a16="http://schemas.microsoft.com/office/drawing/2014/main" id="{81B92220-E98A-4CD8-9660-1681E508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范围是拟定的：一个课题方向、两名自愿成员，只记录新增实验。</a:t>
            </a:r>
          </a:p>
        </p:txBody>
      </p:sp>
      <p:sp>
        <p:nvSpPr>
          <p:cNvPr id="5" name="p7-scope-band">
            <a:extLst xmlns:a="http://schemas.openxmlformats.org/drawingml/2006/main">
              <a:ext uri="{FF2B5EF4-FFF2-40B4-BE49-F238E27FC236}">
                <a16:creationId xmlns:a16="http://schemas.microsoft.com/office/drawing/2014/main" id="{82AE17E5-275D-45A7-8E0B-70D91DC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-scope-metric-1">
            <a:extLst xmlns:a="http://schemas.openxmlformats.org/drawingml/2006/main">
              <a:ext uri="{FF2B5EF4-FFF2-40B4-BE49-F238E27FC236}">
                <a16:creationId xmlns:a16="http://schemas.microsoft.com/office/drawing/2014/main" id="{331C8076-E01A-489B-A750-66AC433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4周</a:t>
            </a:r>
          </a:p>
        </p:txBody>
      </p:sp>
      <p:sp>
        <p:nvSpPr>
          <p:cNvPr id="7" name="p7-scope-label-1">
            <a:extLst xmlns:a="http://schemas.openxmlformats.org/drawingml/2006/main">
              <a:ext uri="{FF2B5EF4-FFF2-40B4-BE49-F238E27FC236}">
                <a16:creationId xmlns:a16="http://schemas.microsoft.com/office/drawing/2014/main" id="{6FDDE04C-A52F-44A2-88B3-ACB4BC31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95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试点周期</a:t>
            </a:r>
          </a:p>
        </p:txBody>
      </p:sp>
      <p:sp>
        <p:nvSpPr>
          <p:cNvPr id="8" name="p7-scope-metric-2">
            <a:extLst xmlns:a="http://schemas.openxmlformats.org/drawingml/2006/main">
              <a:ext uri="{FF2B5EF4-FFF2-40B4-BE49-F238E27FC236}">
                <a16:creationId xmlns:a16="http://schemas.microsoft.com/office/drawing/2014/main" id="{F853DBE6-8C96-4592-8F66-327530A0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2名</a:t>
            </a:r>
          </a:p>
        </p:txBody>
      </p:sp>
      <p:sp>
        <p:nvSpPr>
          <p:cNvPr id="9" name="p7-scope-label-2">
            <a:extLst xmlns:a="http://schemas.openxmlformats.org/drawingml/2006/main">
              <a:ext uri="{FF2B5EF4-FFF2-40B4-BE49-F238E27FC236}">
                <a16:creationId xmlns:a16="http://schemas.microsoft.com/office/drawing/2014/main" id="{93293B54-F794-492E-BECE-B1C8E9C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95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自愿成员</a:t>
            </a:r>
          </a:p>
        </p:txBody>
      </p:sp>
      <p:sp>
        <p:nvSpPr>
          <p:cNvPr id="10" name="p7-scope-label-3">
            <a:extLst xmlns:a="http://schemas.openxmlformats.org/drawingml/2006/main">
              <a:ext uri="{FF2B5EF4-FFF2-40B4-BE49-F238E27FC236}">
                <a16:creationId xmlns:a16="http://schemas.microsoft.com/office/drawing/2014/main" id="{C58CC2AF-C5B2-4873-B7E4-CC72C60D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1个课题方向</a:t>
            </a:r>
          </a:p>
        </p:txBody>
      </p:sp>
      <p:sp>
        <p:nvSpPr>
          <p:cNvPr id="11" name="p7-scope-body-3">
            <a:extLst xmlns:a="http://schemas.openxmlformats.org/drawingml/2006/main">
              <a:ext uri="{FF2B5EF4-FFF2-40B4-BE49-F238E27FC236}">
                <a16:creationId xmlns:a16="http://schemas.microsoft.com/office/drawing/2014/main" id="{49BB85DE-BF9E-4339-ACCB-77C0108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12" name="p7-timeline-main">
            <a:extLst xmlns:a="http://schemas.openxmlformats.org/drawingml/2006/main">
              <a:ext uri="{FF2B5EF4-FFF2-40B4-BE49-F238E27FC236}">
                <a16:creationId xmlns:a16="http://schemas.microsoft.com/office/drawing/2014/main" id="{534DEA5F-B4CB-48C3-8634-8C8A9DB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10029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3" name="p7-week-1-dot">
            <a:extLst xmlns:a="http://schemas.openxmlformats.org/drawingml/2006/main">
              <a:ext uri="{FF2B5EF4-FFF2-40B4-BE49-F238E27FC236}">
                <a16:creationId xmlns:a16="http://schemas.microsoft.com/office/drawing/2014/main" id="{4BF3DA47-26E4-4DDB-BE15-5000650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p7-week-1-title">
            <a:extLst xmlns:a="http://schemas.openxmlformats.org/drawingml/2006/main">
              <a:ext uri="{FF2B5EF4-FFF2-40B4-BE49-F238E27FC236}">
                <a16:creationId xmlns:a16="http://schemas.microsoft.com/office/drawing/2014/main" id="{851B1E72-80E3-4E45-9452-BD4BA4BC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15" name="p7-week-1-body">
            <a:extLst xmlns:a="http://schemas.openxmlformats.org/drawingml/2006/main">
              <a:ext uri="{FF2B5EF4-FFF2-40B4-BE49-F238E27FC236}">
                <a16:creationId xmlns:a16="http://schemas.microsoft.com/office/drawing/2014/main" id="{0E05CBC3-7861-4160-8FC0-B8B8D949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共同明确最少字段，用一个结果试填。</a:t>
            </a:r>
          </a:p>
        </p:txBody>
      </p:sp>
      <p:sp>
        <p:nvSpPr>
          <p:cNvPr id="16" name="p7-week-2-dot">
            <a:extLst xmlns:a="http://schemas.openxmlformats.org/drawingml/2006/main">
              <a:ext uri="{FF2B5EF4-FFF2-40B4-BE49-F238E27FC236}">
                <a16:creationId xmlns:a16="http://schemas.microsoft.com/office/drawing/2014/main" id="{431E5B5D-D6D2-4892-B4DB-89CD26A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p7-week-2-title">
            <a:extLst xmlns:a="http://schemas.openxmlformats.org/drawingml/2006/main">
              <a:ext uri="{FF2B5EF4-FFF2-40B4-BE49-F238E27FC236}">
                <a16:creationId xmlns:a16="http://schemas.microsoft.com/office/drawing/2014/main" id="{4A726D71-45A0-4DB3-A22D-B2B8088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第二周</a:t>
            </a:r>
          </a:p>
        </p:txBody>
      </p:sp>
      <p:sp>
        <p:nvSpPr>
          <p:cNvPr id="18" name="p7-week-2-body">
            <a:extLst xmlns:a="http://schemas.openxmlformats.org/drawingml/2006/main">
              <a:ext uri="{FF2B5EF4-FFF2-40B4-BE49-F238E27FC236}">
                <a16:creationId xmlns:a16="http://schemas.microsoft.com/office/drawing/2014/main" id="{1EA80343-C8CD-4F07-9DD2-215D9C5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在实际工作中记录缺项。</a:t>
            </a:r>
          </a:p>
        </p:txBody>
      </p:sp>
      <p:sp>
        <p:nvSpPr>
          <p:cNvPr id="19" name="p7-week-3-dot">
            <a:extLst xmlns:a="http://schemas.openxmlformats.org/drawingml/2006/main">
              <a:ext uri="{FF2B5EF4-FFF2-40B4-BE49-F238E27FC236}">
                <a16:creationId xmlns:a16="http://schemas.microsoft.com/office/drawing/2014/main" id="{FB19FD4C-C6FC-4F4E-94BC-5F59B501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7-week-3-title">
            <a:extLst xmlns:a="http://schemas.openxmlformats.org/drawingml/2006/main">
              <a:ext uri="{FF2B5EF4-FFF2-40B4-BE49-F238E27FC236}">
                <a16:creationId xmlns:a16="http://schemas.microsoft.com/office/drawing/2014/main" id="{156AB4F2-123F-4D9A-8B87-D83D6F0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第三周</a:t>
            </a:r>
          </a:p>
        </p:txBody>
      </p:sp>
      <p:sp>
        <p:nvSpPr>
          <p:cNvPr id="21" name="p7-week-3-body">
            <a:extLst xmlns:a="http://schemas.openxmlformats.org/drawingml/2006/main">
              <a:ext uri="{FF2B5EF4-FFF2-40B4-BE49-F238E27FC236}">
                <a16:creationId xmlns:a16="http://schemas.microsoft.com/office/drawing/2014/main" id="{349DDC3F-ED06-4C1F-8E48-2728D059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在实际工作中记录填写负担。</a:t>
            </a:r>
          </a:p>
        </p:txBody>
      </p:sp>
      <p:sp>
        <p:nvSpPr>
          <p:cNvPr id="22" name="p7-week-4-dot">
            <a:extLst xmlns:a="http://schemas.openxmlformats.org/drawingml/2006/main">
              <a:ext uri="{FF2B5EF4-FFF2-40B4-BE49-F238E27FC236}">
                <a16:creationId xmlns:a16="http://schemas.microsoft.com/office/drawing/2014/main" id="{4CFB9177-7F40-4391-9F5D-4B0ECED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p7-week-4-title">
            <a:extLst xmlns:a="http://schemas.openxmlformats.org/drawingml/2006/main">
              <a:ext uri="{FF2B5EF4-FFF2-40B4-BE49-F238E27FC236}">
                <a16:creationId xmlns:a16="http://schemas.microsoft.com/office/drawing/2014/main" id="{DA7DC23A-BCC5-4379-AC85-C761B72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第四周</a:t>
            </a:r>
          </a:p>
        </p:txBody>
      </p:sp>
      <p:sp>
        <p:nvSpPr>
          <p:cNvPr id="24" name="p7-week-4-body">
            <a:extLst xmlns:a="http://schemas.openxmlformats.org/drawingml/2006/main">
              <a:ext uri="{FF2B5EF4-FFF2-40B4-BE49-F238E27FC236}">
                <a16:creationId xmlns:a16="http://schemas.microsoft.com/office/drawing/2014/main" id="{41266ADB-DC98-4EC2-8D05-B349AA4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讨论保留、修改或停止。</a:t>
            </a:r>
          </a:p>
        </p:txBody>
      </p:sp>
      <p:sp>
        <p:nvSpPr>
          <p:cNvPr id="25" name="p7-eval-band">
            <a:extLst xmlns:a="http://schemas.openxmlformats.org/drawingml/2006/main">
              <a:ext uri="{FF2B5EF4-FFF2-40B4-BE49-F238E27FC236}">
                <a16:creationId xmlns:a16="http://schemas.microsoft.com/office/drawing/2014/main" id="{B53BD148-2A31-4061-978C-3C5244F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11144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-eval-label">
            <a:extLst xmlns:a="http://schemas.openxmlformats.org/drawingml/2006/main">
              <a:ext uri="{FF2B5EF4-FFF2-40B4-BE49-F238E27FC236}">
                <a16:creationId xmlns:a16="http://schemas.microsoft.com/office/drawing/2014/main" id="{F79162C9-86D1-4D02-BB47-9748D597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评估不设统一“合格分数”</a:t>
            </a:r>
          </a:p>
        </p:txBody>
      </p:sp>
      <p:sp>
        <p:nvSpPr>
          <p:cNvPr id="27" name="p7-eval-q1">
            <a:extLst xmlns:a="http://schemas.openxmlformats.org/drawingml/2006/main">
              <a:ext uri="{FF2B5EF4-FFF2-40B4-BE49-F238E27FC236}">
                <a16:creationId xmlns:a16="http://schemas.microsoft.com/office/drawing/2014/main" id="{5711FF73-054D-4D23-A82A-D7B6FB83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能否沿记录定位结果来源</a:t>
            </a:r>
          </a:p>
        </p:txBody>
      </p:sp>
      <p:sp>
        <p:nvSpPr>
          <p:cNvPr id="28" name="p7-eval-q2">
            <a:extLst xmlns:a="http://schemas.openxmlformats.org/drawingml/2006/main">
              <a:ext uri="{FF2B5EF4-FFF2-40B4-BE49-F238E27FC236}">
                <a16:creationId xmlns:a16="http://schemas.microsoft.com/office/drawing/2014/main" id="{F9AF3A41-C940-46A3-84D8-B4EBCA7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处理与排除是否有可理解依据</a:t>
            </a:r>
          </a:p>
        </p:txBody>
      </p:sp>
      <p:sp>
        <p:nvSpPr>
          <p:cNvPr id="29" name="p7-eval-q3">
            <a:extLst xmlns:a="http://schemas.openxmlformats.org/drawingml/2006/main">
              <a:ext uri="{FF2B5EF4-FFF2-40B4-BE49-F238E27FC236}">
                <a16:creationId xmlns:a16="http://schemas.microsoft.com/office/drawing/2014/main" id="{B1A59736-D06B-488A-933C-B7E1FDF3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05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负担是否在愿意持续承担的范围内</a:t>
            </a:r>
          </a:p>
        </p:txBody>
      </p:sp>
      <p:sp>
        <p:nvSpPr>
          <p:cNvPr id="30" name="p7-eval-note">
            <a:extLst xmlns:a="http://schemas.openxmlformats.org/drawingml/2006/main">
              <a:ext uri="{FF2B5EF4-FFF2-40B4-BE49-F238E27FC236}">
                <a16:creationId xmlns:a16="http://schemas.microsoft.com/office/drawing/2014/main" id="{68ADED84-4545-4772-8B06-1EA8C71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收集具体复核过程和当事人反馈；四周安排不代表已有效率提升或完成率数字。</a:t>
            </a:r>
          </a:p>
        </p:txBody>
      </p:sp>
      <p:sp>
        <p:nvSpPr>
          <p:cNvPr id="31" name="p7-footer-rule">
            <a:extLst xmlns:a="http://schemas.openxmlformats.org/drawingml/2006/main">
              <a:ext uri="{FF2B5EF4-FFF2-40B4-BE49-F238E27FC236}">
                <a16:creationId xmlns:a16="http://schemas.microsoft.com/office/drawing/2014/main" id="{7828AEB0-67A1-4747-97B7-EEC6369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32" name="p7-footer-label">
            <a:extLst xmlns:a="http://schemas.openxmlformats.org/drawingml/2006/main">
              <a:ext uri="{FF2B5EF4-FFF2-40B4-BE49-F238E27FC236}">
                <a16:creationId xmlns:a16="http://schemas.microsoft.com/office/drawing/2014/main" id="{F25D4923-D1EF-48DF-8530-E2BCC835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33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B9E26248-D16A-4439-B17D-CFB0F8C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9171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8-title">
            <a:extLst xmlns:a="http://schemas.openxmlformats.org/drawingml/2006/main">
              <a:ext uri="{FF2B5EF4-FFF2-40B4-BE49-F238E27FC236}">
                <a16:creationId xmlns:a16="http://schemas.microsoft.com/office/drawing/2014/main" id="{8ECB8A79-7511-4089-8DF7-5B185AA2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先让一次结果可以被理解，再决定长期保存什么</a:t>
            </a:r>
          </a:p>
        </p:txBody>
      </p:sp>
      <p:sp>
        <p:nvSpPr>
          <p:cNvPr id="2" name="p8-kicker">
            <a:extLst xmlns:a="http://schemas.openxmlformats.org/drawingml/2006/main">
              <a:ext uri="{FF2B5EF4-FFF2-40B4-BE49-F238E27FC236}">
                <a16:creationId xmlns:a16="http://schemas.microsoft.com/office/drawing/2014/main" id="{5F95AED7-670E-4A25-9C70-A01F320F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讨论收束</a:t>
            </a:r>
          </a:p>
        </p:txBody>
      </p:sp>
      <p:sp>
        <p:nvSpPr>
          <p:cNvPr id="3" name="p8-title-rule">
            <a:extLst xmlns:a="http://schemas.openxmlformats.org/drawingml/2006/main">
              <a:ext uri="{FF2B5EF4-FFF2-40B4-BE49-F238E27FC236}">
                <a16:creationId xmlns:a16="http://schemas.microsoft.com/office/drawing/2014/main" id="{6DF76A51-0EC8-4A6F-AFBB-9F3C258A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8-lead">
            <a:extLst xmlns:a="http://schemas.openxmlformats.org/drawingml/2006/main">
              <a:ext uri="{FF2B5EF4-FFF2-40B4-BE49-F238E27FC236}">
                <a16:creationId xmlns:a16="http://schemas.microsoft.com/office/drawing/2014/main" id="{BE36ADFA-3B6F-4484-AFD2-D0650E3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现在需要确认的是一项有限尝试，以及它可以被停止或修改的边界。</a:t>
            </a:r>
          </a:p>
        </p:txBody>
      </p:sp>
      <p:sp>
        <p:nvSpPr>
          <p:cNvPr id="5" name="p8-start-label">
            <a:extLst xmlns:a="http://schemas.openxmlformats.org/drawingml/2006/main">
              <a:ext uri="{FF2B5EF4-FFF2-40B4-BE49-F238E27FC236}">
                <a16:creationId xmlns:a16="http://schemas.microsoft.com/office/drawing/2014/main" id="{F1FC7B19-96A1-4AC6-91AE-DF2B24F5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开始前需要确认</a:t>
            </a:r>
          </a:p>
        </p:txBody>
      </p:sp>
      <p:sp>
        <p:nvSpPr>
          <p:cNvPr id="6" name="p8-start-1-accent">
            <a:extLst xmlns:a="http://schemas.openxmlformats.org/drawingml/2006/main">
              <a:ext uri="{FF2B5EF4-FFF2-40B4-BE49-F238E27FC236}">
                <a16:creationId xmlns:a16="http://schemas.microsoft.com/office/drawing/2014/main" id="{43E38CD7-9DFB-4DC6-B5E1-F0EA3E85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384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7" name="p8-start-1">
            <a:extLst xmlns:a="http://schemas.openxmlformats.org/drawingml/2006/main">
              <a:ext uri="{FF2B5EF4-FFF2-40B4-BE49-F238E27FC236}">
                <a16:creationId xmlns:a16="http://schemas.microsoft.com/office/drawing/2014/main" id="{9A497EE9-10FB-44DF-A917-A30E77E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负责人确认范围与授权联系人</a:t>
            </a:r>
          </a:p>
        </p:txBody>
      </p:sp>
      <p:sp>
        <p:nvSpPr>
          <p:cNvPr id="8" name="p8-start-2-accent">
            <a:extLst xmlns:a="http://schemas.openxmlformats.org/drawingml/2006/main">
              <a:ext uri="{FF2B5EF4-FFF2-40B4-BE49-F238E27FC236}">
                <a16:creationId xmlns:a16="http://schemas.microsoft.com/office/drawing/2014/main" id="{CD358882-B0A0-47B9-8CE7-2EA9A05D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9" name="p8-start-2">
            <a:extLst xmlns:a="http://schemas.openxmlformats.org/drawingml/2006/main">
              <a:ext uri="{FF2B5EF4-FFF2-40B4-BE49-F238E27FC236}">
                <a16:creationId xmlns:a16="http://schemas.microsoft.com/office/drawing/2014/main" id="{2D26088B-990C-4729-8BE9-940B7BB8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参与成员认可最少字段</a:t>
            </a:r>
          </a:p>
        </p:txBody>
      </p:sp>
      <p:sp>
        <p:nvSpPr>
          <p:cNvPr id="10" name="p8-start-3-accent">
            <a:extLst xmlns:a="http://schemas.openxmlformats.org/drawingml/2006/main">
              <a:ext uri="{FF2B5EF4-FFF2-40B4-BE49-F238E27FC236}">
                <a16:creationId xmlns:a16="http://schemas.microsoft.com/office/drawing/2014/main" id="{4980DA43-D2DF-4E51-B900-F35E279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1" name="p8-start-3">
            <a:extLst xmlns:a="http://schemas.openxmlformats.org/drawingml/2006/main">
              <a:ext uri="{FF2B5EF4-FFF2-40B4-BE49-F238E27FC236}">
                <a16:creationId xmlns:a16="http://schemas.microsoft.com/office/drawing/2014/main" id="{361615A7-A7DC-494E-A941-64A040B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确定谁负责复核</a:t>
            </a:r>
          </a:p>
        </p:txBody>
      </p:sp>
      <p:sp>
        <p:nvSpPr>
          <p:cNvPr id="12" name="p8-mid-rule">
            <a:extLst xmlns:a="http://schemas.openxmlformats.org/drawingml/2006/main">
              <a:ext uri="{FF2B5EF4-FFF2-40B4-BE49-F238E27FC236}">
                <a16:creationId xmlns:a16="http://schemas.microsoft.com/office/drawing/2014/main" id="{3C4F1507-EF6C-4342-A22D-106E16AA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19300"/>
            <a:ext cx="9525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3" name="p8-stop-label">
            <a:extLst xmlns:a="http://schemas.openxmlformats.org/drawingml/2006/main">
              <a:ext uri="{FF2B5EF4-FFF2-40B4-BE49-F238E27FC236}">
                <a16:creationId xmlns:a16="http://schemas.microsoft.com/office/drawing/2014/main" id="{5C27B29C-77A2-4A66-B907-CEE8EF86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需要缩小或停止的信号</a:t>
            </a:r>
          </a:p>
        </p:txBody>
      </p:sp>
      <p:sp>
        <p:nvSpPr>
          <p:cNvPr id="14" name="p8-stop-1-accent">
            <a:extLst xmlns:a="http://schemas.openxmlformats.org/drawingml/2006/main">
              <a:ext uri="{FF2B5EF4-FFF2-40B4-BE49-F238E27FC236}">
                <a16:creationId xmlns:a16="http://schemas.microsoft.com/office/drawing/2014/main" id="{EA31F9D4-B1D9-4305-8019-3D30DDEA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5" name="p8-stop-1">
            <a:extLst xmlns:a="http://schemas.openxmlformats.org/drawingml/2006/main">
              <a:ext uri="{FF2B5EF4-FFF2-40B4-BE49-F238E27FC236}">
                <a16:creationId xmlns:a16="http://schemas.microsoft.com/office/drawing/2014/main" id="{CA5EF3F6-D5D0-4CDA-823C-C45C3DA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098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填写持续挤占必要实验时间</a:t>
            </a:r>
          </a:p>
        </p:txBody>
      </p:sp>
      <p:sp>
        <p:nvSpPr>
          <p:cNvPr id="16" name="p8-stop-2-accent">
            <a:extLst xmlns:a="http://schemas.openxmlformats.org/drawingml/2006/main">
              <a:ext uri="{FF2B5EF4-FFF2-40B4-BE49-F238E27FC236}">
                <a16:creationId xmlns:a16="http://schemas.microsoft.com/office/drawing/2014/main" id="{1E378000-4617-433E-9505-48EE5469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99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7" name="p8-stop-2">
            <a:extLst xmlns:a="http://schemas.openxmlformats.org/drawingml/2006/main">
              <a:ext uri="{FF2B5EF4-FFF2-40B4-BE49-F238E27FC236}">
                <a16:creationId xmlns:a16="http://schemas.microsoft.com/office/drawing/2014/main" id="{AD60071E-3A38-480D-9500-966D785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813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权限边界无法说明</a:t>
            </a:r>
          </a:p>
        </p:txBody>
      </p:sp>
      <p:sp>
        <p:nvSpPr>
          <p:cNvPr id="18" name="p8-stop-3-accent">
            <a:extLst xmlns:a="http://schemas.openxmlformats.org/drawingml/2006/main">
              <a:ext uri="{FF2B5EF4-FFF2-40B4-BE49-F238E27FC236}">
                <a16:creationId xmlns:a16="http://schemas.microsoft.com/office/drawing/2014/main" id="{53E257BD-EF6B-44C2-BA4A-E6D5024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9" name="p8-stop-3">
            <a:extLst xmlns:a="http://schemas.openxmlformats.org/drawingml/2006/main">
              <a:ext uri="{FF2B5EF4-FFF2-40B4-BE49-F238E27FC236}">
                <a16:creationId xmlns:a16="http://schemas.microsoft.com/office/drawing/2014/main" id="{E4DA6041-89DD-4E0B-81F9-9CA3CF3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528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记录只增加重复抄写，没有帮助解释结果</a:t>
            </a:r>
          </a:p>
        </p:txBody>
      </p:sp>
      <p:sp>
        <p:nvSpPr>
          <p:cNvPr id="20" name="p8-close-band">
            <a:extLst xmlns:a="http://schemas.openxmlformats.org/drawingml/2006/main">
              <a:ext uri="{FF2B5EF4-FFF2-40B4-BE49-F238E27FC236}">
                <a16:creationId xmlns:a16="http://schemas.microsoft.com/office/drawing/2014/main" id="{F2416167-75BC-40B3-9A2B-0B35420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111442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8-close-title">
            <a:extLst xmlns:a="http://schemas.openxmlformats.org/drawingml/2006/main">
              <a:ext uri="{FF2B5EF4-FFF2-40B4-BE49-F238E27FC236}">
                <a16:creationId xmlns:a16="http://schemas.microsoft.com/office/drawing/2014/main" id="{E4BBF50F-821F-4B7C-9C41-E112BC3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工具只是承载方式</a:t>
            </a:r>
          </a:p>
        </p:txBody>
      </p:sp>
      <p:sp>
        <p:nvSpPr>
          <p:cNvPr id="22" name="p8-close-body">
            <a:extLst xmlns:a="http://schemas.openxmlformats.org/drawingml/2006/main">
              <a:ext uri="{FF2B5EF4-FFF2-40B4-BE49-F238E27FC236}">
                <a16:creationId xmlns:a16="http://schemas.microsoft.com/office/drawing/2014/main" id="{A7A7050E-3106-4AFF-B5F9-15961AB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本次试点要验证的是：结果、依据和责任边界能否在一次真实记录中保持联系。</a:t>
            </a:r>
          </a:p>
        </p:txBody>
      </p:sp>
      <p:sp>
        <p:nvSpPr>
          <p:cNvPr id="23" name="p8-stop-note">
            <a:extLst xmlns:a="http://schemas.openxmlformats.org/drawingml/2006/main">
              <a:ext uri="{FF2B5EF4-FFF2-40B4-BE49-F238E27FC236}">
                <a16:creationId xmlns:a16="http://schemas.microsoft.com/office/drawing/2014/main" id="{490792E2-E15E-4BE1-8201-E0487E7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如果边界无法说明，先缩小要求或停止试点，不能为了完成试点目标强行推广。</a:t>
            </a:r>
          </a:p>
        </p:txBody>
      </p:sp>
      <p:sp>
        <p:nvSpPr>
          <p:cNvPr id="24" name="p8-footer-rule">
            <a:extLst xmlns:a="http://schemas.openxmlformats.org/drawingml/2006/main">
              <a:ext uri="{FF2B5EF4-FFF2-40B4-BE49-F238E27FC236}">
                <a16:creationId xmlns:a16="http://schemas.microsoft.com/office/drawing/2014/main" id="{3FCCA243-EA59-4E88-B38A-0B649E1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5" name="p8-footer-label">
            <a:extLst xmlns:a="http://schemas.openxmlformats.org/drawingml/2006/main">
              <a:ext uri="{FF2B5EF4-FFF2-40B4-BE49-F238E27FC236}">
                <a16:creationId xmlns:a16="http://schemas.microsoft.com/office/drawing/2014/main" id="{7C8F6479-B523-45B9-99D2-2FD79C20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6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860F0176-50A7-4740-BCE5-2D98643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379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2026-09-06T05:33:34.6270000Z</dcterms:created>
  <dcterms:modified xsi:type="dcterms:W3CDTF">2026-09-06T05:33:34.6270000Z</dcterms:modified>
</coreProperties>
</file>