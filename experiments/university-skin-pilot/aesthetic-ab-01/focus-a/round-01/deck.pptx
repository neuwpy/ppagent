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62cd2d751246c2" /><Relationship Type="http://schemas.openxmlformats.org/officeDocument/2006/relationships/extended-properties" Target="/docProps/app.xml" Id="Rb62414c1eb3c4388" /><Relationship Type="http://schemas.openxmlformats.org/officeDocument/2006/relationships/officeDocument" Target="/ppt/presentation.xml" Id="Re09ab481636843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0292dd401444a0"/>
  </p:sldMasterIdLst>
  <p:notesMasterIdLst>
    <p:notesMasterId xmlns:r="http://schemas.openxmlformats.org/officeDocument/2006/relationships" r:id="Rdc3ca3a5a63a47bf"/>
  </p:notesMasterIdLst>
  <p:sldIdLst>
    <p:sldId xmlns:r="http://schemas.openxmlformats.org/officeDocument/2006/relationships" id="256" r:id="R71f27d29cb2047ef"/>
    <p:sldId xmlns:r="http://schemas.openxmlformats.org/officeDocument/2006/relationships" id="257" r:id="Reb385ee023614c88"/>
    <p:sldId xmlns:r="http://schemas.openxmlformats.org/officeDocument/2006/relationships" id="258" r:id="R6607e7c725ec4bfc"/>
    <p:sldId xmlns:r="http://schemas.openxmlformats.org/officeDocument/2006/relationships" id="259" r:id="R2eb52924bc2144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bded96d7d34608" /><Relationship Type="http://schemas.openxmlformats.org/officeDocument/2006/relationships/slideMaster" Target="/ppt/slideMasters/slideMaster1.xml" Id="Rd20292dd401444a0" /><Relationship Type="http://schemas.openxmlformats.org/officeDocument/2006/relationships/notesMaster" Target="/ppt/notesMasters/notesMaster1.xml" Id="Rdc3ca3a5a63a47bf" /><Relationship Type="http://schemas.openxmlformats.org/officeDocument/2006/relationships/presProps" Target="/ppt/presProps.xml" Id="R0e11394a60424f03" /><Relationship Type="http://schemas.openxmlformats.org/officeDocument/2006/relationships/tableStyles" Target="/ppt/tableStyles.xml" Id="Rd780f2b280f34717" /><Relationship Type="http://schemas.openxmlformats.org/officeDocument/2006/relationships/slide" Target="/ppt/slides/slide1.xml" Id="R71f27d29cb2047ef" /><Relationship Type="http://schemas.openxmlformats.org/officeDocument/2006/relationships/slide" Target="/ppt/slides/slide2.xml" Id="Reb385ee023614c88" /><Relationship Type="http://schemas.openxmlformats.org/officeDocument/2006/relationships/slide" Target="/ppt/slides/slide3.xml" Id="R6607e7c725ec4bfc" /><Relationship Type="http://schemas.openxmlformats.org/officeDocument/2006/relationships/slide" Target="/ppt/slides/slide4.xml" Id="R2eb52924bc2144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353fbb580f4b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2861b797b14585" /><Relationship Type="http://schemas.openxmlformats.org/officeDocument/2006/relationships/notesMaster" Target="/ppt/notesMasters/notesMaster1.xml" Id="Rfc3fedba21724a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698a0226e34514" /><Relationship Type="http://schemas.openxmlformats.org/officeDocument/2006/relationships/notesMaster" Target="/ppt/notesMasters/notesMaster1.xml" Id="R1410472ba7274c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745131f55049f0" /><Relationship Type="http://schemas.openxmlformats.org/officeDocument/2006/relationships/notesMaster" Target="/ppt/notesMasters/notesMaster1.xml" Id="Rdc14f9d0d33548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db19a993f84805" /><Relationship Type="http://schemas.openxmlformats.org/officeDocument/2006/relationships/notesMaster" Target="/ppt/notesMasters/notesMaster1.xml" Id="R65680f48969149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inputs/composition-v2/study.txt (paragraph 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inputs/composition-v2/study.txt (paragraph 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inputs/composition-v2/study.txt (paragraph 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inputs/composition-v2/study.txt (paragraph 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5d346b21949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cb0a322ffe42a9" /><Relationship Type="http://schemas.openxmlformats.org/officeDocument/2006/relationships/slideLayout" Target="/ppt/slideLayouts/slideLayout1.xml" Id="R21cdf36579d240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cdf36579d240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206c796c4499c" /><Relationship Type="http://schemas.openxmlformats.org/officeDocument/2006/relationships/notesSlide" Target="/ppt/notesSlides/notesSlide1.xml" Id="Re222a4b30d904a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f46730f81434e" /><Relationship Type="http://schemas.openxmlformats.org/officeDocument/2006/relationships/notesSlide" Target="/ppt/notesSlides/notesSlide2.xml" Id="R26fba55c297a44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b60969cf3425a" /><Relationship Type="http://schemas.openxmlformats.org/officeDocument/2006/relationships/notesSlide" Target="/ppt/notesSlides/notesSlide3.xml" Id="Re37e587972f343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eb51a61fb4802" /><Relationship Type="http://schemas.openxmlformats.org/officeDocument/2006/relationships/notesSlide" Target="/ppt/notesSlides/notesSlide4.xml" Id="R089714fc6cbd41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1-eyebrow">
            <a:extLst xmlns:a="http://schemas.openxmlformats.org/drawingml/2006/main">
              <a:ext uri="{FF2B5EF4-FFF2-40B4-BE49-F238E27FC236}">
                <a16:creationId xmlns:a16="http://schemas.microsoft.com/office/drawing/2014/main" id="{70E072D2-E4B6-41F6-BAED-EE7578A5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ANALYSIS  /  01  ·  RESULT RECORD</a:t>
            </a:r>
          </a:p>
        </p:txBody>
      </p:sp>
      <p:sp>
        <p:nvSpPr>
          <p:cNvPr id="2" name="p1-title">
            <a:extLst xmlns:a="http://schemas.openxmlformats.org/drawingml/2006/main">
              <a:ext uri="{FF2B5EF4-FFF2-40B4-BE49-F238E27FC236}">
                <a16:creationId xmlns:a16="http://schemas.microsoft.com/office/drawing/2014/main" id="{C5B6763F-EA3A-453F-9546-F6E78BAB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一个结果，需要共同可追溯的记录单元</a:t>
            </a:r>
          </a:p>
        </p:txBody>
      </p:sp>
      <p:sp>
        <p:nvSpPr>
          <p:cNvPr id="3" name="p1-header-rule">
            <a:extLst xmlns:a="http://schemas.openxmlformats.org/drawingml/2006/main">
              <a:ext uri="{FF2B5EF4-FFF2-40B4-BE49-F238E27FC236}">
                <a16:creationId xmlns:a16="http://schemas.microsoft.com/office/drawing/2014/main" id="{EEA63F9A-4962-41CF-921B-2122BF11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-footer-left">
            <a:extLst xmlns:a="http://schemas.openxmlformats.org/drawingml/2006/main">
              <a:ext uri="{FF2B5EF4-FFF2-40B4-BE49-F238E27FC236}">
                <a16:creationId xmlns:a16="http://schemas.microsoft.com/office/drawing/2014/main" id="{00A6CA23-95C1-4937-86C3-DF4A86D0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UNIVERSITY BLUE PILOT  /  分析记录试点</a:t>
            </a:r>
          </a:p>
        </p:txBody>
      </p:sp>
      <p:sp>
        <p:nvSpPr>
          <p:cNvPr id="5" name="p1-footer-right">
            <a:extLst xmlns:a="http://schemas.openxmlformats.org/drawingml/2006/main">
              <a:ext uri="{FF2B5EF4-FFF2-40B4-BE49-F238E27FC236}">
                <a16:creationId xmlns:a16="http://schemas.microsoft.com/office/drawing/2014/main" id="{F2B828B7-8B02-43C6-9AB5-71D09359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 /  04</a:t>
            </a:r>
          </a:p>
        </p:txBody>
      </p:sp>
      <p:sp>
        <p:nvSpPr>
          <p:cNvPr id="6" name="p1-table-header">
            <a:extLst xmlns:a="http://schemas.openxmlformats.org/drawingml/2006/main">
              <a:ext uri="{FF2B5EF4-FFF2-40B4-BE49-F238E27FC236}">
                <a16:creationId xmlns:a16="http://schemas.microsoft.com/office/drawing/2014/main" id="{0C39BEE6-E512-48B1-B419-98F51A68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752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1-table-header-a">
            <a:extLst xmlns:a="http://schemas.openxmlformats.org/drawingml/2006/main">
              <a:ext uri="{FF2B5EF4-FFF2-40B4-BE49-F238E27FC236}">
                <a16:creationId xmlns:a16="http://schemas.microsoft.com/office/drawing/2014/main" id="{DE1722DE-24E2-4358-A5E5-5D0174F6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57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记录单元</a:t>
            </a:r>
          </a:p>
        </p:txBody>
      </p:sp>
      <p:sp>
        <p:nvSpPr>
          <p:cNvPr id="8" name="p1-table-header-b">
            <a:extLst xmlns:a="http://schemas.openxmlformats.org/drawingml/2006/main">
              <a:ext uri="{FF2B5EF4-FFF2-40B4-BE49-F238E27FC236}">
                <a16:creationId xmlns:a16="http://schemas.microsoft.com/office/drawing/2014/main" id="{B0C6B4C2-C490-4FE5-B98A-59B77934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57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共同解释这个结果</a:t>
            </a:r>
          </a:p>
        </p:txBody>
      </p:sp>
      <p:sp>
        <p:nvSpPr>
          <p:cNvPr id="9" name="p1-row-0-label">
            <a:extLst xmlns:a="http://schemas.openxmlformats.org/drawingml/2006/main">
              <a:ext uri="{FF2B5EF4-FFF2-40B4-BE49-F238E27FC236}">
                <a16:creationId xmlns:a16="http://schemas.microsoft.com/office/drawing/2014/main" id="{97BB50F8-7831-45F7-9428-5CE80866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10" name="p1-row-0-body">
            <a:extLst xmlns:a="http://schemas.openxmlformats.org/drawingml/2006/main">
              <a:ext uri="{FF2B5EF4-FFF2-40B4-BE49-F238E27FC236}">
                <a16:creationId xmlns:a16="http://schemas.microsoft.com/office/drawing/2014/main" id="{79A0C82B-9507-433E-BF8D-1805C1BF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71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知道结果从哪里产生。</a:t>
            </a:r>
          </a:p>
        </p:txBody>
      </p:sp>
      <p:sp>
        <p:nvSpPr>
          <p:cNvPr id="11" name="p1-row-0-rule">
            <a:extLst xmlns:a="http://schemas.openxmlformats.org/drawingml/2006/main">
              <a:ext uri="{FF2B5EF4-FFF2-40B4-BE49-F238E27FC236}">
                <a16:creationId xmlns:a16="http://schemas.microsoft.com/office/drawing/2014/main" id="{0CCBCF82-6226-4A83-BFE1-ED59BDA5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47950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1-row-1-label">
            <a:extLst xmlns:a="http://schemas.openxmlformats.org/drawingml/2006/main">
              <a:ext uri="{FF2B5EF4-FFF2-40B4-BE49-F238E27FC236}">
                <a16:creationId xmlns:a16="http://schemas.microsoft.com/office/drawing/2014/main" id="{C51C7038-D0AD-4159-8939-01A367D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28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13" name="p1-row-1-body">
            <a:extLst xmlns:a="http://schemas.openxmlformats.org/drawingml/2006/main">
              <a:ext uri="{FF2B5EF4-FFF2-40B4-BE49-F238E27FC236}">
                <a16:creationId xmlns:a16="http://schemas.microsoft.com/office/drawing/2014/main" id="{BB399E0C-995C-4FF4-BFB4-701DD0C9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28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把结果放回它的采集边界。</a:t>
            </a:r>
          </a:p>
        </p:txBody>
      </p:sp>
      <p:sp>
        <p:nvSpPr>
          <p:cNvPr id="14" name="p1-row-1-rule">
            <a:extLst xmlns:a="http://schemas.openxmlformats.org/drawingml/2006/main">
              <a:ext uri="{FF2B5EF4-FFF2-40B4-BE49-F238E27FC236}">
                <a16:creationId xmlns:a16="http://schemas.microsoft.com/office/drawing/2014/main" id="{F2EFE4E7-B4D9-490D-A587-2BD76C45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05175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-row-2-label">
            <a:extLst xmlns:a="http://schemas.openxmlformats.org/drawingml/2006/main">
              <a:ext uri="{FF2B5EF4-FFF2-40B4-BE49-F238E27FC236}">
                <a16:creationId xmlns:a16="http://schemas.microsoft.com/office/drawing/2014/main" id="{6C57E516-91FC-43C7-8011-C007DA66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86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16" name="p1-row-2-body">
            <a:extLst xmlns:a="http://schemas.openxmlformats.org/drawingml/2006/main">
              <a:ext uri="{FF2B5EF4-FFF2-40B4-BE49-F238E27FC236}">
                <a16:creationId xmlns:a16="http://schemas.microsoft.com/office/drawing/2014/main" id="{D2B0D728-5B41-4F76-880C-62D7C307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86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定位实际运行代码。</a:t>
            </a:r>
          </a:p>
        </p:txBody>
      </p:sp>
      <p:sp>
        <p:nvSpPr>
          <p:cNvPr id="17" name="p1-row-2-rule">
            <a:extLst xmlns:a="http://schemas.openxmlformats.org/drawingml/2006/main">
              <a:ext uri="{FF2B5EF4-FFF2-40B4-BE49-F238E27FC236}">
                <a16:creationId xmlns:a16="http://schemas.microsoft.com/office/drawing/2014/main" id="{8E89936D-7E61-4AB7-85D5-99369012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62400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1-row-3-label">
            <a:extLst xmlns:a="http://schemas.openxmlformats.org/drawingml/2006/main">
              <a:ext uri="{FF2B5EF4-FFF2-40B4-BE49-F238E27FC236}">
                <a16:creationId xmlns:a16="http://schemas.microsoft.com/office/drawing/2014/main" id="{2A18C756-98E4-4BE8-BA24-41D9FA88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19" name="p1-row-3-body">
            <a:extLst xmlns:a="http://schemas.openxmlformats.org/drawingml/2006/main">
              <a:ext uri="{FF2B5EF4-FFF2-40B4-BE49-F238E27FC236}">
                <a16:creationId xmlns:a16="http://schemas.microsoft.com/office/drawing/2014/main" id="{2D82727F-B8B0-4EC1-8454-434E0CE1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43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保留结果本体，便于讨论。</a:t>
            </a:r>
          </a:p>
        </p:txBody>
      </p:sp>
      <p:sp>
        <p:nvSpPr>
          <p:cNvPr id="20" name="p1-row-3-rule">
            <a:extLst xmlns:a="http://schemas.openxmlformats.org/drawingml/2006/main">
              <a:ext uri="{FF2B5EF4-FFF2-40B4-BE49-F238E27FC236}">
                <a16:creationId xmlns:a16="http://schemas.microsoft.com/office/drawing/2014/main" id="{72428458-1E87-4A9E-8EC9-C10B94EA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19625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1-row-4-wash">
            <a:extLst xmlns:a="http://schemas.openxmlformats.org/drawingml/2006/main">
              <a:ext uri="{FF2B5EF4-FFF2-40B4-BE49-F238E27FC236}">
                <a16:creationId xmlns:a16="http://schemas.microsoft.com/office/drawing/2014/main" id="{11D5A610-31EA-4225-8CED-92FDCBBD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75247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1-row-4-label">
            <a:extLst xmlns:a="http://schemas.openxmlformats.org/drawingml/2006/main">
              <a:ext uri="{FF2B5EF4-FFF2-40B4-BE49-F238E27FC236}">
                <a16:creationId xmlns:a16="http://schemas.microsoft.com/office/drawing/2014/main" id="{5C1238C3-1CDD-4D86-A31B-E2570DDE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00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异常及排除说明</a:t>
            </a:r>
          </a:p>
        </p:txBody>
      </p:sp>
      <p:sp>
        <p:nvSpPr>
          <p:cNvPr id="23" name="p1-row-4-body">
            <a:extLst xmlns:a="http://schemas.openxmlformats.org/drawingml/2006/main">
              <a:ext uri="{FF2B5EF4-FFF2-40B4-BE49-F238E27FC236}">
                <a16:creationId xmlns:a16="http://schemas.microsoft.com/office/drawing/2014/main" id="{EB7D5E3D-3890-4077-8A5E-FEA7C9E5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006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说明哪些样本未纳入结果及其依据。</a:t>
            </a:r>
          </a:p>
        </p:txBody>
      </p:sp>
      <p:sp>
        <p:nvSpPr>
          <p:cNvPr id="24" name="p1-table-note">
            <a:extLst xmlns:a="http://schemas.openxmlformats.org/drawingml/2006/main">
              <a:ext uri="{FF2B5EF4-FFF2-40B4-BE49-F238E27FC236}">
                <a16:creationId xmlns:a16="http://schemas.microsoft.com/office/drawing/2014/main" id="{DBD1598B-6E15-42B0-8BB2-0B23E9A0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24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五项共同解释一个结果，不是五个先后步骤。</a:t>
            </a:r>
          </a:p>
        </p:txBody>
      </p:sp>
      <p:sp>
        <p:nvSpPr>
          <p:cNvPr id="25" name="p1-access-surface">
            <a:extLst xmlns:a="http://schemas.openxmlformats.org/drawingml/2006/main">
              <a:ext uri="{FF2B5EF4-FFF2-40B4-BE49-F238E27FC236}">
                <a16:creationId xmlns:a16="http://schemas.microsoft.com/office/drawing/2014/main" id="{FC68B220-67D8-4839-A77F-9C80D7AF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19087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-access-accent">
            <a:extLst xmlns:a="http://schemas.openxmlformats.org/drawingml/2006/main">
              <a:ext uri="{FF2B5EF4-FFF2-40B4-BE49-F238E27FC236}">
                <a16:creationId xmlns:a16="http://schemas.microsoft.com/office/drawing/2014/main" id="{9BE802A2-FBC6-47E5-8BF0-18F77439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571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1-access-title">
            <a:extLst xmlns:a="http://schemas.openxmlformats.org/drawingml/2006/main">
              <a:ext uri="{FF2B5EF4-FFF2-40B4-BE49-F238E27FC236}">
                <a16:creationId xmlns:a16="http://schemas.microsoft.com/office/drawing/2014/main" id="{CED3C5C5-300E-4F1A-8A44-EA0C4BC6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52600"/>
            <a:ext cx="2733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记录完整 ≠ 全部开放</a:t>
            </a:r>
          </a:p>
        </p:txBody>
      </p:sp>
      <p:sp>
        <p:nvSpPr>
          <p:cNvPr id="28" name="p1-access-lead">
            <a:extLst xmlns:a="http://schemas.openxmlformats.org/drawingml/2006/main">
              <a:ext uri="{FF2B5EF4-FFF2-40B4-BE49-F238E27FC236}">
                <a16:creationId xmlns:a16="http://schemas.microsoft.com/office/drawing/2014/main" id="{2EAA5229-42CC-4642-A7B9-6F9D4576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76475"/>
            <a:ext cx="2733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保存纪律</a:t>
            </a:r>
          </a:p>
        </p:txBody>
      </p:sp>
      <p:sp>
        <p:nvSpPr>
          <p:cNvPr id="29" name="p1-access-body">
            <a:extLst xmlns:a="http://schemas.openxmlformats.org/drawingml/2006/main">
              <a:ext uri="{FF2B5EF4-FFF2-40B4-BE49-F238E27FC236}">
                <a16:creationId xmlns:a16="http://schemas.microsoft.com/office/drawing/2014/main" id="{4E6BB6A5-B658-4FE4-B1EB-874D0613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0325"/>
            <a:ext cx="2733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原始数据保持原貌；清洗另存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排除样本保留依据。</a:t>
            </a:r>
          </a:p>
        </p:txBody>
      </p:sp>
      <p:sp>
        <p:nvSpPr>
          <p:cNvPr id="30" name="p1-access-rule">
            <a:extLst xmlns:a="http://schemas.openxmlformats.org/drawingml/2006/main">
              <a:ext uri="{FF2B5EF4-FFF2-40B4-BE49-F238E27FC236}">
                <a16:creationId xmlns:a16="http://schemas.microsoft.com/office/drawing/2014/main" id="{487654BA-A84A-4B78-B3C6-45652A2E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67100"/>
            <a:ext cx="2657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1-access-scope">
            <a:extLst xmlns:a="http://schemas.openxmlformats.org/drawingml/2006/main">
              <a:ext uri="{FF2B5EF4-FFF2-40B4-BE49-F238E27FC236}">
                <a16:creationId xmlns:a16="http://schemas.microsoft.com/office/drawing/2014/main" id="{3583785B-B0FA-4D7B-B90D-E78F19CC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57600"/>
            <a:ext cx="2733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访问边界</a:t>
            </a:r>
          </a:p>
        </p:txBody>
      </p:sp>
      <p:sp>
        <p:nvSpPr>
          <p:cNvPr id="32" name="p1-access-body2">
            <a:extLst xmlns:a="http://schemas.openxmlformats.org/drawingml/2006/main">
              <a:ext uri="{FF2B5EF4-FFF2-40B4-BE49-F238E27FC236}">
                <a16:creationId xmlns:a16="http://schemas.microsoft.com/office/drawing/2014/main" id="{77D9A83A-7195-48CE-A1F6-A63FE82E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90975"/>
            <a:ext cx="27336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讨论材料：结果图与可公开解释。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受限数据：留在原授权位置。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记录只含受控引用与访问条件。</a:t>
            </a:r>
          </a:p>
        </p:txBody>
      </p:sp>
      <p:sp>
        <p:nvSpPr>
          <p:cNvPr id="33" name="p1-access-note">
            <a:extLst xmlns:a="http://schemas.openxmlformats.org/drawingml/2006/main">
              <a:ext uri="{FF2B5EF4-FFF2-40B4-BE49-F238E27FC236}">
                <a16:creationId xmlns:a16="http://schemas.microsoft.com/office/drawing/2014/main" id="{C18CD65A-D7C8-4D78-9DF2-0B4D6234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62550"/>
            <a:ext cx="2733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路径不代表访问权。</a:t>
            </a:r>
          </a:p>
        </p:txBody>
      </p:sp>
    </p:spTree>
    <p:extLst>
      <p:ext uri="{BB962C8B-B14F-4D97-AF65-F5344CB8AC3E}">
        <p14:creationId xmlns:p14="http://schemas.microsoft.com/office/powerpoint/2010/main" val="1084217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2-eyebrow">
            <a:extLst xmlns:a="http://schemas.openxmlformats.org/drawingml/2006/main">
              <a:ext uri="{FF2B5EF4-FFF2-40B4-BE49-F238E27FC236}">
                <a16:creationId xmlns:a16="http://schemas.microsoft.com/office/drawing/2014/main" id="{14F6EB90-4B4E-45F8-9AAB-66F3F5E4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ANALYSIS  /  02  ·  SCOPE CHOICE</a:t>
            </a:r>
          </a:p>
        </p:txBody>
      </p:sp>
      <p:sp>
        <p:nvSpPr>
          <p:cNvPr id="2" name="p2-title">
            <a:extLst xmlns:a="http://schemas.openxmlformats.org/drawingml/2006/main">
              <a:ext uri="{FF2B5EF4-FFF2-40B4-BE49-F238E27FC236}">
                <a16:creationId xmlns:a16="http://schemas.microsoft.com/office/drawing/2014/main" id="{3D471C2C-7846-4D57-A369-1A10C89D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新增先记，历史按需补：这是范围选择</a:t>
            </a:r>
          </a:p>
        </p:txBody>
      </p:sp>
      <p:sp>
        <p:nvSpPr>
          <p:cNvPr id="3" name="p2-header-rule">
            <a:extLst xmlns:a="http://schemas.openxmlformats.org/drawingml/2006/main">
              <a:ext uri="{FF2B5EF4-FFF2-40B4-BE49-F238E27FC236}">
                <a16:creationId xmlns:a16="http://schemas.microsoft.com/office/drawing/2014/main" id="{60B0DD75-7350-453F-ABEC-E12CD893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2-footer-left">
            <a:extLst xmlns:a="http://schemas.openxmlformats.org/drawingml/2006/main">
              <a:ext uri="{FF2B5EF4-FFF2-40B4-BE49-F238E27FC236}">
                <a16:creationId xmlns:a16="http://schemas.microsoft.com/office/drawing/2014/main" id="{1A83AE86-9903-488B-9E31-E0394A60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UNIVERSITY BLUE PILOT  /  分析记录试点</a:t>
            </a:r>
          </a:p>
        </p:txBody>
      </p:sp>
      <p:sp>
        <p:nvSpPr>
          <p:cNvPr id="5" name="p2-footer-right">
            <a:extLst xmlns:a="http://schemas.openxmlformats.org/drawingml/2006/main">
              <a:ext uri="{FF2B5EF4-FFF2-40B4-BE49-F238E27FC236}">
                <a16:creationId xmlns:a16="http://schemas.microsoft.com/office/drawing/2014/main" id="{554538E7-A77F-4335-8CE1-AF267A57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  /  04</a:t>
            </a:r>
          </a:p>
        </p:txBody>
      </p:sp>
      <p:sp>
        <p:nvSpPr>
          <p:cNvPr id="6" name="p2-table-header">
            <a:extLst xmlns:a="http://schemas.openxmlformats.org/drawingml/2006/main">
              <a:ext uri="{FF2B5EF4-FFF2-40B4-BE49-F238E27FC236}">
                <a16:creationId xmlns:a16="http://schemas.microsoft.com/office/drawing/2014/main" id="{5C90E2BD-9BD7-4B3A-87A9-C1CA0DEA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2-dimension-head">
            <a:extLst xmlns:a="http://schemas.openxmlformats.org/drawingml/2006/main">
              <a:ext uri="{FF2B5EF4-FFF2-40B4-BE49-F238E27FC236}">
                <a16:creationId xmlns:a16="http://schemas.microsoft.com/office/drawing/2014/main" id="{080357D5-E720-4E1B-AE3B-AE36E451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859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8" name="p2-history-head">
            <a:extLst xmlns:a="http://schemas.openxmlformats.org/drawingml/2006/main">
              <a:ext uri="{FF2B5EF4-FFF2-40B4-BE49-F238E27FC236}">
                <a16:creationId xmlns:a16="http://schemas.microsoft.com/office/drawing/2014/main" id="{E1D1541D-0346-4EDF-AAF9-15A69F32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859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6C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C7C8C"/>
                </a:solidFill>
                <a:latin typeface="Microsoft YaHei"/>
                <a:ea typeface="Microsoft YaHei"/>
                <a:cs typeface="Microsoft YaHei"/>
              </a:rPr>
              <a:t>集中补历史</a:t>
            </a:r>
          </a:p>
        </p:txBody>
      </p:sp>
      <p:sp>
        <p:nvSpPr>
          <p:cNvPr id="9" name="p2-new-head">
            <a:extLst xmlns:a="http://schemas.openxmlformats.org/drawingml/2006/main">
              <a:ext uri="{FF2B5EF4-FFF2-40B4-BE49-F238E27FC236}">
                <a16:creationId xmlns:a16="http://schemas.microsoft.com/office/drawing/2014/main" id="{086FCADC-82E4-416B-ADE7-0D5161F7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859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先记录新增</a:t>
            </a:r>
          </a:p>
        </p:txBody>
      </p:sp>
      <p:sp>
        <p:nvSpPr>
          <p:cNvPr id="10" name="p2-recommend-accent">
            <a:extLst xmlns:a="http://schemas.openxmlformats.org/drawingml/2006/main">
              <a:ext uri="{FF2B5EF4-FFF2-40B4-BE49-F238E27FC236}">
                <a16:creationId xmlns:a16="http://schemas.microsoft.com/office/drawing/2014/main" id="{0CA89BFC-CF08-4F5C-82A2-36DD8FB6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2-row-0-label">
            <a:extLst xmlns:a="http://schemas.openxmlformats.org/drawingml/2006/main">
              <a:ext uri="{FF2B5EF4-FFF2-40B4-BE49-F238E27FC236}">
                <a16:creationId xmlns:a16="http://schemas.microsoft.com/office/drawing/2014/main" id="{1960055C-D693-4310-8918-2FE1844B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05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可得到什么</a:t>
            </a:r>
          </a:p>
        </p:txBody>
      </p:sp>
      <p:sp>
        <p:nvSpPr>
          <p:cNvPr id="12" name="p2-row-0-left">
            <a:extLst xmlns:a="http://schemas.openxmlformats.org/drawingml/2006/main">
              <a:ext uri="{FF2B5EF4-FFF2-40B4-BE49-F238E27FC236}">
                <a16:creationId xmlns:a16="http://schemas.microsoft.com/office/drawing/2014/main" id="{96503AFD-DD2B-4C01-95F5-61EAAC24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7647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一次形成较大目录。</a:t>
            </a:r>
          </a:p>
        </p:txBody>
      </p:sp>
      <p:sp>
        <p:nvSpPr>
          <p:cNvPr id="13" name="p2-row-0-right">
            <a:extLst xmlns:a="http://schemas.openxmlformats.org/drawingml/2006/main">
              <a:ext uri="{FF2B5EF4-FFF2-40B4-BE49-F238E27FC236}">
                <a16:creationId xmlns:a16="http://schemas.microsoft.com/office/drawing/2014/main" id="{CD7FE19F-CFA8-456A-A06C-3A4BAC03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7647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上下文清楚时即可记录。</a:t>
            </a:r>
          </a:p>
        </p:txBody>
      </p:sp>
      <p:sp>
        <p:nvSpPr>
          <p:cNvPr id="14" name="p2-row-0-rule">
            <a:extLst xmlns:a="http://schemas.openxmlformats.org/drawingml/2006/main">
              <a:ext uri="{FF2B5EF4-FFF2-40B4-BE49-F238E27FC236}">
                <a16:creationId xmlns:a16="http://schemas.microsoft.com/office/drawing/2014/main" id="{D7AB2B65-275B-4F95-9B23-E9A0FD85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860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2-row-1-wash">
            <a:extLst xmlns:a="http://schemas.openxmlformats.org/drawingml/2006/main">
              <a:ext uri="{FF2B5EF4-FFF2-40B4-BE49-F238E27FC236}">
                <a16:creationId xmlns:a16="http://schemas.microsoft.com/office/drawing/2014/main" id="{12ED85A1-AC82-4138-8DD0-C632011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95600"/>
            <a:ext cx="1114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2-row-1-label">
            <a:extLst xmlns:a="http://schemas.openxmlformats.org/drawingml/2006/main">
              <a:ext uri="{FF2B5EF4-FFF2-40B4-BE49-F238E27FC236}">
                <a16:creationId xmlns:a16="http://schemas.microsoft.com/office/drawing/2014/main" id="{902C0D67-6D9F-42EE-B7E9-0F4A74B1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24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17" name="p2-row-1-left">
            <a:extLst xmlns:a="http://schemas.openxmlformats.org/drawingml/2006/main">
              <a:ext uri="{FF2B5EF4-FFF2-40B4-BE49-F238E27FC236}">
                <a16:creationId xmlns:a16="http://schemas.microsoft.com/office/drawing/2014/main" id="{62C9E6C7-8BDD-4CA9-839E-9C4E5DF5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9562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追查遗失上下文耗时。</a:t>
            </a:r>
          </a:p>
        </p:txBody>
      </p:sp>
      <p:sp>
        <p:nvSpPr>
          <p:cNvPr id="18" name="p2-row-1-right">
            <a:extLst xmlns:a="http://schemas.openxmlformats.org/drawingml/2006/main">
              <a:ext uri="{FF2B5EF4-FFF2-40B4-BE49-F238E27FC236}">
                <a16:creationId xmlns:a16="http://schemas.microsoft.com/office/drawing/2014/main" id="{66CD8647-F917-4E4C-BDC9-12C8A69A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9562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短期无法解决全部历史材料追溯。</a:t>
            </a:r>
          </a:p>
        </p:txBody>
      </p:sp>
      <p:sp>
        <p:nvSpPr>
          <p:cNvPr id="19" name="p2-row-1-rule">
            <a:extLst xmlns:a="http://schemas.openxmlformats.org/drawingml/2006/main">
              <a:ext uri="{FF2B5EF4-FFF2-40B4-BE49-F238E27FC236}">
                <a16:creationId xmlns:a16="http://schemas.microsoft.com/office/drawing/2014/main" id="{97334F5F-E8B7-4DFC-A479-54E7CB99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0522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2-row-2-label">
            <a:extLst xmlns:a="http://schemas.openxmlformats.org/drawingml/2006/main">
              <a:ext uri="{FF2B5EF4-FFF2-40B4-BE49-F238E27FC236}">
                <a16:creationId xmlns:a16="http://schemas.microsoft.com/office/drawing/2014/main" id="{3C53E676-CE73-458B-AF10-989C540A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43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最大边界</a:t>
            </a:r>
          </a:p>
        </p:txBody>
      </p:sp>
      <p:sp>
        <p:nvSpPr>
          <p:cNvPr id="21" name="p2-row-2-left">
            <a:extLst xmlns:a="http://schemas.openxmlformats.org/drawingml/2006/main">
              <a:ext uri="{FF2B5EF4-FFF2-40B4-BE49-F238E27FC236}">
                <a16:creationId xmlns:a16="http://schemas.microsoft.com/office/drawing/2014/main" id="{98E7BFFB-BC71-406A-A69C-8355FAC5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1477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可能把不确定记忆写成确定说明。</a:t>
            </a:r>
          </a:p>
        </p:txBody>
      </p:sp>
      <p:sp>
        <p:nvSpPr>
          <p:cNvPr id="22" name="p2-row-2-right">
            <a:extLst xmlns:a="http://schemas.openxmlformats.org/drawingml/2006/main">
              <a:ext uri="{FF2B5EF4-FFF2-40B4-BE49-F238E27FC236}">
                <a16:creationId xmlns:a16="http://schemas.microsoft.com/office/drawing/2014/main" id="{512472D7-DB45-45B5-A5A8-41B022D5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1477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不能把新增记录当成历史补全。</a:t>
            </a:r>
          </a:p>
        </p:txBody>
      </p:sp>
      <p:sp>
        <p:nvSpPr>
          <p:cNvPr id="23" name="p2-mid-rule">
            <a:extLst xmlns:a="http://schemas.openxmlformats.org/drawingml/2006/main">
              <a:ext uri="{FF2B5EF4-FFF2-40B4-BE49-F238E27FC236}">
                <a16:creationId xmlns:a16="http://schemas.microsoft.com/office/drawing/2014/main" id="{C5CA6C01-8A43-46AF-8235-3E643103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163830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2-recommend-label">
            <a:extLst xmlns:a="http://schemas.openxmlformats.org/drawingml/2006/main">
              <a:ext uri="{FF2B5EF4-FFF2-40B4-BE49-F238E27FC236}">
                <a16:creationId xmlns:a16="http://schemas.microsoft.com/office/drawing/2014/main" id="{CC9DF004-AACA-4D1C-B898-FB2A36DC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57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原稿建议</a:t>
            </a:r>
          </a:p>
        </p:txBody>
      </p:sp>
      <p:sp>
        <p:nvSpPr>
          <p:cNvPr id="25" name="p2-recommend-surface">
            <a:extLst xmlns:a="http://schemas.openxmlformats.org/drawingml/2006/main">
              <a:ext uri="{FF2B5EF4-FFF2-40B4-BE49-F238E27FC236}">
                <a16:creationId xmlns:a16="http://schemas.microsoft.com/office/drawing/2014/main" id="{7A0617E9-7DF8-4AA4-876D-92A6F156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985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2-recommend-body">
            <a:extLst xmlns:a="http://schemas.openxmlformats.org/drawingml/2006/main">
              <a:ext uri="{FF2B5EF4-FFF2-40B4-BE49-F238E27FC236}">
                <a16:creationId xmlns:a16="http://schemas.microsoft.com/office/drawing/2014/main" id="{760B461A-14DE-4EB3-940F-75297F8F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720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先记录新增；对真正需要复核的历史结果逐项补充。</a:t>
            </a:r>
          </a:p>
        </p:txBody>
      </p:sp>
      <p:sp>
        <p:nvSpPr>
          <p:cNvPr id="27" name="p2-recommend-note">
            <a:extLst xmlns:a="http://schemas.openxmlformats.org/drawingml/2006/main">
              <a:ext uri="{FF2B5EF4-FFF2-40B4-BE49-F238E27FC236}">
                <a16:creationId xmlns:a16="http://schemas.microsoft.com/office/drawing/2014/main" id="{1DC7EA73-E4DF-4AE3-9C3D-123A8FFD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149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这是范围选择，没有证明效率提升。</a:t>
            </a:r>
          </a:p>
        </p:txBody>
      </p:sp>
      <p:sp>
        <p:nvSpPr>
          <p:cNvPr id="28" name="p2-reading-note">
            <a:extLst xmlns:a="http://schemas.openxmlformats.org/drawingml/2006/main">
              <a:ext uri="{FF2B5EF4-FFF2-40B4-BE49-F238E27FC236}">
                <a16:creationId xmlns:a16="http://schemas.microsoft.com/office/drawing/2014/main" id="{F5C55658-EFB0-47BB-B9D2-70A60230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4832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比较的是覆盖方式与可解释性，不是已测得的效率差。</a:t>
            </a:r>
          </a:p>
        </p:txBody>
      </p:sp>
    </p:spTree>
    <p:extLst>
      <p:ext uri="{BB962C8B-B14F-4D97-AF65-F5344CB8AC3E}">
        <p14:creationId xmlns:p14="http://schemas.microsoft.com/office/powerpoint/2010/main" val="7842864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3-eyebrow">
            <a:extLst xmlns:a="http://schemas.openxmlformats.org/drawingml/2006/main">
              <a:ext uri="{FF2B5EF4-FFF2-40B4-BE49-F238E27FC236}">
                <a16:creationId xmlns:a16="http://schemas.microsoft.com/office/drawing/2014/main" id="{2080A418-FA93-4F60-990F-BADC538F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ANALYSIS  /  03  ·  REVIEW PATH</a:t>
            </a:r>
          </a:p>
        </p:txBody>
      </p:sp>
      <p:sp>
        <p:nvSpPr>
          <p:cNvPr id="2" name="p3-title">
            <a:extLst xmlns:a="http://schemas.openxmlformats.org/drawingml/2006/main">
              <a:ext uri="{FF2B5EF4-FFF2-40B4-BE49-F238E27FC236}">
                <a16:creationId xmlns:a16="http://schemas.microsoft.com/office/drawing/2014/main" id="{15F8829C-2D75-4E42-82B3-F4C0E1B5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复核确认的是结果如何产生，不代替科学结论审查</a:t>
            </a:r>
          </a:p>
        </p:txBody>
      </p:sp>
      <p:sp>
        <p:nvSpPr>
          <p:cNvPr id="3" name="p3-header-rule">
            <a:extLst xmlns:a="http://schemas.openxmlformats.org/drawingml/2006/main">
              <a:ext uri="{FF2B5EF4-FFF2-40B4-BE49-F238E27FC236}">
                <a16:creationId xmlns:a16="http://schemas.microsoft.com/office/drawing/2014/main" id="{1C30CCFA-51C4-4DB3-9849-E0DA0FED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3-footer-left">
            <a:extLst xmlns:a="http://schemas.openxmlformats.org/drawingml/2006/main">
              <a:ext uri="{FF2B5EF4-FFF2-40B4-BE49-F238E27FC236}">
                <a16:creationId xmlns:a16="http://schemas.microsoft.com/office/drawing/2014/main" id="{08541E7F-E6F6-421B-9DC6-D55A7A51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UNIVERSITY BLUE PILOT  /  分析记录试点</a:t>
            </a:r>
          </a:p>
        </p:txBody>
      </p:sp>
      <p:sp>
        <p:nvSpPr>
          <p:cNvPr id="5" name="p3-footer-right">
            <a:extLst xmlns:a="http://schemas.openxmlformats.org/drawingml/2006/main">
              <a:ext uri="{FF2B5EF4-FFF2-40B4-BE49-F238E27FC236}">
                <a16:creationId xmlns:a16="http://schemas.microsoft.com/office/drawing/2014/main" id="{0E8E3048-B4A2-461E-B977-5E448DAA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  /  04</a:t>
            </a:r>
          </a:p>
        </p:txBody>
      </p:sp>
      <p:sp>
        <p:nvSpPr>
          <p:cNvPr id="6" name="p3-normal-label">
            <a:extLst xmlns:a="http://schemas.openxmlformats.org/drawingml/2006/main">
              <a:ext uri="{FF2B5EF4-FFF2-40B4-BE49-F238E27FC236}">
                <a16:creationId xmlns:a16="http://schemas.microsoft.com/office/drawing/2014/main" id="{EB47C506-0133-4C1D-928C-01A84024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正常复核路径</a:t>
            </a:r>
          </a:p>
        </p:txBody>
      </p:sp>
      <p:sp>
        <p:nvSpPr>
          <p:cNvPr id="7" name="p3-node-submit">
            <a:extLst xmlns:a="http://schemas.openxmlformats.org/drawingml/2006/main">
              <a:ext uri="{FF2B5EF4-FFF2-40B4-BE49-F238E27FC236}">
                <a16:creationId xmlns:a16="http://schemas.microsoft.com/office/drawing/2014/main" id="{E26044F2-BFB1-4F90-91B9-4F35890E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8" name="p3-node-locate">
            <a:extLst xmlns:a="http://schemas.openxmlformats.org/drawingml/2006/main">
              <a:ext uri="{FF2B5EF4-FFF2-40B4-BE49-F238E27FC236}">
                <a16:creationId xmlns:a16="http://schemas.microsoft.com/office/drawing/2014/main" id="{4A27EC14-4737-40CE-B320-22B08949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9" name="p3-node-supplement">
            <a:extLst xmlns:a="http://schemas.openxmlformats.org/drawingml/2006/main">
              <a:ext uri="{FF2B5EF4-FFF2-40B4-BE49-F238E27FC236}">
                <a16:creationId xmlns:a16="http://schemas.microsoft.com/office/drawing/2014/main" id="{FE84951E-DADB-4490-9C7E-47A1D88B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10" name="p3-node-confirm">
            <a:extLst xmlns:a="http://schemas.openxmlformats.org/drawingml/2006/main">
              <a:ext uri="{FF2B5EF4-FFF2-40B4-BE49-F238E27FC236}">
                <a16:creationId xmlns:a16="http://schemas.microsoft.com/office/drawing/2014/main" id="{2979FCB7-5346-40F1-80C0-C586BD80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11" name="p3-node-discuss">
            <a:extLst xmlns:a="http://schemas.openxmlformats.org/drawingml/2006/main">
              <a:ext uri="{FF2B5EF4-FFF2-40B4-BE49-F238E27FC236}">
                <a16:creationId xmlns:a16="http://schemas.microsoft.com/office/drawing/2014/main" id="{E41EEB22-1D41-476E-AE25-B1609489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cxnSp>
        <p:nvCxnSpPr>
          <p:cNvPr id="5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8600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47675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66750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85825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6" name="p3-node-submit-title">
            <a:extLst xmlns:a="http://schemas.openxmlformats.org/drawingml/2006/main">
              <a:ext uri="{FF2B5EF4-FFF2-40B4-BE49-F238E27FC236}">
                <a16:creationId xmlns:a16="http://schemas.microsoft.com/office/drawing/2014/main" id="{6C08A1E7-993C-4498-89BB-92CB7825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7" name="p3-node-submit-desc">
            <a:extLst xmlns:a="http://schemas.openxmlformats.org/drawingml/2006/main">
              <a:ext uri="{FF2B5EF4-FFF2-40B4-BE49-F238E27FC236}">
                <a16:creationId xmlns:a16="http://schemas.microsoft.com/office/drawing/2014/main" id="{EA49E001-04B3-49CC-83D2-9218DC08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记录与受控引用</a:t>
            </a:r>
          </a:p>
        </p:txBody>
      </p:sp>
      <p:sp>
        <p:nvSpPr>
          <p:cNvPr id="18" name="p3-node-locate-title">
            <a:extLst xmlns:a="http://schemas.openxmlformats.org/drawingml/2006/main">
              <a:ext uri="{FF2B5EF4-FFF2-40B4-BE49-F238E27FC236}">
                <a16:creationId xmlns:a16="http://schemas.microsoft.com/office/drawing/2014/main" id="{5A599B4F-3C60-426C-A5A6-C6811B22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定位缺项</a:t>
            </a:r>
          </a:p>
        </p:txBody>
      </p:sp>
      <p:sp>
        <p:nvSpPr>
          <p:cNvPr id="19" name="p3-node-locate-desc">
            <a:extLst xmlns:a="http://schemas.openxmlformats.org/drawingml/2006/main">
              <a:ext uri="{FF2B5EF4-FFF2-40B4-BE49-F238E27FC236}">
                <a16:creationId xmlns:a16="http://schemas.microsoft.com/office/drawing/2014/main" id="{957A2EA2-DFBA-40DC-949E-9EC77A78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数据、脚本和条件</a:t>
            </a:r>
          </a:p>
        </p:txBody>
      </p:sp>
      <p:sp>
        <p:nvSpPr>
          <p:cNvPr id="20" name="p3-node-supplement-title">
            <a:extLst xmlns:a="http://schemas.openxmlformats.org/drawingml/2006/main">
              <a:ext uri="{FF2B5EF4-FFF2-40B4-BE49-F238E27FC236}">
                <a16:creationId xmlns:a16="http://schemas.microsoft.com/office/drawing/2014/main" id="{5DD039E2-513B-4F36-9F6D-98C1DC18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执行者补充</a:t>
            </a:r>
          </a:p>
        </p:txBody>
      </p:sp>
      <p:sp>
        <p:nvSpPr>
          <p:cNvPr id="21" name="p3-node-supplement-desc">
            <a:extLst xmlns:a="http://schemas.openxmlformats.org/drawingml/2006/main">
              <a:ext uri="{FF2B5EF4-FFF2-40B4-BE49-F238E27FC236}">
                <a16:creationId xmlns:a16="http://schemas.microsoft.com/office/drawing/2014/main" id="{1826C95A-2935-49B7-A491-A8B728F9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补齐缺项</a:t>
            </a:r>
          </a:p>
        </p:txBody>
      </p:sp>
      <p:sp>
        <p:nvSpPr>
          <p:cNvPr id="22" name="p3-node-confirm-title">
            <a:extLst xmlns:a="http://schemas.openxmlformats.org/drawingml/2006/main">
              <a:ext uri="{FF2B5EF4-FFF2-40B4-BE49-F238E27FC236}">
                <a16:creationId xmlns:a16="http://schemas.microsoft.com/office/drawing/2014/main" id="{666FB6BD-E26E-4EF2-8661-1C2EA96D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23" name="p3-node-confirm-desc">
            <a:extLst xmlns:a="http://schemas.openxmlformats.org/drawingml/2006/main">
              <a:ext uri="{FF2B5EF4-FFF2-40B4-BE49-F238E27FC236}">
                <a16:creationId xmlns:a16="http://schemas.microsoft.com/office/drawing/2014/main" id="{C23AC5B2-6D11-43E2-9F09-22684555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确认后继续</a:t>
            </a:r>
          </a:p>
        </p:txBody>
      </p:sp>
      <p:sp>
        <p:nvSpPr>
          <p:cNvPr id="24" name="p3-node-discuss-title">
            <a:extLst xmlns:a="http://schemas.openxmlformats.org/drawingml/2006/main">
              <a:ext uri="{FF2B5EF4-FFF2-40B4-BE49-F238E27FC236}">
                <a16:creationId xmlns:a16="http://schemas.microsoft.com/office/drawing/2014/main" id="{D97D3826-399A-4DB0-AFF7-76CD78E4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可讨论版本</a:t>
            </a:r>
          </a:p>
        </p:txBody>
      </p:sp>
      <p:sp>
        <p:nvSpPr>
          <p:cNvPr id="25" name="p3-node-discuss-desc">
            <a:extLst xmlns:a="http://schemas.openxmlformats.org/drawingml/2006/main">
              <a:ext uri="{FF2B5EF4-FFF2-40B4-BE49-F238E27FC236}">
                <a16:creationId xmlns:a16="http://schemas.microsoft.com/office/drawing/2014/main" id="{0EDB11B7-A619-4074-B67D-35F4713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进入讨论</a:t>
            </a:r>
          </a:p>
        </p:txBody>
      </p:sp>
      <p:sp>
        <p:nvSpPr>
          <p:cNvPr id="26" name="p3-flow-baseline">
            <a:extLst xmlns:a="http://schemas.openxmlformats.org/drawingml/2006/main">
              <a:ext uri="{FF2B5EF4-FFF2-40B4-BE49-F238E27FC236}">
                <a16:creationId xmlns:a16="http://schemas.microsoft.com/office/drawing/2014/main" id="{DD5CAF2E-2400-4091-ADC6-95C1EBA5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04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3-exception-label">
            <a:extLst xmlns:a="http://schemas.openxmlformats.org/drawingml/2006/main">
              <a:ext uri="{FF2B5EF4-FFF2-40B4-BE49-F238E27FC236}">
                <a16:creationId xmlns:a16="http://schemas.microsoft.com/office/drawing/2014/main" id="{A1AD59B4-6D65-463A-8588-DEEA8150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861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新增访问授权时，正常流程暂停</a:t>
            </a:r>
          </a:p>
        </p:txBody>
      </p:sp>
      <p:sp>
        <p:nvSpPr>
          <p:cNvPr id="28" name="p3-ex-node-detect">
            <a:extLst xmlns:a="http://schemas.openxmlformats.org/drawingml/2006/main">
              <a:ext uri="{FF2B5EF4-FFF2-40B4-BE49-F238E27FC236}">
                <a16:creationId xmlns:a16="http://schemas.microsoft.com/office/drawing/2014/main" id="{8BECAE4A-4220-42BB-BBFA-31AB56D2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48100"/>
            <a:ext cx="1952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29" name="p3-ex-node-pause">
            <a:extLst xmlns:a="http://schemas.openxmlformats.org/drawingml/2006/main">
              <a:ext uri="{FF2B5EF4-FFF2-40B4-BE49-F238E27FC236}">
                <a16:creationId xmlns:a16="http://schemas.microsoft.com/office/drawing/2014/main" id="{EAA0F6F3-6A67-492A-AACA-BBF2730F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1952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30" name="p3-ex-node-owner">
            <a:extLst xmlns:a="http://schemas.openxmlformats.org/drawingml/2006/main">
              <a:ext uri="{FF2B5EF4-FFF2-40B4-BE49-F238E27FC236}">
                <a16:creationId xmlns:a16="http://schemas.microsoft.com/office/drawing/2014/main" id="{6602D9C3-71C6-4891-8F03-D177CAD7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48100"/>
            <a:ext cx="1952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31" name="p3-ex-node-resume">
            <a:extLst xmlns:a="http://schemas.openxmlformats.org/drawingml/2006/main">
              <a:ext uri="{FF2B5EF4-FFF2-40B4-BE49-F238E27FC236}">
                <a16:creationId xmlns:a16="http://schemas.microsoft.com/office/drawing/2014/main" id="{9158DB23-20B6-4064-A419-47AA478E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1952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cxnSp>
        <p:nvCxnSpPr>
          <p:cNvPr id="77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048000" y="42576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7C8C"/>
            </a:solidFill>
            <a:prstDash val="solid"/>
            <a:tailEnd type="arrow" w="sm" len="sm"/>
          </a:ln>
        </p:spPr>
      </p:cxnSp>
      <p:cxnSp>
        <p:nvCxnSpPr>
          <p:cNvPr id="78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67375" y="42576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7C8C"/>
            </a:solidFill>
            <a:prstDash val="solid"/>
            <a:tailEnd type="arrow" w="sm" len="sm"/>
          </a:ln>
        </p:spPr>
      </p:cxnSp>
      <p:cxnSp>
        <p:nvCxnSpPr>
          <p:cNvPr id="7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286750" y="42576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7C8C"/>
            </a:solidFill>
            <a:prstDash val="solid"/>
            <a:tailEnd type="arrow" w="sm" len="sm"/>
          </a:ln>
        </p:spPr>
      </p:cxnSp>
      <p:sp>
        <p:nvSpPr>
          <p:cNvPr id="35" name="p3-ex-detect-title">
            <a:extLst xmlns:a="http://schemas.openxmlformats.org/drawingml/2006/main">
              <a:ext uri="{FF2B5EF4-FFF2-40B4-BE49-F238E27FC236}">
                <a16:creationId xmlns:a16="http://schemas.microsoft.com/office/drawing/2014/main" id="{FBC5B4C0-50B5-4C53-BD2A-E25B3ED0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971925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发现授权</a:t>
            </a:r>
          </a:p>
        </p:txBody>
      </p:sp>
      <p:sp>
        <p:nvSpPr>
          <p:cNvPr id="36" name="p3-ex-detect-desc">
            <a:extLst xmlns:a="http://schemas.openxmlformats.org/drawingml/2006/main">
              <a:ext uri="{FF2B5EF4-FFF2-40B4-BE49-F238E27FC236}">
                <a16:creationId xmlns:a16="http://schemas.microsoft.com/office/drawing/2014/main" id="{F0138BD8-250E-4CEF-83BA-7FFFEA38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33387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新增访问授权</a:t>
            </a:r>
          </a:p>
        </p:txBody>
      </p:sp>
      <p:sp>
        <p:nvSpPr>
          <p:cNvPr id="37" name="p3-ex-pause-title">
            <a:extLst xmlns:a="http://schemas.openxmlformats.org/drawingml/2006/main">
              <a:ext uri="{FF2B5EF4-FFF2-40B4-BE49-F238E27FC236}">
                <a16:creationId xmlns:a16="http://schemas.microsoft.com/office/drawing/2014/main" id="{5A9F15D2-6633-4F92-81FA-5D75E620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71925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暂停共享</a:t>
            </a:r>
          </a:p>
        </p:txBody>
      </p:sp>
      <p:sp>
        <p:nvSpPr>
          <p:cNvPr id="38" name="p3-ex-pause-desc">
            <a:extLst xmlns:a="http://schemas.openxmlformats.org/drawingml/2006/main">
              <a:ext uri="{FF2B5EF4-FFF2-40B4-BE49-F238E27FC236}">
                <a16:creationId xmlns:a16="http://schemas.microsoft.com/office/drawing/2014/main" id="{C2B50480-7EEB-4F35-A747-7B7B2CF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3387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等待负责人处理</a:t>
            </a:r>
          </a:p>
        </p:txBody>
      </p:sp>
      <p:sp>
        <p:nvSpPr>
          <p:cNvPr id="39" name="p3-ex-owner-title">
            <a:extLst xmlns:a="http://schemas.openxmlformats.org/drawingml/2006/main">
              <a:ext uri="{FF2B5EF4-FFF2-40B4-BE49-F238E27FC236}">
                <a16:creationId xmlns:a16="http://schemas.microsoft.com/office/drawing/2014/main" id="{79F0A3E0-F0DB-4DB3-BDD4-35372CB2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71925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负责人处理</a:t>
            </a:r>
          </a:p>
        </p:txBody>
      </p:sp>
      <p:sp>
        <p:nvSpPr>
          <p:cNvPr id="40" name="p3-ex-owner-desc">
            <a:extLst xmlns:a="http://schemas.openxmlformats.org/drawingml/2006/main">
              <a:ext uri="{FF2B5EF4-FFF2-40B4-BE49-F238E27FC236}">
                <a16:creationId xmlns:a16="http://schemas.microsoft.com/office/drawing/2014/main" id="{39150A42-528E-4100-AAF5-204B4E53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33387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完成授权处理</a:t>
            </a:r>
          </a:p>
        </p:txBody>
      </p:sp>
      <p:sp>
        <p:nvSpPr>
          <p:cNvPr id="41" name="p3-ex-resume-title">
            <a:extLst xmlns:a="http://schemas.openxmlformats.org/drawingml/2006/main">
              <a:ext uri="{FF2B5EF4-FFF2-40B4-BE49-F238E27FC236}">
                <a16:creationId xmlns:a16="http://schemas.microsoft.com/office/drawing/2014/main" id="{229B5087-D243-4A18-8E30-D8ED81F2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71925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继续共享</a:t>
            </a:r>
          </a:p>
        </p:txBody>
      </p:sp>
      <p:sp>
        <p:nvSpPr>
          <p:cNvPr id="42" name="p3-ex-resume-desc">
            <a:extLst xmlns:a="http://schemas.openxmlformats.org/drawingml/2006/main">
              <a:ext uri="{FF2B5EF4-FFF2-40B4-BE49-F238E27FC236}">
                <a16:creationId xmlns:a16="http://schemas.microsoft.com/office/drawing/2014/main" id="{87EDF8C7-F836-4B37-84A0-EF423B0B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3387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回到复核路径</a:t>
            </a:r>
          </a:p>
        </p:txBody>
      </p:sp>
      <p:sp>
        <p:nvSpPr>
          <p:cNvPr id="43" name="p3-scope-surface">
            <a:extLst xmlns:a="http://schemas.openxmlformats.org/drawingml/2006/main">
              <a:ext uri="{FF2B5EF4-FFF2-40B4-BE49-F238E27FC236}">
                <a16:creationId xmlns:a16="http://schemas.microsoft.com/office/drawing/2014/main" id="{C3C03A08-2A15-4C22-AFC5-04FA6C63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67300"/>
            <a:ext cx="1114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3-scope-title">
            <a:extLst xmlns:a="http://schemas.openxmlformats.org/drawingml/2006/main">
              <a:ext uri="{FF2B5EF4-FFF2-40B4-BE49-F238E27FC236}">
                <a16:creationId xmlns:a16="http://schemas.microsoft.com/office/drawing/2014/main" id="{3CCE7ADA-40C0-4B62-AD81-423A7766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复核范围</a:t>
            </a:r>
          </a:p>
        </p:txBody>
      </p:sp>
      <p:sp>
        <p:nvSpPr>
          <p:cNvPr id="45" name="p3-scope-body">
            <a:extLst xmlns:a="http://schemas.openxmlformats.org/drawingml/2006/main">
              <a:ext uri="{FF2B5EF4-FFF2-40B4-BE49-F238E27FC236}">
                <a16:creationId xmlns:a16="http://schemas.microsoft.com/office/drawing/2014/main" id="{0E810E12-A0F1-45C9-A5FA-9B91A8F6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检查结果如何产生；不要求复做实验，也不代替科学结论审查。</a:t>
            </a:r>
          </a:p>
        </p:txBody>
      </p:sp>
    </p:spTree>
    <p:extLst>
      <p:ext uri="{BB962C8B-B14F-4D97-AF65-F5344CB8AC3E}">
        <p14:creationId xmlns:p14="http://schemas.microsoft.com/office/powerpoint/2010/main" val="633227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4-eyebrow">
            <a:extLst xmlns:a="http://schemas.openxmlformats.org/drawingml/2006/main">
              <a:ext uri="{FF2B5EF4-FFF2-40B4-BE49-F238E27FC236}">
                <a16:creationId xmlns:a16="http://schemas.microsoft.com/office/drawing/2014/main" id="{267D5C79-5938-4951-8335-AC93D6BF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ANALYSIS  /  04  ·  PILOT DECISION</a:t>
            </a:r>
          </a:p>
        </p:txBody>
      </p:sp>
      <p:sp>
        <p:nvSpPr>
          <p:cNvPr id="2" name="p4-title">
            <a:extLst xmlns:a="http://schemas.openxmlformats.org/drawingml/2006/main">
              <a:ext uri="{FF2B5EF4-FFF2-40B4-BE49-F238E27FC236}">
                <a16:creationId xmlns:a16="http://schemas.microsoft.com/office/drawing/2014/main" id="{8778393F-E330-4CDE-8AE3-C2A985B1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四周试点用过程反馈决定保留、修改或停止</a:t>
            </a:r>
          </a:p>
        </p:txBody>
      </p:sp>
      <p:sp>
        <p:nvSpPr>
          <p:cNvPr id="3" name="p4-header-rule">
            <a:extLst xmlns:a="http://schemas.openxmlformats.org/drawingml/2006/main">
              <a:ext uri="{FF2B5EF4-FFF2-40B4-BE49-F238E27FC236}">
                <a16:creationId xmlns:a16="http://schemas.microsoft.com/office/drawing/2014/main" id="{63191049-7EF0-43B3-9ED8-465C803D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4-footer-left">
            <a:extLst xmlns:a="http://schemas.openxmlformats.org/drawingml/2006/main">
              <a:ext uri="{FF2B5EF4-FFF2-40B4-BE49-F238E27FC236}">
                <a16:creationId xmlns:a16="http://schemas.microsoft.com/office/drawing/2014/main" id="{E4CD798E-F717-44D5-ACE9-B4446486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UNIVERSITY BLUE PILOT  /  分析记录试点</a:t>
            </a:r>
          </a:p>
        </p:txBody>
      </p:sp>
      <p:sp>
        <p:nvSpPr>
          <p:cNvPr id="5" name="p4-footer-right">
            <a:extLst xmlns:a="http://schemas.openxmlformats.org/drawingml/2006/main">
              <a:ext uri="{FF2B5EF4-FFF2-40B4-BE49-F238E27FC236}">
                <a16:creationId xmlns:a16="http://schemas.microsoft.com/office/drawing/2014/main" id="{35BCB675-D6E4-45E5-B8EE-26BB6726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  /  04</a:t>
            </a:r>
          </a:p>
        </p:txBody>
      </p:sp>
      <p:sp>
        <p:nvSpPr>
          <p:cNvPr id="6" name="p4-scope-label">
            <a:extLst xmlns:a="http://schemas.openxmlformats.org/drawingml/2006/main">
              <a:ext uri="{FF2B5EF4-FFF2-40B4-BE49-F238E27FC236}">
                <a16:creationId xmlns:a16="http://schemas.microsoft.com/office/drawing/2014/main" id="{54674FDC-0048-4E28-848C-B7F8DEAE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试点范围</a:t>
            </a:r>
          </a:p>
        </p:txBody>
      </p:sp>
      <p:sp>
        <p:nvSpPr>
          <p:cNvPr id="7" name="p4-scope-body">
            <a:extLst xmlns:a="http://schemas.openxmlformats.org/drawingml/2006/main">
              <a:ext uri="{FF2B5EF4-FFF2-40B4-BE49-F238E27FC236}">
                <a16:creationId xmlns:a16="http://schemas.microsoft.com/office/drawing/2014/main" id="{5B1DB2BE-7807-41C5-A669-AA5190BF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3827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一个课题方向  ·  两名自愿成员  ·  仅记录新增实验</a:t>
            </a:r>
          </a:p>
        </p:txBody>
      </p:sp>
      <p:sp>
        <p:nvSpPr>
          <p:cNvPr id="8" name="p4-week1">
            <a:extLst xmlns:a="http://schemas.openxmlformats.org/drawingml/2006/main">
              <a:ext uri="{FF2B5EF4-FFF2-40B4-BE49-F238E27FC236}">
                <a16:creationId xmlns:a16="http://schemas.microsoft.com/office/drawing/2014/main" id="{D113FB9A-61C0-49D7-A454-B097A3FA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9" name="p4-week23">
            <a:extLst xmlns:a="http://schemas.openxmlformats.org/drawingml/2006/main">
              <a:ext uri="{FF2B5EF4-FFF2-40B4-BE49-F238E27FC236}">
                <a16:creationId xmlns:a16="http://schemas.microsoft.com/office/drawing/2014/main" id="{81B69F5A-16BE-4D15-8E7C-C5406FF8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9775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10" name="p4-week4">
            <a:extLst xmlns:a="http://schemas.openxmlformats.org/drawingml/2006/main">
              <a:ext uri="{FF2B5EF4-FFF2-40B4-BE49-F238E27FC236}">
                <a16:creationId xmlns:a16="http://schemas.microsoft.com/office/drawing/2014/main" id="{538967B1-0748-42F0-8873-BCCB030F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09775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09875" y="2505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24500" y="2505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3" name="p4-week1-title">
            <a:extLst xmlns:a="http://schemas.openxmlformats.org/drawingml/2006/main">
              <a:ext uri="{FF2B5EF4-FFF2-40B4-BE49-F238E27FC236}">
                <a16:creationId xmlns:a16="http://schemas.microsoft.com/office/drawing/2014/main" id="{D53E7490-B028-470A-AD1F-C3FE31BA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33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4" name="p4-week1-desc">
            <a:extLst xmlns:a="http://schemas.openxmlformats.org/drawingml/2006/main">
              <a:ext uri="{FF2B5EF4-FFF2-40B4-BE49-F238E27FC236}">
                <a16:creationId xmlns:a16="http://schemas.microsoft.com/office/drawing/2014/main" id="{A643E729-B206-46DA-8A59-B3B08899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955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确认最少字段，试填一个结果</a:t>
            </a:r>
          </a:p>
        </p:txBody>
      </p:sp>
      <p:sp>
        <p:nvSpPr>
          <p:cNvPr id="15" name="p4-week23-title">
            <a:extLst xmlns:a="http://schemas.openxmlformats.org/drawingml/2006/main">
              <a:ext uri="{FF2B5EF4-FFF2-40B4-BE49-F238E27FC236}">
                <a16:creationId xmlns:a16="http://schemas.microsoft.com/office/drawing/2014/main" id="{0134BD25-DA14-43DC-884D-F1B9FA5A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第 2–3 周</a:t>
            </a:r>
          </a:p>
        </p:txBody>
      </p:sp>
      <p:sp>
        <p:nvSpPr>
          <p:cNvPr id="16" name="p4-week23-desc">
            <a:extLst xmlns:a="http://schemas.openxmlformats.org/drawingml/2006/main">
              <a:ext uri="{FF2B5EF4-FFF2-40B4-BE49-F238E27FC236}">
                <a16:creationId xmlns:a16="http://schemas.microsoft.com/office/drawing/2014/main" id="{4E3C00A8-75A0-4DF2-9333-5A6D8050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955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记录缺项和填写负担</a:t>
            </a:r>
          </a:p>
        </p:txBody>
      </p:sp>
      <p:sp>
        <p:nvSpPr>
          <p:cNvPr id="17" name="p4-week4-title">
            <a:extLst xmlns:a="http://schemas.openxmlformats.org/drawingml/2006/main">
              <a:ext uri="{FF2B5EF4-FFF2-40B4-BE49-F238E27FC236}">
                <a16:creationId xmlns:a16="http://schemas.microsoft.com/office/drawing/2014/main" id="{8F6C5539-19CC-4082-8298-4203B5A8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18" name="p4-week4-desc">
            <a:extLst xmlns:a="http://schemas.openxmlformats.org/drawingml/2006/main">
              <a:ext uri="{FF2B5EF4-FFF2-40B4-BE49-F238E27FC236}">
                <a16:creationId xmlns:a16="http://schemas.microsoft.com/office/drawing/2014/main" id="{EEBC5987-86CC-497F-8005-8FC332A6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955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决定保留、修改或停止</a:t>
            </a:r>
          </a:p>
        </p:txBody>
      </p:sp>
      <p:sp>
        <p:nvSpPr>
          <p:cNvPr id="19" name="p4-timeline-note">
            <a:extLst xmlns:a="http://schemas.openxmlformats.org/drawingml/2006/main">
              <a:ext uri="{FF2B5EF4-FFF2-40B4-BE49-F238E27FC236}">
                <a16:creationId xmlns:a16="http://schemas.microsoft.com/office/drawing/2014/main" id="{505679D2-C485-4857-BF11-28BE257E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过程反馈作决定；不设统一分数。</a:t>
            </a:r>
          </a:p>
        </p:txBody>
      </p:sp>
      <p:sp>
        <p:nvSpPr>
          <p:cNvPr id="20" name="p4-eval-title">
            <a:extLst xmlns:a="http://schemas.openxmlformats.org/drawingml/2006/main">
              <a:ext uri="{FF2B5EF4-FFF2-40B4-BE49-F238E27FC236}">
                <a16:creationId xmlns:a16="http://schemas.microsoft.com/office/drawing/2014/main" id="{9FB42160-D447-4389-9393-9AA5DD31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评估什么</a:t>
            </a:r>
          </a:p>
        </p:txBody>
      </p:sp>
      <p:sp>
        <p:nvSpPr>
          <p:cNvPr id="21" name="p4-eval-body">
            <a:extLst xmlns:a="http://schemas.openxmlformats.org/drawingml/2006/main">
              <a:ext uri="{FF2B5EF4-FFF2-40B4-BE49-F238E27FC236}">
                <a16:creationId xmlns:a16="http://schemas.microsoft.com/office/drawing/2014/main" id="{EA13ABD9-9DBC-40F3-B247-A2D3A5BE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5095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来源能否定位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处理与排除依据能否理解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负担是否愿意长期承担</a:t>
            </a:r>
          </a:p>
        </p:txBody>
      </p:sp>
      <p:sp>
        <p:nvSpPr>
          <p:cNvPr id="22" name="p4-column-rule">
            <a:extLst xmlns:a="http://schemas.openxmlformats.org/drawingml/2006/main">
              <a:ext uri="{FF2B5EF4-FFF2-40B4-BE49-F238E27FC236}">
                <a16:creationId xmlns:a16="http://schemas.microsoft.com/office/drawing/2014/main" id="{B2F4E4B2-0C75-4287-8EF8-2C9B04F2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24250"/>
            <a:ext cx="95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4-stop-surface">
            <a:extLst xmlns:a="http://schemas.openxmlformats.org/drawingml/2006/main">
              <a:ext uri="{FF2B5EF4-FFF2-40B4-BE49-F238E27FC236}">
                <a16:creationId xmlns:a16="http://schemas.microsoft.com/office/drawing/2014/main" id="{F6DBE5B0-8082-45E4-9418-25F240C8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51911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4-stop-accent">
            <a:extLst xmlns:a="http://schemas.openxmlformats.org/drawingml/2006/main">
              <a:ext uri="{FF2B5EF4-FFF2-40B4-BE49-F238E27FC236}">
                <a16:creationId xmlns:a16="http://schemas.microsoft.com/office/drawing/2014/main" id="{3260FEBE-9C0A-487D-8DD5-A8E67088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476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4-stop-title">
            <a:extLst xmlns:a="http://schemas.openxmlformats.org/drawingml/2006/main">
              <a:ext uri="{FF2B5EF4-FFF2-40B4-BE49-F238E27FC236}">
                <a16:creationId xmlns:a16="http://schemas.microsoft.com/office/drawing/2014/main" id="{97F56B69-43F0-4EA5-A9F1-2206BEA5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何时缩小要求或停止</a:t>
            </a:r>
          </a:p>
        </p:txBody>
      </p:sp>
      <p:sp>
        <p:nvSpPr>
          <p:cNvPr id="26" name="p4-stop-body">
            <a:extLst xmlns:a="http://schemas.openxmlformats.org/drawingml/2006/main">
              <a:ext uri="{FF2B5EF4-FFF2-40B4-BE49-F238E27FC236}">
                <a16:creationId xmlns:a16="http://schemas.microsoft.com/office/drawing/2014/main" id="{5FAEE94B-A2A2-41D4-A335-30F641D6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447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持续挤占实验时间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权限不明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只有重复抄写，不帮助解释结果</a:t>
            </a:r>
          </a:p>
        </p:txBody>
      </p:sp>
      <p:sp>
        <p:nvSpPr>
          <p:cNvPr id="27" name="p4-decision-surface">
            <a:extLst xmlns:a="http://schemas.openxmlformats.org/drawingml/2006/main">
              <a:ext uri="{FF2B5EF4-FFF2-40B4-BE49-F238E27FC236}">
                <a16:creationId xmlns:a16="http://schemas.microsoft.com/office/drawing/2014/main" id="{A6C5ED6A-84A5-4686-BBD5-3DC75975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72150"/>
            <a:ext cx="1114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4-decision-body">
            <a:extLst xmlns:a="http://schemas.openxmlformats.org/drawingml/2006/main">
              <a:ext uri="{FF2B5EF4-FFF2-40B4-BE49-F238E27FC236}">
                <a16:creationId xmlns:a16="http://schemas.microsoft.com/office/drawing/2014/main" id="{CE2F6B68-2AC3-44DD-A8E5-5030CC95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959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第四周决定：保留、修改或停止</a:t>
            </a:r>
          </a:p>
        </p:txBody>
      </p:sp>
      <p:sp>
        <p:nvSpPr>
          <p:cNvPr id="29" name="p4-decision-note">
            <a:extLst xmlns:a="http://schemas.openxmlformats.org/drawingml/2006/main">
              <a:ext uri="{FF2B5EF4-FFF2-40B4-BE49-F238E27FC236}">
                <a16:creationId xmlns:a16="http://schemas.microsoft.com/office/drawing/2014/main" id="{DDF7E6E8-3F62-4269-9DD5-F65A10C8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9055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 b="0">
                <a:solidFill>
                  <a:srgbClr val="E5ED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DF5"/>
                </a:solidFill>
                <a:latin typeface="Microsoft YaHei"/>
                <a:ea typeface="Microsoft YaHei"/>
                <a:cs typeface="Microsoft YaHei"/>
              </a:rPr>
              <a:t>范围为拟定；没有实测效率或完成率。</a:t>
            </a:r>
          </a:p>
        </p:txBody>
      </p:sp>
    </p:spTree>
    <p:extLst>
      <p:ext uri="{BB962C8B-B14F-4D97-AF65-F5344CB8AC3E}">
        <p14:creationId xmlns:p14="http://schemas.microsoft.com/office/powerpoint/2010/main" val="14371785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2026-09-06T09:13:27.4430000Z</dcterms:created>
  <dcterms:modified xsi:type="dcterms:W3CDTF">2026-09-06T09:13:27.4430000Z</dcterms:modified>
</coreProperties>
</file>