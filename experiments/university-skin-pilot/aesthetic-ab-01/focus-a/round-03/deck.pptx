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ae5deb2b044dd3" /><Relationship Type="http://schemas.openxmlformats.org/officeDocument/2006/relationships/extended-properties" Target="/docProps/app.xml" Id="R0731fc80866c465d" /><Relationship Type="http://schemas.openxmlformats.org/officeDocument/2006/relationships/officeDocument" Target="/ppt/presentation.xml" Id="R984a9fbf99c2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020203c2542c3"/>
  </p:sldMasterIdLst>
  <p:notesMasterIdLst>
    <p:notesMasterId xmlns:r="http://schemas.openxmlformats.org/officeDocument/2006/relationships" r:id="R764e6be98cc94e1c"/>
  </p:notesMasterIdLst>
  <p:sldIdLst>
    <p:sldId xmlns:r="http://schemas.openxmlformats.org/officeDocument/2006/relationships" id="256" r:id="Ra962193ddcce4b28"/>
    <p:sldId xmlns:r="http://schemas.openxmlformats.org/officeDocument/2006/relationships" id="257" r:id="Rd4eba14dc562410c"/>
    <p:sldId xmlns:r="http://schemas.openxmlformats.org/officeDocument/2006/relationships" id="258" r:id="R2e2c6cf8a2a34ce2"/>
    <p:sldId xmlns:r="http://schemas.openxmlformats.org/officeDocument/2006/relationships" id="259" r:id="R8905e9d61334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6ccc0ac7984173" /><Relationship Type="http://schemas.openxmlformats.org/officeDocument/2006/relationships/slideMaster" Target="/ppt/slideMasters/slideMaster1.xml" Id="R606020203c2542c3" /><Relationship Type="http://schemas.openxmlformats.org/officeDocument/2006/relationships/notesMaster" Target="/ppt/notesMasters/notesMaster1.xml" Id="R764e6be98cc94e1c" /><Relationship Type="http://schemas.openxmlformats.org/officeDocument/2006/relationships/presProps" Target="/ppt/presProps.xml" Id="R57b985dbb7e14e06" /><Relationship Type="http://schemas.openxmlformats.org/officeDocument/2006/relationships/tableStyles" Target="/ppt/tableStyles.xml" Id="R487cf4d4a54840e3" /><Relationship Type="http://schemas.openxmlformats.org/officeDocument/2006/relationships/slide" Target="/ppt/slides/slide1.xml" Id="Ra962193ddcce4b28" /><Relationship Type="http://schemas.openxmlformats.org/officeDocument/2006/relationships/slide" Target="/ppt/slides/slide2.xml" Id="Rd4eba14dc562410c" /><Relationship Type="http://schemas.openxmlformats.org/officeDocument/2006/relationships/slide" Target="/ppt/slides/slide3.xml" Id="R2e2c6cf8a2a34ce2" /><Relationship Type="http://schemas.openxmlformats.org/officeDocument/2006/relationships/slide" Target="/ppt/slides/slide4.xml" Id="R8905e9d61334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6c72b2b4f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9f6746206468a" /><Relationship Type="http://schemas.openxmlformats.org/officeDocument/2006/relationships/notesMaster" Target="/ppt/notesMasters/notesMaster1.xml" Id="Ra0e3c1a9230e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b6b0c35b2462b" /><Relationship Type="http://schemas.openxmlformats.org/officeDocument/2006/relationships/notesMaster" Target="/ppt/notesMasters/notesMaster1.xml" Id="R1396cb78c71b47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65bfb16fe4b82" /><Relationship Type="http://schemas.openxmlformats.org/officeDocument/2006/relationships/notesMaster" Target="/ppt/notesMasters/notesMaster1.xml" Id="R3e34907fa754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0ce5315db492e" /><Relationship Type="http://schemas.openxmlformats.org/officeDocument/2006/relationships/notesMaster" Target="/ppt/notesMasters/notesMaster1.xml" Id="R1fb25a9f2690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4a95d12fd4b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a37712c1c84413" /><Relationship Type="http://schemas.openxmlformats.org/officeDocument/2006/relationships/slideLayout" Target="/ppt/slideLayouts/slideLayout1.xml" Id="Rfc88eba00125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8eba00125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8f75d0c140c0" /><Relationship Type="http://schemas.openxmlformats.org/officeDocument/2006/relationships/notesSlide" Target="/ppt/notesSlides/notesSlide1.xml" Id="R5b0176b459e7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a3bc51e7645a7" /><Relationship Type="http://schemas.openxmlformats.org/officeDocument/2006/relationships/notesSlide" Target="/ppt/notesSlides/notesSlide2.xml" Id="R1b470434a6be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cdafb957c4bcb" /><Relationship Type="http://schemas.openxmlformats.org/officeDocument/2006/relationships/notesSlide" Target="/ppt/notesSlides/notesSlide3.xml" Id="R570267257de247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6b373e4454190" /><Relationship Type="http://schemas.openxmlformats.org/officeDocument/2006/relationships/notesSlide" Target="/ppt/notesSlides/notesSlide4.xml" Id="Rafd13e973d03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1-title">
            <a:extLst xmlns:a="http://schemas.openxmlformats.org/drawingml/2006/main">
              <a:ext uri="{FF2B5EF4-FFF2-40B4-BE49-F238E27FC236}">
                <a16:creationId xmlns:a16="http://schemas.microsoft.com/office/drawing/2014/main" id="{F2CF58FE-FCE9-475A-882A-B7A267F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一个结果，需要共同可追溯的记录单元</a:t>
            </a:r>
          </a:p>
        </p:txBody>
      </p:sp>
      <p:sp>
        <p:nvSpPr>
          <p:cNvPr id="2" name="p1-header-rule">
            <a:extLst xmlns:a="http://schemas.openxmlformats.org/drawingml/2006/main">
              <a:ext uri="{FF2B5EF4-FFF2-40B4-BE49-F238E27FC236}">
                <a16:creationId xmlns:a16="http://schemas.microsoft.com/office/drawing/2014/main" id="{C2354714-A2F6-46B9-807E-B753562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-footer-left">
            <a:extLst xmlns:a="http://schemas.openxmlformats.org/drawingml/2006/main">
              <a:ext uri="{FF2B5EF4-FFF2-40B4-BE49-F238E27FC236}">
                <a16:creationId xmlns:a16="http://schemas.microsoft.com/office/drawing/2014/main" id="{504D7DB6-7CB2-4C22-ABA9-3B20BE3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1-footer-right">
            <a:extLst xmlns:a="http://schemas.openxmlformats.org/drawingml/2006/main">
              <a:ext uri="{FF2B5EF4-FFF2-40B4-BE49-F238E27FC236}">
                <a16:creationId xmlns:a16="http://schemas.microsoft.com/office/drawing/2014/main" id="{44E4D205-CD9B-41D4-AE95-6425273B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 /  04</a:t>
            </a:r>
          </a:p>
        </p:txBody>
      </p:sp>
      <p:sp>
        <p:nvSpPr>
          <p:cNvPr id="5" name="p1-table-header">
            <a:extLst xmlns:a="http://schemas.openxmlformats.org/drawingml/2006/main">
              <a:ext uri="{FF2B5EF4-FFF2-40B4-BE49-F238E27FC236}">
                <a16:creationId xmlns:a16="http://schemas.microsoft.com/office/drawing/2014/main" id="{3F1F7A94-523D-45BF-B9FB-36614AA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-table-header-a">
            <a:extLst xmlns:a="http://schemas.openxmlformats.org/drawingml/2006/main">
              <a:ext uri="{FF2B5EF4-FFF2-40B4-BE49-F238E27FC236}">
                <a16:creationId xmlns:a16="http://schemas.microsoft.com/office/drawing/2014/main" id="{B1495C56-501E-41A8-8D14-B88C7A3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7" name="p1-table-header-b">
            <a:extLst xmlns:a="http://schemas.openxmlformats.org/drawingml/2006/main">
              <a:ext uri="{FF2B5EF4-FFF2-40B4-BE49-F238E27FC236}">
                <a16:creationId xmlns:a16="http://schemas.microsoft.com/office/drawing/2014/main" id="{467D93C7-3151-4A09-8612-0E515871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共同解释这个结果</a:t>
            </a:r>
          </a:p>
        </p:txBody>
      </p:sp>
      <p:sp>
        <p:nvSpPr>
          <p:cNvPr id="8" name="p1-row-0-label">
            <a:extLst xmlns:a="http://schemas.openxmlformats.org/drawingml/2006/main">
              <a:ext uri="{FF2B5EF4-FFF2-40B4-BE49-F238E27FC236}">
                <a16:creationId xmlns:a16="http://schemas.microsoft.com/office/drawing/2014/main" id="{63EEEFF0-620F-45CB-80E0-878A5DFB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9" name="p1-row-0-body">
            <a:extLst xmlns:a="http://schemas.openxmlformats.org/drawingml/2006/main">
              <a:ext uri="{FF2B5EF4-FFF2-40B4-BE49-F238E27FC236}">
                <a16:creationId xmlns:a16="http://schemas.microsoft.com/office/drawing/2014/main" id="{A3635919-659D-4D64-A51F-78C6AB11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原始数据保持原貌；知道结果从哪里产生。</a:t>
            </a:r>
          </a:p>
        </p:txBody>
      </p:sp>
      <p:sp>
        <p:nvSpPr>
          <p:cNvPr id="10" name="p1-row-0-rule">
            <a:extLst xmlns:a="http://schemas.openxmlformats.org/drawingml/2006/main">
              <a:ext uri="{FF2B5EF4-FFF2-40B4-BE49-F238E27FC236}">
                <a16:creationId xmlns:a16="http://schemas.microsoft.com/office/drawing/2014/main" id="{0A3E2B09-D663-4E7A-A9D3-AE9AB9A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-row-1-label">
            <a:extLst xmlns:a="http://schemas.openxmlformats.org/drawingml/2006/main">
              <a:ext uri="{FF2B5EF4-FFF2-40B4-BE49-F238E27FC236}">
                <a16:creationId xmlns:a16="http://schemas.microsoft.com/office/drawing/2014/main" id="{92B47646-AB1A-46A0-8F32-C744419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2" name="p1-row-1-body">
            <a:extLst xmlns:a="http://schemas.openxmlformats.org/drawingml/2006/main">
              <a:ext uri="{FF2B5EF4-FFF2-40B4-BE49-F238E27FC236}">
                <a16:creationId xmlns:a16="http://schemas.microsoft.com/office/drawing/2014/main" id="{5488AE4E-5432-4C67-83B7-663755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把结果放回它的采集边界。</a:t>
            </a:r>
          </a:p>
        </p:txBody>
      </p:sp>
      <p:sp>
        <p:nvSpPr>
          <p:cNvPr id="13" name="p1-row-1-rule">
            <a:extLst xmlns:a="http://schemas.openxmlformats.org/drawingml/2006/main">
              <a:ext uri="{FF2B5EF4-FFF2-40B4-BE49-F238E27FC236}">
                <a16:creationId xmlns:a16="http://schemas.microsoft.com/office/drawing/2014/main" id="{4412A274-D0C8-452B-A6AF-93E2BD2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0517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-row-2-label">
            <a:extLst xmlns:a="http://schemas.openxmlformats.org/drawingml/2006/main">
              <a:ext uri="{FF2B5EF4-FFF2-40B4-BE49-F238E27FC236}">
                <a16:creationId xmlns:a16="http://schemas.microsoft.com/office/drawing/2014/main" id="{B92525A8-7023-4C62-BCD5-1FCACE0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5" name="p1-row-2-body">
            <a:extLst xmlns:a="http://schemas.openxmlformats.org/drawingml/2006/main">
              <a:ext uri="{FF2B5EF4-FFF2-40B4-BE49-F238E27FC236}">
                <a16:creationId xmlns:a16="http://schemas.microsoft.com/office/drawing/2014/main" id="{7794D355-61BD-4D9F-9DD6-018D00BD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定位实际运行代码；清洗处理另存。</a:t>
            </a:r>
          </a:p>
        </p:txBody>
      </p:sp>
      <p:sp>
        <p:nvSpPr>
          <p:cNvPr id="16" name="p1-row-2-rule">
            <a:extLst xmlns:a="http://schemas.openxmlformats.org/drawingml/2006/main">
              <a:ext uri="{FF2B5EF4-FFF2-40B4-BE49-F238E27FC236}">
                <a16:creationId xmlns:a16="http://schemas.microsoft.com/office/drawing/2014/main" id="{C70363C0-08B9-494F-BACE-989FF17D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6240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-row-3-label">
            <a:extLst xmlns:a="http://schemas.openxmlformats.org/drawingml/2006/main">
              <a:ext uri="{FF2B5EF4-FFF2-40B4-BE49-F238E27FC236}">
                <a16:creationId xmlns:a16="http://schemas.microsoft.com/office/drawing/2014/main" id="{DA1017E5-54B5-4688-B5FF-072F18A5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8" name="p1-row-3-body">
            <a:extLst xmlns:a="http://schemas.openxmlformats.org/drawingml/2006/main">
              <a:ext uri="{FF2B5EF4-FFF2-40B4-BE49-F238E27FC236}">
                <a16:creationId xmlns:a16="http://schemas.microsoft.com/office/drawing/2014/main" id="{D2279568-9247-4A3C-8774-5813640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43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保留结果本体，便于讨论。</a:t>
            </a:r>
          </a:p>
        </p:txBody>
      </p:sp>
      <p:sp>
        <p:nvSpPr>
          <p:cNvPr id="19" name="p1-row-3-rule">
            <a:extLst xmlns:a="http://schemas.openxmlformats.org/drawingml/2006/main">
              <a:ext uri="{FF2B5EF4-FFF2-40B4-BE49-F238E27FC236}">
                <a16:creationId xmlns:a16="http://schemas.microsoft.com/office/drawing/2014/main" id="{AC61E771-4FA1-4B3D-9BC4-2C49FE7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962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-row-4-wash">
            <a:extLst xmlns:a="http://schemas.openxmlformats.org/drawingml/2006/main">
              <a:ext uri="{FF2B5EF4-FFF2-40B4-BE49-F238E27FC236}">
                <a16:creationId xmlns:a16="http://schemas.microsoft.com/office/drawing/2014/main" id="{4AEA6CB0-085B-4F8C-ACBB-8ABC47F5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7524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-row-4-label">
            <a:extLst xmlns:a="http://schemas.openxmlformats.org/drawingml/2006/main">
              <a:ext uri="{FF2B5EF4-FFF2-40B4-BE49-F238E27FC236}">
                <a16:creationId xmlns:a16="http://schemas.microsoft.com/office/drawing/2014/main" id="{0584898C-C2B4-4E92-B552-4AF1E257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00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22" name="p1-row-4-body">
            <a:extLst xmlns:a="http://schemas.openxmlformats.org/drawingml/2006/main">
              <a:ext uri="{FF2B5EF4-FFF2-40B4-BE49-F238E27FC236}">
                <a16:creationId xmlns:a16="http://schemas.microsoft.com/office/drawing/2014/main" id="{E17EB7FB-EE75-4DE2-881E-C921090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00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说明异常；保留未纳入样本的排除依据。</a:t>
            </a:r>
          </a:p>
        </p:txBody>
      </p:sp>
      <p:sp>
        <p:nvSpPr>
          <p:cNvPr id="23" name="p1-table-note">
            <a:extLst xmlns:a="http://schemas.openxmlformats.org/drawingml/2006/main">
              <a:ext uri="{FF2B5EF4-FFF2-40B4-BE49-F238E27FC236}">
                <a16:creationId xmlns:a16="http://schemas.microsoft.com/office/drawing/2014/main" id="{9C2F1DD7-C6E8-4408-8160-849CF807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24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五项共同解释一个结果，不是五个先后步骤。</a:t>
            </a:r>
          </a:p>
        </p:txBody>
      </p:sp>
      <p:sp>
        <p:nvSpPr>
          <p:cNvPr id="24" name="p1-access-surface">
            <a:extLst xmlns:a="http://schemas.openxmlformats.org/drawingml/2006/main">
              <a:ext uri="{FF2B5EF4-FFF2-40B4-BE49-F238E27FC236}">
                <a16:creationId xmlns:a16="http://schemas.microsoft.com/office/drawing/2014/main" id="{6DE1AFF0-369B-4388-87E8-F4E1247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190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access-accent">
            <a:extLst xmlns:a="http://schemas.openxmlformats.org/drawingml/2006/main">
              <a:ext uri="{FF2B5EF4-FFF2-40B4-BE49-F238E27FC236}">
                <a16:creationId xmlns:a16="http://schemas.microsoft.com/office/drawing/2014/main" id="{A39314B5-024C-41D5-AE8A-2E1E641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-access-title">
            <a:extLst xmlns:a="http://schemas.openxmlformats.org/drawingml/2006/main">
              <a:ext uri="{FF2B5EF4-FFF2-40B4-BE49-F238E27FC236}">
                <a16:creationId xmlns:a16="http://schemas.microsoft.com/office/drawing/2014/main" id="{5E704B22-EF0D-43D5-977E-2B957AE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访问授权边界</a:t>
            </a:r>
          </a:p>
        </p:txBody>
      </p:sp>
      <p:sp>
        <p:nvSpPr>
          <p:cNvPr id="27" name="p1-access-claim">
            <a:extLst xmlns:a="http://schemas.openxmlformats.org/drawingml/2006/main">
              <a:ext uri="{FF2B5EF4-FFF2-40B4-BE49-F238E27FC236}">
                <a16:creationId xmlns:a16="http://schemas.microsoft.com/office/drawing/2014/main" id="{AB82F373-4378-45F7-98F9-3BF6D59F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记录完整 ≠ 全部开放</a:t>
            </a:r>
          </a:p>
        </p:txBody>
      </p:sp>
      <p:sp>
        <p:nvSpPr>
          <p:cNvPr id="28" name="p1-access-public">
            <a:extLst xmlns:a="http://schemas.openxmlformats.org/drawingml/2006/main">
              <a:ext uri="{FF2B5EF4-FFF2-40B4-BE49-F238E27FC236}">
                <a16:creationId xmlns:a16="http://schemas.microsoft.com/office/drawing/2014/main" id="{814E86D1-4A52-4107-A3DE-20FF658C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讨论材料含结果图与可公开解释。</a:t>
            </a:r>
          </a:p>
        </p:txBody>
      </p:sp>
      <p:sp>
        <p:nvSpPr>
          <p:cNvPr id="29" name="p1-access-restricted">
            <a:extLst xmlns:a="http://schemas.openxmlformats.org/drawingml/2006/main">
              <a:ext uri="{FF2B5EF4-FFF2-40B4-BE49-F238E27FC236}">
                <a16:creationId xmlns:a16="http://schemas.microsoft.com/office/drawing/2014/main" id="{268E1444-E4D0-4540-A267-E20DE9BF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733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受限数据留在原授权位置。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记录只含受控引用与访问条件。</a:t>
            </a:r>
          </a:p>
        </p:txBody>
      </p:sp>
      <p:sp>
        <p:nvSpPr>
          <p:cNvPr id="30" name="p1-access-note">
            <a:extLst xmlns:a="http://schemas.openxmlformats.org/drawingml/2006/main">
              <a:ext uri="{FF2B5EF4-FFF2-40B4-BE49-F238E27FC236}">
                <a16:creationId xmlns:a16="http://schemas.microsoft.com/office/drawing/2014/main" id="{FC530E30-1427-458C-BDDF-5500BAE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路径不代表访问权。</a:t>
            </a:r>
          </a:p>
        </p:txBody>
      </p:sp>
    </p:spTree>
    <p:extLst>
      <p:ext uri="{BB962C8B-B14F-4D97-AF65-F5344CB8AC3E}">
        <p14:creationId xmlns:p14="http://schemas.microsoft.com/office/powerpoint/2010/main" val="1449338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2-title">
            <a:extLst xmlns:a="http://schemas.openxmlformats.org/drawingml/2006/main">
              <a:ext uri="{FF2B5EF4-FFF2-40B4-BE49-F238E27FC236}">
                <a16:creationId xmlns:a16="http://schemas.microsoft.com/office/drawing/2014/main" id="{B63A26F8-103C-44C5-AAFC-FE180A9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新增先记，历史按需补：这是范围选择</a:t>
            </a:r>
          </a:p>
        </p:txBody>
      </p:sp>
      <p:sp>
        <p:nvSpPr>
          <p:cNvPr id="2" name="p2-header-rule">
            <a:extLst xmlns:a="http://schemas.openxmlformats.org/drawingml/2006/main">
              <a:ext uri="{FF2B5EF4-FFF2-40B4-BE49-F238E27FC236}">
                <a16:creationId xmlns:a16="http://schemas.microsoft.com/office/drawing/2014/main" id="{8388D9AA-6092-4278-8265-4DB264B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2-footer-left">
            <a:extLst xmlns:a="http://schemas.openxmlformats.org/drawingml/2006/main">
              <a:ext uri="{FF2B5EF4-FFF2-40B4-BE49-F238E27FC236}">
                <a16:creationId xmlns:a16="http://schemas.microsoft.com/office/drawing/2014/main" id="{005B6EBC-D714-4B48-909D-F05678E4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2-footer-right">
            <a:extLst xmlns:a="http://schemas.openxmlformats.org/drawingml/2006/main">
              <a:ext uri="{FF2B5EF4-FFF2-40B4-BE49-F238E27FC236}">
                <a16:creationId xmlns:a16="http://schemas.microsoft.com/office/drawing/2014/main" id="{E4B9F717-6241-4E0B-B1C4-888F7A7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5" name="p2-table-header">
            <a:extLst xmlns:a="http://schemas.openxmlformats.org/drawingml/2006/main">
              <a:ext uri="{FF2B5EF4-FFF2-40B4-BE49-F238E27FC236}">
                <a16:creationId xmlns:a16="http://schemas.microsoft.com/office/drawing/2014/main" id="{E5C75A01-B8E2-4488-A8B4-CB4E732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2-dimension-head">
            <a:extLst xmlns:a="http://schemas.openxmlformats.org/drawingml/2006/main">
              <a:ext uri="{FF2B5EF4-FFF2-40B4-BE49-F238E27FC236}">
                <a16:creationId xmlns:a16="http://schemas.microsoft.com/office/drawing/2014/main" id="{B66508EE-30F6-42CD-B946-3C46C5B2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7" name="p2-history-head">
            <a:extLst xmlns:a="http://schemas.openxmlformats.org/drawingml/2006/main">
              <a:ext uri="{FF2B5EF4-FFF2-40B4-BE49-F238E27FC236}">
                <a16:creationId xmlns:a16="http://schemas.microsoft.com/office/drawing/2014/main" id="{BDC78037-5E2F-466A-8EA2-E9F86AA0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8" name="p2-new-head">
            <a:extLst xmlns:a="http://schemas.openxmlformats.org/drawingml/2006/main">
              <a:ext uri="{FF2B5EF4-FFF2-40B4-BE49-F238E27FC236}">
                <a16:creationId xmlns:a16="http://schemas.microsoft.com/office/drawing/2014/main" id="{2ABA3A31-8CDF-442B-A0AA-AEB4419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先记录新增</a:t>
            </a:r>
          </a:p>
        </p:txBody>
      </p:sp>
      <p:sp>
        <p:nvSpPr>
          <p:cNvPr id="9" name="p2-recommend-accent">
            <a:extLst xmlns:a="http://schemas.openxmlformats.org/drawingml/2006/main">
              <a:ext uri="{FF2B5EF4-FFF2-40B4-BE49-F238E27FC236}">
                <a16:creationId xmlns:a16="http://schemas.microsoft.com/office/drawing/2014/main" id="{08BD681F-AFBF-4223-A8E7-16ED0A9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row-0-label">
            <a:extLst xmlns:a="http://schemas.openxmlformats.org/drawingml/2006/main">
              <a:ext uri="{FF2B5EF4-FFF2-40B4-BE49-F238E27FC236}">
                <a16:creationId xmlns:a16="http://schemas.microsoft.com/office/drawing/2014/main" id="{12A58A98-F25A-4F57-A315-6E3C7C42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短期收获</a:t>
            </a:r>
          </a:p>
        </p:txBody>
      </p:sp>
      <p:sp>
        <p:nvSpPr>
          <p:cNvPr id="11" name="p2-row-0-left">
            <a:extLst xmlns:a="http://schemas.openxmlformats.org/drawingml/2006/main">
              <a:ext uri="{FF2B5EF4-FFF2-40B4-BE49-F238E27FC236}">
                <a16:creationId xmlns:a16="http://schemas.microsoft.com/office/drawing/2014/main" id="{FAA02166-2E57-4889-B031-BA4155AC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一次形成较大目录。</a:t>
            </a:r>
          </a:p>
        </p:txBody>
      </p:sp>
      <p:sp>
        <p:nvSpPr>
          <p:cNvPr id="12" name="p2-row-0-right">
            <a:extLst xmlns:a="http://schemas.openxmlformats.org/drawingml/2006/main">
              <a:ext uri="{FF2B5EF4-FFF2-40B4-BE49-F238E27FC236}">
                <a16:creationId xmlns:a16="http://schemas.microsoft.com/office/drawing/2014/main" id="{B401EC8F-9578-4B18-88C0-8D75AD1A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764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上下文清楚时即可记录。</a:t>
            </a:r>
          </a:p>
        </p:txBody>
      </p:sp>
      <p:sp>
        <p:nvSpPr>
          <p:cNvPr id="13" name="p2-row-0-rule">
            <a:extLst xmlns:a="http://schemas.openxmlformats.org/drawingml/2006/main">
              <a:ext uri="{FF2B5EF4-FFF2-40B4-BE49-F238E27FC236}">
                <a16:creationId xmlns:a16="http://schemas.microsoft.com/office/drawing/2014/main" id="{235CF532-9052-42F8-B2D2-DF8F9BC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84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2-row-1-wash">
            <a:extLst xmlns:a="http://schemas.openxmlformats.org/drawingml/2006/main">
              <a:ext uri="{FF2B5EF4-FFF2-40B4-BE49-F238E27FC236}">
                <a16:creationId xmlns:a16="http://schemas.microsoft.com/office/drawing/2014/main" id="{14BBA5D3-3BB9-46EA-993E-A2B9CED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114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2-row-1-label">
            <a:extLst xmlns:a="http://schemas.openxmlformats.org/drawingml/2006/main">
              <a:ext uri="{FF2B5EF4-FFF2-40B4-BE49-F238E27FC236}">
                <a16:creationId xmlns:a16="http://schemas.microsoft.com/office/drawing/2014/main" id="{8811BDC9-A6EF-40D4-823A-1E764A0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追溯代价</a:t>
            </a:r>
          </a:p>
        </p:txBody>
      </p:sp>
      <p:sp>
        <p:nvSpPr>
          <p:cNvPr id="16" name="p2-row-1-left">
            <a:extLst xmlns:a="http://schemas.openxmlformats.org/drawingml/2006/main">
              <a:ext uri="{FF2B5EF4-FFF2-40B4-BE49-F238E27FC236}">
                <a16:creationId xmlns:a16="http://schemas.microsoft.com/office/drawing/2014/main" id="{84688772-C342-40C1-9D7B-64A1BF9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480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追查遗失上下文耗时；不确定记忆可能被写成确定说明。</a:t>
            </a:r>
          </a:p>
        </p:txBody>
      </p:sp>
      <p:sp>
        <p:nvSpPr>
          <p:cNvPr id="17" name="p2-row-1-right">
            <a:extLst xmlns:a="http://schemas.openxmlformats.org/drawingml/2006/main">
              <a:ext uri="{FF2B5EF4-FFF2-40B4-BE49-F238E27FC236}">
                <a16:creationId xmlns:a16="http://schemas.microsoft.com/office/drawing/2014/main" id="{E35CC7E2-57EB-4601-A014-2EBA7AF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480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短期无法解决全部历史材料追溯。</a:t>
            </a:r>
          </a:p>
        </p:txBody>
      </p:sp>
      <p:sp>
        <p:nvSpPr>
          <p:cNvPr id="18" name="p2-mid-rule">
            <a:extLst xmlns:a="http://schemas.openxmlformats.org/drawingml/2006/main">
              <a:ext uri="{FF2B5EF4-FFF2-40B4-BE49-F238E27FC236}">
                <a16:creationId xmlns:a16="http://schemas.microsoft.com/office/drawing/2014/main" id="{22735F28-4E68-4E62-BAA0-73BC15FA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638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2-recommend-surface">
            <a:extLst xmlns:a="http://schemas.openxmlformats.org/drawingml/2006/main">
              <a:ext uri="{FF2B5EF4-FFF2-40B4-BE49-F238E27FC236}">
                <a16:creationId xmlns:a16="http://schemas.microsoft.com/office/drawing/2014/main" id="{951F6EFC-4B35-484F-A591-40B41D8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114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2-recommend-label">
            <a:extLst xmlns:a="http://schemas.openxmlformats.org/drawingml/2006/main">
              <a:ext uri="{FF2B5EF4-FFF2-40B4-BE49-F238E27FC236}">
                <a16:creationId xmlns:a16="http://schemas.microsoft.com/office/drawing/2014/main" id="{C20C7CE7-C7C9-4F12-987E-B72C095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1" name="p2-recommend-body">
            <a:extLst xmlns:a="http://schemas.openxmlformats.org/drawingml/2006/main">
              <a:ext uri="{FF2B5EF4-FFF2-40B4-BE49-F238E27FC236}">
                <a16:creationId xmlns:a16="http://schemas.microsoft.com/office/drawing/2014/main" id="{CEA5E523-EB4F-418C-8FA2-A3D102F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先记录新增；对真正需要复核的历史结果逐项补充。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范围选择，没有证明效率提升。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816040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3-title">
            <a:extLst xmlns:a="http://schemas.openxmlformats.org/drawingml/2006/main">
              <a:ext uri="{FF2B5EF4-FFF2-40B4-BE49-F238E27FC236}">
                <a16:creationId xmlns:a16="http://schemas.microsoft.com/office/drawing/2014/main" id="{F293E8C4-7120-4790-B1C2-AB8BC80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复核确认的是结果如何产生，不代替科学结论审查</a:t>
            </a:r>
          </a:p>
        </p:txBody>
      </p:sp>
      <p:sp>
        <p:nvSpPr>
          <p:cNvPr id="2" name="p3-header-rule">
            <a:extLst xmlns:a="http://schemas.openxmlformats.org/drawingml/2006/main">
              <a:ext uri="{FF2B5EF4-FFF2-40B4-BE49-F238E27FC236}">
                <a16:creationId xmlns:a16="http://schemas.microsoft.com/office/drawing/2014/main" id="{BE893424-93D7-4AD2-AE9C-08DDDB6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3-footer-left">
            <a:extLst xmlns:a="http://schemas.openxmlformats.org/drawingml/2006/main">
              <a:ext uri="{FF2B5EF4-FFF2-40B4-BE49-F238E27FC236}">
                <a16:creationId xmlns:a16="http://schemas.microsoft.com/office/drawing/2014/main" id="{661AAECF-0FB7-4A80-B99A-55921711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3-footer-right">
            <a:extLst xmlns:a="http://schemas.openxmlformats.org/drawingml/2006/main">
              <a:ext uri="{FF2B5EF4-FFF2-40B4-BE49-F238E27FC236}">
                <a16:creationId xmlns:a16="http://schemas.microsoft.com/office/drawing/2014/main" id="{CA86F484-97DB-42BD-87CD-CB253D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 /  04</a:t>
            </a:r>
          </a:p>
        </p:txBody>
      </p:sp>
      <p:sp>
        <p:nvSpPr>
          <p:cNvPr id="5" name="p3-normal-label">
            <a:extLst xmlns:a="http://schemas.openxmlformats.org/drawingml/2006/main">
              <a:ext uri="{FF2B5EF4-FFF2-40B4-BE49-F238E27FC236}">
                <a16:creationId xmlns:a16="http://schemas.microsoft.com/office/drawing/2014/main" id="{F8DEE863-293F-46C5-A23F-25DE0A7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正常复核路径</a:t>
            </a:r>
          </a:p>
        </p:txBody>
      </p:sp>
      <p:sp>
        <p:nvSpPr>
          <p:cNvPr id="6" name="p3-node-submit">
            <a:extLst xmlns:a="http://schemas.openxmlformats.org/drawingml/2006/main">
              <a:ext uri="{FF2B5EF4-FFF2-40B4-BE49-F238E27FC236}">
                <a16:creationId xmlns:a16="http://schemas.microsoft.com/office/drawing/2014/main" id="{C3B7D2E0-91BE-4FBF-8D86-F941FFFC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7" name="p3-node-locate">
            <a:extLst xmlns:a="http://schemas.openxmlformats.org/drawingml/2006/main">
              <a:ext uri="{FF2B5EF4-FFF2-40B4-BE49-F238E27FC236}">
                <a16:creationId xmlns:a16="http://schemas.microsoft.com/office/drawing/2014/main" id="{E3FF64B5-EC40-4617-930E-266C2632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p3-node-supplement">
            <a:extLst xmlns:a="http://schemas.openxmlformats.org/drawingml/2006/main">
              <a:ext uri="{FF2B5EF4-FFF2-40B4-BE49-F238E27FC236}">
                <a16:creationId xmlns:a16="http://schemas.microsoft.com/office/drawing/2014/main" id="{51125718-9EB0-4FCE-8AB3-58049ED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3-node-confirm">
            <a:extLst xmlns:a="http://schemas.openxmlformats.org/drawingml/2006/main">
              <a:ext uri="{FF2B5EF4-FFF2-40B4-BE49-F238E27FC236}">
                <a16:creationId xmlns:a16="http://schemas.microsoft.com/office/drawing/2014/main" id="{957F9AB5-5C0B-43F5-ADAB-98D5DF8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0" name="p3-node-discuss">
            <a:extLst xmlns:a="http://schemas.openxmlformats.org/drawingml/2006/main">
              <a:ext uri="{FF2B5EF4-FFF2-40B4-BE49-F238E27FC236}">
                <a16:creationId xmlns:a16="http://schemas.microsoft.com/office/drawing/2014/main" id="{B5EBFE4E-5BE0-4338-8DCE-B7AD0161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767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6675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5" name="p3-node-submit-title">
            <a:extLst xmlns:a="http://schemas.openxmlformats.org/drawingml/2006/main">
              <a:ext uri="{FF2B5EF4-FFF2-40B4-BE49-F238E27FC236}">
                <a16:creationId xmlns:a16="http://schemas.microsoft.com/office/drawing/2014/main" id="{ACA24D99-18AE-4352-82FE-C6F681DB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执行者提交</a:t>
            </a:r>
          </a:p>
        </p:txBody>
      </p:sp>
      <p:sp>
        <p:nvSpPr>
          <p:cNvPr id="16" name="p3-node-submit-desc">
            <a:extLst xmlns:a="http://schemas.openxmlformats.org/drawingml/2006/main">
              <a:ext uri="{FF2B5EF4-FFF2-40B4-BE49-F238E27FC236}">
                <a16:creationId xmlns:a16="http://schemas.microsoft.com/office/drawing/2014/main" id="{75C7B37F-C58F-4694-99B8-3A124587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记录＋受控引用</a:t>
            </a:r>
          </a:p>
        </p:txBody>
      </p:sp>
      <p:sp>
        <p:nvSpPr>
          <p:cNvPr id="17" name="p3-node-locate-title">
            <a:extLst xmlns:a="http://schemas.openxmlformats.org/drawingml/2006/main">
              <a:ext uri="{FF2B5EF4-FFF2-40B4-BE49-F238E27FC236}">
                <a16:creationId xmlns:a16="http://schemas.microsoft.com/office/drawing/2014/main" id="{FB00E2B5-1E9F-4DFA-AF2D-ACABB98E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另一成员定位</a:t>
            </a:r>
          </a:p>
        </p:txBody>
      </p:sp>
      <p:sp>
        <p:nvSpPr>
          <p:cNvPr id="18" name="p3-node-locate-desc">
            <a:extLst xmlns:a="http://schemas.openxmlformats.org/drawingml/2006/main">
              <a:ext uri="{FF2B5EF4-FFF2-40B4-BE49-F238E27FC236}">
                <a16:creationId xmlns:a16="http://schemas.microsoft.com/office/drawing/2014/main" id="{DD2E273D-361D-46B2-A646-8AAF4BD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数据、脚本和条件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提出缺项</a:t>
            </a:r>
          </a:p>
        </p:txBody>
      </p:sp>
      <p:sp>
        <p:nvSpPr>
          <p:cNvPr id="19" name="p3-node-supplement-title">
            <a:extLst xmlns:a="http://schemas.openxmlformats.org/drawingml/2006/main">
              <a:ext uri="{FF2B5EF4-FFF2-40B4-BE49-F238E27FC236}">
                <a16:creationId xmlns:a16="http://schemas.microsoft.com/office/drawing/2014/main" id="{612F3ADC-4C27-40B1-AF71-B62A40F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20" name="p3-node-supplement-desc">
            <a:extLst xmlns:a="http://schemas.openxmlformats.org/drawingml/2006/main">
              <a:ext uri="{FF2B5EF4-FFF2-40B4-BE49-F238E27FC236}">
                <a16:creationId xmlns:a16="http://schemas.microsoft.com/office/drawing/2014/main" id="{F147B430-B0FC-4813-89E9-29F408EC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补齐缺项</a:t>
            </a:r>
          </a:p>
        </p:txBody>
      </p:sp>
      <p:sp>
        <p:nvSpPr>
          <p:cNvPr id="21" name="p3-node-confirm-title">
            <a:extLst xmlns:a="http://schemas.openxmlformats.org/drawingml/2006/main">
              <a:ext uri="{FF2B5EF4-FFF2-40B4-BE49-F238E27FC236}">
                <a16:creationId xmlns:a16="http://schemas.microsoft.com/office/drawing/2014/main" id="{A585862D-6918-4F58-9F3C-CF61356E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2" name="p3-node-confirm-desc">
            <a:extLst xmlns:a="http://schemas.openxmlformats.org/drawingml/2006/main">
              <a:ext uri="{FF2B5EF4-FFF2-40B4-BE49-F238E27FC236}">
                <a16:creationId xmlns:a16="http://schemas.microsoft.com/office/drawing/2014/main" id="{F719493D-82A5-456E-98D3-83FDE27B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确认后继续</a:t>
            </a:r>
          </a:p>
        </p:txBody>
      </p:sp>
      <p:sp>
        <p:nvSpPr>
          <p:cNvPr id="23" name="p3-node-discuss-title">
            <a:extLst xmlns:a="http://schemas.openxmlformats.org/drawingml/2006/main">
              <a:ext uri="{FF2B5EF4-FFF2-40B4-BE49-F238E27FC236}">
                <a16:creationId xmlns:a16="http://schemas.microsoft.com/office/drawing/2014/main" id="{6FEAFDC8-EF31-4EF8-92A1-1C736E9D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24" name="p3-node-discuss-desc">
            <a:extLst xmlns:a="http://schemas.openxmlformats.org/drawingml/2006/main">
              <a:ext uri="{FF2B5EF4-FFF2-40B4-BE49-F238E27FC236}">
                <a16:creationId xmlns:a16="http://schemas.microsoft.com/office/drawing/2014/main" id="{B4C1A3F0-33A1-4E1D-AC2D-41448BE8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进入讨论</a:t>
            </a:r>
          </a:p>
        </p:txBody>
      </p:sp>
      <p:sp>
        <p:nvSpPr>
          <p:cNvPr id="25" name="p3-flow-baseline">
            <a:extLst xmlns:a="http://schemas.openxmlformats.org/drawingml/2006/main">
              <a:ext uri="{FF2B5EF4-FFF2-40B4-BE49-F238E27FC236}">
                <a16:creationId xmlns:a16="http://schemas.microsoft.com/office/drawing/2014/main" id="{0016CC38-1F45-41B9-864C-41BA51F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3-exception-surface">
            <a:extLst xmlns:a="http://schemas.openxmlformats.org/drawingml/2006/main">
              <a:ext uri="{FF2B5EF4-FFF2-40B4-BE49-F238E27FC236}">
                <a16:creationId xmlns:a16="http://schemas.microsoft.com/office/drawing/2014/main" id="{F38494DB-0F54-4628-898C-2C0B49D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3-exception-accent">
            <a:extLst xmlns:a="http://schemas.openxmlformats.org/drawingml/2006/main">
              <a:ext uri="{FF2B5EF4-FFF2-40B4-BE49-F238E27FC236}">
                <a16:creationId xmlns:a16="http://schemas.microsoft.com/office/drawing/2014/main" id="{E085D1A0-3E66-4655-8BFD-B5FE04BF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3-exception-title">
            <a:extLst xmlns:a="http://schemas.openxmlformats.org/drawingml/2006/main">
              <a:ext uri="{FF2B5EF4-FFF2-40B4-BE49-F238E27FC236}">
                <a16:creationId xmlns:a16="http://schemas.microsoft.com/office/drawing/2014/main" id="{0DEFF4F6-A532-4278-904F-507AD22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访问授权例外</a:t>
            </a:r>
          </a:p>
        </p:txBody>
      </p:sp>
      <p:sp>
        <p:nvSpPr>
          <p:cNvPr id="29" name="p3-exception-body">
            <a:extLst xmlns:a="http://schemas.openxmlformats.org/drawingml/2006/main">
              <a:ext uri="{FF2B5EF4-FFF2-40B4-BE49-F238E27FC236}">
                <a16:creationId xmlns:a16="http://schemas.microsoft.com/office/drawing/2014/main" id="{F5294063-97D1-449C-9368-5BC28E1C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833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遇到新增访问授权：暂停共享，由负责人处理授权后继续。</a:t>
            </a:r>
          </a:p>
        </p:txBody>
      </p:sp>
      <p:sp>
        <p:nvSpPr>
          <p:cNvPr id="30" name="p3-scope-surface">
            <a:extLst xmlns:a="http://schemas.openxmlformats.org/drawingml/2006/main">
              <a:ext uri="{FF2B5EF4-FFF2-40B4-BE49-F238E27FC236}">
                <a16:creationId xmlns:a16="http://schemas.microsoft.com/office/drawing/2014/main" id="{DFE7E887-728C-47A7-8001-2CD90A75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114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3-scope-title">
            <a:extLst xmlns:a="http://schemas.openxmlformats.org/drawingml/2006/main">
              <a:ext uri="{FF2B5EF4-FFF2-40B4-BE49-F238E27FC236}">
                <a16:creationId xmlns:a16="http://schemas.microsoft.com/office/drawing/2014/main" id="{6643326F-4A8C-43EA-A848-2C2C828E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复核范围</a:t>
            </a:r>
          </a:p>
        </p:txBody>
      </p:sp>
      <p:sp>
        <p:nvSpPr>
          <p:cNvPr id="32" name="p3-scope-body">
            <a:extLst xmlns:a="http://schemas.openxmlformats.org/drawingml/2006/main">
              <a:ext uri="{FF2B5EF4-FFF2-40B4-BE49-F238E27FC236}">
                <a16:creationId xmlns:a16="http://schemas.microsoft.com/office/drawing/2014/main" id="{E6196B64-01AD-4EC3-B2BE-182A4AC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1239108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4-title">
            <a:extLst xmlns:a="http://schemas.openxmlformats.org/drawingml/2006/main">
              <a:ext uri="{FF2B5EF4-FFF2-40B4-BE49-F238E27FC236}">
                <a16:creationId xmlns:a16="http://schemas.microsoft.com/office/drawing/2014/main" id="{810DE441-50D5-40C5-9B0D-CBAAA054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四周试点用过程反馈决定保留、修改或停止</a:t>
            </a:r>
          </a:p>
        </p:txBody>
      </p:sp>
      <p:sp>
        <p:nvSpPr>
          <p:cNvPr id="2" name="p4-header-rule">
            <a:extLst xmlns:a="http://schemas.openxmlformats.org/drawingml/2006/main">
              <a:ext uri="{FF2B5EF4-FFF2-40B4-BE49-F238E27FC236}">
                <a16:creationId xmlns:a16="http://schemas.microsoft.com/office/drawing/2014/main" id="{2657AA31-89C4-4F11-BB42-1488886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4-footer-left">
            <a:extLst xmlns:a="http://schemas.openxmlformats.org/drawingml/2006/main">
              <a:ext uri="{FF2B5EF4-FFF2-40B4-BE49-F238E27FC236}">
                <a16:creationId xmlns:a16="http://schemas.microsoft.com/office/drawing/2014/main" id="{2E658E29-BCB8-4CE6-B5AC-5A3D4E8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4-footer-right">
            <a:extLst xmlns:a="http://schemas.openxmlformats.org/drawingml/2006/main">
              <a:ext uri="{FF2B5EF4-FFF2-40B4-BE49-F238E27FC236}">
                <a16:creationId xmlns:a16="http://schemas.microsoft.com/office/drawing/2014/main" id="{A4EBCBF0-01EC-4622-9869-650DEB3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 /  04</a:t>
            </a:r>
          </a:p>
        </p:txBody>
      </p:sp>
      <p:sp>
        <p:nvSpPr>
          <p:cNvPr id="5" name="p4-scope-label">
            <a:extLst xmlns:a="http://schemas.openxmlformats.org/drawingml/2006/main">
              <a:ext uri="{FF2B5EF4-FFF2-40B4-BE49-F238E27FC236}">
                <a16:creationId xmlns:a16="http://schemas.microsoft.com/office/drawing/2014/main" id="{3416E7DD-3513-4C20-BB10-64EC22B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6" name="p4-scope-body">
            <a:extLst xmlns:a="http://schemas.openxmlformats.org/drawingml/2006/main">
              <a:ext uri="{FF2B5EF4-FFF2-40B4-BE49-F238E27FC236}">
                <a16:creationId xmlns:a16="http://schemas.microsoft.com/office/drawing/2014/main" id="{26EB7611-890A-48FC-9F79-E210E68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3827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一个课题方向  ·  两名自愿成员  ·  仅记录新增实验</a:t>
            </a:r>
          </a:p>
        </p:txBody>
      </p:sp>
      <p:sp>
        <p:nvSpPr>
          <p:cNvPr id="7" name="p4-week1">
            <a:extLst xmlns:a="http://schemas.openxmlformats.org/drawingml/2006/main">
              <a:ext uri="{FF2B5EF4-FFF2-40B4-BE49-F238E27FC236}">
                <a16:creationId xmlns:a16="http://schemas.microsoft.com/office/drawing/2014/main" id="{B600F073-9A7D-4E46-A998-C40547F3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p4-week23">
            <a:extLst xmlns:a="http://schemas.openxmlformats.org/drawingml/2006/main">
              <a:ext uri="{FF2B5EF4-FFF2-40B4-BE49-F238E27FC236}">
                <a16:creationId xmlns:a16="http://schemas.microsoft.com/office/drawing/2014/main" id="{ECA84385-12AD-42A8-9743-C5979E97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4-week4">
            <a:extLst xmlns:a="http://schemas.openxmlformats.org/drawingml/2006/main">
              <a:ext uri="{FF2B5EF4-FFF2-40B4-BE49-F238E27FC236}">
                <a16:creationId xmlns:a16="http://schemas.microsoft.com/office/drawing/2014/main" id="{165C1934-8D68-4725-8BC8-F933CDB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9875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2" name="p4-week1-title">
            <a:extLst xmlns:a="http://schemas.openxmlformats.org/drawingml/2006/main">
              <a:ext uri="{FF2B5EF4-FFF2-40B4-BE49-F238E27FC236}">
                <a16:creationId xmlns:a16="http://schemas.microsoft.com/office/drawing/2014/main" id="{33DBA364-2151-4DA3-B662-ACBD78E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3" name="p4-week1-desc">
            <a:extLst xmlns:a="http://schemas.openxmlformats.org/drawingml/2006/main">
              <a:ext uri="{FF2B5EF4-FFF2-40B4-BE49-F238E27FC236}">
                <a16:creationId xmlns:a16="http://schemas.microsoft.com/office/drawing/2014/main" id="{CE168CBD-A195-4EED-90BE-3764D34B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确认最少字段，试填一个结果</a:t>
            </a:r>
          </a:p>
        </p:txBody>
      </p:sp>
      <p:sp>
        <p:nvSpPr>
          <p:cNvPr id="14" name="p4-week23-title">
            <a:extLst xmlns:a="http://schemas.openxmlformats.org/drawingml/2006/main">
              <a:ext uri="{FF2B5EF4-FFF2-40B4-BE49-F238E27FC236}">
                <a16:creationId xmlns:a16="http://schemas.microsoft.com/office/drawing/2014/main" id="{99E4CFCD-46E5-40C7-9FB3-4717DE6C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5" name="p4-week23-desc">
            <a:extLst xmlns:a="http://schemas.openxmlformats.org/drawingml/2006/main">
              <a:ext uri="{FF2B5EF4-FFF2-40B4-BE49-F238E27FC236}">
                <a16:creationId xmlns:a16="http://schemas.microsoft.com/office/drawing/2014/main" id="{E9312320-A6E5-44C1-9224-1FE825A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记录缺项和填写负担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形成反馈</a:t>
            </a:r>
          </a:p>
        </p:txBody>
      </p:sp>
      <p:sp>
        <p:nvSpPr>
          <p:cNvPr id="16" name="p4-week4-title">
            <a:extLst xmlns:a="http://schemas.openxmlformats.org/drawingml/2006/main">
              <a:ext uri="{FF2B5EF4-FFF2-40B4-BE49-F238E27FC236}">
                <a16:creationId xmlns:a16="http://schemas.microsoft.com/office/drawing/2014/main" id="{E533072D-209F-4B02-8893-BB3261A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7" name="p4-week4-desc">
            <a:extLst xmlns:a="http://schemas.openxmlformats.org/drawingml/2006/main">
              <a:ext uri="{FF2B5EF4-FFF2-40B4-BE49-F238E27FC236}">
                <a16:creationId xmlns:a16="http://schemas.microsoft.com/office/drawing/2014/main" id="{A7CFAEDC-1CBF-4B72-8E8A-ABB7ED7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依据复核过程和成员反馈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决定保留、修改或停止</a:t>
            </a:r>
          </a:p>
        </p:txBody>
      </p:sp>
      <p:sp>
        <p:nvSpPr>
          <p:cNvPr id="18" name="p4-timeline-note">
            <a:extLst xmlns:a="http://schemas.openxmlformats.org/drawingml/2006/main">
              <a:ext uri="{FF2B5EF4-FFF2-40B4-BE49-F238E27FC236}">
                <a16:creationId xmlns:a16="http://schemas.microsoft.com/office/drawing/2014/main" id="{0ADD8E8A-6CE9-4425-91E7-DA962D7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反馈进入第四周去留决定。</a:t>
            </a:r>
          </a:p>
        </p:txBody>
      </p:sp>
      <p:sp>
        <p:nvSpPr>
          <p:cNvPr id="19" name="p4-eval-title">
            <a:extLst xmlns:a="http://schemas.openxmlformats.org/drawingml/2006/main">
              <a:ext uri="{FF2B5EF4-FFF2-40B4-BE49-F238E27FC236}">
                <a16:creationId xmlns:a16="http://schemas.microsoft.com/office/drawing/2014/main" id="{95E2A5CC-B716-4C50-A581-E417B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评估什么</a:t>
            </a:r>
          </a:p>
        </p:txBody>
      </p:sp>
      <p:sp>
        <p:nvSpPr>
          <p:cNvPr id="20" name="p4-eval-label-1">
            <a:extLst xmlns:a="http://schemas.openxmlformats.org/drawingml/2006/main">
              <a:ext uri="{FF2B5EF4-FFF2-40B4-BE49-F238E27FC236}">
                <a16:creationId xmlns:a16="http://schemas.microsoft.com/office/drawing/2014/main" id="{530D669D-0173-4B74-BC96-0500827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</p:txBody>
      </p:sp>
      <p:sp>
        <p:nvSpPr>
          <p:cNvPr id="21" name="p4-eval-body-1">
            <a:extLst xmlns:a="http://schemas.openxmlformats.org/drawingml/2006/main">
              <a:ext uri="{FF2B5EF4-FFF2-40B4-BE49-F238E27FC236}">
                <a16:creationId xmlns:a16="http://schemas.microsoft.com/office/drawing/2014/main" id="{02829999-A750-4386-88B1-EDA57AD6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来源能否定位</a:t>
            </a:r>
          </a:p>
        </p:txBody>
      </p:sp>
      <p:sp>
        <p:nvSpPr>
          <p:cNvPr id="22" name="p4-eval-label-2">
            <a:extLst xmlns:a="http://schemas.openxmlformats.org/drawingml/2006/main">
              <a:ext uri="{FF2B5EF4-FFF2-40B4-BE49-F238E27FC236}">
                <a16:creationId xmlns:a16="http://schemas.microsoft.com/office/drawing/2014/main" id="{1942E300-A4B2-4059-86EC-CD4E1A4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依据可理解</a:t>
            </a:r>
          </a:p>
        </p:txBody>
      </p:sp>
      <p:sp>
        <p:nvSpPr>
          <p:cNvPr id="23" name="p4-eval-body-2">
            <a:extLst xmlns:a="http://schemas.openxmlformats.org/drawingml/2006/main">
              <a:ext uri="{FF2B5EF4-FFF2-40B4-BE49-F238E27FC236}">
                <a16:creationId xmlns:a16="http://schemas.microsoft.com/office/drawing/2014/main" id="{58345B30-1CE9-43D3-9220-369F3314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43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处理与排除依据能否理解</a:t>
            </a:r>
          </a:p>
        </p:txBody>
      </p:sp>
      <p:sp>
        <p:nvSpPr>
          <p:cNvPr id="24" name="p4-eval-label-3">
            <a:extLst xmlns:a="http://schemas.openxmlformats.org/drawingml/2006/main">
              <a:ext uri="{FF2B5EF4-FFF2-40B4-BE49-F238E27FC236}">
                <a16:creationId xmlns:a16="http://schemas.microsoft.com/office/drawing/2014/main" id="{03BC3EAF-1F9B-4355-A4E9-A2D1B74F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长期承担</a:t>
            </a:r>
          </a:p>
        </p:txBody>
      </p:sp>
      <p:sp>
        <p:nvSpPr>
          <p:cNvPr id="25" name="p4-eval-body-3">
            <a:extLst xmlns:a="http://schemas.openxmlformats.org/drawingml/2006/main">
              <a:ext uri="{FF2B5EF4-FFF2-40B4-BE49-F238E27FC236}">
                <a16:creationId xmlns:a16="http://schemas.microsoft.com/office/drawing/2014/main" id="{64F29135-FF5C-4227-A368-DD77EB57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43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负担是否愿意长期承担</a:t>
            </a:r>
          </a:p>
        </p:txBody>
      </p:sp>
      <p:sp>
        <p:nvSpPr>
          <p:cNvPr id="26" name="p4-eval-note">
            <a:extLst xmlns:a="http://schemas.openxmlformats.org/drawingml/2006/main">
              <a:ext uri="{FF2B5EF4-FFF2-40B4-BE49-F238E27FC236}">
                <a16:creationId xmlns:a16="http://schemas.microsoft.com/office/drawing/2014/main" id="{315A155B-AD50-4709-B811-5C0EED5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依据具体复核过程及成员反馈；不设统一分数。</a:t>
            </a:r>
          </a:p>
        </p:txBody>
      </p:sp>
      <p:sp>
        <p:nvSpPr>
          <p:cNvPr id="27" name="p4-column-rule">
            <a:extLst xmlns:a="http://schemas.openxmlformats.org/drawingml/2006/main">
              <a:ext uri="{FF2B5EF4-FFF2-40B4-BE49-F238E27FC236}">
                <a16:creationId xmlns:a16="http://schemas.microsoft.com/office/drawing/2014/main" id="{DF330B23-16C2-4FD2-BDC8-5DE8F9FB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95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4-stop-surface">
            <a:extLst xmlns:a="http://schemas.openxmlformats.org/drawingml/2006/main">
              <a:ext uri="{FF2B5EF4-FFF2-40B4-BE49-F238E27FC236}">
                <a16:creationId xmlns:a16="http://schemas.microsoft.com/office/drawing/2014/main" id="{BD7C4850-7937-4537-BFEB-4BD8DE5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1911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4-stop-accent">
            <a:extLst xmlns:a="http://schemas.openxmlformats.org/drawingml/2006/main">
              <a:ext uri="{FF2B5EF4-FFF2-40B4-BE49-F238E27FC236}">
                <a16:creationId xmlns:a16="http://schemas.microsoft.com/office/drawing/2014/main" id="{CA0F64AF-E691-4E0A-A610-8FB8D902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4-stop-title">
            <a:extLst xmlns:a="http://schemas.openxmlformats.org/drawingml/2006/main">
              <a:ext uri="{FF2B5EF4-FFF2-40B4-BE49-F238E27FC236}">
                <a16:creationId xmlns:a16="http://schemas.microsoft.com/office/drawing/2014/main" id="{3A9317C2-8A06-4412-881B-A0D3C141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何时缩小要求或停止</a:t>
            </a:r>
          </a:p>
        </p:txBody>
      </p:sp>
      <p:sp>
        <p:nvSpPr>
          <p:cNvPr id="31" name="p4-stop-label-1">
            <a:extLst xmlns:a="http://schemas.openxmlformats.org/drawingml/2006/main">
              <a:ext uri="{FF2B5EF4-FFF2-40B4-BE49-F238E27FC236}">
                <a16:creationId xmlns:a16="http://schemas.microsoft.com/office/drawing/2014/main" id="{D7D8BCA4-D1DF-4D3F-80EE-C35A001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时间负担</a:t>
            </a:r>
          </a:p>
        </p:txBody>
      </p:sp>
      <p:sp>
        <p:nvSpPr>
          <p:cNvPr id="32" name="p4-stop-body-1">
            <a:extLst xmlns:a="http://schemas.openxmlformats.org/drawingml/2006/main">
              <a:ext uri="{FF2B5EF4-FFF2-40B4-BE49-F238E27FC236}">
                <a16:creationId xmlns:a16="http://schemas.microsoft.com/office/drawing/2014/main" id="{91F0A13A-C87C-4595-8556-BDC9825A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052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</p:txBody>
      </p:sp>
      <p:sp>
        <p:nvSpPr>
          <p:cNvPr id="33" name="p4-stop-label-2">
            <a:extLst xmlns:a="http://schemas.openxmlformats.org/drawingml/2006/main">
              <a:ext uri="{FF2B5EF4-FFF2-40B4-BE49-F238E27FC236}">
                <a16:creationId xmlns:a16="http://schemas.microsoft.com/office/drawing/2014/main" id="{62960364-96C6-4F1C-8C17-B7CA7A3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05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</p:txBody>
      </p:sp>
      <p:sp>
        <p:nvSpPr>
          <p:cNvPr id="34" name="p4-stop-body-2">
            <a:extLst xmlns:a="http://schemas.openxmlformats.org/drawingml/2006/main">
              <a:ext uri="{FF2B5EF4-FFF2-40B4-BE49-F238E27FC236}">
                <a16:creationId xmlns:a16="http://schemas.microsoft.com/office/drawing/2014/main" id="{5BDDC2C0-7534-4FCB-882B-01D341B8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053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</p:txBody>
      </p:sp>
      <p:sp>
        <p:nvSpPr>
          <p:cNvPr id="35" name="p4-stop-label-3">
            <a:extLst xmlns:a="http://schemas.openxmlformats.org/drawingml/2006/main">
              <a:ext uri="{FF2B5EF4-FFF2-40B4-BE49-F238E27FC236}">
                <a16:creationId xmlns:a16="http://schemas.microsoft.com/office/drawing/2014/main" id="{A29C18C5-5E0D-4496-9251-AC60B29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重复抄写</a:t>
            </a:r>
          </a:p>
        </p:txBody>
      </p:sp>
      <p:sp>
        <p:nvSpPr>
          <p:cNvPr id="36" name="p4-stop-body-3">
            <a:extLst xmlns:a="http://schemas.openxmlformats.org/drawingml/2006/main">
              <a:ext uri="{FF2B5EF4-FFF2-40B4-BE49-F238E27FC236}">
                <a16:creationId xmlns:a16="http://schemas.microsoft.com/office/drawing/2014/main" id="{96854DE9-B9EF-4519-B210-D13310F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只有重复抄写，不帮助解释结果</a:t>
            </a:r>
          </a:p>
        </p:txBody>
      </p:sp>
      <p:sp>
        <p:nvSpPr>
          <p:cNvPr id="37" name="p4-limit-note">
            <a:extLst xmlns:a="http://schemas.openxmlformats.org/drawingml/2006/main">
              <a:ext uri="{FF2B5EF4-FFF2-40B4-BE49-F238E27FC236}">
                <a16:creationId xmlns:a16="http://schemas.microsoft.com/office/drawing/2014/main" id="{303CD194-33C7-4A20-B112-7D5DAD6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007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范围为拟定；没有实测效率或完成率。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051271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2026-09-06T09:24:15.7170000Z</dcterms:created>
  <dcterms:modified xsi:type="dcterms:W3CDTF">2026-09-06T09:24:15.7170000Z</dcterms:modified>
</coreProperties>
</file>