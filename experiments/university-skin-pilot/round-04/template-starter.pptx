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f86fc8e8646ac" /><Relationship Type="http://schemas.openxmlformats.org/officeDocument/2006/relationships/extended-properties" Target="/docProps/app.xml" Id="R77635cf23e774177" /><Relationship Type="http://schemas.openxmlformats.org/officeDocument/2006/relationships/officeDocument" Target="/ppt/presentation.xml" Id="R4d0a6d32a9b743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97e7da6c874b0f"/>
    <p:sldMasterId xmlns:r="http://schemas.openxmlformats.org/officeDocument/2006/relationships" id="2147483660" r:id="R55e7bad8a3214740"/>
    <p:sldMasterId xmlns:r="http://schemas.openxmlformats.org/officeDocument/2006/relationships" id="2147483663" r:id="R20fea28444b845a8"/>
  </p:sldMasterIdLst>
  <p:notesMasterIdLst>
    <p:notesMasterId xmlns:r="http://schemas.openxmlformats.org/officeDocument/2006/relationships" r:id="Rb5cb643ab36c4749"/>
  </p:notesMasterIdLst>
  <p:sldIdLst>
    <p:sldId xmlns:r="http://schemas.openxmlformats.org/officeDocument/2006/relationships" id="256" r:id="R34ebe4022bc846b0"/>
    <p:sldId xmlns:r="http://schemas.openxmlformats.org/officeDocument/2006/relationships" id="257" r:id="R35ccaddcb23648c6"/>
    <p:sldId xmlns:r="http://schemas.openxmlformats.org/officeDocument/2006/relationships" id="258" r:id="Rb42331c5fc054f9a"/>
    <p:sldId xmlns:r="http://schemas.openxmlformats.org/officeDocument/2006/relationships" id="259" r:id="R65710e66c8834765"/>
    <p:sldId xmlns:r="http://schemas.openxmlformats.org/officeDocument/2006/relationships" id="260" r:id="Rfa81938a594e44fc"/>
    <p:sldId xmlns:r="http://schemas.openxmlformats.org/officeDocument/2006/relationships" id="261" r:id="R7e1a0327a4bb4fe9"/>
    <p:sldId xmlns:r="http://schemas.openxmlformats.org/officeDocument/2006/relationships" id="262" r:id="Ra0cd404c7bab41a5"/>
    <p:sldId xmlns:r="http://schemas.openxmlformats.org/officeDocument/2006/relationships" id="263" r:id="R45a656ccfe6642a1"/>
    <p:sldId xmlns:r="http://schemas.openxmlformats.org/officeDocument/2006/relationships" id="264" r:id="Rc9a548a3b61743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f1e2d66e4f42fb" /><Relationship Type="http://schemas.openxmlformats.org/officeDocument/2006/relationships/slideMaster" Target="/ppt/slideMasters/slideMaster1.xml" Id="Rf697e7da6c874b0f" /><Relationship Type="http://schemas.openxmlformats.org/officeDocument/2006/relationships/slideMaster" Target="/ppt/slideMasters/slideMaster2.xml" Id="R55e7bad8a3214740" /><Relationship Type="http://schemas.openxmlformats.org/officeDocument/2006/relationships/slideMaster" Target="/ppt/slideMasters/slideMaster3.xml" Id="R20fea28444b845a8" /><Relationship Type="http://schemas.openxmlformats.org/officeDocument/2006/relationships/notesMaster" Target="/ppt/notesMasters/notesMaster1.xml" Id="Rb5cb643ab36c4749" /><Relationship Type="http://schemas.openxmlformats.org/officeDocument/2006/relationships/presProps" Target="/ppt/presProps.xml" Id="Rb4dc5ef10e354490" /><Relationship Type="http://schemas.openxmlformats.org/officeDocument/2006/relationships/viewProps" Target="/ppt/viewProps.xml" Id="Ree51952d2e474b1f" /><Relationship Type="http://schemas.openxmlformats.org/officeDocument/2006/relationships/tableStyles" Target="/ppt/tableStyles.xml" Id="R7e2853eb84774df4" /><Relationship Type="http://schemas.openxmlformats.org/officeDocument/2006/relationships/slide" Target="/ppt/slides/slide1.xml" Id="R34ebe4022bc846b0" /><Relationship Type="http://schemas.openxmlformats.org/officeDocument/2006/relationships/slide" Target="/ppt/slides/slide2.xml" Id="R35ccaddcb23648c6" /><Relationship Type="http://schemas.openxmlformats.org/officeDocument/2006/relationships/slide" Target="/ppt/slides/slide3.xml" Id="Rb42331c5fc054f9a" /><Relationship Type="http://schemas.openxmlformats.org/officeDocument/2006/relationships/slide" Target="/ppt/slides/slide4.xml" Id="R65710e66c8834765" /><Relationship Type="http://schemas.openxmlformats.org/officeDocument/2006/relationships/slide" Target="/ppt/slides/slide5.xml" Id="Rfa81938a594e44fc" /><Relationship Type="http://schemas.openxmlformats.org/officeDocument/2006/relationships/slide" Target="/ppt/slides/slide6.xml" Id="R7e1a0327a4bb4fe9" /><Relationship Type="http://schemas.openxmlformats.org/officeDocument/2006/relationships/slide" Target="/ppt/slides/slide7.xml" Id="Ra0cd404c7bab41a5" /><Relationship Type="http://schemas.openxmlformats.org/officeDocument/2006/relationships/slide" Target="/ppt/slides/slide8.xml" Id="R45a656ccfe6642a1" /><Relationship Type="http://schemas.openxmlformats.org/officeDocument/2006/relationships/slide" Target="/ppt/slides/slide9.xml" Id="Rc9a548a3b61743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97b0ab2669043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b28782d59f4939" /><Relationship Type="http://schemas.openxmlformats.org/officeDocument/2006/relationships/notesMaster" Target="/ppt/notesMasters/notesMaster1.xml" Id="R878569652ff942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eaf66dc9554a78" /><Relationship Type="http://schemas.openxmlformats.org/officeDocument/2006/relationships/notesMaster" Target="/ppt/notesMasters/notesMaster1.xml" Id="R8c822f8fb5b645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dbeb95c300447a" /><Relationship Type="http://schemas.openxmlformats.org/officeDocument/2006/relationships/notesMaster" Target="/ppt/notesMasters/notesMaster1.xml" Id="Rff20eb065f0b4e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46346eecd64d90" /><Relationship Type="http://schemas.openxmlformats.org/officeDocument/2006/relationships/notesMaster" Target="/ppt/notesMasters/notesMaster1.xml" Id="R4f80ae981dd047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ec11832c494eec" /><Relationship Type="http://schemas.openxmlformats.org/officeDocument/2006/relationships/notesMaster" Target="/ppt/notesMasters/notesMaster1.xml" Id="Rb418175328b24c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b198bdc1384ecb" /><Relationship Type="http://schemas.openxmlformats.org/officeDocument/2006/relationships/notesMaster" Target="/ppt/notesMasters/notesMaster1.xml" Id="R1d7c1e15ad9c4e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fc6dc23d734590" /><Relationship Type="http://schemas.openxmlformats.org/officeDocument/2006/relationships/notesMaster" Target="/ppt/notesMasters/notesMaster1.xml" Id="R5d6371969f794f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1adf3ad037549b9" /><Relationship Type="http://schemas.openxmlformats.org/officeDocument/2006/relationships/notesMaster" Target="/ppt/notesMasters/notesMaster1.xml" Id="R2ef0ab95e72a46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0c184c0b4c4b0b" /><Relationship Type="http://schemas.openxmlformats.org/officeDocument/2006/relationships/notesMaster" Target="/ppt/notesMasters/notesMaster1.xml" Id="R2788f3979fb542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1c3af3c174b98" /><Relationship Type="http://schemas.openxmlformats.org/officeDocument/2006/relationships/image" Target="/ppt/media/image.jpeg" Id="Rd6210bfd5f864f5f" /><Relationship Type="http://schemas.openxmlformats.org/officeDocument/2006/relationships/image" Target="/ppt/media/image.png" Id="Rc418f2db7037495e" /><Relationship Type="http://schemas.openxmlformats.org/officeDocument/2006/relationships/image" Target="/ppt/media/image2.png" Id="Ra4ca99c4b7004d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f2ac87faf4f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3a84ca0c3405f" /><Relationship Type="http://schemas.openxmlformats.org/officeDocument/2006/relationships/image" Target="/ppt/media/image3.png" Id="R9b0a42c9b56046d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4ddab47a84979" /><Relationship Type="http://schemas.openxmlformats.org/officeDocument/2006/relationships/image" Target="/ppt/media/image4.png" Id="Rcf83163907614c5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735ec472045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1d93233884ad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e9d6b3b83f48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76121c5ba41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f1bff7e1b4a5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2e25ebd4f4c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4437f3a60f44e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32eeb779c14775" /><Relationship Type="http://schemas.openxmlformats.org/officeDocument/2006/relationships/image" Target="/ppt/media/image5.png" Id="R2f31f9e4cff54c1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65ae0408c54c7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b88f5e4cf2840a2" /><Relationship Type="http://schemas.openxmlformats.org/officeDocument/2006/relationships/image" Target="/ppt/media/image5.png" Id="R4e82c9a95bea478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bf4652f7897438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210bfd5f864f5f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8f2db7037495e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a99c4b7004d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0a42c9b56046d0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3163907614c5c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1f9e4cff54c1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82c9a95bea478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65f8bc254b491c" /><Relationship Type="http://schemas.openxmlformats.org/officeDocument/2006/relationships/slideLayout" Target="/ppt/slideLayouts/slideLayout1.xml" Id="R0cdf03e6014c4e9c" /><Relationship Type="http://schemas.openxmlformats.org/officeDocument/2006/relationships/slideLayout" Target="/ppt/slideLayouts/slideLayout2.xml" Id="Re6ebaf0f87564772" /><Relationship Type="http://schemas.openxmlformats.org/officeDocument/2006/relationships/slideLayout" Target="/ppt/slideLayouts/slideLayout3.xml" Id="Ra345365a3f6e4df4" /><Relationship Type="http://schemas.openxmlformats.org/officeDocument/2006/relationships/slideLayout" Target="/ppt/slideLayouts/slideLayout4.xml" Id="R080899bc8ae74bac" /><Relationship Type="http://schemas.openxmlformats.org/officeDocument/2006/relationships/slideLayout" Target="/ppt/slideLayouts/slideLayout5.xml" Id="R24e856ebd2fa48e8" /><Relationship Type="http://schemas.openxmlformats.org/officeDocument/2006/relationships/slideLayout" Target="/ppt/slideLayouts/slideLayout6.xml" Id="Rac3e80547ec74550" /><Relationship Type="http://schemas.openxmlformats.org/officeDocument/2006/relationships/slideLayout" Target="/ppt/slideLayouts/slideLayout7.xml" Id="R402aa5c044444e9f" /><Relationship Type="http://schemas.openxmlformats.org/officeDocument/2006/relationships/slideLayout" Target="/ppt/slideLayouts/slideLayout8.xml" Id="R6f79758640624347" /><Relationship Type="http://schemas.openxmlformats.org/officeDocument/2006/relationships/slideLayout" Target="/ppt/slideLayouts/slideLayout9.xml" Id="R60984729815e438d" /><Relationship Type="http://schemas.openxmlformats.org/officeDocument/2006/relationships/slideLayout" Target="/ppt/slideLayouts/slideLayout10.xml" Id="R571498f483c84519" /><Relationship Type="http://schemas.openxmlformats.org/officeDocument/2006/relationships/slideLayout" Target="/ppt/slideLayouts/slideLayout11.xml" Id="Rad3821b10e9a417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b66c968ee464be6" /><Relationship Type="http://schemas.openxmlformats.org/officeDocument/2006/relationships/slideLayout" Target="/ppt/slideLayouts/slideLayout12.xml" Id="Rf42d71f80dcc447e" /><Relationship Type="http://schemas.openxmlformats.org/officeDocument/2006/relationships/slideLayout" Target="/ppt/slideLayouts/slideLayout13.xml" Id="Rca25841685f04c8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9e3066da66d4ace" /><Relationship Type="http://schemas.openxmlformats.org/officeDocument/2006/relationships/slideLayout" Target="/ppt/slideLayouts/slideLayout14.xml" Id="R9fbbc1174596493c" /><Relationship Type="http://schemas.openxmlformats.org/officeDocument/2006/relationships/slideLayout" Target="/ppt/slideLayouts/slideLayout15.xml" Id="R96b813e5bb6740d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df03e6014c4e9c"/>
    <p:sldLayoutId xmlns:r="http://schemas.openxmlformats.org/officeDocument/2006/relationships" id="2147483650" r:id="Re6ebaf0f87564772"/>
    <p:sldLayoutId xmlns:r="http://schemas.openxmlformats.org/officeDocument/2006/relationships" id="2147483651" r:id="Ra345365a3f6e4df4"/>
    <p:sldLayoutId xmlns:r="http://schemas.openxmlformats.org/officeDocument/2006/relationships" id="2147483652" r:id="R080899bc8ae74bac"/>
    <p:sldLayoutId xmlns:r="http://schemas.openxmlformats.org/officeDocument/2006/relationships" id="2147483653" r:id="R24e856ebd2fa48e8"/>
    <p:sldLayoutId xmlns:r="http://schemas.openxmlformats.org/officeDocument/2006/relationships" id="2147483654" r:id="Rac3e80547ec74550"/>
    <p:sldLayoutId xmlns:r="http://schemas.openxmlformats.org/officeDocument/2006/relationships" id="2147483655" r:id="R402aa5c044444e9f"/>
    <p:sldLayoutId xmlns:r="http://schemas.openxmlformats.org/officeDocument/2006/relationships" id="2147483656" r:id="R6f79758640624347"/>
    <p:sldLayoutId xmlns:r="http://schemas.openxmlformats.org/officeDocument/2006/relationships" id="2147483657" r:id="R60984729815e438d"/>
    <p:sldLayoutId xmlns:r="http://schemas.openxmlformats.org/officeDocument/2006/relationships" id="2147483658" r:id="R571498f483c84519"/>
    <p:sldLayoutId xmlns:r="http://schemas.openxmlformats.org/officeDocument/2006/relationships" id="2147483659" r:id="Rad3821b10e9a417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f42d71f80dcc447e"/>
    <p:sldLayoutId xmlns:r="http://schemas.openxmlformats.org/officeDocument/2006/relationships" id="2147483662" r:id="Rca25841685f04c8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9fbbc1174596493c"/>
    <p:sldLayoutId xmlns:r="http://schemas.openxmlformats.org/officeDocument/2006/relationships" id="2147483665" r:id="R96b813e5bb6740d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1a577007144ed" /><Relationship Type="http://schemas.openxmlformats.org/officeDocument/2006/relationships/notesSlide" Target="/ppt/notesSlides/notesSlide1.xml" Id="R4d04af5775a6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358628f86443dd" /><Relationship Type="http://schemas.openxmlformats.org/officeDocument/2006/relationships/notesSlide" Target="/ppt/notesSlides/notesSlide2.xml" Id="R3f5944d4fafe48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6a5ed646624184" /><Relationship Type="http://schemas.openxmlformats.org/officeDocument/2006/relationships/image" Target="/ppt/media/image6.png" Id="R88d07f8b537b4d67" /><Relationship Type="http://schemas.openxmlformats.org/officeDocument/2006/relationships/notesSlide" Target="/ppt/notesSlides/notesSlide3.xml" Id="R2bbbae0c4448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8456f7b4872480b" /><Relationship Type="http://schemas.openxmlformats.org/officeDocument/2006/relationships/image" Target="/ppt/media/image6.png" Id="R1589a4805b424333" /><Relationship Type="http://schemas.openxmlformats.org/officeDocument/2006/relationships/notesSlide" Target="/ppt/notesSlides/notesSlide4.xml" Id="R99a7619f75b34a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4e9b2454cc409d" /><Relationship Type="http://schemas.openxmlformats.org/officeDocument/2006/relationships/image" Target="/ppt/media/image6.png" Id="Rff5fab289f5c4c79" /><Relationship Type="http://schemas.openxmlformats.org/officeDocument/2006/relationships/notesSlide" Target="/ppt/notesSlides/notesSlide5.xml" Id="Rff459320844a42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d01a879cd0402a" /><Relationship Type="http://schemas.openxmlformats.org/officeDocument/2006/relationships/image" Target="/ppt/media/image6.png" Id="R756012143ff24645" /><Relationship Type="http://schemas.openxmlformats.org/officeDocument/2006/relationships/notesSlide" Target="/ppt/notesSlides/notesSlide6.xml" Id="R0e818dd9df1946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7cdce294144dff" /><Relationship Type="http://schemas.openxmlformats.org/officeDocument/2006/relationships/image" Target="/ppt/media/image6.png" Id="R67768c16e57d4cbe" /><Relationship Type="http://schemas.openxmlformats.org/officeDocument/2006/relationships/notesSlide" Target="/ppt/notesSlides/notesSlide7.xml" Id="Re653663628e04c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dec982c3de473b" /><Relationship Type="http://schemas.openxmlformats.org/officeDocument/2006/relationships/image" Target="/ppt/media/image6.png" Id="R088a86cb61aa48f2" /><Relationship Type="http://schemas.openxmlformats.org/officeDocument/2006/relationships/notesSlide" Target="/ppt/notesSlides/notesSlide8.xml" Id="R16fdf40c22504e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e91f9299a4b1a" /><Relationship Type="http://schemas.openxmlformats.org/officeDocument/2006/relationships/notesSlide" Target="/ppt/notesSlides/notesSlide9.xml" Id="Rb141be13401a4f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07f8b537b4d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9a4805b424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fab289f5c4c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012143ff2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68c16e57d4c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8a86cb61aa48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BB87CA73-19B0-48D2-85E3-422B54F1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敬请老师批评指正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2026-09-05T13:09:07.7040000Z</dcterms:created>
  <dcterms:modified xsi:type="dcterms:W3CDTF">2026-09-05T13:09:07.7040000Z</dcterms:modified>
</coreProperties>
</file>