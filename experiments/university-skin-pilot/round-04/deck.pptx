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dcd42ecf7e45e2" /><Relationship Type="http://schemas.openxmlformats.org/officeDocument/2006/relationships/extended-properties" Target="/docProps/app.xml" Id="Ree1be42a39c646af" /><Relationship Type="http://schemas.openxmlformats.org/officeDocument/2006/relationships/officeDocument" Target="/ppt/presentation.xml" Id="R65e35223b45c4e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4f6f8b4d89421d"/>
    <p:sldMasterId xmlns:r="http://schemas.openxmlformats.org/officeDocument/2006/relationships" id="2147483660" r:id="Rf3a7a0ad9a334f17"/>
    <p:sldMasterId xmlns:r="http://schemas.openxmlformats.org/officeDocument/2006/relationships" id="2147483663" r:id="R5a9163336e9b4c36"/>
  </p:sldMasterIdLst>
  <p:notesMasterIdLst>
    <p:notesMasterId xmlns:r="http://schemas.openxmlformats.org/officeDocument/2006/relationships" r:id="R586dd5689f124ee2"/>
  </p:notesMasterIdLst>
  <p:sldIdLst>
    <p:sldId xmlns:r="http://schemas.openxmlformats.org/officeDocument/2006/relationships" id="256" r:id="R65b42a812d0245f0"/>
    <p:sldId xmlns:r="http://schemas.openxmlformats.org/officeDocument/2006/relationships" id="257" r:id="Rfc03fc1f27594625"/>
    <p:sldId xmlns:r="http://schemas.openxmlformats.org/officeDocument/2006/relationships" id="258" r:id="Ra02ddd0ec8554bb1"/>
    <p:sldId xmlns:r="http://schemas.openxmlformats.org/officeDocument/2006/relationships" id="259" r:id="R2f6303b8cbe947dd"/>
    <p:sldId xmlns:r="http://schemas.openxmlformats.org/officeDocument/2006/relationships" id="260" r:id="R133c4ccdb54e4acb"/>
    <p:sldId xmlns:r="http://schemas.openxmlformats.org/officeDocument/2006/relationships" id="261" r:id="R9fcb828039a84a52"/>
    <p:sldId xmlns:r="http://schemas.openxmlformats.org/officeDocument/2006/relationships" id="262" r:id="Rd0cac11935fb4af7"/>
    <p:sldId xmlns:r="http://schemas.openxmlformats.org/officeDocument/2006/relationships" id="263" r:id="Reff397cdc7cd4375"/>
    <p:sldId xmlns:r="http://schemas.openxmlformats.org/officeDocument/2006/relationships" id="264" r:id="Rd89ce95ae82944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6c74ed765b4df5" /><Relationship Type="http://schemas.openxmlformats.org/officeDocument/2006/relationships/slideMaster" Target="/ppt/slideMasters/slideMaster1.xml" Id="R6e4f6f8b4d89421d" /><Relationship Type="http://schemas.openxmlformats.org/officeDocument/2006/relationships/slideMaster" Target="/ppt/slideMasters/slideMaster2.xml" Id="Rf3a7a0ad9a334f17" /><Relationship Type="http://schemas.openxmlformats.org/officeDocument/2006/relationships/slideMaster" Target="/ppt/slideMasters/slideMaster3.xml" Id="R5a9163336e9b4c36" /><Relationship Type="http://schemas.openxmlformats.org/officeDocument/2006/relationships/notesMaster" Target="/ppt/notesMasters/notesMaster1.xml" Id="R586dd5689f124ee2" /><Relationship Type="http://schemas.openxmlformats.org/officeDocument/2006/relationships/presProps" Target="/ppt/presProps.xml" Id="R0794a44d767742c1" /><Relationship Type="http://schemas.openxmlformats.org/officeDocument/2006/relationships/viewProps" Target="/ppt/viewProps.xml" Id="R49b7a73fc7434e46" /><Relationship Type="http://schemas.openxmlformats.org/officeDocument/2006/relationships/tableStyles" Target="/ppt/tableStyles.xml" Id="Re25edded2e034c90" /><Relationship Type="http://schemas.openxmlformats.org/officeDocument/2006/relationships/slide" Target="/ppt/slides/slide1.xml" Id="R65b42a812d0245f0" /><Relationship Type="http://schemas.openxmlformats.org/officeDocument/2006/relationships/slide" Target="/ppt/slides/slide2.xml" Id="Rfc03fc1f27594625" /><Relationship Type="http://schemas.openxmlformats.org/officeDocument/2006/relationships/slide" Target="/ppt/slides/slide3.xml" Id="Ra02ddd0ec8554bb1" /><Relationship Type="http://schemas.openxmlformats.org/officeDocument/2006/relationships/slide" Target="/ppt/slides/slide4.xml" Id="R2f6303b8cbe947dd" /><Relationship Type="http://schemas.openxmlformats.org/officeDocument/2006/relationships/slide" Target="/ppt/slides/slide5.xml" Id="R133c4ccdb54e4acb" /><Relationship Type="http://schemas.openxmlformats.org/officeDocument/2006/relationships/slide" Target="/ppt/slides/slide6.xml" Id="R9fcb828039a84a52" /><Relationship Type="http://schemas.openxmlformats.org/officeDocument/2006/relationships/slide" Target="/ppt/slides/slide7.xml" Id="Rd0cac11935fb4af7" /><Relationship Type="http://schemas.openxmlformats.org/officeDocument/2006/relationships/slide" Target="/ppt/slides/slide8.xml" Id="Reff397cdc7cd4375" /><Relationship Type="http://schemas.openxmlformats.org/officeDocument/2006/relationships/slide" Target="/ppt/slides/slide9.xml" Id="Rd89ce95ae82944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2d49107103c47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7c64d9af2e4a5a" /><Relationship Type="http://schemas.openxmlformats.org/officeDocument/2006/relationships/notesMaster" Target="/ppt/notesMasters/notesMaster1.xml" Id="Rced899fee4b442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4636068a8e47e6" /><Relationship Type="http://schemas.openxmlformats.org/officeDocument/2006/relationships/notesMaster" Target="/ppt/notesMasters/notesMaster1.xml" Id="R495a4dd06ad94f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be1e9803cf44ab" /><Relationship Type="http://schemas.openxmlformats.org/officeDocument/2006/relationships/notesMaster" Target="/ppt/notesMasters/notesMaster1.xml" Id="Ref2f4d1be41f4e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8b32994829404a" /><Relationship Type="http://schemas.openxmlformats.org/officeDocument/2006/relationships/notesMaster" Target="/ppt/notesMasters/notesMaster1.xml" Id="Rbf4314d7b8d146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7b70162d3a42e6" /><Relationship Type="http://schemas.openxmlformats.org/officeDocument/2006/relationships/notesMaster" Target="/ppt/notesMasters/notesMaster1.xml" Id="R16f0ca53ce8b4f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4d6578ad3a4e8a" /><Relationship Type="http://schemas.openxmlformats.org/officeDocument/2006/relationships/notesMaster" Target="/ppt/notesMasters/notesMaster1.xml" Id="Rf159a0d237454b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6b755ffe49484a" /><Relationship Type="http://schemas.openxmlformats.org/officeDocument/2006/relationships/notesMaster" Target="/ppt/notesMasters/notesMaster1.xml" Id="Rf1b018ccb86d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3cbe41131e4734" /><Relationship Type="http://schemas.openxmlformats.org/officeDocument/2006/relationships/notesMaster" Target="/ppt/notesMasters/notesMaster1.xml" Id="R96b93ea0376d4f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31e1ccb93c42dd" /><Relationship Type="http://schemas.openxmlformats.org/officeDocument/2006/relationships/notesMaster" Target="/ppt/notesMasters/notesMaster1.xml" Id="Ra85f006ab10644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无外部来源；可见内容来自用户提供的 manuscript.md。</a:t>
            </a:r>
          </a:p>
          <a:p xmlns:a="http://schemas.openxmlformats.org/drawingml/2006/main">
            <a:r>
              <a:t>- 视觉源：用户指定的 runtime-template.pptx。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无外部来源；可见内容来自用户提供的 manuscript.md。</a:t>
            </a:r>
            <a:endParaRPr/>
          </a:p>
          <a:p xmlns:a="http://schemas.openxmlformats.org/drawingml/2006/main">
            <a:r>
              <a:t>- 视觉源：用户指定的 runtime-template.pptx。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无外部来源；可见内容来自用户提供的 manuscript.md。</a:t>
            </a:r>
            <a:endParaRPr/>
          </a:p>
          <a:p xmlns:a="http://schemas.openxmlformats.org/drawingml/2006/main">
            <a:r>
              <a:t>- 视觉源：用户指定的 runtime-template.pptx。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[Design note]</a:t>
            </a:r>
            <a:endParaRPr/>
          </a:p>
          <a:p xmlns:a="http://schemas.openxmlformats.org/drawingml/2006/main">
            <a:r>
              <a:t>文件存在，不等于结果可以解释</a:t>
            </a:r>
            <a:endParaRPr/>
          </a:p>
          <a:p xmlns:a="http://schemas.openxmlformats.org/drawingml/2006/main">
            <a:r>
              <a:t>布局意图：左侧把“找到图片”与“解释结果”置于同一对照轴；右侧沿同一行补出缺失的样本、脚本与排除依据，底部收束归档的首要任务。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无外部来源；可见内容来自用户提供的 manuscript.md。</a:t>
            </a:r>
            <a:endParaRPr/>
          </a:p>
          <a:p xmlns:a="http://schemas.openxmlformats.org/drawingml/2006/main">
            <a:r>
              <a:t>- 视觉源：用户指定的 runtime-template.pptx。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[Design note]</a:t>
            </a:r>
            <a:endParaRPr/>
          </a:p>
          <a:p xmlns:a="http://schemas.openxmlformats.org/drawingml/2006/main">
            <a:r>
              <a:t>一次可讨论的结果，需要一组共同解释它的记录</a:t>
            </a:r>
            <a:endParaRPr/>
          </a:p>
          <a:p xmlns:a="http://schemas.openxmlformats.org/drawingml/2006/main">
            <a:r>
              <a:t>布局意图：共享标题先定义一个记录单元；五行使用统一的标签列与说明列，让共同组成关系直接可见，并在底部排除“依次执行五步”的误读。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无外部来源；可见内容来自用户提供的 manuscript.md。</a:t>
            </a:r>
            <a:endParaRPr/>
          </a:p>
          <a:p xmlns:a="http://schemas.openxmlformats.org/drawingml/2006/main">
            <a:r>
              <a:t>- 视觉源：用户指定的 runtime-template.pptx。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[Design note]</a:t>
            </a:r>
            <a:endParaRPr/>
          </a:p>
          <a:p xmlns:a="http://schemas.openxmlformats.org/drawingml/2006/main">
            <a:r>
              <a:t>记录完整，也不能替代授权边界</a:t>
            </a:r>
            <a:endParaRPr/>
          </a:p>
          <a:p xmlns:a="http://schemas.openxmlformats.org/drawingml/2006/main">
            <a:r>
              <a:t>布局意图：左右两列沿“讨论材料—原始数据—访问权”逐行对应，右侧小区补充不能因归档而改变的授权与合作限制。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无外部来源；可见内容来自用户提供的 manuscript.md。</a:t>
            </a:r>
            <a:endParaRPr/>
          </a:p>
          <a:p xmlns:a="http://schemas.openxmlformats.org/drawingml/2006/main">
            <a:r>
              <a:t>- 视觉源：用户指定的 runtime-template.pptx。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[Design note]</a:t>
            </a:r>
            <a:endParaRPr/>
          </a:p>
          <a:p xmlns:a="http://schemas.openxmlformats.org/drawingml/2006/main">
            <a:r>
              <a:t>先记录新增实验，再逐项补关键历史</a:t>
            </a:r>
            <a:endParaRPr/>
          </a:p>
          <a:p xmlns:a="http://schemas.openxmlformats.org/drawingml/2006/main">
            <a:r>
              <a:t>布局意图：两列在相同的“能得到什么—要承担什么—暂时解决不了什么”轴上比较推进范围，底部把建议标为范围选择并保留不确定性。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无外部来源；可见内容来自用户提供的 manuscript.md。</a:t>
            </a:r>
            <a:endParaRPr/>
          </a:p>
          <a:p xmlns:a="http://schemas.openxmlformats.org/drawingml/2006/main">
            <a:r>
              <a:t>- 视觉源：用户指定的 runtime-template.pptx。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[Design note]</a:t>
            </a:r>
            <a:endParaRPr/>
          </a:p>
          <a:p xmlns:a="http://schemas.openxmlformats.org/drawingml/2006/main">
            <a:r>
              <a:t>复核先检验可理解性，再交负责人确认</a:t>
            </a:r>
            <a:endParaRPr/>
          </a:p>
          <a:p xmlns:a="http://schemas.openxmlformats.org/drawingml/2006/main">
            <a:r>
              <a:t>布局意图：按真实先后排列四个动作；每行右侧紧邻产出或判据，授权例外附着在最后确认环节，不把暂停误画成完成后的额外步骤。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无外部来源；可见内容来自用户提供的 manuscript.md。</a:t>
            </a:r>
            <a:endParaRPr/>
          </a:p>
          <a:p xmlns:a="http://schemas.openxmlformats.org/drawingml/2006/main">
            <a:r>
              <a:t>- 视觉源：用户指定的 runtime-template.pptx。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[Design note]</a:t>
            </a:r>
            <a:endParaRPr/>
          </a:p>
          <a:p xmlns:a="http://schemas.openxmlformats.org/drawingml/2006/main">
            <a:r>
              <a:t>四周试点只验证是否值得继续</a:t>
            </a:r>
            <a:endParaRPr/>
          </a:p>
          <a:p xmlns:a="http://schemas.openxmlformats.org/drawingml/2006/main">
            <a:r>
              <a:t>布局意图：上半区用共享周次轴对应四周动作，下半区并列三个评估问题与停止信号；页面结论只落到“保留、修改或停止”的决策。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无外部来源；可见内容来自用户提供的 manuscript.md。</a:t>
            </a:r>
          </a:p>
          <a:p xmlns:a="http://schemas.openxmlformats.org/drawingml/2006/main">
            <a:r>
              <a:t>- 视觉源：用户指定的 runtime-template.pptx。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[Design note]</a:t>
            </a:r>
          </a:p>
          <a:p xmlns:a="http://schemas.openxmlformats.org/drawingml/2006/main">
            <a:r>
              <a:t>结尾回到有限试点的判断边界，不把拟定安排包装成已证实成效。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dd2e08d20497f" /><Relationship Type="http://schemas.openxmlformats.org/officeDocument/2006/relationships/image" Target="/ppt/media/image.jpeg" Id="Rfafb298b8fbe4d55" /><Relationship Type="http://schemas.openxmlformats.org/officeDocument/2006/relationships/image" Target="/ppt/media/image.png" Id="Rb40bc8dc28414345" /><Relationship Type="http://schemas.openxmlformats.org/officeDocument/2006/relationships/image" Target="/ppt/media/image2.png" Id="Rb039f92f413c46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56af34b0042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9d0e0e43e4f4f" /><Relationship Type="http://schemas.openxmlformats.org/officeDocument/2006/relationships/image" Target="/ppt/media/image3.png" Id="R8c11395f086542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dcdacc89e40a7" /><Relationship Type="http://schemas.openxmlformats.org/officeDocument/2006/relationships/image" Target="/ppt/media/image4.png" Id="Ra3dfd41a227c49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4fe69a77047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8c9d5c4abc4b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fe6c5350043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234117edf4f2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5b57e66134fe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ab7e37e1b465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c1a9a8d6a4d5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2d52bb476b4535" /><Relationship Type="http://schemas.openxmlformats.org/officeDocument/2006/relationships/image" Target="/ppt/media/image5.png" Id="Re75089987422428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a8cc5e0983424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6099077a2c4c7f" /><Relationship Type="http://schemas.openxmlformats.org/officeDocument/2006/relationships/image" Target="/ppt/media/image5.png" Id="Ref18902be9b241c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77a7b862a78459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b298b8fbe4d5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bc8dc2841434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9f92f413c46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1395f086542c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fd41a227c49c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089987422428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8902be9b241c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2444cbcc834f6f" /><Relationship Type="http://schemas.openxmlformats.org/officeDocument/2006/relationships/slideLayout" Target="/ppt/slideLayouts/slideLayout1.xml" Id="R258da694ff5a4b32" /><Relationship Type="http://schemas.openxmlformats.org/officeDocument/2006/relationships/slideLayout" Target="/ppt/slideLayouts/slideLayout2.xml" Id="Rab06bca1e8a149bf" /><Relationship Type="http://schemas.openxmlformats.org/officeDocument/2006/relationships/slideLayout" Target="/ppt/slideLayouts/slideLayout3.xml" Id="R377e22afae474195" /><Relationship Type="http://schemas.openxmlformats.org/officeDocument/2006/relationships/slideLayout" Target="/ppt/slideLayouts/slideLayout4.xml" Id="Ra310c058298048d3" /><Relationship Type="http://schemas.openxmlformats.org/officeDocument/2006/relationships/slideLayout" Target="/ppt/slideLayouts/slideLayout5.xml" Id="R7afafc0258f34a60" /><Relationship Type="http://schemas.openxmlformats.org/officeDocument/2006/relationships/slideLayout" Target="/ppt/slideLayouts/slideLayout6.xml" Id="R6d8f3d2b633743e7" /><Relationship Type="http://schemas.openxmlformats.org/officeDocument/2006/relationships/slideLayout" Target="/ppt/slideLayouts/slideLayout7.xml" Id="R9673c94bc5be4fef" /><Relationship Type="http://schemas.openxmlformats.org/officeDocument/2006/relationships/slideLayout" Target="/ppt/slideLayouts/slideLayout8.xml" Id="R6a8a9161411f4e08" /><Relationship Type="http://schemas.openxmlformats.org/officeDocument/2006/relationships/slideLayout" Target="/ppt/slideLayouts/slideLayout9.xml" Id="R09022b22806b4a02" /><Relationship Type="http://schemas.openxmlformats.org/officeDocument/2006/relationships/slideLayout" Target="/ppt/slideLayouts/slideLayout10.xml" Id="R0fc7f76e7a5340b8" /><Relationship Type="http://schemas.openxmlformats.org/officeDocument/2006/relationships/slideLayout" Target="/ppt/slideLayouts/slideLayout11.xml" Id="R9fbff4e736454d2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d2f90ae6a144b5d" /><Relationship Type="http://schemas.openxmlformats.org/officeDocument/2006/relationships/slideLayout" Target="/ppt/slideLayouts/slideLayout12.xml" Id="Ra669436fa76749cc" /><Relationship Type="http://schemas.openxmlformats.org/officeDocument/2006/relationships/slideLayout" Target="/ppt/slideLayouts/slideLayout13.xml" Id="R6640bf38d071459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3d748e137604364" /><Relationship Type="http://schemas.openxmlformats.org/officeDocument/2006/relationships/slideLayout" Target="/ppt/slideLayouts/slideLayout14.xml" Id="R0d2c2abbcbcd4824" /><Relationship Type="http://schemas.openxmlformats.org/officeDocument/2006/relationships/slideLayout" Target="/ppt/slideLayouts/slideLayout15.xml" Id="Rcc96d613192040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da694ff5a4b32"/>
    <p:sldLayoutId xmlns:r="http://schemas.openxmlformats.org/officeDocument/2006/relationships" id="2147483650" r:id="Rab06bca1e8a149bf"/>
    <p:sldLayoutId xmlns:r="http://schemas.openxmlformats.org/officeDocument/2006/relationships" id="2147483651" r:id="R377e22afae474195"/>
    <p:sldLayoutId xmlns:r="http://schemas.openxmlformats.org/officeDocument/2006/relationships" id="2147483652" r:id="Ra310c058298048d3"/>
    <p:sldLayoutId xmlns:r="http://schemas.openxmlformats.org/officeDocument/2006/relationships" id="2147483653" r:id="R7afafc0258f34a60"/>
    <p:sldLayoutId xmlns:r="http://schemas.openxmlformats.org/officeDocument/2006/relationships" id="2147483654" r:id="R6d8f3d2b633743e7"/>
    <p:sldLayoutId xmlns:r="http://schemas.openxmlformats.org/officeDocument/2006/relationships" id="2147483655" r:id="R9673c94bc5be4fef"/>
    <p:sldLayoutId xmlns:r="http://schemas.openxmlformats.org/officeDocument/2006/relationships" id="2147483656" r:id="R6a8a9161411f4e08"/>
    <p:sldLayoutId xmlns:r="http://schemas.openxmlformats.org/officeDocument/2006/relationships" id="2147483657" r:id="R09022b22806b4a02"/>
    <p:sldLayoutId xmlns:r="http://schemas.openxmlformats.org/officeDocument/2006/relationships" id="2147483658" r:id="R0fc7f76e7a5340b8"/>
    <p:sldLayoutId xmlns:r="http://schemas.openxmlformats.org/officeDocument/2006/relationships" id="2147483659" r:id="R9fbff4e736454d2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669436fa76749cc"/>
    <p:sldLayoutId xmlns:r="http://schemas.openxmlformats.org/officeDocument/2006/relationships" id="2147483662" r:id="R6640bf38d071459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d2c2abbcbcd4824"/>
    <p:sldLayoutId xmlns:r="http://schemas.openxmlformats.org/officeDocument/2006/relationships" id="2147483665" r:id="Rcc96d6131920409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2d33babbc41cb" /><Relationship Type="http://schemas.openxmlformats.org/officeDocument/2006/relationships/notesSlide" Target="/ppt/notesSlides/notesSlide1.xml" Id="R5c137491bca2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ed08a66ab54112" /><Relationship Type="http://schemas.openxmlformats.org/officeDocument/2006/relationships/notesSlide" Target="/ppt/notesSlides/notesSlide2.xml" Id="R7c2a4b5d10bd47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b0707f60e04c89" /><Relationship Type="http://schemas.openxmlformats.org/officeDocument/2006/relationships/notesSlide" Target="/ppt/notesSlides/notesSlide3.xml" Id="R3f04737c7db844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98c2f288a54f02" /><Relationship Type="http://schemas.openxmlformats.org/officeDocument/2006/relationships/notesSlide" Target="/ppt/notesSlides/notesSlide4.xml" Id="R11a6a6e9bbb64c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434eb2225e47cc" /><Relationship Type="http://schemas.openxmlformats.org/officeDocument/2006/relationships/notesSlide" Target="/ppt/notesSlides/notesSlide5.xml" Id="Rd45a4532f1454a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6cdea33416434f" /><Relationship Type="http://schemas.openxmlformats.org/officeDocument/2006/relationships/notesSlide" Target="/ppt/notesSlides/notesSlide6.xml" Id="Rc9df9f287de940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d93c632e7040d8" /><Relationship Type="http://schemas.openxmlformats.org/officeDocument/2006/relationships/notesSlide" Target="/ppt/notesSlides/notesSlide7.xml" Id="R7ea02a3f4c644d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9bef41646d4c9c" /><Relationship Type="http://schemas.openxmlformats.org/officeDocument/2006/relationships/notesSlide" Target="/ppt/notesSlides/notesSlide8.xml" Id="Rfc2e84ad02c84b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c851c666940b9" /><Relationship Type="http://schemas.openxmlformats.org/officeDocument/2006/relationships/notesSlide" Target="/ppt/notesSlides/notesSlide9.xml" Id="R2d13a23b3b674d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汇报人：课题组讨论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实验数据归档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本次讨论的推进路径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53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问题：找到图片，不等于解释结果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记录：让结果与依据成组可追溯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边界：共享材料不等于开放原始数据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方案：先试新增实验，再补关键历史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决策：四周后保留、修改或停止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文件存在，不等于结果可以解释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问题界定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0" name="qa-section-可见结果">
            <a:extLst xmlns:a="http://schemas.openxmlformats.org/drawingml/2006/main">
              <a:ext uri="{FF2B5EF4-FFF2-40B4-BE49-F238E27FC236}">
                <a16:creationId xmlns:a16="http://schemas.microsoft.com/office/drawing/2014/main" id="{576C2457-5B3B-40A0-BCA7-997F909C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可见结果</a:t>
            </a:r>
          </a:p>
        </p:txBody>
      </p:sp>
      <p:sp>
        <p:nvSpPr>
          <p:cNvPr id="11" name="qa-section-可解释结果">
            <a:extLst xmlns:a="http://schemas.openxmlformats.org/drawingml/2006/main">
              <a:ext uri="{FF2B5EF4-FFF2-40B4-BE49-F238E27FC236}">
                <a16:creationId xmlns:a16="http://schemas.microsoft.com/office/drawing/2014/main" id="{DB6E73F2-BBE2-4883-98B1-D8DD85E5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可解释结果</a:t>
            </a:r>
          </a:p>
        </p:txBody>
      </p:sp>
      <p:sp>
        <p:nvSpPr>
          <p:cNvPr id="12" name="qa-row-label-245">
            <a:extLst xmlns:a="http://schemas.openxmlformats.org/drawingml/2006/main">
              <a:ext uri="{FF2B5EF4-FFF2-40B4-BE49-F238E27FC236}">
                <a16:creationId xmlns:a16="http://schemas.microsoft.com/office/drawing/2014/main" id="{B8EA6511-C902-41D1-A2A2-C27C37BA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现状</a:t>
            </a:r>
          </a:p>
        </p:txBody>
      </p:sp>
      <p:sp>
        <p:nvSpPr>
          <p:cNvPr id="13" name="qa-left-245">
            <a:extLst xmlns:a="http://schemas.openxmlformats.org/drawingml/2006/main">
              <a:ext uri="{FF2B5EF4-FFF2-40B4-BE49-F238E27FC236}">
                <a16:creationId xmlns:a16="http://schemas.microsoft.com/office/drawing/2014/main" id="{A9E83325-AE22-4226-A0E9-3CFD4CA8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336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最终图片常常找得到</a:t>
            </a:r>
          </a:p>
        </p:txBody>
      </p:sp>
      <p:sp>
        <p:nvSpPr>
          <p:cNvPr id="14" name="qa-right-245">
            <a:extLst xmlns:a="http://schemas.openxmlformats.org/drawingml/2006/main">
              <a:ext uri="{FF2B5EF4-FFF2-40B4-BE49-F238E27FC236}">
                <a16:creationId xmlns:a16="http://schemas.microsoft.com/office/drawing/2014/main" id="{515E623B-C4B7-4F6A-A6CD-790F2D6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4238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还不能快速说明来自哪批样本、哪版脚本</a:t>
            </a:r>
          </a:p>
        </p:txBody>
      </p:sp>
      <p:sp>
        <p:nvSpPr>
          <p:cNvPr id="15" name="qa-row-rule-245">
            <a:extLst xmlns:a="http://schemas.openxmlformats.org/drawingml/2006/main">
              <a:ext uri="{FF2B5EF4-FFF2-40B4-BE49-F238E27FC236}">
                <a16:creationId xmlns:a16="http://schemas.microsoft.com/office/drawing/2014/main" id="{BFF4ADD1-C667-4597-BD12-CD2873CB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6" name="qa-row-label-335">
            <a:extLst xmlns:a="http://schemas.openxmlformats.org/drawingml/2006/main">
              <a:ext uri="{FF2B5EF4-FFF2-40B4-BE49-F238E27FC236}">
                <a16:creationId xmlns:a16="http://schemas.microsoft.com/office/drawing/2014/main" id="{79173239-A616-45B9-8FE6-AA3CE5DE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17" name="qa-left-335">
            <a:extLst xmlns:a="http://schemas.openxmlformats.org/drawingml/2006/main">
              <a:ext uri="{FF2B5EF4-FFF2-40B4-BE49-F238E27FC236}">
                <a16:creationId xmlns:a16="http://schemas.microsoft.com/office/drawing/2014/main" id="{30E0378C-9B36-4EAF-8B94-65385603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文件上传解决的是“有没有”</a:t>
            </a:r>
          </a:p>
        </p:txBody>
      </p:sp>
      <p:sp>
        <p:nvSpPr>
          <p:cNvPr id="18" name="qa-right-335">
            <a:extLst xmlns:a="http://schemas.openxmlformats.org/drawingml/2006/main">
              <a:ext uri="{FF2B5EF4-FFF2-40B4-BE49-F238E27FC236}">
                <a16:creationId xmlns:a16="http://schemas.microsoft.com/office/drawing/2014/main" id="{D4FF82ED-82EB-4846-BBB9-39995D10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4238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样本条件、处理版本、异常与排除决定“为什么”</a:t>
            </a:r>
          </a:p>
        </p:txBody>
      </p:sp>
      <p:sp>
        <p:nvSpPr>
          <p:cNvPr id="19" name="qa-row-rule-335">
            <a:extLst xmlns:a="http://schemas.openxmlformats.org/drawingml/2006/main">
              <a:ext uri="{FF2B5EF4-FFF2-40B4-BE49-F238E27FC236}">
                <a16:creationId xmlns:a16="http://schemas.microsoft.com/office/drawing/2014/main" id="{D1A02064-947A-4631-B976-6731811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0" name="qa-row-label-425">
            <a:extLst xmlns:a="http://schemas.openxmlformats.org/drawingml/2006/main">
              <a:ext uri="{FF2B5EF4-FFF2-40B4-BE49-F238E27FC236}">
                <a16:creationId xmlns:a16="http://schemas.microsoft.com/office/drawing/2014/main" id="{5F360C1F-1917-4666-ADC0-8D261CA4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1" name="qa-left-425">
            <a:extLst xmlns:a="http://schemas.openxmlformats.org/drawingml/2006/main">
              <a:ext uri="{FF2B5EF4-FFF2-40B4-BE49-F238E27FC236}">
                <a16:creationId xmlns:a16="http://schemas.microsoft.com/office/drawing/2014/main" id="{96709F0A-89CC-4049-86D5-66A6982E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481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问题不只是文件没有上传</a:t>
            </a:r>
          </a:p>
        </p:txBody>
      </p:sp>
      <p:sp>
        <p:nvSpPr>
          <p:cNvPr id="22" name="qa-right-425">
            <a:extLst xmlns:a="http://schemas.openxmlformats.org/drawingml/2006/main">
              <a:ext uri="{FF2B5EF4-FFF2-40B4-BE49-F238E27FC236}">
                <a16:creationId xmlns:a16="http://schemas.microsoft.com/office/drawing/2014/main" id="{7A11A60A-826D-409E-9DAA-D044DEC8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48125"/>
            <a:ext cx="4238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归档首先要保存结果与依据之间的关系</a:t>
            </a:r>
          </a:p>
        </p:txBody>
      </p:sp>
      <p:sp>
        <p:nvSpPr>
          <p:cNvPr id="23" name="qa-row-rule-425">
            <a:extLst xmlns:a="http://schemas.openxmlformats.org/drawingml/2006/main">
              <a:ext uri="{FF2B5EF4-FFF2-40B4-BE49-F238E27FC236}">
                <a16:creationId xmlns:a16="http://schemas.microsoft.com/office/drawing/2014/main" id="{6D925696-8D8F-408D-823B-34B35585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4" name="qa-bottom-note">
            <a:extLst xmlns:a="http://schemas.openxmlformats.org/drawingml/2006/main">
              <a:ext uri="{FF2B5EF4-FFF2-40B4-BE49-F238E27FC236}">
                <a16:creationId xmlns:a16="http://schemas.microsoft.com/office/drawing/2014/main" id="{19A20126-DB54-475B-BC80-03BCAB17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34050"/>
            <a:ext cx="1114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5" name="qa-bottom-note-text">
            <a:extLst xmlns:a="http://schemas.openxmlformats.org/drawingml/2006/main">
              <a:ext uri="{FF2B5EF4-FFF2-40B4-BE49-F238E27FC236}">
                <a16:creationId xmlns:a16="http://schemas.microsoft.com/office/drawing/2014/main" id="{1D732996-55B2-4186-A9DE-E9A55E7B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共享范围应在关系清楚之后再讨论；归档不是把文件简单集中到一个目录。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一次可讨论的结果，需要一组共同解释它的记录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记录单元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0" name="qa-section-一个记录单元">
            <a:extLst xmlns:a="http://schemas.openxmlformats.org/drawingml/2006/main">
              <a:ext uri="{FF2B5EF4-FFF2-40B4-BE49-F238E27FC236}">
                <a16:creationId xmlns:a16="http://schemas.microsoft.com/office/drawing/2014/main" id="{4F450595-2E56-48A7-8D98-B54620A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一个记录单元</a:t>
            </a:r>
          </a:p>
        </p:txBody>
      </p:sp>
      <p:sp>
        <p:nvSpPr>
          <p:cNvPr id="11" name="qa-record-intro">
            <a:extLst xmlns:a="http://schemas.openxmlformats.org/drawingml/2006/main">
              <a:ext uri="{FF2B5EF4-FFF2-40B4-BE49-F238E27FC236}">
                <a16:creationId xmlns:a16="http://schemas.microsoft.com/office/drawing/2014/main" id="{8DD68C0D-2247-48A5-944F-FEE003E4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90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以下几项共同解释一个结果</a:t>
            </a:r>
          </a:p>
        </p:txBody>
      </p:sp>
      <p:sp>
        <p:nvSpPr>
          <p:cNvPr id="12" name="qa-record-surface">
            <a:extLst xmlns:a="http://schemas.openxmlformats.org/drawingml/2006/main">
              <a:ext uri="{FF2B5EF4-FFF2-40B4-BE49-F238E27FC236}">
                <a16:creationId xmlns:a16="http://schemas.microsoft.com/office/drawing/2014/main" id="{A0C367EF-FDD1-4E84-8BFA-188E6F7C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3" name="qa-record-label-0">
            <a:extLst xmlns:a="http://schemas.openxmlformats.org/drawingml/2006/main">
              <a:ext uri="{FF2B5EF4-FFF2-40B4-BE49-F238E27FC236}">
                <a16:creationId xmlns:a16="http://schemas.microsoft.com/office/drawing/2014/main" id="{BABBE9B0-FDA8-4A63-87B1-FBA31827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14" name="qa-record-body-0">
            <a:extLst xmlns:a="http://schemas.openxmlformats.org/drawingml/2006/main">
              <a:ext uri="{FF2B5EF4-FFF2-40B4-BE49-F238E27FC236}">
                <a16:creationId xmlns:a16="http://schemas.microsoft.com/office/drawing/2014/main" id="{B387356F-FFB6-4DB5-9F23-B5FC4317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保持原貌，指向实际样本与采集材料</a:t>
            </a:r>
          </a:p>
        </p:txBody>
      </p:sp>
      <p:sp>
        <p:nvSpPr>
          <p:cNvPr id="15" name="qa-record-rule-0">
            <a:extLst xmlns:a="http://schemas.openxmlformats.org/drawingml/2006/main">
              <a:ext uri="{FF2B5EF4-FFF2-40B4-BE49-F238E27FC236}">
                <a16:creationId xmlns:a16="http://schemas.microsoft.com/office/drawing/2014/main" id="{B68D8F9F-A0AD-433E-9FB2-59F43D2A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6" name="qa-record-label-1">
            <a:extLst xmlns:a="http://schemas.openxmlformats.org/drawingml/2006/main">
              <a:ext uri="{FF2B5EF4-FFF2-40B4-BE49-F238E27FC236}">
                <a16:creationId xmlns:a16="http://schemas.microsoft.com/office/drawing/2014/main" id="{3ADA1DAB-40B4-4364-8C97-0A3278E3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7" name="qa-record-body-1">
            <a:extLst xmlns:a="http://schemas.openxmlformats.org/drawingml/2006/main">
              <a:ext uri="{FF2B5EF4-FFF2-40B4-BE49-F238E27FC236}">
                <a16:creationId xmlns:a16="http://schemas.microsoft.com/office/drawing/2014/main" id="{7AB9CFC6-545F-4E77-B23B-E34BF417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说明结果对应的样本、时间和采集条件</a:t>
            </a:r>
          </a:p>
        </p:txBody>
      </p:sp>
      <p:sp>
        <p:nvSpPr>
          <p:cNvPr id="18" name="qa-record-rule-1">
            <a:extLst xmlns:a="http://schemas.openxmlformats.org/drawingml/2006/main">
              <a:ext uri="{FF2B5EF4-FFF2-40B4-BE49-F238E27FC236}">
                <a16:creationId xmlns:a16="http://schemas.microsoft.com/office/drawing/2014/main" id="{F6791B53-C571-41CA-8D88-89E9CC4D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9" name="qa-record-label-2">
            <a:extLst xmlns:a="http://schemas.openxmlformats.org/drawingml/2006/main">
              <a:ext uri="{FF2B5EF4-FFF2-40B4-BE49-F238E27FC236}">
                <a16:creationId xmlns:a16="http://schemas.microsoft.com/office/drawing/2014/main" id="{7E683FBB-67DF-47E5-9659-9749FB22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20" name="qa-record-body-2">
            <a:extLst xmlns:a="http://schemas.openxmlformats.org/drawingml/2006/main">
              <a:ext uri="{FF2B5EF4-FFF2-40B4-BE49-F238E27FC236}">
                <a16:creationId xmlns:a16="http://schemas.microsoft.com/office/drawing/2014/main" id="{62B27EEE-CD7A-470A-800D-6B640BEC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433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能定位实际运行的代码版本</a:t>
            </a:r>
          </a:p>
        </p:txBody>
      </p:sp>
      <p:sp>
        <p:nvSpPr>
          <p:cNvPr id="21" name="qa-record-rule-2">
            <a:extLst xmlns:a="http://schemas.openxmlformats.org/drawingml/2006/main">
              <a:ext uri="{FF2B5EF4-FFF2-40B4-BE49-F238E27FC236}">
                <a16:creationId xmlns:a16="http://schemas.microsoft.com/office/drawing/2014/main" id="{65A5C813-C1E4-444C-A30E-016E23DA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2" name="qa-record-label-3">
            <a:extLst xmlns:a="http://schemas.openxmlformats.org/drawingml/2006/main">
              <a:ext uri="{FF2B5EF4-FFF2-40B4-BE49-F238E27FC236}">
                <a16:creationId xmlns:a16="http://schemas.microsoft.com/office/drawing/2014/main" id="{1E8EEC87-588B-4244-8725-106551CA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23" name="qa-record-body-3">
            <a:extLst xmlns:a="http://schemas.openxmlformats.org/drawingml/2006/main">
              <a:ext uri="{FF2B5EF4-FFF2-40B4-BE49-F238E27FC236}">
                <a16:creationId xmlns:a16="http://schemas.microsoft.com/office/drawing/2014/main" id="{F1F63BA4-E7AF-40AB-A03C-668A6EA0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148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保存可讨论的结果图或结果文件</a:t>
            </a:r>
          </a:p>
        </p:txBody>
      </p:sp>
      <p:sp>
        <p:nvSpPr>
          <p:cNvPr id="24" name="qa-record-rule-3">
            <a:extLst xmlns:a="http://schemas.openxmlformats.org/drawingml/2006/main">
              <a:ext uri="{FF2B5EF4-FFF2-40B4-BE49-F238E27FC236}">
                <a16:creationId xmlns:a16="http://schemas.microsoft.com/office/drawing/2014/main" id="{0FCB7AC9-AC10-469E-ACA0-1074609B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5" name="qa-record-label-4">
            <a:extLst xmlns:a="http://schemas.openxmlformats.org/drawingml/2006/main">
              <a:ext uri="{FF2B5EF4-FFF2-40B4-BE49-F238E27FC236}">
                <a16:creationId xmlns:a16="http://schemas.microsoft.com/office/drawing/2014/main" id="{AC8DC984-165D-4962-B8E9-D8C5270A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异常与排除说明</a:t>
            </a:r>
          </a:p>
        </p:txBody>
      </p:sp>
      <p:sp>
        <p:nvSpPr>
          <p:cNvPr id="26" name="qa-record-body-4">
            <a:extLst xmlns:a="http://schemas.openxmlformats.org/drawingml/2006/main">
              <a:ext uri="{FF2B5EF4-FFF2-40B4-BE49-F238E27FC236}">
                <a16:creationId xmlns:a16="http://schemas.microsoft.com/office/drawing/2014/main" id="{CEEBA2DB-D442-4386-BC98-1335E08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863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保留判断依据；未纳入结果的样本也解释排除条件</a:t>
            </a:r>
          </a:p>
        </p:txBody>
      </p:sp>
      <p:sp>
        <p:nvSpPr>
          <p:cNvPr id="27" name="qa-bottom-note">
            <a:extLst xmlns:a="http://schemas.openxmlformats.org/drawingml/2006/main">
              <a:ext uri="{FF2B5EF4-FFF2-40B4-BE49-F238E27FC236}">
                <a16:creationId xmlns:a16="http://schemas.microsoft.com/office/drawing/2014/main" id="{E2B411D5-7461-4E97-AA12-EA0177D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34050"/>
            <a:ext cx="1114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8" name="qa-bottom-note-text">
            <a:extLst xmlns:a="http://schemas.openxmlformats.org/drawingml/2006/main">
              <a:ext uri="{FF2B5EF4-FFF2-40B4-BE49-F238E27FC236}">
                <a16:creationId xmlns:a16="http://schemas.microsoft.com/office/drawing/2014/main" id="{3ECCA54F-6BCB-4E3A-B1B7-A2D917D5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这几项共同解释一个结果，并不是必须依次执行的五个步骤。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记录完整，也不能替代授权边界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边界条件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0" name="qa-section-同一记录中的两种材料">
            <a:extLst xmlns:a="http://schemas.openxmlformats.org/drawingml/2006/main">
              <a:ext uri="{FF2B5EF4-FFF2-40B4-BE49-F238E27FC236}">
                <a16:creationId xmlns:a16="http://schemas.microsoft.com/office/drawing/2014/main" id="{AB048813-8052-4CAE-8CC1-D49405FC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同一记录中的两种材料</a:t>
            </a:r>
          </a:p>
        </p:txBody>
      </p:sp>
      <p:sp>
        <p:nvSpPr>
          <p:cNvPr id="11" name="qa-section-不能改变的边界">
            <a:extLst xmlns:a="http://schemas.openxmlformats.org/drawingml/2006/main">
              <a:ext uri="{FF2B5EF4-FFF2-40B4-BE49-F238E27FC236}">
                <a16:creationId xmlns:a16="http://schemas.microsoft.com/office/drawing/2014/main" id="{44C971A0-7598-4E46-AEA9-F361A787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71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不能改变的边界</a:t>
            </a:r>
          </a:p>
        </p:txBody>
      </p:sp>
      <p:sp>
        <p:nvSpPr>
          <p:cNvPr id="12" name="qa-row-label-245">
            <a:extLst xmlns:a="http://schemas.openxmlformats.org/drawingml/2006/main">
              <a:ext uri="{FF2B5EF4-FFF2-40B4-BE49-F238E27FC236}">
                <a16:creationId xmlns:a16="http://schemas.microsoft.com/office/drawing/2014/main" id="{CF939565-3B63-4DA3-BC71-C76A35BE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13" name="qa-left-245">
            <a:extLst xmlns:a="http://schemas.openxmlformats.org/drawingml/2006/main">
              <a:ext uri="{FF2B5EF4-FFF2-40B4-BE49-F238E27FC236}">
                <a16:creationId xmlns:a16="http://schemas.microsoft.com/office/drawing/2014/main" id="{EEFBC832-8135-4C30-8D1D-F765AF78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33625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结果图与可公开的解释</a:t>
            </a:r>
          </a:p>
        </p:txBody>
      </p:sp>
      <p:sp>
        <p:nvSpPr>
          <p:cNvPr id="14" name="qa-right-245">
            <a:extLst xmlns:a="http://schemas.openxmlformats.org/drawingml/2006/main">
              <a:ext uri="{FF2B5EF4-FFF2-40B4-BE49-F238E27FC236}">
                <a16:creationId xmlns:a16="http://schemas.microsoft.com/office/drawing/2014/main" id="{28A279CB-1533-49A6-9EF8-6ABF41E1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受限原始数据仍放在原授权位置</a:t>
            </a:r>
          </a:p>
        </p:txBody>
      </p:sp>
      <p:sp>
        <p:nvSpPr>
          <p:cNvPr id="15" name="qa-row-rule-245">
            <a:extLst xmlns:a="http://schemas.openxmlformats.org/drawingml/2006/main">
              <a:ext uri="{FF2B5EF4-FFF2-40B4-BE49-F238E27FC236}">
                <a16:creationId xmlns:a16="http://schemas.microsoft.com/office/drawing/2014/main" id="{9C356262-DB23-42A9-878A-F34737B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6" name="qa-row-label-335">
            <a:extLst xmlns:a="http://schemas.openxmlformats.org/drawingml/2006/main">
              <a:ext uri="{FF2B5EF4-FFF2-40B4-BE49-F238E27FC236}">
                <a16:creationId xmlns:a16="http://schemas.microsoft.com/office/drawing/2014/main" id="{61B53F66-AF5C-4F87-9AFB-FB1521F3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17" name="qa-left-335">
            <a:extLst xmlns:a="http://schemas.openxmlformats.org/drawingml/2006/main">
              <a:ext uri="{FF2B5EF4-FFF2-40B4-BE49-F238E27FC236}">
                <a16:creationId xmlns:a16="http://schemas.microsoft.com/office/drawing/2014/main" id="{8CAE46FA-06CB-40E7-ADA4-BDC534F7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90875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保留受控引用与访问条件</a:t>
            </a:r>
          </a:p>
        </p:txBody>
      </p:sp>
      <p:sp>
        <p:nvSpPr>
          <p:cNvPr id="18" name="qa-right-335">
            <a:extLst xmlns:a="http://schemas.openxmlformats.org/drawingml/2006/main">
              <a:ext uri="{FF2B5EF4-FFF2-40B4-BE49-F238E27FC236}">
                <a16:creationId xmlns:a16="http://schemas.microsoft.com/office/drawing/2014/main" id="{73995294-6C79-4290-8268-C29C836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涉及个人信息或合作限制的内容不改变授权</a:t>
            </a:r>
          </a:p>
        </p:txBody>
      </p:sp>
      <p:sp>
        <p:nvSpPr>
          <p:cNvPr id="19" name="qa-row-rule-335">
            <a:extLst xmlns:a="http://schemas.openxmlformats.org/drawingml/2006/main">
              <a:ext uri="{FF2B5EF4-FFF2-40B4-BE49-F238E27FC236}">
                <a16:creationId xmlns:a16="http://schemas.microsoft.com/office/drawing/2014/main" id="{984E6884-5A46-43B8-B63E-BBEEE456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0" name="qa-row-label-425">
            <a:extLst xmlns:a="http://schemas.openxmlformats.org/drawingml/2006/main">
              <a:ext uri="{FF2B5EF4-FFF2-40B4-BE49-F238E27FC236}">
                <a16:creationId xmlns:a16="http://schemas.microsoft.com/office/drawing/2014/main" id="{85C9002A-6165-43E2-A425-ED916F4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误读</a:t>
            </a:r>
          </a:p>
        </p:txBody>
      </p:sp>
      <p:sp>
        <p:nvSpPr>
          <p:cNvPr id="21" name="qa-left-425">
            <a:extLst xmlns:a="http://schemas.openxmlformats.org/drawingml/2006/main">
              <a:ext uri="{FF2B5EF4-FFF2-40B4-BE49-F238E27FC236}">
                <a16:creationId xmlns:a16="http://schemas.microsoft.com/office/drawing/2014/main" id="{7E1F433F-6D90-4666-9BEE-A7E2D2CA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48125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记录表里出现一个路径</a:t>
            </a:r>
          </a:p>
        </p:txBody>
      </p:sp>
      <p:sp>
        <p:nvSpPr>
          <p:cNvPr id="22" name="qa-right-425">
            <a:extLst xmlns:a="http://schemas.openxmlformats.org/drawingml/2006/main">
              <a:ext uri="{FF2B5EF4-FFF2-40B4-BE49-F238E27FC236}">
                <a16:creationId xmlns:a16="http://schemas.microsoft.com/office/drawing/2014/main" id="{CBD2500B-547F-44C9-B1A7-EB36B8ED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不代表其他成员已经取得访问权</a:t>
            </a:r>
          </a:p>
        </p:txBody>
      </p:sp>
      <p:sp>
        <p:nvSpPr>
          <p:cNvPr id="23" name="qa-row-rule-425">
            <a:extLst xmlns:a="http://schemas.openxmlformats.org/drawingml/2006/main">
              <a:ext uri="{FF2B5EF4-FFF2-40B4-BE49-F238E27FC236}">
                <a16:creationId xmlns:a16="http://schemas.microsoft.com/office/drawing/2014/main" id="{514D3399-D105-4A0A-8E58-884DC693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4" name="qa-bottom-note">
            <a:extLst xmlns:a="http://schemas.openxmlformats.org/drawingml/2006/main">
              <a:ext uri="{FF2B5EF4-FFF2-40B4-BE49-F238E27FC236}">
                <a16:creationId xmlns:a16="http://schemas.microsoft.com/office/drawing/2014/main" id="{EE891427-B404-457C-8598-39C312D6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34050"/>
            <a:ext cx="1114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5" name="qa-bottom-note-text">
            <a:extLst xmlns:a="http://schemas.openxmlformats.org/drawingml/2006/main">
              <a:ext uri="{FF2B5EF4-FFF2-40B4-BE49-F238E27FC236}">
                <a16:creationId xmlns:a16="http://schemas.microsoft.com/office/drawing/2014/main" id="{93DDC27B-3438-4F8E-933E-BA05E04C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共享的是可讨论的解释；权限边界仍由原授权与负责人处理。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先记录新增实验，再逐项补关键历史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推进选择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0" name="qa-section-集中补历史档案">
            <a:extLst xmlns:a="http://schemas.openxmlformats.org/drawingml/2006/main">
              <a:ext uri="{FF2B5EF4-FFF2-40B4-BE49-F238E27FC236}">
                <a16:creationId xmlns:a16="http://schemas.microsoft.com/office/drawing/2014/main" id="{3EEC48BC-96EF-495F-A5CB-A9B9454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集中补历史档案</a:t>
            </a:r>
          </a:p>
        </p:txBody>
      </p:sp>
      <p:sp>
        <p:nvSpPr>
          <p:cNvPr id="11" name="qa-section-从新增实验开始">
            <a:extLst xmlns:a="http://schemas.openxmlformats.org/drawingml/2006/main">
              <a:ext uri="{FF2B5EF4-FFF2-40B4-BE49-F238E27FC236}">
                <a16:creationId xmlns:a16="http://schemas.microsoft.com/office/drawing/2014/main" id="{FDD9CD93-B185-460F-864D-081C9073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从新增实验开始</a:t>
            </a:r>
          </a:p>
        </p:txBody>
      </p:sp>
      <p:sp>
        <p:nvSpPr>
          <p:cNvPr id="12" name="qa-row-label-245">
            <a:extLst xmlns:a="http://schemas.openxmlformats.org/drawingml/2006/main">
              <a:ext uri="{FF2B5EF4-FFF2-40B4-BE49-F238E27FC236}">
                <a16:creationId xmlns:a16="http://schemas.microsoft.com/office/drawing/2014/main" id="{EE5FD5F5-96B7-4647-8515-0690CA63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能得到</a:t>
            </a:r>
          </a:p>
        </p:txBody>
      </p:sp>
      <p:sp>
        <p:nvSpPr>
          <p:cNvPr id="13" name="qa-left-245">
            <a:extLst xmlns:a="http://schemas.openxmlformats.org/drawingml/2006/main">
              <a:ext uri="{FF2B5EF4-FFF2-40B4-BE49-F238E27FC236}">
                <a16:creationId xmlns:a16="http://schemas.microsoft.com/office/drawing/2014/main" id="{ECBF874E-5D70-486D-B547-D91E88EF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33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一次形成较大的目录</a:t>
            </a:r>
          </a:p>
        </p:txBody>
      </p:sp>
      <p:sp>
        <p:nvSpPr>
          <p:cNvPr id="14" name="qa-right-245">
            <a:extLst xmlns:a="http://schemas.openxmlformats.org/drawingml/2006/main">
              <a:ext uri="{FF2B5EF4-FFF2-40B4-BE49-F238E27FC236}">
                <a16:creationId xmlns:a16="http://schemas.microsoft.com/office/drawing/2014/main" id="{BD4AA274-F740-45D7-BA08-D8D7A850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上下文尚清楚时直接记录</a:t>
            </a:r>
          </a:p>
        </p:txBody>
      </p:sp>
      <p:sp>
        <p:nvSpPr>
          <p:cNvPr id="15" name="qa-row-rule-245">
            <a:extLst xmlns:a="http://schemas.openxmlformats.org/drawingml/2006/main">
              <a:ext uri="{FF2B5EF4-FFF2-40B4-BE49-F238E27FC236}">
                <a16:creationId xmlns:a16="http://schemas.microsoft.com/office/drawing/2014/main" id="{FD8248EC-34D8-41B6-95E2-3BFB719C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6" name="qa-row-label-335">
            <a:extLst xmlns:a="http://schemas.openxmlformats.org/drawingml/2006/main">
              <a:ext uri="{FF2B5EF4-FFF2-40B4-BE49-F238E27FC236}">
                <a16:creationId xmlns:a16="http://schemas.microsoft.com/office/drawing/2014/main" id="{573D83E1-52A6-4B84-9A80-C39D1EE5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17" name="qa-left-335">
            <a:extLst xmlns:a="http://schemas.openxmlformats.org/drawingml/2006/main">
              <a:ext uri="{FF2B5EF4-FFF2-40B4-BE49-F238E27FC236}">
                <a16:creationId xmlns:a16="http://schemas.microsoft.com/office/drawing/2014/main" id="{140AC59F-2499-40D3-B004-80E0F824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908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耗时追查遗失上下文，可能把记忆写成确定说明</a:t>
            </a:r>
          </a:p>
        </p:txBody>
      </p:sp>
      <p:sp>
        <p:nvSpPr>
          <p:cNvPr id="18" name="qa-right-335">
            <a:extLst xmlns:a="http://schemas.openxmlformats.org/drawingml/2006/main">
              <a:ext uri="{FF2B5EF4-FFF2-40B4-BE49-F238E27FC236}">
                <a16:creationId xmlns:a16="http://schemas.microsoft.com/office/drawing/2014/main" id="{C17D8F4A-4738-404B-A66B-E4522402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908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短期内无法解决全部历史材料的追溯</a:t>
            </a:r>
          </a:p>
        </p:txBody>
      </p:sp>
      <p:sp>
        <p:nvSpPr>
          <p:cNvPr id="19" name="qa-row-rule-335">
            <a:extLst xmlns:a="http://schemas.openxmlformats.org/drawingml/2006/main">
              <a:ext uri="{FF2B5EF4-FFF2-40B4-BE49-F238E27FC236}">
                <a16:creationId xmlns:a16="http://schemas.microsoft.com/office/drawing/2014/main" id="{F92C22A6-DD88-41BF-934A-1D5F0A6A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0" name="qa-row-label-445">
            <a:extLst xmlns:a="http://schemas.openxmlformats.org/drawingml/2006/main">
              <a:ext uri="{FF2B5EF4-FFF2-40B4-BE49-F238E27FC236}">
                <a16:creationId xmlns:a16="http://schemas.microsoft.com/office/drawing/2014/main" id="{1ECC0B36-EB61-4500-AE0C-9EFA7916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21" name="qa-left-445">
            <a:extLst xmlns:a="http://schemas.openxmlformats.org/drawingml/2006/main">
              <a:ext uri="{FF2B5EF4-FFF2-40B4-BE49-F238E27FC236}">
                <a16:creationId xmlns:a16="http://schemas.microsoft.com/office/drawing/2014/main" id="{53D2C844-B897-44B5-92AA-60022EE7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38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不作为首轮范围</a:t>
            </a:r>
          </a:p>
        </p:txBody>
      </p:sp>
      <p:sp>
        <p:nvSpPr>
          <p:cNvPr id="22" name="qa-right-445">
            <a:extLst xmlns:a="http://schemas.openxmlformats.org/drawingml/2006/main">
              <a:ext uri="{FF2B5EF4-FFF2-40B4-BE49-F238E27FC236}">
                <a16:creationId xmlns:a16="http://schemas.microsoft.com/office/drawing/2014/main" id="{2ABDC3DD-DC3A-4027-9650-955364D1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38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先对新增实验试行；真正需要复核的历史结果逐项补充</a:t>
            </a:r>
          </a:p>
        </p:txBody>
      </p:sp>
      <p:sp>
        <p:nvSpPr>
          <p:cNvPr id="23" name="qa-row-rule-445">
            <a:extLst xmlns:a="http://schemas.openxmlformats.org/drawingml/2006/main">
              <a:ext uri="{FF2B5EF4-FFF2-40B4-BE49-F238E27FC236}">
                <a16:creationId xmlns:a16="http://schemas.microsoft.com/office/drawing/2014/main" id="{C12B80A4-6223-4973-AC42-BE0BBC82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4" name="qa-bottom-note">
            <a:extLst xmlns:a="http://schemas.openxmlformats.org/drawingml/2006/main">
              <a:ext uri="{FF2B5EF4-FFF2-40B4-BE49-F238E27FC236}">
                <a16:creationId xmlns:a16="http://schemas.microsoft.com/office/drawing/2014/main" id="{AA95DC7E-2595-4866-BC75-A2C50DF5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34050"/>
            <a:ext cx="1114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5" name="qa-bottom-note-text">
            <a:extLst xmlns:a="http://schemas.openxmlformats.org/drawingml/2006/main">
              <a:ext uri="{FF2B5EF4-FFF2-40B4-BE49-F238E27FC236}">
                <a16:creationId xmlns:a16="http://schemas.microsoft.com/office/drawing/2014/main" id="{4C1BE381-6954-4883-B94B-ED870AEB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这是范围选择，不能表述为已经证明新方式更高效。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复核先检验可理解性，再交负责人确认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执行与检查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0" name="qa-step-head-action">
            <a:extLst xmlns:a="http://schemas.openxmlformats.org/drawingml/2006/main">
              <a:ext uri="{FF2B5EF4-FFF2-40B4-BE49-F238E27FC236}">
                <a16:creationId xmlns:a16="http://schemas.microsoft.com/office/drawing/2014/main" id="{B2F69ACD-2806-4C6C-8B11-14DF6F0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1" name="qa-step-head-result">
            <a:extLst xmlns:a="http://schemas.openxmlformats.org/drawingml/2006/main">
              <a:ext uri="{FF2B5EF4-FFF2-40B4-BE49-F238E27FC236}">
                <a16:creationId xmlns:a16="http://schemas.microsoft.com/office/drawing/2014/main" id="{3D770418-2708-47EF-96AC-51EAE04F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产出 / 判据</a:t>
            </a:r>
          </a:p>
        </p:txBody>
      </p:sp>
      <p:sp>
        <p:nvSpPr>
          <p:cNvPr id="12" name="qa-step-number-1">
            <a:extLst xmlns:a="http://schemas.openxmlformats.org/drawingml/2006/main">
              <a:ext uri="{FF2B5EF4-FFF2-40B4-BE49-F238E27FC236}">
                <a16:creationId xmlns:a16="http://schemas.microsoft.com/office/drawing/2014/main" id="{B0F84D86-A4D6-4413-B3D6-06DC2F88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qa-step-mark-1">
            <a:extLst xmlns:a="http://schemas.openxmlformats.org/drawingml/2006/main">
              <a:ext uri="{FF2B5EF4-FFF2-40B4-BE49-F238E27FC236}">
                <a16:creationId xmlns:a16="http://schemas.microsoft.com/office/drawing/2014/main" id="{C4B0BF88-B4D8-4A67-A151-5567736F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14" name="qa-step-action-1">
            <a:extLst xmlns:a="http://schemas.openxmlformats.org/drawingml/2006/main">
              <a:ext uri="{FF2B5EF4-FFF2-40B4-BE49-F238E27FC236}">
                <a16:creationId xmlns:a16="http://schemas.microsoft.com/office/drawing/2014/main" id="{C6E7F23B-4145-4416-81B7-268401FD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执行者提交结果记录</a:t>
            </a:r>
          </a:p>
        </p:txBody>
      </p:sp>
      <p:sp>
        <p:nvSpPr>
          <p:cNvPr id="15" name="qa-step-result-1">
            <a:extLst xmlns:a="http://schemas.openxmlformats.org/drawingml/2006/main">
              <a:ext uri="{FF2B5EF4-FFF2-40B4-BE49-F238E27FC236}">
                <a16:creationId xmlns:a16="http://schemas.microsoft.com/office/drawing/2014/main" id="{BD7E6D33-D4A4-460E-BAC9-E32228F3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结果、字段与受控引用齐备</a:t>
            </a:r>
          </a:p>
        </p:txBody>
      </p:sp>
      <p:sp>
        <p:nvSpPr>
          <p:cNvPr id="16" name="qa-step-rule-1">
            <a:extLst xmlns:a="http://schemas.openxmlformats.org/drawingml/2006/main">
              <a:ext uri="{FF2B5EF4-FFF2-40B4-BE49-F238E27FC236}">
                <a16:creationId xmlns:a16="http://schemas.microsoft.com/office/drawing/2014/main" id="{404830D1-36D0-45F9-ACA0-E6B5524D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7" name="qa-step-number-2">
            <a:extLst xmlns:a="http://schemas.openxmlformats.org/drawingml/2006/main">
              <a:ext uri="{FF2B5EF4-FFF2-40B4-BE49-F238E27FC236}">
                <a16:creationId xmlns:a16="http://schemas.microsoft.com/office/drawing/2014/main" id="{D74BC99D-3944-47CF-A5BA-7EDC5147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qa-step-mark-2">
            <a:extLst xmlns:a="http://schemas.openxmlformats.org/drawingml/2006/main">
              <a:ext uri="{FF2B5EF4-FFF2-40B4-BE49-F238E27FC236}">
                <a16:creationId xmlns:a16="http://schemas.microsoft.com/office/drawing/2014/main" id="{84F59C5F-F161-43C1-9EDE-8200B22A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19" name="qa-step-action-2">
            <a:extLst xmlns:a="http://schemas.openxmlformats.org/drawingml/2006/main">
              <a:ext uri="{FF2B5EF4-FFF2-40B4-BE49-F238E27FC236}">
                <a16:creationId xmlns:a16="http://schemas.microsoft.com/office/drawing/2014/main" id="{ADC7F26D-DE7D-4A16-888C-4752EE16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另一位成员尝试定位</a:t>
            </a:r>
          </a:p>
        </p:txBody>
      </p:sp>
      <p:sp>
        <p:nvSpPr>
          <p:cNvPr id="20" name="qa-step-result-2">
            <a:extLst xmlns:a="http://schemas.openxmlformats.org/drawingml/2006/main">
              <a:ext uri="{FF2B5EF4-FFF2-40B4-BE49-F238E27FC236}">
                <a16:creationId xmlns:a16="http://schemas.microsoft.com/office/drawing/2014/main" id="{6D5C9803-2129-4295-8500-4C2E2911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提出缺项：数据、脚本或条件</a:t>
            </a:r>
          </a:p>
        </p:txBody>
      </p:sp>
      <p:sp>
        <p:nvSpPr>
          <p:cNvPr id="21" name="qa-step-rule-2">
            <a:extLst xmlns:a="http://schemas.openxmlformats.org/drawingml/2006/main">
              <a:ext uri="{FF2B5EF4-FFF2-40B4-BE49-F238E27FC236}">
                <a16:creationId xmlns:a16="http://schemas.microsoft.com/office/drawing/2014/main" id="{5A9FF9B7-0A45-4ADA-93E6-04A2D8C8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2" name="qa-step-number-3">
            <a:extLst xmlns:a="http://schemas.openxmlformats.org/drawingml/2006/main">
              <a:ext uri="{FF2B5EF4-FFF2-40B4-BE49-F238E27FC236}">
                <a16:creationId xmlns:a16="http://schemas.microsoft.com/office/drawing/2014/main" id="{CECEAA47-F869-4D76-99EE-B3E66184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qa-step-mark-3">
            <a:extLst xmlns:a="http://schemas.openxmlformats.org/drawingml/2006/main">
              <a:ext uri="{FF2B5EF4-FFF2-40B4-BE49-F238E27FC236}">
                <a16:creationId xmlns:a16="http://schemas.microsoft.com/office/drawing/2014/main" id="{969B02E5-C1BD-484D-AE0E-3479DF74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624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24" name="qa-step-action-3">
            <a:extLst xmlns:a="http://schemas.openxmlformats.org/drawingml/2006/main">
              <a:ext uri="{FF2B5EF4-FFF2-40B4-BE49-F238E27FC236}">
                <a16:creationId xmlns:a16="http://schemas.microsoft.com/office/drawing/2014/main" id="{2F1F1FEF-73AB-427C-882A-6DFF0001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执行者补充后交负责人</a:t>
            </a:r>
          </a:p>
        </p:txBody>
      </p:sp>
      <p:sp>
        <p:nvSpPr>
          <p:cNvPr id="25" name="qa-step-result-3">
            <a:extLst xmlns:a="http://schemas.openxmlformats.org/drawingml/2006/main">
              <a:ext uri="{FF2B5EF4-FFF2-40B4-BE49-F238E27FC236}">
                <a16:creationId xmlns:a16="http://schemas.microsoft.com/office/drawing/2014/main" id="{BB03F9BE-BEDB-4414-8CD9-333771CA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负责人确认后进入可讨论版本</a:t>
            </a:r>
          </a:p>
        </p:txBody>
      </p:sp>
      <p:sp>
        <p:nvSpPr>
          <p:cNvPr id="26" name="qa-step-rule-3">
            <a:extLst xmlns:a="http://schemas.openxmlformats.org/drawingml/2006/main">
              <a:ext uri="{FF2B5EF4-FFF2-40B4-BE49-F238E27FC236}">
                <a16:creationId xmlns:a16="http://schemas.microsoft.com/office/drawing/2014/main" id="{FCCBCB9A-71D8-4920-939E-CBAE560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7" name="qa-step-number-4">
            <a:extLst xmlns:a="http://schemas.openxmlformats.org/drawingml/2006/main">
              <a:ext uri="{FF2B5EF4-FFF2-40B4-BE49-F238E27FC236}">
                <a16:creationId xmlns:a16="http://schemas.microsoft.com/office/drawing/2014/main" id="{C26D76EF-345A-4B78-8560-E861AC6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qa-step-mark-4">
            <a:extLst xmlns:a="http://schemas.openxmlformats.org/drawingml/2006/main">
              <a:ext uri="{FF2B5EF4-FFF2-40B4-BE49-F238E27FC236}">
                <a16:creationId xmlns:a16="http://schemas.microsoft.com/office/drawing/2014/main" id="{9D19B7B4-02AC-4856-8045-D51CD2C9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196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29" name="qa-step-action-4">
            <a:extLst xmlns:a="http://schemas.openxmlformats.org/drawingml/2006/main">
              <a:ext uri="{FF2B5EF4-FFF2-40B4-BE49-F238E27FC236}">
                <a16:creationId xmlns:a16="http://schemas.microsoft.com/office/drawing/2014/main" id="{B3226E31-F79A-479C-B732-AB407852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若涉及新授权，暂停共享</a:t>
            </a:r>
          </a:p>
        </p:txBody>
      </p:sp>
      <p:sp>
        <p:nvSpPr>
          <p:cNvPr id="30" name="qa-step-result-4">
            <a:extLst xmlns:a="http://schemas.openxmlformats.org/drawingml/2006/main">
              <a:ext uri="{FF2B5EF4-FFF2-40B4-BE49-F238E27FC236}">
                <a16:creationId xmlns:a16="http://schemas.microsoft.com/office/drawing/2014/main" id="{6E059D2A-3ED7-4196-A9BD-8622824E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负责人处理授权后再继续</a:t>
            </a:r>
          </a:p>
        </p:txBody>
      </p:sp>
      <p:sp>
        <p:nvSpPr>
          <p:cNvPr id="31" name="qa-bottom-note">
            <a:extLst xmlns:a="http://schemas.openxmlformats.org/drawingml/2006/main">
              <a:ext uri="{FF2B5EF4-FFF2-40B4-BE49-F238E27FC236}">
                <a16:creationId xmlns:a16="http://schemas.microsoft.com/office/drawing/2014/main" id="{C67CD4A3-EA09-48E0-9255-5FE72FE4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34050"/>
            <a:ext cx="1114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32" name="qa-bottom-note-text">
            <a:extLst xmlns:a="http://schemas.openxmlformats.org/drawingml/2006/main">
              <a:ext uri="{FF2B5EF4-FFF2-40B4-BE49-F238E27FC236}">
                <a16:creationId xmlns:a16="http://schemas.microsoft.com/office/drawing/2014/main" id="{20D4A3CB-D89A-47B0-B6DE-1191F8E7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复核不要求复做整项实验，也不代替科学结论审查；先检查别人能否理解结果如何产生。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四周试点只验证是否值得继续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试点决策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0" name="qa-section-拟定范围：一个课题方向 · 两名自愿成员">
            <a:extLst xmlns:a="http://schemas.openxmlformats.org/drawingml/2006/main">
              <a:ext uri="{FF2B5EF4-FFF2-40B4-BE49-F238E27FC236}">
                <a16:creationId xmlns:a16="http://schemas.microsoft.com/office/drawing/2014/main" id="{6B012557-DEEC-4C1E-A0E1-6333C17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拟定范围：一个课题方向 · 两名自愿成员</a:t>
            </a:r>
          </a:p>
        </p:txBody>
      </p:sp>
      <p:sp>
        <p:nvSpPr>
          <p:cNvPr id="11" name="qa-week-0">
            <a:extLst xmlns:a="http://schemas.openxmlformats.org/drawingml/2006/main">
              <a:ext uri="{FF2B5EF4-FFF2-40B4-BE49-F238E27FC236}">
                <a16:creationId xmlns:a16="http://schemas.microsoft.com/office/drawing/2014/main" id="{8BFD55C7-AD0E-412D-8E7F-304A3B8E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2" name="qa-week-label-0">
            <a:extLst xmlns:a="http://schemas.openxmlformats.org/drawingml/2006/main">
              <a:ext uri="{FF2B5EF4-FFF2-40B4-BE49-F238E27FC236}">
                <a16:creationId xmlns:a16="http://schemas.microsoft.com/office/drawing/2014/main" id="{5F0BD3BA-2C47-45F8-A91A-D828C9FC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3" name="qa-week-body-0">
            <a:extLst xmlns:a="http://schemas.openxmlformats.org/drawingml/2006/main">
              <a:ext uri="{FF2B5EF4-FFF2-40B4-BE49-F238E27FC236}">
                <a16:creationId xmlns:a16="http://schemas.microsoft.com/office/drawing/2014/main" id="{C666E4CF-90CD-45F0-BB7B-9E949088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明确最少字段</a:t>
            </a:r>
          </a:p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用一个结果试填</a:t>
            </a:r>
          </a:p>
        </p:txBody>
      </p:sp>
      <p:sp>
        <p:nvSpPr>
          <p:cNvPr id="14" name="qa-week-link-0">
            <a:extLst xmlns:a="http://schemas.openxmlformats.org/drawingml/2006/main">
              <a:ext uri="{FF2B5EF4-FFF2-40B4-BE49-F238E27FC236}">
                <a16:creationId xmlns:a16="http://schemas.microsoft.com/office/drawing/2014/main" id="{D81C63CF-C3DB-494B-87E9-98224D8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EA8"/>
            </a:solidFill>
            <a:prstDash val="solid"/>
          </a:ln>
        </p:spPr>
      </p:sp>
      <p:sp>
        <p:nvSpPr>
          <p:cNvPr id="15" name="qa-week-1">
            <a:extLst xmlns:a="http://schemas.openxmlformats.org/drawingml/2006/main">
              <a:ext uri="{FF2B5EF4-FFF2-40B4-BE49-F238E27FC236}">
                <a16:creationId xmlns:a16="http://schemas.microsoft.com/office/drawing/2014/main" id="{BC467AF0-60F0-4A6A-B6EC-E5687B4D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6695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6" name="qa-week-label-1">
            <a:extLst xmlns:a="http://schemas.openxmlformats.org/drawingml/2006/main">
              <a:ext uri="{FF2B5EF4-FFF2-40B4-BE49-F238E27FC236}">
                <a16:creationId xmlns:a16="http://schemas.microsoft.com/office/drawing/2014/main" id="{8EF005F5-AB94-490E-A363-C6C83245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19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7" name="qa-week-body-1">
            <a:extLst xmlns:a="http://schemas.openxmlformats.org/drawingml/2006/main">
              <a:ext uri="{FF2B5EF4-FFF2-40B4-BE49-F238E27FC236}">
                <a16:creationId xmlns:a16="http://schemas.microsoft.com/office/drawing/2014/main" id="{067E19CB-7175-4B50-A2EC-5083E6E7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81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实际记录</a:t>
            </a:r>
          </a:p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收集缺项</a:t>
            </a:r>
          </a:p>
        </p:txBody>
      </p:sp>
      <p:sp>
        <p:nvSpPr>
          <p:cNvPr id="18" name="qa-week-link-1">
            <a:extLst xmlns:a="http://schemas.openxmlformats.org/drawingml/2006/main">
              <a:ext uri="{FF2B5EF4-FFF2-40B4-BE49-F238E27FC236}">
                <a16:creationId xmlns:a16="http://schemas.microsoft.com/office/drawing/2014/main" id="{63448E2E-A7DD-4DED-8CDB-AADA8327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098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EA8"/>
            </a:solidFill>
            <a:prstDash val="solid"/>
          </a:ln>
        </p:spPr>
      </p:sp>
      <p:sp>
        <p:nvSpPr>
          <p:cNvPr id="19" name="qa-week-2">
            <a:extLst xmlns:a="http://schemas.openxmlformats.org/drawingml/2006/main">
              <a:ext uri="{FF2B5EF4-FFF2-40B4-BE49-F238E27FC236}">
                <a16:creationId xmlns:a16="http://schemas.microsoft.com/office/drawing/2014/main" id="{9A406687-09A2-4CA3-AE4D-9107A5A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0" name="qa-week-label-2">
            <a:extLst xmlns:a="http://schemas.openxmlformats.org/drawingml/2006/main">
              <a:ext uri="{FF2B5EF4-FFF2-40B4-BE49-F238E27FC236}">
                <a16:creationId xmlns:a16="http://schemas.microsoft.com/office/drawing/2014/main" id="{B549D8D5-D49A-4D09-BA97-8C512FB6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21" name="qa-week-body-2">
            <a:extLst xmlns:a="http://schemas.openxmlformats.org/drawingml/2006/main">
              <a:ext uri="{FF2B5EF4-FFF2-40B4-BE49-F238E27FC236}">
                <a16:creationId xmlns:a16="http://schemas.microsoft.com/office/drawing/2014/main" id="{A542392B-E24E-4EC0-B282-760D62A7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继续记录</a:t>
            </a:r>
          </a:p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观察填写负担</a:t>
            </a:r>
          </a:p>
        </p:txBody>
      </p:sp>
      <p:sp>
        <p:nvSpPr>
          <p:cNvPr id="22" name="qa-week-link-2">
            <a:extLst xmlns:a="http://schemas.openxmlformats.org/drawingml/2006/main">
              <a:ext uri="{FF2B5EF4-FFF2-40B4-BE49-F238E27FC236}">
                <a16:creationId xmlns:a16="http://schemas.microsoft.com/office/drawing/2014/main" id="{82C52835-FE07-46E9-AD18-3AF2D06F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98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EA8"/>
            </a:solidFill>
            <a:prstDash val="solid"/>
          </a:ln>
        </p:spPr>
      </p:sp>
      <p:sp>
        <p:nvSpPr>
          <p:cNvPr id="23" name="qa-week-3">
            <a:extLst xmlns:a="http://schemas.openxmlformats.org/drawingml/2006/main">
              <a:ext uri="{FF2B5EF4-FFF2-40B4-BE49-F238E27FC236}">
                <a16:creationId xmlns:a16="http://schemas.microsoft.com/office/drawing/2014/main" id="{5CD5D418-F7F8-459C-9201-7B46C50B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2381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4" name="qa-week-label-3">
            <a:extLst xmlns:a="http://schemas.openxmlformats.org/drawingml/2006/main">
              <a:ext uri="{FF2B5EF4-FFF2-40B4-BE49-F238E27FC236}">
                <a16:creationId xmlns:a16="http://schemas.microsoft.com/office/drawing/2014/main" id="{AB8F977B-1F1A-42D6-B2C8-1F857E16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19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5" name="qa-week-body-3">
            <a:extLst xmlns:a="http://schemas.openxmlformats.org/drawingml/2006/main">
              <a:ext uri="{FF2B5EF4-FFF2-40B4-BE49-F238E27FC236}">
                <a16:creationId xmlns:a16="http://schemas.microsoft.com/office/drawing/2014/main" id="{5F65A532-B7D8-4204-9848-5C7B5AA1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81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讨论保留、修改</a:t>
            </a:r>
          </a:p>
          <a:p xmlns:a="http://schemas.openxmlformats.org/drawingml/2006/main">
            <a:pPr algn="l"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或停止</a:t>
            </a:r>
          </a:p>
        </p:txBody>
      </p:sp>
      <p:sp>
        <p:nvSpPr>
          <p:cNvPr id="26" name="qa-eval-divider">
            <a:extLst xmlns:a="http://schemas.openxmlformats.org/drawingml/2006/main">
              <a:ext uri="{FF2B5EF4-FFF2-40B4-BE49-F238E27FC236}">
                <a16:creationId xmlns:a16="http://schemas.microsoft.com/office/drawing/2014/main" id="{4AA87EFA-0693-47E6-AFFC-505E39DA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7" name="qa-section-评估回答">
            <a:extLst xmlns:a="http://schemas.openxmlformats.org/drawingml/2006/main">
              <a:ext uri="{FF2B5EF4-FFF2-40B4-BE49-F238E27FC236}">
                <a16:creationId xmlns:a16="http://schemas.microsoft.com/office/drawing/2014/main" id="{4913830C-4115-4474-A16C-C26FA632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评估回答</a:t>
            </a:r>
          </a:p>
        </p:txBody>
      </p:sp>
      <p:sp>
        <p:nvSpPr>
          <p:cNvPr id="28" name="qa-eval">
            <a:extLst xmlns:a="http://schemas.openxmlformats.org/drawingml/2006/main">
              <a:ext uri="{FF2B5EF4-FFF2-40B4-BE49-F238E27FC236}">
                <a16:creationId xmlns:a16="http://schemas.microsoft.com/office/drawing/2014/main" id="{CC5816C5-44A7-4566-92EF-BFB9955C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5143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01  能否沿记录定位结果来源？</a:t>
            </a:r>
          </a:p>
          <a:p xmlns:a="http://schemas.openxmlformats.org/drawingml/2006/main">
            <a:pPr algn="l">
              <a:def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02  关键处理与排除是否有可理解依据？</a:t>
            </a:r>
          </a:p>
          <a:p xmlns:a="http://schemas.openxmlformats.org/drawingml/2006/main">
            <a:pPr algn="l">
              <a:def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03  记录负担是否在成员愿意持续承担的范围内？</a:t>
            </a:r>
          </a:p>
        </p:txBody>
      </p:sp>
      <p:sp>
        <p:nvSpPr>
          <p:cNvPr id="29" name="qa-section-停止或修改信号">
            <a:extLst xmlns:a="http://schemas.openxmlformats.org/drawingml/2006/main">
              <a:ext uri="{FF2B5EF4-FFF2-40B4-BE49-F238E27FC236}">
                <a16:creationId xmlns:a16="http://schemas.microsoft.com/office/drawing/2014/main" id="{9B8688C8-5045-4D00-8FE9-D0C747C5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停止或修改信号</a:t>
            </a:r>
          </a:p>
        </p:txBody>
      </p:sp>
      <p:sp>
        <p:nvSpPr>
          <p:cNvPr id="30" name="qa-stop">
            <a:extLst xmlns:a="http://schemas.openxmlformats.org/drawingml/2006/main">
              <a:ext uri="{FF2B5EF4-FFF2-40B4-BE49-F238E27FC236}">
                <a16:creationId xmlns:a16="http://schemas.microsoft.com/office/drawing/2014/main" id="{F0E6EE2D-F6B8-4309-B884-8660CB81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填写持续挤占必要实验时间</a:t>
            </a:r>
          </a:p>
          <a:p xmlns:a="http://schemas.openxmlformats.org/drawingml/2006/main">
            <a:pPr algn="l">
              <a:def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权限边界无法说明</a:t>
            </a:r>
          </a:p>
          <a:p xmlns:a="http://schemas.openxmlformats.org/drawingml/2006/main">
            <a:pPr algn="l">
              <a:def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记录只增加重复抄写而没有帮助解释结果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先让一次结果可以被理解</a:t>
            </a:r>
          </a:p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再决定哪些记录值得长期保存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2026-09-05T13:09:10.3960000Z</dcterms:created>
  <dcterms:modified xsi:type="dcterms:W3CDTF">2026-09-05T13:09:10.3960000Z</dcterms:modified>
</coreProperties>
</file>