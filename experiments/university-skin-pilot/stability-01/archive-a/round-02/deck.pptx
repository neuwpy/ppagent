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9db27e95374bcb" /><Relationship Type="http://schemas.openxmlformats.org/officeDocument/2006/relationships/extended-properties" Target="/docProps/app.xml" Id="R7b785f718a2e443a" /><Relationship Type="http://schemas.openxmlformats.org/officeDocument/2006/relationships/officeDocument" Target="/ppt/presentation.xml" Id="R44d01604d4b74c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429832199c4086"/>
  </p:sldMasterIdLst>
  <p:notesMasterIdLst>
    <p:notesMasterId xmlns:r="http://schemas.openxmlformats.org/officeDocument/2006/relationships" r:id="Ra479ae12c47c4bed"/>
  </p:notesMasterIdLst>
  <p:sldIdLst>
    <p:sldId xmlns:r="http://schemas.openxmlformats.org/officeDocument/2006/relationships" id="256" r:id="Re60ac79a242b4912"/>
    <p:sldId xmlns:r="http://schemas.openxmlformats.org/officeDocument/2006/relationships" id="257" r:id="Reeaadb172089495c"/>
    <p:sldId xmlns:r="http://schemas.openxmlformats.org/officeDocument/2006/relationships" id="258" r:id="Rae141088192c43bd"/>
    <p:sldId xmlns:r="http://schemas.openxmlformats.org/officeDocument/2006/relationships" id="259" r:id="R5cac112089444da6"/>
    <p:sldId xmlns:r="http://schemas.openxmlformats.org/officeDocument/2006/relationships" id="260" r:id="R0db8ceadb45b4a69"/>
    <p:sldId xmlns:r="http://schemas.openxmlformats.org/officeDocument/2006/relationships" id="261" r:id="R173414b876324210"/>
    <p:sldId xmlns:r="http://schemas.openxmlformats.org/officeDocument/2006/relationships" id="262" r:id="Rcf52bea9bad4428c"/>
    <p:sldId xmlns:r="http://schemas.openxmlformats.org/officeDocument/2006/relationships" id="263" r:id="Rb9e5fd8944c748f0"/>
    <p:sldId xmlns:r="http://schemas.openxmlformats.org/officeDocument/2006/relationships" id="264" r:id="R2041b860cf1a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bc014ae85c4a7b" /><Relationship Type="http://schemas.openxmlformats.org/officeDocument/2006/relationships/slideMaster" Target="/ppt/slideMasters/slideMaster1.xml" Id="Rc4429832199c4086" /><Relationship Type="http://schemas.openxmlformats.org/officeDocument/2006/relationships/notesMaster" Target="/ppt/notesMasters/notesMaster1.xml" Id="Ra479ae12c47c4bed" /><Relationship Type="http://schemas.openxmlformats.org/officeDocument/2006/relationships/presProps" Target="/ppt/presProps.xml" Id="R2446b1d3e5fa45e4" /><Relationship Type="http://schemas.openxmlformats.org/officeDocument/2006/relationships/tableStyles" Target="/ppt/tableStyles.xml" Id="R9d28b5852d7e4674" /><Relationship Type="http://schemas.openxmlformats.org/officeDocument/2006/relationships/slide" Target="/ppt/slides/slide1.xml" Id="Re60ac79a242b4912" /><Relationship Type="http://schemas.openxmlformats.org/officeDocument/2006/relationships/slide" Target="/ppt/slides/slide2.xml" Id="Reeaadb172089495c" /><Relationship Type="http://schemas.openxmlformats.org/officeDocument/2006/relationships/slide" Target="/ppt/slides/slide3.xml" Id="Rae141088192c43bd" /><Relationship Type="http://schemas.openxmlformats.org/officeDocument/2006/relationships/slide" Target="/ppt/slides/slide4.xml" Id="R5cac112089444da6" /><Relationship Type="http://schemas.openxmlformats.org/officeDocument/2006/relationships/slide" Target="/ppt/slides/slide5.xml" Id="R0db8ceadb45b4a69" /><Relationship Type="http://schemas.openxmlformats.org/officeDocument/2006/relationships/slide" Target="/ppt/slides/slide6.xml" Id="R173414b876324210" /><Relationship Type="http://schemas.openxmlformats.org/officeDocument/2006/relationships/slide" Target="/ppt/slides/slide7.xml" Id="Rcf52bea9bad4428c" /><Relationship Type="http://schemas.openxmlformats.org/officeDocument/2006/relationships/slide" Target="/ppt/slides/slide8.xml" Id="Rb9e5fd8944c748f0" /><Relationship Type="http://schemas.openxmlformats.org/officeDocument/2006/relationships/slide" Target="/ppt/slides/slide9.xml" Id="R2041b860cf1a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03ea5842d741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062059a1714c42" /><Relationship Type="http://schemas.openxmlformats.org/officeDocument/2006/relationships/notesMaster" Target="/ppt/notesMasters/notesMaster1.xml" Id="Re78627585e0344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9a840b6aa545be" /><Relationship Type="http://schemas.openxmlformats.org/officeDocument/2006/relationships/notesMaster" Target="/ppt/notesMasters/notesMaster1.xml" Id="Rd0ccf7be2d13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3d235b83f4966" /><Relationship Type="http://schemas.openxmlformats.org/officeDocument/2006/relationships/notesMaster" Target="/ppt/notesMasters/notesMaster1.xml" Id="Rd12691ecf733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a66f0cab4c4bcb" /><Relationship Type="http://schemas.openxmlformats.org/officeDocument/2006/relationships/notesMaster" Target="/ppt/notesMasters/notesMaster1.xml" Id="R003d094f285541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f2c39869544a1b" /><Relationship Type="http://schemas.openxmlformats.org/officeDocument/2006/relationships/notesMaster" Target="/ppt/notesMasters/notesMaster1.xml" Id="Rc5ce2a404b30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c7031ceca64de7" /><Relationship Type="http://schemas.openxmlformats.org/officeDocument/2006/relationships/notesMaster" Target="/ppt/notesMasters/notesMaster1.xml" Id="R73dbf785859f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817e313974b4c" /><Relationship Type="http://schemas.openxmlformats.org/officeDocument/2006/relationships/notesMaster" Target="/ppt/notesMasters/notesMaster1.xml" Id="R3495018113ff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d8d6592bf341a2" /><Relationship Type="http://schemas.openxmlformats.org/officeDocument/2006/relationships/notesMaster" Target="/ppt/notesMasters/notesMaster1.xml" Id="Ref919cb2489141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05bce1ff4c4f1e" /><Relationship Type="http://schemas.openxmlformats.org/officeDocument/2006/relationships/notesMaster" Target="/ppt/notesMasters/notesMaster1.xml" Id="Raec35ae2795c42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本页内容均据本轮分配原稿 archive.txt；无外部资产与外部事实。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fe0e8b047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f4449ce5b4ad6" /><Relationship Type="http://schemas.openxmlformats.org/officeDocument/2006/relationships/slideLayout" Target="/ppt/slideLayouts/slideLayout1.xml" Id="R200112eb25b2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112eb25b2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117228f2f476f" /><Relationship Type="http://schemas.openxmlformats.org/officeDocument/2006/relationships/notesSlide" Target="/ppt/notesSlides/notesSlide1.xml" Id="Rcf5823f0fa8f45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5378385e94106" /><Relationship Type="http://schemas.openxmlformats.org/officeDocument/2006/relationships/notesSlide" Target="/ppt/notesSlides/notesSlide2.xml" Id="R225fe9c2a3fe42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220a872274935" /><Relationship Type="http://schemas.openxmlformats.org/officeDocument/2006/relationships/notesSlide" Target="/ppt/notesSlides/notesSlide3.xml" Id="Rcf384851771c49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ac9f3e9874482" /><Relationship Type="http://schemas.openxmlformats.org/officeDocument/2006/relationships/notesSlide" Target="/ppt/notesSlides/notesSlide4.xml" Id="R37234405488f4a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32f57998944ca" /><Relationship Type="http://schemas.openxmlformats.org/officeDocument/2006/relationships/notesSlide" Target="/ppt/notesSlides/notesSlide5.xml" Id="R665f22c80ac6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b3de0239843d1" /><Relationship Type="http://schemas.openxmlformats.org/officeDocument/2006/relationships/notesSlide" Target="/ppt/notesSlides/notesSlide6.xml" Id="R7bba63c0b70e46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16b4005974929" /><Relationship Type="http://schemas.openxmlformats.org/officeDocument/2006/relationships/notesSlide" Target="/ppt/notesSlides/notesSlide7.xml" Id="R376710a1a8474a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9286c22004a71" /><Relationship Type="http://schemas.openxmlformats.org/officeDocument/2006/relationships/notesSlide" Target="/ppt/notesSlides/notesSlide8.xml" Id="R9660c288e28546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88051e3644688" /><Relationship Type="http://schemas.openxmlformats.org/officeDocument/2006/relationships/notesSlide" Target="/ppt/notesSlides/notesSlide9.xml" Id="R7771015ba545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left">
            <a:extLst xmlns:a="http://schemas.openxmlformats.org/drawingml/2006/main">
              <a:ext uri="{FF2B5EF4-FFF2-40B4-BE49-F238E27FC236}">
                <a16:creationId xmlns:a16="http://schemas.microsoft.com/office/drawing/2014/main" id="{0F9ACD08-8A33-4462-81B6-56634AB7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8DB985C-0C11-421C-9F44-72EB3D1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课题组讨论稿 · 归档试点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C29C0F-FA80-436A-91A6-8526212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先让结果说清楚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2B13A388-CC62-4393-A5FC-C645D047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7048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" name="cover-sub">
            <a:extLst xmlns:a="http://schemas.openxmlformats.org/drawingml/2006/main">
              <a:ext uri="{FF2B5EF4-FFF2-40B4-BE49-F238E27FC236}">
                <a16:creationId xmlns:a16="http://schemas.microsoft.com/office/drawing/2014/main" id="{42ACF8AD-EEF2-4744-A1A8-00F032B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再决定哪些记录值得长期保存</a:t>
            </a:r>
          </a:p>
        </p:txBody>
      </p:sp>
      <p:sp>
        <p:nvSpPr>
          <p:cNvPr id="6" name="cover-right-kicker">
            <a:extLst xmlns:a="http://schemas.openxmlformats.org/drawingml/2006/main">
              <a:ext uri="{FF2B5EF4-FFF2-40B4-BE49-F238E27FC236}">
                <a16:creationId xmlns:a16="http://schemas.microsoft.com/office/drawing/2014/main" id="{58D7F991-874C-4048-A311-93029234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066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有限尝试 · 四周 · 一个课题方向</a:t>
            </a:r>
          </a:p>
        </p:txBody>
      </p:sp>
      <p:sp>
        <p:nvSpPr>
          <p:cNvPr id="7" name="cover-right-title">
            <a:extLst xmlns:a="http://schemas.openxmlformats.org/drawingml/2006/main">
              <a:ext uri="{FF2B5EF4-FFF2-40B4-BE49-F238E27FC236}">
                <a16:creationId xmlns:a16="http://schemas.microsoft.com/office/drawing/2014/main" id="{6B14B7C1-F3D6-4805-84F5-37471CD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讨论一次有限的归档试点</a:t>
            </a:r>
          </a:p>
        </p:txBody>
      </p:sp>
      <p:sp>
        <p:nvSpPr>
          <p:cNvPr id="8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46120040-0E62-41E9-A185-FC119721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5905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urpose-title">
            <a:extLst xmlns:a="http://schemas.openxmlformats.org/drawingml/2006/main">
              <a:ext uri="{FF2B5EF4-FFF2-40B4-BE49-F238E27FC236}">
                <a16:creationId xmlns:a16="http://schemas.microsoft.com/office/drawing/2014/main" id="{E621E223-576B-459C-8FB0-E475F3F7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9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本次希望确认</a:t>
            </a:r>
          </a:p>
        </p:txBody>
      </p:sp>
      <p:sp>
        <p:nvSpPr>
          <p:cNvPr id="10" name="cover-purpose-body">
            <a:extLst xmlns:a="http://schemas.openxmlformats.org/drawingml/2006/main">
              <a:ext uri="{FF2B5EF4-FFF2-40B4-BE49-F238E27FC236}">
                <a16:creationId xmlns:a16="http://schemas.microsoft.com/office/drawing/2014/main" id="{847C196A-70ED-4927-91C2-446E7C8D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90950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先让一个新增实验的结果可被他人理解，再决定是否保留、修改或停止。</a:t>
            </a:r>
          </a:p>
        </p:txBody>
      </p:sp>
      <p:sp>
        <p:nvSpPr>
          <p:cNvPr id="11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B861C741-14B9-489E-B436-03F9C7E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虚构大学场景｜拟议试点，不是已有项目或真实成效</a:t>
            </a:r>
          </a:p>
        </p:txBody>
      </p:sp>
      <p:sp>
        <p:nvSpPr>
          <p:cNvPr id="12" name="cover-page">
            <a:extLst xmlns:a="http://schemas.openxmlformats.org/drawingml/2006/main">
              <a:ext uri="{FF2B5EF4-FFF2-40B4-BE49-F238E27FC236}">
                <a16:creationId xmlns:a16="http://schemas.microsoft.com/office/drawing/2014/main" id="{05452C35-F5C1-46BC-98F9-8E8853B7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91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68851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22B34DB0-2369-489F-8922-619B4A5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 现状与问题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CB21D5-C72D-4589-98F4-670E926F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7AA7540E-6009-4486-B1E3-741E02E4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5C82AFE-E69F-48EE-981E-C07F4D4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5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55AC4D59-3E58-4DEE-A0DE-EA9C2E74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BD915CA0-3F29-49A7-BBA8-EB2C40F5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problem-main">
            <a:extLst xmlns:a="http://schemas.openxmlformats.org/drawingml/2006/main">
              <a:ext uri="{FF2B5EF4-FFF2-40B4-BE49-F238E27FC236}">
                <a16:creationId xmlns:a16="http://schemas.microsoft.com/office/drawing/2014/main" id="{BABD16E2-1204-4295-973C-94266BB1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66865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main-head">
            <a:extLst xmlns:a="http://schemas.openxmlformats.org/drawingml/2006/main">
              <a:ext uri="{FF2B5EF4-FFF2-40B4-BE49-F238E27FC236}">
                <a16:creationId xmlns:a16="http://schemas.microsoft.com/office/drawing/2014/main" id="{D9C9518E-7C7D-4878-9D21-9165B8E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一张图被找到后，还缺什么？</a:t>
            </a:r>
          </a:p>
        </p:txBody>
      </p:sp>
      <p:sp>
        <p:nvSpPr>
          <p:cNvPr id="9" name="problem-result-box">
            <a:extLst xmlns:a="http://schemas.openxmlformats.org/drawingml/2006/main">
              <a:ext uri="{FF2B5EF4-FFF2-40B4-BE49-F238E27FC236}">
                <a16:creationId xmlns:a16="http://schemas.microsoft.com/office/drawing/2014/main" id="{5B3BBB6D-5161-4D1C-8C2C-BEBAEE0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main-result">
            <a:extLst xmlns:a="http://schemas.openxmlformats.org/drawingml/2006/main">
              <a:ext uri="{FF2B5EF4-FFF2-40B4-BE49-F238E27FC236}">
                <a16:creationId xmlns:a16="http://schemas.microsoft.com/office/drawing/2014/main" id="{073EFB5C-A9C5-4500-9F23-25BA860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最终图片</a:t>
            </a:r>
          </a:p>
        </p:txBody>
      </p:sp>
      <p:sp>
        <p:nvSpPr>
          <p:cNvPr id="11" name="problem-main-bridge">
            <a:extLst xmlns:a="http://schemas.openxmlformats.org/drawingml/2006/main">
              <a:ext uri="{FF2B5EF4-FFF2-40B4-BE49-F238E27FC236}">
                <a16:creationId xmlns:a16="http://schemas.microsoft.com/office/drawing/2014/main" id="{93E23479-98E1-4FF6-A10B-840A2D39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无法快速说明</a:t>
            </a:r>
          </a:p>
        </p:txBody>
      </p:sp>
      <p:sp>
        <p:nvSpPr>
          <p:cNvPr id="12" name="problem-arrow">
            <a:extLst xmlns:a="http://schemas.openxmlformats.org/drawingml/2006/main">
              <a:ext uri="{FF2B5EF4-FFF2-40B4-BE49-F238E27FC236}">
                <a16:creationId xmlns:a16="http://schemas.microsoft.com/office/drawing/2014/main" id="{7F72BC2E-2393-4FA4-95DB-720B4E5C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3" name="problem-main-missing">
            <a:extLst xmlns:a="http://schemas.openxmlformats.org/drawingml/2006/main">
              <a:ext uri="{FF2B5EF4-FFF2-40B4-BE49-F238E27FC236}">
                <a16:creationId xmlns:a16="http://schemas.microsoft.com/office/drawing/2014/main" id="{2E499403-856A-435F-B43A-0ABD1DC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哪批样本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哪版脚本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哪些被排除</a:t>
            </a:r>
          </a:p>
        </p:txBody>
      </p:sp>
      <p:sp>
        <p:nvSpPr>
          <p:cNvPr id="14" name="problem-main-caption">
            <a:extLst xmlns:a="http://schemas.openxmlformats.org/drawingml/2006/main">
              <a:ext uri="{FF2B5EF4-FFF2-40B4-BE49-F238E27FC236}">
                <a16:creationId xmlns:a16="http://schemas.microsoft.com/office/drawing/2014/main" id="{888AEAA0-9F03-441A-A25E-CD3034F5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同名文件与个人目录让重复检索变难；核心缺口是结果与依据的关系没有被保存。</a:t>
            </a:r>
          </a:p>
        </p:txBody>
      </p:sp>
      <p:sp>
        <p:nvSpPr>
          <p:cNvPr id="15" name="problem-side">
            <a:extLst xmlns:a="http://schemas.openxmlformats.org/drawingml/2006/main">
              <a:ext uri="{FF2B5EF4-FFF2-40B4-BE49-F238E27FC236}">
                <a16:creationId xmlns:a16="http://schemas.microsoft.com/office/drawing/2014/main" id="{0DF121AD-5CC6-4D96-8299-94F11047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495425"/>
            <a:ext cx="41338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6" name="problem-side-head">
            <a:extLst xmlns:a="http://schemas.openxmlformats.org/drawingml/2006/main">
              <a:ext uri="{FF2B5EF4-FFF2-40B4-BE49-F238E27FC236}">
                <a16:creationId xmlns:a16="http://schemas.microsoft.com/office/drawing/2014/main" id="{7B3A9D2D-50B6-46D5-85FD-BB637842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归档先解决的判断</a:t>
            </a:r>
          </a:p>
        </p:txBody>
      </p:sp>
      <p:sp>
        <p:nvSpPr>
          <p:cNvPr id="17" name="problem-side-list">
            <a:extLst xmlns:a="http://schemas.openxmlformats.org/drawingml/2006/main">
              <a:ext uri="{FF2B5EF4-FFF2-40B4-BE49-F238E27FC236}">
                <a16:creationId xmlns:a16="http://schemas.microsoft.com/office/drawing/2014/main" id="{439D6A82-4B45-44DA-81FD-164EB0D3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结果从哪来？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关键处理依据是什么？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异常与排除为何成立？</a:t>
            </a:r>
          </a:p>
        </p:txBody>
      </p:sp>
      <p:sp>
        <p:nvSpPr>
          <p:cNvPr id="18" name="problem-side-rule">
            <a:extLst xmlns:a="http://schemas.openxmlformats.org/drawingml/2006/main">
              <a:ext uri="{FF2B5EF4-FFF2-40B4-BE49-F238E27FC236}">
                <a16:creationId xmlns:a16="http://schemas.microsoft.com/office/drawing/2014/main" id="{ACC29324-5E42-4187-B159-C2DAB61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8625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9" name="problem-side-bottom">
            <a:extLst xmlns:a="http://schemas.openxmlformats.org/drawingml/2006/main">
              <a:ext uri="{FF2B5EF4-FFF2-40B4-BE49-F238E27FC236}">
                <a16:creationId xmlns:a16="http://schemas.microsoft.com/office/drawing/2014/main" id="{81924175-F5FC-4D3C-AD29-756142E8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910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先能解释，再讨论扩大共享范围。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1107562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3">
            <a:extLst xmlns:a="http://schemas.openxmlformats.org/drawingml/2006/main">
              <a:ext uri="{FF2B5EF4-FFF2-40B4-BE49-F238E27FC236}">
                <a16:creationId xmlns:a16="http://schemas.microsoft.com/office/drawing/2014/main" id="{A60E17CA-6983-4A26-AF4F-01E111B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 记录单元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F2A2509-EA64-4554-9583-31161696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一条可讨论记录，必须把结果和依据连在一起</a:t>
            </a: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785B91F8-CBE4-48F2-9A1C-A3022EAD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93226A5B-9333-4101-B67E-E5E7C74E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5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00B1CCD4-9609-4B96-8E54-C3889F7E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7F987067-1585-46A6-A95B-2F96AD7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record-frame">
            <a:extLst xmlns:a="http://schemas.openxmlformats.org/drawingml/2006/main">
              <a:ext uri="{FF2B5EF4-FFF2-40B4-BE49-F238E27FC236}">
                <a16:creationId xmlns:a16="http://schemas.microsoft.com/office/drawing/2014/main" id="{927DA396-F2D2-41C8-89CA-0803B6E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6200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ord-head">
            <a:extLst xmlns:a="http://schemas.openxmlformats.org/drawingml/2006/main">
              <a:ext uri="{FF2B5EF4-FFF2-40B4-BE49-F238E27FC236}">
                <a16:creationId xmlns:a16="http://schemas.microsoft.com/office/drawing/2014/main" id="{0E46E7D1-37A3-41B5-8A9A-A75D7886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记录单元 = 结果 + 解释依据</a:t>
            </a:r>
          </a:p>
        </p:txBody>
      </p:sp>
      <p:sp>
        <p:nvSpPr>
          <p:cNvPr id="9" name="record-result">
            <a:extLst xmlns:a="http://schemas.openxmlformats.org/drawingml/2006/main">
              <a:ext uri="{FF2B5EF4-FFF2-40B4-BE49-F238E27FC236}">
                <a16:creationId xmlns:a16="http://schemas.microsoft.com/office/drawing/2014/main" id="{65095EC8-6D65-4C2D-81B5-5409E287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000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ord-result-label">
            <a:extLst xmlns:a="http://schemas.openxmlformats.org/drawingml/2006/main">
              <a:ext uri="{FF2B5EF4-FFF2-40B4-BE49-F238E27FC236}">
                <a16:creationId xmlns:a16="http://schemas.microsoft.com/office/drawing/2014/main" id="{B12D6467-9F75-4F56-A948-49D790BA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1" name="record-raw">
            <a:extLst xmlns:a="http://schemas.openxmlformats.org/drawingml/2006/main">
              <a:ext uri="{FF2B5EF4-FFF2-40B4-BE49-F238E27FC236}">
                <a16:creationId xmlns:a16="http://schemas.microsoft.com/office/drawing/2014/main" id="{87587FC4-9E07-48B8-897D-A0D66C2E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2" name="record-raw-label">
            <a:extLst xmlns:a="http://schemas.openxmlformats.org/drawingml/2006/main">
              <a:ext uri="{FF2B5EF4-FFF2-40B4-BE49-F238E27FC236}">
                <a16:creationId xmlns:a16="http://schemas.microsoft.com/office/drawing/2014/main" id="{AF779E98-1816-4AA9-98A6-225B16BB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3" name="record-cond">
            <a:extLst xmlns:a="http://schemas.openxmlformats.org/drawingml/2006/main">
              <a:ext uri="{FF2B5EF4-FFF2-40B4-BE49-F238E27FC236}">
                <a16:creationId xmlns:a16="http://schemas.microsoft.com/office/drawing/2014/main" id="{71499C87-7D0B-4B18-B18B-02A7CBD0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4" name="record-cond-label">
            <a:extLst xmlns:a="http://schemas.openxmlformats.org/drawingml/2006/main">
              <a:ext uri="{FF2B5EF4-FFF2-40B4-BE49-F238E27FC236}">
                <a16:creationId xmlns:a16="http://schemas.microsoft.com/office/drawing/2014/main" id="{5C500663-777B-493F-A8B9-145EDBA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5" name="record-script">
            <a:extLst xmlns:a="http://schemas.openxmlformats.org/drawingml/2006/main">
              <a:ext uri="{FF2B5EF4-FFF2-40B4-BE49-F238E27FC236}">
                <a16:creationId xmlns:a16="http://schemas.microsoft.com/office/drawing/2014/main" id="{588CC309-9B8E-41B8-9317-B86C23A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6" name="record-script-label">
            <a:extLst xmlns:a="http://schemas.openxmlformats.org/drawingml/2006/main">
              <a:ext uri="{FF2B5EF4-FFF2-40B4-BE49-F238E27FC236}">
                <a16:creationId xmlns:a16="http://schemas.microsoft.com/office/drawing/2014/main" id="{3547049B-2E10-43A4-944E-31724BF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7" name="record-exc">
            <a:extLst xmlns:a="http://schemas.openxmlformats.org/drawingml/2006/main">
              <a:ext uri="{FF2B5EF4-FFF2-40B4-BE49-F238E27FC236}">
                <a16:creationId xmlns:a16="http://schemas.microsoft.com/office/drawing/2014/main" id="{A140244F-B2CC-4B62-8113-62E5AD7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8" name="record-exc-label">
            <a:extLst xmlns:a="http://schemas.openxmlformats.org/drawingml/2006/main">
              <a:ext uri="{FF2B5EF4-FFF2-40B4-BE49-F238E27FC236}">
                <a16:creationId xmlns:a16="http://schemas.microsoft.com/office/drawing/2014/main" id="{4B578474-562D-4F8E-96DD-B096A1C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529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71750" y="2705100"/>
            <a:ext cx="7620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334000" y="2705100"/>
            <a:ext cx="5715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571750" y="3581400"/>
            <a:ext cx="76200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5334000" y="3581400"/>
            <a:ext cx="57150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23" name="record-note">
            <a:extLst xmlns:a="http://schemas.openxmlformats.org/drawingml/2006/main">
              <a:ext uri="{FF2B5EF4-FFF2-40B4-BE49-F238E27FC236}">
                <a16:creationId xmlns:a16="http://schemas.microsoft.com/office/drawing/2014/main" id="{E7C7ABE9-0D01-4C67-9D84-99A3158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四类依据共同解释结果文件，不是必须依次执行的五个步骤。</a:t>
            </a:r>
          </a:p>
        </p:txBody>
      </p:sp>
      <p:sp>
        <p:nvSpPr>
          <p:cNvPr id="24" name="record-side">
            <a:extLst xmlns:a="http://schemas.openxmlformats.org/drawingml/2006/main">
              <a:ext uri="{FF2B5EF4-FFF2-40B4-BE49-F238E27FC236}">
                <a16:creationId xmlns:a16="http://schemas.microsoft.com/office/drawing/2014/main" id="{FCB9A1D2-0DC5-45DC-95C2-42EF4B47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95425"/>
            <a:ext cx="32194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25" name="record-side-head">
            <a:extLst xmlns:a="http://schemas.openxmlformats.org/drawingml/2006/main">
              <a:ext uri="{FF2B5EF4-FFF2-40B4-BE49-F238E27FC236}">
                <a16:creationId xmlns:a16="http://schemas.microsoft.com/office/drawing/2014/main" id="{A0F03B0F-E3D3-4895-8E91-1A8BDE5E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写清楚三个边界</a:t>
            </a:r>
          </a:p>
        </p:txBody>
      </p:sp>
      <p:sp>
        <p:nvSpPr>
          <p:cNvPr id="26" name="record-group-1-title">
            <a:extLst xmlns:a="http://schemas.openxmlformats.org/drawingml/2006/main">
              <a:ext uri="{FF2B5EF4-FFF2-40B4-BE49-F238E27FC236}">
                <a16:creationId xmlns:a16="http://schemas.microsoft.com/office/drawing/2014/main" id="{9B913925-5EEC-4FFD-AAD9-8B27AF79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原始数据处理</a:t>
            </a:r>
          </a:p>
        </p:txBody>
      </p:sp>
      <p:sp>
        <p:nvSpPr>
          <p:cNvPr id="27" name="record-group-1-body">
            <a:extLst xmlns:a="http://schemas.openxmlformats.org/drawingml/2006/main">
              <a:ext uri="{FF2B5EF4-FFF2-40B4-BE49-F238E27FC236}">
                <a16:creationId xmlns:a16="http://schemas.microsoft.com/office/drawing/2014/main" id="{F89E7D56-0384-4D40-8722-EABD46C3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原貌保留；清洗另存</a:t>
            </a:r>
          </a:p>
        </p:txBody>
      </p:sp>
      <p:sp>
        <p:nvSpPr>
          <p:cNvPr id="28" name="record-group-rule-1">
            <a:extLst xmlns:a="http://schemas.openxmlformats.org/drawingml/2006/main">
              <a:ext uri="{FF2B5EF4-FFF2-40B4-BE49-F238E27FC236}">
                <a16:creationId xmlns:a16="http://schemas.microsoft.com/office/drawing/2014/main" id="{FA8F5F15-D487-4E49-B631-4D3F14F8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428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29" name="record-group-2-title">
            <a:extLst xmlns:a="http://schemas.openxmlformats.org/drawingml/2006/main">
              <a:ext uri="{FF2B5EF4-FFF2-40B4-BE49-F238E27FC236}">
                <a16:creationId xmlns:a16="http://schemas.microsoft.com/office/drawing/2014/main" id="{9BF1314C-7208-4578-8D38-527EBA2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脚本版本</a:t>
            </a:r>
          </a:p>
        </p:txBody>
      </p:sp>
      <p:sp>
        <p:nvSpPr>
          <p:cNvPr id="30" name="record-group-2-body">
            <a:extLst xmlns:a="http://schemas.openxmlformats.org/drawingml/2006/main">
              <a:ext uri="{FF2B5EF4-FFF2-40B4-BE49-F238E27FC236}">
                <a16:creationId xmlns:a16="http://schemas.microsoft.com/office/drawing/2014/main" id="{4F9100BF-693E-4F3C-BAD1-50DF6A7C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定位实际运行的代码</a:t>
            </a:r>
          </a:p>
        </p:txBody>
      </p:sp>
      <p:sp>
        <p:nvSpPr>
          <p:cNvPr id="31" name="record-group-rule-2">
            <a:extLst xmlns:a="http://schemas.openxmlformats.org/drawingml/2006/main">
              <a:ext uri="{FF2B5EF4-FFF2-40B4-BE49-F238E27FC236}">
                <a16:creationId xmlns:a16="http://schemas.microsoft.com/office/drawing/2014/main" id="{53BEFBDA-0521-409F-AE63-AD08934E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2428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32" name="record-group-3-title">
            <a:extLst xmlns:a="http://schemas.openxmlformats.org/drawingml/2006/main">
              <a:ext uri="{FF2B5EF4-FFF2-40B4-BE49-F238E27FC236}">
                <a16:creationId xmlns:a16="http://schemas.microsoft.com/office/drawing/2014/main" id="{CA750F51-0A0F-4EB8-AFEA-F0402C7C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</p:txBody>
      </p:sp>
      <p:sp>
        <p:nvSpPr>
          <p:cNvPr id="33" name="record-group-3-body">
            <a:extLst xmlns:a="http://schemas.openxmlformats.org/drawingml/2006/main">
              <a:ext uri="{FF2B5EF4-FFF2-40B4-BE49-F238E27FC236}">
                <a16:creationId xmlns:a16="http://schemas.microsoft.com/office/drawing/2014/main" id="{CCBC1C52-C93F-4A24-8645-A11E450A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保留判断依据；说明排除条件</a:t>
            </a:r>
          </a:p>
        </p:txBody>
      </p:sp>
      <p:sp>
        <p:nvSpPr>
          <p:cNvPr id="34" name="record-side-callout">
            <a:extLst xmlns:a="http://schemas.openxmlformats.org/drawingml/2006/main">
              <a:ext uri="{FF2B5EF4-FFF2-40B4-BE49-F238E27FC236}">
                <a16:creationId xmlns:a16="http://schemas.microsoft.com/office/drawing/2014/main" id="{DD6B8871-B6AF-47E6-9A8A-03D5D50E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95875"/>
            <a:ext cx="245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ord-side-callout-text">
            <a:extLst xmlns:a="http://schemas.openxmlformats.org/drawingml/2006/main">
              <a:ext uri="{FF2B5EF4-FFF2-40B4-BE49-F238E27FC236}">
                <a16:creationId xmlns:a16="http://schemas.microsoft.com/office/drawing/2014/main" id="{FEA6CE11-7BB4-45D8-B22A-C39F49CC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“已清理”不能替代依据</a:t>
            </a:r>
          </a:p>
        </p:txBody>
      </p:sp>
    </p:spTree>
    <p:extLst>
      <p:ext uri="{BB962C8B-B14F-4D97-AF65-F5344CB8AC3E}">
        <p14:creationId xmlns:p14="http://schemas.microsoft.com/office/powerpoint/2010/main" val="5381237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4579A242-00F1-4804-AF7F-22A3B75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 访问与责任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B1894E6-6161-4602-914E-41093A89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可追溯不等于可见：授权边界随记录保留</a:t>
            </a:r>
          </a:p>
        </p:txBody>
      </p:sp>
      <p:sp>
        <p:nvSpPr>
          <p:cNvPr id="3" name="accent-4">
            <a:extLst xmlns:a="http://schemas.openxmlformats.org/drawingml/2006/main">
              <a:ext uri="{FF2B5EF4-FFF2-40B4-BE49-F238E27FC236}">
                <a16:creationId xmlns:a16="http://schemas.microsoft.com/office/drawing/2014/main" id="{878FF204-C752-46F6-BC60-BDF2639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A4DFDB4-B733-4D32-937B-F473D3B7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5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40848795-83BB-430E-BECC-84174D32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4AB32BE3-FB4B-47F9-96CC-753E8CF0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access-left">
            <a:extLst xmlns:a="http://schemas.openxmlformats.org/drawingml/2006/main">
              <a:ext uri="{FF2B5EF4-FFF2-40B4-BE49-F238E27FC236}">
                <a16:creationId xmlns:a16="http://schemas.microsoft.com/office/drawing/2014/main" id="{20CC232E-D3E9-45E9-9A5C-BD561648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52387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ccess-right">
            <a:extLst xmlns:a="http://schemas.openxmlformats.org/drawingml/2006/main">
              <a:ext uri="{FF2B5EF4-FFF2-40B4-BE49-F238E27FC236}">
                <a16:creationId xmlns:a16="http://schemas.microsoft.com/office/drawing/2014/main" id="{01668B97-A09A-41E9-B6D9-7E1E0B2E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95425"/>
            <a:ext cx="56197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ss-left-head">
            <a:extLst xmlns:a="http://schemas.openxmlformats.org/drawingml/2006/main">
              <a:ext uri="{FF2B5EF4-FFF2-40B4-BE49-F238E27FC236}">
                <a16:creationId xmlns:a16="http://schemas.microsoft.com/office/drawing/2014/main" id="{BD84796A-D6A5-4A2E-9DF4-03107F8D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讨论材料</a:t>
            </a:r>
          </a:p>
        </p:txBody>
      </p:sp>
      <p:sp>
        <p:nvSpPr>
          <p:cNvPr id="10" name="access-left-body">
            <a:extLst xmlns:a="http://schemas.openxmlformats.org/drawingml/2006/main">
              <a:ext uri="{FF2B5EF4-FFF2-40B4-BE49-F238E27FC236}">
                <a16:creationId xmlns:a16="http://schemas.microsoft.com/office/drawing/2014/main" id="{E42128DE-29C6-45C6-A01B-530596AD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可以包含结果图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和可公开的解释</a:t>
            </a:r>
          </a:p>
        </p:txBody>
      </p:sp>
      <p:sp>
        <p:nvSpPr>
          <p:cNvPr id="11" name="access-left-caption">
            <a:extLst xmlns:a="http://schemas.openxmlformats.org/drawingml/2006/main">
              <a:ext uri="{FF2B5EF4-FFF2-40B4-BE49-F238E27FC236}">
                <a16:creationId xmlns:a16="http://schemas.microsoft.com/office/drawing/2014/main" id="{58464E6A-891A-49CB-AD70-5E333D48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记录中保留受控引用，帮助定位来源。</a:t>
            </a:r>
          </a:p>
        </p:txBody>
      </p:sp>
      <p:sp>
        <p:nvSpPr>
          <p:cNvPr id="12" name="access-right-head">
            <a:extLst xmlns:a="http://schemas.openxmlformats.org/drawingml/2006/main">
              <a:ext uri="{FF2B5EF4-FFF2-40B4-BE49-F238E27FC236}">
                <a16:creationId xmlns:a16="http://schemas.microsoft.com/office/drawing/2014/main" id="{4FB43BF6-E708-417D-ACF1-BDDD72F6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</p:txBody>
      </p:sp>
      <p:sp>
        <p:nvSpPr>
          <p:cNvPr id="13" name="access-right-body">
            <a:extLst xmlns:a="http://schemas.openxmlformats.org/drawingml/2006/main">
              <a:ext uri="{FF2B5EF4-FFF2-40B4-BE49-F238E27FC236}">
                <a16:creationId xmlns:a16="http://schemas.microsoft.com/office/drawing/2014/main" id="{36797C42-5CC5-4E93-908F-2115222F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仍放在原授权位置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记录只写引用与访问条件</a:t>
            </a:r>
          </a:p>
        </p:txBody>
      </p:sp>
      <p:sp>
        <p:nvSpPr>
          <p:cNvPr id="14" name="access-right-caption">
            <a:extLst xmlns:a="http://schemas.openxmlformats.org/drawingml/2006/main">
              <a:ext uri="{FF2B5EF4-FFF2-40B4-BE49-F238E27FC236}">
                <a16:creationId xmlns:a16="http://schemas.microsoft.com/office/drawing/2014/main" id="{D1F15DAF-266D-407B-B0F3-8EDF6510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个人信息或合作限制不能因归档而改变授权。</a:t>
            </a:r>
          </a:p>
        </p:txBody>
      </p:sp>
      <p:sp>
        <p:nvSpPr>
          <p:cNvPr id="15" name="access-rule">
            <a:extLst xmlns:a="http://schemas.openxmlformats.org/drawingml/2006/main">
              <a:ext uri="{FF2B5EF4-FFF2-40B4-BE49-F238E27FC236}">
                <a16:creationId xmlns:a16="http://schemas.microsoft.com/office/drawing/2014/main" id="{00688D61-9ABD-4293-93A9-2A5C97D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6" name="access-rule2">
            <a:extLst xmlns:a="http://schemas.openxmlformats.org/drawingml/2006/main">
              <a:ext uri="{FF2B5EF4-FFF2-40B4-BE49-F238E27FC236}">
                <a16:creationId xmlns:a16="http://schemas.microsoft.com/office/drawing/2014/main" id="{6C07A5DE-6EC1-4EE8-A849-3364694B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052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7" name="access-bottom">
            <a:extLst xmlns:a="http://schemas.openxmlformats.org/drawingml/2006/main">
              <a:ext uri="{FF2B5EF4-FFF2-40B4-BE49-F238E27FC236}">
                <a16:creationId xmlns:a16="http://schemas.microsoft.com/office/drawing/2014/main" id="{3D988E1A-E4DF-4ACE-9764-1BF55B8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cess-bottom-text">
            <a:extLst xmlns:a="http://schemas.openxmlformats.org/drawingml/2006/main">
              <a:ext uri="{FF2B5EF4-FFF2-40B4-BE49-F238E27FC236}">
                <a16:creationId xmlns:a16="http://schemas.microsoft.com/office/drawing/2014/main" id="{49F991A0-B594-4C9B-9A1E-92992DD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记录表中出现一个路径，不代表其他成员已经取得访问权。</a:t>
            </a:r>
          </a:p>
        </p:txBody>
      </p:sp>
    </p:spTree>
    <p:extLst>
      <p:ext uri="{BB962C8B-B14F-4D97-AF65-F5344CB8AC3E}">
        <p14:creationId xmlns:p14="http://schemas.microsoft.com/office/powerpoint/2010/main" val="2066522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5">
            <a:extLst xmlns:a="http://schemas.openxmlformats.org/drawingml/2006/main">
              <a:ext uri="{FF2B5EF4-FFF2-40B4-BE49-F238E27FC236}">
                <a16:creationId xmlns:a16="http://schemas.microsoft.com/office/drawing/2014/main" id="{9A1F0130-A799-4495-AA7C-E263A39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 试点范围选择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B83334D-9EE2-4655-BACE-1B7A6D40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建议从新增实验开始，历史结果逐项补充</a:t>
            </a:r>
          </a:p>
        </p:txBody>
      </p:sp>
      <p:sp>
        <p:nvSpPr>
          <p:cNvPr id="3" name="accent-5">
            <a:extLst xmlns:a="http://schemas.openxmlformats.org/drawingml/2006/main">
              <a:ext uri="{FF2B5EF4-FFF2-40B4-BE49-F238E27FC236}">
                <a16:creationId xmlns:a16="http://schemas.microsoft.com/office/drawing/2014/main" id="{34487A7A-448E-4C2A-B225-E09584F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C5A3ACB-099C-4084-8A24-A168AB2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A005857E-4610-4923-8D62-48BEEAF4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029079D1-866D-4291-95E2-A106FBAF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scope-lead">
            <a:extLst xmlns:a="http://schemas.openxmlformats.org/drawingml/2006/main">
              <a:ext uri="{FF2B5EF4-FFF2-40B4-BE49-F238E27FC236}">
                <a16:creationId xmlns:a16="http://schemas.microsoft.com/office/drawing/2014/main" id="{B733BD49-E223-4DA2-B043-3CAE3102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这是范围选择，不是已经证明新方式更高效。</a:t>
            </a:r>
          </a:p>
        </p:txBody>
      </p:sp>
      <p:sp>
        <p:nvSpPr>
          <p:cNvPr id="8" name="scope-new">
            <a:extLst xmlns:a="http://schemas.openxmlformats.org/drawingml/2006/main">
              <a:ext uri="{FF2B5EF4-FFF2-40B4-BE49-F238E27FC236}">
                <a16:creationId xmlns:a16="http://schemas.microsoft.com/office/drawing/2014/main" id="{3CA4CFB0-9833-4984-BBCF-C38C7454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09587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ope-history">
            <a:extLst xmlns:a="http://schemas.openxmlformats.org/drawingml/2006/main">
              <a:ext uri="{FF2B5EF4-FFF2-40B4-BE49-F238E27FC236}">
                <a16:creationId xmlns:a16="http://schemas.microsoft.com/office/drawing/2014/main" id="{5EF22C83-DF22-422C-BA94-E5AF625D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09587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0" name="scope-new-title">
            <a:extLst xmlns:a="http://schemas.openxmlformats.org/drawingml/2006/main">
              <a:ext uri="{FF2B5EF4-FFF2-40B4-BE49-F238E27FC236}">
                <a16:creationId xmlns:a16="http://schemas.microsoft.com/office/drawing/2014/main" id="{5051664B-814E-4525-AE72-4D6F60D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先记录新增实验</a:t>
            </a:r>
          </a:p>
        </p:txBody>
      </p:sp>
      <p:sp>
        <p:nvSpPr>
          <p:cNvPr id="11" name="scope-history-title">
            <a:extLst xmlns:a="http://schemas.openxmlformats.org/drawingml/2006/main">
              <a:ext uri="{FF2B5EF4-FFF2-40B4-BE49-F238E27FC236}">
                <a16:creationId xmlns:a16="http://schemas.microsoft.com/office/drawing/2014/main" id="{C2B76342-09C0-4C0A-BE22-D83BA082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05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12" name="scope-new-list">
            <a:extLst xmlns:a="http://schemas.openxmlformats.org/drawingml/2006/main">
              <a:ext uri="{FF2B5EF4-FFF2-40B4-BE49-F238E27FC236}">
                <a16:creationId xmlns:a16="http://schemas.microsoft.com/office/drawing/2014/main" id="{725B1DC8-02AD-4C86-9AA8-5B53811C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上下文尚清楚时记录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能先检验最少字段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短期不能解决全部历史追溯</a:t>
            </a:r>
          </a:p>
        </p:txBody>
      </p:sp>
      <p:sp>
        <p:nvSpPr>
          <p:cNvPr id="13" name="scope-history-list">
            <a:extLst xmlns:a="http://schemas.openxmlformats.org/drawingml/2006/main">
              <a:ext uri="{FF2B5EF4-FFF2-40B4-BE49-F238E27FC236}">
                <a16:creationId xmlns:a16="http://schemas.microsoft.com/office/drawing/2014/main" id="{0A048E2C-6500-4877-880F-30493A74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一次形成较大目录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可能耗时追查遗失上下文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容易把不确定记忆写成确定说明</a:t>
            </a:r>
          </a:p>
        </p:txBody>
      </p:sp>
      <p:sp>
        <p:nvSpPr>
          <p:cNvPr id="14" name="scope-bottom-rule">
            <a:extLst xmlns:a="http://schemas.openxmlformats.org/drawingml/2006/main">
              <a:ext uri="{FF2B5EF4-FFF2-40B4-BE49-F238E27FC236}">
                <a16:creationId xmlns:a16="http://schemas.microsoft.com/office/drawing/2014/main" id="{B1ED4ADA-CAED-48C7-9D62-EE3E1FB2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340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5" name="scope-bottom">
            <a:extLst xmlns:a="http://schemas.openxmlformats.org/drawingml/2006/main">
              <a:ext uri="{FF2B5EF4-FFF2-40B4-BE49-F238E27FC236}">
                <a16:creationId xmlns:a16="http://schemas.microsoft.com/office/drawing/2014/main" id="{3406431D-7696-4B3F-B482-9F9D016F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建议路径：新增实验先行；真正需要复核的历史结果，再逐项补充。</a:t>
            </a:r>
          </a:p>
        </p:txBody>
      </p:sp>
    </p:spTree>
    <p:extLst>
      <p:ext uri="{BB962C8B-B14F-4D97-AF65-F5344CB8AC3E}">
        <p14:creationId xmlns:p14="http://schemas.microsoft.com/office/powerpoint/2010/main" val="983683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-6">
            <a:extLst xmlns:a="http://schemas.openxmlformats.org/drawingml/2006/main">
              <a:ext uri="{FF2B5EF4-FFF2-40B4-BE49-F238E27FC236}">
                <a16:creationId xmlns:a16="http://schemas.microsoft.com/office/drawing/2014/main" id="{87CADC1D-79C2-4B71-8FB3-4B351838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05 工作顺序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ABC12C5-3318-4457-8126-0EC6CC2A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复核先检查：别人能否理解结果如何产生</a:t>
            </a:r>
          </a:p>
        </p:txBody>
      </p:sp>
      <p:sp>
        <p:nvSpPr>
          <p:cNvPr id="3" name="accent-6">
            <a:extLst xmlns:a="http://schemas.openxmlformats.org/drawingml/2006/main">
              <a:ext uri="{FF2B5EF4-FFF2-40B4-BE49-F238E27FC236}">
                <a16:creationId xmlns:a16="http://schemas.microsoft.com/office/drawing/2014/main" id="{9E955044-8E2D-462C-9514-2A2F756C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828E2205-4961-43F2-AF08-2D11067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5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509A762B-4BBB-4E3C-8B7E-AF1D87F5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B36E9B4E-40F2-4860-B5E6-7E928D93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2F2469ED-8104-4160-99B9-02E26E73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主路径从提交到可讨论版本；授权问题会暂停共享。</a:t>
            </a:r>
          </a:p>
        </p:txBody>
      </p:sp>
      <p:sp>
        <p:nvSpPr>
          <p:cNvPr id="8" name="wf-main-zone">
            <a:extLst xmlns:a="http://schemas.openxmlformats.org/drawingml/2006/main">
              <a:ext uri="{FF2B5EF4-FFF2-40B4-BE49-F238E27FC236}">
                <a16:creationId xmlns:a16="http://schemas.microsoft.com/office/drawing/2014/main" id="{0B9668D1-1E7E-4530-8F07-395BBE7B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1114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f-main-zone-head">
            <a:extLst xmlns:a="http://schemas.openxmlformats.org/drawingml/2006/main">
              <a:ext uri="{FF2B5EF4-FFF2-40B4-BE49-F238E27FC236}">
                <a16:creationId xmlns:a16="http://schemas.microsoft.com/office/drawing/2014/main" id="{D26F2DA4-4959-462A-8CFD-5F2C0024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连续主路径</a:t>
            </a:r>
          </a:p>
        </p:txBody>
      </p:sp>
      <p:sp>
        <p:nvSpPr>
          <p:cNvPr id="10" name="wf-submit">
            <a:extLst xmlns:a="http://schemas.openxmlformats.org/drawingml/2006/main">
              <a:ext uri="{FF2B5EF4-FFF2-40B4-BE49-F238E27FC236}">
                <a16:creationId xmlns:a16="http://schemas.microsoft.com/office/drawing/2014/main" id="{740D9486-3C82-408F-961E-EB4233B4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1" name="wf-submit-label">
            <a:extLst xmlns:a="http://schemas.openxmlformats.org/drawingml/2006/main">
              <a:ext uri="{FF2B5EF4-FFF2-40B4-BE49-F238E27FC236}">
                <a16:creationId xmlns:a16="http://schemas.microsoft.com/office/drawing/2014/main" id="{5B7D4128-FEC2-4D05-BBC4-734DB0A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提交记录与受控引用</a:t>
            </a:r>
          </a:p>
        </p:txBody>
      </p:sp>
      <p:sp>
        <p:nvSpPr>
          <p:cNvPr id="12" name="wf-review">
            <a:extLst xmlns:a="http://schemas.openxmlformats.org/drawingml/2006/main">
              <a:ext uri="{FF2B5EF4-FFF2-40B4-BE49-F238E27FC236}">
                <a16:creationId xmlns:a16="http://schemas.microsoft.com/office/drawing/2014/main" id="{912D35BA-0FDE-4347-A606-1CBACC10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3" name="wf-review-label">
            <a:extLst xmlns:a="http://schemas.openxmlformats.org/drawingml/2006/main">
              <a:ext uri="{FF2B5EF4-FFF2-40B4-BE49-F238E27FC236}">
                <a16:creationId xmlns:a16="http://schemas.microsoft.com/office/drawing/2014/main" id="{0C214087-6A78-4F41-B707-6E3FC4BE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定位并提出缺项</a:t>
            </a:r>
          </a:p>
        </p:txBody>
      </p:sp>
      <p:sp>
        <p:nvSpPr>
          <p:cNvPr id="14" name="wf-supplement">
            <a:extLst xmlns:a="http://schemas.openxmlformats.org/drawingml/2006/main">
              <a:ext uri="{FF2B5EF4-FFF2-40B4-BE49-F238E27FC236}">
                <a16:creationId xmlns:a16="http://schemas.microsoft.com/office/drawing/2014/main" id="{CC641FDA-FFF6-40DF-BE07-15632D45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5" name="wf-supplement-label">
            <a:extLst xmlns:a="http://schemas.openxmlformats.org/drawingml/2006/main">
              <a:ext uri="{FF2B5EF4-FFF2-40B4-BE49-F238E27FC236}">
                <a16:creationId xmlns:a16="http://schemas.microsoft.com/office/drawing/2014/main" id="{3BA3A8C5-3DAF-4EDC-8BBD-03CA9EC6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补充后交负责人</a:t>
            </a:r>
          </a:p>
        </p:txBody>
      </p:sp>
      <p:sp>
        <p:nvSpPr>
          <p:cNvPr id="16" name="wf-ready">
            <a:extLst xmlns:a="http://schemas.openxmlformats.org/drawingml/2006/main">
              <a:ext uri="{FF2B5EF4-FFF2-40B4-BE49-F238E27FC236}">
                <a16:creationId xmlns:a16="http://schemas.microsoft.com/office/drawing/2014/main" id="{3848F3C0-DF14-40B8-93DD-F85F1B2A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f-ready-label">
            <a:extLst xmlns:a="http://schemas.openxmlformats.org/drawingml/2006/main">
              <a:ext uri="{FF2B5EF4-FFF2-40B4-BE49-F238E27FC236}">
                <a16:creationId xmlns:a16="http://schemas.microsoft.com/office/drawing/2014/main" id="{A32F86EA-11E0-46C1-9E67-6209F7D7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67000"/>
            <a:ext cx="186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进入可讨论版本</a:t>
            </a:r>
          </a:p>
        </p:txBody>
      </p: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62250" y="30861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76875" y="30861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91500" y="30861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21" name="wf-gate-zone">
            <a:extLst xmlns:a="http://schemas.openxmlformats.org/drawingml/2006/main">
              <a:ext uri="{FF2B5EF4-FFF2-40B4-BE49-F238E27FC236}">
                <a16:creationId xmlns:a16="http://schemas.microsoft.com/office/drawing/2014/main" id="{D392B366-D7CC-4E2D-A80A-125ECD30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22" name="wf-gate-zone-head">
            <a:extLst xmlns:a="http://schemas.openxmlformats.org/drawingml/2006/main">
              <a:ext uri="{FF2B5EF4-FFF2-40B4-BE49-F238E27FC236}">
                <a16:creationId xmlns:a16="http://schemas.microsoft.com/office/drawing/2014/main" id="{C9EA8068-29E4-45AB-9CC4-41252EB9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跨流程授权门禁</a:t>
            </a:r>
          </a:p>
        </p:txBody>
      </p:sp>
      <p:sp>
        <p:nvSpPr>
          <p:cNvPr id="23" name="wf-gate">
            <a:extLst xmlns:a="http://schemas.openxmlformats.org/drawingml/2006/main">
              <a:ext uri="{FF2B5EF4-FFF2-40B4-BE49-F238E27FC236}">
                <a16:creationId xmlns:a16="http://schemas.microsoft.com/office/drawing/2014/main" id="{87BAD3DD-C0F4-4FB2-A5CE-0E403B9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76775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24" name="wf-gate-label">
            <a:extLst xmlns:a="http://schemas.openxmlformats.org/drawingml/2006/main">
              <a:ext uri="{FF2B5EF4-FFF2-40B4-BE49-F238E27FC236}">
                <a16:creationId xmlns:a16="http://schemas.microsoft.com/office/drawing/2014/main" id="{C1B19B4F-A419-42D9-8AA4-76A7EA72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720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涉及新授权</a:t>
            </a:r>
          </a:p>
        </p:txBody>
      </p:sp>
      <p:sp>
        <p:nvSpPr>
          <p:cNvPr id="25" name="wf-gate-pause">
            <a:extLst xmlns:a="http://schemas.openxmlformats.org/drawingml/2006/main">
              <a:ext uri="{FF2B5EF4-FFF2-40B4-BE49-F238E27FC236}">
                <a16:creationId xmlns:a16="http://schemas.microsoft.com/office/drawing/2014/main" id="{E6F5B873-E454-4AE6-A90F-DF81DC58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76775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26" name="wf-gate-pause-label">
            <a:extLst xmlns:a="http://schemas.openxmlformats.org/drawingml/2006/main">
              <a:ext uri="{FF2B5EF4-FFF2-40B4-BE49-F238E27FC236}">
                <a16:creationId xmlns:a16="http://schemas.microsoft.com/office/drawing/2014/main" id="{DE90780B-F326-4D6A-AFB6-768C35C5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7720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暂停共享</a:t>
            </a:r>
          </a:p>
        </p:txBody>
      </p:sp>
      <p:sp>
        <p:nvSpPr>
          <p:cNvPr id="27" name="wf-gate-owner">
            <a:extLst xmlns:a="http://schemas.openxmlformats.org/drawingml/2006/main">
              <a:ext uri="{FF2B5EF4-FFF2-40B4-BE49-F238E27FC236}">
                <a16:creationId xmlns:a16="http://schemas.microsoft.com/office/drawing/2014/main" id="{F3A8993B-88B6-4870-9623-EEA1C99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76775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28" name="wf-gate-owner-label">
            <a:extLst xmlns:a="http://schemas.openxmlformats.org/drawingml/2006/main">
              <a:ext uri="{FF2B5EF4-FFF2-40B4-BE49-F238E27FC236}">
                <a16:creationId xmlns:a16="http://schemas.microsoft.com/office/drawing/2014/main" id="{00AEA54D-AC8E-4F5B-80FD-585426EF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720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负责人处理授权</a:t>
            </a:r>
          </a:p>
        </p:txBody>
      </p:sp>
      <p:sp>
        <p:nvSpPr>
          <p:cNvPr id="29" name="wf-gate-continue">
            <a:extLst xmlns:a="http://schemas.openxmlformats.org/drawingml/2006/main">
              <a:ext uri="{FF2B5EF4-FFF2-40B4-BE49-F238E27FC236}">
                <a16:creationId xmlns:a16="http://schemas.microsoft.com/office/drawing/2014/main" id="{6B2F2A03-DEAD-42E5-968C-97FD78F1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76775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f-gate-continue-label">
            <a:extLst xmlns:a="http://schemas.openxmlformats.org/drawingml/2006/main">
              <a:ext uri="{FF2B5EF4-FFF2-40B4-BE49-F238E27FC236}">
                <a16:creationId xmlns:a16="http://schemas.microsoft.com/office/drawing/2014/main" id="{2B2734C0-1D49-41B3-9F48-0B6D33B9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7720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授权后继续</a:t>
            </a:r>
          </a:p>
        </p:txBody>
      </p:sp>
      <p:cxnSp>
        <p:nvCxnSpPr>
          <p:cNvPr id="65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619625" y="49339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715125" y="49339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810625" y="49339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34" name="wf-clarify">
            <a:extLst xmlns:a="http://schemas.openxmlformats.org/drawingml/2006/main">
              <a:ext uri="{FF2B5EF4-FFF2-40B4-BE49-F238E27FC236}">
                <a16:creationId xmlns:a16="http://schemas.microsoft.com/office/drawing/2014/main" id="{0A1B4E0A-0BA4-4BC9-8573-DB029C25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复核不要求复做整项实验，也不代替科学结论审查；它先检查别人是否能理解这个结果是怎么产生的。</a:t>
            </a:r>
          </a:p>
        </p:txBody>
      </p:sp>
    </p:spTree>
    <p:extLst>
      <p:ext uri="{BB962C8B-B14F-4D97-AF65-F5344CB8AC3E}">
        <p14:creationId xmlns:p14="http://schemas.microsoft.com/office/powerpoint/2010/main" val="318528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5508AED4-51A2-4197-BF34-6C6993CA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06 试点安排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BAAD1C7-7E3D-4E92-8AC4-263A4DFA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四周试点只验证记录能否被持续使用</a:t>
            </a:r>
          </a:p>
        </p:txBody>
      </p:sp>
      <p:sp>
        <p:nvSpPr>
          <p:cNvPr id="3" name="accent-7">
            <a:extLst xmlns:a="http://schemas.openxmlformats.org/drawingml/2006/main">
              <a:ext uri="{FF2B5EF4-FFF2-40B4-BE49-F238E27FC236}">
                <a16:creationId xmlns:a16="http://schemas.microsoft.com/office/drawing/2014/main" id="{ADAF3C07-70FF-471B-8C3B-F6539F10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C87AFD4A-9C28-49EA-A6CE-4748D694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5065D2D3-2DB1-401F-B8D5-D3908F20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687A5ED6-B4B8-47BE-8342-CEEFD5A3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pilot-left">
            <a:extLst xmlns:a="http://schemas.openxmlformats.org/drawingml/2006/main">
              <a:ext uri="{FF2B5EF4-FFF2-40B4-BE49-F238E27FC236}">
                <a16:creationId xmlns:a16="http://schemas.microsoft.com/office/drawing/2014/main" id="{82D1E0E6-7A75-4D17-9B45-E07404F0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381875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ot-right">
            <a:extLst xmlns:a="http://schemas.openxmlformats.org/drawingml/2006/main">
              <a:ext uri="{FF2B5EF4-FFF2-40B4-BE49-F238E27FC236}">
                <a16:creationId xmlns:a16="http://schemas.microsoft.com/office/drawing/2014/main" id="{72D23E51-BC70-4E21-870F-8544CDC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95425"/>
            <a:ext cx="34290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9" name="pilot-left-head">
            <a:extLst xmlns:a="http://schemas.openxmlformats.org/drawingml/2006/main">
              <a:ext uri="{FF2B5EF4-FFF2-40B4-BE49-F238E27FC236}">
                <a16:creationId xmlns:a16="http://schemas.microsoft.com/office/drawing/2014/main" id="{41910F24-0AA5-4622-A6E7-18DCBAD8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拟定范围</a:t>
            </a:r>
          </a:p>
        </p:txBody>
      </p:sp>
      <p:sp>
        <p:nvSpPr>
          <p:cNvPr id="10" name="pilot-week-0">
            <a:extLst xmlns:a="http://schemas.openxmlformats.org/drawingml/2006/main">
              <a:ext uri="{FF2B5EF4-FFF2-40B4-BE49-F238E27FC236}">
                <a16:creationId xmlns:a16="http://schemas.microsoft.com/office/drawing/2014/main" id="{6A9DA769-E264-475B-B1B4-51E98766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809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lot-week-title-0">
            <a:extLst xmlns:a="http://schemas.openxmlformats.org/drawingml/2006/main">
              <a:ext uri="{FF2B5EF4-FFF2-40B4-BE49-F238E27FC236}">
                <a16:creationId xmlns:a16="http://schemas.microsoft.com/office/drawing/2014/main" id="{988244C1-2BD4-4D32-B516-9844ED24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2" name="pilot-week-body-0">
            <a:extLst xmlns:a="http://schemas.openxmlformats.org/drawingml/2006/main">
              <a:ext uri="{FF2B5EF4-FFF2-40B4-BE49-F238E27FC236}">
                <a16:creationId xmlns:a16="http://schemas.microsoft.com/office/drawing/2014/main" id="{3D9EE409-147C-4A44-9F4C-2816EAA1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明确最少字段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3" name="pilot-arrow-0">
            <a:extLst xmlns:a="http://schemas.openxmlformats.org/drawingml/2006/main">
              <a:ext uri="{FF2B5EF4-FFF2-40B4-BE49-F238E27FC236}">
                <a16:creationId xmlns:a16="http://schemas.microsoft.com/office/drawing/2014/main" id="{987C9873-A4BB-46EB-88E6-E1C8CA9F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4" name="pilot-week-1">
            <a:extLst xmlns:a="http://schemas.openxmlformats.org/drawingml/2006/main">
              <a:ext uri="{FF2B5EF4-FFF2-40B4-BE49-F238E27FC236}">
                <a16:creationId xmlns:a16="http://schemas.microsoft.com/office/drawing/2014/main" id="{6FA724C9-A23F-4B83-AE1F-92823060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1809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5" name="pilot-week-title-1">
            <a:extLst xmlns:a="http://schemas.openxmlformats.org/drawingml/2006/main">
              <a:ext uri="{FF2B5EF4-FFF2-40B4-BE49-F238E27FC236}">
                <a16:creationId xmlns:a16="http://schemas.microsoft.com/office/drawing/2014/main" id="{72B2EF11-706F-4929-B9B4-2193EE6A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194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6" name="pilot-week-body-1">
            <a:extLst xmlns:a="http://schemas.openxmlformats.org/drawingml/2006/main">
              <a:ext uri="{FF2B5EF4-FFF2-40B4-BE49-F238E27FC236}">
                <a16:creationId xmlns:a16="http://schemas.microsoft.com/office/drawing/2014/main" id="{1B061C0A-A2EB-40E7-915C-61B94FCC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7662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在实际工作中记录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缺项与填写负担</a:t>
            </a:r>
          </a:p>
        </p:txBody>
      </p:sp>
      <p:sp>
        <p:nvSpPr>
          <p:cNvPr id="17" name="pilot-arrow-1">
            <a:extLst xmlns:a="http://schemas.openxmlformats.org/drawingml/2006/main">
              <a:ext uri="{FF2B5EF4-FFF2-40B4-BE49-F238E27FC236}">
                <a16:creationId xmlns:a16="http://schemas.microsoft.com/office/drawing/2014/main" id="{762BD9CF-B8F4-40D7-99E7-B111E0C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8" name="pilot-week-2">
            <a:extLst xmlns:a="http://schemas.openxmlformats.org/drawingml/2006/main">
              <a:ext uri="{FF2B5EF4-FFF2-40B4-BE49-F238E27FC236}">
                <a16:creationId xmlns:a16="http://schemas.microsoft.com/office/drawing/2014/main" id="{B7B32348-407A-4921-AC0C-CB205E07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809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19" name="pilot-week-title-2">
            <a:extLst xmlns:a="http://schemas.openxmlformats.org/drawingml/2006/main">
              <a:ext uri="{FF2B5EF4-FFF2-40B4-BE49-F238E27FC236}">
                <a16:creationId xmlns:a16="http://schemas.microsoft.com/office/drawing/2014/main" id="{ECF9FEE0-2A5E-4966-9D1B-F8BF0121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0" name="pilot-week-body-2">
            <a:extLst xmlns:a="http://schemas.openxmlformats.org/drawingml/2006/main">
              <a:ext uri="{FF2B5EF4-FFF2-40B4-BE49-F238E27FC236}">
                <a16:creationId xmlns:a16="http://schemas.microsoft.com/office/drawing/2014/main" id="{3BAAB0CC-0123-49BD-83D4-A6F94CDA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7662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sp>
        <p:nvSpPr>
          <p:cNvPr id="21" name="pilot-left-foot">
            <a:extLst xmlns:a="http://schemas.openxmlformats.org/drawingml/2006/main">
              <a:ext uri="{FF2B5EF4-FFF2-40B4-BE49-F238E27FC236}">
                <a16:creationId xmlns:a16="http://schemas.microsoft.com/office/drawing/2014/main" id="{556DA77F-4E7E-4198-BE61-294C1F0A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一个课题方向 · 两名自愿成员 · 记录新增实验</a:t>
            </a:r>
          </a:p>
        </p:txBody>
      </p:sp>
      <p:sp>
        <p:nvSpPr>
          <p:cNvPr id="22" name="pilot-right-head">
            <a:extLst xmlns:a="http://schemas.openxmlformats.org/drawingml/2006/main">
              <a:ext uri="{FF2B5EF4-FFF2-40B4-BE49-F238E27FC236}">
                <a16:creationId xmlns:a16="http://schemas.microsoft.com/office/drawing/2014/main" id="{D4C990E4-3E0C-4187-AA21-2BE380C8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边界提醒</a:t>
            </a:r>
          </a:p>
        </p:txBody>
      </p:sp>
      <p:sp>
        <p:nvSpPr>
          <p:cNvPr id="23" name="pilot-right-body">
            <a:extLst xmlns:a="http://schemas.openxmlformats.org/drawingml/2006/main">
              <a:ext uri="{FF2B5EF4-FFF2-40B4-BE49-F238E27FC236}">
                <a16:creationId xmlns:a16="http://schemas.microsoft.com/office/drawing/2014/main" id="{E7E0251B-4D53-493C-A01B-6F251136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四周、两人和周次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都是拟定范围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没有实测效率提升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或完成率数字</a:t>
            </a:r>
          </a:p>
        </p:txBody>
      </p:sp>
      <p:sp>
        <p:nvSpPr>
          <p:cNvPr id="24" name="pilot-right-tag">
            <a:extLst xmlns:a="http://schemas.openxmlformats.org/drawingml/2006/main">
              <a:ext uri="{FF2B5EF4-FFF2-40B4-BE49-F238E27FC236}">
                <a16:creationId xmlns:a16="http://schemas.microsoft.com/office/drawing/2014/main" id="{144C4F55-F9DC-4F22-9EEE-8BCB9B84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ot-right-tag-text">
            <a:extLst xmlns:a="http://schemas.openxmlformats.org/drawingml/2006/main">
              <a:ext uri="{FF2B5EF4-FFF2-40B4-BE49-F238E27FC236}">
                <a16:creationId xmlns:a16="http://schemas.microsoft.com/office/drawing/2014/main" id="{6393B2F0-EBC5-43E8-8250-82392164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先观察，再决定</a:t>
            </a:r>
          </a:p>
        </p:txBody>
      </p:sp>
    </p:spTree>
    <p:extLst>
      <p:ext uri="{BB962C8B-B14F-4D97-AF65-F5344CB8AC3E}">
        <p14:creationId xmlns:p14="http://schemas.microsoft.com/office/powerpoint/2010/main" val="1105022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ED005A4F-B0CC-4418-AA44-174EFBA2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07 评估与停止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57FC9BB-28F1-4088-87A5-FB6F6AB0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评估围绕三个问题展开，不先设统一合格分数</a:t>
            </a:r>
          </a:p>
        </p:txBody>
      </p:sp>
      <p:sp>
        <p:nvSpPr>
          <p:cNvPr id="3" name="accent-8">
            <a:extLst xmlns:a="http://schemas.openxmlformats.org/drawingml/2006/main">
              <a:ext uri="{FF2B5EF4-FFF2-40B4-BE49-F238E27FC236}">
                <a16:creationId xmlns:a16="http://schemas.microsoft.com/office/drawing/2014/main" id="{CA67CDF2-EAAE-4C41-A571-8F82E434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366CD87F-4AC8-4AA2-A21C-F836F64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5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3FA0177D-A856-494A-A4CD-A86BE56B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8">
            <a:extLst xmlns:a="http://schemas.openxmlformats.org/drawingml/2006/main">
              <a:ext uri="{FF2B5EF4-FFF2-40B4-BE49-F238E27FC236}">
                <a16:creationId xmlns:a16="http://schemas.microsoft.com/office/drawing/2014/main" id="{C619A23D-57A1-4ADA-B740-27673F68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eval-main">
            <a:extLst xmlns:a="http://schemas.openxmlformats.org/drawingml/2006/main">
              <a:ext uri="{FF2B5EF4-FFF2-40B4-BE49-F238E27FC236}">
                <a16:creationId xmlns:a16="http://schemas.microsoft.com/office/drawing/2014/main" id="{DA8D7CE5-C1A0-4A78-8F36-41608C9B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048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al-head">
            <a:extLst xmlns:a="http://schemas.openxmlformats.org/drawingml/2006/main">
              <a:ext uri="{FF2B5EF4-FFF2-40B4-BE49-F238E27FC236}">
                <a16:creationId xmlns:a16="http://schemas.microsoft.com/office/drawing/2014/main" id="{CC6EDFDA-E8E3-4FC8-B5FB-115ACEB3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收集具体复核过程与当事人反馈</a:t>
            </a:r>
          </a:p>
        </p:txBody>
      </p:sp>
      <p:sp>
        <p:nvSpPr>
          <p:cNvPr id="9" name="eval-num-0">
            <a:extLst xmlns:a="http://schemas.openxmlformats.org/drawingml/2006/main">
              <a:ext uri="{FF2B5EF4-FFF2-40B4-BE49-F238E27FC236}">
                <a16:creationId xmlns:a16="http://schemas.microsoft.com/office/drawing/2014/main" id="{0CE40D1B-3A9C-496B-B89A-C881AE35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eval-q-0">
            <a:extLst xmlns:a="http://schemas.openxmlformats.org/drawingml/2006/main">
              <a:ext uri="{FF2B5EF4-FFF2-40B4-BE49-F238E27FC236}">
                <a16:creationId xmlns:a16="http://schemas.microsoft.com/office/drawing/2014/main" id="{8D814BF2-EC8D-4AB4-BF62-B97C675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能否定位来源？</a:t>
            </a:r>
          </a:p>
        </p:txBody>
      </p:sp>
      <p:sp>
        <p:nvSpPr>
          <p:cNvPr id="11" name="eval-a-0">
            <a:extLst xmlns:a="http://schemas.openxmlformats.org/drawingml/2006/main">
              <a:ext uri="{FF2B5EF4-FFF2-40B4-BE49-F238E27FC236}">
                <a16:creationId xmlns:a16="http://schemas.microsoft.com/office/drawing/2014/main" id="{2CFA55CE-D625-4133-8522-BCECBA8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沿记录找到结果、数据、脚本和条件</a:t>
            </a:r>
          </a:p>
        </p:txBody>
      </p:sp>
      <p:sp>
        <p:nvSpPr>
          <p:cNvPr id="12" name="eval-num-1">
            <a:extLst xmlns:a="http://schemas.openxmlformats.org/drawingml/2006/main">
              <a:ext uri="{FF2B5EF4-FFF2-40B4-BE49-F238E27FC236}">
                <a16:creationId xmlns:a16="http://schemas.microsoft.com/office/drawing/2014/main" id="{F19D8C25-5216-407A-9E27-DD2AC839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eval-q-1">
            <a:extLst xmlns:a="http://schemas.openxmlformats.org/drawingml/2006/main">
              <a:ext uri="{FF2B5EF4-FFF2-40B4-BE49-F238E27FC236}">
                <a16:creationId xmlns:a16="http://schemas.microsoft.com/office/drawing/2014/main" id="{88ADC58C-E878-42BD-8F6A-24B4919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依据是否可理解？</a:t>
            </a:r>
          </a:p>
        </p:txBody>
      </p:sp>
      <p:sp>
        <p:nvSpPr>
          <p:cNvPr id="14" name="eval-a-1">
            <a:extLst xmlns:a="http://schemas.openxmlformats.org/drawingml/2006/main">
              <a:ext uri="{FF2B5EF4-FFF2-40B4-BE49-F238E27FC236}">
                <a16:creationId xmlns:a16="http://schemas.microsoft.com/office/drawing/2014/main" id="{2AC43243-7F5D-48C6-A387-D37CF566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看懂关键处理与排除的理由</a:t>
            </a:r>
          </a:p>
        </p:txBody>
      </p:sp>
      <p:sp>
        <p:nvSpPr>
          <p:cNvPr id="15" name="eval-num-2">
            <a:extLst xmlns:a="http://schemas.openxmlformats.org/drawingml/2006/main">
              <a:ext uri="{FF2B5EF4-FFF2-40B4-BE49-F238E27FC236}">
                <a16:creationId xmlns:a16="http://schemas.microsoft.com/office/drawing/2014/main" id="{1219DB05-D56F-4626-966B-831A9727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eval-q-2">
            <a:extLst xmlns:a="http://schemas.openxmlformats.org/drawingml/2006/main">
              <a:ext uri="{FF2B5EF4-FFF2-40B4-BE49-F238E27FC236}">
                <a16:creationId xmlns:a16="http://schemas.microsoft.com/office/drawing/2014/main" id="{96E3CF63-02A5-45F1-9384-B3FA4904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86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负担能否持续？</a:t>
            </a:r>
          </a:p>
        </p:txBody>
      </p:sp>
      <p:sp>
        <p:nvSpPr>
          <p:cNvPr id="17" name="eval-a-2">
            <a:extLst xmlns:a="http://schemas.openxmlformats.org/drawingml/2006/main">
              <a:ext uri="{FF2B5EF4-FFF2-40B4-BE49-F238E27FC236}">
                <a16:creationId xmlns:a16="http://schemas.microsoft.com/office/drawing/2014/main" id="{83F1532D-6F8A-43E1-B2E6-01813869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成员愿意继续承担填写工作</a:t>
            </a:r>
          </a:p>
        </p:txBody>
      </p:sp>
      <p:sp>
        <p:nvSpPr>
          <p:cNvPr id="18" name="eval-side">
            <a:extLst xmlns:a="http://schemas.openxmlformats.org/drawingml/2006/main">
              <a:ext uri="{FF2B5EF4-FFF2-40B4-BE49-F238E27FC236}">
                <a16:creationId xmlns:a16="http://schemas.microsoft.com/office/drawing/2014/main" id="{3068E294-BA70-4A39-B9CE-F4ECE50A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95425"/>
            <a:ext cx="37147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val-side-head">
            <a:extLst xmlns:a="http://schemas.openxmlformats.org/drawingml/2006/main">
              <a:ext uri="{FF2B5EF4-FFF2-40B4-BE49-F238E27FC236}">
                <a16:creationId xmlns:a16="http://schemas.microsoft.com/office/drawing/2014/main" id="{E79A1440-746B-4680-B88A-4F2DA61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停止或修改的信号</a:t>
            </a:r>
          </a:p>
        </p:txBody>
      </p:sp>
      <p:sp>
        <p:nvSpPr>
          <p:cNvPr id="20" name="eval-side-list">
            <a:extLst xmlns:a="http://schemas.openxmlformats.org/drawingml/2006/main">
              <a:ext uri="{FF2B5EF4-FFF2-40B4-BE49-F238E27FC236}">
                <a16:creationId xmlns:a16="http://schemas.microsoft.com/office/drawing/2014/main" id="{1C5C20D1-784F-4805-8D79-986F655B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填写持续挤占必要实验时间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权限边界无法说明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重复抄写却没有帮助解释结果</a:t>
            </a:r>
          </a:p>
        </p:txBody>
      </p:sp>
      <p:sp>
        <p:nvSpPr>
          <p:cNvPr id="21" name="eval-counter">
            <a:extLst xmlns:a="http://schemas.openxmlformats.org/drawingml/2006/main">
              <a:ext uri="{FF2B5EF4-FFF2-40B4-BE49-F238E27FC236}">
                <a16:creationId xmlns:a16="http://schemas.microsoft.com/office/drawing/2014/main" id="{02831501-13A5-4AAD-8BA0-6AD381B4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642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val-counter-text">
            <a:extLst xmlns:a="http://schemas.openxmlformats.org/drawingml/2006/main">
              <a:ext uri="{FF2B5EF4-FFF2-40B4-BE49-F238E27FC236}">
                <a16:creationId xmlns:a16="http://schemas.microsoft.com/office/drawing/2014/main" id="{9EC0DB6F-5BE4-4DC9-B617-8E2F898D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01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字段全部填满，若仍定位不到脚本版本，追溯问题仍未解决。</a:t>
            </a:r>
          </a:p>
        </p:txBody>
      </p:sp>
      <p:sp>
        <p:nvSpPr>
          <p:cNvPr id="23" name="eval-side-foot">
            <a:extLst xmlns:a="http://schemas.openxmlformats.org/drawingml/2006/main">
              <a:ext uri="{FF2B5EF4-FFF2-40B4-BE49-F238E27FC236}">
                <a16:creationId xmlns:a16="http://schemas.microsoft.com/office/drawing/2014/main" id="{7436B058-63BE-4E1C-B35F-467A6AAF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先缩小要求或停止试点，不能为完成目标强行推广。</a:t>
            </a:r>
          </a:p>
        </p:txBody>
      </p:sp>
    </p:spTree>
    <p:extLst>
      <p:ext uri="{BB962C8B-B14F-4D97-AF65-F5344CB8AC3E}">
        <p14:creationId xmlns:p14="http://schemas.microsoft.com/office/powerpoint/2010/main" val="1415901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9">
            <a:extLst xmlns:a="http://schemas.openxmlformats.org/drawingml/2006/main">
              <a:ext uri="{FF2B5EF4-FFF2-40B4-BE49-F238E27FC236}">
                <a16:creationId xmlns:a16="http://schemas.microsoft.com/office/drawing/2014/main" id="{B7284653-AFFD-4F3E-90E9-ECC87C4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08 讨论决定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854CDA6-52F7-45C5-BB2F-0F2E2C73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开始前只需确认范围、字段与责任</a:t>
            </a:r>
          </a:p>
        </p:txBody>
      </p:sp>
      <p:sp>
        <p:nvSpPr>
          <p:cNvPr id="3" name="accent-9">
            <a:extLst xmlns:a="http://schemas.openxmlformats.org/drawingml/2006/main">
              <a:ext uri="{FF2B5EF4-FFF2-40B4-BE49-F238E27FC236}">
                <a16:creationId xmlns:a16="http://schemas.microsoft.com/office/drawing/2014/main" id="{B725974E-F049-49DA-9146-225C7A3B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8D5831F2-5897-4ADC-B656-762486DA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  <p:sp>
        <p:nvSpPr>
          <p:cNvPr id="5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CB96F932-BA14-4285-A275-0789FF9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7"/>
            </a:solidFill>
            <a:prstDash val="solid"/>
          </a:ln>
        </p:spPr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3AA03AAF-A60A-4E66-9626-69CC5BD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归档试点讨论稿｜拟议方案，尚无实测成效</a:t>
            </a:r>
          </a:p>
        </p:txBody>
      </p:sp>
      <p:sp>
        <p:nvSpPr>
          <p:cNvPr id="7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214AB7A1-39FF-4D73-B0F2-314078F7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72390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cision-main-head">
            <a:extLst xmlns:a="http://schemas.openxmlformats.org/drawingml/2006/main">
              <a:ext uri="{FF2B5EF4-FFF2-40B4-BE49-F238E27FC236}">
                <a16:creationId xmlns:a16="http://schemas.microsoft.com/office/drawing/2014/main" id="{C7403348-8FCB-4639-8303-52A00D33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本次需要确认</a:t>
            </a:r>
          </a:p>
        </p:txBody>
      </p:sp>
      <p:sp>
        <p:nvSpPr>
          <p:cNvPr id="9" name="decision-num-box-0">
            <a:extLst xmlns:a="http://schemas.openxmlformats.org/drawingml/2006/main">
              <a:ext uri="{FF2B5EF4-FFF2-40B4-BE49-F238E27FC236}">
                <a16:creationId xmlns:a16="http://schemas.microsoft.com/office/drawing/2014/main" id="{2FDFB6BD-8F15-4E43-AE43-B84DB01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69E89C6E-CBF6-485F-84E6-1BA7CF95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decision-item-0">
            <a:extLst xmlns:a="http://schemas.openxmlformats.org/drawingml/2006/main">
              <a:ext uri="{FF2B5EF4-FFF2-40B4-BE49-F238E27FC236}">
                <a16:creationId xmlns:a16="http://schemas.microsoft.com/office/drawing/2014/main" id="{C483F5AB-522F-4369-ADA7-053AD276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负责人确认试点范围与授权联系人</a:t>
            </a:r>
          </a:p>
        </p:txBody>
      </p:sp>
      <p:sp>
        <p:nvSpPr>
          <p:cNvPr id="12" name="decision-num-box-1">
            <a:extLst xmlns:a="http://schemas.openxmlformats.org/drawingml/2006/main">
              <a:ext uri="{FF2B5EF4-FFF2-40B4-BE49-F238E27FC236}">
                <a16:creationId xmlns:a16="http://schemas.microsoft.com/office/drawing/2014/main" id="{E6DE4684-8408-4750-81E9-D61FD21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B800F994-9AFF-4C13-A264-5E1A6F21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decision-item-1">
            <a:extLst xmlns:a="http://schemas.openxmlformats.org/drawingml/2006/main">
              <a:ext uri="{FF2B5EF4-FFF2-40B4-BE49-F238E27FC236}">
                <a16:creationId xmlns:a16="http://schemas.microsoft.com/office/drawing/2014/main" id="{E39DE021-9FE1-41EE-9828-71906235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参与成员认可最少字段</a:t>
            </a:r>
          </a:p>
        </p:txBody>
      </p:sp>
      <p:sp>
        <p:nvSpPr>
          <p:cNvPr id="15" name="decision-num-box-2">
            <a:extLst xmlns:a="http://schemas.openxmlformats.org/drawingml/2006/main">
              <a:ext uri="{FF2B5EF4-FFF2-40B4-BE49-F238E27FC236}">
                <a16:creationId xmlns:a16="http://schemas.microsoft.com/office/drawing/2014/main" id="{804036A8-DAE1-4C40-9B21-DB3F3991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FA9DFB85-90D7-40C8-AA6C-6F91625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decision-item-2">
            <a:extLst xmlns:a="http://schemas.openxmlformats.org/drawingml/2006/main">
              <a:ext uri="{FF2B5EF4-FFF2-40B4-BE49-F238E27FC236}">
                <a16:creationId xmlns:a16="http://schemas.microsoft.com/office/drawing/2014/main" id="{9A9CACA1-DFCC-4C7C-8C8F-D902BDD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确定谁负责复核</a:t>
            </a:r>
          </a:p>
        </p:txBody>
      </p:sp>
      <p:sp>
        <p:nvSpPr>
          <p:cNvPr id="18" name="decision-main-foot">
            <a:extLst xmlns:a="http://schemas.openxmlformats.org/drawingml/2006/main">
              <a:ext uri="{FF2B5EF4-FFF2-40B4-BE49-F238E27FC236}">
                <a16:creationId xmlns:a16="http://schemas.microsoft.com/office/drawing/2014/main" id="{24B282DC-85AF-4ED6-9617-6F80177D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先让一次结果可以被理解，再决定哪些记录值得长期保存。</a:t>
            </a:r>
          </a:p>
        </p:txBody>
      </p:sp>
      <p:sp>
        <p:nvSpPr>
          <p:cNvPr id="19" name="decision-side">
            <a:extLst xmlns:a="http://schemas.openxmlformats.org/drawingml/2006/main">
              <a:ext uri="{FF2B5EF4-FFF2-40B4-BE49-F238E27FC236}">
                <a16:creationId xmlns:a16="http://schemas.microsoft.com/office/drawing/2014/main" id="{55A26E2F-E053-4C64-90A2-6C6BE7B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95425"/>
            <a:ext cx="3524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cision-side-head">
            <a:extLst xmlns:a="http://schemas.openxmlformats.org/drawingml/2006/main">
              <a:ext uri="{FF2B5EF4-FFF2-40B4-BE49-F238E27FC236}">
                <a16:creationId xmlns:a16="http://schemas.microsoft.com/office/drawing/2014/main" id="{9D190FA0-CB56-4110-8CCA-4458B3EA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把握住验证对象</a:t>
            </a:r>
          </a:p>
        </p:txBody>
      </p:sp>
      <p:sp>
        <p:nvSpPr>
          <p:cNvPr id="21" name="decision-side-body">
            <a:extLst xmlns:a="http://schemas.openxmlformats.org/drawingml/2006/main">
              <a:ext uri="{FF2B5EF4-FFF2-40B4-BE49-F238E27FC236}">
                <a16:creationId xmlns:a16="http://schemas.microsoft.com/office/drawing/2014/main" id="{02CBC385-C5CA-43E9-BCCE-57785840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809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归档工具只是承载方式。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这次试点要验证的，是：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结果、依据和责任边界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能否被连在一起。</a:t>
            </a:r>
          </a:p>
        </p:txBody>
      </p:sp>
      <p:sp>
        <p:nvSpPr>
          <p:cNvPr id="22" name="decision-side-label">
            <a:extLst xmlns:a="http://schemas.openxmlformats.org/drawingml/2006/main">
              <a:ext uri="{FF2B5EF4-FFF2-40B4-BE49-F238E27FC236}">
                <a16:creationId xmlns:a16="http://schemas.microsoft.com/office/drawing/2014/main" id="{7390AC12-B9D6-45D9-8B27-8D8D6A33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有限尝试 · 方案讨论口径</a:t>
            </a:r>
          </a:p>
        </p:txBody>
      </p:sp>
    </p:spTree>
    <p:extLst>
      <p:ext uri="{BB962C8B-B14F-4D97-AF65-F5344CB8AC3E}">
        <p14:creationId xmlns:p14="http://schemas.microsoft.com/office/powerpoint/2010/main" val="904089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2026-09-06T01:37:42.6660000Z</dcterms:created>
  <dcterms:modified xsi:type="dcterms:W3CDTF">2026-09-06T01:37:42.6660000Z</dcterms:modified>
</coreProperties>
</file>