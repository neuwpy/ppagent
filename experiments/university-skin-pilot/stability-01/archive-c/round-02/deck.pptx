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05f9641584ceb" /><Relationship Type="http://schemas.openxmlformats.org/officeDocument/2006/relationships/extended-properties" Target="/docProps/app.xml" Id="R615be3c2ff9a4b2a" /><Relationship Type="http://schemas.openxmlformats.org/officeDocument/2006/relationships/officeDocument" Target="/ppt/presentation.xml" Id="Rf397af09c9d1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c2d746db44cee"/>
  </p:sldMasterIdLst>
  <p:notesMasterIdLst>
    <p:notesMasterId xmlns:r="http://schemas.openxmlformats.org/officeDocument/2006/relationships" r:id="Rcc7bc6225c214894"/>
  </p:notesMasterIdLst>
  <p:sldIdLst>
    <p:sldId xmlns:r="http://schemas.openxmlformats.org/officeDocument/2006/relationships" id="256" r:id="Radb2d4159e0b434f"/>
    <p:sldId xmlns:r="http://schemas.openxmlformats.org/officeDocument/2006/relationships" id="257" r:id="R22a3fa4526b6463b"/>
    <p:sldId xmlns:r="http://schemas.openxmlformats.org/officeDocument/2006/relationships" id="258" r:id="R0a763fcceb4e4387"/>
    <p:sldId xmlns:r="http://schemas.openxmlformats.org/officeDocument/2006/relationships" id="259" r:id="R8cc28b0865bc496d"/>
    <p:sldId xmlns:r="http://schemas.openxmlformats.org/officeDocument/2006/relationships" id="260" r:id="R4e7eb21d184e49a6"/>
    <p:sldId xmlns:r="http://schemas.openxmlformats.org/officeDocument/2006/relationships" id="261" r:id="R034c9b9521fb4582"/>
    <p:sldId xmlns:r="http://schemas.openxmlformats.org/officeDocument/2006/relationships" id="262" r:id="Rc66e30a4c985411c"/>
    <p:sldId xmlns:r="http://schemas.openxmlformats.org/officeDocument/2006/relationships" id="263" r:id="R4df7ee74249d42aa"/>
    <p:sldId xmlns:r="http://schemas.openxmlformats.org/officeDocument/2006/relationships" id="264" r:id="Rc6222c7dd33040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38eed13a234b3e" /><Relationship Type="http://schemas.openxmlformats.org/officeDocument/2006/relationships/slideMaster" Target="/ppt/slideMasters/slideMaster1.xml" Id="R746c2d746db44cee" /><Relationship Type="http://schemas.openxmlformats.org/officeDocument/2006/relationships/notesMaster" Target="/ppt/notesMasters/notesMaster1.xml" Id="Rcc7bc6225c214894" /><Relationship Type="http://schemas.openxmlformats.org/officeDocument/2006/relationships/presProps" Target="/ppt/presProps.xml" Id="R87dd38f8235c4a05" /><Relationship Type="http://schemas.openxmlformats.org/officeDocument/2006/relationships/tableStyles" Target="/ppt/tableStyles.xml" Id="Rd6b7bb084dd34d6d" /><Relationship Type="http://schemas.openxmlformats.org/officeDocument/2006/relationships/slide" Target="/ppt/slides/slide1.xml" Id="Radb2d4159e0b434f" /><Relationship Type="http://schemas.openxmlformats.org/officeDocument/2006/relationships/slide" Target="/ppt/slides/slide2.xml" Id="R22a3fa4526b6463b" /><Relationship Type="http://schemas.openxmlformats.org/officeDocument/2006/relationships/slide" Target="/ppt/slides/slide3.xml" Id="R0a763fcceb4e4387" /><Relationship Type="http://schemas.openxmlformats.org/officeDocument/2006/relationships/slide" Target="/ppt/slides/slide4.xml" Id="R8cc28b0865bc496d" /><Relationship Type="http://schemas.openxmlformats.org/officeDocument/2006/relationships/slide" Target="/ppt/slides/slide5.xml" Id="R4e7eb21d184e49a6" /><Relationship Type="http://schemas.openxmlformats.org/officeDocument/2006/relationships/slide" Target="/ppt/slides/slide6.xml" Id="R034c9b9521fb4582" /><Relationship Type="http://schemas.openxmlformats.org/officeDocument/2006/relationships/slide" Target="/ppt/slides/slide7.xml" Id="Rc66e30a4c985411c" /><Relationship Type="http://schemas.openxmlformats.org/officeDocument/2006/relationships/slide" Target="/ppt/slides/slide8.xml" Id="R4df7ee74249d42aa" /><Relationship Type="http://schemas.openxmlformats.org/officeDocument/2006/relationships/slide" Target="/ppt/slides/slide9.xml" Id="Rc6222c7dd33040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26dcf51c25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00cbc7f7a4882" /><Relationship Type="http://schemas.openxmlformats.org/officeDocument/2006/relationships/notesMaster" Target="/ppt/notesMasters/notesMaster1.xml" Id="Rafa18e22ba9f4b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3e6531b6d4bb9" /><Relationship Type="http://schemas.openxmlformats.org/officeDocument/2006/relationships/notesMaster" Target="/ppt/notesMasters/notesMaster1.xml" Id="R0b7fc1cbf15e4a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be1ab5a58b4ffd" /><Relationship Type="http://schemas.openxmlformats.org/officeDocument/2006/relationships/notesMaster" Target="/ppt/notesMasters/notesMaster1.xml" Id="R46d0f0c274f546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e920dd45204fb3" /><Relationship Type="http://schemas.openxmlformats.org/officeDocument/2006/relationships/notesMaster" Target="/ppt/notesMasters/notesMaster1.xml" Id="Rb1793ec4f11e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23654a0444a52" /><Relationship Type="http://schemas.openxmlformats.org/officeDocument/2006/relationships/notesMaster" Target="/ppt/notesMasters/notesMaster1.xml" Id="R2a9af15d9f204d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fdbdae20ed4d9a" /><Relationship Type="http://schemas.openxmlformats.org/officeDocument/2006/relationships/notesMaster" Target="/ppt/notesMasters/notesMaster1.xml" Id="R08ea91b2e109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8db53ce164e88" /><Relationship Type="http://schemas.openxmlformats.org/officeDocument/2006/relationships/notesMaster" Target="/ppt/notesMasters/notesMaster1.xml" Id="Rf75b578e2eea43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ccf9ae3911474a" /><Relationship Type="http://schemas.openxmlformats.org/officeDocument/2006/relationships/notesMaster" Target="/ppt/notesMasters/notesMaster1.xml" Id="R46d7118c95fc44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3f3814f0134a20" /><Relationship Type="http://schemas.openxmlformats.org/officeDocument/2006/relationships/notesMaster" Target="/ppt/notesMasters/notesMaster1.xml" Id="R220f68a42f3a42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073516ff846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5cf83926c044b3" /><Relationship Type="http://schemas.openxmlformats.org/officeDocument/2006/relationships/slideLayout" Target="/ppt/slideLayouts/slideLayout1.xml" Id="R1c51b173b3ce46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51b173b3ce46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e7936f14f410e" /><Relationship Type="http://schemas.openxmlformats.org/officeDocument/2006/relationships/notesSlide" Target="/ppt/notesSlides/notesSlide1.xml" Id="Rd8d8226c5bc44a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0677ecda14114" /><Relationship Type="http://schemas.openxmlformats.org/officeDocument/2006/relationships/notesSlide" Target="/ppt/notesSlides/notesSlide2.xml" Id="R0e9d4eeec93e43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93b9f0f1e44b7" /><Relationship Type="http://schemas.openxmlformats.org/officeDocument/2006/relationships/notesSlide" Target="/ppt/notesSlides/notesSlide3.xml" Id="Rd838c359c0124b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25baad2c945e9" /><Relationship Type="http://schemas.openxmlformats.org/officeDocument/2006/relationships/notesSlide" Target="/ppt/notesSlides/notesSlide4.xml" Id="R11cc4c22032f47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6e7171dc4490" /><Relationship Type="http://schemas.openxmlformats.org/officeDocument/2006/relationships/notesSlide" Target="/ppt/notesSlides/notesSlide5.xml" Id="Rd566b1bbd3b8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4b7001986479c" /><Relationship Type="http://schemas.openxmlformats.org/officeDocument/2006/relationships/notesSlide" Target="/ppt/notesSlides/notesSlide6.xml" Id="R3ea2cc7c185e4e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8dc85beee485f" /><Relationship Type="http://schemas.openxmlformats.org/officeDocument/2006/relationships/notesSlide" Target="/ppt/notesSlides/notesSlide7.xml" Id="R5101525d060f44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0e32d6fcd4170" /><Relationship Type="http://schemas.openxmlformats.org/officeDocument/2006/relationships/notesSlide" Target="/ppt/notesSlides/notesSlide8.xml" Id="R3526e5153d1e49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829ef022f491d" /><Relationship Type="http://schemas.openxmlformats.org/officeDocument/2006/relationships/notesSlide" Target="/ppt/notesSlides/notesSlide9.xml" Id="Rd7d4cccac52d4e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1-left-band">
            <a:extLst xmlns:a="http://schemas.openxmlformats.org/drawingml/2006/main">
              <a:ext uri="{FF2B5EF4-FFF2-40B4-BE49-F238E27FC236}">
                <a16:creationId xmlns:a16="http://schemas.microsoft.com/office/drawing/2014/main" id="{1083BE54-3977-45CB-B6E5-EAB419A6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4850"/>
            <a:ext cx="857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1901BA0F-4D3A-477A-ADEF-6DFDB5DC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4"/>
                </a:solidFill>
              </a:defRPr>
            </a:pPr>
            <a:r>
              <a:rPr sz="1350" b="1">
                <a:solidFill>
                  <a:srgbClr val="DCE8F4"/>
                </a:solidFill>
              </a:rPr>
              <a:t>课题组讨论提案</a:t>
            </a:r>
          </a:p>
        </p:txBody>
      </p:sp>
      <p:sp>
        <p:nvSpPr>
          <p:cNvPr id="3" name="s1-main-title">
            <a:extLst xmlns:a="http://schemas.openxmlformats.org/drawingml/2006/main">
              <a:ext uri="{FF2B5EF4-FFF2-40B4-BE49-F238E27FC236}">
                <a16:creationId xmlns:a16="http://schemas.microsoft.com/office/drawing/2014/main" id="{662CEAE6-7A18-4C2E-BC5F-E0DF5C8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先让一次结果可以被理解</a:t>
            </a:r>
          </a:p>
        </p:txBody>
      </p:sp>
      <p:sp>
        <p:nvSpPr>
          <p:cNvPr id="4" name="s1-sub-title">
            <a:extLst xmlns:a="http://schemas.openxmlformats.org/drawingml/2006/main">
              <a:ext uri="{FF2B5EF4-FFF2-40B4-BE49-F238E27FC236}">
                <a16:creationId xmlns:a16="http://schemas.microsoft.com/office/drawing/2014/main" id="{670302FC-7BF3-4977-A528-45AE2E2D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EAF1F8"/>
                </a:solidFill>
              </a:defRPr>
            </a:pPr>
            <a:r>
              <a:rPr sz="2100">
                <a:solidFill>
                  <a:srgbClr val="EAF1F8"/>
                </a:solidFill>
              </a:rPr>
              <a:t>再决定哪些记录值得长期保存</a:t>
            </a:r>
          </a:p>
        </p:txBody>
      </p:sp>
      <p:sp>
        <p:nvSpPr>
          <p:cNvPr id="5" name="s1-callout-surface">
            <a:extLst xmlns:a="http://schemas.openxmlformats.org/drawingml/2006/main">
              <a:ext uri="{FF2B5EF4-FFF2-40B4-BE49-F238E27FC236}">
                <a16:creationId xmlns:a16="http://schemas.microsoft.com/office/drawing/2014/main" id="{E68492C2-11D4-45B4-A2FF-2D461E3C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57150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callout">
            <a:extLst xmlns:a="http://schemas.openxmlformats.org/drawingml/2006/main">
              <a:ext uri="{FF2B5EF4-FFF2-40B4-BE49-F238E27FC236}">
                <a16:creationId xmlns:a16="http://schemas.microsoft.com/office/drawing/2014/main" id="{72007118-F37D-48AC-8C60-716C524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3E7"/>
                </a:solidFill>
              </a:defRPr>
            </a:pPr>
            <a:r>
              <a:rPr sz="1350" b="1">
                <a:solidFill>
                  <a:srgbClr val="BFD3E7"/>
                </a:solidFill>
              </a:rPr>
              <a:t>拟议范围</a:t>
            </a:r>
          </a:p>
        </p:txBody>
      </p:sp>
      <p:sp>
        <p:nvSpPr>
          <p:cNvPr id="7" name="s1-callout-body">
            <a:extLst xmlns:a="http://schemas.openxmlformats.org/drawingml/2006/main">
              <a:ext uri="{FF2B5EF4-FFF2-40B4-BE49-F238E27FC236}">
                <a16:creationId xmlns:a16="http://schemas.microsoft.com/office/drawing/2014/main" id="{5E4B7D04-A746-4810-BB0A-4CB994CD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四周｜一个课题方向｜两名自愿成员</a:t>
            </a:r>
          </a:p>
          <a:p xmlns:a="http://schemas.openxmlformats.org/drawingml/2006/main"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只记录新增实验，先验证可追溯记录能否持续留下</a:t>
            </a:r>
          </a:p>
        </p:txBody>
      </p:sp>
      <p:sp>
        <p:nvSpPr>
          <p:cNvPr id="8" name="s1-question">
            <a:extLst xmlns:a="http://schemas.openxmlformats.org/drawingml/2006/main">
              <a:ext uri="{FF2B5EF4-FFF2-40B4-BE49-F238E27FC236}">
                <a16:creationId xmlns:a16="http://schemas.microsoft.com/office/drawing/2014/main" id="{872CF56D-2AEE-4D04-A7C1-2B6EE9BC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EAF1F8"/>
                </a:solidFill>
              </a:defRPr>
            </a:pPr>
            <a:r>
              <a:rPr sz="1350">
                <a:solidFill>
                  <a:srgbClr val="EAF1F8"/>
                </a:solidFill>
              </a:rPr>
              <a:t>讨论要点：结果、依据与责任边界能否在一次记录中对上？</a:t>
            </a:r>
          </a:p>
        </p:txBody>
      </p:sp>
      <p:sp>
        <p:nvSpPr>
          <p:cNvPr id="9" name="s1-footer-rule">
            <a:extLst xmlns:a="http://schemas.openxmlformats.org/drawingml/2006/main">
              <a:ext uri="{FF2B5EF4-FFF2-40B4-BE49-F238E27FC236}">
                <a16:creationId xmlns:a16="http://schemas.microsoft.com/office/drawing/2014/main" id="{98C6370D-CD36-4E46-8185-182796C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92B6"/>
            </a:solidFill>
            <a:prstDash val="solid"/>
          </a:ln>
        </p:spPr>
      </p:sp>
      <p:sp>
        <p:nvSpPr>
          <p:cNvPr id="10" name="s1-footer-source">
            <a:extLst xmlns:a="http://schemas.openxmlformats.org/drawingml/2006/main">
              <a:ext uri="{FF2B5EF4-FFF2-40B4-BE49-F238E27FC236}">
                <a16:creationId xmlns:a16="http://schemas.microsoft.com/office/drawing/2014/main" id="{9400E6CA-1DB8-4B92-939C-8C06521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CE8F4"/>
                </a:solidFill>
              </a:defRPr>
            </a:pPr>
            <a:r>
              <a:rPr sz="1050">
                <a:solidFill>
                  <a:srgbClr val="DCE8F4"/>
                </a:solidFill>
              </a:rPr>
              <a:t>实验数据归档：先把一次结果说明白</a:t>
            </a:r>
          </a:p>
        </p:txBody>
      </p:sp>
      <p:sp>
        <p:nvSpPr>
          <p:cNvPr id="11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8BB4D97C-3D1F-46C2-A8C0-12BB531A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4"/>
                </a:solidFill>
              </a:defRPr>
            </a:pPr>
            <a:r>
              <a:rPr sz="1050">
                <a:solidFill>
                  <a:srgbClr val="DCE8F4"/>
                </a:solidFill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738958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2-title">
            <a:extLst xmlns:a="http://schemas.openxmlformats.org/drawingml/2006/main">
              <a:ext uri="{FF2B5EF4-FFF2-40B4-BE49-F238E27FC236}">
                <a16:creationId xmlns:a16="http://schemas.microsoft.com/office/drawing/2014/main" id="{5A68972B-C620-410E-A8ED-21A082B3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文件找得到，不等于结果能解释</a:t>
            </a:r>
          </a:p>
        </p:txBody>
      </p:sp>
      <p:sp>
        <p:nvSpPr>
          <p:cNvPr id="2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0C03A8CC-DCC2-4F9C-9DC8-43AAAF22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2-subtitle">
            <a:extLst xmlns:a="http://schemas.openxmlformats.org/drawingml/2006/main">
              <a:ext uri="{FF2B5EF4-FFF2-40B4-BE49-F238E27FC236}">
                <a16:creationId xmlns:a16="http://schemas.microsoft.com/office/drawing/2014/main" id="{016004DF-B7D7-4BF5-AA2B-73EB042A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问题首先是关系断了，而不是文件有没有上传。</a:t>
            </a:r>
          </a:p>
        </p:txBody>
      </p:sp>
      <p:sp>
        <p:nvSpPr>
          <p:cNvPr id="4" name="s2-main-surface">
            <a:extLst xmlns:a="http://schemas.openxmlformats.org/drawingml/2006/main">
              <a:ext uri="{FF2B5EF4-FFF2-40B4-BE49-F238E27FC236}">
                <a16:creationId xmlns:a16="http://schemas.microsoft.com/office/drawing/2014/main" id="{02B6A55D-3536-4B7A-9E57-9DC50060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1144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left-heading">
            <a:extLst xmlns:a="http://schemas.openxmlformats.org/drawingml/2006/main">
              <a:ext uri="{FF2B5EF4-FFF2-40B4-BE49-F238E27FC236}">
                <a16:creationId xmlns:a16="http://schemas.microsoft.com/office/drawing/2014/main" id="{D3571831-6D9F-4E3C-A96E-137636D3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讨论时看到的结果</a:t>
            </a:r>
          </a:p>
        </p:txBody>
      </p:sp>
      <p:sp>
        <p:nvSpPr>
          <p:cNvPr id="6" name="s2-result-box">
            <a:extLst xmlns:a="http://schemas.openxmlformats.org/drawingml/2006/main">
              <a:ext uri="{FF2B5EF4-FFF2-40B4-BE49-F238E27FC236}">
                <a16:creationId xmlns:a16="http://schemas.microsoft.com/office/drawing/2014/main" id="{AD254BE8-D9A4-4F79-9507-76F5013B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714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7" name="s2-result-label">
            <a:extLst xmlns:a="http://schemas.openxmlformats.org/drawingml/2006/main">
              <a:ext uri="{FF2B5EF4-FFF2-40B4-BE49-F238E27FC236}">
                <a16:creationId xmlns:a16="http://schemas.microsoft.com/office/drawing/2014/main" id="{6BE6BE9C-E292-4C10-A8AE-3BB9142F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最终实验图片</a:t>
            </a:r>
          </a:p>
          <a:p xmlns:a="http://schemas.openxmlformats.org/drawingml/2006/main">
            <a:pPr algn="ctr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看见曲线，却说不清来路</a:t>
            </a:r>
          </a:p>
        </p:txBody>
      </p:sp>
      <p:sp>
        <p:nvSpPr>
          <p:cNvPr id="8" name="s2-gap-band">
            <a:extLst xmlns:a="http://schemas.openxmlformats.org/drawingml/2006/main">
              <a:ext uri="{FF2B5EF4-FFF2-40B4-BE49-F238E27FC236}">
                <a16:creationId xmlns:a16="http://schemas.microsoft.com/office/drawing/2014/main" id="{299D61AE-3DB3-4C26-B85B-E2687AF6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gap-label">
            <a:extLst xmlns:a="http://schemas.openxmlformats.org/drawingml/2006/main">
              <a:ext uri="{FF2B5EF4-FFF2-40B4-BE49-F238E27FC236}">
                <a16:creationId xmlns:a16="http://schemas.microsoft.com/office/drawing/2014/main" id="{00538FF9-9892-42FC-842B-C9DF7E7A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0325"/>
            <a:ext cx="1447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解释链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断开</a:t>
            </a:r>
          </a:p>
        </p:txBody>
      </p:sp>
      <p:sp>
        <p:nvSpPr>
          <p:cNvPr id="10" name="s2-right-heading">
            <a:extLst xmlns:a="http://schemas.openxmlformats.org/drawingml/2006/main">
              <a:ext uri="{FF2B5EF4-FFF2-40B4-BE49-F238E27FC236}">
                <a16:creationId xmlns:a16="http://schemas.microsoft.com/office/drawing/2014/main" id="{2C8BFFA5-6483-4905-B0CE-89E00C13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需要同时回答的依据</a:t>
            </a:r>
          </a:p>
        </p:txBody>
      </p:sp>
      <p:sp>
        <p:nvSpPr>
          <p:cNvPr id="11" name="s2-evidence-1">
            <a:extLst xmlns:a="http://schemas.openxmlformats.org/drawingml/2006/main">
              <a:ext uri="{FF2B5EF4-FFF2-40B4-BE49-F238E27FC236}">
                <a16:creationId xmlns:a16="http://schemas.microsoft.com/office/drawing/2014/main" id="{3A70CCE1-CEAE-43ED-A073-8FB798C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哪批样本、什么采集条件？</a:t>
            </a:r>
          </a:p>
        </p:txBody>
      </p:sp>
      <p:sp>
        <p:nvSpPr>
          <p:cNvPr id="12" name="s2-evidence-2">
            <a:extLst xmlns:a="http://schemas.openxmlformats.org/drawingml/2006/main">
              <a:ext uri="{FF2B5EF4-FFF2-40B4-BE49-F238E27FC236}">
                <a16:creationId xmlns:a16="http://schemas.microsoft.com/office/drawing/2014/main" id="{4F705EB1-5BB9-4FD3-A045-C74FCD2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用了哪版处理脚本？</a:t>
            </a:r>
          </a:p>
        </p:txBody>
      </p:sp>
      <p:sp>
        <p:nvSpPr>
          <p:cNvPr id="13" name="s2-evidence-3">
            <a:extLst xmlns:a="http://schemas.openxmlformats.org/drawingml/2006/main">
              <a:ext uri="{FF2B5EF4-FFF2-40B4-BE49-F238E27FC236}">
                <a16:creationId xmlns:a16="http://schemas.microsoft.com/office/drawing/2014/main" id="{A92DAE5F-978F-47D2-A532-0ACA6FC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哪些数据被排除，依据是什么？</a:t>
            </a:r>
          </a:p>
        </p:txBody>
      </p:sp>
      <p:sp>
        <p:nvSpPr>
          <p:cNvPr id="14" name="s2-note-surface">
            <a:extLst xmlns:a="http://schemas.openxmlformats.org/drawingml/2006/main">
              <a:ext uri="{FF2B5EF4-FFF2-40B4-BE49-F238E27FC236}">
                <a16:creationId xmlns:a16="http://schemas.microsoft.com/office/drawing/2014/main" id="{F64C499C-6381-4E34-9773-D3F656CC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8583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note">
            <a:extLst xmlns:a="http://schemas.openxmlformats.org/drawingml/2006/main">
              <a:ext uri="{FF2B5EF4-FFF2-40B4-BE49-F238E27FC236}">
                <a16:creationId xmlns:a16="http://schemas.microsoft.com/office/drawing/2014/main" id="{07B5196A-DE2B-4B7B-8968-8402ED5F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同名文件与个人目录让重复检索变难；文件存在，仍可能无法解释结果。</a:t>
            </a:r>
          </a:p>
        </p:txBody>
      </p:sp>
      <p:sp>
        <p:nvSpPr>
          <p:cNvPr id="16" name="s2-footer-rule">
            <a:extLst xmlns:a="http://schemas.openxmlformats.org/drawingml/2006/main">
              <a:ext uri="{FF2B5EF4-FFF2-40B4-BE49-F238E27FC236}">
                <a16:creationId xmlns:a16="http://schemas.microsoft.com/office/drawing/2014/main" id="{FDF2C614-8741-472E-BC1F-173EA8F6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s2-footer-source">
            <a:extLst xmlns:a="http://schemas.openxmlformats.org/drawingml/2006/main">
              <a:ext uri="{FF2B5EF4-FFF2-40B4-BE49-F238E27FC236}">
                <a16:creationId xmlns:a16="http://schemas.microsoft.com/office/drawing/2014/main" id="{D2660A2A-FDAA-44B9-9A76-544B123C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18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8238367-0989-4A52-959D-5B70359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1217665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3-title">
            <a:extLst xmlns:a="http://schemas.openxmlformats.org/drawingml/2006/main">
              <a:ext uri="{FF2B5EF4-FFF2-40B4-BE49-F238E27FC236}">
                <a16:creationId xmlns:a16="http://schemas.microsoft.com/office/drawing/2014/main" id="{C08F77D5-748B-4138-8BA3-0BB8C0AA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一条可讨论记录，必须把结果和依据绑在一起</a:t>
            </a:r>
          </a:p>
        </p:txBody>
      </p:sp>
      <p:sp>
        <p:nvSpPr>
          <p:cNvPr id="2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62F9A1AC-1DAD-4F52-A50A-93C7801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3-subtitle">
            <a:extLst xmlns:a="http://schemas.openxmlformats.org/drawingml/2006/main">
              <a:ext uri="{FF2B5EF4-FFF2-40B4-BE49-F238E27FC236}">
                <a16:creationId xmlns:a16="http://schemas.microsoft.com/office/drawing/2014/main" id="{34E965CB-3F83-4142-82E0-FE0AE7AC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五项内容共同解释一个结果，不是必须依次执行的五个步骤。</a:t>
            </a:r>
          </a:p>
        </p:txBody>
      </p:sp>
      <p:sp>
        <p:nvSpPr>
          <p:cNvPr id="4" name="s3-record-surface">
            <a:extLst xmlns:a="http://schemas.openxmlformats.org/drawingml/2006/main">
              <a:ext uri="{FF2B5EF4-FFF2-40B4-BE49-F238E27FC236}">
                <a16:creationId xmlns:a16="http://schemas.microsoft.com/office/drawing/2014/main" id="{5E0E56EE-13E3-4BF9-AE26-E54113E5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1114425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s3-record-band">
            <a:extLst xmlns:a="http://schemas.openxmlformats.org/drawingml/2006/main">
              <a:ext uri="{FF2B5EF4-FFF2-40B4-BE49-F238E27FC236}">
                <a16:creationId xmlns:a16="http://schemas.microsoft.com/office/drawing/2014/main" id="{8B34C163-7326-49CF-B477-3B57251B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1114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record-heading">
            <a:extLst xmlns:a="http://schemas.openxmlformats.org/drawingml/2006/main">
              <a:ext uri="{FF2B5EF4-FFF2-40B4-BE49-F238E27FC236}">
                <a16:creationId xmlns:a16="http://schemas.microsoft.com/office/drawing/2014/main" id="{3978DA2B-79E2-42B8-8189-39B84111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记录单元</a:t>
            </a:r>
          </a:p>
        </p:txBody>
      </p:sp>
      <p:sp>
        <p:nvSpPr>
          <p:cNvPr id="7" name="s3-result-node">
            <a:extLst xmlns:a="http://schemas.openxmlformats.org/drawingml/2006/main">
              <a:ext uri="{FF2B5EF4-FFF2-40B4-BE49-F238E27FC236}">
                <a16:creationId xmlns:a16="http://schemas.microsoft.com/office/drawing/2014/main" id="{0F7B23C1-DAE5-4AD6-8850-009561E7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result-label">
            <a:extLst xmlns:a="http://schemas.openxmlformats.org/drawingml/2006/main">
              <a:ext uri="{FF2B5EF4-FFF2-40B4-BE49-F238E27FC236}">
                <a16:creationId xmlns:a16="http://schemas.microsoft.com/office/drawing/2014/main" id="{2F0F436A-A83D-475C-A453-27C7DCF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一个实验结果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结果与依据的共同归属</a:t>
            </a:r>
          </a:p>
        </p:txBody>
      </p:sp>
      <p:sp>
        <p:nvSpPr>
          <p:cNvPr id="9" name="s3-item-raw">
            <a:extLst xmlns:a="http://schemas.openxmlformats.org/drawingml/2006/main">
              <a:ext uri="{FF2B5EF4-FFF2-40B4-BE49-F238E27FC236}">
                <a16:creationId xmlns:a16="http://schemas.microsoft.com/office/drawing/2014/main" id="{BDE832E2-C525-48DC-9149-C80E8A0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s3-item-raw-label">
            <a:extLst xmlns:a="http://schemas.openxmlformats.org/drawingml/2006/main">
              <a:ext uri="{FF2B5EF4-FFF2-40B4-BE49-F238E27FC236}">
                <a16:creationId xmlns:a16="http://schemas.microsoft.com/office/drawing/2014/main" id="{98EB2832-B586-4F2F-947B-B5513C8E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原始数据位置</a:t>
            </a:r>
          </a:p>
        </p:txBody>
      </p:sp>
      <p:sp>
        <p:nvSpPr>
          <p:cNvPr id="11" name="s3-item-raw-sub">
            <a:extLst xmlns:a="http://schemas.openxmlformats.org/drawingml/2006/main">
              <a:ext uri="{FF2B5EF4-FFF2-40B4-BE49-F238E27FC236}">
                <a16:creationId xmlns:a16="http://schemas.microsoft.com/office/drawing/2014/main" id="{028B39B6-E6C1-46DD-8A45-6C4C3AF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保持原貌</a:t>
            </a:r>
          </a:p>
        </p:txBody>
      </p:sp>
      <p:sp>
        <p:nvSpPr>
          <p:cNvPr id="12" name="s3-item-cond">
            <a:extLst xmlns:a="http://schemas.openxmlformats.org/drawingml/2006/main">
              <a:ext uri="{FF2B5EF4-FFF2-40B4-BE49-F238E27FC236}">
                <a16:creationId xmlns:a16="http://schemas.microsoft.com/office/drawing/2014/main" id="{86435A90-15B1-4CAE-8112-A213B432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s3-item-cond-label">
            <a:extLst xmlns:a="http://schemas.openxmlformats.org/drawingml/2006/main">
              <a:ext uri="{FF2B5EF4-FFF2-40B4-BE49-F238E27FC236}">
                <a16:creationId xmlns:a16="http://schemas.microsoft.com/office/drawing/2014/main" id="{A8A2DD44-35C5-473F-810C-2772382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样本与采集条件</a:t>
            </a:r>
          </a:p>
        </p:txBody>
      </p:sp>
      <p:sp>
        <p:nvSpPr>
          <p:cNvPr id="14" name="s3-item-cond-sub">
            <a:extLst xmlns:a="http://schemas.openxmlformats.org/drawingml/2006/main">
              <a:ext uri="{FF2B5EF4-FFF2-40B4-BE49-F238E27FC236}">
                <a16:creationId xmlns:a16="http://schemas.microsoft.com/office/drawing/2014/main" id="{ED3D89B8-B6B7-4CE8-8907-370D5CC7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说明上下文</a:t>
            </a:r>
          </a:p>
        </p:txBody>
      </p:sp>
      <p:sp>
        <p:nvSpPr>
          <p:cNvPr id="15" name="s3-item-script">
            <a:extLst xmlns:a="http://schemas.openxmlformats.org/drawingml/2006/main">
              <a:ext uri="{FF2B5EF4-FFF2-40B4-BE49-F238E27FC236}">
                <a16:creationId xmlns:a16="http://schemas.microsoft.com/office/drawing/2014/main" id="{FF13BE71-FD48-42E0-85B3-93CA60CC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s3-item-script-label">
            <a:extLst xmlns:a="http://schemas.openxmlformats.org/drawingml/2006/main">
              <a:ext uri="{FF2B5EF4-FFF2-40B4-BE49-F238E27FC236}">
                <a16:creationId xmlns:a16="http://schemas.microsoft.com/office/drawing/2014/main" id="{666F1454-07A8-4C37-93DF-FBFAF37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处理脚本版本</a:t>
            </a:r>
          </a:p>
        </p:txBody>
      </p:sp>
      <p:sp>
        <p:nvSpPr>
          <p:cNvPr id="17" name="s3-item-script-sub">
            <a:extLst xmlns:a="http://schemas.openxmlformats.org/drawingml/2006/main">
              <a:ext uri="{FF2B5EF4-FFF2-40B4-BE49-F238E27FC236}">
                <a16:creationId xmlns:a16="http://schemas.microsoft.com/office/drawing/2014/main" id="{576E3EC6-E3F5-4739-A502-295B761B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定位实际代码</a:t>
            </a:r>
          </a:p>
        </p:txBody>
      </p:sp>
      <p:sp>
        <p:nvSpPr>
          <p:cNvPr id="18" name="s3-item-result">
            <a:extLst xmlns:a="http://schemas.openxmlformats.org/drawingml/2006/main">
              <a:ext uri="{FF2B5EF4-FFF2-40B4-BE49-F238E27FC236}">
                <a16:creationId xmlns:a16="http://schemas.microsoft.com/office/drawing/2014/main" id="{C5257669-62C1-4B16-BEA7-68869F12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s3-item-result-label">
            <a:extLst xmlns:a="http://schemas.openxmlformats.org/drawingml/2006/main">
              <a:ext uri="{FF2B5EF4-FFF2-40B4-BE49-F238E27FC236}">
                <a16:creationId xmlns:a16="http://schemas.microsoft.com/office/drawing/2014/main" id="{F8396F18-0ED6-4180-9871-4CD650C3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结果文件</a:t>
            </a:r>
          </a:p>
        </p:txBody>
      </p:sp>
      <p:sp>
        <p:nvSpPr>
          <p:cNvPr id="20" name="s3-item-result-sub">
            <a:extLst xmlns:a="http://schemas.openxmlformats.org/drawingml/2006/main">
              <a:ext uri="{FF2B5EF4-FFF2-40B4-BE49-F238E27FC236}">
                <a16:creationId xmlns:a16="http://schemas.microsoft.com/office/drawing/2014/main" id="{4BE6ACCE-1A5F-41F8-99B4-36A2555C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对应讨论对象</a:t>
            </a:r>
          </a:p>
        </p:txBody>
      </p:sp>
      <p:sp>
        <p:nvSpPr>
          <p:cNvPr id="21" name="s3-item-exc">
            <a:extLst xmlns:a="http://schemas.openxmlformats.org/drawingml/2006/main">
              <a:ext uri="{FF2B5EF4-FFF2-40B4-BE49-F238E27FC236}">
                <a16:creationId xmlns:a16="http://schemas.microsoft.com/office/drawing/2014/main" id="{BE5847DE-362F-4BD8-8DBA-34323BD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s3-item-exc-label">
            <a:extLst xmlns:a="http://schemas.openxmlformats.org/drawingml/2006/main">
              <a:ext uri="{FF2B5EF4-FFF2-40B4-BE49-F238E27FC236}">
                <a16:creationId xmlns:a16="http://schemas.microsoft.com/office/drawing/2014/main" id="{DE3DAFA4-118F-42CD-BF90-2EA3DD0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异常与排除说明</a:t>
            </a:r>
          </a:p>
        </p:txBody>
      </p:sp>
      <p:sp>
        <p:nvSpPr>
          <p:cNvPr id="23" name="s3-item-exc-sub">
            <a:extLst xmlns:a="http://schemas.openxmlformats.org/drawingml/2006/main">
              <a:ext uri="{FF2B5EF4-FFF2-40B4-BE49-F238E27FC236}">
                <a16:creationId xmlns:a16="http://schemas.microsoft.com/office/drawing/2014/main" id="{83CDDB4A-B8C7-4F43-BC74-79E56730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保留判断依据</a:t>
            </a:r>
          </a:p>
        </p:txBody>
      </p:sp>
      <p:sp>
        <p:nvSpPr>
          <p:cNvPr id="24" name="s3-bottom-note">
            <a:extLst xmlns:a="http://schemas.openxmlformats.org/drawingml/2006/main">
              <a:ext uri="{FF2B5EF4-FFF2-40B4-BE49-F238E27FC236}">
                <a16:creationId xmlns:a16="http://schemas.microsoft.com/office/drawing/2014/main" id="{9BC42A8F-F903-416E-BDD0-874E16DC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清洗与处理另存；没有纳入结果的样本，也要说明排除条件。</a:t>
            </a:r>
          </a:p>
        </p:txBody>
      </p:sp>
      <p:sp>
        <p:nvSpPr>
          <p:cNvPr id="25" name="s3-footer-rule">
            <a:extLst xmlns:a="http://schemas.openxmlformats.org/drawingml/2006/main">
              <a:ext uri="{FF2B5EF4-FFF2-40B4-BE49-F238E27FC236}">
                <a16:creationId xmlns:a16="http://schemas.microsoft.com/office/drawing/2014/main" id="{335EB1AB-AE3E-4221-98CF-F07634F4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s3-footer-source">
            <a:extLst xmlns:a="http://schemas.openxmlformats.org/drawingml/2006/main">
              <a:ext uri="{FF2B5EF4-FFF2-40B4-BE49-F238E27FC236}">
                <a16:creationId xmlns:a16="http://schemas.microsoft.com/office/drawing/2014/main" id="{91097D36-6A79-4D80-A1BA-A14B3A6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7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28083BD5-ADF2-4DB4-A027-09E47BAC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1769284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4-title">
            <a:extLst xmlns:a="http://schemas.openxmlformats.org/drawingml/2006/main">
              <a:ext uri="{FF2B5EF4-FFF2-40B4-BE49-F238E27FC236}">
                <a16:creationId xmlns:a16="http://schemas.microsoft.com/office/drawing/2014/main" id="{1E703DD6-FD09-4147-9F48-E41534A6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归档扩展的是可解释性，不自动扩展访问权</a:t>
            </a:r>
          </a:p>
        </p:txBody>
      </p:sp>
      <p:sp>
        <p:nvSpPr>
          <p:cNvPr id="2" name="s4-title-rule">
            <a:extLst xmlns:a="http://schemas.openxmlformats.org/drawingml/2006/main">
              <a:ext uri="{FF2B5EF4-FFF2-40B4-BE49-F238E27FC236}">
                <a16:creationId xmlns:a16="http://schemas.microsoft.com/office/drawing/2014/main" id="{24460DB9-827C-49F6-9F18-416532D4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4-subtitle">
            <a:extLst xmlns:a="http://schemas.openxmlformats.org/drawingml/2006/main">
              <a:ext uri="{FF2B5EF4-FFF2-40B4-BE49-F238E27FC236}">
                <a16:creationId xmlns:a16="http://schemas.microsoft.com/office/drawing/2014/main" id="{891E3147-158C-4614-81C5-164D63E9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记录把“如何产生”说清楚，同时保留原有授权边界。</a:t>
            </a:r>
          </a:p>
        </p:txBody>
      </p:sp>
      <p:sp>
        <p:nvSpPr>
          <p:cNvPr id="4" name="s4-left-surface">
            <a:extLst xmlns:a="http://schemas.openxmlformats.org/drawingml/2006/main">
              <a:ext uri="{FF2B5EF4-FFF2-40B4-BE49-F238E27FC236}">
                <a16:creationId xmlns:a16="http://schemas.microsoft.com/office/drawing/2014/main" id="{1B23EDE5-80F1-4F87-A3A6-0845CFD5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5143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-right-surface">
            <a:extLst xmlns:a="http://schemas.openxmlformats.org/drawingml/2006/main">
              <a:ext uri="{FF2B5EF4-FFF2-40B4-BE49-F238E27FC236}">
                <a16:creationId xmlns:a16="http://schemas.microsoft.com/office/drawing/2014/main" id="{28CCDAFA-44FC-4A1F-9651-38C081AE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62100"/>
            <a:ext cx="57150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4-left-heading">
            <a:extLst xmlns:a="http://schemas.openxmlformats.org/drawingml/2006/main">
              <a:ext uri="{FF2B5EF4-FFF2-40B4-BE49-F238E27FC236}">
                <a16:creationId xmlns:a16="http://schemas.microsoft.com/office/drawing/2014/main" id="{5095669B-12A7-4B66-9078-F58790D2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可放进讨论材料</a:t>
            </a:r>
          </a:p>
        </p:txBody>
      </p:sp>
      <p:sp>
        <p:nvSpPr>
          <p:cNvPr id="7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5363B61B-EC36-4D4F-86CA-6480F4E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05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52B33"/>
                </a:solidFill>
              </a:defRPr>
            </a:pPr>
            <a:r>
              <a:rPr sz="1650">
                <a:solidFill>
                  <a:srgbClr val="252B33"/>
                </a:solidFill>
              </a:rPr>
              <a:t>结果图</a:t>
            </a:r>
          </a:p>
          <a:p xmlns:a="http://schemas.openxmlformats.org/drawingml/2006/main">
            <a:pPr algn="l">
              <a:defRPr sz="1650">
                <a:solidFill>
                  <a:srgbClr val="252B33"/>
                </a:solidFill>
              </a:defRPr>
            </a:pPr>
            <a:r>
              <a:rPr sz="1650">
                <a:solidFill>
                  <a:srgbClr val="252B33"/>
                </a:solidFill>
              </a:rPr>
              <a:t>可公开的解释</a:t>
            </a:r>
          </a:p>
          <a:p xmlns:a="http://schemas.openxmlformats.org/drawingml/2006/main">
            <a:pPr algn="l">
              <a:defRPr sz="1650">
                <a:solidFill>
                  <a:srgbClr val="252B33"/>
                </a:solidFill>
              </a:defRPr>
            </a:pPr>
            <a:r>
              <a:rPr sz="1650">
                <a:solidFill>
                  <a:srgbClr val="252B33"/>
                </a:solidFill>
              </a:rPr>
              <a:t>受控引用与访问条件</a:t>
            </a:r>
          </a:p>
        </p:txBody>
      </p:sp>
      <p:sp>
        <p:nvSpPr>
          <p:cNvPr id="8" name="s4-left-rule">
            <a:extLst xmlns:a="http://schemas.openxmlformats.org/drawingml/2006/main">
              <a:ext uri="{FF2B5EF4-FFF2-40B4-BE49-F238E27FC236}">
                <a16:creationId xmlns:a16="http://schemas.microsoft.com/office/drawing/2014/main" id="{26B37FAD-3691-432F-8A68-456395FC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9" name="s4-left-note">
            <a:extLst xmlns:a="http://schemas.openxmlformats.org/drawingml/2006/main">
              <a:ext uri="{FF2B5EF4-FFF2-40B4-BE49-F238E27FC236}">
                <a16:creationId xmlns:a16="http://schemas.microsoft.com/office/drawing/2014/main" id="{4A33CA43-56C2-442C-A09A-63DFA20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86E"/>
                </a:solidFill>
              </a:defRPr>
            </a:pPr>
            <a:r>
              <a:rPr sz="1350" b="1">
                <a:solidFill>
                  <a:srgbClr val="24486E"/>
                </a:solidFill>
              </a:rPr>
              <a:t>重点：别人能理解结果从何而来。</a:t>
            </a:r>
          </a:p>
        </p:txBody>
      </p:sp>
      <p:sp>
        <p:nvSpPr>
          <p:cNvPr id="10" name="s4-right-heading">
            <a:extLst xmlns:a="http://schemas.openxmlformats.org/drawingml/2006/main">
              <a:ext uri="{FF2B5EF4-FFF2-40B4-BE49-F238E27FC236}">
                <a16:creationId xmlns:a16="http://schemas.microsoft.com/office/drawing/2014/main" id="{A5D618B0-F8FD-45BE-A318-41597273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仍受原授权约束</a:t>
            </a:r>
          </a:p>
        </p:txBody>
      </p:sp>
      <p:sp>
        <p:nvSpPr>
          <p:cNvPr id="11" name="s4-right-body">
            <a:extLst xmlns:a="http://schemas.openxmlformats.org/drawingml/2006/main">
              <a:ext uri="{FF2B5EF4-FFF2-40B4-BE49-F238E27FC236}">
                <a16:creationId xmlns:a16="http://schemas.microsoft.com/office/drawing/2014/main" id="{69E05A02-2C00-4918-8143-DC72C483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252B33"/>
                </a:solidFill>
              </a:defRPr>
            </a:pPr>
            <a:r>
              <a:rPr sz="1575">
                <a:solidFill>
                  <a:srgbClr val="252B33"/>
                </a:solidFill>
              </a:rPr>
              <a:t>受限原始数据继续放在原授权位置</a:t>
            </a:r>
          </a:p>
          <a:p xmlns:a="http://schemas.openxmlformats.org/drawingml/2006/main">
            <a:pPr algn="l">
              <a:defRPr sz="1575">
                <a:solidFill>
                  <a:srgbClr val="252B33"/>
                </a:solidFill>
              </a:defRPr>
            </a:pPr>
            <a:r>
              <a:rPr sz="1575">
                <a:solidFill>
                  <a:srgbClr val="252B33"/>
                </a:solidFill>
              </a:rPr>
              <a:t>涉及个人信息或合作限制的内容不改变授权</a:t>
            </a:r>
          </a:p>
          <a:p xmlns:a="http://schemas.openxmlformats.org/drawingml/2006/main">
            <a:pPr algn="l">
              <a:defRPr sz="1575">
                <a:solidFill>
                  <a:srgbClr val="252B33"/>
                </a:solidFill>
              </a:defRPr>
            </a:pPr>
            <a:r>
              <a:rPr sz="1575">
                <a:solidFill>
                  <a:srgbClr val="252B33"/>
                </a:solidFill>
              </a:rPr>
              <a:t>记录中的路径不代表成员已经取得访问权</a:t>
            </a:r>
          </a:p>
        </p:txBody>
      </p:sp>
      <p:sp>
        <p:nvSpPr>
          <p:cNvPr id="12" name="s4-right-note-surface">
            <a:extLst xmlns:a="http://schemas.openxmlformats.org/drawingml/2006/main">
              <a:ext uri="{FF2B5EF4-FFF2-40B4-BE49-F238E27FC236}">
                <a16:creationId xmlns:a16="http://schemas.microsoft.com/office/drawing/2014/main" id="{7AC24ED0-31A6-4931-B0E0-93916576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4762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s4-right-note">
            <a:extLst xmlns:a="http://schemas.openxmlformats.org/drawingml/2006/main">
              <a:ext uri="{FF2B5EF4-FFF2-40B4-BE49-F238E27FC236}">
                <a16:creationId xmlns:a16="http://schemas.microsoft.com/office/drawing/2014/main" id="{4933508E-BAD7-4405-82E5-A4A6FBD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86E"/>
                </a:solidFill>
              </a:defRPr>
            </a:pPr>
            <a:r>
              <a:rPr sz="1350" b="1">
                <a:solidFill>
                  <a:srgbClr val="24486E"/>
                </a:solidFill>
              </a:rPr>
              <a:t>路径是受控引用，不是授权传递。</a:t>
            </a:r>
          </a:p>
        </p:txBody>
      </p:sp>
      <p:sp>
        <p:nvSpPr>
          <p:cNvPr id="14" name="s4-footer-rule">
            <a:extLst xmlns:a="http://schemas.openxmlformats.org/drawingml/2006/main">
              <a:ext uri="{FF2B5EF4-FFF2-40B4-BE49-F238E27FC236}">
                <a16:creationId xmlns:a16="http://schemas.microsoft.com/office/drawing/2014/main" id="{D962F601-2AA2-4765-96D4-0BEA6E50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s4-footer-source">
            <a:extLst xmlns:a="http://schemas.openxmlformats.org/drawingml/2006/main">
              <a:ext uri="{FF2B5EF4-FFF2-40B4-BE49-F238E27FC236}">
                <a16:creationId xmlns:a16="http://schemas.microsoft.com/office/drawing/2014/main" id="{5BE6FF17-46E5-448C-9010-AB15828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16" name="s4-footer-page">
            <a:extLst xmlns:a="http://schemas.openxmlformats.org/drawingml/2006/main">
              <a:ext uri="{FF2B5EF4-FFF2-40B4-BE49-F238E27FC236}">
                <a16:creationId xmlns:a16="http://schemas.microsoft.com/office/drawing/2014/main" id="{D21ED3CB-E8D2-4B96-93FC-258CE53E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161544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5-title">
            <a:extLst xmlns:a="http://schemas.openxmlformats.org/drawingml/2006/main">
              <a:ext uri="{FF2B5EF4-FFF2-40B4-BE49-F238E27FC236}">
                <a16:creationId xmlns:a16="http://schemas.microsoft.com/office/drawing/2014/main" id="{0AF398BF-2DDA-46CE-856A-8916A9DB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新增实验先行，是范围选择，不是效率结论</a:t>
            </a:r>
          </a:p>
        </p:txBody>
      </p:sp>
      <p:sp>
        <p:nvSpPr>
          <p:cNvPr id="2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F9B85A37-AC51-40DB-A05A-5DD43A5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5-subtitle">
            <a:extLst xmlns:a="http://schemas.openxmlformats.org/drawingml/2006/main">
              <a:ext uri="{FF2B5EF4-FFF2-40B4-BE49-F238E27FC236}">
                <a16:creationId xmlns:a16="http://schemas.microsoft.com/office/drawing/2014/main" id="{24CFA4E5-5A77-4215-9A00-CE24B679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两种推进思路各有代价；建议先保留上下文清楚的新增记录。</a:t>
            </a:r>
          </a:p>
        </p:txBody>
      </p:sp>
      <p:sp>
        <p:nvSpPr>
          <p:cNvPr id="4" name="s5-left-surface">
            <a:extLst xmlns:a="http://schemas.openxmlformats.org/drawingml/2006/main">
              <a:ext uri="{FF2B5EF4-FFF2-40B4-BE49-F238E27FC236}">
                <a16:creationId xmlns:a16="http://schemas.microsoft.com/office/drawing/2014/main" id="{228828C7-4408-4272-A28F-8C2E1CFF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5143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5-right-surface">
            <a:extLst xmlns:a="http://schemas.openxmlformats.org/drawingml/2006/main">
              <a:ext uri="{FF2B5EF4-FFF2-40B4-BE49-F238E27FC236}">
                <a16:creationId xmlns:a16="http://schemas.microsoft.com/office/drawing/2014/main" id="{36CE2C12-9E5D-4EC6-8AC3-E413819C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62100"/>
            <a:ext cx="57150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left-heading">
            <a:extLst xmlns:a="http://schemas.openxmlformats.org/drawingml/2006/main">
              <a:ext uri="{FF2B5EF4-FFF2-40B4-BE49-F238E27FC236}">
                <a16:creationId xmlns:a16="http://schemas.microsoft.com/office/drawing/2014/main" id="{E06C5270-8A9F-4091-ABEC-DD34D61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集中补历史档案</a:t>
            </a:r>
          </a:p>
        </p:txBody>
      </p:sp>
      <p:sp>
        <p:nvSpPr>
          <p:cNvPr id="7" name="s5-left-1">
            <a:extLst xmlns:a="http://schemas.openxmlformats.org/drawingml/2006/main">
              <a:ext uri="{FF2B5EF4-FFF2-40B4-BE49-F238E27FC236}">
                <a16:creationId xmlns:a16="http://schemas.microsoft.com/office/drawing/2014/main" id="{96709960-0EB6-4C78-B51D-0C41AF3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一次形成较大的目录</a:t>
            </a:r>
          </a:p>
        </p:txBody>
      </p:sp>
      <p:sp>
        <p:nvSpPr>
          <p:cNvPr id="8" name="s5-left-2">
            <a:extLst xmlns:a="http://schemas.openxmlformats.org/drawingml/2006/main">
              <a:ext uri="{FF2B5EF4-FFF2-40B4-BE49-F238E27FC236}">
                <a16:creationId xmlns:a16="http://schemas.microsoft.com/office/drawing/2014/main" id="{27A50B5D-1B6F-4C9B-958F-A7EF64C5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追查已遗失上下文，可能耗费大量时间</a:t>
            </a:r>
          </a:p>
        </p:txBody>
      </p:sp>
      <p:sp>
        <p:nvSpPr>
          <p:cNvPr id="9" name="s5-left-3">
            <a:extLst xmlns:a="http://schemas.openxmlformats.org/drawingml/2006/main">
              <a:ext uri="{FF2B5EF4-FFF2-40B4-BE49-F238E27FC236}">
                <a16:creationId xmlns:a16="http://schemas.microsoft.com/office/drawing/2014/main" id="{A53BA5EC-38EF-4994-95FD-E2FE02A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不确定记忆可能被写成确定说明</a:t>
            </a:r>
          </a:p>
        </p:txBody>
      </p:sp>
      <p:sp>
        <p:nvSpPr>
          <p:cNvPr id="10" name="s5-right-heading">
            <a:extLst xmlns:a="http://schemas.openxmlformats.org/drawingml/2006/main">
              <a:ext uri="{FF2B5EF4-FFF2-40B4-BE49-F238E27FC236}">
                <a16:creationId xmlns:a16="http://schemas.microsoft.com/office/drawing/2014/main" id="{AD95B024-8DDA-41E8-A41A-00B36688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86E"/>
                </a:solidFill>
              </a:defRPr>
            </a:pPr>
            <a:r>
              <a:rPr sz="1800" b="1">
                <a:solidFill>
                  <a:srgbClr val="24486E"/>
                </a:solidFill>
              </a:rPr>
              <a:t>先从新增实验开始</a:t>
            </a:r>
          </a:p>
        </p:txBody>
      </p:sp>
      <p:sp>
        <p:nvSpPr>
          <p:cNvPr id="11" name="s5-right-1">
            <a:extLst xmlns:a="http://schemas.openxmlformats.org/drawingml/2006/main">
              <a:ext uri="{FF2B5EF4-FFF2-40B4-BE49-F238E27FC236}">
                <a16:creationId xmlns:a16="http://schemas.microsoft.com/office/drawing/2014/main" id="{7227C80C-48FA-41A4-B6DC-6D2056AC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上下文尚清楚时记录</a:t>
            </a:r>
          </a:p>
        </p:txBody>
      </p:sp>
      <p:sp>
        <p:nvSpPr>
          <p:cNvPr id="12" name="s5-right-2">
            <a:extLst xmlns:a="http://schemas.openxmlformats.org/drawingml/2006/main">
              <a:ext uri="{FF2B5EF4-FFF2-40B4-BE49-F238E27FC236}">
                <a16:creationId xmlns:a16="http://schemas.microsoft.com/office/drawing/2014/main" id="{A70BC027-4665-4AE2-9A5E-11F2CD7C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短期无法解决全部历史材料的追溯</a:t>
            </a:r>
          </a:p>
        </p:txBody>
      </p:sp>
      <p:sp>
        <p:nvSpPr>
          <p:cNvPr id="13" name="s5-right-3">
            <a:extLst xmlns:a="http://schemas.openxmlformats.org/drawingml/2006/main">
              <a:ext uri="{FF2B5EF4-FFF2-40B4-BE49-F238E27FC236}">
                <a16:creationId xmlns:a16="http://schemas.microsoft.com/office/drawing/2014/main" id="{BF06AE7C-2EA3-4853-BDC8-F457C509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真正需要复核的历史结果，再逐项补充</a:t>
            </a:r>
          </a:p>
        </p:txBody>
      </p:sp>
      <p:sp>
        <p:nvSpPr>
          <p:cNvPr id="14" name="s5-recommendation">
            <a:extLst xmlns:a="http://schemas.openxmlformats.org/drawingml/2006/main">
              <a:ext uri="{FF2B5EF4-FFF2-40B4-BE49-F238E27FC236}">
                <a16:creationId xmlns:a16="http://schemas.microsoft.com/office/drawing/2014/main" id="{0F7D06AE-DE84-46A2-BE0C-4D8389B6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9906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5-recommendation-text">
            <a:extLst xmlns:a="http://schemas.openxmlformats.org/drawingml/2006/main">
              <a:ext uri="{FF2B5EF4-FFF2-40B4-BE49-F238E27FC236}">
                <a16:creationId xmlns:a16="http://schemas.microsoft.com/office/drawing/2014/main" id="{28DB6853-C330-4E14-92D4-341899A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建议：先对新增实验试行，再补充真正需要复核的历史结果。</a:t>
            </a:r>
          </a:p>
        </p:txBody>
      </p:sp>
      <p:sp>
        <p:nvSpPr>
          <p:cNvPr id="16" name="s5-caveat">
            <a:extLst xmlns:a="http://schemas.openxmlformats.org/drawingml/2006/main">
              <a:ext uri="{FF2B5EF4-FFF2-40B4-BE49-F238E27FC236}">
                <a16:creationId xmlns:a16="http://schemas.microsoft.com/office/drawing/2014/main" id="{35267E4E-3592-4928-B9A5-38B802E1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这是范围选择，不能表述为已经证明新方式更高效。</a:t>
            </a:r>
          </a:p>
        </p:txBody>
      </p:sp>
      <p:sp>
        <p:nvSpPr>
          <p:cNvPr id="17" name="s5-footer-rule">
            <a:extLst xmlns:a="http://schemas.openxmlformats.org/drawingml/2006/main">
              <a:ext uri="{FF2B5EF4-FFF2-40B4-BE49-F238E27FC236}">
                <a16:creationId xmlns:a16="http://schemas.microsoft.com/office/drawing/2014/main" id="{B4C3D633-D11D-4514-B12F-C1F7ABA7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s5-footer-source">
            <a:extLst xmlns:a="http://schemas.openxmlformats.org/drawingml/2006/main">
              <a:ext uri="{FF2B5EF4-FFF2-40B4-BE49-F238E27FC236}">
                <a16:creationId xmlns:a16="http://schemas.microsoft.com/office/drawing/2014/main" id="{F3D46CB6-38CE-431D-A3BF-EDB6AEA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19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F5AFFA0F-427C-4CB2-BAF7-CBCBF69B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267672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6-title">
            <a:extLst xmlns:a="http://schemas.openxmlformats.org/drawingml/2006/main">
              <a:ext uri="{FF2B5EF4-FFF2-40B4-BE49-F238E27FC236}">
                <a16:creationId xmlns:a16="http://schemas.microsoft.com/office/drawing/2014/main" id="{664B2607-24F8-4594-8618-C5863C38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复核先验证可理解性，再进入可讨论版本</a:t>
            </a:r>
          </a:p>
        </p:txBody>
      </p:sp>
      <p:sp>
        <p:nvSpPr>
          <p:cNvPr id="2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371DCA81-A0FD-4659-A03A-FE04C4C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6-subtitle">
            <a:extLst xmlns:a="http://schemas.openxmlformats.org/drawingml/2006/main">
              <a:ext uri="{FF2B5EF4-FFF2-40B4-BE49-F238E27FC236}">
                <a16:creationId xmlns:a16="http://schemas.microsoft.com/office/drawing/2014/main" id="{007C2136-C878-445E-B261-6C7ACE58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先看别人能否沿记录定位结果的来路，不代替科学结论审查。</a:t>
            </a:r>
          </a:p>
        </p:txBody>
      </p:sp>
      <p:sp>
        <p:nvSpPr>
          <p:cNvPr id="4" name="s5-node-1">
            <a:extLst xmlns:a="http://schemas.openxmlformats.org/drawingml/2006/main">
              <a:ext uri="{FF2B5EF4-FFF2-40B4-BE49-F238E27FC236}">
                <a16:creationId xmlns:a16="http://schemas.microsoft.com/office/drawing/2014/main" id="{764E65C5-342A-48A0-B971-59ADBB98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5" name="s5-node-2">
            <a:extLst xmlns:a="http://schemas.openxmlformats.org/drawingml/2006/main">
              <a:ext uri="{FF2B5EF4-FFF2-40B4-BE49-F238E27FC236}">
                <a16:creationId xmlns:a16="http://schemas.microsoft.com/office/drawing/2014/main" id="{921C72BB-D63D-4349-BA5D-6064989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6" name="s5-node-3">
            <a:extLst xmlns:a="http://schemas.openxmlformats.org/drawingml/2006/main">
              <a:ext uri="{FF2B5EF4-FFF2-40B4-BE49-F238E27FC236}">
                <a16:creationId xmlns:a16="http://schemas.microsoft.com/office/drawing/2014/main" id="{03847584-B781-473A-8938-A11F71E8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7" name="s5-node-4">
            <a:extLst xmlns:a="http://schemas.openxmlformats.org/drawingml/2006/main">
              <a:ext uri="{FF2B5EF4-FFF2-40B4-BE49-F238E27FC236}">
                <a16:creationId xmlns:a16="http://schemas.microsoft.com/office/drawing/2014/main" id="{05DC4058-B84D-4837-9B8D-453A7934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1940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44830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07720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1" name="s5-step-1-label">
            <a:extLst xmlns:a="http://schemas.openxmlformats.org/drawingml/2006/main">
              <a:ext uri="{FF2B5EF4-FFF2-40B4-BE49-F238E27FC236}">
                <a16:creationId xmlns:a16="http://schemas.microsoft.com/office/drawing/2014/main" id="{826DBB47-EC5F-47C2-997A-7B39B53C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01｜提交记录</a:t>
            </a:r>
          </a:p>
        </p:txBody>
      </p:sp>
      <p:sp>
        <p:nvSpPr>
          <p:cNvPr id="12" name="s5-step-1-body">
            <a:extLst xmlns:a="http://schemas.openxmlformats.org/drawingml/2006/main">
              <a:ext uri="{FF2B5EF4-FFF2-40B4-BE49-F238E27FC236}">
                <a16:creationId xmlns:a16="http://schemas.microsoft.com/office/drawing/2014/main" id="{4FAD51EE-C140-4E46-9057-F257AFC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执行者提交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结果及受控引用</a:t>
            </a:r>
          </a:p>
        </p:txBody>
      </p:sp>
      <p:sp>
        <p:nvSpPr>
          <p:cNvPr id="13" name="s5-step-2-label">
            <a:extLst xmlns:a="http://schemas.openxmlformats.org/drawingml/2006/main">
              <a:ext uri="{FF2B5EF4-FFF2-40B4-BE49-F238E27FC236}">
                <a16:creationId xmlns:a16="http://schemas.microsoft.com/office/drawing/2014/main" id="{071C9C8E-CF8E-4382-B46C-FE44BFA0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02｜尝试定位</a:t>
            </a:r>
          </a:p>
        </p:txBody>
      </p:sp>
      <p:sp>
        <p:nvSpPr>
          <p:cNvPr id="14" name="s5-step-2-body">
            <a:extLst xmlns:a="http://schemas.openxmlformats.org/drawingml/2006/main">
              <a:ext uri="{FF2B5EF4-FFF2-40B4-BE49-F238E27FC236}">
                <a16:creationId xmlns:a16="http://schemas.microsoft.com/office/drawing/2014/main" id="{8E691CF6-57AB-4836-AFD7-E6D769BA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另一位成员定位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数据、脚本和条件</a:t>
            </a:r>
          </a:p>
        </p:txBody>
      </p:sp>
      <p:sp>
        <p:nvSpPr>
          <p:cNvPr id="15" name="s5-step-3-label">
            <a:extLst xmlns:a="http://schemas.openxmlformats.org/drawingml/2006/main">
              <a:ext uri="{FF2B5EF4-FFF2-40B4-BE49-F238E27FC236}">
                <a16:creationId xmlns:a16="http://schemas.microsoft.com/office/drawing/2014/main" id="{C4D17913-2DEE-48B5-AFF5-EBF8E0C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03｜补充缺项</a:t>
            </a:r>
          </a:p>
        </p:txBody>
      </p:sp>
      <p:sp>
        <p:nvSpPr>
          <p:cNvPr id="16" name="s5-step-3-body">
            <a:extLst xmlns:a="http://schemas.openxmlformats.org/drawingml/2006/main">
              <a:ext uri="{FF2B5EF4-FFF2-40B4-BE49-F238E27FC236}">
                <a16:creationId xmlns:a16="http://schemas.microsoft.com/office/drawing/2014/main" id="{9B493B27-2EE0-4925-A2D0-1605C80B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执行者依据反馈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补齐记录</a:t>
            </a:r>
          </a:p>
        </p:txBody>
      </p:sp>
      <p:sp>
        <p:nvSpPr>
          <p:cNvPr id="17" name="s5-step-4-label">
            <a:extLst xmlns:a="http://schemas.openxmlformats.org/drawingml/2006/main">
              <a:ext uri="{FF2B5EF4-FFF2-40B4-BE49-F238E27FC236}">
                <a16:creationId xmlns:a16="http://schemas.microsoft.com/office/drawing/2014/main" id="{439D25BD-5082-4714-AD65-F2CED34E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04｜负责人确认</a:t>
            </a:r>
          </a:p>
        </p:txBody>
      </p:sp>
      <p:sp>
        <p:nvSpPr>
          <p:cNvPr id="18" name="s5-step-4-body">
            <a:extLst xmlns:a="http://schemas.openxmlformats.org/drawingml/2006/main">
              <a:ext uri="{FF2B5EF4-FFF2-40B4-BE49-F238E27FC236}">
                <a16:creationId xmlns:a16="http://schemas.microsoft.com/office/drawing/2014/main" id="{6FEEDD66-0C5E-460D-8CE7-AA5A63FC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记录进入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可讨论版本</a:t>
            </a:r>
          </a:p>
        </p:txBody>
      </p:sp>
      <p:sp>
        <p:nvSpPr>
          <p:cNvPr id="19" name="s5-gate-surface">
            <a:extLst xmlns:a="http://schemas.openxmlformats.org/drawingml/2006/main">
              <a:ext uri="{FF2B5EF4-FFF2-40B4-BE49-F238E27FC236}">
                <a16:creationId xmlns:a16="http://schemas.microsoft.com/office/drawing/2014/main" id="{C3DD51B2-F032-40EF-AE22-D0DD5F19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00500"/>
            <a:ext cx="84582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5-gate-label">
            <a:extLst xmlns:a="http://schemas.openxmlformats.org/drawingml/2006/main">
              <a:ext uri="{FF2B5EF4-FFF2-40B4-BE49-F238E27FC236}">
                <a16:creationId xmlns:a16="http://schemas.microsoft.com/office/drawing/2014/main" id="{94395C5D-9192-4C27-B548-14A3C4A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29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授权变化时</a:t>
            </a:r>
          </a:p>
        </p:txBody>
      </p:sp>
      <p:sp>
        <p:nvSpPr>
          <p:cNvPr id="21" name="s5-gate-body">
            <a:extLst xmlns:a="http://schemas.openxmlformats.org/drawingml/2006/main">
              <a:ext uri="{FF2B5EF4-FFF2-40B4-BE49-F238E27FC236}">
                <a16:creationId xmlns:a16="http://schemas.microsoft.com/office/drawing/2014/main" id="{57936752-7B72-4B4E-830A-1CE3C4D6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暂停共享 → 负责人处理授权 → 获得明确边界后再继续</a:t>
            </a:r>
          </a:p>
        </p:txBody>
      </p:sp>
      <p:sp>
        <p:nvSpPr>
          <p:cNvPr id="22" name="s5-bottom-note">
            <a:extLst xmlns:a="http://schemas.openxmlformats.org/drawingml/2006/main">
              <a:ext uri="{FF2B5EF4-FFF2-40B4-BE49-F238E27FC236}">
                <a16:creationId xmlns:a16="http://schemas.microsoft.com/office/drawing/2014/main" id="{C2C382F8-14F6-4AB0-8109-83451E80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复核只检查别人是否能理解结果是怎么产生的；不要求复做整项实验。</a:t>
            </a:r>
          </a:p>
        </p:txBody>
      </p:sp>
      <p:sp>
        <p:nvSpPr>
          <p:cNvPr id="23" name="s6-footer-rule">
            <a:extLst xmlns:a="http://schemas.openxmlformats.org/drawingml/2006/main">
              <a:ext uri="{FF2B5EF4-FFF2-40B4-BE49-F238E27FC236}">
                <a16:creationId xmlns:a16="http://schemas.microsoft.com/office/drawing/2014/main" id="{82D7142C-C564-4E67-988F-AB40ABBA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s6-footer-source">
            <a:extLst xmlns:a="http://schemas.openxmlformats.org/drawingml/2006/main">
              <a:ext uri="{FF2B5EF4-FFF2-40B4-BE49-F238E27FC236}">
                <a16:creationId xmlns:a16="http://schemas.microsoft.com/office/drawing/2014/main" id="{316097F4-3B60-4322-B546-BC6A759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5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79F670BB-A458-4B33-8593-7EFB8F91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1193168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7-title">
            <a:extLst xmlns:a="http://schemas.openxmlformats.org/drawingml/2006/main">
              <a:ext uri="{FF2B5EF4-FFF2-40B4-BE49-F238E27FC236}">
                <a16:creationId xmlns:a16="http://schemas.microsoft.com/office/drawing/2014/main" id="{89F38505-32AF-4EA1-8617-CB198F47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四周只验证新增实验能否持续留下可追溯记录</a:t>
            </a:r>
          </a:p>
        </p:txBody>
      </p:sp>
      <p:sp>
        <p:nvSpPr>
          <p:cNvPr id="2" name="s7-title-rule">
            <a:extLst xmlns:a="http://schemas.openxmlformats.org/drawingml/2006/main">
              <a:ext uri="{FF2B5EF4-FFF2-40B4-BE49-F238E27FC236}">
                <a16:creationId xmlns:a16="http://schemas.microsoft.com/office/drawing/2014/main" id="{C26F9EA5-E84C-4810-835B-68ED5A1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7-subtitle">
            <a:extLst xmlns:a="http://schemas.openxmlformats.org/drawingml/2006/main">
              <a:ext uri="{FF2B5EF4-FFF2-40B4-BE49-F238E27FC236}">
                <a16:creationId xmlns:a16="http://schemas.microsoft.com/office/drawing/2014/main" id="{A26E38E8-64E0-400E-A58C-5861A678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范围是拟定的试点安排，没有效率提升或完成率实测数字。</a:t>
            </a:r>
          </a:p>
        </p:txBody>
      </p:sp>
      <p:sp>
        <p:nvSpPr>
          <p:cNvPr id="4" name="s6-scope-band">
            <a:extLst xmlns:a="http://schemas.openxmlformats.org/drawingml/2006/main">
              <a:ext uri="{FF2B5EF4-FFF2-40B4-BE49-F238E27FC236}">
                <a16:creationId xmlns:a16="http://schemas.microsoft.com/office/drawing/2014/main" id="{703C2212-D014-4A9E-A946-FEF6A5AB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scope">
            <a:extLst xmlns:a="http://schemas.openxmlformats.org/drawingml/2006/main">
              <a:ext uri="{FF2B5EF4-FFF2-40B4-BE49-F238E27FC236}">
                <a16:creationId xmlns:a16="http://schemas.microsoft.com/office/drawing/2014/main" id="{E36E6406-DA37-47D7-848E-F602FEB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一个课题方向  ·  两名自愿成员  ·  只记录新增实验</a:t>
            </a:r>
          </a:p>
        </p:txBody>
      </p:sp>
      <p:sp>
        <p:nvSpPr>
          <p:cNvPr id="6" name="s6-timeline">
            <a:extLst xmlns:a="http://schemas.openxmlformats.org/drawingml/2006/main">
              <a:ext uri="{FF2B5EF4-FFF2-40B4-BE49-F238E27FC236}">
                <a16:creationId xmlns:a16="http://schemas.microsoft.com/office/drawing/2014/main" id="{EE1E2865-8146-4977-AB3B-C4DBF948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7" name="s6-week-1-node">
            <a:extLst xmlns:a="http://schemas.openxmlformats.org/drawingml/2006/main">
              <a:ext uri="{FF2B5EF4-FFF2-40B4-BE49-F238E27FC236}">
                <a16:creationId xmlns:a16="http://schemas.microsoft.com/office/drawing/2014/main" id="{868B85B3-048A-4877-8A26-93279C60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6-week-1-label">
            <a:extLst xmlns:a="http://schemas.openxmlformats.org/drawingml/2006/main">
              <a:ext uri="{FF2B5EF4-FFF2-40B4-BE49-F238E27FC236}">
                <a16:creationId xmlns:a16="http://schemas.microsoft.com/office/drawing/2014/main" id="{DD048274-6305-41E1-AD2D-D051F39C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第1周</a:t>
            </a:r>
          </a:p>
        </p:txBody>
      </p:sp>
      <p:sp>
        <p:nvSpPr>
          <p:cNvPr id="9" name="s6-week-1-main">
            <a:extLst xmlns:a="http://schemas.openxmlformats.org/drawingml/2006/main">
              <a:ext uri="{FF2B5EF4-FFF2-40B4-BE49-F238E27FC236}">
                <a16:creationId xmlns:a16="http://schemas.microsoft.com/office/drawing/2014/main" id="{1C2281D6-C841-46BD-A647-DF6DF955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共同明确最少字段</a:t>
            </a:r>
          </a:p>
        </p:txBody>
      </p:sp>
      <p:sp>
        <p:nvSpPr>
          <p:cNvPr id="10" name="s6-week-1-sub">
            <a:extLst xmlns:a="http://schemas.openxmlformats.org/drawingml/2006/main">
              <a:ext uri="{FF2B5EF4-FFF2-40B4-BE49-F238E27FC236}">
                <a16:creationId xmlns:a16="http://schemas.microsoft.com/office/drawing/2014/main" id="{964D3FE5-1E5D-43F4-859F-23FAC81E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用一个结果试填</a:t>
            </a:r>
          </a:p>
        </p:txBody>
      </p:sp>
      <p:sp>
        <p:nvSpPr>
          <p:cNvPr id="11" name="s6-week-2-node">
            <a:extLst xmlns:a="http://schemas.openxmlformats.org/drawingml/2006/main">
              <a:ext uri="{FF2B5EF4-FFF2-40B4-BE49-F238E27FC236}">
                <a16:creationId xmlns:a16="http://schemas.microsoft.com/office/drawing/2014/main" id="{8B0BAA54-4A97-4775-BA5C-24F8AC91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6-week-2-label">
            <a:extLst xmlns:a="http://schemas.openxmlformats.org/drawingml/2006/main">
              <a:ext uri="{FF2B5EF4-FFF2-40B4-BE49-F238E27FC236}">
                <a16:creationId xmlns:a16="http://schemas.microsoft.com/office/drawing/2014/main" id="{BFBE8798-363A-47A3-80CD-0DC351B8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第2周</a:t>
            </a:r>
          </a:p>
        </p:txBody>
      </p:sp>
      <p:sp>
        <p:nvSpPr>
          <p:cNvPr id="13" name="s6-week-2-main">
            <a:extLst xmlns:a="http://schemas.openxmlformats.org/drawingml/2006/main">
              <a:ext uri="{FF2B5EF4-FFF2-40B4-BE49-F238E27FC236}">
                <a16:creationId xmlns:a16="http://schemas.microsoft.com/office/drawing/2014/main" id="{2880C136-9F34-449A-9A6E-EBD3D305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在实际工作中记录</a:t>
            </a:r>
          </a:p>
        </p:txBody>
      </p:sp>
      <p:sp>
        <p:nvSpPr>
          <p:cNvPr id="14" name="s6-week-2-sub">
            <a:extLst xmlns:a="http://schemas.openxmlformats.org/drawingml/2006/main">
              <a:ext uri="{FF2B5EF4-FFF2-40B4-BE49-F238E27FC236}">
                <a16:creationId xmlns:a16="http://schemas.microsoft.com/office/drawing/2014/main" id="{033484A7-1857-4D8E-878D-A3C7C537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观察缺项</a:t>
            </a:r>
          </a:p>
        </p:txBody>
      </p:sp>
      <p:sp>
        <p:nvSpPr>
          <p:cNvPr id="15" name="s6-week-3-node">
            <a:extLst xmlns:a="http://schemas.openxmlformats.org/drawingml/2006/main">
              <a:ext uri="{FF2B5EF4-FFF2-40B4-BE49-F238E27FC236}">
                <a16:creationId xmlns:a16="http://schemas.microsoft.com/office/drawing/2014/main" id="{157E1E6F-93DB-4A0D-914B-829AC3B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week-3-label">
            <a:extLst xmlns:a="http://schemas.openxmlformats.org/drawingml/2006/main">
              <a:ext uri="{FF2B5EF4-FFF2-40B4-BE49-F238E27FC236}">
                <a16:creationId xmlns:a16="http://schemas.microsoft.com/office/drawing/2014/main" id="{9EEB37A0-4C8C-4F2C-9518-2205952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第3周</a:t>
            </a:r>
          </a:p>
        </p:txBody>
      </p:sp>
      <p:sp>
        <p:nvSpPr>
          <p:cNvPr id="17" name="s6-week-3-main">
            <a:extLst xmlns:a="http://schemas.openxmlformats.org/drawingml/2006/main">
              <a:ext uri="{FF2B5EF4-FFF2-40B4-BE49-F238E27FC236}">
                <a16:creationId xmlns:a16="http://schemas.microsoft.com/office/drawing/2014/main" id="{76FF9B94-9E76-4B67-8D35-588736F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继续实际记录</a:t>
            </a:r>
          </a:p>
        </p:txBody>
      </p:sp>
      <p:sp>
        <p:nvSpPr>
          <p:cNvPr id="18" name="s6-week-3-sub">
            <a:extLst xmlns:a="http://schemas.openxmlformats.org/drawingml/2006/main">
              <a:ext uri="{FF2B5EF4-FFF2-40B4-BE49-F238E27FC236}">
                <a16:creationId xmlns:a16="http://schemas.microsoft.com/office/drawing/2014/main" id="{0AF01FD2-2EA8-4BD6-8E0C-EF49EDC8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记录填写负担</a:t>
            </a:r>
          </a:p>
        </p:txBody>
      </p:sp>
      <p:sp>
        <p:nvSpPr>
          <p:cNvPr id="19" name="s6-week-4-node">
            <a:extLst xmlns:a="http://schemas.openxmlformats.org/drawingml/2006/main">
              <a:ext uri="{FF2B5EF4-FFF2-40B4-BE49-F238E27FC236}">
                <a16:creationId xmlns:a16="http://schemas.microsoft.com/office/drawing/2014/main" id="{8DB71AA8-EF4A-41DC-9303-983A4357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6-week-4-label">
            <a:extLst xmlns:a="http://schemas.openxmlformats.org/drawingml/2006/main">
              <a:ext uri="{FF2B5EF4-FFF2-40B4-BE49-F238E27FC236}">
                <a16:creationId xmlns:a16="http://schemas.microsoft.com/office/drawing/2014/main" id="{A42C2FCA-1A19-4F4F-A58F-C3CA5EBD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第4周</a:t>
            </a:r>
          </a:p>
        </p:txBody>
      </p:sp>
      <p:sp>
        <p:nvSpPr>
          <p:cNvPr id="21" name="s6-week-4-main">
            <a:extLst xmlns:a="http://schemas.openxmlformats.org/drawingml/2006/main">
              <a:ext uri="{FF2B5EF4-FFF2-40B4-BE49-F238E27FC236}">
                <a16:creationId xmlns:a16="http://schemas.microsoft.com/office/drawing/2014/main" id="{67C2E959-E465-4B64-A5CB-294F3C8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集中讨论试点结果</a:t>
            </a:r>
          </a:p>
        </p:txBody>
      </p:sp>
      <p:sp>
        <p:nvSpPr>
          <p:cNvPr id="22" name="s6-week-4-sub">
            <a:extLst xmlns:a="http://schemas.openxmlformats.org/drawingml/2006/main">
              <a:ext uri="{FF2B5EF4-FFF2-40B4-BE49-F238E27FC236}">
                <a16:creationId xmlns:a16="http://schemas.microsoft.com/office/drawing/2014/main" id="{94ED1AD8-527F-4BB4-AB9B-13AB0BE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保留、修改或停止</a:t>
            </a:r>
          </a:p>
        </p:txBody>
      </p:sp>
      <p:sp>
        <p:nvSpPr>
          <p:cNvPr id="23" name="s6-caveat">
            <a:extLst xmlns:a="http://schemas.openxmlformats.org/drawingml/2006/main">
              <a:ext uri="{FF2B5EF4-FFF2-40B4-BE49-F238E27FC236}">
                <a16:creationId xmlns:a16="http://schemas.microsoft.com/office/drawing/2014/main" id="{3310FEBA-6823-4520-8606-333351C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99060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6-caveat-text">
            <a:extLst xmlns:a="http://schemas.openxmlformats.org/drawingml/2006/main">
              <a:ext uri="{FF2B5EF4-FFF2-40B4-BE49-F238E27FC236}">
                <a16:creationId xmlns:a16="http://schemas.microsoft.com/office/drawing/2014/main" id="{205F77D0-91D8-436D-86A3-79EE1991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6875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52B33"/>
                </a:solidFill>
              </a:defRPr>
            </a:pPr>
            <a:r>
              <a:rPr sz="1275">
                <a:solidFill>
                  <a:srgbClr val="252B33"/>
                </a:solidFill>
              </a:rPr>
              <a:t>周次、人数和范围都是拟定边界；试点不以“完成更多”作为预设结论。</a:t>
            </a:r>
          </a:p>
        </p:txBody>
      </p:sp>
      <p:sp>
        <p:nvSpPr>
          <p:cNvPr id="25" name="s7-footer-rule">
            <a:extLst xmlns:a="http://schemas.openxmlformats.org/drawingml/2006/main">
              <a:ext uri="{FF2B5EF4-FFF2-40B4-BE49-F238E27FC236}">
                <a16:creationId xmlns:a16="http://schemas.microsoft.com/office/drawing/2014/main" id="{E9B60D26-4946-48A1-8384-2E4627A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s7-footer-source">
            <a:extLst xmlns:a="http://schemas.openxmlformats.org/drawingml/2006/main">
              <a:ext uri="{FF2B5EF4-FFF2-40B4-BE49-F238E27FC236}">
                <a16:creationId xmlns:a16="http://schemas.microsoft.com/office/drawing/2014/main" id="{50A42311-35C6-4F71-9317-142D70B2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7" name="s7-footer-page">
            <a:extLst xmlns:a="http://schemas.openxmlformats.org/drawingml/2006/main">
              <a:ext uri="{FF2B5EF4-FFF2-40B4-BE49-F238E27FC236}">
                <a16:creationId xmlns:a16="http://schemas.microsoft.com/office/drawing/2014/main" id="{87E1D33C-362B-4522-A909-4B412811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1911155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8-title">
            <a:extLst xmlns:a="http://schemas.openxmlformats.org/drawingml/2006/main">
              <a:ext uri="{FF2B5EF4-FFF2-40B4-BE49-F238E27FC236}">
                <a16:creationId xmlns:a16="http://schemas.microsoft.com/office/drawing/2014/main" id="{76D0DD4C-475F-4AC3-A842-D97DE86F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试点评估看追溯、依据和负担，暂不设统一合格分数</a:t>
            </a:r>
          </a:p>
        </p:txBody>
      </p:sp>
      <p:sp>
        <p:nvSpPr>
          <p:cNvPr id="2" name="s8-title-rule">
            <a:extLst xmlns:a="http://schemas.openxmlformats.org/drawingml/2006/main">
              <a:ext uri="{FF2B5EF4-FFF2-40B4-BE49-F238E27FC236}">
                <a16:creationId xmlns:a16="http://schemas.microsoft.com/office/drawing/2014/main" id="{09666257-073B-4680-A459-943A626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8-subtitle">
            <a:extLst xmlns:a="http://schemas.openxmlformats.org/drawingml/2006/main">
              <a:ext uri="{FF2B5EF4-FFF2-40B4-BE49-F238E27FC236}">
                <a16:creationId xmlns:a16="http://schemas.microsoft.com/office/drawing/2014/main" id="{11016601-D6D1-4836-9148-24A9D67A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收集具体复核过程与当事人反馈，再判断是否值得继续。</a:t>
            </a:r>
          </a:p>
        </p:txBody>
      </p:sp>
      <p:sp>
        <p:nvSpPr>
          <p:cNvPr id="4" name="s7-row-1">
            <a:extLst xmlns:a="http://schemas.openxmlformats.org/drawingml/2006/main">
              <a:ext uri="{FF2B5EF4-FFF2-40B4-BE49-F238E27FC236}">
                <a16:creationId xmlns:a16="http://schemas.microsoft.com/office/drawing/2014/main" id="{4FB9EAD7-67EC-4EF4-8A20-CE88CA3E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9060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row-1-num">
            <a:extLst xmlns:a="http://schemas.openxmlformats.org/drawingml/2006/main">
              <a:ext uri="{FF2B5EF4-FFF2-40B4-BE49-F238E27FC236}">
                <a16:creationId xmlns:a16="http://schemas.microsoft.com/office/drawing/2014/main" id="{EDA53EBC-3CFA-4FBE-939D-C5A7D952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01</a:t>
            </a:r>
          </a:p>
        </p:txBody>
      </p:sp>
      <p:sp>
        <p:nvSpPr>
          <p:cNvPr id="6" name="s7-row-1-question">
            <a:extLst xmlns:a="http://schemas.openxmlformats.org/drawingml/2006/main">
              <a:ext uri="{FF2B5EF4-FFF2-40B4-BE49-F238E27FC236}">
                <a16:creationId xmlns:a16="http://schemas.microsoft.com/office/drawing/2014/main" id="{72F7479C-663B-45A4-A221-4D47D459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47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能否定位来源？</a:t>
            </a:r>
          </a:p>
        </p:txBody>
      </p:sp>
      <p:sp>
        <p:nvSpPr>
          <p:cNvPr id="7" name="s7-row-1-detail">
            <a:extLst xmlns:a="http://schemas.openxmlformats.org/drawingml/2006/main">
              <a:ext uri="{FF2B5EF4-FFF2-40B4-BE49-F238E27FC236}">
                <a16:creationId xmlns:a16="http://schemas.microsoft.com/office/drawing/2014/main" id="{C7D107CE-F2B6-4DCD-9969-BB93C5AB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其他成员能否沿记录找到结果的来源？</a:t>
            </a:r>
          </a:p>
        </p:txBody>
      </p:sp>
      <p:sp>
        <p:nvSpPr>
          <p:cNvPr id="8" name="s7-row-2">
            <a:extLst xmlns:a="http://schemas.openxmlformats.org/drawingml/2006/main">
              <a:ext uri="{FF2B5EF4-FFF2-40B4-BE49-F238E27FC236}">
                <a16:creationId xmlns:a16="http://schemas.microsoft.com/office/drawing/2014/main" id="{5B31523A-5307-45B3-92EB-0DA1281A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9060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row-2-num">
            <a:extLst xmlns:a="http://schemas.openxmlformats.org/drawingml/2006/main">
              <a:ext uri="{FF2B5EF4-FFF2-40B4-BE49-F238E27FC236}">
                <a16:creationId xmlns:a16="http://schemas.microsoft.com/office/drawing/2014/main" id="{58F6587D-A2D9-466E-ADB7-541EF24C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02</a:t>
            </a:r>
          </a:p>
        </p:txBody>
      </p:sp>
      <p:sp>
        <p:nvSpPr>
          <p:cNvPr id="10" name="s7-row-2-question">
            <a:extLst xmlns:a="http://schemas.openxmlformats.org/drawingml/2006/main">
              <a:ext uri="{FF2B5EF4-FFF2-40B4-BE49-F238E27FC236}">
                <a16:creationId xmlns:a16="http://schemas.microsoft.com/office/drawing/2014/main" id="{755FFBA4-1674-40F4-B19D-015ACDD8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14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依据是否可理解？</a:t>
            </a:r>
          </a:p>
        </p:txBody>
      </p:sp>
      <p:sp>
        <p:nvSpPr>
          <p:cNvPr id="11" name="s7-row-2-detail">
            <a:extLst xmlns:a="http://schemas.openxmlformats.org/drawingml/2006/main">
              <a:ext uri="{FF2B5EF4-FFF2-40B4-BE49-F238E27FC236}">
                <a16:creationId xmlns:a16="http://schemas.microsoft.com/office/drawing/2014/main" id="{47DCE5D7-D801-42F9-B2AB-354FCCFF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关键处理与排除是否有可理解的依据？</a:t>
            </a:r>
          </a:p>
        </p:txBody>
      </p:sp>
      <p:sp>
        <p:nvSpPr>
          <p:cNvPr id="12" name="s7-row-3">
            <a:extLst xmlns:a="http://schemas.openxmlformats.org/drawingml/2006/main">
              <a:ext uri="{FF2B5EF4-FFF2-40B4-BE49-F238E27FC236}">
                <a16:creationId xmlns:a16="http://schemas.microsoft.com/office/drawing/2014/main" id="{252418F4-5B28-4602-BA73-FF8FD68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99060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7-row-3-num">
            <a:extLst xmlns:a="http://schemas.openxmlformats.org/drawingml/2006/main">
              <a:ext uri="{FF2B5EF4-FFF2-40B4-BE49-F238E27FC236}">
                <a16:creationId xmlns:a16="http://schemas.microsoft.com/office/drawing/2014/main" id="{28667934-A127-4858-A2FE-3D2C026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03</a:t>
            </a:r>
          </a:p>
        </p:txBody>
      </p:sp>
      <p:sp>
        <p:nvSpPr>
          <p:cNvPr id="14" name="s7-row-3-question">
            <a:extLst xmlns:a="http://schemas.openxmlformats.org/drawingml/2006/main">
              <a:ext uri="{FF2B5EF4-FFF2-40B4-BE49-F238E27FC236}">
                <a16:creationId xmlns:a16="http://schemas.microsoft.com/office/drawing/2014/main" id="{D0016289-88C3-4076-BA91-314F77CA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81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负担是否可持续？</a:t>
            </a:r>
          </a:p>
        </p:txBody>
      </p:sp>
      <p:sp>
        <p:nvSpPr>
          <p:cNvPr id="15" name="s7-row-3-detail">
            <a:extLst xmlns:a="http://schemas.openxmlformats.org/drawingml/2006/main">
              <a:ext uri="{FF2B5EF4-FFF2-40B4-BE49-F238E27FC236}">
                <a16:creationId xmlns:a16="http://schemas.microsoft.com/office/drawing/2014/main" id="{B2CBA7F6-F18A-4CBF-8F07-C126981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记录负担是否在成员愿意持续承担的范围内？</a:t>
            </a:r>
          </a:p>
        </p:txBody>
      </p:sp>
      <p:sp>
        <p:nvSpPr>
          <p:cNvPr id="16" name="s7-evidence-band">
            <a:extLst xmlns:a="http://schemas.openxmlformats.org/drawingml/2006/main">
              <a:ext uri="{FF2B5EF4-FFF2-40B4-BE49-F238E27FC236}">
                <a16:creationId xmlns:a16="http://schemas.microsoft.com/office/drawing/2014/main" id="{B463F774-51B8-4DDA-8E65-BB79F551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9906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evidence">
            <a:extLst xmlns:a="http://schemas.openxmlformats.org/drawingml/2006/main">
              <a:ext uri="{FF2B5EF4-FFF2-40B4-BE49-F238E27FC236}">
                <a16:creationId xmlns:a16="http://schemas.microsoft.com/office/drawing/2014/main" id="{4DB34E72-AB18-4D42-B9B2-D78802A1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证据来自具体复核过程与当事人反馈。字段填满但仍找不到脚本版本，不能算追溯已解决。</a:t>
            </a:r>
          </a:p>
        </p:txBody>
      </p:sp>
      <p:sp>
        <p:nvSpPr>
          <p:cNvPr id="18" name="s8-footer-rule">
            <a:extLst xmlns:a="http://schemas.openxmlformats.org/drawingml/2006/main">
              <a:ext uri="{FF2B5EF4-FFF2-40B4-BE49-F238E27FC236}">
                <a16:creationId xmlns:a16="http://schemas.microsoft.com/office/drawing/2014/main" id="{27FA9263-8820-42E8-BCB7-2903B29D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s8-footer-source">
            <a:extLst xmlns:a="http://schemas.openxmlformats.org/drawingml/2006/main">
              <a:ext uri="{FF2B5EF4-FFF2-40B4-BE49-F238E27FC236}">
                <a16:creationId xmlns:a16="http://schemas.microsoft.com/office/drawing/2014/main" id="{F047E890-CA13-4BF0-B8AF-7BCE7F78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0" name="s8-footer-page">
            <a:extLst xmlns:a="http://schemas.openxmlformats.org/drawingml/2006/main">
              <a:ext uri="{FF2B5EF4-FFF2-40B4-BE49-F238E27FC236}">
                <a16:creationId xmlns:a16="http://schemas.microsoft.com/office/drawing/2014/main" id="{61260978-74F7-452E-B348-EE8BD0C9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995917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9-title">
            <a:extLst xmlns:a="http://schemas.openxmlformats.org/drawingml/2006/main">
              <a:ext uri="{FF2B5EF4-FFF2-40B4-BE49-F238E27FC236}">
                <a16:creationId xmlns:a16="http://schemas.microsoft.com/office/drawing/2014/main" id="{6820B815-F6B3-4286-BF2E-17760741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先定范围、授权和复核责任，再决定保留、修改或停止</a:t>
            </a:r>
          </a:p>
        </p:txBody>
      </p:sp>
      <p:sp>
        <p:nvSpPr>
          <p:cNvPr id="2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7E9D9461-4A85-47C5-9487-1537911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9-subtitle">
            <a:extLst xmlns:a="http://schemas.openxmlformats.org/drawingml/2006/main">
              <a:ext uri="{FF2B5EF4-FFF2-40B4-BE49-F238E27FC236}">
                <a16:creationId xmlns:a16="http://schemas.microsoft.com/office/drawing/2014/main" id="{744B19D2-7EF7-44A9-86A7-2111846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本次讨论要确认的是一个有限尝试。</a:t>
            </a:r>
          </a:p>
        </p:txBody>
      </p:sp>
      <p:sp>
        <p:nvSpPr>
          <p:cNvPr id="4" name="s8-main-surface">
            <a:extLst xmlns:a="http://schemas.openxmlformats.org/drawingml/2006/main">
              <a:ext uri="{FF2B5EF4-FFF2-40B4-BE49-F238E27FC236}">
                <a16:creationId xmlns:a16="http://schemas.microsoft.com/office/drawing/2014/main" id="{E811082A-58A7-45E8-95CF-BA81296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8580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8-start-heading">
            <a:extLst xmlns:a="http://schemas.openxmlformats.org/drawingml/2006/main">
              <a:ext uri="{FF2B5EF4-FFF2-40B4-BE49-F238E27FC236}">
                <a16:creationId xmlns:a16="http://schemas.microsoft.com/office/drawing/2014/main" id="{D81F84A3-C476-403E-BD7D-C58B837E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86E"/>
                </a:solidFill>
              </a:defRPr>
            </a:pPr>
            <a:r>
              <a:rPr sz="1800" b="1">
                <a:solidFill>
                  <a:srgbClr val="24486E"/>
                </a:solidFill>
              </a:rPr>
              <a:t>开始试点前确认</a:t>
            </a:r>
          </a:p>
        </p:txBody>
      </p:sp>
      <p:sp>
        <p:nvSpPr>
          <p:cNvPr id="6" name="s8-start-1">
            <a:extLst xmlns:a="http://schemas.openxmlformats.org/drawingml/2006/main">
              <a:ext uri="{FF2B5EF4-FFF2-40B4-BE49-F238E27FC236}">
                <a16:creationId xmlns:a16="http://schemas.microsoft.com/office/drawing/2014/main" id="{E3AE9680-1366-4CC4-8279-F807065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负责人确认试点范围与授权联系人</a:t>
            </a:r>
          </a:p>
        </p:txBody>
      </p:sp>
      <p:sp>
        <p:nvSpPr>
          <p:cNvPr id="7" name="s8-start-2">
            <a:extLst xmlns:a="http://schemas.openxmlformats.org/drawingml/2006/main">
              <a:ext uri="{FF2B5EF4-FFF2-40B4-BE49-F238E27FC236}">
                <a16:creationId xmlns:a16="http://schemas.microsoft.com/office/drawing/2014/main" id="{26DA6226-B79F-43F9-BBAE-738017C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参与成员认可最少字段</a:t>
            </a:r>
          </a:p>
        </p:txBody>
      </p:sp>
      <p:sp>
        <p:nvSpPr>
          <p:cNvPr id="8" name="s8-start-3">
            <a:extLst xmlns:a="http://schemas.openxmlformats.org/drawingml/2006/main">
              <a:ext uri="{FF2B5EF4-FFF2-40B4-BE49-F238E27FC236}">
                <a16:creationId xmlns:a16="http://schemas.microsoft.com/office/drawing/2014/main" id="{3D4DF435-D754-4984-AADC-83A52A4F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确定谁负责复核与最终确认</a:t>
            </a:r>
          </a:p>
        </p:txBody>
      </p:sp>
      <p:sp>
        <p:nvSpPr>
          <p:cNvPr id="9" name="s8-decision-band">
            <a:extLst xmlns:a="http://schemas.openxmlformats.org/drawingml/2006/main">
              <a:ext uri="{FF2B5EF4-FFF2-40B4-BE49-F238E27FC236}">
                <a16:creationId xmlns:a16="http://schemas.microsoft.com/office/drawing/2014/main" id="{88867CA4-8845-4664-8B5D-7902B675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61722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decision">
            <a:extLst xmlns:a="http://schemas.openxmlformats.org/drawingml/2006/main">
              <a:ext uri="{FF2B5EF4-FFF2-40B4-BE49-F238E27FC236}">
                <a16:creationId xmlns:a16="http://schemas.microsoft.com/office/drawing/2014/main" id="{E94B71D7-08E4-4F61-BF60-5616BBD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一次结果 → 可被理解 → 再决定长期保存</a:t>
            </a:r>
          </a:p>
        </p:txBody>
      </p:sp>
      <p:sp>
        <p:nvSpPr>
          <p:cNvPr id="11" name="s8-stop-surface">
            <a:extLst xmlns:a="http://schemas.openxmlformats.org/drawingml/2006/main">
              <a:ext uri="{FF2B5EF4-FFF2-40B4-BE49-F238E27FC236}">
                <a16:creationId xmlns:a16="http://schemas.microsoft.com/office/drawing/2014/main" id="{2174065C-EEBA-4C48-84E4-981C49D2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24000"/>
            <a:ext cx="388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8-stop-heading">
            <a:extLst xmlns:a="http://schemas.openxmlformats.org/drawingml/2006/main">
              <a:ext uri="{FF2B5EF4-FFF2-40B4-BE49-F238E27FC236}">
                <a16:creationId xmlns:a16="http://schemas.microsoft.com/office/drawing/2014/main" id="{559D04CE-9097-4DAC-A71D-72DD15FA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出现这些信号，就缩小或停止</a:t>
            </a:r>
          </a:p>
        </p:txBody>
      </p:sp>
      <p:sp>
        <p:nvSpPr>
          <p:cNvPr id="13" name="s8-stop-1">
            <a:extLst xmlns:a="http://schemas.openxmlformats.org/drawingml/2006/main">
              <a:ext uri="{FF2B5EF4-FFF2-40B4-BE49-F238E27FC236}">
                <a16:creationId xmlns:a16="http://schemas.microsoft.com/office/drawing/2014/main" id="{5F1FC17A-7B63-4911-9418-C8F10A03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填写持续挤占必要实验时间</a:t>
            </a:r>
          </a:p>
        </p:txBody>
      </p:sp>
      <p:sp>
        <p:nvSpPr>
          <p:cNvPr id="14" name="s8-stop-2">
            <a:extLst xmlns:a="http://schemas.openxmlformats.org/drawingml/2006/main">
              <a:ext uri="{FF2B5EF4-FFF2-40B4-BE49-F238E27FC236}">
                <a16:creationId xmlns:a16="http://schemas.microsoft.com/office/drawing/2014/main" id="{B0061CAE-921F-4F40-BF73-0A096510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权限边界无法说明</a:t>
            </a:r>
          </a:p>
        </p:txBody>
      </p:sp>
      <p:sp>
        <p:nvSpPr>
          <p:cNvPr id="15" name="s8-stop-3">
            <a:extLst xmlns:a="http://schemas.openxmlformats.org/drawingml/2006/main">
              <a:ext uri="{FF2B5EF4-FFF2-40B4-BE49-F238E27FC236}">
                <a16:creationId xmlns:a16="http://schemas.microsoft.com/office/drawing/2014/main" id="{62EBEB91-F4B3-41B1-A493-1A1EB79E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只增加抄写，没有帮助解释结果</a:t>
            </a:r>
          </a:p>
        </p:txBody>
      </p:sp>
      <p:sp>
        <p:nvSpPr>
          <p:cNvPr id="16" name="s8-close">
            <a:extLst xmlns:a="http://schemas.openxmlformats.org/drawingml/2006/main">
              <a:ext uri="{FF2B5EF4-FFF2-40B4-BE49-F238E27FC236}">
                <a16:creationId xmlns:a16="http://schemas.microsoft.com/office/drawing/2014/main" id="{107380CA-A804-44FF-80F1-9B12BD29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86E"/>
                </a:solidFill>
              </a:defRPr>
            </a:pPr>
            <a:r>
              <a:rPr sz="1350" b="1">
                <a:solidFill>
                  <a:srgbClr val="24486E"/>
                </a:solidFill>
              </a:rPr>
              <a:t>归档工具只是承载方式；结果、依据和责任边界的联系，才是试点要验证的内容。</a:t>
            </a:r>
          </a:p>
        </p:txBody>
      </p:sp>
      <p:sp>
        <p:nvSpPr>
          <p:cNvPr id="17" name="s9-footer-rule">
            <a:extLst xmlns:a="http://schemas.openxmlformats.org/drawingml/2006/main">
              <a:ext uri="{FF2B5EF4-FFF2-40B4-BE49-F238E27FC236}">
                <a16:creationId xmlns:a16="http://schemas.microsoft.com/office/drawing/2014/main" id="{9E6DE723-4FCD-40B7-9CA4-F08BFF31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s9-footer-source">
            <a:extLst xmlns:a="http://schemas.openxmlformats.org/drawingml/2006/main">
              <a:ext uri="{FF2B5EF4-FFF2-40B4-BE49-F238E27FC236}">
                <a16:creationId xmlns:a16="http://schemas.microsoft.com/office/drawing/2014/main" id="{1BCE742B-2941-4308-ADD3-22F6D99F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19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6A2E5B12-CF78-448F-A521-1BCA2C63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83387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2026-09-06T02:27:49.1430000Z</dcterms:created>
  <dcterms:modified xsi:type="dcterms:W3CDTF">2026-09-06T02:27:49.1440000Z</dcterms:modified>
</coreProperties>
</file>