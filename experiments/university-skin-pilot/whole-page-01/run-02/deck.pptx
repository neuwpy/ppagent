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22df742b2c48bf" /><Relationship Type="http://schemas.openxmlformats.org/officeDocument/2006/relationships/extended-properties" Target="/docProps/app.xml" Id="R7fad213f2395469d" /><Relationship Type="http://schemas.openxmlformats.org/officeDocument/2006/relationships/officeDocument" Target="/ppt/presentation.xml" Id="R996ef0da892c4d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c263f734474cb9"/>
  </p:sldMasterIdLst>
  <p:notesMasterIdLst>
    <p:notesMasterId xmlns:r="http://schemas.openxmlformats.org/officeDocument/2006/relationships" r:id="R42a8197918ea4de9"/>
  </p:notesMasterIdLst>
  <p:sldIdLst>
    <p:sldId xmlns:r="http://schemas.openxmlformats.org/officeDocument/2006/relationships" id="256" r:id="Re5020a76d8584961"/>
    <p:sldId xmlns:r="http://schemas.openxmlformats.org/officeDocument/2006/relationships" id="257" r:id="Re401ed8d8bdb4a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88f9e0b1ce4d59" /><Relationship Type="http://schemas.openxmlformats.org/officeDocument/2006/relationships/slideMaster" Target="/ppt/slideMasters/slideMaster1.xml" Id="R62c263f734474cb9" /><Relationship Type="http://schemas.openxmlformats.org/officeDocument/2006/relationships/notesMaster" Target="/ppt/notesMasters/notesMaster1.xml" Id="R42a8197918ea4de9" /><Relationship Type="http://schemas.openxmlformats.org/officeDocument/2006/relationships/presProps" Target="/ppt/presProps.xml" Id="R982aa144833d455f" /><Relationship Type="http://schemas.openxmlformats.org/officeDocument/2006/relationships/tableStyles" Target="/ppt/tableStyles.xml" Id="Rc33176f5262b4b20" /><Relationship Type="http://schemas.openxmlformats.org/officeDocument/2006/relationships/slide" Target="/ppt/slides/slide1.xml" Id="Re5020a76d8584961" /><Relationship Type="http://schemas.openxmlformats.org/officeDocument/2006/relationships/slide" Target="/ppt/slides/slide2.xml" Id="Re401ed8d8bdb4a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b0bc436c794e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291b762d5d41f5" /><Relationship Type="http://schemas.openxmlformats.org/officeDocument/2006/relationships/notesMaster" Target="/ppt/notesMasters/notesMaster1.xml" Id="R1bf3fcd2585841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9d4208bb444320" /><Relationship Type="http://schemas.openxmlformats.org/officeDocument/2006/relationships/notesMaster" Target="/ppt/notesMasters/notesMaster1.xml" Id="R7ec19b5638c34d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69dbfd0ab48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c0f99a285e4cc3" /><Relationship Type="http://schemas.openxmlformats.org/officeDocument/2006/relationships/slideLayout" Target="/ppt/slideLayouts/slideLayout1.xml" Id="Ra66b53fa87a143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b53fa87a143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8c84fae9a4ec8" /><Relationship Type="http://schemas.openxmlformats.org/officeDocument/2006/relationships/image" Target="/ppt/media/image.png" Id="R06b049105c6a4883" /><Relationship Type="http://schemas.openxmlformats.org/officeDocument/2006/relationships/image" Target="/ppt/media/image.svg" Id="R6135ec28cccc4c5a" /><Relationship Type="http://schemas.openxmlformats.org/officeDocument/2006/relationships/image" Target="/ppt/media/image2.png" Id="R15efec6c50004266" /><Relationship Type="http://schemas.openxmlformats.org/officeDocument/2006/relationships/image" Target="/ppt/media/image2.svg" Id="R4b19234236d04aaf" /><Relationship Type="http://schemas.openxmlformats.org/officeDocument/2006/relationships/image" Target="/ppt/media/image3.png" Id="Rdd5c111d0a6847f1" /><Relationship Type="http://schemas.openxmlformats.org/officeDocument/2006/relationships/image" Target="/ppt/media/image3.svg" Id="Ra693af2a2fd04c08" /><Relationship Type="http://schemas.openxmlformats.org/officeDocument/2006/relationships/image" Target="/ppt/media/image4.png" Id="Re9677fd4118d4ba4" /><Relationship Type="http://schemas.openxmlformats.org/officeDocument/2006/relationships/image" Target="/ppt/media/image4.svg" Id="R6b424fbc509649c6" /><Relationship Type="http://schemas.openxmlformats.org/officeDocument/2006/relationships/image" Target="/ppt/media/image5.png" Id="Ra81fac838a3b40a5" /><Relationship Type="http://schemas.openxmlformats.org/officeDocument/2006/relationships/image" Target="/ppt/media/image5.svg" Id="Rd12004dca5dc47e8" /><Relationship Type="http://schemas.openxmlformats.org/officeDocument/2006/relationships/notesSlide" Target="/ppt/notesSlides/notesSlide1.xml" Id="Rb76e6a710a874a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cc4c7df564b75" /><Relationship Type="http://schemas.openxmlformats.org/officeDocument/2006/relationships/notesSlide" Target="/ppt/notesSlides/notesSlide2.xml" Id="R09489bce58b740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kicker-1">
            <a:extLst xmlns:a="http://schemas.openxmlformats.org/drawingml/2006/main">
              <a:ext uri="{FF2B5EF4-FFF2-40B4-BE49-F238E27FC236}">
                <a16:creationId xmlns:a16="http://schemas.microsoft.com/office/drawing/2014/main" id="{74231C13-EC58-404C-B63D-1A0323A7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问题一｜从“找到文件”到“理解结果”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C6D35DEB-DEFA-4FCB-ABE9-5FFA1F65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记录的目的不是把文件收齐，而是让别人沿依据复核结果</a:t>
            </a:r>
          </a:p>
        </p:txBody>
      </p:sp>
      <p:sp>
        <p:nvSpPr>
          <p:cNvPr id="3" name="source-1">
            <a:extLst xmlns:a="http://schemas.openxmlformats.org/drawingml/2006/main">
              <a:ext uri="{FF2B5EF4-FFF2-40B4-BE49-F238E27FC236}">
                <a16:creationId xmlns:a16="http://schemas.microsoft.com/office/drawing/2014/main" id="{0CFB1679-1EDF-43B1-A355-D3A26F19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来源：用户稿件｜虚构大学试点场景</a:t>
            </a:r>
          </a:p>
        </p:txBody>
      </p:sp>
      <p:sp>
        <p:nvSpPr>
          <p:cNvPr id="4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4F3CC2CD-E0ED-4DAB-9F6C-E699C37D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5FA9457E-FF9A-40D1-B3ED-7DC7FA18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0882493D-3537-42DA-8012-9CCC424A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444B937C-C660-479D-94B9-E555E19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36090915-969F-425C-9A66-1E83F7A4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0739B7B0-208C-4DC7-A52F-9EC062CC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C3C2CF64-DC15-475A-8ABE-96370E29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E324E31B-D28F-4576-A1DC-AD51403B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C70B23B7-EF39-4AFD-AB31-E5C4BA8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6B297D47-C90B-46D6-B4A5-663D0B33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BADFE7AA-81BA-4DD1-8356-90C8C139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EC7DC44A-5BF9-44E7-9BCC-B2D2830F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73E0A850-C559-4C32-A6BE-7DBA531A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1AF5EB42-1F10-4EA8-A0A6-0BF0368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B2E7C769-9A68-4EBE-AB5B-B6534915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30BAD2DE-4633-4B1B-A6C6-FB948832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B34025AA-B93D-42A1-93D3-AAE3A39C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5212A6AB-F4C6-41BA-A1E5-B22B49DE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20DDCC11-4452-44CD-B18B-FB1C1741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98D0CE37-67BD-4622-98C0-7FBD3AFD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BB933859-CA74-45C8-9406-86EBC66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04E3CAC0-6490-4A57-AFA5-540AFAB2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CBA4136A-9C87-4E63-8267-7055FD2E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7991B30F-F23D-44CF-8863-81201803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0FB99FE1-C8A6-476F-B79A-C6232D86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2E22596A-02C4-4F7D-8308-A3E811A8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227D3A45-07E3-43DE-B8AB-1057142A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5E6CE8A2-50CA-4FDA-AA83-74A5B818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0D5599D8-1D96-4E2B-84BD-E973B091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780C5E25-07E1-414F-830B-988898ED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3E334FE6-6D4F-450A-850D-CA79FFA9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24591220-F682-41E9-9F53-7B6A12C7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F973FCDD-2888-4F18-BE89-42FBBB60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07FE5A5F-11FD-4B97-98A2-79F269DE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FE9E3F1D-904A-4594-9B26-C3CB6B2A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139753C7-00B2-4551-B45B-D84C0B70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C3689457-0B02-451A-AB4A-19E8BBC1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F5A78FC1-38DD-4165-BDA5-C0E4B099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B7081EBE-5505-412F-A84F-FA72C9B5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1FC14B91-E404-4065-9FAB-8A8B39F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91EAB11D-218C-4621-86E2-83F91F35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5FC5D31D-5FE7-40A6-9C5C-15BCA7F9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9733EF2D-AB2B-4283-990B-400BBF0F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B91208F5-201F-4B51-9087-490B1223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F5E6D2B0-2DF5-4D9C-8C89-8F164DD8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C3F2D9E3-FB26-416A-AC06-F11404F1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F4C04B46-3351-4319-90DB-C49C4919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08A84B5B-EFFC-4B0C-B213-41493E0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6109E434-A8BE-48CA-97DA-C2549D9D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8F7C9DE6-A66A-408D-BB1B-361D690C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913B9404-B58D-48B4-B2C4-91525D02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94AADF07-42CC-4C51-BF06-64864D4C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E71E95FE-78DC-4AC7-B4EE-D757813D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AD6535EB-6137-4643-8DE0-793D25C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B85597EF-C4E1-4FF4-B5C9-E4139C38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A9667B72-C564-420D-8A8D-06E3F89F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3944026C-D6D0-4B36-A313-466BBB05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8CA13152-1632-4A63-92FE-47914AA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0FE063F9-E823-4C23-9111-EBBF8D6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33418DDA-55DD-4E4A-9A8D-B990C57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8666308E-0BA9-4930-81B5-065BB956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4F5062DF-2140-4980-BB0C-A8E30204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EA7A4174-4828-4DF3-BEB8-0E8A6C75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E8377636-8580-440F-BE7B-111D5D7C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97184C28-D9B5-4498-AD3A-4A48339A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953B5BA8-DDB1-4803-A588-77468FBE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1DA8DE9F-37A3-474C-9355-F86C3B0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2936A7E3-188D-4BD1-B013-781157B3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A21AB77C-B968-4901-B5B7-8BB59A21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E6483287-A986-435C-A7D6-B41F6300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82429C28-89C3-4E71-B0A1-BFAD4076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FD6E92A4-C0F8-4413-A4E3-12D2ED2E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80AB989D-F931-492E-B0E9-3B3FD03E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42247818-D51D-4AF5-9B84-9C992CAD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DA1C49C0-F4A2-4092-87F6-7EEAEB5D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DCAF4957-BBBB-4D24-989C-E4B34EED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CB29D5B9-8ECE-42AC-A55D-E6C2891F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B4635D16-87DF-4FDE-BEC5-4379E9DD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4DF1AD75-4DA3-45C5-9C05-B907C2C1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8FDE94CF-A484-402C-9E6E-B151C3BF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9EE1CB91-32C4-428C-9FFC-BA24A67D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35A93E43-ED34-4FF8-8FD2-ECD367A0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9E8D217B-C06E-4C5D-BB19-C71AA37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D04B7F14-4CE9-4C83-836A-3C1A854F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075817BB-7BAB-483E-8604-9B7BFF0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9AC8988E-F5CD-48D3-9A28-006E830C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89A83B73-5AEA-42E9-99B4-926B3571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E5F8C8A2-808C-4729-AA55-D52BD237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56335104-1406-44C6-BFF8-F7498681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530C7610-E73A-4634-8C51-19465169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1EE65C41-7A2F-443A-A2DB-611EFF74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829F8605-B0C1-4FF5-B6A8-6C098EB1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2A70CBD5-BEE8-4D2A-A92F-34E77E38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F4B6525C-5CED-4EF7-A62A-621579CF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0271A4E4-EC70-4E3D-BA8A-80777FEE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84B5D933-9FAF-44E1-B5CD-9DFB6F7B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1423035C-0207-4DAE-AADB-2370A665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C1557EA9-A1A9-4AB1-A13D-93837AB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9FAEE9AB-FC8F-43B6-B120-03195D7B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86278E89-5E01-48C4-9236-ECB316B4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40622067-6022-4A81-B903-B504806D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D5AF8356-F06F-49D3-ACDE-B8CB0C24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5F7B870A-4D26-43B8-AF56-DF1A76AE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F7DD79C3-AE34-4C5B-B703-12ED3BFB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EC61CF12-86B5-4814-9153-B92E317E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1DEECC7F-85DC-4FEE-B882-ABAF82F5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6BA74276-7D67-42CD-B8E9-7B877B93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95623333-319E-4550-8039-C9892B48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1C31FFF0-9743-46A8-90BE-8796AFC4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81A8E284-F93E-49CB-B51A-A6CF1CB6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14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267BD292-20B5-4DA3-8C98-BDED6208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15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F7ED92EE-A270-4D8B-96BB-DB4E1556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6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6191C3C7-2974-47E2-AEA5-BD159EB8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003329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可讨论结果记录</a:t>
            </a:r>
          </a:p>
        </p:txBody>
      </p:sp>
      <p:sp>
        <p:nvSpPr>
          <p:cNvPr id="117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2A674DFF-19F6-414C-8C30-3A2D18DA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298604"/>
            <a:ext cx="188595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把结果、依据与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责任连在一起</a:t>
            </a:r>
          </a:p>
        </p:txBody>
      </p:sp>
      <p:sp>
        <p:nvSpPr>
          <p:cNvPr id="11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A41F8B23-B9F8-4A88-B393-6055FDF9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8E9056AF-D226-468A-B8B8-91D9E5E1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60EEB450-3FC8-4B74-AFEA-1DF3F416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1343EB02-E76D-45AA-A7C4-D0F5B375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99DC2F6F-45A3-490C-A208-95289227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E5A5BF77-B222-4526-89F6-A36F68EE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32B0A83F-E8F0-47E7-AD6F-CB7A8C88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8EF22737-E51D-48F2-A944-08944BED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6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6D50E6F4-EDBF-45EA-BBF6-251ED4A4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81C27CFD-758F-4A30-9CE1-E0756F2B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8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E45282C2-2E3D-456F-975C-10EA19B5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29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214A7502-A6E1-477C-9B12-9C8D663A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0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C3A6880D-BAA2-42B1-80CD-BA0109EB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1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E94721EA-6C95-4061-890B-E24FE59B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2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C00C2399-7118-4F57-9238-B39A5F1F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3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73C1809D-40C9-4828-91C3-CE7F4EF7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B5063CE5-E700-4C87-8CB8-9C754F8E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CD59A767-9EF8-4767-9831-C4170A3B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028650A3-00FE-4D6B-A1F3-3326981B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22CC165E-AFFD-4523-B47F-0265B1BF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049105c6a4883">
            <a:extLst>
              <a:ext uri="{96DAC541-7B7A-43D3-8B79-37D633B846F1}">
                <asvg:svgBlip xmlns:asvg="http://schemas.microsoft.com/office/drawing/2016/SVG/main" r:embed="R6135ec28cccc4c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fec6c50004266">
            <a:extLst>
              <a:ext uri="{96DAC541-7B7A-43D3-8B79-37D633B846F1}">
                <asvg:svgBlip xmlns:asvg="http://schemas.microsoft.com/office/drawing/2016/SVG/main" r:embed="R4b19234236d04a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c111d0a6847f1">
            <a:extLst>
              <a:ext uri="{96DAC541-7B7A-43D3-8B79-37D633B846F1}">
                <asvg:svgBlip xmlns:asvg="http://schemas.microsoft.com/office/drawing/2016/SVG/main" r:embed="Ra693af2a2fd04c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419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77fd4118d4ba4">
            <a:extLst>
              <a:ext uri="{96DAC541-7B7A-43D3-8B79-37D633B846F1}">
                <asvg:svgBlip xmlns:asvg="http://schemas.microsoft.com/office/drawing/2016/SVG/main" r:embed="R6b424fbc509649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fac838a3b40a5">
            <a:extLst>
              <a:ext uri="{96DAC541-7B7A-43D3-8B79-37D633B846F1}">
                <asvg:svgBlip xmlns:asvg="http://schemas.microsoft.com/office/drawing/2016/SVG/main" r:embed="Rd12004dca5dc47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3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1BB6FF6D-205D-44AC-B26D-F8D99C79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48876"/>
            <a:ext cx="245745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144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58BE24B5-86FC-452B-A46F-151CB783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030759"/>
            <a:ext cx="24574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保留来源位置与原貌</a:t>
            </a:r>
          </a:p>
        </p:txBody>
      </p:sp>
      <p:sp>
        <p:nvSpPr>
          <p:cNvPr id="145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01D8BD3F-DDB5-4705-9BEF-9FF39B36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977601"/>
            <a:ext cx="257175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样本条件</a:t>
            </a:r>
          </a:p>
        </p:txBody>
      </p:sp>
      <p:sp>
        <p:nvSpPr>
          <p:cNvPr id="146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9CE65EDA-BCB3-4C57-8120-ECCAACF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259484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记录采集条件与范围</a:t>
            </a:r>
          </a:p>
        </p:txBody>
      </p:sp>
      <p:sp>
        <p:nvSpPr>
          <p:cNvPr id="147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918B1151-28FE-4FAB-B48C-9F99503A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301701"/>
            <a:ext cx="257175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脚本版本</a:t>
            </a:r>
          </a:p>
        </p:txBody>
      </p:sp>
      <p:sp>
        <p:nvSpPr>
          <p:cNvPr id="148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8F97353D-7531-48AF-ABF2-59E81B49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583584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定位实际运行代码</a:t>
            </a:r>
          </a:p>
        </p:txBody>
      </p:sp>
      <p:sp>
        <p:nvSpPr>
          <p:cNvPr id="149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EE2CB4C5-AF3C-473D-B0A2-2BB74861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977601"/>
            <a:ext cx="257175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50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7B3B77D2-C148-4508-8BA2-B7D65CDD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259484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指向讨论所用结果</a:t>
            </a:r>
          </a:p>
        </p:txBody>
      </p:sp>
      <p:sp>
        <p:nvSpPr>
          <p:cNvPr id="151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34F1D47C-4BC5-4142-8212-EB1CAAD0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301701"/>
            <a:ext cx="257175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异常排除</a:t>
            </a:r>
          </a:p>
        </p:txBody>
      </p:sp>
      <p:sp>
        <p:nvSpPr>
          <p:cNvPr id="152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09C091E1-BA71-477D-B05A-7E8A1762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583584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说明判断依据与未纳入样本</a:t>
            </a:r>
          </a:p>
        </p:txBody>
      </p:sp>
      <p:sp>
        <p:nvSpPr>
          <p:cNvPr id="153" name="outside-rule-1">
            <a:extLst xmlns:a="http://schemas.openxmlformats.org/drawingml/2006/main">
              <a:ext uri="{FF2B5EF4-FFF2-40B4-BE49-F238E27FC236}">
                <a16:creationId xmlns:a16="http://schemas.microsoft.com/office/drawing/2014/main" id="{A04D1D24-DFAC-4B8C-A2FF-3E6A183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outside-heading-1">
            <a:extLst xmlns:a="http://schemas.openxmlformats.org/drawingml/2006/main">
              <a:ext uri="{FF2B5EF4-FFF2-40B4-BE49-F238E27FC236}">
                <a16:creationId xmlns:a16="http://schemas.microsoft.com/office/drawing/2014/main" id="{0B628924-F167-4F01-B5D9-F275855D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图外解释｜复核者要做什么</a:t>
            </a:r>
          </a:p>
        </p:txBody>
      </p:sp>
      <p:sp>
        <p:nvSpPr>
          <p:cNvPr id="155" name="outside-body-1">
            <a:extLst xmlns:a="http://schemas.openxmlformats.org/drawingml/2006/main">
              <a:ext uri="{FF2B5EF4-FFF2-40B4-BE49-F238E27FC236}">
                <a16:creationId xmlns:a16="http://schemas.microsoft.com/office/drawing/2014/main" id="{6830C7F3-BF8C-4F08-9DDA-759391E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沿这五项依据定位同一结果；缺少任一项，文件仍可能被找到，却难以说明“怎么产生”。</a:t>
            </a:r>
          </a:p>
        </p:txBody>
      </p:sp>
    </p:spTree>
    <p:extLst>
      <p:ext uri="{BB962C8B-B14F-4D97-AF65-F5344CB8AC3E}">
        <p14:creationId xmlns:p14="http://schemas.microsoft.com/office/powerpoint/2010/main" val="1098833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2">
            <a:extLst xmlns:a="http://schemas.openxmlformats.org/drawingml/2006/main">
              <a:ext uri="{FF2B5EF4-FFF2-40B4-BE49-F238E27FC236}">
                <a16:creationId xmlns:a16="http://schemas.microsoft.com/office/drawing/2014/main" id="{1F6AF3C3-F065-4236-86C0-69F5BFB8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问题二｜可追溯与可访问必须分开处理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352C1C5-0910-4FF0-932C-3EFDD4E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归档先写清授权条件，才能决定哪些内容进入讨论材料</a:t>
            </a:r>
          </a:p>
        </p:txBody>
      </p:sp>
      <p:sp>
        <p:nvSpPr>
          <p:cNvPr id="3" name="source-2">
            <a:extLst xmlns:a="http://schemas.openxmlformats.org/drawingml/2006/main">
              <a:ext uri="{FF2B5EF4-FFF2-40B4-BE49-F238E27FC236}">
                <a16:creationId xmlns:a16="http://schemas.microsoft.com/office/drawing/2014/main" id="{6378F012-10A4-485B-ADD6-2373216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来源：用户稿件｜虚构大学试点场景</a:t>
            </a:r>
          </a:p>
        </p:txBody>
      </p:sp>
      <p:sp>
        <p:nvSpPr>
          <p:cNvPr id="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1411A89D-3E1E-40A6-9C9F-DAA8402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lead-2">
            <a:extLst xmlns:a="http://schemas.openxmlformats.org/drawingml/2006/main">
              <a:ext uri="{FF2B5EF4-FFF2-40B4-BE49-F238E27FC236}">
                <a16:creationId xmlns:a16="http://schemas.microsoft.com/office/drawing/2014/main" id="{03703AF3-1176-4435-8A52-6D0BE635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路径解决“从哪来”，授权联系人解决“谁能看”；两个问题必须分开处理。</a:t>
            </a:r>
          </a:p>
        </p:txBody>
      </p:sp>
      <p:sp>
        <p:nvSpPr>
          <p:cNvPr id="6" name="rule-2-top">
            <a:extLst xmlns:a="http://schemas.openxmlformats.org/drawingml/2006/main">
              <a:ext uri="{FF2B5EF4-FFF2-40B4-BE49-F238E27FC236}">
                <a16:creationId xmlns:a16="http://schemas.microsoft.com/office/drawing/2014/main" id="{47167991-D337-489D-B481-D5889DD5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tion-1-heading">
            <a:extLst xmlns:a="http://schemas.openxmlformats.org/drawingml/2006/main">
              <a:ext uri="{FF2B5EF4-FFF2-40B4-BE49-F238E27FC236}">
                <a16:creationId xmlns:a16="http://schemas.microsoft.com/office/drawing/2014/main" id="{5788C46D-1E58-44E2-8370-C05C677D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01 记录可写什么</a:t>
            </a:r>
          </a:p>
        </p:txBody>
      </p:sp>
      <p:sp>
        <p:nvSpPr>
          <p:cNvPr id="8" name="section-1-body">
            <a:extLst xmlns:a="http://schemas.openxmlformats.org/drawingml/2006/main">
              <a:ext uri="{FF2B5EF4-FFF2-40B4-BE49-F238E27FC236}">
                <a16:creationId xmlns:a16="http://schemas.microsoft.com/office/drawing/2014/main" id="{B1F2F769-52DE-46E7-B0DB-3F391E7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结果图、可公开解释、受控引用与访问条件可以进入讨论材料。这样复核者知道结果依赖什么，而不是只看到一个文件路径。</a:t>
            </a:r>
          </a:p>
        </p:txBody>
      </p:sp>
      <p:sp>
        <p:nvSpPr>
          <p:cNvPr id="9" name="rule-2-divider">
            <a:extLst xmlns:a="http://schemas.openxmlformats.org/drawingml/2006/main">
              <a:ext uri="{FF2B5EF4-FFF2-40B4-BE49-F238E27FC236}">
                <a16:creationId xmlns:a16="http://schemas.microsoft.com/office/drawing/2014/main" id="{A4FCD0B2-7E4E-405D-9618-332AEC6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9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2-heading">
            <a:extLst xmlns:a="http://schemas.openxmlformats.org/drawingml/2006/main">
              <a:ext uri="{FF2B5EF4-FFF2-40B4-BE49-F238E27FC236}">
                <a16:creationId xmlns:a16="http://schemas.microsoft.com/office/drawing/2014/main" id="{14750F7A-0430-4FD7-9D63-64F08F07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02 记录不能替代什么</a:t>
            </a:r>
          </a:p>
        </p:txBody>
      </p:sp>
      <p:sp>
        <p:nvSpPr>
          <p:cNvPr id="11" name="section-2-body">
            <a:extLst xmlns:a="http://schemas.openxmlformats.org/drawingml/2006/main">
              <a:ext uri="{FF2B5EF4-FFF2-40B4-BE49-F238E27FC236}">
                <a16:creationId xmlns:a16="http://schemas.microsoft.com/office/drawing/2014/main" id="{FAB2A59F-7287-4C7E-9F4E-0817CCAA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它不能把原始数据自动开放给其他成员。个人信息、合作限制和原授权位置继续有效；路径出现不等于访问权已经取得。</a:t>
            </a:r>
          </a:p>
        </p:txBody>
      </p:sp>
      <p:sp>
        <p:nvSpPr>
          <p:cNvPr id="12" name="rule-2-bottom">
            <a:extLst xmlns:a="http://schemas.openxmlformats.org/drawingml/2006/main">
              <a:ext uri="{FF2B5EF4-FFF2-40B4-BE49-F238E27FC236}">
                <a16:creationId xmlns:a16="http://schemas.microsoft.com/office/drawing/2014/main" id="{1B23FD8B-08F8-463E-AA31-EC6A80FE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ction-3-heading">
            <a:extLst xmlns:a="http://schemas.openxmlformats.org/drawingml/2006/main">
              <a:ext uri="{FF2B5EF4-FFF2-40B4-BE49-F238E27FC236}">
                <a16:creationId xmlns:a16="http://schemas.microsoft.com/office/drawing/2014/main" id="{10815CB1-269C-4B4C-90ED-E019EBEF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03 出现授权问题时</a:t>
            </a:r>
          </a:p>
        </p:txBody>
      </p:sp>
      <p:sp>
        <p:nvSpPr>
          <p:cNvPr id="14" name="section-3-body">
            <a:extLst xmlns:a="http://schemas.openxmlformats.org/drawingml/2006/main">
              <a:ext uri="{FF2B5EF4-FFF2-40B4-BE49-F238E27FC236}">
                <a16:creationId xmlns:a16="http://schemas.microsoft.com/office/drawing/2014/main" id="{B2321BD7-D011-41CE-9FEF-16ABA87C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若需要新的访问授权，暂停共享，由负责人处理授权后再继续。权限边界说不清时，先缩小要求或停止试点。</a:t>
            </a:r>
          </a:p>
        </p:txBody>
      </p:sp>
    </p:spTree>
    <p:extLst>
      <p:ext uri="{BB962C8B-B14F-4D97-AF65-F5344CB8AC3E}">
        <p14:creationId xmlns:p14="http://schemas.microsoft.com/office/powerpoint/2010/main" val="1953658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2026-09-05T15:39:17.3180000Z</dcterms:created>
  <dcterms:modified xsi:type="dcterms:W3CDTF">2026-09-05T15:39:17.3190000Z</dcterms:modified>
</coreProperties>
</file>