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823bf6bbc41ba" /><Relationship Type="http://schemas.openxmlformats.org/officeDocument/2006/relationships/extended-properties" Target="/docProps/app.xml" Id="Ra31e2d7a6efb49ab" /><Relationship Type="http://schemas.openxmlformats.org/officeDocument/2006/relationships/officeDocument" Target="/ppt/presentation.xml" Id="Rf7103449a69748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b3eccdcca4655"/>
  </p:sldMasterIdLst>
  <p:notesMasterIdLst>
    <p:notesMasterId xmlns:r="http://schemas.openxmlformats.org/officeDocument/2006/relationships" r:id="Rcb607867aa7e4a8a"/>
  </p:notesMasterIdLst>
  <p:sldIdLst>
    <p:sldId xmlns:r="http://schemas.openxmlformats.org/officeDocument/2006/relationships" id="256" r:id="Rdc803c3296334d64"/>
    <p:sldId xmlns:r="http://schemas.openxmlformats.org/officeDocument/2006/relationships" id="257" r:id="R651da23330104c27"/>
    <p:sldId xmlns:r="http://schemas.openxmlformats.org/officeDocument/2006/relationships" id="258" r:id="R85e3043d80134a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99a546bf34a10" /><Relationship Type="http://schemas.openxmlformats.org/officeDocument/2006/relationships/slideMaster" Target="/ppt/slideMasters/slideMaster1.xml" Id="R065b3eccdcca4655" /><Relationship Type="http://schemas.openxmlformats.org/officeDocument/2006/relationships/notesMaster" Target="/ppt/notesMasters/notesMaster1.xml" Id="Rcb607867aa7e4a8a" /><Relationship Type="http://schemas.openxmlformats.org/officeDocument/2006/relationships/presProps" Target="/ppt/presProps.xml" Id="R0a995f9b07b648f3" /><Relationship Type="http://schemas.openxmlformats.org/officeDocument/2006/relationships/tableStyles" Target="/ppt/tableStyles.xml" Id="R54aae043f22e4180" /><Relationship Type="http://schemas.openxmlformats.org/officeDocument/2006/relationships/slide" Target="/ppt/slides/slide1.xml" Id="Rdc803c3296334d64" /><Relationship Type="http://schemas.openxmlformats.org/officeDocument/2006/relationships/slide" Target="/ppt/slides/slide2.xml" Id="R651da23330104c27" /><Relationship Type="http://schemas.openxmlformats.org/officeDocument/2006/relationships/slide" Target="/ppt/slides/slide3.xml" Id="R85e3043d80134a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dbd10851c49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f9ac25ad2b4fab" /><Relationship Type="http://schemas.openxmlformats.org/officeDocument/2006/relationships/notesMaster" Target="/ppt/notesMasters/notesMaster1.xml" Id="R8562498ab6d242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1a9e2f28dd4b31" /><Relationship Type="http://schemas.openxmlformats.org/officeDocument/2006/relationships/notesMaster" Target="/ppt/notesMasters/notesMaster1.xml" Id="R1a4212e80a21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9d8ae30494ef2" /><Relationship Type="http://schemas.openxmlformats.org/officeDocument/2006/relationships/notesMaster" Target="/ppt/notesMasters/notesMaster1.xml" Id="R259af10035c3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c25001cdb4e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dcba31d6d64ad6" /><Relationship Type="http://schemas.openxmlformats.org/officeDocument/2006/relationships/slideLayout" Target="/ppt/slideLayouts/slideLayout1.xml" Id="Rfb1b563cb15a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b563cb15a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8044b4692428a" /><Relationship Type="http://schemas.openxmlformats.org/officeDocument/2006/relationships/image" Target="/ppt/media/image.png" Id="R91a9c689dade4eca" /><Relationship Type="http://schemas.openxmlformats.org/officeDocument/2006/relationships/image" Target="/ppt/media/image.svg" Id="R4a7c2d6c2c2c4e05" /><Relationship Type="http://schemas.openxmlformats.org/officeDocument/2006/relationships/image" Target="/ppt/media/image2.png" Id="Re756a189d37045fa" /><Relationship Type="http://schemas.openxmlformats.org/officeDocument/2006/relationships/image" Target="/ppt/media/image2.svg" Id="Rb03974592c11404b" /><Relationship Type="http://schemas.openxmlformats.org/officeDocument/2006/relationships/image" Target="/ppt/media/image3.png" Id="Rb0c1533dec6c492c" /><Relationship Type="http://schemas.openxmlformats.org/officeDocument/2006/relationships/image" Target="/ppt/media/image3.svg" Id="R25d45f779dc548d5" /><Relationship Type="http://schemas.openxmlformats.org/officeDocument/2006/relationships/image" Target="/ppt/media/image4.png" Id="R3ded9030fdf9473b" /><Relationship Type="http://schemas.openxmlformats.org/officeDocument/2006/relationships/image" Target="/ppt/media/image4.svg" Id="R15e0e947810145ae" /><Relationship Type="http://schemas.openxmlformats.org/officeDocument/2006/relationships/image" Target="/ppt/media/image5.png" Id="R6284ec9803284bcb" /><Relationship Type="http://schemas.openxmlformats.org/officeDocument/2006/relationships/image" Target="/ppt/media/image5.svg" Id="R91c8083c1ff44c11" /><Relationship Type="http://schemas.openxmlformats.org/officeDocument/2006/relationships/notesSlide" Target="/ppt/notesSlides/notesSlide1.xml" Id="R0b0ef28b1b4f4c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9bee555604104" /><Relationship Type="http://schemas.openxmlformats.org/officeDocument/2006/relationships/notesSlide" Target="/ppt/notesSlides/notesSlide2.xml" Id="R6fa84a98e00d4b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289c22cbf4cb5" /><Relationship Type="http://schemas.openxmlformats.org/officeDocument/2006/relationships/notesSlide" Target="/ppt/notesSlides/notesSlide3.xml" Id="R0aa9cd9a7b0f4e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kicker-1">
            <a:extLst xmlns:a="http://schemas.openxmlformats.org/drawingml/2006/main">
              <a:ext uri="{FF2B5EF4-FFF2-40B4-BE49-F238E27FC236}">
                <a16:creationId xmlns:a16="http://schemas.microsoft.com/office/drawing/2014/main" id="{38045146-FBEA-4AC3-ACBF-79D248BE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问题一｜结果为什么仍然难以追溯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D716427D-9883-4F7C-987B-7C45107B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一个结果要能被解释，记录就必须保存它的依据</a:t>
            </a:r>
          </a:p>
        </p:txBody>
      </p:sp>
      <p:sp>
        <p:nvSpPr>
          <p:cNvPr id="3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8F38493F-92AC-4D15-B0D6-139B0AE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source-1">
            <a:extLst xmlns:a="http://schemas.openxmlformats.org/drawingml/2006/main">
              <a:ext uri="{FF2B5EF4-FFF2-40B4-BE49-F238E27FC236}">
                <a16:creationId xmlns:a16="http://schemas.microsoft.com/office/drawing/2014/main" id="{CAF3B411-0C99-4BEF-9653-60B774A5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来源：用户提供稿件｜虚构大学试点场景</a:t>
            </a:r>
          </a:p>
        </p:txBody>
      </p:sp>
      <p:sp>
        <p:nvSpPr>
          <p:cNvPr id="5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ED83A79E-0CE4-412E-BCD2-2C2800C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064B1B0F-976F-4559-8677-2F22656E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09B69532-DA01-453E-97CE-3CDCA42B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3A5C4CA2-1595-4FC3-8E3D-AB099E1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6A611181-D468-42AD-84EA-29778790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345236E4-297B-41A3-AD38-0F973F51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931104C8-8660-4E98-8908-9246B824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B37BEE20-77ED-4F32-A2AE-8F7BBE1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1CB74507-C0DE-4EA2-BBC2-2748145D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05C43027-15B7-480B-9DFB-34200EE7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C3DEBF2C-92EE-4333-A9FC-2E71591D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83A8B683-8A98-483B-BD97-3C4B63D1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E1166CEE-74BF-443B-BD6B-1F69FE8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8D54C559-ED16-4342-86D9-87978BB8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50AE5A58-231C-42BC-803A-DE65B499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0DA76842-08C4-4FC3-B4A5-9790F48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6495BFBC-C3F3-4367-B467-BC457B1A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DD082880-D3B3-4D41-B1E2-4CABD9E8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D2A78EFB-571F-499B-B272-DB17396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06A16E14-59C5-46E4-BAD6-A8451C4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CB2C1EEA-83C1-4C4B-8400-0766497A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C06F7A6D-112A-4CE8-888E-BD746C7D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CA98FF49-DAD1-435B-98B1-BC93A4B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4AC31568-E2E2-424F-9FCC-9E9A04B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1846E199-DD17-4AF1-8888-1EB0F0BE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7466943B-B389-48CB-BEDA-F15203C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F211DFD6-C991-41E6-A244-6927765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DFAB771C-77E0-4100-81E4-A2AF053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18479F4C-2ECF-4F4F-9A49-5CB61CD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ED71B459-8898-4CB2-9971-992A0C1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695BC644-8186-439A-9B97-53DE5D16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1FD70C8C-3F10-4E08-83AA-ABCFC799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4680C79C-2268-4643-AA47-FBC12BC1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BE7373A0-102F-4268-B16E-7D2B9EBA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80803879-B8A0-4684-AB3C-3D4D03BB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F56BC60C-6DB7-4053-B080-A30F516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C97B4512-F0DC-4923-BAFD-2AFB2383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FAC3FE84-361F-4C2F-8C29-00B173D6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20D396E2-A258-4888-A7E2-F97F5DE6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89C38F74-71B5-4A69-B951-4C1DCF34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3184FE3C-968F-4D5F-9D79-0A311ED8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023F8C87-9CA3-46B3-A7F9-D60761C0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33C5CB59-0E8C-4049-8D65-8D7F7EC4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B8184029-8822-4FC3-B745-F38A141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74D92C90-61BA-478C-96E8-784E038D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EFB9E4A0-1D8F-48FF-AF0E-C32981BD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0E5FA1D4-167A-4B03-A17E-782BA033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882DDD5B-005F-4625-A287-79A8BDAA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94893399-A6BE-447F-840B-EA4E10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068EAA78-0398-4DD9-A5DB-DE2942F9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CF3ED9A1-612A-487E-AE2D-3F2B5E08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9E2704F7-2E7A-401D-8CD3-C86E5165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BD9189DD-CEE0-41D3-A3D1-243BDCE4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D68E3009-2F8B-4441-8083-52E3F136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B1FDDC2C-D7F6-4F51-8586-F70413C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EF147A72-3844-4E34-847A-5C4967C4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904FAAEC-B597-4151-A92B-FBEE53CF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7D0C76E0-92EE-40CD-9A7B-6F011DF9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0BE4CC92-C352-4443-969D-13450C7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2D62A302-A323-4BA1-B17A-942A05C4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FF06D4FD-6E70-4D6B-B283-5EEAE95C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1FF58732-4D26-4E00-B4EA-5A8C723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D9B57D66-C691-423B-80DD-FCD261D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2EB6D543-5E88-41BE-BE0F-FA01040A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DF8D97E0-021F-4801-B597-CA0F2532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FEEB7380-007C-4CE9-B37D-82831DE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D41AF71D-C647-41F8-8E2A-E3038BB5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1E7AA160-C094-4CEC-A34E-6755568A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0BB7CC26-81FA-4F14-8020-9568EB4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90928967-DF8F-445D-A8F8-0C83BEE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3E617D98-F1E1-4BED-92CF-3772052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DED5DACA-901D-4DCF-9C8E-967C368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BAF74B9E-FE33-4870-B160-1DE495B4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E4D96887-0295-43C4-819E-1F6CAEE4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4897FBAD-15B4-4B6A-BEDD-DB44231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425B71B2-CFD2-4825-920E-D08C33B8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F2559837-901C-4B22-9909-FAB2D1C9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9511DC0F-8C81-4B85-AE6E-B74BCDF7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7637A822-224B-404D-89E7-0CE36443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B5A65D19-4A4B-4AFD-9EF8-666DD3A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D77550BC-7E4E-455B-8A72-D59C6CD0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A95C3589-CB6C-40BA-BB43-F5A25EE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01746142-C529-4490-96EA-F3B3BBF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F68821EB-3955-4205-BB72-8FB9A0F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B2051A91-137B-4C56-AFBA-5EF120F5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26C0B44A-D68F-4C54-A39B-3E5E5ACF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BC08AC98-579F-40A0-A911-039AACE9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EE05AF61-9E8F-4DB5-8ECD-1E299EF1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D7E388F9-8BED-4F21-BD71-BDD6ED8E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72199D01-39B8-4D1F-B0BF-F2D50005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7F49B3D1-A3B9-49C6-BC14-24086AF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0A6C2955-4231-4BAD-A3B8-27E5971B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27C71C59-9DDF-43FC-8E14-5E03F64B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8705F78B-8458-4DC5-B0B5-73931119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42C32EA9-23D1-483D-B913-40AF0936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48ED407B-A768-4371-BFB9-F7D36CD5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62BFC8C4-C046-49E1-B87E-3306492E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665521FD-05ED-4DD0-8579-88CD950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A0EA167C-3A73-41AB-8356-1458F52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8EA5F90A-7366-4895-9CC2-63768694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2DA34C42-C001-4A58-AA42-BAAF32C7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4B0A3D87-0231-4682-8BEF-C6C3DBA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D42D0C73-73AD-480D-AB05-5B92DCB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29D242BA-E10B-49ED-8D43-73E51C2F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4F094194-30EA-4F01-B81F-62D2ED6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E28DC7DF-1C90-41D0-B655-CF73A113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14B6947D-5847-402C-8532-92D6817A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7BAFAC54-B712-4C6C-B895-F6C4D11B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664A8DA4-3344-45C0-8071-71BCE79A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14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C2561CA0-55D8-41F5-8E58-40BB2F2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15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8EA32DDB-43B3-4D7B-AFDD-71BD202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6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90AE12AB-5F09-49B2-A456-6AE2618A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898554"/>
            <a:ext cx="1885950" cy="317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可讨论结果记录</a:t>
            </a:r>
          </a:p>
        </p:txBody>
      </p:sp>
      <p:sp>
        <p:nvSpPr>
          <p:cNvPr id="117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12A38785-5458-4298-BA9F-BAA7787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273153"/>
            <a:ext cx="1885950" cy="5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6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把结果、依据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6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与责任连在一起</a:t>
            </a:r>
          </a:p>
        </p:txBody>
      </p:sp>
      <p:sp>
        <p:nvSpPr>
          <p:cNvPr id="11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4D45BD3E-871F-4681-B909-9F586D84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0AEDD826-A391-4E04-B15F-59503D9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F83B7E1B-AC80-4CA4-8C22-4EE48DB5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C259AD1A-C263-40F4-862D-859346A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65AC582B-88BF-465D-8ECD-CAC65B56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F2856A53-00DB-425B-AD9E-308E388E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A915EBDA-9A35-442A-AB78-8BF81B86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35E57F71-7F9D-40C0-87DA-E931740D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DA1CD5A7-98F8-403B-942A-6815131C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0F419EFE-A2A2-4E20-8B3D-24FC3D4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8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4A378E35-34F6-4AE9-8D8B-C10D6330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9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80F36339-A839-4544-B552-43D1DB1F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0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B13043CC-60E8-47BA-8CB1-8673462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1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EEB109DD-3D6A-4E89-8608-93224A61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2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FAA7FEDA-96F0-4039-BF09-971E363B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3769B329-EEC6-4C47-ABDC-7EDC090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48720BB3-2254-4B44-96D5-6FFF428A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E1AB163C-C70C-4D50-BFE0-E4FBBDEF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A10F33AC-C973-4985-A242-2B20038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DF6FDE03-AC3F-4C10-B39E-72FE97A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9c689dade4eca">
            <a:extLst>
              <a:ext uri="{96DAC541-7B7A-43D3-8B79-37D633B846F1}">
                <asvg:svgBlip xmlns:asvg="http://schemas.microsoft.com/office/drawing/2016/SVG/main" r:embed="R4a7c2d6c2c2c4e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6a189d37045fa">
            <a:extLst>
              <a:ext uri="{96DAC541-7B7A-43D3-8B79-37D633B846F1}">
                <asvg:svgBlip xmlns:asvg="http://schemas.microsoft.com/office/drawing/2016/SVG/main" r:embed="Rb03974592c1140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1533dec6c492c">
            <a:extLst>
              <a:ext uri="{96DAC541-7B7A-43D3-8B79-37D633B846F1}">
                <asvg:svgBlip xmlns:asvg="http://schemas.microsoft.com/office/drawing/2016/SVG/main" r:embed="R25d45f779dc548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d9030fdf9473b">
            <a:extLst>
              <a:ext uri="{96DAC541-7B7A-43D3-8B79-37D633B846F1}">
                <asvg:svgBlip xmlns:asvg="http://schemas.microsoft.com/office/drawing/2016/SVG/main" r:embed="R15e0e947810145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4ec9803284bcb">
            <a:extLst>
              <a:ext uri="{96DAC541-7B7A-43D3-8B79-37D633B846F1}">
                <asvg:svgBlip xmlns:asvg="http://schemas.microsoft.com/office/drawing/2016/SVG/main" r:embed="R91c8083c1ff44c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3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79E69518-ACE4-4DD4-8DD3-4658013F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674466"/>
            <a:ext cx="2457450" cy="299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44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72811DBA-75C9-4674-9EA1-1BB47E4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31359"/>
            <a:ext cx="2457450" cy="294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保留来源位置与原貌</a:t>
            </a:r>
          </a:p>
        </p:txBody>
      </p:sp>
      <p:sp>
        <p:nvSpPr>
          <p:cNvPr id="145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2CE4CDB1-3EBA-4BE4-9926-8176AFB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03191"/>
            <a:ext cx="2571750" cy="299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样本条件</a:t>
            </a:r>
          </a:p>
        </p:txBody>
      </p:sp>
      <p:sp>
        <p:nvSpPr>
          <p:cNvPr id="146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0A48004B-5737-476A-82F7-4FE3F1E6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260084"/>
            <a:ext cx="2571750" cy="294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记录采集条件与范围</a:t>
            </a:r>
          </a:p>
        </p:txBody>
      </p:sp>
      <p:sp>
        <p:nvSpPr>
          <p:cNvPr id="147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A715B170-FE08-4394-A804-AD3813FE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27291"/>
            <a:ext cx="2571750" cy="299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脚本版本</a:t>
            </a:r>
          </a:p>
        </p:txBody>
      </p:sp>
      <p:sp>
        <p:nvSpPr>
          <p:cNvPr id="148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B1B51FF7-D0C9-4AF0-A477-AE4C03E3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584184"/>
            <a:ext cx="2571750" cy="294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定位实际运行代码</a:t>
            </a:r>
          </a:p>
        </p:txBody>
      </p:sp>
      <p:sp>
        <p:nvSpPr>
          <p:cNvPr id="149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8B5D5552-D1D5-42D8-BFF6-29F0DD90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03191"/>
            <a:ext cx="2571750" cy="299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50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3108A86F-78D9-4CBA-8418-CEAC6FBA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260084"/>
            <a:ext cx="2571750" cy="294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指向讨论所用结果</a:t>
            </a:r>
          </a:p>
        </p:txBody>
      </p:sp>
      <p:sp>
        <p:nvSpPr>
          <p:cNvPr id="151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D4C75AF2-0E69-4A87-9D05-8842BC6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56762"/>
            <a:ext cx="2571750" cy="299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异常排除</a:t>
            </a:r>
          </a:p>
        </p:txBody>
      </p:sp>
      <p:sp>
        <p:nvSpPr>
          <p:cNvPr id="152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9D1508EA-2F4D-449D-A39C-2CBEFFC9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613644"/>
            <a:ext cx="257175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6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说明判断依据与未纳入样本</a:t>
            </a:r>
          </a:p>
        </p:txBody>
      </p:sp>
    </p:spTree>
    <p:extLst>
      <p:ext uri="{BB962C8B-B14F-4D97-AF65-F5344CB8AC3E}">
        <p14:creationId xmlns:p14="http://schemas.microsoft.com/office/powerpoint/2010/main" val="387886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CD7DFF4C-2760-4884-942F-58A3F7AF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问题二｜可追溯与可访问不是一回事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D7900CB-74E1-4BA7-9159-6D73C754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归档不改变授权：记录能引用文件，不等于开放文件</a:t>
            </a:r>
          </a:p>
        </p:txBody>
      </p:sp>
      <p:sp>
        <p:nvSpPr>
          <p:cNvPr id="3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5560C8C5-72AE-4F6B-A630-731F2007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F3B6823F-F653-44E8-9ADA-93B57762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来源：用户提供稿件｜虚构大学试点场景</a:t>
            </a:r>
          </a:p>
        </p:txBody>
      </p:sp>
      <p:sp>
        <p:nvSpPr>
          <p:cNvPr id="5" name="lead-2">
            <a:extLst xmlns:a="http://schemas.openxmlformats.org/drawingml/2006/main">
              <a:ext uri="{FF2B5EF4-FFF2-40B4-BE49-F238E27FC236}">
                <a16:creationId xmlns:a16="http://schemas.microsoft.com/office/drawing/2014/main" id="{FB900D67-3576-4294-BC64-9D38CBF4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记录要保存的是结果与依据之间的联系；访问权限仍由原授权边界决定。</a:t>
            </a:r>
          </a:p>
        </p:txBody>
      </p:sp>
      <p:sp>
        <p:nvSpPr>
          <p:cNvPr id="6" name="rule-2-top">
            <a:extLst xmlns:a="http://schemas.openxmlformats.org/drawingml/2006/main">
              <a:ext uri="{FF2B5EF4-FFF2-40B4-BE49-F238E27FC236}">
                <a16:creationId xmlns:a16="http://schemas.microsoft.com/office/drawing/2014/main" id="{1EBA5020-C4B5-4FC2-8201-89FABA2B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ft-heading-2">
            <a:extLst xmlns:a="http://schemas.openxmlformats.org/drawingml/2006/main">
              <a:ext uri="{FF2B5EF4-FFF2-40B4-BE49-F238E27FC236}">
                <a16:creationId xmlns:a16="http://schemas.microsoft.com/office/drawing/2014/main" id="{551FDC29-33B4-4918-943B-9528F8AB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可公开讨论的部分</a:t>
            </a:r>
          </a:p>
        </p:txBody>
      </p:sp>
      <p:sp>
        <p:nvSpPr>
          <p:cNvPr id="8" name="left-body-2">
            <a:extLst xmlns:a="http://schemas.openxmlformats.org/drawingml/2006/main">
              <a:ext uri="{FF2B5EF4-FFF2-40B4-BE49-F238E27FC236}">
                <a16:creationId xmlns:a16="http://schemas.microsoft.com/office/drawing/2014/main" id="{F0FDCBCF-8EF5-44B2-8713-5E073B12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可公开的解释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记录中的受控引用</a:t>
            </a:r>
          </a:p>
        </p:txBody>
      </p:sp>
      <p:sp>
        <p:nvSpPr>
          <p:cNvPr id="9" name="rule-2-divider">
            <a:extLst xmlns:a="http://schemas.openxmlformats.org/drawingml/2006/main">
              <a:ext uri="{FF2B5EF4-FFF2-40B4-BE49-F238E27FC236}">
                <a16:creationId xmlns:a16="http://schemas.microsoft.com/office/drawing/2014/main" id="{847B3C9A-03B1-4115-B643-C6AF0037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90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ight-heading-2">
            <a:extLst xmlns:a="http://schemas.openxmlformats.org/drawingml/2006/main">
              <a:ext uri="{FF2B5EF4-FFF2-40B4-BE49-F238E27FC236}">
                <a16:creationId xmlns:a16="http://schemas.microsoft.com/office/drawing/2014/main" id="{6C08256C-51CA-4002-8E72-C22910FB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仍受授权约束的部分</a:t>
            </a:r>
          </a:p>
        </p:txBody>
      </p:sp>
      <p:sp>
        <p:nvSpPr>
          <p:cNvPr id="11" name="right-body-2">
            <a:extLst xmlns:a="http://schemas.openxmlformats.org/drawingml/2006/main">
              <a:ext uri="{FF2B5EF4-FFF2-40B4-BE49-F238E27FC236}">
                <a16:creationId xmlns:a16="http://schemas.microsoft.com/office/drawing/2014/main" id="{A4AA1DCA-05B8-472F-96FC-403CCEF0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个人信息或合作限制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原授权位置与访问条件</a:t>
            </a:r>
          </a:p>
        </p:txBody>
      </p:sp>
      <p:sp>
        <p:nvSpPr>
          <p:cNvPr id="12" name="rule-2-bottom">
            <a:extLst xmlns:a="http://schemas.openxmlformats.org/drawingml/2006/main">
              <a:ext uri="{FF2B5EF4-FFF2-40B4-BE49-F238E27FC236}">
                <a16:creationId xmlns:a16="http://schemas.microsoft.com/office/drawing/2014/main" id="{4E7CFFC5-2DA3-46AB-9102-1D5852D8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4E1DA7F8-EAF7-4C55-8E81-68E7B2AB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记录表出现一个路径，不代表其他成员已经取得访问权。</a:t>
            </a:r>
          </a:p>
        </p:txBody>
      </p:sp>
    </p:spTree>
    <p:extLst>
      <p:ext uri="{BB962C8B-B14F-4D97-AF65-F5344CB8AC3E}">
        <p14:creationId xmlns:p14="http://schemas.microsoft.com/office/powerpoint/2010/main" val="1697902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-3">
            <a:extLst xmlns:a="http://schemas.openxmlformats.org/drawingml/2006/main">
              <a:ext uri="{FF2B5EF4-FFF2-40B4-BE49-F238E27FC236}">
                <a16:creationId xmlns:a16="http://schemas.microsoft.com/office/drawing/2014/main" id="{CFFE8A60-CCBA-4FD0-AB49-A99BA87E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问题三｜试点范围如何取舍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BB9FB06-0059-4FE8-9476-60F3C6DA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先从新增实验开始，再逐项补真正需要复核的历史结果</a:t>
            </a:r>
          </a:p>
        </p:txBody>
      </p:sp>
      <p:sp>
        <p:nvSpPr>
          <p:cNvPr id="3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D4E44ADE-627F-4445-AAEF-D587696A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0BD0AD70-A8BA-4375-A97C-686CB012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来源：用户提供稿件｜虚构大学试点场景</a:t>
            </a:r>
          </a:p>
        </p:txBody>
      </p:sp>
      <p:sp>
        <p:nvSpPr>
          <p:cNvPr id="5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EDB40A3A-69BF-46AB-A993-17D83631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77C4D589-0D40-4059-A76A-9B7FBE2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8E1E5A7E-2840-46C1-BF5C-95D3C506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CFE949ED-C446-47F8-A7AC-F178BE7E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9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98BAE1BC-A785-4BA7-8D4F-1AD3D274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B123CF12-B3FB-4F33-87F0-0841C6AC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FBECD894-3B14-4101-A5CE-ED5DB951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12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89417508-D82B-432A-94B7-6A9B8EC5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3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D335DE06-F379-4CDE-A5C7-711C67A0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A038D337-A265-45EC-803C-750309F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7E94C43F-C658-4073-AEC9-9312EA99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目录可一次变大</a:t>
            </a:r>
          </a:p>
        </p:txBody>
      </p:sp>
      <p:sp>
        <p:nvSpPr>
          <p:cNvPr id="16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435E7D66-D401-4117-BC02-E7C7CE2C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14E97628-D16B-48E2-8014-9D38021F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6EF2151D-C685-4692-BEB6-DF18F6D7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2B378B41-40F3-438A-9E0C-2BF0E9DB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追查遗失上下文</a:t>
            </a:r>
          </a:p>
        </p:txBody>
      </p:sp>
      <p:sp>
        <p:nvSpPr>
          <p:cNvPr id="20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E096F1B2-CCC0-435A-B704-66231BDF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1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3D101D4F-C0AF-4AC7-B009-1ABAF916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66978E71-5289-46C5-ABB0-DBAC09FF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3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74B9588B-1707-4ABF-89C1-8160A33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记忆可能被写实</a:t>
            </a:r>
          </a:p>
        </p:txBody>
      </p:sp>
      <p:sp>
        <p:nvSpPr>
          <p:cNvPr id="24" name="comparison-row-0-3">
            <a:extLst xmlns:a="http://schemas.openxmlformats.org/drawingml/2006/main">
              <a:ext uri="{FF2B5EF4-FFF2-40B4-BE49-F238E27FC236}">
                <a16:creationId xmlns:a16="http://schemas.microsoft.com/office/drawing/2014/main" id="{C66EB328-3ECE-4D0F-8034-25C8F7E6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5" name="comparison-marker-0-3">
            <a:extLst xmlns:a="http://schemas.openxmlformats.org/drawingml/2006/main">
              <a:ext uri="{FF2B5EF4-FFF2-40B4-BE49-F238E27FC236}">
                <a16:creationId xmlns:a16="http://schemas.microsoft.com/office/drawing/2014/main" id="{60EDCFF5-A2EE-41DF-B80E-B45571C8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arison-symbol-0-3">
            <a:extLst xmlns:a="http://schemas.openxmlformats.org/drawingml/2006/main">
              <a:ext uri="{FF2B5EF4-FFF2-40B4-BE49-F238E27FC236}">
                <a16:creationId xmlns:a16="http://schemas.microsoft.com/office/drawing/2014/main" id="{E5570CD6-E094-4CD6-BDEF-D0B458CE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7" name="comparison-row-text-0-3">
            <a:extLst xmlns:a="http://schemas.openxmlformats.org/drawingml/2006/main">
              <a:ext uri="{FF2B5EF4-FFF2-40B4-BE49-F238E27FC236}">
                <a16:creationId xmlns:a16="http://schemas.microsoft.com/office/drawing/2014/main" id="{FAC9E8F2-3FC3-4773-A77F-6F8BD8B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先投入追溯成本</a:t>
            </a:r>
          </a:p>
        </p:txBody>
      </p:sp>
      <p:sp>
        <p:nvSpPr>
          <p:cNvPr id="28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A3192B12-EC2D-4ABB-B255-97C006D0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AED1C6E5-6058-4714-8C70-328CCFD7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30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8D26BDBC-F020-4275-95BC-FF3E93C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68EACB46-6A4F-415F-A23D-CA808CA7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5819B99A-50B6-4829-867B-00C85DC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新增先行</a:t>
            </a:r>
          </a:p>
        </p:txBody>
      </p:sp>
      <p:sp>
        <p:nvSpPr>
          <p:cNvPr id="33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241C991F-FE07-49F3-8B03-BF9CC37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4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AB57AA52-EC29-46F9-92CF-52438C3E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C1759309-18F9-4B1C-B800-39B6F30E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30A5E6AB-52A0-4AEE-9F97-3BC0885D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上下文尚清楚</a:t>
            </a:r>
          </a:p>
        </p:txBody>
      </p:sp>
      <p:sp>
        <p:nvSpPr>
          <p:cNvPr id="37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0175E490-5206-469F-94FF-4A6A130A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8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3F821A21-F1FB-481B-9E03-6D55172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C6E35C2F-6EB8-4E8B-9953-259CB9AA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0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2E002B84-459F-4E09-A477-1EF2985E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缺项及时暴露</a:t>
            </a:r>
          </a:p>
        </p:txBody>
      </p:sp>
      <p:sp>
        <p:nvSpPr>
          <p:cNvPr id="41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ED601E63-0945-4752-81AF-19F1280A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42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78AE7218-9A57-4A0B-976A-3E792F6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03E335A6-3593-4BC9-9079-A4ED0C1C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4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E414043E-7E89-4232-B868-91A6DF4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短期难覆盖历史</a:t>
            </a:r>
          </a:p>
        </p:txBody>
      </p:sp>
      <p:sp>
        <p:nvSpPr>
          <p:cNvPr id="45" name="comparison-row-1-3">
            <a:extLst xmlns:a="http://schemas.openxmlformats.org/drawingml/2006/main">
              <a:ext uri="{FF2B5EF4-FFF2-40B4-BE49-F238E27FC236}">
                <a16:creationId xmlns:a16="http://schemas.microsoft.com/office/drawing/2014/main" id="{4078505D-DDB8-415F-8C92-D056026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46" name="comparison-marker-1-3">
            <a:extLst xmlns:a="http://schemas.openxmlformats.org/drawingml/2006/main">
              <a:ext uri="{FF2B5EF4-FFF2-40B4-BE49-F238E27FC236}">
                <a16:creationId xmlns:a16="http://schemas.microsoft.com/office/drawing/2014/main" id="{E0AFFE73-9BA7-4F3B-98E5-894A95D5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arison-symbol-1-3">
            <a:extLst xmlns:a="http://schemas.openxmlformats.org/drawingml/2006/main">
              <a:ext uri="{FF2B5EF4-FFF2-40B4-BE49-F238E27FC236}">
                <a16:creationId xmlns:a16="http://schemas.microsoft.com/office/drawing/2014/main" id="{D16BF150-5CD1-44CB-B550-3D39265D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8" name="comparison-row-text-1-3">
            <a:extLst xmlns:a="http://schemas.openxmlformats.org/drawingml/2006/main">
              <a:ext uri="{FF2B5EF4-FFF2-40B4-BE49-F238E27FC236}">
                <a16:creationId xmlns:a16="http://schemas.microsoft.com/office/drawing/2014/main" id="{AF8AB170-6CC4-4BEF-BBA3-6F727F4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只补重点历史</a:t>
            </a:r>
          </a:p>
        </p:txBody>
      </p:sp>
      <p:sp>
        <p:nvSpPr>
          <p:cNvPr id="49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4352FF13-368E-42FB-9A84-54328A45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50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B937C128-0BDC-4FA3-808F-83544537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51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7A8A1536-B2D8-4F7C-9620-64EBFA4B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52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D217FA09-BE74-473E-80BF-4A57482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范围选择</a:t>
            </a:r>
          </a:p>
        </p:txBody>
      </p:sp>
    </p:spTree>
    <p:extLst>
      <p:ext uri="{BB962C8B-B14F-4D97-AF65-F5344CB8AC3E}">
        <p14:creationId xmlns:p14="http://schemas.microsoft.com/office/powerpoint/2010/main" val="1711504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2026-09-05T15:27:38.8840000Z</dcterms:created>
  <dcterms:modified xsi:type="dcterms:W3CDTF">2026-09-05T15:27:38.8840000Z</dcterms:modified>
</coreProperties>
</file>