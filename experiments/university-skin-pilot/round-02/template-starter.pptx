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acd9d940304a7b" /><Relationship Type="http://schemas.openxmlformats.org/officeDocument/2006/relationships/extended-properties" Target="/docProps/app.xml" Id="R856cb0d781bc4627" /><Relationship Type="http://schemas.openxmlformats.org/officeDocument/2006/relationships/officeDocument" Target="/ppt/presentation.xml" Id="R916ab2a0391c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4c0d5f883448a"/>
    <p:sldMasterId xmlns:r="http://schemas.openxmlformats.org/officeDocument/2006/relationships" id="2147483660" r:id="R99cc3be5bd8c476e"/>
    <p:sldMasterId xmlns:r="http://schemas.openxmlformats.org/officeDocument/2006/relationships" id="2147483663" r:id="R9f5d89be9e5d4ec4"/>
  </p:sldMasterIdLst>
  <p:notesMasterIdLst>
    <p:notesMasterId xmlns:r="http://schemas.openxmlformats.org/officeDocument/2006/relationships" r:id="R3dcfb1815e994d9c"/>
  </p:notesMasterIdLst>
  <p:sldIdLst>
    <p:sldId xmlns:r="http://schemas.openxmlformats.org/officeDocument/2006/relationships" id="256" r:id="Rf3ae71cbdd8f4fd5"/>
    <p:sldId xmlns:r="http://schemas.openxmlformats.org/officeDocument/2006/relationships" id="257" r:id="R0edee1d605654818"/>
    <p:sldId xmlns:r="http://schemas.openxmlformats.org/officeDocument/2006/relationships" id="258" r:id="R6738accd246e4515"/>
    <p:sldId xmlns:r="http://schemas.openxmlformats.org/officeDocument/2006/relationships" id="259" r:id="Rebe37d44169842cb"/>
    <p:sldId xmlns:r="http://schemas.openxmlformats.org/officeDocument/2006/relationships" id="260" r:id="R0359356afbab4dee"/>
    <p:sldId xmlns:r="http://schemas.openxmlformats.org/officeDocument/2006/relationships" id="261" r:id="Rac86588484c542bc"/>
    <p:sldId xmlns:r="http://schemas.openxmlformats.org/officeDocument/2006/relationships" id="262" r:id="R2a3d96f748d44191"/>
    <p:sldId xmlns:r="http://schemas.openxmlformats.org/officeDocument/2006/relationships" id="263" r:id="Rf9acba24d71f4ec1"/>
    <p:sldId xmlns:r="http://schemas.openxmlformats.org/officeDocument/2006/relationships" id="264" r:id="R0f96b9d1848b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fe04366ec4e72" /><Relationship Type="http://schemas.openxmlformats.org/officeDocument/2006/relationships/slideMaster" Target="/ppt/slideMasters/slideMaster1.xml" Id="R7194c0d5f883448a" /><Relationship Type="http://schemas.openxmlformats.org/officeDocument/2006/relationships/slideMaster" Target="/ppt/slideMasters/slideMaster2.xml" Id="R99cc3be5bd8c476e" /><Relationship Type="http://schemas.openxmlformats.org/officeDocument/2006/relationships/slideMaster" Target="/ppt/slideMasters/slideMaster3.xml" Id="R9f5d89be9e5d4ec4" /><Relationship Type="http://schemas.openxmlformats.org/officeDocument/2006/relationships/notesMaster" Target="/ppt/notesMasters/notesMaster1.xml" Id="R3dcfb1815e994d9c" /><Relationship Type="http://schemas.openxmlformats.org/officeDocument/2006/relationships/presProps" Target="/ppt/presProps.xml" Id="R06ee80d7364d4075" /><Relationship Type="http://schemas.openxmlformats.org/officeDocument/2006/relationships/viewProps" Target="/ppt/viewProps.xml" Id="R99c9509726a14633" /><Relationship Type="http://schemas.openxmlformats.org/officeDocument/2006/relationships/tableStyles" Target="/ppt/tableStyles.xml" Id="Rb02a10ba270549fe" /><Relationship Type="http://schemas.openxmlformats.org/officeDocument/2006/relationships/slide" Target="/ppt/slides/slide1.xml" Id="Rf3ae71cbdd8f4fd5" /><Relationship Type="http://schemas.openxmlformats.org/officeDocument/2006/relationships/slide" Target="/ppt/slides/slide2.xml" Id="R0edee1d605654818" /><Relationship Type="http://schemas.openxmlformats.org/officeDocument/2006/relationships/slide" Target="/ppt/slides/slide3.xml" Id="R6738accd246e4515" /><Relationship Type="http://schemas.openxmlformats.org/officeDocument/2006/relationships/slide" Target="/ppt/slides/slide4.xml" Id="Rebe37d44169842cb" /><Relationship Type="http://schemas.openxmlformats.org/officeDocument/2006/relationships/slide" Target="/ppt/slides/slide5.xml" Id="R0359356afbab4dee" /><Relationship Type="http://schemas.openxmlformats.org/officeDocument/2006/relationships/slide" Target="/ppt/slides/slide6.xml" Id="Rac86588484c542bc" /><Relationship Type="http://schemas.openxmlformats.org/officeDocument/2006/relationships/slide" Target="/ppt/slides/slide7.xml" Id="R2a3d96f748d44191" /><Relationship Type="http://schemas.openxmlformats.org/officeDocument/2006/relationships/slide" Target="/ppt/slides/slide8.xml" Id="Rf9acba24d71f4ec1" /><Relationship Type="http://schemas.openxmlformats.org/officeDocument/2006/relationships/slide" Target="/ppt/slides/slide9.xml" Id="R0f96b9d1848b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2f993eba020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15153199343b6" /><Relationship Type="http://schemas.openxmlformats.org/officeDocument/2006/relationships/notesMaster" Target="/ppt/notesMasters/notesMaster1.xml" Id="Rb82864ff00c24e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07af4a929c490e" /><Relationship Type="http://schemas.openxmlformats.org/officeDocument/2006/relationships/notesMaster" Target="/ppt/notesMasters/notesMaster1.xml" Id="R8d8a7ee2f20647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4b6bface246f2" /><Relationship Type="http://schemas.openxmlformats.org/officeDocument/2006/relationships/notesMaster" Target="/ppt/notesMasters/notesMaster1.xml" Id="Rd24682d4bc9a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da589197e5459b" /><Relationship Type="http://schemas.openxmlformats.org/officeDocument/2006/relationships/notesMaster" Target="/ppt/notesMasters/notesMaster1.xml" Id="R958608c734744d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77f82e8e24717" /><Relationship Type="http://schemas.openxmlformats.org/officeDocument/2006/relationships/notesMaster" Target="/ppt/notesMasters/notesMaster1.xml" Id="R67203cca5cb3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f8d14e694f4ba4" /><Relationship Type="http://schemas.openxmlformats.org/officeDocument/2006/relationships/notesMaster" Target="/ppt/notesMasters/notesMaster1.xml" Id="R892ef832779a4a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64850c3e64b56" /><Relationship Type="http://schemas.openxmlformats.org/officeDocument/2006/relationships/notesMaster" Target="/ppt/notesMasters/notesMaster1.xml" Id="R36e3d419b8b1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93f4cb8324be3" /><Relationship Type="http://schemas.openxmlformats.org/officeDocument/2006/relationships/notesMaster" Target="/ppt/notesMasters/notesMaster1.xml" Id="Ra2e395efd93c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9ecfbf5a1489b" /><Relationship Type="http://schemas.openxmlformats.org/officeDocument/2006/relationships/notesMaster" Target="/ppt/notesMasters/notesMaster1.xml" Id="Ref28945fb495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3e71e13fa4c62" /><Relationship Type="http://schemas.openxmlformats.org/officeDocument/2006/relationships/image" Target="/ppt/media/image.jpeg" Id="R9ee3a761972b4e5c" /><Relationship Type="http://schemas.openxmlformats.org/officeDocument/2006/relationships/image" Target="/ppt/media/image.png" Id="Rfe37ba1c22f04812" /><Relationship Type="http://schemas.openxmlformats.org/officeDocument/2006/relationships/image" Target="/ppt/media/image2.png" Id="R2f1abc7b694045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89cf21fa149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dcf06a5c141fe" /><Relationship Type="http://schemas.openxmlformats.org/officeDocument/2006/relationships/image" Target="/ppt/media/image3.png" Id="Rbd3d6317af0f4c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3656c9c0a4ecc" /><Relationship Type="http://schemas.openxmlformats.org/officeDocument/2006/relationships/image" Target="/ppt/media/image4.png" Id="Rb7c44a3aa1d340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182412e0b42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a831774f945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3062767e541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6548747084f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d006ea01c49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3173945a24a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65eb9817142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90a86cadca4b66" /><Relationship Type="http://schemas.openxmlformats.org/officeDocument/2006/relationships/image" Target="/ppt/media/image5.png" Id="Rbf52af4d5431475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7ad59723cc4a0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6013b1b34746a4" /><Relationship Type="http://schemas.openxmlformats.org/officeDocument/2006/relationships/image" Target="/ppt/media/image5.png" Id="R87fb5c340c3d4ef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a2a0925f78543f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3a761972b4e5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7ba1c22f0481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abc7b6940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d6317af0f4c1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44a3aa1d340c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2af4d5431475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b5c340c3d4ef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3e8a43928e4ab2" /><Relationship Type="http://schemas.openxmlformats.org/officeDocument/2006/relationships/slideLayout" Target="/ppt/slideLayouts/slideLayout1.xml" Id="Rf8e4a1ce06f0444a" /><Relationship Type="http://schemas.openxmlformats.org/officeDocument/2006/relationships/slideLayout" Target="/ppt/slideLayouts/slideLayout2.xml" Id="Rb45551680aca4219" /><Relationship Type="http://schemas.openxmlformats.org/officeDocument/2006/relationships/slideLayout" Target="/ppt/slideLayouts/slideLayout3.xml" Id="R50155c347c524794" /><Relationship Type="http://schemas.openxmlformats.org/officeDocument/2006/relationships/slideLayout" Target="/ppt/slideLayouts/slideLayout4.xml" Id="R2d05a868a68f45c4" /><Relationship Type="http://schemas.openxmlformats.org/officeDocument/2006/relationships/slideLayout" Target="/ppt/slideLayouts/slideLayout5.xml" Id="Rb450c27a455e4788" /><Relationship Type="http://schemas.openxmlformats.org/officeDocument/2006/relationships/slideLayout" Target="/ppt/slideLayouts/slideLayout6.xml" Id="R259e0c8b30434b32" /><Relationship Type="http://schemas.openxmlformats.org/officeDocument/2006/relationships/slideLayout" Target="/ppt/slideLayouts/slideLayout7.xml" Id="Rd2e59a1c9bef408d" /><Relationship Type="http://schemas.openxmlformats.org/officeDocument/2006/relationships/slideLayout" Target="/ppt/slideLayouts/slideLayout8.xml" Id="Re0c9c2a2d07846f8" /><Relationship Type="http://schemas.openxmlformats.org/officeDocument/2006/relationships/slideLayout" Target="/ppt/slideLayouts/slideLayout9.xml" Id="R13ae83527540418c" /><Relationship Type="http://schemas.openxmlformats.org/officeDocument/2006/relationships/slideLayout" Target="/ppt/slideLayouts/slideLayout10.xml" Id="Reddf89f2db3442af" /><Relationship Type="http://schemas.openxmlformats.org/officeDocument/2006/relationships/slideLayout" Target="/ppt/slideLayouts/slideLayout11.xml" Id="R475be46647d34b2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791150e2c0648d0" /><Relationship Type="http://schemas.openxmlformats.org/officeDocument/2006/relationships/slideLayout" Target="/ppt/slideLayouts/slideLayout12.xml" Id="R6f3e27284c474083" /><Relationship Type="http://schemas.openxmlformats.org/officeDocument/2006/relationships/slideLayout" Target="/ppt/slideLayouts/slideLayout13.xml" Id="R83189d8014884ef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35b87f9bcd2440f" /><Relationship Type="http://schemas.openxmlformats.org/officeDocument/2006/relationships/slideLayout" Target="/ppt/slideLayouts/slideLayout14.xml" Id="R3f965363e46b4c23" /><Relationship Type="http://schemas.openxmlformats.org/officeDocument/2006/relationships/slideLayout" Target="/ppt/slideLayouts/slideLayout15.xml" Id="R2994b343b49e42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e4a1ce06f0444a"/>
    <p:sldLayoutId xmlns:r="http://schemas.openxmlformats.org/officeDocument/2006/relationships" id="2147483650" r:id="Rb45551680aca4219"/>
    <p:sldLayoutId xmlns:r="http://schemas.openxmlformats.org/officeDocument/2006/relationships" id="2147483651" r:id="R50155c347c524794"/>
    <p:sldLayoutId xmlns:r="http://schemas.openxmlformats.org/officeDocument/2006/relationships" id="2147483652" r:id="R2d05a868a68f45c4"/>
    <p:sldLayoutId xmlns:r="http://schemas.openxmlformats.org/officeDocument/2006/relationships" id="2147483653" r:id="Rb450c27a455e4788"/>
    <p:sldLayoutId xmlns:r="http://schemas.openxmlformats.org/officeDocument/2006/relationships" id="2147483654" r:id="R259e0c8b30434b32"/>
    <p:sldLayoutId xmlns:r="http://schemas.openxmlformats.org/officeDocument/2006/relationships" id="2147483655" r:id="Rd2e59a1c9bef408d"/>
    <p:sldLayoutId xmlns:r="http://schemas.openxmlformats.org/officeDocument/2006/relationships" id="2147483656" r:id="Re0c9c2a2d07846f8"/>
    <p:sldLayoutId xmlns:r="http://schemas.openxmlformats.org/officeDocument/2006/relationships" id="2147483657" r:id="R13ae83527540418c"/>
    <p:sldLayoutId xmlns:r="http://schemas.openxmlformats.org/officeDocument/2006/relationships" id="2147483658" r:id="Reddf89f2db3442af"/>
    <p:sldLayoutId xmlns:r="http://schemas.openxmlformats.org/officeDocument/2006/relationships" id="2147483659" r:id="R475be46647d34b2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f3e27284c474083"/>
    <p:sldLayoutId xmlns:r="http://schemas.openxmlformats.org/officeDocument/2006/relationships" id="2147483662" r:id="R83189d8014884ef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f965363e46b4c23"/>
    <p:sldLayoutId xmlns:r="http://schemas.openxmlformats.org/officeDocument/2006/relationships" id="2147483665" r:id="R2994b343b49e423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caef5cffd4318" /><Relationship Type="http://schemas.openxmlformats.org/officeDocument/2006/relationships/notesSlide" Target="/ppt/notesSlides/notesSlide1.xml" Id="R7816dc47d17b49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f184c719c34313" /><Relationship Type="http://schemas.openxmlformats.org/officeDocument/2006/relationships/image" Target="/ppt/media/image6.png" Id="R49aab8d7596d43d3" /><Relationship Type="http://schemas.openxmlformats.org/officeDocument/2006/relationships/notesSlide" Target="/ppt/notesSlides/notesSlide2.xml" Id="R1bd6fcf31ebb40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8c0f4805264766" /><Relationship Type="http://schemas.openxmlformats.org/officeDocument/2006/relationships/image" Target="/ppt/media/image6.png" Id="R63709e24c5954244" /><Relationship Type="http://schemas.openxmlformats.org/officeDocument/2006/relationships/notesSlide" Target="/ppt/notesSlides/notesSlide3.xml" Id="R1925f8c24483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1dadb38f4c4ec7" /><Relationship Type="http://schemas.openxmlformats.org/officeDocument/2006/relationships/image" Target="/ppt/media/image6.png" Id="R9431fc589cde4786" /><Relationship Type="http://schemas.openxmlformats.org/officeDocument/2006/relationships/notesSlide" Target="/ppt/notesSlides/notesSlide4.xml" Id="R25bd02df9f65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42db01457b48c9" /><Relationship Type="http://schemas.openxmlformats.org/officeDocument/2006/relationships/image" Target="/ppt/media/image6.png" Id="Ra76a3f88ae414039" /><Relationship Type="http://schemas.openxmlformats.org/officeDocument/2006/relationships/notesSlide" Target="/ppt/notesSlides/notesSlide5.xml" Id="R2394ce1f45c448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e5565bc19e472a" /><Relationship Type="http://schemas.openxmlformats.org/officeDocument/2006/relationships/image" Target="/ppt/media/image6.png" Id="R1844735a88f942b2" /><Relationship Type="http://schemas.openxmlformats.org/officeDocument/2006/relationships/notesSlide" Target="/ppt/notesSlides/notesSlide6.xml" Id="Rae90f6d58c91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670d808e5f4bb7" /><Relationship Type="http://schemas.openxmlformats.org/officeDocument/2006/relationships/image" Target="/ppt/media/image6.png" Id="Ra405d89440d444cb" /><Relationship Type="http://schemas.openxmlformats.org/officeDocument/2006/relationships/notesSlide" Target="/ppt/notesSlides/notesSlide7.xml" Id="Re276bf6b9697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2841f7459b4ce2" /><Relationship Type="http://schemas.openxmlformats.org/officeDocument/2006/relationships/image" Target="/ppt/media/image6.png" Id="Rb487ebd2b2024b85" /><Relationship Type="http://schemas.openxmlformats.org/officeDocument/2006/relationships/notesSlide" Target="/ppt/notesSlides/notesSlide8.xml" Id="Re5191943e88941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065cf9a643e6" /><Relationship Type="http://schemas.openxmlformats.org/officeDocument/2006/relationships/notesSlide" Target="/ppt/notesSlides/notesSlide9.xml" Id="R6c74936eb2664f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ab8d7596d43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09e24c5954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1fc589cde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a3f88ae414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4735a88f9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5d89440d4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7ebd2b202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2026-09-05T12:36:19.8080000Z</dcterms:created>
  <dcterms:modified xsi:type="dcterms:W3CDTF">2026-09-05T12:36:19.8080000Z</dcterms:modified>
</coreProperties>
</file>