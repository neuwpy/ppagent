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c4752f999454f" /><Relationship Type="http://schemas.openxmlformats.org/officeDocument/2006/relationships/extended-properties" Target="/docProps/app.xml" Id="Rd142eb223c1f4088" /><Relationship Type="http://schemas.openxmlformats.org/officeDocument/2006/relationships/officeDocument" Target="/ppt/presentation.xml" Id="Re3f4d23aa1ca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c630e3d8e4256"/>
  </p:sldMasterIdLst>
  <p:notesMasterIdLst>
    <p:notesMasterId xmlns:r="http://schemas.openxmlformats.org/officeDocument/2006/relationships" r:id="Rbea9063a79fe445c"/>
  </p:notesMasterIdLst>
  <p:sldIdLst>
    <p:sldId xmlns:r="http://schemas.openxmlformats.org/officeDocument/2006/relationships" id="256" r:id="R87093ef5cc9e4de2"/>
    <p:sldId xmlns:r="http://schemas.openxmlformats.org/officeDocument/2006/relationships" id="257" r:id="R708b2a25133747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8886aaa2a450a" /><Relationship Type="http://schemas.openxmlformats.org/officeDocument/2006/relationships/slideMaster" Target="/ppt/slideMasters/slideMaster1.xml" Id="R37dc630e3d8e4256" /><Relationship Type="http://schemas.openxmlformats.org/officeDocument/2006/relationships/notesMaster" Target="/ppt/notesMasters/notesMaster1.xml" Id="Rbea9063a79fe445c" /><Relationship Type="http://schemas.openxmlformats.org/officeDocument/2006/relationships/presProps" Target="/ppt/presProps.xml" Id="R9b8af5811e314080" /><Relationship Type="http://schemas.openxmlformats.org/officeDocument/2006/relationships/tableStyles" Target="/ppt/tableStyles.xml" Id="Re4fc7bb05b28406f" /><Relationship Type="http://schemas.openxmlformats.org/officeDocument/2006/relationships/slide" Target="/ppt/slides/slide1.xml" Id="R87093ef5cc9e4de2" /><Relationship Type="http://schemas.openxmlformats.org/officeDocument/2006/relationships/slide" Target="/ppt/slides/slide2.xml" Id="R708b2a251337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8a033bb9e9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32d82b1f6490c" /><Relationship Type="http://schemas.openxmlformats.org/officeDocument/2006/relationships/notesMaster" Target="/ppt/notesMasters/notesMaster1.xml" Id="Rf70433a967d8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159830ddea4611" /><Relationship Type="http://schemas.openxmlformats.org/officeDocument/2006/relationships/notesMaster" Target="/ppt/notesMasters/notesMaster1.xml" Id="R5d7a473b1dc24b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39868f7ce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0b695232ac4b8b" /><Relationship Type="http://schemas.openxmlformats.org/officeDocument/2006/relationships/slideLayout" Target="/ppt/slideLayouts/slideLayout1.xml" Id="Rad79ffd6c51f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9ffd6c51f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91031cf54079" /><Relationship Type="http://schemas.openxmlformats.org/officeDocument/2006/relationships/notesSlide" Target="/ppt/notesSlides/notesSlide1.xml" Id="Rc490d5007c70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89da684c45c6" /><Relationship Type="http://schemas.openxmlformats.org/officeDocument/2006/relationships/notesSlide" Target="/ppt/notesSlides/notesSlide2.xml" Id="R6d95dbf4f6b9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itle-01">
            <a:extLst xmlns:a="http://schemas.openxmlformats.org/drawingml/2006/main">
              <a:ext uri="{FF2B5EF4-FFF2-40B4-BE49-F238E27FC236}">
                <a16:creationId xmlns:a16="http://schemas.microsoft.com/office/drawing/2014/main" id="{C3174182-ECA1-4D83-86AA-63CA053C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一条记录能否被他人复核，取决于责任闭环</a:t>
            </a:r>
          </a:p>
        </p:txBody>
      </p:sp>
      <p:sp>
        <p:nvSpPr>
          <p:cNvPr id="2" name="title-rule-01">
            <a:extLst xmlns:a="http://schemas.openxmlformats.org/drawingml/2006/main">
              <a:ext uri="{FF2B5EF4-FFF2-40B4-BE49-F238E27FC236}">
                <a16:creationId xmlns:a16="http://schemas.microsoft.com/office/drawing/2014/main" id="{9F0BF825-F2AB-42A2-9E84-A73C2DF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9A60C930-567A-4D43-B5CD-672326B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59936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4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925E83E6-FBE6-4308-AB68-1A2F20E3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088" y="274320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86CD5CA2-03D8-42BE-AFB9-6E256EA3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6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53087A2C-4E1A-454E-B33F-FC130937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7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1AF9E06F-7003-4E06-9444-DA0FEDF7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21F32F59-C56D-4E5A-B86D-5A9E713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5BAF4CF4-CDCD-4486-833A-FFC1BCEE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1952D321-3D68-4D91-8AC4-ACBF5204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02BEEDC5-6968-4D5D-A140-6A3F542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BB976317-4B08-4626-9D86-B77A04F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3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CF0B4776-DDE9-4967-8A58-B33B63A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执行者提交结果记录及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</p:txBody>
      </p:sp>
      <p:sp>
        <p:nvSpPr>
          <p:cNvPr id="14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B879580A-8DD1-4137-A20E-640B649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另一位成员复核</a:t>
            </a:r>
          </a:p>
        </p:txBody>
      </p:sp>
      <p:sp>
        <p:nvSpPr>
          <p:cNvPr id="15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C5765048-EDB9-4C75-AEC6-21BAF48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963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16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7CDD58CF-1810-4528-8524-065CE84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E535846B-690F-4710-8157-A79AF783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F8C5D004-5B08-4E7B-9B53-AE224120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831D4BB2-B04A-4D81-A6DD-C32F805F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9AA1F56E-09D8-43AD-AB32-B197E01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448D8C28-8B67-45DE-A79A-FB6FC5F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46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49E7BA9C-66B5-4C1A-915D-181FCDE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另一位成员依据记录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定位数据、脚本和条件</a:t>
            </a:r>
          </a:p>
        </p:txBody>
      </p:sp>
      <p:sp>
        <p:nvSpPr>
          <p:cNvPr id="23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5FAE0EBE-5773-4DE3-B743-C06A0D68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24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E484C68C-A0E1-4984-94FE-308B173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5088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25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BDD35D3F-7873-4C0B-B59C-EA3F970E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95A58209-3A02-487C-AAF1-31CE74F4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A22A5AB4-235B-4E7A-84E1-B4ABDDD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0A2AA9A1-F516-4365-8BD2-A9E5758F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B97DD456-1C18-47FC-BAF7-26F3486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488AE68D-73CC-48C7-B79A-2AE4480D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588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EDAC9437-9E00-4D80-BF55-360B33FB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执行者补充缺项并说明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32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EC56192A-1F60-414B-B2EA-86D9F00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6859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33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8C1CD7EE-238B-45DA-83F1-DCE6BB6B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2333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34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ABFD3BC2-5476-41A3-A3B4-31AF0B3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C06B28E6-ACDD-4A08-B13D-50596FF0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24479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2729B78B-016D-456C-BE71-615B2CD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1146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D020E077-38A6-441A-AD9E-B1145BA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34861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3808B05E-2637-4F65-869B-2B6D37E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4004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9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C04160F3-7577-4962-BB0B-3227E7F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9713" y="34004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640F04CD-F9EE-4570-B9EE-43A3E64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957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确认后进入可讨论版本</a:t>
            </a:r>
          </a:p>
        </p:txBody>
      </p:sp>
      <p:sp>
        <p:nvSpPr>
          <p:cNvPr id="41" name="condition-rule-01">
            <a:extLst xmlns:a="http://schemas.openxmlformats.org/drawingml/2006/main">
              <a:ext uri="{FF2B5EF4-FFF2-40B4-BE49-F238E27FC236}">
                <a16:creationId xmlns:a16="http://schemas.microsoft.com/office/drawing/2014/main" id="{86EA0DAA-5E18-4ACC-B24F-CD85058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ndition-label-01">
            <a:extLst xmlns:a="http://schemas.openxmlformats.org/drawingml/2006/main">
              <a:ext uri="{FF2B5EF4-FFF2-40B4-BE49-F238E27FC236}">
                <a16:creationId xmlns:a16="http://schemas.microsoft.com/office/drawing/2014/main" id="{4DA4349C-814A-4367-BAEC-CEFC264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复核边界</a:t>
            </a:r>
          </a:p>
        </p:txBody>
      </p:sp>
      <p:sp>
        <p:nvSpPr>
          <p:cNvPr id="43" name="condition-body-01">
            <a:extLst xmlns:a="http://schemas.openxmlformats.org/drawingml/2006/main">
              <a:ext uri="{FF2B5EF4-FFF2-40B4-BE49-F238E27FC236}">
                <a16:creationId xmlns:a16="http://schemas.microsoft.com/office/drawing/2014/main" id="{9D23FAAE-4401-4273-8E6A-FDBF97C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245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复核先检查别人能否理解结果来源；不要求复做整项实验，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也不代替科学结论审查。若出现新的访问授权，先暂停共享，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由负责人处理授权后再继续。</a:t>
            </a:r>
          </a:p>
        </p:txBody>
      </p:sp>
      <p:sp>
        <p:nvSpPr>
          <p:cNvPr id="4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2CE00084-C7B9-4C7A-859E-BA88B163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ource-1">
            <a:extLst xmlns:a="http://schemas.openxmlformats.org/drawingml/2006/main">
              <a:ext uri="{FF2B5EF4-FFF2-40B4-BE49-F238E27FC236}">
                <a16:creationId xmlns:a16="http://schemas.microsoft.com/office/drawing/2014/main" id="{7CA7D254-1FA6-4707-AD62-733F236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46" name="page-1">
            <a:extLst xmlns:a="http://schemas.openxmlformats.org/drawingml/2006/main">
              <a:ext uri="{FF2B5EF4-FFF2-40B4-BE49-F238E27FC236}">
                <a16:creationId xmlns:a16="http://schemas.microsoft.com/office/drawing/2014/main" id="{792B1469-AE91-441A-94AD-FD20CA9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327955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02">
            <a:extLst xmlns:a="http://schemas.openxmlformats.org/drawingml/2006/main">
              <a:ext uri="{FF2B5EF4-FFF2-40B4-BE49-F238E27FC236}">
                <a16:creationId xmlns:a16="http://schemas.microsoft.com/office/drawing/2014/main" id="{6AE36832-39CF-4A6D-8A27-E12BEAE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归档时先把可见范围和授权条件说清楚</a:t>
            </a:r>
          </a:p>
        </p:txBody>
      </p:sp>
      <p:sp>
        <p:nvSpPr>
          <p:cNvPr id="2" name="title-rule-02">
            <a:extLst xmlns:a="http://schemas.openxmlformats.org/drawingml/2006/main">
              <a:ext uri="{FF2B5EF4-FFF2-40B4-BE49-F238E27FC236}">
                <a16:creationId xmlns:a16="http://schemas.microsoft.com/office/drawing/2014/main" id="{C80A97DE-E098-446B-B0E7-F1809B3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ft-heading-02">
            <a:extLst xmlns:a="http://schemas.openxmlformats.org/drawingml/2006/main">
              <a:ext uri="{FF2B5EF4-FFF2-40B4-BE49-F238E27FC236}">
                <a16:creationId xmlns:a16="http://schemas.microsoft.com/office/drawing/2014/main" id="{023AF4EF-4B11-4BD7-BA46-34AF26A0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讨论材料怎么用</a:t>
            </a:r>
          </a:p>
        </p:txBody>
      </p:sp>
      <p:sp>
        <p:nvSpPr>
          <p:cNvPr id="4" name="left-body-02">
            <a:extLst xmlns:a="http://schemas.openxmlformats.org/drawingml/2006/main">
              <a:ext uri="{FF2B5EF4-FFF2-40B4-BE49-F238E27FC236}">
                <a16:creationId xmlns:a16="http://schemas.microsoft.com/office/drawing/2014/main" id="{4DFB7DA1-4732-428B-94E1-FD4696F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结果图和可公开的解释可以进入讨论材料。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它们解释结果如何产生；访问授权另行处理。</a:t>
            </a:r>
          </a:p>
        </p:txBody>
      </p:sp>
      <p:sp>
        <p:nvSpPr>
          <p:cNvPr id="5" name="middle-rule-02">
            <a:extLst xmlns:a="http://schemas.openxmlformats.org/drawingml/2006/main">
              <a:ext uri="{FF2B5EF4-FFF2-40B4-BE49-F238E27FC236}">
                <a16:creationId xmlns:a16="http://schemas.microsoft.com/office/drawing/2014/main" id="{8354AD6B-3A3A-4597-BD77-89A40F4E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ddle-heading-02">
            <a:extLst xmlns:a="http://schemas.openxmlformats.org/drawingml/2006/main">
              <a:ext uri="{FF2B5EF4-FFF2-40B4-BE49-F238E27FC236}">
                <a16:creationId xmlns:a16="http://schemas.microsoft.com/office/drawing/2014/main" id="{64720DA8-D5C2-4DB9-99F8-E2A63250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授权问题怎么处置</a:t>
            </a:r>
          </a:p>
        </p:txBody>
      </p:sp>
      <p:sp>
        <p:nvSpPr>
          <p:cNvPr id="7" name="middle-body-02">
            <a:extLst xmlns:a="http://schemas.openxmlformats.org/drawingml/2006/main">
              <a:ext uri="{FF2B5EF4-FFF2-40B4-BE49-F238E27FC236}">
                <a16:creationId xmlns:a16="http://schemas.microsoft.com/office/drawing/2014/main" id="{E43B3C62-84BA-4700-928B-FF83543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受限原始数据留在原授权位置；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记录只保留受控引用和访问条件。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出现新的访问授权时，负责人先处理授权，</a:t>
            </a:r>
          </a:p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再决定是否继续共享。</a:t>
            </a:r>
          </a:p>
        </p:txBody>
      </p:sp>
      <p:sp>
        <p:nvSpPr>
          <p:cNvPr id="8" name="action-surface-02">
            <a:extLst xmlns:a="http://schemas.openxmlformats.org/drawingml/2006/main">
              <a:ext uri="{FF2B5EF4-FFF2-40B4-BE49-F238E27FC236}">
                <a16:creationId xmlns:a16="http://schemas.microsoft.com/office/drawing/2014/main" id="{3626EFCB-2C07-465A-BA96-1BD1005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6720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ion-label-02">
            <a:extLst xmlns:a="http://schemas.openxmlformats.org/drawingml/2006/main">
              <a:ext uri="{FF2B5EF4-FFF2-40B4-BE49-F238E27FC236}">
                <a16:creationId xmlns:a16="http://schemas.microsoft.com/office/drawing/2014/main" id="{94243558-844F-4B54-A6BC-06900B8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行动条件</a:t>
            </a:r>
          </a:p>
        </p:txBody>
      </p:sp>
      <p:sp>
        <p:nvSpPr>
          <p:cNvPr id="10" name="action-body-02">
            <a:extLst xmlns:a="http://schemas.openxmlformats.org/drawingml/2006/main">
              <a:ext uri="{FF2B5EF4-FFF2-40B4-BE49-F238E27FC236}">
                <a16:creationId xmlns:a16="http://schemas.microsoft.com/office/drawing/2014/main" id="{17783E33-3FCE-4EA9-9BE2-45857C1A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386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如果权限边界无法说明，先缩小要求或停止试点；不要为了完成试点目标强行推广。</a:t>
            </a:r>
          </a:p>
        </p:txBody>
      </p:sp>
      <p:sp>
        <p:nvSpPr>
          <p:cNvPr id="1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3361DFB-4569-4A31-AD73-E7C2C67F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18A75200-3B64-465C-8FD8-A09FD2F4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稿件：实验数据归档｜虚构大学试点讨论稿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4F9868FF-8DDB-4599-80E8-112E528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223003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2026-09-05T16:17:20.6520000Z</dcterms:created>
  <dcterms:modified xsi:type="dcterms:W3CDTF">2026-09-05T16:17:20.6520000Z</dcterms:modified>
</coreProperties>
</file>