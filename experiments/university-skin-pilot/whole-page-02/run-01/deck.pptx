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e6928ee18a44dc" /><Relationship Type="http://schemas.openxmlformats.org/officeDocument/2006/relationships/extended-properties" Target="/docProps/app.xml" Id="R55933108c97b4ced" /><Relationship Type="http://schemas.openxmlformats.org/officeDocument/2006/relationships/officeDocument" Target="/ppt/presentation.xml" Id="Rad3fcc56e81342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67cb50bf074ef8"/>
  </p:sldMasterIdLst>
  <p:notesMasterIdLst>
    <p:notesMasterId xmlns:r="http://schemas.openxmlformats.org/officeDocument/2006/relationships" r:id="R51e1b783c8f24845"/>
  </p:notesMasterIdLst>
  <p:sldIdLst>
    <p:sldId xmlns:r="http://schemas.openxmlformats.org/officeDocument/2006/relationships" id="256" r:id="R8ad0dc99896e4d2d"/>
    <p:sldId xmlns:r="http://schemas.openxmlformats.org/officeDocument/2006/relationships" id="257" r:id="Ra951e21635f649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a9ce8e69074f9f" /><Relationship Type="http://schemas.openxmlformats.org/officeDocument/2006/relationships/slideMaster" Target="/ppt/slideMasters/slideMaster1.xml" Id="R8867cb50bf074ef8" /><Relationship Type="http://schemas.openxmlformats.org/officeDocument/2006/relationships/notesMaster" Target="/ppt/notesMasters/notesMaster1.xml" Id="R51e1b783c8f24845" /><Relationship Type="http://schemas.openxmlformats.org/officeDocument/2006/relationships/presProps" Target="/ppt/presProps.xml" Id="R1d4807b4e8274226" /><Relationship Type="http://schemas.openxmlformats.org/officeDocument/2006/relationships/tableStyles" Target="/ppt/tableStyles.xml" Id="Rbbe68f3a52bf4dd2" /><Relationship Type="http://schemas.openxmlformats.org/officeDocument/2006/relationships/slide" Target="/ppt/slides/slide1.xml" Id="R8ad0dc99896e4d2d" /><Relationship Type="http://schemas.openxmlformats.org/officeDocument/2006/relationships/slide" Target="/ppt/slides/slide2.xml" Id="Ra951e21635f6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f924e061f4b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5429fc4e614676" /><Relationship Type="http://schemas.openxmlformats.org/officeDocument/2006/relationships/notesMaster" Target="/ppt/notesMasters/notesMaster1.xml" Id="Rcbf3e54d8678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a5a7c021d4e43" /><Relationship Type="http://schemas.openxmlformats.org/officeDocument/2006/relationships/notesMaster" Target="/ppt/notesMasters/notesMaster1.xml" Id="R1901e6d82f8e4b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ab16e834c47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f75960afe948d0" /><Relationship Type="http://schemas.openxmlformats.org/officeDocument/2006/relationships/slideLayout" Target="/ppt/slideLayouts/slideLayout1.xml" Id="R2c71f8f17d1849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71f8f17d1849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47a8bddb4e25" /><Relationship Type="http://schemas.openxmlformats.org/officeDocument/2006/relationships/notesSlide" Target="/ppt/notesSlides/notesSlide1.xml" Id="R650cfa945448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024bf0ae24b52" /><Relationship Type="http://schemas.openxmlformats.org/officeDocument/2006/relationships/notesSlide" Target="/ppt/notesSlides/notesSlide2.xml" Id="Ra991b15e9f4843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-01">
            <a:extLst xmlns:a="http://schemas.openxmlformats.org/drawingml/2006/main">
              <a:ext uri="{FF2B5EF4-FFF2-40B4-BE49-F238E27FC236}">
                <a16:creationId xmlns:a16="http://schemas.microsoft.com/office/drawing/2014/main" id="{F12DBD8A-4038-4DF3-836E-6BC0941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先让一次结果可以被理解，再决定是否长期保存</a:t>
            </a:r>
          </a:p>
        </p:txBody>
      </p:sp>
      <p:sp>
        <p:nvSpPr>
          <p:cNvPr id="2" name="title-rule-01">
            <a:extLst xmlns:a="http://schemas.openxmlformats.org/drawingml/2006/main">
              <a:ext uri="{FF2B5EF4-FFF2-40B4-BE49-F238E27FC236}">
                <a16:creationId xmlns:a16="http://schemas.microsoft.com/office/drawing/2014/main" id="{F4197D73-C678-4C0D-ADB3-470F8060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ead-01">
            <a:extLst xmlns:a="http://schemas.openxmlformats.org/drawingml/2006/main">
              <a:ext uri="{FF2B5EF4-FFF2-40B4-BE49-F238E27FC236}">
                <a16:creationId xmlns:a16="http://schemas.microsoft.com/office/drawing/2014/main" id="{A5F2D5F8-03B9-4C79-AEAA-AAD1FD2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95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一条可复核的结果记录，按这个顺序进入可讨论版本</a:t>
            </a:r>
          </a:p>
        </p:txBody>
      </p:sp>
      <p:sp>
        <p:nvSpPr>
          <p:cNvPr id="4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0FCEFD70-0882-43D4-A2DD-AFE0D15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2599363"/>
            <a:ext cx="8638184" cy="322412"/>
          </a:xfrm>
          <a:custGeom xmlns:a="http://schemas.openxmlformats.org/drawingml/2006/main">
            <a:pathLst>
              <a:path w="8638184" h="322412">
                <a:moveTo>
                  <a:pt x="0" y="58112"/>
                </a:moveTo>
                <a:lnTo>
                  <a:pt x="49987" y="20012"/>
                </a:lnTo>
                <a:lnTo>
                  <a:pt x="123720" y="20012"/>
                </a:lnTo>
                <a:lnTo>
                  <a:pt x="197444" y="20012"/>
                </a:lnTo>
                <a:lnTo>
                  <a:pt x="271177" y="20012"/>
                </a:lnTo>
                <a:lnTo>
                  <a:pt x="344910" y="20012"/>
                </a:lnTo>
                <a:lnTo>
                  <a:pt x="418643" y="20012"/>
                </a:lnTo>
                <a:lnTo>
                  <a:pt x="492366" y="20012"/>
                </a:lnTo>
                <a:lnTo>
                  <a:pt x="566099" y="20012"/>
                </a:lnTo>
                <a:lnTo>
                  <a:pt x="639832" y="20012"/>
                </a:lnTo>
                <a:lnTo>
                  <a:pt x="713565" y="20012"/>
                </a:lnTo>
                <a:lnTo>
                  <a:pt x="787289" y="20012"/>
                </a:lnTo>
                <a:lnTo>
                  <a:pt x="861022" y="20012"/>
                </a:lnTo>
                <a:lnTo>
                  <a:pt x="934755" y="20012"/>
                </a:lnTo>
                <a:lnTo>
                  <a:pt x="1008488" y="20012"/>
                </a:lnTo>
                <a:lnTo>
                  <a:pt x="1082211" y="20012"/>
                </a:lnTo>
                <a:lnTo>
                  <a:pt x="1155944" y="20012"/>
                </a:lnTo>
                <a:lnTo>
                  <a:pt x="1229678" y="20012"/>
                </a:lnTo>
                <a:lnTo>
                  <a:pt x="1303401" y="20012"/>
                </a:lnTo>
                <a:lnTo>
                  <a:pt x="1377134" y="20012"/>
                </a:lnTo>
                <a:lnTo>
                  <a:pt x="1450867" y="20012"/>
                </a:lnTo>
                <a:lnTo>
                  <a:pt x="1524600" y="20012"/>
                </a:lnTo>
                <a:lnTo>
                  <a:pt x="1598324" y="20012"/>
                </a:lnTo>
                <a:lnTo>
                  <a:pt x="1672057" y="20012"/>
                </a:lnTo>
                <a:lnTo>
                  <a:pt x="1745790" y="20012"/>
                </a:lnTo>
                <a:lnTo>
                  <a:pt x="1819523" y="20012"/>
                </a:lnTo>
                <a:lnTo>
                  <a:pt x="1893246" y="20012"/>
                </a:lnTo>
                <a:lnTo>
                  <a:pt x="1966979" y="20012"/>
                </a:lnTo>
                <a:lnTo>
                  <a:pt x="2040712" y="20012"/>
                </a:lnTo>
                <a:lnTo>
                  <a:pt x="2114445" y="20012"/>
                </a:lnTo>
                <a:lnTo>
                  <a:pt x="2188169" y="20012"/>
                </a:lnTo>
                <a:lnTo>
                  <a:pt x="2261902" y="20012"/>
                </a:lnTo>
                <a:lnTo>
                  <a:pt x="2335635" y="20012"/>
                </a:lnTo>
                <a:lnTo>
                  <a:pt x="2409368" y="20012"/>
                </a:lnTo>
                <a:lnTo>
                  <a:pt x="2483091" y="20012"/>
                </a:lnTo>
                <a:lnTo>
                  <a:pt x="2556824" y="20012"/>
                </a:lnTo>
                <a:lnTo>
                  <a:pt x="2630557" y="20012"/>
                </a:lnTo>
                <a:lnTo>
                  <a:pt x="2704290" y="20012"/>
                </a:lnTo>
                <a:lnTo>
                  <a:pt x="2778014" y="20012"/>
                </a:lnTo>
                <a:lnTo>
                  <a:pt x="2851747" y="20012"/>
                </a:lnTo>
                <a:lnTo>
                  <a:pt x="2925480" y="20012"/>
                </a:lnTo>
                <a:lnTo>
                  <a:pt x="2999213" y="20012"/>
                </a:lnTo>
                <a:lnTo>
                  <a:pt x="3072936" y="20012"/>
                </a:lnTo>
                <a:lnTo>
                  <a:pt x="3146669" y="20012"/>
                </a:lnTo>
                <a:lnTo>
                  <a:pt x="3220403" y="20012"/>
                </a:lnTo>
                <a:lnTo>
                  <a:pt x="3294136" y="20012"/>
                </a:lnTo>
                <a:lnTo>
                  <a:pt x="3367859" y="20012"/>
                </a:lnTo>
                <a:lnTo>
                  <a:pt x="3441592" y="20012"/>
                </a:lnTo>
                <a:lnTo>
                  <a:pt x="3515325" y="20012"/>
                </a:lnTo>
                <a:lnTo>
                  <a:pt x="3589058" y="20012"/>
                </a:lnTo>
                <a:lnTo>
                  <a:pt x="3662782" y="20012"/>
                </a:lnTo>
                <a:lnTo>
                  <a:pt x="3736515" y="20012"/>
                </a:lnTo>
                <a:lnTo>
                  <a:pt x="3810248" y="20012"/>
                </a:lnTo>
                <a:lnTo>
                  <a:pt x="3883981" y="20012"/>
                </a:lnTo>
                <a:lnTo>
                  <a:pt x="3957704" y="20012"/>
                </a:lnTo>
                <a:lnTo>
                  <a:pt x="4031437" y="20012"/>
                </a:lnTo>
                <a:lnTo>
                  <a:pt x="4105170" y="20012"/>
                </a:lnTo>
                <a:lnTo>
                  <a:pt x="4178894" y="20012"/>
                </a:lnTo>
                <a:lnTo>
                  <a:pt x="4252627" y="20012"/>
                </a:lnTo>
                <a:lnTo>
                  <a:pt x="4326360" y="20012"/>
                </a:lnTo>
                <a:lnTo>
                  <a:pt x="4400093" y="20012"/>
                </a:lnTo>
                <a:lnTo>
                  <a:pt x="4473816" y="20012"/>
                </a:lnTo>
                <a:lnTo>
                  <a:pt x="4547549" y="20012"/>
                </a:lnTo>
                <a:lnTo>
                  <a:pt x="4621282" y="20012"/>
                </a:lnTo>
                <a:lnTo>
                  <a:pt x="4695015" y="20012"/>
                </a:lnTo>
                <a:lnTo>
                  <a:pt x="4768739" y="20012"/>
                </a:lnTo>
                <a:lnTo>
                  <a:pt x="4842472" y="20012"/>
                </a:lnTo>
                <a:lnTo>
                  <a:pt x="4916205" y="20012"/>
                </a:lnTo>
                <a:lnTo>
                  <a:pt x="4989938" y="20012"/>
                </a:lnTo>
                <a:lnTo>
                  <a:pt x="5063661" y="20012"/>
                </a:lnTo>
                <a:lnTo>
                  <a:pt x="5137394" y="20012"/>
                </a:lnTo>
                <a:lnTo>
                  <a:pt x="5211128" y="20012"/>
                </a:lnTo>
                <a:lnTo>
                  <a:pt x="5284861" y="20012"/>
                </a:lnTo>
                <a:lnTo>
                  <a:pt x="5358584" y="20012"/>
                </a:lnTo>
                <a:lnTo>
                  <a:pt x="5432317" y="20012"/>
                </a:lnTo>
                <a:lnTo>
                  <a:pt x="5506050" y="20012"/>
                </a:lnTo>
                <a:lnTo>
                  <a:pt x="5579783" y="20012"/>
                </a:lnTo>
                <a:lnTo>
                  <a:pt x="5653507" y="20012"/>
                </a:lnTo>
                <a:lnTo>
                  <a:pt x="5727240" y="20012"/>
                </a:lnTo>
                <a:lnTo>
                  <a:pt x="5800973" y="20012"/>
                </a:lnTo>
                <a:lnTo>
                  <a:pt x="5874706" y="20012"/>
                </a:lnTo>
                <a:lnTo>
                  <a:pt x="5948429" y="20012"/>
                </a:lnTo>
                <a:lnTo>
                  <a:pt x="6022162" y="20012"/>
                </a:lnTo>
                <a:lnTo>
                  <a:pt x="6095895" y="20012"/>
                </a:lnTo>
                <a:lnTo>
                  <a:pt x="6169628" y="20012"/>
                </a:lnTo>
                <a:lnTo>
                  <a:pt x="6243352" y="20012"/>
                </a:lnTo>
                <a:lnTo>
                  <a:pt x="6317085" y="20012"/>
                </a:lnTo>
                <a:lnTo>
                  <a:pt x="6390818" y="20012"/>
                </a:lnTo>
                <a:lnTo>
                  <a:pt x="6464551" y="20012"/>
                </a:lnTo>
                <a:lnTo>
                  <a:pt x="6538274" y="20012"/>
                </a:lnTo>
                <a:lnTo>
                  <a:pt x="6612007" y="20012"/>
                </a:lnTo>
                <a:lnTo>
                  <a:pt x="6685740" y="20012"/>
                </a:lnTo>
                <a:lnTo>
                  <a:pt x="6759473" y="20012"/>
                </a:lnTo>
                <a:lnTo>
                  <a:pt x="6833197" y="20012"/>
                </a:lnTo>
                <a:lnTo>
                  <a:pt x="6906930" y="20012"/>
                </a:lnTo>
                <a:lnTo>
                  <a:pt x="6980663" y="20012"/>
                </a:lnTo>
                <a:lnTo>
                  <a:pt x="7054396" y="20012"/>
                </a:lnTo>
                <a:lnTo>
                  <a:pt x="7128119" y="20012"/>
                </a:lnTo>
                <a:lnTo>
                  <a:pt x="7201853" y="20012"/>
                </a:lnTo>
                <a:lnTo>
                  <a:pt x="7275586" y="20012"/>
                </a:lnTo>
                <a:lnTo>
                  <a:pt x="7349309" y="20012"/>
                </a:lnTo>
                <a:lnTo>
                  <a:pt x="7423042" y="20012"/>
                </a:lnTo>
                <a:lnTo>
                  <a:pt x="7496775" y="20012"/>
                </a:lnTo>
                <a:lnTo>
                  <a:pt x="7570508" y="20012"/>
                </a:lnTo>
                <a:lnTo>
                  <a:pt x="7644232" y="20012"/>
                </a:lnTo>
                <a:lnTo>
                  <a:pt x="7717965" y="20012"/>
                </a:lnTo>
                <a:lnTo>
                  <a:pt x="7791698" y="20012"/>
                </a:lnTo>
                <a:lnTo>
                  <a:pt x="7865431" y="20012"/>
                </a:lnTo>
                <a:lnTo>
                  <a:pt x="7939154" y="20012"/>
                </a:lnTo>
                <a:lnTo>
                  <a:pt x="8012887" y="20012"/>
                </a:lnTo>
                <a:lnTo>
                  <a:pt x="8086620" y="20012"/>
                </a:lnTo>
                <a:lnTo>
                  <a:pt x="8160353" y="20012"/>
                </a:lnTo>
                <a:lnTo>
                  <a:pt x="8220075" y="6010"/>
                </a:lnTo>
                <a:lnTo>
                  <a:pt x="8266300" y="0"/>
                </a:lnTo>
                <a:lnTo>
                  <a:pt x="8334956" y="26870"/>
                </a:lnTo>
                <a:lnTo>
                  <a:pt x="8403622" y="53731"/>
                </a:lnTo>
                <a:lnTo>
                  <a:pt x="8472278" y="80601"/>
                </a:lnTo>
                <a:lnTo>
                  <a:pt x="8540944" y="107471"/>
                </a:lnTo>
                <a:lnTo>
                  <a:pt x="8609600" y="134341"/>
                </a:lnTo>
                <a:lnTo>
                  <a:pt x="8638184" y="161201"/>
                </a:lnTo>
                <a:lnTo>
                  <a:pt x="8569528" y="188071"/>
                </a:lnTo>
                <a:lnTo>
                  <a:pt x="8500862" y="214941"/>
                </a:lnTo>
                <a:lnTo>
                  <a:pt x="8432206" y="241802"/>
                </a:lnTo>
                <a:lnTo>
                  <a:pt x="8363541" y="268672"/>
                </a:lnTo>
                <a:lnTo>
                  <a:pt x="8294884" y="295542"/>
                </a:lnTo>
                <a:lnTo>
                  <a:pt x="8226219" y="322412"/>
                </a:lnTo>
                <a:lnTo>
                  <a:pt x="8191043" y="286712"/>
                </a:lnTo>
                <a:lnTo>
                  <a:pt x="8117310" y="286712"/>
                </a:lnTo>
                <a:lnTo>
                  <a:pt x="8043577" y="286712"/>
                </a:lnTo>
                <a:lnTo>
                  <a:pt x="7969853" y="286712"/>
                </a:lnTo>
                <a:lnTo>
                  <a:pt x="7896120" y="286712"/>
                </a:lnTo>
                <a:lnTo>
                  <a:pt x="7822387" y="286712"/>
                </a:lnTo>
                <a:lnTo>
                  <a:pt x="7748654" y="286712"/>
                </a:lnTo>
                <a:lnTo>
                  <a:pt x="7674931" y="286712"/>
                </a:lnTo>
                <a:lnTo>
                  <a:pt x="7601198" y="286712"/>
                </a:lnTo>
                <a:lnTo>
                  <a:pt x="7527465" y="286712"/>
                </a:lnTo>
                <a:lnTo>
                  <a:pt x="7453732" y="286712"/>
                </a:lnTo>
                <a:lnTo>
                  <a:pt x="7380008" y="286712"/>
                </a:lnTo>
                <a:lnTo>
                  <a:pt x="7306275" y="286712"/>
                </a:lnTo>
                <a:lnTo>
                  <a:pt x="7232542" y="286712"/>
                </a:lnTo>
                <a:lnTo>
                  <a:pt x="7158819" y="286712"/>
                </a:lnTo>
                <a:lnTo>
                  <a:pt x="7085086" y="286712"/>
                </a:lnTo>
                <a:lnTo>
                  <a:pt x="7011353" y="286712"/>
                </a:lnTo>
                <a:lnTo>
                  <a:pt x="6937619" y="286712"/>
                </a:lnTo>
                <a:lnTo>
                  <a:pt x="6863896" y="286712"/>
                </a:lnTo>
                <a:lnTo>
                  <a:pt x="6790163" y="286712"/>
                </a:lnTo>
                <a:lnTo>
                  <a:pt x="6716430" y="286712"/>
                </a:lnTo>
                <a:lnTo>
                  <a:pt x="6642697" y="286712"/>
                </a:lnTo>
                <a:lnTo>
                  <a:pt x="6568973" y="286712"/>
                </a:lnTo>
                <a:lnTo>
                  <a:pt x="6495240" y="286712"/>
                </a:lnTo>
                <a:lnTo>
                  <a:pt x="6421507" y="286712"/>
                </a:lnTo>
                <a:lnTo>
                  <a:pt x="6347774" y="286712"/>
                </a:lnTo>
                <a:lnTo>
                  <a:pt x="6274051" y="286712"/>
                </a:lnTo>
                <a:lnTo>
                  <a:pt x="6200318" y="286712"/>
                </a:lnTo>
                <a:lnTo>
                  <a:pt x="6126585" y="286712"/>
                </a:lnTo>
                <a:lnTo>
                  <a:pt x="6052852" y="286712"/>
                </a:lnTo>
                <a:lnTo>
                  <a:pt x="5979128" y="286712"/>
                </a:lnTo>
                <a:lnTo>
                  <a:pt x="5905395" y="286712"/>
                </a:lnTo>
                <a:lnTo>
                  <a:pt x="5831662" y="286712"/>
                </a:lnTo>
                <a:lnTo>
                  <a:pt x="5757929" y="286712"/>
                </a:lnTo>
                <a:lnTo>
                  <a:pt x="5684206" y="286712"/>
                </a:lnTo>
                <a:lnTo>
                  <a:pt x="5610473" y="286712"/>
                </a:lnTo>
                <a:lnTo>
                  <a:pt x="5536740" y="286712"/>
                </a:lnTo>
                <a:lnTo>
                  <a:pt x="5463007" y="286712"/>
                </a:lnTo>
                <a:lnTo>
                  <a:pt x="5389283" y="286712"/>
                </a:lnTo>
                <a:lnTo>
                  <a:pt x="5315550" y="286712"/>
                </a:lnTo>
                <a:lnTo>
                  <a:pt x="5241817" y="286712"/>
                </a:lnTo>
                <a:lnTo>
                  <a:pt x="5168084" y="286712"/>
                </a:lnTo>
                <a:lnTo>
                  <a:pt x="5094361" y="286712"/>
                </a:lnTo>
                <a:lnTo>
                  <a:pt x="5020628" y="286712"/>
                </a:lnTo>
                <a:lnTo>
                  <a:pt x="4946894" y="286712"/>
                </a:lnTo>
                <a:lnTo>
                  <a:pt x="4873161" y="286712"/>
                </a:lnTo>
                <a:lnTo>
                  <a:pt x="4799438" y="286712"/>
                </a:lnTo>
                <a:lnTo>
                  <a:pt x="4725705" y="286712"/>
                </a:lnTo>
                <a:lnTo>
                  <a:pt x="4651972" y="286712"/>
                </a:lnTo>
                <a:lnTo>
                  <a:pt x="4578239" y="286712"/>
                </a:lnTo>
                <a:lnTo>
                  <a:pt x="4504515" y="286712"/>
                </a:lnTo>
                <a:lnTo>
                  <a:pt x="4430782" y="286712"/>
                </a:lnTo>
                <a:lnTo>
                  <a:pt x="4357049" y="286712"/>
                </a:lnTo>
                <a:lnTo>
                  <a:pt x="4283326" y="286712"/>
                </a:lnTo>
                <a:lnTo>
                  <a:pt x="4209593" y="286712"/>
                </a:lnTo>
                <a:lnTo>
                  <a:pt x="4135860" y="286712"/>
                </a:lnTo>
                <a:lnTo>
                  <a:pt x="4062127" y="286712"/>
                </a:lnTo>
                <a:lnTo>
                  <a:pt x="3988394" y="286712"/>
                </a:lnTo>
                <a:lnTo>
                  <a:pt x="3914670" y="286712"/>
                </a:lnTo>
                <a:lnTo>
                  <a:pt x="3840937" y="286712"/>
                </a:lnTo>
                <a:lnTo>
                  <a:pt x="3767204" y="286712"/>
                </a:lnTo>
                <a:lnTo>
                  <a:pt x="3693471" y="286712"/>
                </a:lnTo>
                <a:lnTo>
                  <a:pt x="3619748" y="286712"/>
                </a:lnTo>
                <a:lnTo>
                  <a:pt x="3546015" y="286712"/>
                </a:lnTo>
                <a:lnTo>
                  <a:pt x="3472282" y="286712"/>
                </a:lnTo>
                <a:lnTo>
                  <a:pt x="3398558" y="286712"/>
                </a:lnTo>
                <a:lnTo>
                  <a:pt x="3324825" y="286712"/>
                </a:lnTo>
                <a:lnTo>
                  <a:pt x="3251092" y="286712"/>
                </a:lnTo>
                <a:lnTo>
                  <a:pt x="3177359" y="286712"/>
                </a:lnTo>
                <a:lnTo>
                  <a:pt x="3103636" y="286712"/>
                </a:lnTo>
                <a:lnTo>
                  <a:pt x="3029903" y="286712"/>
                </a:lnTo>
                <a:lnTo>
                  <a:pt x="2956169" y="286712"/>
                </a:lnTo>
                <a:lnTo>
                  <a:pt x="2882436" y="286712"/>
                </a:lnTo>
                <a:lnTo>
                  <a:pt x="2808713" y="286712"/>
                </a:lnTo>
                <a:lnTo>
                  <a:pt x="2734980" y="286712"/>
                </a:lnTo>
                <a:lnTo>
                  <a:pt x="2661247" y="286712"/>
                </a:lnTo>
                <a:lnTo>
                  <a:pt x="2587514" y="286712"/>
                </a:lnTo>
                <a:lnTo>
                  <a:pt x="2513790" y="286712"/>
                </a:lnTo>
                <a:lnTo>
                  <a:pt x="2440057" y="286712"/>
                </a:lnTo>
                <a:lnTo>
                  <a:pt x="2366324" y="286712"/>
                </a:lnTo>
                <a:lnTo>
                  <a:pt x="2292591" y="286712"/>
                </a:lnTo>
                <a:lnTo>
                  <a:pt x="2218868" y="286712"/>
                </a:lnTo>
                <a:lnTo>
                  <a:pt x="2145135" y="286712"/>
                </a:lnTo>
                <a:lnTo>
                  <a:pt x="2071402" y="286712"/>
                </a:lnTo>
                <a:lnTo>
                  <a:pt x="1997669" y="286712"/>
                </a:lnTo>
                <a:lnTo>
                  <a:pt x="1923945" y="286712"/>
                </a:lnTo>
                <a:lnTo>
                  <a:pt x="1850212" y="286712"/>
                </a:lnTo>
                <a:lnTo>
                  <a:pt x="1776479" y="286712"/>
                </a:lnTo>
                <a:lnTo>
                  <a:pt x="1702746" y="286712"/>
                </a:lnTo>
                <a:lnTo>
                  <a:pt x="1629023" y="286712"/>
                </a:lnTo>
                <a:lnTo>
                  <a:pt x="1555290" y="286712"/>
                </a:lnTo>
                <a:lnTo>
                  <a:pt x="1481557" y="286712"/>
                </a:lnTo>
                <a:lnTo>
                  <a:pt x="1407824" y="286712"/>
                </a:lnTo>
                <a:lnTo>
                  <a:pt x="1334100" y="286712"/>
                </a:lnTo>
                <a:lnTo>
                  <a:pt x="1260367" y="286712"/>
                </a:lnTo>
                <a:lnTo>
                  <a:pt x="1186634" y="286712"/>
                </a:lnTo>
                <a:lnTo>
                  <a:pt x="1112901" y="286712"/>
                </a:lnTo>
                <a:lnTo>
                  <a:pt x="1039178" y="286712"/>
                </a:lnTo>
                <a:lnTo>
                  <a:pt x="965444" y="286712"/>
                </a:lnTo>
                <a:lnTo>
                  <a:pt x="891711" y="286712"/>
                </a:lnTo>
                <a:lnTo>
                  <a:pt x="817978" y="286712"/>
                </a:lnTo>
                <a:lnTo>
                  <a:pt x="744255" y="286712"/>
                </a:lnTo>
                <a:lnTo>
                  <a:pt x="670522" y="286712"/>
                </a:lnTo>
                <a:lnTo>
                  <a:pt x="596789" y="286712"/>
                </a:lnTo>
                <a:lnTo>
                  <a:pt x="523065" y="286712"/>
                </a:lnTo>
                <a:lnTo>
                  <a:pt x="449332" y="286712"/>
                </a:lnTo>
                <a:lnTo>
                  <a:pt x="375599" y="286712"/>
                </a:lnTo>
                <a:lnTo>
                  <a:pt x="301866" y="286712"/>
                </a:lnTo>
                <a:lnTo>
                  <a:pt x="228143" y="286712"/>
                </a:lnTo>
                <a:lnTo>
                  <a:pt x="154410" y="286712"/>
                </a:lnTo>
                <a:lnTo>
                  <a:pt x="80677" y="286712"/>
                </a:lnTo>
                <a:lnTo>
                  <a:pt x="9363" y="277025"/>
                </a:lnTo>
                <a:lnTo>
                  <a:pt x="0" y="205569"/>
                </a:lnTo>
                <a:lnTo>
                  <a:pt x="0" y="131845"/>
                </a:lnTo>
                <a:lnTo>
                  <a:pt x="0" y="58112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B5952774-69CE-4DA9-BBFB-AC484035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088" y="2743200"/>
            <a:ext cx="80486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8430E9E8-2ADF-4358-90CA-C2F2AFC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7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5894DB08-8CD1-4AD3-9EF3-DC781ECF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8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C42737A7-3FB5-446A-AF7D-D1946678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43E40977-6195-4021-A403-8D96F40E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CA87DA5B-938D-44CC-94CA-D1FE6763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A91BF454-E5C4-472D-825E-CF6E2769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2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4C512071-6D88-46C9-8CA1-5358883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3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85E1BC55-D8B8-4E5F-BAA6-F36097F1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338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CAB3CD10-8F5F-46B4-B1FB-B693B661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执行者提交结果记录及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5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F2AA34BC-700D-461A-A1B6-9527A783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尝试定位</a:t>
            </a:r>
          </a:p>
        </p:txBody>
      </p:sp>
      <p:sp>
        <p:nvSpPr>
          <p:cNvPr id="16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DD55545A-8384-405A-B028-98D35D7E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0963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17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CCF0A1E2-62C1-4D9B-A1C1-3E0CF202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F27BE42E-79F6-4B77-928C-5101C1FD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0E77ED26-3454-4892-B6AB-4D076B2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92261F3F-E66C-4A48-87E7-F7434D3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1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77F80704-EE08-4A7D-8361-03153DBD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2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3A11A53E-1612-4BE9-AA35-F673C74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1463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28C56AAE-B95A-49C9-93CA-04261D36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定位数据、脚本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和条件</a:t>
            </a:r>
          </a:p>
        </p:txBody>
      </p:sp>
      <p:sp>
        <p:nvSpPr>
          <p:cNvPr id="24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F37BE37C-3B5C-4A86-81DA-91DE5E7D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补充缺项</a:t>
            </a:r>
          </a:p>
        </p:txBody>
      </p:sp>
      <p:sp>
        <p:nvSpPr>
          <p:cNvPr id="25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ED25F139-35B4-4534-AA47-59BD11D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5088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6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2DEDAFF8-2F63-46FA-87EE-8ABD0D33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D7FEE17-F1EC-4510-9D9A-B8195FBC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DBF7B85F-FD74-4C7A-B73C-7F2DA01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9E521859-2E26-468F-9763-7FB3CCB0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0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7F5C37EC-4902-4729-9A68-74E66C9F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1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95F7E9C7-3726-472A-BB2A-27664159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5588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FF0F0FE5-5317-4647-8F4A-AC557C5C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执行者补充缺项并说明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</p:txBody>
      </p:sp>
      <p:sp>
        <p:nvSpPr>
          <p:cNvPr id="33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5529C6DE-B139-47E3-9BE3-7F7AFAF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34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C4B12B35-F719-488D-B893-852AB3DA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5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548750B1-EA3C-402F-A187-02315A3C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EBF6041C-04A2-4217-8356-AB4E1609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6798CB3A-70F8-498E-8DEB-3BB6BCE3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59E824D2-A3F5-469D-8936-CCD3D512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9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8D921A5E-8D77-4526-BC04-DF2678E5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0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3A85338E-C992-4CAC-9F0F-7EA1AA7E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9713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A11733D2-E885-446C-95FC-1AB12DC0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确认后进入可讨论版本</a:t>
            </a:r>
          </a:p>
        </p:txBody>
      </p:sp>
      <p:sp>
        <p:nvSpPr>
          <p:cNvPr id="42" name="condition-rule-01">
            <a:extLst xmlns:a="http://schemas.openxmlformats.org/drawingml/2006/main">
              <a:ext uri="{FF2B5EF4-FFF2-40B4-BE49-F238E27FC236}">
                <a16:creationId xmlns:a16="http://schemas.microsoft.com/office/drawing/2014/main" id="{028616A8-ED82-4DAD-8B27-38EAA703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ndition-label-01">
            <a:extLst xmlns:a="http://schemas.openxmlformats.org/drawingml/2006/main">
              <a:ext uri="{FF2B5EF4-FFF2-40B4-BE49-F238E27FC236}">
                <a16:creationId xmlns:a16="http://schemas.microsoft.com/office/drawing/2014/main" id="{BC26C080-C125-4C47-AE4E-CBEBE35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边界条件</a:t>
            </a:r>
          </a:p>
        </p:txBody>
      </p:sp>
      <p:sp>
        <p:nvSpPr>
          <p:cNvPr id="44" name="condition-body-01">
            <a:extLst xmlns:a="http://schemas.openxmlformats.org/drawingml/2006/main">
              <a:ext uri="{FF2B5EF4-FFF2-40B4-BE49-F238E27FC236}">
                <a16:creationId xmlns:a16="http://schemas.microsoft.com/office/drawing/2014/main" id="{77D66C35-BC38-4159-ADBE-40E4C603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85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若出现新的访问授权，先暂停共享；复核先判断能否理解来源，不代替科学结论审查。</a:t>
            </a:r>
          </a:p>
        </p:txBody>
      </p:sp>
      <p:sp>
        <p:nvSpPr>
          <p:cNvPr id="4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1FD0BE11-6CD6-4217-8DCF-2601D8B4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ource-1">
            <a:extLst xmlns:a="http://schemas.openxmlformats.org/drawingml/2006/main">
              <a:ext uri="{FF2B5EF4-FFF2-40B4-BE49-F238E27FC236}">
                <a16:creationId xmlns:a16="http://schemas.microsoft.com/office/drawing/2014/main" id="{2925A677-29E0-4231-813D-4646FF27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稿件：实验数据归档｜虚构大学试点讨论稿</a:t>
            </a:r>
          </a:p>
        </p:txBody>
      </p:sp>
      <p:sp>
        <p:nvSpPr>
          <p:cNvPr id="47" name="page-1">
            <a:extLst xmlns:a="http://schemas.openxmlformats.org/drawingml/2006/main">
              <a:ext uri="{FF2B5EF4-FFF2-40B4-BE49-F238E27FC236}">
                <a16:creationId xmlns:a16="http://schemas.microsoft.com/office/drawing/2014/main" id="{71DD580F-92EE-4BFF-ADE3-92E6CF28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00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570777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02">
            <a:extLst xmlns:a="http://schemas.openxmlformats.org/drawingml/2006/main">
              <a:ext uri="{FF2B5EF4-FFF2-40B4-BE49-F238E27FC236}">
                <a16:creationId xmlns:a16="http://schemas.microsoft.com/office/drawing/2014/main" id="{30DCED42-EE8D-42EE-8D08-F0B101F6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记录完整，也不等于所有人都能看到全部文件</a:t>
            </a:r>
          </a:p>
        </p:txBody>
      </p:sp>
      <p:sp>
        <p:nvSpPr>
          <p:cNvPr id="2" name="title-rule-02">
            <a:extLst xmlns:a="http://schemas.openxmlformats.org/drawingml/2006/main">
              <a:ext uri="{FF2B5EF4-FFF2-40B4-BE49-F238E27FC236}">
                <a16:creationId xmlns:a16="http://schemas.microsoft.com/office/drawing/2014/main" id="{34BD2E9A-596D-4160-B5BF-CBF1AE7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inciple-02">
            <a:extLst xmlns:a="http://schemas.openxmlformats.org/drawingml/2006/main">
              <a:ext uri="{FF2B5EF4-FFF2-40B4-BE49-F238E27FC236}">
                <a16:creationId xmlns:a16="http://schemas.microsoft.com/office/drawing/2014/main" id="{0B0D404A-C4ED-471D-AF93-20F560C7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归档保存的是“结果—依据—责任边界”的联系，不是一次共享扩权。</a:t>
            </a:r>
          </a:p>
        </p:txBody>
      </p:sp>
      <p:sp>
        <p:nvSpPr>
          <p:cNvPr id="4" name="principle-rule-02">
            <a:extLst xmlns:a="http://schemas.openxmlformats.org/drawingml/2006/main">
              <a:ext uri="{FF2B5EF4-FFF2-40B4-BE49-F238E27FC236}">
                <a16:creationId xmlns:a16="http://schemas.microsoft.com/office/drawing/2014/main" id="{F004DD83-1593-4DDD-8DC3-E095DA1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76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ft-heading-02">
            <a:extLst xmlns:a="http://schemas.openxmlformats.org/drawingml/2006/main">
              <a:ext uri="{FF2B5EF4-FFF2-40B4-BE49-F238E27FC236}">
                <a16:creationId xmlns:a16="http://schemas.microsoft.com/office/drawing/2014/main" id="{BA9BF4E4-4C04-401C-B124-F8CDAACA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可以进入讨论材料</a:t>
            </a:r>
          </a:p>
        </p:txBody>
      </p:sp>
      <p:sp>
        <p:nvSpPr>
          <p:cNvPr id="6" name="left-body-02">
            <a:extLst xmlns:a="http://schemas.openxmlformats.org/drawingml/2006/main">
              <a:ext uri="{FF2B5EF4-FFF2-40B4-BE49-F238E27FC236}">
                <a16:creationId xmlns:a16="http://schemas.microsoft.com/office/drawing/2014/main" id="{6B7F92C8-9110-4CBF-80B1-3C58D79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结果图，以及可公开的解释。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它们帮助成员先理解结果是怎么产生的。</a:t>
            </a:r>
          </a:p>
        </p:txBody>
      </p:sp>
      <p:sp>
        <p:nvSpPr>
          <p:cNvPr id="7" name="middle-rule-02">
            <a:extLst xmlns:a="http://schemas.openxmlformats.org/drawingml/2006/main">
              <a:ext uri="{FF2B5EF4-FFF2-40B4-BE49-F238E27FC236}">
                <a16:creationId xmlns:a16="http://schemas.microsoft.com/office/drawing/2014/main" id="{EFFD6D0B-7F0B-4EBC-A333-C64A734B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95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ddle-heading-02">
            <a:extLst xmlns:a="http://schemas.openxmlformats.org/drawingml/2006/main">
              <a:ext uri="{FF2B5EF4-FFF2-40B4-BE49-F238E27FC236}">
                <a16:creationId xmlns:a16="http://schemas.microsoft.com/office/drawing/2014/main" id="{7B4709C5-DF39-4D8D-BDE3-51C7C218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仍留在原授权位置</a:t>
            </a:r>
          </a:p>
        </p:txBody>
      </p:sp>
      <p:sp>
        <p:nvSpPr>
          <p:cNvPr id="9" name="middle-body-02">
            <a:extLst xmlns:a="http://schemas.openxmlformats.org/drawingml/2006/main">
              <a:ext uri="{FF2B5EF4-FFF2-40B4-BE49-F238E27FC236}">
                <a16:creationId xmlns:a16="http://schemas.microsoft.com/office/drawing/2014/main" id="{30634B14-3D61-40D9-B084-2441F6A9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受限原始数据不因归档而改变授权。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记录只保留受控引用和访问条件。</a:t>
            </a:r>
          </a:p>
        </p:txBody>
      </p:sp>
      <p:sp>
        <p:nvSpPr>
          <p:cNvPr id="10" name="key-rule-02">
            <a:extLst xmlns:a="http://schemas.openxmlformats.org/drawingml/2006/main">
              <a:ext uri="{FF2B5EF4-FFF2-40B4-BE49-F238E27FC236}">
                <a16:creationId xmlns:a16="http://schemas.microsoft.com/office/drawing/2014/main" id="{FBDB7E88-8B85-47E9-BD37-40FCC2C9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key-label-02">
            <a:extLst xmlns:a="http://schemas.openxmlformats.org/drawingml/2006/main">
              <a:ext uri="{FF2B5EF4-FFF2-40B4-BE49-F238E27FC236}">
                <a16:creationId xmlns:a16="http://schemas.microsoft.com/office/drawing/2014/main" id="{99123915-AAA8-483A-B83C-A4CEC0E3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2" name="key-body-02">
            <a:extLst xmlns:a="http://schemas.openxmlformats.org/drawingml/2006/main">
              <a:ext uri="{FF2B5EF4-FFF2-40B4-BE49-F238E27FC236}">
                <a16:creationId xmlns:a16="http://schemas.microsoft.com/office/drawing/2014/main" id="{AAA7A61E-5035-4868-8AED-144CBD57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43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记录表里出现一个路径，不代表其他成员已经取得访问权。</a:t>
            </a:r>
          </a:p>
        </p:txBody>
      </p:sp>
      <p:sp>
        <p:nvSpPr>
          <p:cNvPr id="13" name="decision-surface-02">
            <a:extLst xmlns:a="http://schemas.openxmlformats.org/drawingml/2006/main">
              <a:ext uri="{FF2B5EF4-FFF2-40B4-BE49-F238E27FC236}">
                <a16:creationId xmlns:a16="http://schemas.microsoft.com/office/drawing/2014/main" id="{C2CCEEA4-CDFA-45BC-A5F7-6C2B8EEA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114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cision-label-02">
            <a:extLst xmlns:a="http://schemas.openxmlformats.org/drawingml/2006/main">
              <a:ext uri="{FF2B5EF4-FFF2-40B4-BE49-F238E27FC236}">
                <a16:creationId xmlns:a16="http://schemas.microsoft.com/office/drawing/2014/main" id="{B7EFA5C1-2AD5-4FB2-8627-E85F1585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试点取舍</a:t>
            </a:r>
          </a:p>
        </p:txBody>
      </p:sp>
      <p:sp>
        <p:nvSpPr>
          <p:cNvPr id="15" name="decision-body-02">
            <a:extLst xmlns:a="http://schemas.openxmlformats.org/drawingml/2006/main">
              <a:ext uri="{FF2B5EF4-FFF2-40B4-BE49-F238E27FC236}">
                <a16:creationId xmlns:a16="http://schemas.microsoft.com/office/drawing/2014/main" id="{F88DDC93-2D45-457E-8F3E-48C0144B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86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先从新增实验试行，验证可理解性；历史结果按真正需要复核的项目逐项补充。</a:t>
            </a:r>
          </a:p>
        </p:txBody>
      </p:sp>
      <p:sp>
        <p:nvSpPr>
          <p:cNvPr id="1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A85C2C6-4B7D-4B01-8E30-5971372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45B91C2F-D74C-441B-B852-68AE6D6C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稿件：实验数据归档｜虚构大学试点讨论稿</a:t>
            </a:r>
          </a:p>
        </p:txBody>
      </p:sp>
      <p:sp>
        <p:nvSpPr>
          <p:cNvPr id="18" name="page-2">
            <a:extLst xmlns:a="http://schemas.openxmlformats.org/drawingml/2006/main">
              <a:ext uri="{FF2B5EF4-FFF2-40B4-BE49-F238E27FC236}">
                <a16:creationId xmlns:a16="http://schemas.microsoft.com/office/drawing/2014/main" id="{12919076-CCB1-4AF6-89EB-C5F83FE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00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571590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2026-09-05T16:01:51.7710000Z</dcterms:created>
  <dcterms:modified xsi:type="dcterms:W3CDTF">2026-09-05T16:01:51.7710000Z</dcterms:modified>
</coreProperties>
</file>