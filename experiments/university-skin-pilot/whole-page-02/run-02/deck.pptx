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c7d90172214dbd" /><Relationship Type="http://schemas.openxmlformats.org/officeDocument/2006/relationships/extended-properties" Target="/docProps/app.xml" Id="Rb18d7abe52e14c04" /><Relationship Type="http://schemas.openxmlformats.org/officeDocument/2006/relationships/officeDocument" Target="/ppt/presentation.xml" Id="Ra0bd19153daa44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7a0bf8079a4d61"/>
  </p:sldMasterIdLst>
  <p:notesMasterIdLst>
    <p:notesMasterId xmlns:r="http://schemas.openxmlformats.org/officeDocument/2006/relationships" r:id="R28dd6a06661f4dc2"/>
  </p:notesMasterIdLst>
  <p:sldIdLst>
    <p:sldId xmlns:r="http://schemas.openxmlformats.org/officeDocument/2006/relationships" id="256" r:id="R665d1c02da1b441f"/>
    <p:sldId xmlns:r="http://schemas.openxmlformats.org/officeDocument/2006/relationships" id="257" r:id="R2655b896bf4d44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bc594ad966497e" /><Relationship Type="http://schemas.openxmlformats.org/officeDocument/2006/relationships/slideMaster" Target="/ppt/slideMasters/slideMaster1.xml" Id="R9b7a0bf8079a4d61" /><Relationship Type="http://schemas.openxmlformats.org/officeDocument/2006/relationships/notesMaster" Target="/ppt/notesMasters/notesMaster1.xml" Id="R28dd6a06661f4dc2" /><Relationship Type="http://schemas.openxmlformats.org/officeDocument/2006/relationships/presProps" Target="/ppt/presProps.xml" Id="Red6bda0a03554566" /><Relationship Type="http://schemas.openxmlformats.org/officeDocument/2006/relationships/tableStyles" Target="/ppt/tableStyles.xml" Id="R31802eb3afd1414d" /><Relationship Type="http://schemas.openxmlformats.org/officeDocument/2006/relationships/slide" Target="/ppt/slides/slide1.xml" Id="R665d1c02da1b441f" /><Relationship Type="http://schemas.openxmlformats.org/officeDocument/2006/relationships/slide" Target="/ppt/slides/slide2.xml" Id="R2655b896bf4d44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d0a6dd23a145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dad4afdff34a59" /><Relationship Type="http://schemas.openxmlformats.org/officeDocument/2006/relationships/notesMaster" Target="/ppt/notesMasters/notesMaster1.xml" Id="R8a0b2913dda34e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efeefe206b43c0" /><Relationship Type="http://schemas.openxmlformats.org/officeDocument/2006/relationships/notesMaster" Target="/ppt/notesMasters/notesMaster1.xml" Id="R903636baf2d0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35fe3159e47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29127ed0334f02" /><Relationship Type="http://schemas.openxmlformats.org/officeDocument/2006/relationships/slideLayout" Target="/ppt/slideLayouts/slideLayout1.xml" Id="Rc18482aef97b47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8482aef97b47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c3155659c4a26" /><Relationship Type="http://schemas.openxmlformats.org/officeDocument/2006/relationships/notesSlide" Target="/ppt/notesSlides/notesSlide1.xml" Id="R76d45adecf9b40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346c3e905429b" /><Relationship Type="http://schemas.openxmlformats.org/officeDocument/2006/relationships/notesSlide" Target="/ppt/notesSlides/notesSlide2.xml" Id="R03825152250e43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itle-01">
            <a:extLst xmlns:a="http://schemas.openxmlformats.org/drawingml/2006/main">
              <a:ext uri="{FF2B5EF4-FFF2-40B4-BE49-F238E27FC236}">
                <a16:creationId xmlns:a16="http://schemas.microsoft.com/office/drawing/2014/main" id="{50DD62A1-BED4-478F-B07E-3F682D7F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一条记录能否被他人复核，取决于责任闭环</a:t>
            </a:r>
          </a:p>
        </p:txBody>
      </p:sp>
      <p:sp>
        <p:nvSpPr>
          <p:cNvPr id="2" name="title-rule-01">
            <a:extLst xmlns:a="http://schemas.openxmlformats.org/drawingml/2006/main">
              <a:ext uri="{FF2B5EF4-FFF2-40B4-BE49-F238E27FC236}">
                <a16:creationId xmlns:a16="http://schemas.microsoft.com/office/drawing/2014/main" id="{7D088E6A-7282-486F-8DEA-E9C00F83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AB4F10EC-F17A-494B-94D9-9AD5037F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838" y="2599363"/>
            <a:ext cx="8638184" cy="322412"/>
          </a:xfrm>
          <a:custGeom xmlns:a="http://schemas.openxmlformats.org/drawingml/2006/main">
            <a:pathLst>
              <a:path w="8638184" h="322412">
                <a:moveTo>
                  <a:pt x="0" y="58112"/>
                </a:moveTo>
                <a:lnTo>
                  <a:pt x="49987" y="20012"/>
                </a:lnTo>
                <a:lnTo>
                  <a:pt x="123720" y="20012"/>
                </a:lnTo>
                <a:lnTo>
                  <a:pt x="197444" y="20012"/>
                </a:lnTo>
                <a:lnTo>
                  <a:pt x="271177" y="20012"/>
                </a:lnTo>
                <a:lnTo>
                  <a:pt x="344910" y="20012"/>
                </a:lnTo>
                <a:lnTo>
                  <a:pt x="418643" y="20012"/>
                </a:lnTo>
                <a:lnTo>
                  <a:pt x="492366" y="20012"/>
                </a:lnTo>
                <a:lnTo>
                  <a:pt x="566099" y="20012"/>
                </a:lnTo>
                <a:lnTo>
                  <a:pt x="639832" y="20012"/>
                </a:lnTo>
                <a:lnTo>
                  <a:pt x="713565" y="20012"/>
                </a:lnTo>
                <a:lnTo>
                  <a:pt x="787289" y="20012"/>
                </a:lnTo>
                <a:lnTo>
                  <a:pt x="861022" y="20012"/>
                </a:lnTo>
                <a:lnTo>
                  <a:pt x="934755" y="20012"/>
                </a:lnTo>
                <a:lnTo>
                  <a:pt x="1008488" y="20012"/>
                </a:lnTo>
                <a:lnTo>
                  <a:pt x="1082211" y="20012"/>
                </a:lnTo>
                <a:lnTo>
                  <a:pt x="1155944" y="20012"/>
                </a:lnTo>
                <a:lnTo>
                  <a:pt x="1229678" y="20012"/>
                </a:lnTo>
                <a:lnTo>
                  <a:pt x="1303401" y="20012"/>
                </a:lnTo>
                <a:lnTo>
                  <a:pt x="1377134" y="20012"/>
                </a:lnTo>
                <a:lnTo>
                  <a:pt x="1450867" y="20012"/>
                </a:lnTo>
                <a:lnTo>
                  <a:pt x="1524600" y="20012"/>
                </a:lnTo>
                <a:lnTo>
                  <a:pt x="1598324" y="20012"/>
                </a:lnTo>
                <a:lnTo>
                  <a:pt x="1672057" y="20012"/>
                </a:lnTo>
                <a:lnTo>
                  <a:pt x="1745790" y="20012"/>
                </a:lnTo>
                <a:lnTo>
                  <a:pt x="1819523" y="20012"/>
                </a:lnTo>
                <a:lnTo>
                  <a:pt x="1893246" y="20012"/>
                </a:lnTo>
                <a:lnTo>
                  <a:pt x="1966979" y="20012"/>
                </a:lnTo>
                <a:lnTo>
                  <a:pt x="2040712" y="20012"/>
                </a:lnTo>
                <a:lnTo>
                  <a:pt x="2114445" y="20012"/>
                </a:lnTo>
                <a:lnTo>
                  <a:pt x="2188169" y="20012"/>
                </a:lnTo>
                <a:lnTo>
                  <a:pt x="2261902" y="20012"/>
                </a:lnTo>
                <a:lnTo>
                  <a:pt x="2335635" y="20012"/>
                </a:lnTo>
                <a:lnTo>
                  <a:pt x="2409368" y="20012"/>
                </a:lnTo>
                <a:lnTo>
                  <a:pt x="2483091" y="20012"/>
                </a:lnTo>
                <a:lnTo>
                  <a:pt x="2556824" y="20012"/>
                </a:lnTo>
                <a:lnTo>
                  <a:pt x="2630557" y="20012"/>
                </a:lnTo>
                <a:lnTo>
                  <a:pt x="2704290" y="20012"/>
                </a:lnTo>
                <a:lnTo>
                  <a:pt x="2778014" y="20012"/>
                </a:lnTo>
                <a:lnTo>
                  <a:pt x="2851747" y="20012"/>
                </a:lnTo>
                <a:lnTo>
                  <a:pt x="2925480" y="20012"/>
                </a:lnTo>
                <a:lnTo>
                  <a:pt x="2999213" y="20012"/>
                </a:lnTo>
                <a:lnTo>
                  <a:pt x="3072936" y="20012"/>
                </a:lnTo>
                <a:lnTo>
                  <a:pt x="3146669" y="20012"/>
                </a:lnTo>
                <a:lnTo>
                  <a:pt x="3220403" y="20012"/>
                </a:lnTo>
                <a:lnTo>
                  <a:pt x="3294136" y="20012"/>
                </a:lnTo>
                <a:lnTo>
                  <a:pt x="3367859" y="20012"/>
                </a:lnTo>
                <a:lnTo>
                  <a:pt x="3441592" y="20012"/>
                </a:lnTo>
                <a:lnTo>
                  <a:pt x="3515325" y="20012"/>
                </a:lnTo>
                <a:lnTo>
                  <a:pt x="3589058" y="20012"/>
                </a:lnTo>
                <a:lnTo>
                  <a:pt x="3662782" y="20012"/>
                </a:lnTo>
                <a:lnTo>
                  <a:pt x="3736515" y="20012"/>
                </a:lnTo>
                <a:lnTo>
                  <a:pt x="3810248" y="20012"/>
                </a:lnTo>
                <a:lnTo>
                  <a:pt x="3883981" y="20012"/>
                </a:lnTo>
                <a:lnTo>
                  <a:pt x="3957704" y="20012"/>
                </a:lnTo>
                <a:lnTo>
                  <a:pt x="4031437" y="20012"/>
                </a:lnTo>
                <a:lnTo>
                  <a:pt x="4105170" y="20012"/>
                </a:lnTo>
                <a:lnTo>
                  <a:pt x="4178894" y="20012"/>
                </a:lnTo>
                <a:lnTo>
                  <a:pt x="4252627" y="20012"/>
                </a:lnTo>
                <a:lnTo>
                  <a:pt x="4326360" y="20012"/>
                </a:lnTo>
                <a:lnTo>
                  <a:pt x="4400093" y="20012"/>
                </a:lnTo>
                <a:lnTo>
                  <a:pt x="4473816" y="20012"/>
                </a:lnTo>
                <a:lnTo>
                  <a:pt x="4547549" y="20012"/>
                </a:lnTo>
                <a:lnTo>
                  <a:pt x="4621282" y="20012"/>
                </a:lnTo>
                <a:lnTo>
                  <a:pt x="4695015" y="20012"/>
                </a:lnTo>
                <a:lnTo>
                  <a:pt x="4768739" y="20012"/>
                </a:lnTo>
                <a:lnTo>
                  <a:pt x="4842472" y="20012"/>
                </a:lnTo>
                <a:lnTo>
                  <a:pt x="4916205" y="20012"/>
                </a:lnTo>
                <a:lnTo>
                  <a:pt x="4989938" y="20012"/>
                </a:lnTo>
                <a:lnTo>
                  <a:pt x="5063661" y="20012"/>
                </a:lnTo>
                <a:lnTo>
                  <a:pt x="5137394" y="20012"/>
                </a:lnTo>
                <a:lnTo>
                  <a:pt x="5211128" y="20012"/>
                </a:lnTo>
                <a:lnTo>
                  <a:pt x="5284861" y="20012"/>
                </a:lnTo>
                <a:lnTo>
                  <a:pt x="5358584" y="20012"/>
                </a:lnTo>
                <a:lnTo>
                  <a:pt x="5432317" y="20012"/>
                </a:lnTo>
                <a:lnTo>
                  <a:pt x="5506050" y="20012"/>
                </a:lnTo>
                <a:lnTo>
                  <a:pt x="5579783" y="20012"/>
                </a:lnTo>
                <a:lnTo>
                  <a:pt x="5653507" y="20012"/>
                </a:lnTo>
                <a:lnTo>
                  <a:pt x="5727240" y="20012"/>
                </a:lnTo>
                <a:lnTo>
                  <a:pt x="5800973" y="20012"/>
                </a:lnTo>
                <a:lnTo>
                  <a:pt x="5874706" y="20012"/>
                </a:lnTo>
                <a:lnTo>
                  <a:pt x="5948429" y="20012"/>
                </a:lnTo>
                <a:lnTo>
                  <a:pt x="6022162" y="20012"/>
                </a:lnTo>
                <a:lnTo>
                  <a:pt x="6095895" y="20012"/>
                </a:lnTo>
                <a:lnTo>
                  <a:pt x="6169628" y="20012"/>
                </a:lnTo>
                <a:lnTo>
                  <a:pt x="6243352" y="20012"/>
                </a:lnTo>
                <a:lnTo>
                  <a:pt x="6317085" y="20012"/>
                </a:lnTo>
                <a:lnTo>
                  <a:pt x="6390818" y="20012"/>
                </a:lnTo>
                <a:lnTo>
                  <a:pt x="6464551" y="20012"/>
                </a:lnTo>
                <a:lnTo>
                  <a:pt x="6538274" y="20012"/>
                </a:lnTo>
                <a:lnTo>
                  <a:pt x="6612007" y="20012"/>
                </a:lnTo>
                <a:lnTo>
                  <a:pt x="6685740" y="20012"/>
                </a:lnTo>
                <a:lnTo>
                  <a:pt x="6759473" y="20012"/>
                </a:lnTo>
                <a:lnTo>
                  <a:pt x="6833197" y="20012"/>
                </a:lnTo>
                <a:lnTo>
                  <a:pt x="6906930" y="20012"/>
                </a:lnTo>
                <a:lnTo>
                  <a:pt x="6980663" y="20012"/>
                </a:lnTo>
                <a:lnTo>
                  <a:pt x="7054396" y="20012"/>
                </a:lnTo>
                <a:lnTo>
                  <a:pt x="7128119" y="20012"/>
                </a:lnTo>
                <a:lnTo>
                  <a:pt x="7201853" y="20012"/>
                </a:lnTo>
                <a:lnTo>
                  <a:pt x="7275586" y="20012"/>
                </a:lnTo>
                <a:lnTo>
                  <a:pt x="7349309" y="20012"/>
                </a:lnTo>
                <a:lnTo>
                  <a:pt x="7423042" y="20012"/>
                </a:lnTo>
                <a:lnTo>
                  <a:pt x="7496775" y="20012"/>
                </a:lnTo>
                <a:lnTo>
                  <a:pt x="7570508" y="20012"/>
                </a:lnTo>
                <a:lnTo>
                  <a:pt x="7644232" y="20012"/>
                </a:lnTo>
                <a:lnTo>
                  <a:pt x="7717965" y="20012"/>
                </a:lnTo>
                <a:lnTo>
                  <a:pt x="7791698" y="20012"/>
                </a:lnTo>
                <a:lnTo>
                  <a:pt x="7865431" y="20012"/>
                </a:lnTo>
                <a:lnTo>
                  <a:pt x="7939154" y="20012"/>
                </a:lnTo>
                <a:lnTo>
                  <a:pt x="8012887" y="20012"/>
                </a:lnTo>
                <a:lnTo>
                  <a:pt x="8086620" y="20012"/>
                </a:lnTo>
                <a:lnTo>
                  <a:pt x="8160353" y="20012"/>
                </a:lnTo>
                <a:lnTo>
                  <a:pt x="8220075" y="6010"/>
                </a:lnTo>
                <a:lnTo>
                  <a:pt x="8266300" y="0"/>
                </a:lnTo>
                <a:lnTo>
                  <a:pt x="8334956" y="26870"/>
                </a:lnTo>
                <a:lnTo>
                  <a:pt x="8403622" y="53731"/>
                </a:lnTo>
                <a:lnTo>
                  <a:pt x="8472278" y="80601"/>
                </a:lnTo>
                <a:lnTo>
                  <a:pt x="8540944" y="107471"/>
                </a:lnTo>
                <a:lnTo>
                  <a:pt x="8609600" y="134341"/>
                </a:lnTo>
                <a:lnTo>
                  <a:pt x="8638184" y="161201"/>
                </a:lnTo>
                <a:lnTo>
                  <a:pt x="8569528" y="188071"/>
                </a:lnTo>
                <a:lnTo>
                  <a:pt x="8500862" y="214941"/>
                </a:lnTo>
                <a:lnTo>
                  <a:pt x="8432206" y="241802"/>
                </a:lnTo>
                <a:lnTo>
                  <a:pt x="8363541" y="268672"/>
                </a:lnTo>
                <a:lnTo>
                  <a:pt x="8294884" y="295542"/>
                </a:lnTo>
                <a:lnTo>
                  <a:pt x="8226219" y="322412"/>
                </a:lnTo>
                <a:lnTo>
                  <a:pt x="8191043" y="286712"/>
                </a:lnTo>
                <a:lnTo>
                  <a:pt x="8117310" y="286712"/>
                </a:lnTo>
                <a:lnTo>
                  <a:pt x="8043577" y="286712"/>
                </a:lnTo>
                <a:lnTo>
                  <a:pt x="7969853" y="286712"/>
                </a:lnTo>
                <a:lnTo>
                  <a:pt x="7896120" y="286712"/>
                </a:lnTo>
                <a:lnTo>
                  <a:pt x="7822387" y="286712"/>
                </a:lnTo>
                <a:lnTo>
                  <a:pt x="7748654" y="286712"/>
                </a:lnTo>
                <a:lnTo>
                  <a:pt x="7674931" y="286712"/>
                </a:lnTo>
                <a:lnTo>
                  <a:pt x="7601198" y="286712"/>
                </a:lnTo>
                <a:lnTo>
                  <a:pt x="7527465" y="286712"/>
                </a:lnTo>
                <a:lnTo>
                  <a:pt x="7453732" y="286712"/>
                </a:lnTo>
                <a:lnTo>
                  <a:pt x="7380008" y="286712"/>
                </a:lnTo>
                <a:lnTo>
                  <a:pt x="7306275" y="286712"/>
                </a:lnTo>
                <a:lnTo>
                  <a:pt x="7232542" y="286712"/>
                </a:lnTo>
                <a:lnTo>
                  <a:pt x="7158819" y="286712"/>
                </a:lnTo>
                <a:lnTo>
                  <a:pt x="7085086" y="286712"/>
                </a:lnTo>
                <a:lnTo>
                  <a:pt x="7011353" y="286712"/>
                </a:lnTo>
                <a:lnTo>
                  <a:pt x="6937619" y="286712"/>
                </a:lnTo>
                <a:lnTo>
                  <a:pt x="6863896" y="286712"/>
                </a:lnTo>
                <a:lnTo>
                  <a:pt x="6790163" y="286712"/>
                </a:lnTo>
                <a:lnTo>
                  <a:pt x="6716430" y="286712"/>
                </a:lnTo>
                <a:lnTo>
                  <a:pt x="6642697" y="286712"/>
                </a:lnTo>
                <a:lnTo>
                  <a:pt x="6568973" y="286712"/>
                </a:lnTo>
                <a:lnTo>
                  <a:pt x="6495240" y="286712"/>
                </a:lnTo>
                <a:lnTo>
                  <a:pt x="6421507" y="286712"/>
                </a:lnTo>
                <a:lnTo>
                  <a:pt x="6347774" y="286712"/>
                </a:lnTo>
                <a:lnTo>
                  <a:pt x="6274051" y="286712"/>
                </a:lnTo>
                <a:lnTo>
                  <a:pt x="6200318" y="286712"/>
                </a:lnTo>
                <a:lnTo>
                  <a:pt x="6126585" y="286712"/>
                </a:lnTo>
                <a:lnTo>
                  <a:pt x="6052852" y="286712"/>
                </a:lnTo>
                <a:lnTo>
                  <a:pt x="5979128" y="286712"/>
                </a:lnTo>
                <a:lnTo>
                  <a:pt x="5905395" y="286712"/>
                </a:lnTo>
                <a:lnTo>
                  <a:pt x="5831662" y="286712"/>
                </a:lnTo>
                <a:lnTo>
                  <a:pt x="5757929" y="286712"/>
                </a:lnTo>
                <a:lnTo>
                  <a:pt x="5684206" y="286712"/>
                </a:lnTo>
                <a:lnTo>
                  <a:pt x="5610473" y="286712"/>
                </a:lnTo>
                <a:lnTo>
                  <a:pt x="5536740" y="286712"/>
                </a:lnTo>
                <a:lnTo>
                  <a:pt x="5463007" y="286712"/>
                </a:lnTo>
                <a:lnTo>
                  <a:pt x="5389283" y="286712"/>
                </a:lnTo>
                <a:lnTo>
                  <a:pt x="5315550" y="286712"/>
                </a:lnTo>
                <a:lnTo>
                  <a:pt x="5241817" y="286712"/>
                </a:lnTo>
                <a:lnTo>
                  <a:pt x="5168084" y="286712"/>
                </a:lnTo>
                <a:lnTo>
                  <a:pt x="5094361" y="286712"/>
                </a:lnTo>
                <a:lnTo>
                  <a:pt x="5020628" y="286712"/>
                </a:lnTo>
                <a:lnTo>
                  <a:pt x="4946894" y="286712"/>
                </a:lnTo>
                <a:lnTo>
                  <a:pt x="4873161" y="286712"/>
                </a:lnTo>
                <a:lnTo>
                  <a:pt x="4799438" y="286712"/>
                </a:lnTo>
                <a:lnTo>
                  <a:pt x="4725705" y="286712"/>
                </a:lnTo>
                <a:lnTo>
                  <a:pt x="4651972" y="286712"/>
                </a:lnTo>
                <a:lnTo>
                  <a:pt x="4578239" y="286712"/>
                </a:lnTo>
                <a:lnTo>
                  <a:pt x="4504515" y="286712"/>
                </a:lnTo>
                <a:lnTo>
                  <a:pt x="4430782" y="286712"/>
                </a:lnTo>
                <a:lnTo>
                  <a:pt x="4357049" y="286712"/>
                </a:lnTo>
                <a:lnTo>
                  <a:pt x="4283326" y="286712"/>
                </a:lnTo>
                <a:lnTo>
                  <a:pt x="4209593" y="286712"/>
                </a:lnTo>
                <a:lnTo>
                  <a:pt x="4135860" y="286712"/>
                </a:lnTo>
                <a:lnTo>
                  <a:pt x="4062127" y="286712"/>
                </a:lnTo>
                <a:lnTo>
                  <a:pt x="3988394" y="286712"/>
                </a:lnTo>
                <a:lnTo>
                  <a:pt x="3914670" y="286712"/>
                </a:lnTo>
                <a:lnTo>
                  <a:pt x="3840937" y="286712"/>
                </a:lnTo>
                <a:lnTo>
                  <a:pt x="3767204" y="286712"/>
                </a:lnTo>
                <a:lnTo>
                  <a:pt x="3693471" y="286712"/>
                </a:lnTo>
                <a:lnTo>
                  <a:pt x="3619748" y="286712"/>
                </a:lnTo>
                <a:lnTo>
                  <a:pt x="3546015" y="286712"/>
                </a:lnTo>
                <a:lnTo>
                  <a:pt x="3472282" y="286712"/>
                </a:lnTo>
                <a:lnTo>
                  <a:pt x="3398558" y="286712"/>
                </a:lnTo>
                <a:lnTo>
                  <a:pt x="3324825" y="286712"/>
                </a:lnTo>
                <a:lnTo>
                  <a:pt x="3251092" y="286712"/>
                </a:lnTo>
                <a:lnTo>
                  <a:pt x="3177359" y="286712"/>
                </a:lnTo>
                <a:lnTo>
                  <a:pt x="3103636" y="286712"/>
                </a:lnTo>
                <a:lnTo>
                  <a:pt x="3029903" y="286712"/>
                </a:lnTo>
                <a:lnTo>
                  <a:pt x="2956169" y="286712"/>
                </a:lnTo>
                <a:lnTo>
                  <a:pt x="2882436" y="286712"/>
                </a:lnTo>
                <a:lnTo>
                  <a:pt x="2808713" y="286712"/>
                </a:lnTo>
                <a:lnTo>
                  <a:pt x="2734980" y="286712"/>
                </a:lnTo>
                <a:lnTo>
                  <a:pt x="2661247" y="286712"/>
                </a:lnTo>
                <a:lnTo>
                  <a:pt x="2587514" y="286712"/>
                </a:lnTo>
                <a:lnTo>
                  <a:pt x="2513790" y="286712"/>
                </a:lnTo>
                <a:lnTo>
                  <a:pt x="2440057" y="286712"/>
                </a:lnTo>
                <a:lnTo>
                  <a:pt x="2366324" y="286712"/>
                </a:lnTo>
                <a:lnTo>
                  <a:pt x="2292591" y="286712"/>
                </a:lnTo>
                <a:lnTo>
                  <a:pt x="2218868" y="286712"/>
                </a:lnTo>
                <a:lnTo>
                  <a:pt x="2145135" y="286712"/>
                </a:lnTo>
                <a:lnTo>
                  <a:pt x="2071402" y="286712"/>
                </a:lnTo>
                <a:lnTo>
                  <a:pt x="1997669" y="286712"/>
                </a:lnTo>
                <a:lnTo>
                  <a:pt x="1923945" y="286712"/>
                </a:lnTo>
                <a:lnTo>
                  <a:pt x="1850212" y="286712"/>
                </a:lnTo>
                <a:lnTo>
                  <a:pt x="1776479" y="286712"/>
                </a:lnTo>
                <a:lnTo>
                  <a:pt x="1702746" y="286712"/>
                </a:lnTo>
                <a:lnTo>
                  <a:pt x="1629023" y="286712"/>
                </a:lnTo>
                <a:lnTo>
                  <a:pt x="1555290" y="286712"/>
                </a:lnTo>
                <a:lnTo>
                  <a:pt x="1481557" y="286712"/>
                </a:lnTo>
                <a:lnTo>
                  <a:pt x="1407824" y="286712"/>
                </a:lnTo>
                <a:lnTo>
                  <a:pt x="1334100" y="286712"/>
                </a:lnTo>
                <a:lnTo>
                  <a:pt x="1260367" y="286712"/>
                </a:lnTo>
                <a:lnTo>
                  <a:pt x="1186634" y="286712"/>
                </a:lnTo>
                <a:lnTo>
                  <a:pt x="1112901" y="286712"/>
                </a:lnTo>
                <a:lnTo>
                  <a:pt x="1039178" y="286712"/>
                </a:lnTo>
                <a:lnTo>
                  <a:pt x="965444" y="286712"/>
                </a:lnTo>
                <a:lnTo>
                  <a:pt x="891711" y="286712"/>
                </a:lnTo>
                <a:lnTo>
                  <a:pt x="817978" y="286712"/>
                </a:lnTo>
                <a:lnTo>
                  <a:pt x="744255" y="286712"/>
                </a:lnTo>
                <a:lnTo>
                  <a:pt x="670522" y="286712"/>
                </a:lnTo>
                <a:lnTo>
                  <a:pt x="596789" y="286712"/>
                </a:lnTo>
                <a:lnTo>
                  <a:pt x="523065" y="286712"/>
                </a:lnTo>
                <a:lnTo>
                  <a:pt x="449332" y="286712"/>
                </a:lnTo>
                <a:lnTo>
                  <a:pt x="375599" y="286712"/>
                </a:lnTo>
                <a:lnTo>
                  <a:pt x="301866" y="286712"/>
                </a:lnTo>
                <a:lnTo>
                  <a:pt x="228143" y="286712"/>
                </a:lnTo>
                <a:lnTo>
                  <a:pt x="154410" y="286712"/>
                </a:lnTo>
                <a:lnTo>
                  <a:pt x="80677" y="286712"/>
                </a:lnTo>
                <a:lnTo>
                  <a:pt x="9363" y="277025"/>
                </a:lnTo>
                <a:lnTo>
                  <a:pt x="0" y="205569"/>
                </a:lnTo>
                <a:lnTo>
                  <a:pt x="0" y="131845"/>
                </a:lnTo>
                <a:lnTo>
                  <a:pt x="0" y="58112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solidFill>
              <a:srgbClr val="C6D1DB"/>
            </a:solidFill>
            <a:prstDash val="solid"/>
          </a:ln>
        </p:spPr>
      </p:sp>
      <p:sp>
        <p:nvSpPr>
          <p:cNvPr id="4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3D454003-70D3-4B83-B1D5-411E075E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2088" y="2743200"/>
            <a:ext cx="80486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7B33872D-A6E7-4304-9F1A-1ABCC22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16859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提交记录</a:t>
            </a:r>
          </a:p>
        </p:txBody>
      </p:sp>
      <p:sp>
        <p:nvSpPr>
          <p:cNvPr id="6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D0EC647C-8674-414F-8ACD-F0118D6A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838" y="233362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1DB"/>
            </a:solidFill>
            <a:prstDash val="solid"/>
          </a:ln>
        </p:spPr>
      </p:sp>
      <p:sp>
        <p:nvSpPr>
          <p:cNvPr id="7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7F4DFC62-69CC-4E86-8DAE-7B732E4A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38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83A3A834-282F-4444-9DCD-E857B54D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38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4DDE5A9E-DF18-4680-A9BF-FCB20178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CCF292BF-132E-4685-8832-48E35731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4861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204C9920-A646-44DF-B291-34213403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4004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1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76D10767-FDDF-42A2-9881-8319C01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7338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E2D14E6E-F1F6-4426-925C-138E843E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6957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执行者提交结果记录及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受控引用</a:t>
            </a:r>
          </a:p>
        </p:txBody>
      </p:sp>
      <p:sp>
        <p:nvSpPr>
          <p:cNvPr id="14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98AE2269-A7C8-4157-B694-ADB63A3F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6859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另一位成员复核</a:t>
            </a:r>
          </a:p>
        </p:txBody>
      </p:sp>
      <p:sp>
        <p:nvSpPr>
          <p:cNvPr id="15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98BF69C2-D3EF-47B2-B739-A3688E11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0963" y="233362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1DB"/>
            </a:solidFill>
            <a:prstDash val="solid"/>
          </a:ln>
        </p:spPr>
      </p:sp>
      <p:sp>
        <p:nvSpPr>
          <p:cNvPr id="16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B79D8705-D331-4B28-BD09-EB46E313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263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7CDECBA3-A634-4AF4-A7E7-A70D0F45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263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C2A8D8B0-CBD6-42BE-A991-E3967576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126ABC3C-88E5-4CCC-87A6-1CB3C85E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34861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61E80506-2D76-46B2-A011-D54F275F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34004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1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64317091-28DA-4E19-B4F7-2C77E652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1463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CFBA39F0-234D-4ECF-A717-FC0D5CA4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6957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另一位成员依据记录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定位数据、脚本和条件</a:t>
            </a:r>
          </a:p>
        </p:txBody>
      </p:sp>
      <p:sp>
        <p:nvSpPr>
          <p:cNvPr id="23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EA07BFBC-20C0-4FCE-836D-EB7FA87D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16859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补充缺项</a:t>
            </a:r>
          </a:p>
        </p:txBody>
      </p:sp>
      <p:sp>
        <p:nvSpPr>
          <p:cNvPr id="24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11EEFE7C-2557-4E3B-B502-C8976365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5088" y="233362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1DB"/>
            </a:solidFill>
            <a:prstDash val="solid"/>
          </a:ln>
        </p:spPr>
      </p:sp>
      <p:sp>
        <p:nvSpPr>
          <p:cNvPr id="25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62E13FFE-608C-4C45-B3C7-E3206300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388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102A36AF-31F7-42FA-A2A4-7641DCE1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388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265BCD07-42F6-4AC2-B58E-B6A176B9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86C0DCBC-28AD-4847-BC94-8A21C728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34861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DC10F99E-5D8D-414E-ACD8-2F391A61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34004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1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71657E8E-CC19-4BD6-ADBC-C6F283ED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5588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6C700E07-B615-4309-BAA1-C7D47893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36957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执行者补充缺项并说明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异常与排除</a:t>
            </a:r>
          </a:p>
        </p:txBody>
      </p:sp>
      <p:sp>
        <p:nvSpPr>
          <p:cNvPr id="32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9C9A2CA4-10BE-4D1C-B4F3-6A923799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16859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33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09DC17F2-8326-40B0-ADF2-96F87C75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9213" y="233362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1DB"/>
            </a:solidFill>
            <a:prstDash val="solid"/>
          </a:ln>
        </p:spPr>
      </p:sp>
      <p:sp>
        <p:nvSpPr>
          <p:cNvPr id="34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715CF7FE-35EC-4AEB-8D50-F52BAB59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3513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E1A185B8-30E9-4EF5-8070-115F34BE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3513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6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886803AB-D22E-4320-8796-38134718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4025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0BDD9EF2-7C72-4235-8F2B-EBA7E7F7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175" y="34861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6940BD6E-C81B-4854-A7DC-C266A6EA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34004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1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9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C58DB411-7EFE-46AD-89D5-84730B0F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9713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0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759D525B-94A9-4A21-8F4A-195E36F6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6957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确认后进入可讨论版本</a:t>
            </a:r>
          </a:p>
        </p:txBody>
      </p:sp>
      <p:sp>
        <p:nvSpPr>
          <p:cNvPr id="41" name="condition-rule-01">
            <a:extLst xmlns:a="http://schemas.openxmlformats.org/drawingml/2006/main">
              <a:ext uri="{FF2B5EF4-FFF2-40B4-BE49-F238E27FC236}">
                <a16:creationId xmlns:a16="http://schemas.microsoft.com/office/drawing/2014/main" id="{BF992A15-68A8-4938-BE33-B2DAB26E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ndition-label-01">
            <a:extLst xmlns:a="http://schemas.openxmlformats.org/drawingml/2006/main">
              <a:ext uri="{FF2B5EF4-FFF2-40B4-BE49-F238E27FC236}">
                <a16:creationId xmlns:a16="http://schemas.microsoft.com/office/drawing/2014/main" id="{4CBF62D5-EA43-4AA6-8C44-86E5C22B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授权触发</a:t>
            </a:r>
          </a:p>
        </p:txBody>
      </p:sp>
      <p:sp>
        <p:nvSpPr>
          <p:cNvPr id="43" name="condition-body-01">
            <a:extLst xmlns:a="http://schemas.openxmlformats.org/drawingml/2006/main">
              <a:ext uri="{FF2B5EF4-FFF2-40B4-BE49-F238E27FC236}">
                <a16:creationId xmlns:a16="http://schemas.microsoft.com/office/drawing/2014/main" id="{599B55FB-8719-44F0-891D-8774667C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24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若出现新的访问授权，先暂停共享；由负责人处理授权后再继续。</a:t>
            </a:r>
          </a:p>
        </p:txBody>
      </p:sp>
      <p:sp>
        <p:nvSpPr>
          <p:cNvPr id="44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57696A04-95DE-43EF-9C72-20F5703A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ource-1">
            <a:extLst xmlns:a="http://schemas.openxmlformats.org/drawingml/2006/main">
              <a:ext uri="{FF2B5EF4-FFF2-40B4-BE49-F238E27FC236}">
                <a16:creationId xmlns:a16="http://schemas.microsoft.com/office/drawing/2014/main" id="{7137D554-CCBD-456D-8BC2-86E34115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稿件：实验数据归档｜虚构大学试点讨论稿</a:t>
            </a:r>
          </a:p>
        </p:txBody>
      </p:sp>
      <p:sp>
        <p:nvSpPr>
          <p:cNvPr id="46" name="page-1">
            <a:extLst xmlns:a="http://schemas.openxmlformats.org/drawingml/2006/main">
              <a:ext uri="{FF2B5EF4-FFF2-40B4-BE49-F238E27FC236}">
                <a16:creationId xmlns:a16="http://schemas.microsoft.com/office/drawing/2014/main" id="{02891878-0F44-4114-800D-A8D64258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008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/ 02</a:t>
            </a:r>
          </a:p>
        </p:txBody>
      </p:sp>
    </p:spTree>
    <p:extLst>
      <p:ext uri="{BB962C8B-B14F-4D97-AF65-F5344CB8AC3E}">
        <p14:creationId xmlns:p14="http://schemas.microsoft.com/office/powerpoint/2010/main" val="1361519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02">
            <a:extLst xmlns:a="http://schemas.openxmlformats.org/drawingml/2006/main">
              <a:ext uri="{FF2B5EF4-FFF2-40B4-BE49-F238E27FC236}">
                <a16:creationId xmlns:a16="http://schemas.microsoft.com/office/drawing/2014/main" id="{0D219737-2D74-40A9-A7EA-9E5A67DC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归档时先把可见范围和授权条件说清楚</a:t>
            </a:r>
          </a:p>
        </p:txBody>
      </p:sp>
      <p:sp>
        <p:nvSpPr>
          <p:cNvPr id="2" name="title-rule-02">
            <a:extLst xmlns:a="http://schemas.openxmlformats.org/drawingml/2006/main">
              <a:ext uri="{FF2B5EF4-FFF2-40B4-BE49-F238E27FC236}">
                <a16:creationId xmlns:a16="http://schemas.microsoft.com/office/drawing/2014/main" id="{38082E4F-2AC6-4053-8737-80469DA5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eft-heading-02">
            <a:extLst xmlns:a="http://schemas.openxmlformats.org/drawingml/2006/main">
              <a:ext uri="{FF2B5EF4-FFF2-40B4-BE49-F238E27FC236}">
                <a16:creationId xmlns:a16="http://schemas.microsoft.com/office/drawing/2014/main" id="{F9626322-84E1-42B2-B604-0421D742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讨论材料怎么用</a:t>
            </a:r>
          </a:p>
        </p:txBody>
      </p:sp>
      <p:sp>
        <p:nvSpPr>
          <p:cNvPr id="4" name="left-body-02">
            <a:extLst xmlns:a="http://schemas.openxmlformats.org/drawingml/2006/main">
              <a:ext uri="{FF2B5EF4-FFF2-40B4-BE49-F238E27FC236}">
                <a16:creationId xmlns:a16="http://schemas.microsoft.com/office/drawing/2014/main" id="{6FB930A3-F95A-4333-9667-1E1F05ED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结果图和可公开的解释可以进入讨论材料。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它们解释结果如何产生；访问授权另行处理。</a:t>
            </a:r>
          </a:p>
        </p:txBody>
      </p:sp>
      <p:sp>
        <p:nvSpPr>
          <p:cNvPr id="5" name="middle-rule-02">
            <a:extLst xmlns:a="http://schemas.openxmlformats.org/drawingml/2006/main">
              <a:ext uri="{FF2B5EF4-FFF2-40B4-BE49-F238E27FC236}">
                <a16:creationId xmlns:a16="http://schemas.microsoft.com/office/drawing/2014/main" id="{5BEBF77B-00C8-48B9-B057-1123DD06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95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iddle-heading-02">
            <a:extLst xmlns:a="http://schemas.openxmlformats.org/drawingml/2006/main">
              <a:ext uri="{FF2B5EF4-FFF2-40B4-BE49-F238E27FC236}">
                <a16:creationId xmlns:a16="http://schemas.microsoft.com/office/drawing/2014/main" id="{C7F63102-E1CF-4238-91DE-A5509250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授权问题怎么处置</a:t>
            </a:r>
          </a:p>
        </p:txBody>
      </p:sp>
      <p:sp>
        <p:nvSpPr>
          <p:cNvPr id="7" name="middle-body-02">
            <a:extLst xmlns:a="http://schemas.openxmlformats.org/drawingml/2006/main">
              <a:ext uri="{FF2B5EF4-FFF2-40B4-BE49-F238E27FC236}">
                <a16:creationId xmlns:a16="http://schemas.microsoft.com/office/drawing/2014/main" id="{A2C599EA-5D02-44C4-8613-34694B0B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526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受限原始数据留在原授权位置；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记录只保留受控引用和访问条件。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出现新的访问授权时，负责人先处理授权，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再决定是否继续共享。</a:t>
            </a:r>
          </a:p>
        </p:txBody>
      </p:sp>
      <p:sp>
        <p:nvSpPr>
          <p:cNvPr id="8" name="action-surface-02">
            <a:extLst xmlns:a="http://schemas.openxmlformats.org/drawingml/2006/main">
              <a:ext uri="{FF2B5EF4-FFF2-40B4-BE49-F238E27FC236}">
                <a16:creationId xmlns:a16="http://schemas.microsoft.com/office/drawing/2014/main" id="{60DA2DB0-0DE5-49C4-8A05-2E1390E8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52950"/>
            <a:ext cx="11144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tion-label-02">
            <a:extLst xmlns:a="http://schemas.openxmlformats.org/drawingml/2006/main">
              <a:ext uri="{FF2B5EF4-FFF2-40B4-BE49-F238E27FC236}">
                <a16:creationId xmlns:a16="http://schemas.microsoft.com/office/drawing/2014/main" id="{535D9DBB-A23C-4C69-9B79-880E8451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行动条件</a:t>
            </a:r>
          </a:p>
        </p:txBody>
      </p:sp>
      <p:sp>
        <p:nvSpPr>
          <p:cNvPr id="10" name="action-body-02">
            <a:extLst xmlns:a="http://schemas.openxmlformats.org/drawingml/2006/main">
              <a:ext uri="{FF2B5EF4-FFF2-40B4-BE49-F238E27FC236}">
                <a16:creationId xmlns:a16="http://schemas.microsoft.com/office/drawing/2014/main" id="{923C30EA-553D-4358-857F-8C53AA3E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625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如果权限边界无法说明，先缩小要求或停止试点；不要为了完成试点目标强行推广。</a:t>
            </a:r>
          </a:p>
        </p:txBody>
      </p:sp>
      <p:sp>
        <p:nvSpPr>
          <p:cNvPr id="11" name="action-note-02">
            <a:extLst xmlns:a="http://schemas.openxmlformats.org/drawingml/2006/main">
              <a:ext uri="{FF2B5EF4-FFF2-40B4-BE49-F238E27FC236}">
                <a16:creationId xmlns:a16="http://schemas.microsoft.com/office/drawing/2014/main" id="{2CA698F5-2819-41F6-ADE3-FBE058C9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记录的作用是让责任边界可被复核。</a:t>
            </a:r>
          </a:p>
        </p:txBody>
      </p:sp>
      <p:sp>
        <p:nvSpPr>
          <p:cNvPr id="12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41939B5A-EC35-4AAD-8FC1-97EDB288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-2">
            <a:extLst xmlns:a="http://schemas.openxmlformats.org/drawingml/2006/main">
              <a:ext uri="{FF2B5EF4-FFF2-40B4-BE49-F238E27FC236}">
                <a16:creationId xmlns:a16="http://schemas.microsoft.com/office/drawing/2014/main" id="{E69943A9-AC73-40CE-AB78-6FCB26F3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稿件：实验数据归档｜虚构大学试点讨论稿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43F86B97-3A69-44F4-BB30-4095C1B7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008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 / 02</a:t>
            </a:r>
          </a:p>
        </p:txBody>
      </p:sp>
    </p:spTree>
    <p:extLst>
      <p:ext uri="{BB962C8B-B14F-4D97-AF65-F5344CB8AC3E}">
        <p14:creationId xmlns:p14="http://schemas.microsoft.com/office/powerpoint/2010/main" val="1775786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2026-09-05T16:12:20.7960000Z</dcterms:created>
  <dcterms:modified xsi:type="dcterms:W3CDTF">2026-09-05T16:12:20.7960000Z</dcterms:modified>
</coreProperties>
</file>