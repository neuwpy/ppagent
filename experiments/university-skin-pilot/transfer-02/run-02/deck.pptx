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5ebb6403c240a0" /><Relationship Type="http://schemas.openxmlformats.org/officeDocument/2006/relationships/extended-properties" Target="/docProps/app.xml" Id="Rf5f6ab6710bd4ff4" /><Relationship Type="http://schemas.openxmlformats.org/officeDocument/2006/relationships/officeDocument" Target="/ppt/presentation.xml" Id="R8fcb41b49cb647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b7fcfce39a4ccd"/>
  </p:sldMasterIdLst>
  <p:notesMasterIdLst>
    <p:notesMasterId xmlns:r="http://schemas.openxmlformats.org/officeDocument/2006/relationships" r:id="R17bc153ff6d3455c"/>
  </p:notesMasterIdLst>
  <p:sldIdLst>
    <p:sldId xmlns:r="http://schemas.openxmlformats.org/officeDocument/2006/relationships" id="256" r:id="R4aeb073a16ae44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386379728e4893" /><Relationship Type="http://schemas.openxmlformats.org/officeDocument/2006/relationships/slideMaster" Target="/ppt/slideMasters/slideMaster1.xml" Id="R93b7fcfce39a4ccd" /><Relationship Type="http://schemas.openxmlformats.org/officeDocument/2006/relationships/notesMaster" Target="/ppt/notesMasters/notesMaster1.xml" Id="R17bc153ff6d3455c" /><Relationship Type="http://schemas.openxmlformats.org/officeDocument/2006/relationships/presProps" Target="/ppt/presProps.xml" Id="R0777654404e5469e" /><Relationship Type="http://schemas.openxmlformats.org/officeDocument/2006/relationships/tableStyles" Target="/ppt/tableStyles.xml" Id="R9446b7eef2794ddc" /><Relationship Type="http://schemas.openxmlformats.org/officeDocument/2006/relationships/slide" Target="/ppt/slides/slide1.xml" Id="R4aeb073a16ae44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997ef4b88b41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9cfb360255447e" /><Relationship Type="http://schemas.openxmlformats.org/officeDocument/2006/relationships/notesMaster" Target="/ppt/notesMasters/notesMaster1.xml" Id="Raf3640ccd17845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sources. All values and conditions come from the user-provided manuscript and are explicitly labeled as fictional test data.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c4ea83a6fc4d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641d7e1b0d4927" /><Relationship Type="http://schemas.openxmlformats.org/officeDocument/2006/relationships/slideLayout" Target="/ppt/slideLayouts/slideLayout1.xml" Id="R530b4ac276114c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0b4ac276114c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ef50ad5d54c52" /><Relationship Type="http://schemas.openxmlformats.org/officeDocument/2006/relationships/chart" Target="/ppt/slides/charts/chart1.xml" Id="R857d236647a5443c" /><Relationship Type="http://schemas.openxmlformats.org/officeDocument/2006/relationships/notesSlide" Target="/ppt/notesSlides/notesSlide1.xml" Id="R17513f3c55a34cd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单批耗时中位数</c:v>
          </c:tx>
          <c:spPr>
            <a:solidFill xmlns:a="http://schemas.openxmlformats.org/drawingml/2006/main">
              <a:srgbClr val="90A9C4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5D2E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15F91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5D2E0"/>
              </a:solidFill>
            </c:spPr>
          </c:dPt>
          <c:cat>
            <c:strLit>
              <c:ptCount val="3"/>
              <c:pt idx="0">
                <c:v>串行处理</c:v>
              </c:pt>
              <c:pt idx="1">
                <c:v>分批处理</c:v>
              </c:pt>
              <c:pt idx="2">
                <c:v>并行处理</c:v>
              </c:pt>
            </c:strLit>
          </c:cat>
          <c:val>
            <c:numLit>
              <c:formatCode>General</c:formatCode>
              <c:ptCount val="3"/>
              <c:pt idx="0">
                <c:v>120</c:v>
              </c:pt>
              <c:pt idx="1">
                <c:v>70</c:v>
              </c:pt>
              <c:pt idx="2">
                <c:v>45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52B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3D5D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3D5D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0778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52B3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itle">
            <a:extLst xmlns:a="http://schemas.openxmlformats.org/drawingml/2006/main">
              <a:ext uri="{FF2B5EF4-FFF2-40B4-BE49-F238E27FC236}">
                <a16:creationId xmlns:a16="http://schemas.microsoft.com/office/drawing/2014/main" id="{65597D69-1CAC-491B-B179-BF10CE75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1114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在 4.0 GB 上限下，分批处理是下一轮试运行的可行选择</a:t>
            </a:r>
          </a:p>
        </p:txBody>
      </p:sp>
      <p:sp>
        <p:nvSpPr>
          <p:cNvPr id="2" name="method-line">
            <a:extLst xmlns:a="http://schemas.openxmlformats.org/drawingml/2006/main">
              <a:ext uri="{FF2B5EF4-FFF2-40B4-BE49-F238E27FC236}">
                <a16:creationId xmlns:a16="http://schemas.microsoft.com/office/drawing/2014/main" id="{EAE5C65E-2EF5-41C0-90E8-6C745753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同一台工作站、同一套 100 个数据批次、固定线程参数｜耗时为单批中位数，内存为全程峰值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28B359A-FB2B-4BF0-9D2A-125B3604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477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4" name="main-claim">
            <a:extLst xmlns:a="http://schemas.openxmlformats.org/drawingml/2006/main">
              <a:ext uri="{FF2B5EF4-FFF2-40B4-BE49-F238E27FC236}">
                <a16:creationId xmlns:a16="http://schemas.microsoft.com/office/drawing/2014/main" id="{003E6405-D0F2-4179-811B-8023F782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内存先筛选，速度再排序</a:t>
            </a:r>
          </a:p>
        </p:txBody>
      </p:sp>
      <p:sp>
        <p:nvSpPr>
          <p:cNvPr id="5" name="time-heading">
            <a:extLst xmlns:a="http://schemas.openxmlformats.org/drawingml/2006/main">
              <a:ext uri="{FF2B5EF4-FFF2-40B4-BE49-F238E27FC236}">
                <a16:creationId xmlns:a16="http://schemas.microsoft.com/office/drawing/2014/main" id="{C7B253F2-4767-4A91-ACA3-BF9C84D9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764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单批耗时中位数（秒）</a:t>
            </a:r>
          </a:p>
        </p:txBody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523875" y="2171700"/>
          <a:ext xmlns:a="http://schemas.openxmlformats.org/drawingml/2006/main" cx="7096125" cy="1409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7d236647a5443c"/>
          </a:graphicData>
        </a:graphic>
      </p:graphicFrame>
      <p:sp>
        <p:nvSpPr>
          <p:cNvPr id="7" name="memory-heading">
            <a:extLst xmlns:a="http://schemas.openxmlformats.org/drawingml/2006/main">
              <a:ext uri="{FF2B5EF4-FFF2-40B4-BE49-F238E27FC236}">
                <a16:creationId xmlns:a16="http://schemas.microsoft.com/office/drawing/2014/main" id="{C141F5AA-7936-46B4-9B0E-680F4760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004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全程峰值内存（GB）</a:t>
            </a:r>
          </a:p>
        </p:txBody>
      </p:sp>
      <p:sp>
        <p:nvSpPr>
          <p:cNvPr id="8" name="memory-note">
            <a:extLst xmlns:a="http://schemas.openxmlformats.org/drawingml/2006/main">
              <a:ext uri="{FF2B5EF4-FFF2-40B4-BE49-F238E27FC236}">
                <a16:creationId xmlns:a16="http://schemas.microsoft.com/office/drawing/2014/main" id="{D3C45C58-EDEF-472D-9B1D-9A0CC7FD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767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可用上限 = 4.0 GB</a:t>
            </a:r>
          </a:p>
        </p:txBody>
      </p:sp>
      <p:sp>
        <p:nvSpPr>
          <p:cNvPr id="9" name="memory-threshold">
            <a:extLst xmlns:a="http://schemas.openxmlformats.org/drawingml/2006/main">
              <a:ext uri="{FF2B5EF4-FFF2-40B4-BE49-F238E27FC236}">
                <a16:creationId xmlns:a16="http://schemas.microsoft.com/office/drawing/2014/main" id="{7FD6B058-A1BC-4999-911D-55CCE367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10025"/>
            <a:ext cx="0" cy="1552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0" name="threshold-label">
            <a:extLst xmlns:a="http://schemas.openxmlformats.org/drawingml/2006/main">
              <a:ext uri="{FF2B5EF4-FFF2-40B4-BE49-F238E27FC236}">
                <a16:creationId xmlns:a16="http://schemas.microsoft.com/office/drawing/2014/main" id="{1ED592D8-F492-440B-904F-2E517511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7814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4.0 GB 上限</a:t>
            </a:r>
          </a:p>
        </p:txBody>
      </p:sp>
      <p:sp>
        <p:nvSpPr>
          <p:cNvPr id="11" name="memory-label-串行处理">
            <a:extLst xmlns:a="http://schemas.openxmlformats.org/drawingml/2006/main">
              <a:ext uri="{FF2B5EF4-FFF2-40B4-BE49-F238E27FC236}">
                <a16:creationId xmlns:a16="http://schemas.microsoft.com/office/drawing/2014/main" id="{DAC6EC1B-D729-4D1B-87DF-A89AE1D7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529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串行处理</a:t>
            </a:r>
          </a:p>
        </p:txBody>
      </p:sp>
      <p:sp>
        <p:nvSpPr>
          <p:cNvPr id="12" name="memory-track-串行处理">
            <a:extLst xmlns:a="http://schemas.openxmlformats.org/drawingml/2006/main">
              <a:ext uri="{FF2B5EF4-FFF2-40B4-BE49-F238E27FC236}">
                <a16:creationId xmlns:a16="http://schemas.microsoft.com/office/drawing/2014/main" id="{CCB76212-F5A4-43EB-83B8-948D77F2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391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mory-bar-串行处理">
            <a:extLst xmlns:a="http://schemas.openxmlformats.org/drawingml/2006/main">
              <a:ext uri="{FF2B5EF4-FFF2-40B4-BE49-F238E27FC236}">
                <a16:creationId xmlns:a16="http://schemas.microsoft.com/office/drawing/2014/main" id="{9C97465A-2725-4718-A4AE-14C2701F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3910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2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mory-value-串行处理">
            <a:extLst xmlns:a="http://schemas.openxmlformats.org/drawingml/2006/main">
              <a:ext uri="{FF2B5EF4-FFF2-40B4-BE49-F238E27FC236}">
                <a16:creationId xmlns:a16="http://schemas.microsoft.com/office/drawing/2014/main" id="{3610B9C0-E9DB-475E-874E-D47A3E49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529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2.0 GB</a:t>
            </a:r>
          </a:p>
        </p:txBody>
      </p:sp>
      <p:sp>
        <p:nvSpPr>
          <p:cNvPr id="15" name="memory-label-分批处理">
            <a:extLst xmlns:a="http://schemas.openxmlformats.org/drawingml/2006/main">
              <a:ext uri="{FF2B5EF4-FFF2-40B4-BE49-F238E27FC236}">
                <a16:creationId xmlns:a16="http://schemas.microsoft.com/office/drawing/2014/main" id="{77D07487-9F75-40D8-8736-3BBAC7DA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910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分批处理</a:t>
            </a:r>
          </a:p>
        </p:txBody>
      </p:sp>
      <p:sp>
        <p:nvSpPr>
          <p:cNvPr id="16" name="memory-track-分批处理">
            <a:extLst xmlns:a="http://schemas.openxmlformats.org/drawingml/2006/main">
              <a:ext uri="{FF2B5EF4-FFF2-40B4-BE49-F238E27FC236}">
                <a16:creationId xmlns:a16="http://schemas.microsoft.com/office/drawing/2014/main" id="{E80A3E9C-42BF-4E96-9DD2-2CCA2753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2917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mory-bar-分批处理">
            <a:extLst xmlns:a="http://schemas.openxmlformats.org/drawingml/2006/main">
              <a:ext uri="{FF2B5EF4-FFF2-40B4-BE49-F238E27FC236}">
                <a16:creationId xmlns:a16="http://schemas.microsoft.com/office/drawing/2014/main" id="{01D51E49-65FD-4895-A7D0-C52C62C1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29175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mory-value-分批处理">
            <a:extLst xmlns:a="http://schemas.openxmlformats.org/drawingml/2006/main">
              <a:ext uri="{FF2B5EF4-FFF2-40B4-BE49-F238E27FC236}">
                <a16:creationId xmlns:a16="http://schemas.microsoft.com/office/drawing/2014/main" id="{F6DEBA5C-B28B-459E-84AE-42DE512C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591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3.6 GB</a:t>
            </a:r>
          </a:p>
        </p:txBody>
      </p:sp>
      <p:sp>
        <p:nvSpPr>
          <p:cNvPr id="19" name="memory-label-并行处理">
            <a:extLst xmlns:a="http://schemas.openxmlformats.org/drawingml/2006/main">
              <a:ext uri="{FF2B5EF4-FFF2-40B4-BE49-F238E27FC236}">
                <a16:creationId xmlns:a16="http://schemas.microsoft.com/office/drawing/2014/main" id="{E791FAE4-91A5-4D26-8A5C-C6DF9508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292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并行处理</a:t>
            </a:r>
          </a:p>
        </p:txBody>
      </p:sp>
      <p:sp>
        <p:nvSpPr>
          <p:cNvPr id="20" name="memory-track-并行处理">
            <a:extLst xmlns:a="http://schemas.openxmlformats.org/drawingml/2006/main">
              <a:ext uri="{FF2B5EF4-FFF2-40B4-BE49-F238E27FC236}">
                <a16:creationId xmlns:a16="http://schemas.microsoft.com/office/drawing/2014/main" id="{5CCD9CA4-6437-4E1B-AE14-268665D9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673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memory-bar-并行处理">
            <a:extLst xmlns:a="http://schemas.openxmlformats.org/drawingml/2006/main">
              <a:ext uri="{FF2B5EF4-FFF2-40B4-BE49-F238E27FC236}">
                <a16:creationId xmlns:a16="http://schemas.microsoft.com/office/drawing/2014/main" id="{CC2A1469-F119-46FE-AC09-A93B19E9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67325"/>
            <a:ext cx="493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2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memory-value-并行处理">
            <a:extLst xmlns:a="http://schemas.openxmlformats.org/drawingml/2006/main">
              <a:ext uri="{FF2B5EF4-FFF2-40B4-BE49-F238E27FC236}">
                <a16:creationId xmlns:a16="http://schemas.microsoft.com/office/drawing/2014/main" id="{03EE5228-E0CA-4FB2-B3B1-B627DF44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2292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7.4 GB</a:t>
            </a:r>
          </a:p>
        </p:txBody>
      </p:sp>
      <p:sp>
        <p:nvSpPr>
          <p:cNvPr id="23" name="memory-axis">
            <a:extLst xmlns:a="http://schemas.openxmlformats.org/drawingml/2006/main">
              <a:ext uri="{FF2B5EF4-FFF2-40B4-BE49-F238E27FC236}">
                <a16:creationId xmlns:a16="http://schemas.microsoft.com/office/drawing/2014/main" id="{8D661197-FCD5-477B-9D82-2F2EF11A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72125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5D6"/>
            </a:solidFill>
            <a:prstDash val="solid"/>
          </a:ln>
        </p:spPr>
      </p:sp>
      <p:sp>
        <p:nvSpPr>
          <p:cNvPr id="24" name="memory-tick-0">
            <a:extLst xmlns:a="http://schemas.openxmlformats.org/drawingml/2006/main">
              <a:ext uri="{FF2B5EF4-FFF2-40B4-BE49-F238E27FC236}">
                <a16:creationId xmlns:a16="http://schemas.microsoft.com/office/drawing/2014/main" id="{3F5BAE78-F160-436B-A7C0-48B93EEF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72125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5D6"/>
            </a:solidFill>
            <a:prstDash val="solid"/>
          </a:ln>
        </p:spPr>
      </p:sp>
      <p:sp>
        <p:nvSpPr>
          <p:cNvPr id="25" name="memory-tick-label-0">
            <a:extLst xmlns:a="http://schemas.openxmlformats.org/drawingml/2006/main">
              <a:ext uri="{FF2B5EF4-FFF2-40B4-BE49-F238E27FC236}">
                <a16:creationId xmlns:a16="http://schemas.microsoft.com/office/drawing/2014/main" id="{64AD0BB1-EAED-4D0D-B18D-E92A2D3B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6673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6" name="memory-tick-2">
            <a:extLst xmlns:a="http://schemas.openxmlformats.org/drawingml/2006/main">
              <a:ext uri="{FF2B5EF4-FFF2-40B4-BE49-F238E27FC236}">
                <a16:creationId xmlns:a16="http://schemas.microsoft.com/office/drawing/2014/main" id="{DEB9911B-0B11-49B9-9583-09EE5A68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572125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5D6"/>
            </a:solidFill>
            <a:prstDash val="solid"/>
          </a:ln>
        </p:spPr>
      </p:sp>
      <p:sp>
        <p:nvSpPr>
          <p:cNvPr id="27" name="memory-tick-label-2">
            <a:extLst xmlns:a="http://schemas.openxmlformats.org/drawingml/2006/main">
              <a:ext uri="{FF2B5EF4-FFF2-40B4-BE49-F238E27FC236}">
                <a16:creationId xmlns:a16="http://schemas.microsoft.com/office/drawing/2014/main" id="{19A38EB6-85F8-4925-BB5F-CEB44178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6673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8" name="memory-tick-4">
            <a:extLst xmlns:a="http://schemas.openxmlformats.org/drawingml/2006/main">
              <a:ext uri="{FF2B5EF4-FFF2-40B4-BE49-F238E27FC236}">
                <a16:creationId xmlns:a16="http://schemas.microsoft.com/office/drawing/2014/main" id="{7F057A00-4167-481F-80D7-A96C05DC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572125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5D6"/>
            </a:solidFill>
            <a:prstDash val="solid"/>
          </a:ln>
        </p:spPr>
      </p:sp>
      <p:sp>
        <p:nvSpPr>
          <p:cNvPr id="29" name="memory-tick-label-4">
            <a:extLst xmlns:a="http://schemas.openxmlformats.org/drawingml/2006/main">
              <a:ext uri="{FF2B5EF4-FFF2-40B4-BE49-F238E27FC236}">
                <a16:creationId xmlns:a16="http://schemas.microsoft.com/office/drawing/2014/main" id="{FF827752-C2C0-4CE3-BEFA-E32F8631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6673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memory-tick-6">
            <a:extLst xmlns:a="http://schemas.openxmlformats.org/drawingml/2006/main">
              <a:ext uri="{FF2B5EF4-FFF2-40B4-BE49-F238E27FC236}">
                <a16:creationId xmlns:a16="http://schemas.microsoft.com/office/drawing/2014/main" id="{32F10DC5-890A-4323-8312-4A2D265B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72125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5D6"/>
            </a:solidFill>
            <a:prstDash val="solid"/>
          </a:ln>
        </p:spPr>
      </p:sp>
      <p:sp>
        <p:nvSpPr>
          <p:cNvPr id="31" name="memory-tick-label-6">
            <a:extLst xmlns:a="http://schemas.openxmlformats.org/drawingml/2006/main">
              <a:ext uri="{FF2B5EF4-FFF2-40B4-BE49-F238E27FC236}">
                <a16:creationId xmlns:a16="http://schemas.microsoft.com/office/drawing/2014/main" id="{E3D53269-4A56-40C5-8D97-ADC64F03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6673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memory-tick-8">
            <a:extLst xmlns:a="http://schemas.openxmlformats.org/drawingml/2006/main">
              <a:ext uri="{FF2B5EF4-FFF2-40B4-BE49-F238E27FC236}">
                <a16:creationId xmlns:a16="http://schemas.microsoft.com/office/drawing/2014/main" id="{6B0590A7-30E1-409A-8875-3A96BA99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572125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5D6"/>
            </a:solidFill>
            <a:prstDash val="solid"/>
          </a:ln>
        </p:spPr>
      </p:sp>
      <p:sp>
        <p:nvSpPr>
          <p:cNvPr id="33" name="memory-tick-label-8">
            <a:extLst xmlns:a="http://schemas.openxmlformats.org/drawingml/2006/main">
              <a:ext uri="{FF2B5EF4-FFF2-40B4-BE49-F238E27FC236}">
                <a16:creationId xmlns:a16="http://schemas.microsoft.com/office/drawing/2014/main" id="{3F508D73-C0DF-46F0-A03F-5DDC28FA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6673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4" name="explanation-divider">
            <a:extLst xmlns:a="http://schemas.openxmlformats.org/drawingml/2006/main">
              <a:ext uri="{FF2B5EF4-FFF2-40B4-BE49-F238E27FC236}">
                <a16:creationId xmlns:a16="http://schemas.microsoft.com/office/drawing/2014/main" id="{499A13FB-7E19-42FB-B402-5B0732DE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76425"/>
            <a:ext cx="0" cy="369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5D6"/>
            </a:solidFill>
            <a:prstDash val="solid"/>
          </a:ln>
        </p:spPr>
      </p:sp>
      <p:sp>
        <p:nvSpPr>
          <p:cNvPr id="35" name="recommendation-heading">
            <a:extLst xmlns:a="http://schemas.openxmlformats.org/drawingml/2006/main">
              <a:ext uri="{FF2B5EF4-FFF2-40B4-BE49-F238E27FC236}">
                <a16:creationId xmlns:a16="http://schemas.microsoft.com/office/drawing/2014/main" id="{05AADD4C-4379-48D1-B998-FFD14EE1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764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推荐分批处理</a:t>
            </a:r>
          </a:p>
        </p:txBody>
      </p:sp>
      <p:sp>
        <p:nvSpPr>
          <p:cNvPr id="36" name="recommendation-body">
            <a:extLst xmlns:a="http://schemas.openxmlformats.org/drawingml/2006/main">
              <a:ext uri="{FF2B5EF4-FFF2-40B4-BE49-F238E27FC236}">
                <a16:creationId xmlns:a16="http://schemas.microsoft.com/office/drawing/2014/main" id="{7DA16C0D-329C-492A-8258-FFDECA1F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76475"/>
            <a:ext cx="333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先过 4.0 GB 门槛，再看耗时。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分批处理峰值 3.6 GB，满足上限；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相对串行处理少 50 秒/批，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余量 0.4 GB。</a:t>
            </a:r>
          </a:p>
        </p:txBody>
      </p:sp>
      <p:sp>
        <p:nvSpPr>
          <p:cNvPr id="37" name="parallel-heading">
            <a:extLst xmlns:a="http://schemas.openxmlformats.org/drawingml/2006/main">
              <a:ext uri="{FF2B5EF4-FFF2-40B4-BE49-F238E27FC236}">
                <a16:creationId xmlns:a16="http://schemas.microsoft.com/office/drawing/2014/main" id="{9C2F149D-DA74-4BFD-B608-EBFF6D7E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337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并行处理为何不适用</a:t>
            </a:r>
          </a:p>
        </p:txBody>
      </p:sp>
      <p:sp>
        <p:nvSpPr>
          <p:cNvPr id="38" name="parallel-body">
            <a:extLst xmlns:a="http://schemas.openxmlformats.org/drawingml/2006/main">
              <a:ext uri="{FF2B5EF4-FFF2-40B4-BE49-F238E27FC236}">
                <a16:creationId xmlns:a16="http://schemas.microsoft.com/office/drawing/2014/main" id="{9E469B67-E76D-49EE-9BAD-354D183F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3382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45 秒/批虽最快，但峰值内存 7.4 GB，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超过本机上限 3.4 GB；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本机不能通过关闭必需任务扩容。</a:t>
            </a:r>
          </a:p>
        </p:txBody>
      </p:sp>
      <p:sp>
        <p:nvSpPr>
          <p:cNvPr id="39" name="test-status">
            <a:extLst xmlns:a="http://schemas.openxmlformats.org/drawingml/2006/main">
              <a:ext uri="{FF2B5EF4-FFF2-40B4-BE49-F238E27FC236}">
                <a16:creationId xmlns:a16="http://schemas.microsoft.com/office/drawing/2014/main" id="{ED7E66BE-4335-4AD8-86F5-1E4101C9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958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三种方式均完整处理，未发生失败。</a:t>
            </a:r>
          </a:p>
        </p:txBody>
      </p:sp>
      <p:sp>
        <p:nvSpPr>
          <p:cNvPr id="40" name="next-step-heading">
            <a:extLst xmlns:a="http://schemas.openxmlformats.org/drawingml/2006/main">
              <a:ext uri="{FF2B5EF4-FFF2-40B4-BE49-F238E27FC236}">
                <a16:creationId xmlns:a16="http://schemas.microsoft.com/office/drawing/2014/main" id="{722A8420-7879-4D59-B3AD-BA206556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67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下一轮</a:t>
            </a:r>
          </a:p>
        </p:txBody>
      </p:sp>
      <p:sp>
        <p:nvSpPr>
          <p:cNvPr id="41" name="next-step-body">
            <a:extLst xmlns:a="http://schemas.openxmlformats.org/drawingml/2006/main">
              <a:ext uri="{FF2B5EF4-FFF2-40B4-BE49-F238E27FC236}">
                <a16:creationId xmlns:a16="http://schemas.microsoft.com/office/drawing/2014/main" id="{1A65CDDF-F599-412E-B580-E09A7A63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867400"/>
            <a:ext cx="966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仅在这台工作站、这组固定批次上做受控试运行并记录峰值；其他批次与硬件未验证，不视为正式部署。</a:t>
            </a:r>
          </a:p>
        </p:txBody>
      </p:sp>
      <p:sp>
        <p:nvSpPr>
          <p:cNvPr id="42" name="source">
            <a:extLst xmlns:a="http://schemas.openxmlformats.org/drawingml/2006/main">
              <a:ext uri="{FF2B5EF4-FFF2-40B4-BE49-F238E27FC236}">
                <a16:creationId xmlns:a16="http://schemas.microsoft.com/office/drawing/2014/main" id="{5922D75C-0E2A-44B4-AC82-9568CA50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来源：虚构测试数据｜设计验证素材，非真实算法性能报告</a:t>
            </a:r>
          </a:p>
        </p:txBody>
      </p:sp>
      <p:sp>
        <p:nvSpPr>
          <p:cNvPr id="4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CD4B3D-A1B6-4E76-98B2-82B29205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26093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2026-09-05T23:29:26.9310000Z</dcterms:created>
  <dcterms:modified xsi:type="dcterms:W3CDTF">2026-09-05T23:29:26.9310000Z</dcterms:modified>
</coreProperties>
</file>