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a7ee1337814c6c" /><Relationship Type="http://schemas.openxmlformats.org/officeDocument/2006/relationships/extended-properties" Target="/docProps/app.xml" Id="Rb864c45669d347d7" /><Relationship Type="http://schemas.openxmlformats.org/officeDocument/2006/relationships/officeDocument" Target="/ppt/presentation.xml" Id="R4991fa4d85384d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5269fa4d6e4bde"/>
  </p:sldMasterIdLst>
  <p:notesMasterIdLst>
    <p:notesMasterId xmlns:r="http://schemas.openxmlformats.org/officeDocument/2006/relationships" r:id="R1ea79a8aa9894906"/>
  </p:notesMasterIdLst>
  <p:sldIdLst>
    <p:sldId xmlns:r="http://schemas.openxmlformats.org/officeDocument/2006/relationships" id="256" r:id="R98e5a06d3d9847af"/>
    <p:sldId xmlns:r="http://schemas.openxmlformats.org/officeDocument/2006/relationships" id="257" r:id="R7ef7111abdb1415d"/>
    <p:sldId xmlns:r="http://schemas.openxmlformats.org/officeDocument/2006/relationships" id="258" r:id="R6b5439c08a394f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79e142d9d945aa" /><Relationship Type="http://schemas.openxmlformats.org/officeDocument/2006/relationships/slideMaster" Target="/ppt/slideMasters/slideMaster1.xml" Id="R875269fa4d6e4bde" /><Relationship Type="http://schemas.openxmlformats.org/officeDocument/2006/relationships/notesMaster" Target="/ppt/notesMasters/notesMaster1.xml" Id="R1ea79a8aa9894906" /><Relationship Type="http://schemas.openxmlformats.org/officeDocument/2006/relationships/presProps" Target="/ppt/presProps.xml" Id="R5a6df0d86b7743af" /><Relationship Type="http://schemas.openxmlformats.org/officeDocument/2006/relationships/tableStyles" Target="/ppt/tableStyles.xml" Id="R7b0c68efd7ca48c2" /><Relationship Type="http://schemas.openxmlformats.org/officeDocument/2006/relationships/slide" Target="/ppt/slides/slide1.xml" Id="R98e5a06d3d9847af" /><Relationship Type="http://schemas.openxmlformats.org/officeDocument/2006/relationships/slide" Target="/ppt/slides/slide2.xml" Id="R7ef7111abdb1415d" /><Relationship Type="http://schemas.openxmlformats.org/officeDocument/2006/relationships/slide" Target="/ppt/slides/slide3.xml" Id="R6b5439c08a394f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11eac76f9648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815da1f33a4b79" /><Relationship Type="http://schemas.openxmlformats.org/officeDocument/2006/relationships/notesMaster" Target="/ppt/notesMasters/notesMaster1.xml" Id="R916106eaea4442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14f7dc4e154ed6" /><Relationship Type="http://schemas.openxmlformats.org/officeDocument/2006/relationships/notesMaster" Target="/ppt/notesMasters/notesMaster1.xml" Id="R6cbb66fb83b84c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4fb205fd0c4d3e" /><Relationship Type="http://schemas.openxmlformats.org/officeDocument/2006/relationships/notesMaster" Target="/ppt/notesMasters/notesMaster1.xml" Id="R1535741df21040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experiments/university-skin-pilot/transfer-01/manuscript.md（虚构稿件；本页内容均为拟议安排）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experiments/university-skin-pilot/transfer-01/manuscript.md（虚构稿件；本页内容均为拟议安排）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experiments/university-skin-pilot/transfer-01/manuscript.md（虚构稿件；本页内容均为拟议安排）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de7ff10ea4c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3cf18b35494a01" /><Relationship Type="http://schemas.openxmlformats.org/officeDocument/2006/relationships/slideLayout" Target="/ppt/slideLayouts/slideLayout1.xml" Id="R23ff7f2c24974f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ff7f2c24974f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d726be798430a" /><Relationship Type="http://schemas.openxmlformats.org/officeDocument/2006/relationships/notesSlide" Target="/ppt/notesSlides/notesSlide1.xml" Id="Rdfc2ea7d49f249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9bad3315f4385" /><Relationship Type="http://schemas.openxmlformats.org/officeDocument/2006/relationships/notesSlide" Target="/ppt/notesSlides/notesSlide2.xml" Id="Rc6bfd900557c40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083f90d554716" /><Relationship Type="http://schemas.openxmlformats.org/officeDocument/2006/relationships/notesSlide" Target="/ppt/notesSlides/notesSlide3.xml" Id="Re30a392616994a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age-1-title">
            <a:extLst xmlns:a="http://schemas.openxmlformats.org/drawingml/2006/main">
              <a:ext uri="{FF2B5EF4-FFF2-40B4-BE49-F238E27FC236}">
                <a16:creationId xmlns:a16="http://schemas.microsoft.com/office/drawing/2014/main" id="{005FCFF6-DB74-4BB5-B2AE-81779EB1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中期质询把关键假设带到最终展示之前</a:t>
            </a:r>
          </a:p>
        </p:txBody>
      </p:sp>
      <p:sp>
        <p:nvSpPr>
          <p:cNvPr id="2" name="page-1-label">
            <a:extLst xmlns:a="http://schemas.openxmlformats.org/drawingml/2006/main">
              <a:ext uri="{FF2B5EF4-FFF2-40B4-BE49-F238E27FC236}">
                <a16:creationId xmlns:a16="http://schemas.microsoft.com/office/drawing/2014/main" id="{1FB51702-0B10-4467-AB70-AC002BAB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中期质询试点</a:t>
            </a:r>
          </a:p>
        </p:txBody>
      </p:sp>
      <p:sp>
        <p:nvSpPr>
          <p:cNvPr id="3" name="page-1-explanation-heading">
            <a:extLst xmlns:a="http://schemas.openxmlformats.org/drawingml/2006/main">
              <a:ext uri="{FF2B5EF4-FFF2-40B4-BE49-F238E27FC236}">
                <a16:creationId xmlns:a16="http://schemas.microsoft.com/office/drawing/2014/main" id="{F9342BF0-1918-4792-A9E1-AE3263F9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240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图外解释</a:t>
            </a:r>
          </a:p>
        </p:txBody>
      </p:sp>
      <p:sp>
        <p:nvSpPr>
          <p:cNvPr id="4" name="page-1-explanation-body">
            <a:extLst xmlns:a="http://schemas.openxmlformats.org/drawingml/2006/main">
              <a:ext uri="{FF2B5EF4-FFF2-40B4-BE49-F238E27FC236}">
                <a16:creationId xmlns:a16="http://schemas.microsoft.com/office/drawing/2014/main" id="{A291EFFA-52AA-4BB6-987B-A19771D7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381250"/>
            <a:ext cx="19812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质询收到不等于论证被否定。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材料不足时，保留未解决问题，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不强求项目组给出确定答案。</a:t>
            </a:r>
          </a:p>
        </p:txBody>
      </p:sp>
      <p:sp>
        <p:nvSpPr>
          <p:cNvPr id="5" name="page-1-explanation-rule">
            <a:extLst xmlns:a="http://schemas.openxmlformats.org/drawingml/2006/main">
              <a:ext uri="{FF2B5EF4-FFF2-40B4-BE49-F238E27FC236}">
                <a16:creationId xmlns:a16="http://schemas.microsoft.com/office/drawing/2014/main" id="{FCE23DD3-715F-4E4E-90DA-4F9788B4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85950"/>
            <a:ext cx="0" cy="2362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7B25E274-0A3C-4DAB-A469-4CDC183F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2596448"/>
            <a:ext cx="6968976" cy="316973"/>
          </a:xfrm>
          <a:custGeom xmlns:a="http://schemas.openxmlformats.org/drawingml/2006/main">
            <a:pathLst>
              <a:path w="6968976" h="316973">
                <a:moveTo>
                  <a:pt x="0" y="61027"/>
                </a:moveTo>
                <a:lnTo>
                  <a:pt x="36128" y="22946"/>
                </a:lnTo>
                <a:lnTo>
                  <a:pt x="96002" y="22927"/>
                </a:lnTo>
                <a:lnTo>
                  <a:pt x="155877" y="22927"/>
                </a:lnTo>
                <a:lnTo>
                  <a:pt x="215751" y="22927"/>
                </a:lnTo>
                <a:lnTo>
                  <a:pt x="275625" y="22927"/>
                </a:lnTo>
                <a:lnTo>
                  <a:pt x="335499" y="22927"/>
                </a:lnTo>
                <a:lnTo>
                  <a:pt x="395373" y="22927"/>
                </a:lnTo>
                <a:lnTo>
                  <a:pt x="455247" y="22927"/>
                </a:lnTo>
                <a:lnTo>
                  <a:pt x="515122" y="22927"/>
                </a:lnTo>
                <a:lnTo>
                  <a:pt x="574996" y="22927"/>
                </a:lnTo>
                <a:lnTo>
                  <a:pt x="634870" y="22927"/>
                </a:lnTo>
                <a:lnTo>
                  <a:pt x="694744" y="22927"/>
                </a:lnTo>
                <a:lnTo>
                  <a:pt x="754628" y="22927"/>
                </a:lnTo>
                <a:lnTo>
                  <a:pt x="814502" y="22927"/>
                </a:lnTo>
                <a:lnTo>
                  <a:pt x="874376" y="22927"/>
                </a:lnTo>
                <a:lnTo>
                  <a:pt x="934250" y="22927"/>
                </a:lnTo>
                <a:lnTo>
                  <a:pt x="994124" y="22927"/>
                </a:lnTo>
                <a:lnTo>
                  <a:pt x="1053998" y="22927"/>
                </a:lnTo>
                <a:lnTo>
                  <a:pt x="1113873" y="22927"/>
                </a:lnTo>
                <a:lnTo>
                  <a:pt x="1173747" y="22927"/>
                </a:lnTo>
                <a:lnTo>
                  <a:pt x="1233621" y="22927"/>
                </a:lnTo>
                <a:lnTo>
                  <a:pt x="1293495" y="22927"/>
                </a:lnTo>
                <a:lnTo>
                  <a:pt x="1353369" y="22927"/>
                </a:lnTo>
                <a:lnTo>
                  <a:pt x="1413243" y="22927"/>
                </a:lnTo>
                <a:lnTo>
                  <a:pt x="1473117" y="22927"/>
                </a:lnTo>
                <a:lnTo>
                  <a:pt x="1532992" y="22927"/>
                </a:lnTo>
                <a:lnTo>
                  <a:pt x="1592866" y="22927"/>
                </a:lnTo>
                <a:lnTo>
                  <a:pt x="1652740" y="22927"/>
                </a:lnTo>
                <a:lnTo>
                  <a:pt x="1712614" y="22927"/>
                </a:lnTo>
                <a:lnTo>
                  <a:pt x="1772488" y="22927"/>
                </a:lnTo>
                <a:lnTo>
                  <a:pt x="1832362" y="22927"/>
                </a:lnTo>
                <a:lnTo>
                  <a:pt x="1892237" y="22927"/>
                </a:lnTo>
                <a:lnTo>
                  <a:pt x="1952111" y="22927"/>
                </a:lnTo>
                <a:lnTo>
                  <a:pt x="2011985" y="22927"/>
                </a:lnTo>
                <a:lnTo>
                  <a:pt x="2071859" y="22927"/>
                </a:lnTo>
                <a:lnTo>
                  <a:pt x="2131733" y="22927"/>
                </a:lnTo>
                <a:lnTo>
                  <a:pt x="2191607" y="22927"/>
                </a:lnTo>
                <a:lnTo>
                  <a:pt x="2251481" y="22927"/>
                </a:lnTo>
                <a:lnTo>
                  <a:pt x="2311356" y="22927"/>
                </a:lnTo>
                <a:lnTo>
                  <a:pt x="2371230" y="22927"/>
                </a:lnTo>
                <a:lnTo>
                  <a:pt x="2431104" y="22927"/>
                </a:lnTo>
                <a:lnTo>
                  <a:pt x="2490988" y="22927"/>
                </a:lnTo>
                <a:lnTo>
                  <a:pt x="2550862" y="22927"/>
                </a:lnTo>
                <a:lnTo>
                  <a:pt x="2610736" y="22927"/>
                </a:lnTo>
                <a:lnTo>
                  <a:pt x="2670610" y="22927"/>
                </a:lnTo>
                <a:lnTo>
                  <a:pt x="2730484" y="22927"/>
                </a:lnTo>
                <a:lnTo>
                  <a:pt x="2790358" y="22927"/>
                </a:lnTo>
                <a:lnTo>
                  <a:pt x="2850232" y="22927"/>
                </a:lnTo>
                <a:lnTo>
                  <a:pt x="2910107" y="22927"/>
                </a:lnTo>
                <a:lnTo>
                  <a:pt x="2969981" y="22927"/>
                </a:lnTo>
                <a:lnTo>
                  <a:pt x="3029855" y="22927"/>
                </a:lnTo>
                <a:lnTo>
                  <a:pt x="3089729" y="22927"/>
                </a:lnTo>
                <a:lnTo>
                  <a:pt x="3149603" y="22927"/>
                </a:lnTo>
                <a:lnTo>
                  <a:pt x="3209477" y="22927"/>
                </a:lnTo>
                <a:lnTo>
                  <a:pt x="3269351" y="22927"/>
                </a:lnTo>
                <a:lnTo>
                  <a:pt x="3329226" y="22927"/>
                </a:lnTo>
                <a:lnTo>
                  <a:pt x="3389100" y="22927"/>
                </a:lnTo>
                <a:lnTo>
                  <a:pt x="3448974" y="22927"/>
                </a:lnTo>
                <a:lnTo>
                  <a:pt x="3508848" y="22927"/>
                </a:lnTo>
                <a:lnTo>
                  <a:pt x="3568722" y="22927"/>
                </a:lnTo>
                <a:lnTo>
                  <a:pt x="3628596" y="22927"/>
                </a:lnTo>
                <a:lnTo>
                  <a:pt x="3688471" y="22927"/>
                </a:lnTo>
                <a:lnTo>
                  <a:pt x="3748345" y="22927"/>
                </a:lnTo>
                <a:lnTo>
                  <a:pt x="3808219" y="22927"/>
                </a:lnTo>
                <a:lnTo>
                  <a:pt x="3868093" y="22927"/>
                </a:lnTo>
                <a:lnTo>
                  <a:pt x="3927967" y="22927"/>
                </a:lnTo>
                <a:lnTo>
                  <a:pt x="3987841" y="22927"/>
                </a:lnTo>
                <a:lnTo>
                  <a:pt x="4047715" y="22927"/>
                </a:lnTo>
                <a:lnTo>
                  <a:pt x="4107590" y="22927"/>
                </a:lnTo>
                <a:lnTo>
                  <a:pt x="4167464" y="22927"/>
                </a:lnTo>
                <a:lnTo>
                  <a:pt x="4227338" y="22927"/>
                </a:lnTo>
                <a:lnTo>
                  <a:pt x="4287222" y="22927"/>
                </a:lnTo>
                <a:lnTo>
                  <a:pt x="4347096" y="22927"/>
                </a:lnTo>
                <a:lnTo>
                  <a:pt x="4406970" y="22927"/>
                </a:lnTo>
                <a:lnTo>
                  <a:pt x="4466844" y="22927"/>
                </a:lnTo>
                <a:lnTo>
                  <a:pt x="4526718" y="22927"/>
                </a:lnTo>
                <a:lnTo>
                  <a:pt x="4586592" y="22927"/>
                </a:lnTo>
                <a:lnTo>
                  <a:pt x="4646466" y="22927"/>
                </a:lnTo>
                <a:lnTo>
                  <a:pt x="4706341" y="22927"/>
                </a:lnTo>
                <a:lnTo>
                  <a:pt x="4766215" y="22927"/>
                </a:lnTo>
                <a:lnTo>
                  <a:pt x="4826089" y="22927"/>
                </a:lnTo>
                <a:lnTo>
                  <a:pt x="4885963" y="22927"/>
                </a:lnTo>
                <a:lnTo>
                  <a:pt x="4945837" y="22927"/>
                </a:lnTo>
                <a:lnTo>
                  <a:pt x="5005711" y="22927"/>
                </a:lnTo>
                <a:lnTo>
                  <a:pt x="5065586" y="22927"/>
                </a:lnTo>
                <a:lnTo>
                  <a:pt x="5125460" y="22927"/>
                </a:lnTo>
                <a:lnTo>
                  <a:pt x="5185334" y="22927"/>
                </a:lnTo>
                <a:lnTo>
                  <a:pt x="5245208" y="22927"/>
                </a:lnTo>
                <a:lnTo>
                  <a:pt x="5305082" y="22927"/>
                </a:lnTo>
                <a:lnTo>
                  <a:pt x="5364956" y="22927"/>
                </a:lnTo>
                <a:lnTo>
                  <a:pt x="5424830" y="22927"/>
                </a:lnTo>
                <a:lnTo>
                  <a:pt x="5484705" y="22927"/>
                </a:lnTo>
                <a:lnTo>
                  <a:pt x="5544579" y="22927"/>
                </a:lnTo>
                <a:lnTo>
                  <a:pt x="5604453" y="22927"/>
                </a:lnTo>
                <a:lnTo>
                  <a:pt x="5664327" y="22927"/>
                </a:lnTo>
                <a:lnTo>
                  <a:pt x="5724201" y="22927"/>
                </a:lnTo>
                <a:lnTo>
                  <a:pt x="5784075" y="22927"/>
                </a:lnTo>
                <a:lnTo>
                  <a:pt x="5843949" y="22927"/>
                </a:lnTo>
                <a:lnTo>
                  <a:pt x="5903824" y="22927"/>
                </a:lnTo>
                <a:lnTo>
                  <a:pt x="5963698" y="22927"/>
                </a:lnTo>
                <a:lnTo>
                  <a:pt x="6023572" y="22927"/>
                </a:lnTo>
                <a:lnTo>
                  <a:pt x="6083446" y="22927"/>
                </a:lnTo>
                <a:lnTo>
                  <a:pt x="6143330" y="22927"/>
                </a:lnTo>
                <a:lnTo>
                  <a:pt x="6203204" y="22927"/>
                </a:lnTo>
                <a:lnTo>
                  <a:pt x="6263078" y="22927"/>
                </a:lnTo>
                <a:lnTo>
                  <a:pt x="6322952" y="22927"/>
                </a:lnTo>
                <a:lnTo>
                  <a:pt x="6382826" y="22927"/>
                </a:lnTo>
                <a:lnTo>
                  <a:pt x="6442700" y="22927"/>
                </a:lnTo>
                <a:lnTo>
                  <a:pt x="6502575" y="22927"/>
                </a:lnTo>
                <a:lnTo>
                  <a:pt x="6562449" y="22927"/>
                </a:lnTo>
                <a:lnTo>
                  <a:pt x="6606826" y="7430"/>
                </a:lnTo>
                <a:lnTo>
                  <a:pt x="6640868" y="0"/>
                </a:lnTo>
                <a:lnTo>
                  <a:pt x="6695551" y="24384"/>
                </a:lnTo>
                <a:lnTo>
                  <a:pt x="6750234" y="48768"/>
                </a:lnTo>
                <a:lnTo>
                  <a:pt x="6804917" y="73152"/>
                </a:lnTo>
                <a:lnTo>
                  <a:pt x="6859610" y="97526"/>
                </a:lnTo>
                <a:lnTo>
                  <a:pt x="6914293" y="121910"/>
                </a:lnTo>
                <a:lnTo>
                  <a:pt x="6968976" y="146294"/>
                </a:lnTo>
                <a:lnTo>
                  <a:pt x="6959041" y="170678"/>
                </a:lnTo>
                <a:lnTo>
                  <a:pt x="6904358" y="195062"/>
                </a:lnTo>
                <a:lnTo>
                  <a:pt x="6849675" y="219446"/>
                </a:lnTo>
                <a:lnTo>
                  <a:pt x="6794983" y="243830"/>
                </a:lnTo>
                <a:lnTo>
                  <a:pt x="6740300" y="268205"/>
                </a:lnTo>
                <a:lnTo>
                  <a:pt x="6685617" y="292589"/>
                </a:lnTo>
                <a:lnTo>
                  <a:pt x="6630934" y="316973"/>
                </a:lnTo>
                <a:lnTo>
                  <a:pt x="6606826" y="294246"/>
                </a:lnTo>
                <a:lnTo>
                  <a:pt x="6551571" y="289627"/>
                </a:lnTo>
                <a:lnTo>
                  <a:pt x="6491697" y="289627"/>
                </a:lnTo>
                <a:lnTo>
                  <a:pt x="6431823" y="289627"/>
                </a:lnTo>
                <a:lnTo>
                  <a:pt x="6371949" y="289627"/>
                </a:lnTo>
                <a:lnTo>
                  <a:pt x="6312075" y="289627"/>
                </a:lnTo>
                <a:lnTo>
                  <a:pt x="6252200" y="289627"/>
                </a:lnTo>
                <a:lnTo>
                  <a:pt x="6192326" y="289627"/>
                </a:lnTo>
                <a:lnTo>
                  <a:pt x="6132452" y="289627"/>
                </a:lnTo>
                <a:lnTo>
                  <a:pt x="6072578" y="289627"/>
                </a:lnTo>
                <a:lnTo>
                  <a:pt x="6012704" y="289627"/>
                </a:lnTo>
                <a:lnTo>
                  <a:pt x="5952830" y="289627"/>
                </a:lnTo>
                <a:lnTo>
                  <a:pt x="5892946" y="289627"/>
                </a:lnTo>
                <a:lnTo>
                  <a:pt x="5833072" y="289627"/>
                </a:lnTo>
                <a:lnTo>
                  <a:pt x="5773198" y="289627"/>
                </a:lnTo>
                <a:lnTo>
                  <a:pt x="5713324" y="289627"/>
                </a:lnTo>
                <a:lnTo>
                  <a:pt x="5653449" y="289627"/>
                </a:lnTo>
                <a:lnTo>
                  <a:pt x="5593575" y="289627"/>
                </a:lnTo>
                <a:lnTo>
                  <a:pt x="5533701" y="289627"/>
                </a:lnTo>
                <a:lnTo>
                  <a:pt x="5473827" y="289627"/>
                </a:lnTo>
                <a:lnTo>
                  <a:pt x="5413953" y="289627"/>
                </a:lnTo>
                <a:lnTo>
                  <a:pt x="5354079" y="289627"/>
                </a:lnTo>
                <a:lnTo>
                  <a:pt x="5294205" y="289627"/>
                </a:lnTo>
                <a:lnTo>
                  <a:pt x="5234330" y="289627"/>
                </a:lnTo>
                <a:lnTo>
                  <a:pt x="5174456" y="289627"/>
                </a:lnTo>
                <a:lnTo>
                  <a:pt x="5114582" y="289627"/>
                </a:lnTo>
                <a:lnTo>
                  <a:pt x="5054708" y="289627"/>
                </a:lnTo>
                <a:lnTo>
                  <a:pt x="4994834" y="289627"/>
                </a:lnTo>
                <a:lnTo>
                  <a:pt x="4934960" y="289627"/>
                </a:lnTo>
                <a:lnTo>
                  <a:pt x="4875086" y="289627"/>
                </a:lnTo>
                <a:lnTo>
                  <a:pt x="4815211" y="289627"/>
                </a:lnTo>
                <a:lnTo>
                  <a:pt x="4755337" y="289627"/>
                </a:lnTo>
                <a:lnTo>
                  <a:pt x="4695463" y="289627"/>
                </a:lnTo>
                <a:lnTo>
                  <a:pt x="4635589" y="289627"/>
                </a:lnTo>
                <a:lnTo>
                  <a:pt x="4575715" y="289627"/>
                </a:lnTo>
                <a:lnTo>
                  <a:pt x="4515841" y="289627"/>
                </a:lnTo>
                <a:lnTo>
                  <a:pt x="4455966" y="289627"/>
                </a:lnTo>
                <a:lnTo>
                  <a:pt x="4396092" y="289627"/>
                </a:lnTo>
                <a:lnTo>
                  <a:pt x="4336218" y="289627"/>
                </a:lnTo>
                <a:lnTo>
                  <a:pt x="4276344" y="289627"/>
                </a:lnTo>
                <a:lnTo>
                  <a:pt x="4216470" y="289627"/>
                </a:lnTo>
                <a:lnTo>
                  <a:pt x="4156596" y="289627"/>
                </a:lnTo>
                <a:lnTo>
                  <a:pt x="4096712" y="289627"/>
                </a:lnTo>
                <a:lnTo>
                  <a:pt x="4036838" y="289627"/>
                </a:lnTo>
                <a:lnTo>
                  <a:pt x="3976964" y="289627"/>
                </a:lnTo>
                <a:lnTo>
                  <a:pt x="3917090" y="289627"/>
                </a:lnTo>
                <a:lnTo>
                  <a:pt x="3857215" y="289627"/>
                </a:lnTo>
                <a:lnTo>
                  <a:pt x="3797341" y="289627"/>
                </a:lnTo>
                <a:lnTo>
                  <a:pt x="3737467" y="289627"/>
                </a:lnTo>
                <a:lnTo>
                  <a:pt x="3677593" y="289627"/>
                </a:lnTo>
                <a:lnTo>
                  <a:pt x="3617719" y="289627"/>
                </a:lnTo>
                <a:lnTo>
                  <a:pt x="3557845" y="289627"/>
                </a:lnTo>
                <a:lnTo>
                  <a:pt x="3497971" y="289627"/>
                </a:lnTo>
                <a:lnTo>
                  <a:pt x="3438096" y="289627"/>
                </a:lnTo>
                <a:lnTo>
                  <a:pt x="3378222" y="289627"/>
                </a:lnTo>
                <a:lnTo>
                  <a:pt x="3318348" y="289627"/>
                </a:lnTo>
                <a:lnTo>
                  <a:pt x="3258474" y="289627"/>
                </a:lnTo>
                <a:lnTo>
                  <a:pt x="3198600" y="289627"/>
                </a:lnTo>
                <a:lnTo>
                  <a:pt x="3138726" y="289627"/>
                </a:lnTo>
                <a:lnTo>
                  <a:pt x="3078851" y="289627"/>
                </a:lnTo>
                <a:lnTo>
                  <a:pt x="3018977" y="289627"/>
                </a:lnTo>
                <a:lnTo>
                  <a:pt x="2959103" y="289627"/>
                </a:lnTo>
                <a:lnTo>
                  <a:pt x="2899229" y="289627"/>
                </a:lnTo>
                <a:lnTo>
                  <a:pt x="2839355" y="289627"/>
                </a:lnTo>
                <a:lnTo>
                  <a:pt x="2779481" y="289627"/>
                </a:lnTo>
                <a:lnTo>
                  <a:pt x="2719607" y="289627"/>
                </a:lnTo>
                <a:lnTo>
                  <a:pt x="2659732" y="289627"/>
                </a:lnTo>
                <a:lnTo>
                  <a:pt x="2599858" y="289627"/>
                </a:lnTo>
                <a:lnTo>
                  <a:pt x="2539984" y="289627"/>
                </a:lnTo>
                <a:lnTo>
                  <a:pt x="2480110" y="289627"/>
                </a:lnTo>
                <a:lnTo>
                  <a:pt x="2420236" y="289627"/>
                </a:lnTo>
                <a:lnTo>
                  <a:pt x="2360362" y="289627"/>
                </a:lnTo>
                <a:lnTo>
                  <a:pt x="2300488" y="289627"/>
                </a:lnTo>
                <a:lnTo>
                  <a:pt x="2240604" y="289627"/>
                </a:lnTo>
                <a:lnTo>
                  <a:pt x="2180730" y="289627"/>
                </a:lnTo>
                <a:lnTo>
                  <a:pt x="2120856" y="289627"/>
                </a:lnTo>
                <a:lnTo>
                  <a:pt x="2060981" y="289627"/>
                </a:lnTo>
                <a:lnTo>
                  <a:pt x="2001107" y="289627"/>
                </a:lnTo>
                <a:lnTo>
                  <a:pt x="1941233" y="289627"/>
                </a:lnTo>
                <a:lnTo>
                  <a:pt x="1881359" y="289627"/>
                </a:lnTo>
                <a:lnTo>
                  <a:pt x="1821485" y="289627"/>
                </a:lnTo>
                <a:lnTo>
                  <a:pt x="1761611" y="289627"/>
                </a:lnTo>
                <a:lnTo>
                  <a:pt x="1701737" y="289627"/>
                </a:lnTo>
                <a:lnTo>
                  <a:pt x="1641862" y="289627"/>
                </a:lnTo>
                <a:lnTo>
                  <a:pt x="1581988" y="289627"/>
                </a:lnTo>
                <a:lnTo>
                  <a:pt x="1522114" y="289627"/>
                </a:lnTo>
                <a:lnTo>
                  <a:pt x="1462240" y="289627"/>
                </a:lnTo>
                <a:lnTo>
                  <a:pt x="1402366" y="289627"/>
                </a:lnTo>
                <a:lnTo>
                  <a:pt x="1342492" y="289627"/>
                </a:lnTo>
                <a:lnTo>
                  <a:pt x="1282617" y="289627"/>
                </a:lnTo>
                <a:lnTo>
                  <a:pt x="1222743" y="289627"/>
                </a:lnTo>
                <a:lnTo>
                  <a:pt x="1162869" y="289627"/>
                </a:lnTo>
                <a:lnTo>
                  <a:pt x="1102995" y="289627"/>
                </a:lnTo>
                <a:lnTo>
                  <a:pt x="1043121" y="289627"/>
                </a:lnTo>
                <a:lnTo>
                  <a:pt x="983247" y="289627"/>
                </a:lnTo>
                <a:lnTo>
                  <a:pt x="923373" y="289627"/>
                </a:lnTo>
                <a:lnTo>
                  <a:pt x="863498" y="289627"/>
                </a:lnTo>
                <a:lnTo>
                  <a:pt x="803624" y="289627"/>
                </a:lnTo>
                <a:lnTo>
                  <a:pt x="743750" y="289627"/>
                </a:lnTo>
                <a:lnTo>
                  <a:pt x="683876" y="289627"/>
                </a:lnTo>
                <a:lnTo>
                  <a:pt x="624002" y="289627"/>
                </a:lnTo>
                <a:lnTo>
                  <a:pt x="564118" y="289627"/>
                </a:lnTo>
                <a:lnTo>
                  <a:pt x="504244" y="289627"/>
                </a:lnTo>
                <a:lnTo>
                  <a:pt x="444370" y="289627"/>
                </a:lnTo>
                <a:lnTo>
                  <a:pt x="384496" y="289627"/>
                </a:lnTo>
                <a:lnTo>
                  <a:pt x="324622" y="289627"/>
                </a:lnTo>
                <a:lnTo>
                  <a:pt x="264747" y="289627"/>
                </a:lnTo>
                <a:lnTo>
                  <a:pt x="204873" y="289627"/>
                </a:lnTo>
                <a:lnTo>
                  <a:pt x="144999" y="289627"/>
                </a:lnTo>
                <a:lnTo>
                  <a:pt x="85125" y="289627"/>
                </a:lnTo>
                <a:lnTo>
                  <a:pt x="25346" y="288331"/>
                </a:lnTo>
                <a:lnTo>
                  <a:pt x="0" y="240649"/>
                </a:lnTo>
                <a:lnTo>
                  <a:pt x="0" y="180775"/>
                </a:lnTo>
                <a:lnTo>
                  <a:pt x="0" y="120901"/>
                </a:lnTo>
                <a:lnTo>
                  <a:pt x="0" y="61027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7D8B98C5-A171-44FB-8F07-CAEA6E0C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2743200"/>
            <a:ext cx="6435328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ACD8D588-32E1-4892-BF83-78D75A2C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168592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提交判断</a:t>
            </a:r>
          </a:p>
        </p:txBody>
      </p:sp>
      <p:sp>
        <p:nvSpPr>
          <p:cNvPr id="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0A506A8A-E9AF-4208-8453-9CDC0D45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23336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1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C922C92F-5539-4431-937C-C7AFAE06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A1EAFC3E-C982-4866-B2FD-1E8C0A9B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CB8EE351-0394-428D-AD0A-24A22FF2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5963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F10E1EEF-8E35-4A3F-96E1-4112785B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486150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BF2A1C5C-F0F7-4CB3-82AB-121CAB06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3400425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1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0F37EAFA-85A8-4B49-8E5D-BBB8BFC7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9C70AE60-E5D9-4AD1-9D86-5953EAFE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6957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提交主要判断、材料与未确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定前提</a:t>
            </a:r>
          </a:p>
        </p:txBody>
      </p:sp>
      <p:sp>
        <p:nvSpPr>
          <p:cNvPr id="1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201B205F-850B-4547-A556-A20C595D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0925" y="168592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提出质询</a:t>
            </a:r>
          </a:p>
        </p:txBody>
      </p:sp>
      <p:sp>
        <p:nvSpPr>
          <p:cNvPr id="1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0EFFFF3A-40C0-453A-82C3-87EBFB62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23336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1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8C9404A2-B212-4450-95AE-31BDF7F1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247A529B-C21A-449D-8F46-4401A1FB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8EA5F976-7424-4B90-AC82-903139E7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8713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FD619D4C-DD3D-4451-83A7-1877CA62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486150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DFC83D04-E5A1-4E1D-BA0D-DC383CCC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3400425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9788D43A-4D2C-4316-B220-6619E2D5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083722A2-D9B9-4F69-914E-7D7DCECA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2375" y="36957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围绕一个前提提出可核查问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2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3CAD0AF8-43CE-4A52-A03B-C87DD604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3675" y="168592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回应确认</a:t>
            </a:r>
          </a:p>
        </p:txBody>
      </p:sp>
      <p:sp>
        <p:nvSpPr>
          <p:cNvPr id="2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04CD30C7-902F-43EE-9F4D-4C431588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6650" y="23336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D3658457-9CFA-4E20-BBC4-18D181BF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DE1F6ED8-D92F-4796-8F1E-4590D608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C80FFB10-B587-43FF-985F-3292070A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1463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1480427E-FC3C-4106-9291-8FD6D866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3486150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8F8DD802-D590-451F-A50A-D4F0031B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3400425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6CC7670B-7AB7-4EED-86D5-053AEA6E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BCD3800F-0E60-49B0-8370-0DE0AA7E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36957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据材料回应；教师确认待验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证项</a:t>
            </a:r>
          </a:p>
        </p:txBody>
      </p:sp>
      <p:sp>
        <p:nvSpPr>
          <p:cNvPr id="35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1329F769-80BA-4617-912A-9D8E9C15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674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36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7C485D91-0324-463F-AA77-9F5B6B11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008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虚构教学方案讨论稿｜拟议安排，不代表已观察到教学成效</a:t>
            </a:r>
          </a:p>
        </p:txBody>
      </p:sp>
      <p:sp>
        <p:nvSpPr>
          <p:cNvPr id="37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AC7F2C19-EB39-4231-B690-A231F165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 / 03</a:t>
            </a:r>
          </a:p>
        </p:txBody>
      </p:sp>
    </p:spTree>
    <p:extLst>
      <p:ext uri="{BB962C8B-B14F-4D97-AF65-F5344CB8AC3E}">
        <p14:creationId xmlns:p14="http://schemas.microsoft.com/office/powerpoint/2010/main" val="17210893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age-2-title">
            <a:extLst xmlns:a="http://schemas.openxmlformats.org/drawingml/2006/main">
              <a:ext uri="{FF2B5EF4-FFF2-40B4-BE49-F238E27FC236}">
                <a16:creationId xmlns:a16="http://schemas.microsoft.com/office/drawing/2014/main" id="{E740C5CB-7858-4336-8E27-367CC8EE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试点值得一试，但只能以受控范围推进</a:t>
            </a:r>
          </a:p>
        </p:txBody>
      </p:sp>
      <p:sp>
        <p:nvSpPr>
          <p:cNvPr id="2" name="page-2-label">
            <a:extLst xmlns:a="http://schemas.openxmlformats.org/drawingml/2006/main">
              <a:ext uri="{FF2B5EF4-FFF2-40B4-BE49-F238E27FC236}">
                <a16:creationId xmlns:a16="http://schemas.microsoft.com/office/drawing/2014/main" id="{C263483E-A81A-4DB8-8F72-76E0CFB2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中期质询试点</a:t>
            </a:r>
          </a:p>
        </p:txBody>
      </p:sp>
      <p:sp>
        <p:nvSpPr>
          <p:cNvPr id="3" name="page-2-boundary-note">
            <a:extLst xmlns:a="http://schemas.openxmlformats.org/drawingml/2006/main">
              <a:ext uri="{FF2B5EF4-FFF2-40B4-BE49-F238E27FC236}">
                <a16:creationId xmlns:a16="http://schemas.microsoft.com/office/drawing/2014/main" id="{9B069654-8B60-42B1-A65E-182F8404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边界条件：教师保留最终判断；同伴反馈不进入自动评分，也不替代教师评价。</a:t>
            </a:r>
          </a:p>
        </p:txBody>
      </p:sp>
      <p:sp>
        <p:nvSpPr>
          <p:cNvPr id="4" name="benefit-pan-shadow">
            <a:extLst xmlns:a="http://schemas.openxmlformats.org/drawingml/2006/main">
              <a:ext uri="{FF2B5EF4-FFF2-40B4-BE49-F238E27FC236}">
                <a16:creationId xmlns:a16="http://schemas.microsoft.com/office/drawing/2014/main" id="{2C785A01-ABBC-4B78-A57D-1EBE2775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781425"/>
            <a:ext cx="3905145" cy="1971589"/>
          </a:xfrm>
          <a:custGeom xmlns:a="http://schemas.openxmlformats.org/drawingml/2006/main">
            <a:pathLst>
              <a:path w="3905145" h="1971589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48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4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3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3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31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0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27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5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36" y="293380"/>
                </a:lnTo>
                <a:lnTo>
                  <a:pt x="3862483" y="334699"/>
                </a:lnTo>
                <a:lnTo>
                  <a:pt x="3854263" y="375895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31" y="498615"/>
                </a:lnTo>
                <a:lnTo>
                  <a:pt x="3814715" y="539182"/>
                </a:lnTo>
                <a:lnTo>
                  <a:pt x="3803113" y="579549"/>
                </a:lnTo>
                <a:lnTo>
                  <a:pt x="3790807" y="619716"/>
                </a:lnTo>
                <a:lnTo>
                  <a:pt x="3777796" y="659663"/>
                </a:lnTo>
                <a:lnTo>
                  <a:pt x="3764070" y="699364"/>
                </a:lnTo>
                <a:lnTo>
                  <a:pt x="3749621" y="738807"/>
                </a:lnTo>
                <a:lnTo>
                  <a:pt x="3734457" y="777983"/>
                </a:lnTo>
                <a:lnTo>
                  <a:pt x="3718550" y="816864"/>
                </a:lnTo>
                <a:lnTo>
                  <a:pt x="370192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42" y="969112"/>
                </a:lnTo>
                <a:lnTo>
                  <a:pt x="3627920" y="1006250"/>
                </a:lnTo>
                <a:lnTo>
                  <a:pt x="3607537" y="1042988"/>
                </a:lnTo>
                <a:lnTo>
                  <a:pt x="3586401" y="1079287"/>
                </a:lnTo>
                <a:lnTo>
                  <a:pt x="3564503" y="1115139"/>
                </a:lnTo>
                <a:lnTo>
                  <a:pt x="3541852" y="1150515"/>
                </a:lnTo>
                <a:lnTo>
                  <a:pt x="3518440" y="1185396"/>
                </a:lnTo>
                <a:lnTo>
                  <a:pt x="3494275" y="1219752"/>
                </a:lnTo>
                <a:lnTo>
                  <a:pt x="3469348" y="1253576"/>
                </a:lnTo>
                <a:lnTo>
                  <a:pt x="3443688" y="1286828"/>
                </a:lnTo>
                <a:lnTo>
                  <a:pt x="3417275" y="1319489"/>
                </a:lnTo>
                <a:lnTo>
                  <a:pt x="339011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95" y="1473194"/>
                </a:lnTo>
                <a:lnTo>
                  <a:pt x="3243577" y="1501854"/>
                </a:lnTo>
                <a:lnTo>
                  <a:pt x="321219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42"/>
                </a:lnTo>
                <a:lnTo>
                  <a:pt x="3045666" y="1657569"/>
                </a:lnTo>
                <a:lnTo>
                  <a:pt x="3010567" y="1680648"/>
                </a:lnTo>
                <a:lnTo>
                  <a:pt x="2974915" y="170288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901" y="1764287"/>
                </a:lnTo>
                <a:lnTo>
                  <a:pt x="2827277" y="1782985"/>
                </a:lnTo>
                <a:lnTo>
                  <a:pt x="2789225" y="1800768"/>
                </a:lnTo>
                <a:lnTo>
                  <a:pt x="2750753" y="1817656"/>
                </a:lnTo>
                <a:lnTo>
                  <a:pt x="2711910" y="1833629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20"/>
                </a:lnTo>
                <a:lnTo>
                  <a:pt x="2553138" y="1888474"/>
                </a:lnTo>
                <a:lnTo>
                  <a:pt x="2512724" y="1899942"/>
                </a:lnTo>
                <a:lnTo>
                  <a:pt x="2472071" y="1910515"/>
                </a:lnTo>
                <a:lnTo>
                  <a:pt x="2431190" y="1920202"/>
                </a:lnTo>
                <a:lnTo>
                  <a:pt x="2390118" y="1929022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9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70"/>
                </a:lnTo>
                <a:lnTo>
                  <a:pt x="2056838" y="1969399"/>
                </a:lnTo>
                <a:lnTo>
                  <a:pt x="2014852" y="1970865"/>
                </a:lnTo>
                <a:lnTo>
                  <a:pt x="1972847" y="1971589"/>
                </a:lnTo>
                <a:lnTo>
                  <a:pt x="1930841" y="1971580"/>
                </a:lnTo>
                <a:lnTo>
                  <a:pt x="1888836" y="1970827"/>
                </a:lnTo>
                <a:lnTo>
                  <a:pt x="1846859" y="196933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97"/>
                </a:lnTo>
                <a:lnTo>
                  <a:pt x="1679429" y="1955559"/>
                </a:lnTo>
                <a:lnTo>
                  <a:pt x="1637776" y="1950110"/>
                </a:lnTo>
                <a:lnTo>
                  <a:pt x="1596247" y="1943824"/>
                </a:lnTo>
                <a:lnTo>
                  <a:pt x="1554842" y="1936690"/>
                </a:lnTo>
                <a:lnTo>
                  <a:pt x="1513599" y="192870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36"/>
                </a:lnTo>
                <a:lnTo>
                  <a:pt x="1310478" y="1875644"/>
                </a:lnTo>
                <a:lnTo>
                  <a:pt x="1270625" y="186235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6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69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77" y="1528753"/>
                </a:lnTo>
                <a:lnTo>
                  <a:pt x="660521" y="1500807"/>
                </a:lnTo>
                <a:lnTo>
                  <a:pt x="629831" y="1472117"/>
                </a:lnTo>
                <a:lnTo>
                  <a:pt x="599837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69"/>
                </a:lnTo>
                <a:lnTo>
                  <a:pt x="486985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24" y="1184110"/>
                </a:lnTo>
                <a:lnTo>
                  <a:pt x="362550" y="1149210"/>
                </a:lnTo>
                <a:lnTo>
                  <a:pt x="339919" y="1113815"/>
                </a:lnTo>
                <a:lnTo>
                  <a:pt x="318049" y="1077944"/>
                </a:lnTo>
                <a:lnTo>
                  <a:pt x="296942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44" y="930183"/>
                </a:lnTo>
                <a:lnTo>
                  <a:pt x="220056" y="892273"/>
                </a:lnTo>
                <a:lnTo>
                  <a:pt x="202702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56" y="697897"/>
                </a:lnTo>
                <a:lnTo>
                  <a:pt x="126959" y="658178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16" y="537677"/>
                </a:lnTo>
                <a:lnTo>
                  <a:pt x="79229" y="497100"/>
                </a:lnTo>
                <a:lnTo>
                  <a:pt x="69028" y="456352"/>
                </a:lnTo>
                <a:lnTo>
                  <a:pt x="59512" y="415442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3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21" y="167230"/>
                </a:lnTo>
                <a:lnTo>
                  <a:pt x="11249" y="125511"/>
                </a:lnTo>
                <a:lnTo>
                  <a:pt x="6887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D8E0">
              <a:alpha val="3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risk-pan-shadow">
            <a:extLst xmlns:a="http://schemas.openxmlformats.org/drawingml/2006/main">
              <a:ext uri="{FF2B5EF4-FFF2-40B4-BE49-F238E27FC236}">
                <a16:creationId xmlns:a16="http://schemas.microsoft.com/office/drawing/2014/main" id="{E7EF74A4-6135-4FB4-A3B6-8C7B81BC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3514725"/>
            <a:ext cx="3905145" cy="1971580"/>
          </a:xfrm>
          <a:custGeom xmlns:a="http://schemas.openxmlformats.org/drawingml/2006/main">
            <a:pathLst>
              <a:path w="3905145" h="1971580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57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5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4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4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40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1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36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6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27" y="293380"/>
                </a:lnTo>
                <a:lnTo>
                  <a:pt x="3862483" y="334699"/>
                </a:lnTo>
                <a:lnTo>
                  <a:pt x="3854263" y="375904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21" y="498615"/>
                </a:lnTo>
                <a:lnTo>
                  <a:pt x="3814715" y="539182"/>
                </a:lnTo>
                <a:lnTo>
                  <a:pt x="3803104" y="579549"/>
                </a:lnTo>
                <a:lnTo>
                  <a:pt x="3790798" y="619716"/>
                </a:lnTo>
                <a:lnTo>
                  <a:pt x="3777786" y="659663"/>
                </a:lnTo>
                <a:lnTo>
                  <a:pt x="3764061" y="699364"/>
                </a:lnTo>
                <a:lnTo>
                  <a:pt x="3749621" y="738807"/>
                </a:lnTo>
                <a:lnTo>
                  <a:pt x="3734448" y="777983"/>
                </a:lnTo>
                <a:lnTo>
                  <a:pt x="3718550" y="816864"/>
                </a:lnTo>
                <a:lnTo>
                  <a:pt x="370191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32" y="969112"/>
                </a:lnTo>
                <a:lnTo>
                  <a:pt x="3627911" y="1006250"/>
                </a:lnTo>
                <a:lnTo>
                  <a:pt x="3607527" y="1042978"/>
                </a:lnTo>
                <a:lnTo>
                  <a:pt x="3586391" y="1079287"/>
                </a:lnTo>
                <a:lnTo>
                  <a:pt x="3564493" y="1115139"/>
                </a:lnTo>
                <a:lnTo>
                  <a:pt x="3541843" y="1150515"/>
                </a:lnTo>
                <a:lnTo>
                  <a:pt x="3518440" y="1185396"/>
                </a:lnTo>
                <a:lnTo>
                  <a:pt x="3494265" y="1219752"/>
                </a:lnTo>
                <a:lnTo>
                  <a:pt x="3469348" y="1253566"/>
                </a:lnTo>
                <a:lnTo>
                  <a:pt x="3443688" y="1286828"/>
                </a:lnTo>
                <a:lnTo>
                  <a:pt x="3417265" y="1319489"/>
                </a:lnTo>
                <a:lnTo>
                  <a:pt x="339010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85" y="1473194"/>
                </a:lnTo>
                <a:lnTo>
                  <a:pt x="3243577" y="1501854"/>
                </a:lnTo>
                <a:lnTo>
                  <a:pt x="321218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33"/>
                </a:lnTo>
                <a:lnTo>
                  <a:pt x="3045657" y="1657569"/>
                </a:lnTo>
                <a:lnTo>
                  <a:pt x="3010557" y="1680648"/>
                </a:lnTo>
                <a:lnTo>
                  <a:pt x="2974915" y="170287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891" y="1764287"/>
                </a:lnTo>
                <a:lnTo>
                  <a:pt x="2827277" y="1782985"/>
                </a:lnTo>
                <a:lnTo>
                  <a:pt x="2789215" y="1800758"/>
                </a:lnTo>
                <a:lnTo>
                  <a:pt x="2750753" y="1817646"/>
                </a:lnTo>
                <a:lnTo>
                  <a:pt x="2711901" y="1833620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11"/>
                </a:lnTo>
                <a:lnTo>
                  <a:pt x="2553138" y="1888474"/>
                </a:lnTo>
                <a:lnTo>
                  <a:pt x="2512724" y="1899933"/>
                </a:lnTo>
                <a:lnTo>
                  <a:pt x="2472061" y="1910505"/>
                </a:lnTo>
                <a:lnTo>
                  <a:pt x="2431190" y="1920202"/>
                </a:lnTo>
                <a:lnTo>
                  <a:pt x="2390118" y="1929013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0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60"/>
                </a:lnTo>
                <a:lnTo>
                  <a:pt x="2056829" y="1969389"/>
                </a:lnTo>
                <a:lnTo>
                  <a:pt x="2014852" y="1970856"/>
                </a:lnTo>
                <a:lnTo>
                  <a:pt x="1972847" y="1971580"/>
                </a:lnTo>
                <a:lnTo>
                  <a:pt x="1930841" y="1971570"/>
                </a:lnTo>
                <a:lnTo>
                  <a:pt x="1888846" y="1970818"/>
                </a:lnTo>
                <a:lnTo>
                  <a:pt x="1846859" y="196932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88"/>
                </a:lnTo>
                <a:lnTo>
                  <a:pt x="1679429" y="1955549"/>
                </a:lnTo>
                <a:lnTo>
                  <a:pt x="1637776" y="1950101"/>
                </a:lnTo>
                <a:lnTo>
                  <a:pt x="1596247" y="1943814"/>
                </a:lnTo>
                <a:lnTo>
                  <a:pt x="1554842" y="1936680"/>
                </a:lnTo>
                <a:lnTo>
                  <a:pt x="1513608" y="192869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26"/>
                </a:lnTo>
                <a:lnTo>
                  <a:pt x="1310478" y="1875644"/>
                </a:lnTo>
                <a:lnTo>
                  <a:pt x="1270635" y="1862347"/>
                </a:lnTo>
                <a:lnTo>
                  <a:pt x="1231097" y="1848155"/>
                </a:lnTo>
                <a:lnTo>
                  <a:pt x="1191901" y="1833048"/>
                </a:lnTo>
                <a:lnTo>
                  <a:pt x="1153058" y="1817046"/>
                </a:lnTo>
                <a:lnTo>
                  <a:pt x="1114616" y="1800120"/>
                </a:lnTo>
                <a:lnTo>
                  <a:pt x="1076573" y="1782299"/>
                </a:lnTo>
                <a:lnTo>
                  <a:pt x="1038968" y="1763573"/>
                </a:lnTo>
                <a:lnTo>
                  <a:pt x="1001820" y="1743951"/>
                </a:lnTo>
                <a:lnTo>
                  <a:pt x="965159" y="1723454"/>
                </a:lnTo>
                <a:lnTo>
                  <a:pt x="929002" y="1702060"/>
                </a:lnTo>
                <a:lnTo>
                  <a:pt x="893378" y="1679810"/>
                </a:lnTo>
                <a:lnTo>
                  <a:pt x="858298" y="1656693"/>
                </a:lnTo>
                <a:lnTo>
                  <a:pt x="823798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86" y="1528743"/>
                </a:lnTo>
                <a:lnTo>
                  <a:pt x="660521" y="1500797"/>
                </a:lnTo>
                <a:lnTo>
                  <a:pt x="629831" y="1472117"/>
                </a:lnTo>
                <a:lnTo>
                  <a:pt x="599846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59"/>
                </a:lnTo>
                <a:lnTo>
                  <a:pt x="486994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28" y="1113815"/>
                </a:lnTo>
                <a:lnTo>
                  <a:pt x="318049" y="1077944"/>
                </a:lnTo>
                <a:lnTo>
                  <a:pt x="296951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73"/>
                </a:lnTo>
                <a:lnTo>
                  <a:pt x="220056" y="892273"/>
                </a:lnTo>
                <a:lnTo>
                  <a:pt x="202711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65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26" y="537677"/>
                </a:lnTo>
                <a:lnTo>
                  <a:pt x="79238" y="497100"/>
                </a:lnTo>
                <a:lnTo>
                  <a:pt x="69028" y="456352"/>
                </a:lnTo>
                <a:lnTo>
                  <a:pt x="59522" y="415433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3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31" y="167221"/>
                </a:lnTo>
                <a:lnTo>
                  <a:pt x="11249" y="125511"/>
                </a:lnTo>
                <a:lnTo>
                  <a:pt x="6896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D8E0">
              <a:alpha val="3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balance-hanger-1">
            <a:extLst xmlns:a="http://schemas.openxmlformats.org/drawingml/2006/main">
              <a:ext uri="{FF2B5EF4-FFF2-40B4-BE49-F238E27FC236}">
                <a16:creationId xmlns:a16="http://schemas.microsoft.com/office/drawing/2014/main" id="{22A6C505-E418-4C8B-A696-E5CAD7A4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3014358"/>
            <a:ext cx="1847850" cy="700392"/>
          </a:xfrm>
          <a:custGeom xmlns:a="http://schemas.openxmlformats.org/drawingml/2006/main">
            <a:pathLst>
              <a:path w="1847850" h="700392">
                <a:moveTo>
                  <a:pt x="1847850" y="0"/>
                </a:moveTo>
                <a:lnTo>
                  <a:pt x="1830086" y="6734"/>
                </a:lnTo>
                <a:lnTo>
                  <a:pt x="1812312" y="13468"/>
                </a:lnTo>
                <a:lnTo>
                  <a:pt x="1794548" y="20203"/>
                </a:lnTo>
                <a:lnTo>
                  <a:pt x="1776774" y="26937"/>
                </a:lnTo>
                <a:lnTo>
                  <a:pt x="1759010" y="33671"/>
                </a:lnTo>
                <a:lnTo>
                  <a:pt x="1741246" y="40405"/>
                </a:lnTo>
                <a:lnTo>
                  <a:pt x="1723473" y="47139"/>
                </a:lnTo>
                <a:lnTo>
                  <a:pt x="1705708" y="53873"/>
                </a:lnTo>
                <a:lnTo>
                  <a:pt x="1687944" y="60608"/>
                </a:lnTo>
                <a:lnTo>
                  <a:pt x="1670171" y="67342"/>
                </a:lnTo>
                <a:lnTo>
                  <a:pt x="1652407" y="74076"/>
                </a:lnTo>
                <a:lnTo>
                  <a:pt x="1634633" y="80810"/>
                </a:lnTo>
                <a:lnTo>
                  <a:pt x="1616869" y="87554"/>
                </a:lnTo>
                <a:lnTo>
                  <a:pt x="1599105" y="94288"/>
                </a:lnTo>
                <a:lnTo>
                  <a:pt x="1581331" y="101022"/>
                </a:lnTo>
                <a:lnTo>
                  <a:pt x="1563567" y="107756"/>
                </a:lnTo>
                <a:lnTo>
                  <a:pt x="1545793" y="114491"/>
                </a:lnTo>
                <a:lnTo>
                  <a:pt x="1528029" y="121225"/>
                </a:lnTo>
                <a:lnTo>
                  <a:pt x="1510265" y="127959"/>
                </a:lnTo>
                <a:lnTo>
                  <a:pt x="1492491" y="134693"/>
                </a:lnTo>
                <a:lnTo>
                  <a:pt x="1474727" y="141427"/>
                </a:lnTo>
                <a:lnTo>
                  <a:pt x="1456963" y="148161"/>
                </a:lnTo>
                <a:lnTo>
                  <a:pt x="1439189" y="154896"/>
                </a:lnTo>
                <a:lnTo>
                  <a:pt x="1421425" y="161630"/>
                </a:lnTo>
                <a:lnTo>
                  <a:pt x="1403652" y="168364"/>
                </a:lnTo>
                <a:lnTo>
                  <a:pt x="1385888" y="175098"/>
                </a:lnTo>
                <a:lnTo>
                  <a:pt x="1368123" y="181832"/>
                </a:lnTo>
                <a:lnTo>
                  <a:pt x="1350350" y="188566"/>
                </a:lnTo>
                <a:lnTo>
                  <a:pt x="1332586" y="195301"/>
                </a:lnTo>
                <a:lnTo>
                  <a:pt x="1314812" y="202035"/>
                </a:lnTo>
                <a:lnTo>
                  <a:pt x="1297048" y="208769"/>
                </a:lnTo>
                <a:lnTo>
                  <a:pt x="1279284" y="215503"/>
                </a:lnTo>
                <a:lnTo>
                  <a:pt x="1261510" y="222237"/>
                </a:lnTo>
                <a:lnTo>
                  <a:pt x="1243746" y="228971"/>
                </a:lnTo>
                <a:lnTo>
                  <a:pt x="1225982" y="235706"/>
                </a:lnTo>
                <a:lnTo>
                  <a:pt x="1208208" y="242449"/>
                </a:lnTo>
                <a:lnTo>
                  <a:pt x="1190444" y="249184"/>
                </a:lnTo>
                <a:lnTo>
                  <a:pt x="1172670" y="255918"/>
                </a:lnTo>
                <a:lnTo>
                  <a:pt x="1154906" y="262652"/>
                </a:lnTo>
                <a:lnTo>
                  <a:pt x="1137142" y="269386"/>
                </a:lnTo>
                <a:lnTo>
                  <a:pt x="1119368" y="276120"/>
                </a:lnTo>
                <a:lnTo>
                  <a:pt x="1101604" y="282854"/>
                </a:lnTo>
                <a:lnTo>
                  <a:pt x="1083831" y="289589"/>
                </a:lnTo>
                <a:lnTo>
                  <a:pt x="1066067" y="296323"/>
                </a:lnTo>
                <a:lnTo>
                  <a:pt x="1048302" y="303057"/>
                </a:lnTo>
                <a:lnTo>
                  <a:pt x="1030529" y="309791"/>
                </a:lnTo>
                <a:lnTo>
                  <a:pt x="1012765" y="316525"/>
                </a:lnTo>
                <a:lnTo>
                  <a:pt x="995001" y="323259"/>
                </a:lnTo>
                <a:lnTo>
                  <a:pt x="977227" y="329994"/>
                </a:lnTo>
                <a:lnTo>
                  <a:pt x="959463" y="336728"/>
                </a:lnTo>
                <a:lnTo>
                  <a:pt x="941689" y="343462"/>
                </a:lnTo>
                <a:lnTo>
                  <a:pt x="923925" y="350196"/>
                </a:lnTo>
                <a:lnTo>
                  <a:pt x="906161" y="356930"/>
                </a:lnTo>
                <a:lnTo>
                  <a:pt x="888387" y="363665"/>
                </a:lnTo>
                <a:lnTo>
                  <a:pt x="870623" y="370399"/>
                </a:lnTo>
                <a:lnTo>
                  <a:pt x="852849" y="377133"/>
                </a:lnTo>
                <a:lnTo>
                  <a:pt x="835085" y="383867"/>
                </a:lnTo>
                <a:lnTo>
                  <a:pt x="817321" y="390601"/>
                </a:lnTo>
                <a:lnTo>
                  <a:pt x="799548" y="397335"/>
                </a:lnTo>
                <a:lnTo>
                  <a:pt x="781783" y="404079"/>
                </a:lnTo>
                <a:lnTo>
                  <a:pt x="764019" y="410813"/>
                </a:lnTo>
                <a:lnTo>
                  <a:pt x="746246" y="417547"/>
                </a:lnTo>
                <a:lnTo>
                  <a:pt x="728482" y="424282"/>
                </a:lnTo>
                <a:lnTo>
                  <a:pt x="710708" y="431016"/>
                </a:lnTo>
                <a:lnTo>
                  <a:pt x="692944" y="437750"/>
                </a:lnTo>
                <a:lnTo>
                  <a:pt x="675180" y="444484"/>
                </a:lnTo>
                <a:lnTo>
                  <a:pt x="657406" y="451218"/>
                </a:lnTo>
                <a:lnTo>
                  <a:pt x="639642" y="457952"/>
                </a:lnTo>
                <a:lnTo>
                  <a:pt x="621868" y="464687"/>
                </a:lnTo>
                <a:lnTo>
                  <a:pt x="604104" y="471421"/>
                </a:lnTo>
                <a:lnTo>
                  <a:pt x="586340" y="478155"/>
                </a:lnTo>
                <a:lnTo>
                  <a:pt x="568566" y="484889"/>
                </a:lnTo>
                <a:lnTo>
                  <a:pt x="550802" y="491623"/>
                </a:lnTo>
                <a:lnTo>
                  <a:pt x="533038" y="498358"/>
                </a:lnTo>
                <a:lnTo>
                  <a:pt x="515264" y="505092"/>
                </a:lnTo>
                <a:lnTo>
                  <a:pt x="497500" y="511826"/>
                </a:lnTo>
                <a:lnTo>
                  <a:pt x="479727" y="518560"/>
                </a:lnTo>
                <a:lnTo>
                  <a:pt x="461963" y="525294"/>
                </a:lnTo>
                <a:lnTo>
                  <a:pt x="444198" y="532028"/>
                </a:lnTo>
                <a:lnTo>
                  <a:pt x="426425" y="538763"/>
                </a:lnTo>
                <a:lnTo>
                  <a:pt x="408661" y="545497"/>
                </a:lnTo>
                <a:lnTo>
                  <a:pt x="390887" y="552231"/>
                </a:lnTo>
                <a:lnTo>
                  <a:pt x="373123" y="558965"/>
                </a:lnTo>
                <a:lnTo>
                  <a:pt x="355359" y="565709"/>
                </a:lnTo>
                <a:lnTo>
                  <a:pt x="337585" y="572443"/>
                </a:lnTo>
                <a:lnTo>
                  <a:pt x="319821" y="579177"/>
                </a:lnTo>
                <a:lnTo>
                  <a:pt x="302057" y="585911"/>
                </a:lnTo>
                <a:lnTo>
                  <a:pt x="284283" y="592646"/>
                </a:lnTo>
                <a:lnTo>
                  <a:pt x="266519" y="599380"/>
                </a:lnTo>
                <a:lnTo>
                  <a:pt x="248745" y="606114"/>
                </a:lnTo>
                <a:lnTo>
                  <a:pt x="230981" y="612848"/>
                </a:lnTo>
                <a:lnTo>
                  <a:pt x="213217" y="619582"/>
                </a:lnTo>
                <a:lnTo>
                  <a:pt x="195443" y="626316"/>
                </a:lnTo>
                <a:lnTo>
                  <a:pt x="177679" y="633051"/>
                </a:lnTo>
                <a:lnTo>
                  <a:pt x="159906" y="639785"/>
                </a:lnTo>
                <a:lnTo>
                  <a:pt x="142142" y="646519"/>
                </a:lnTo>
                <a:lnTo>
                  <a:pt x="124377" y="653253"/>
                </a:lnTo>
                <a:lnTo>
                  <a:pt x="106604" y="659987"/>
                </a:lnTo>
                <a:lnTo>
                  <a:pt x="88840" y="666721"/>
                </a:lnTo>
                <a:lnTo>
                  <a:pt x="71076" y="673456"/>
                </a:lnTo>
                <a:lnTo>
                  <a:pt x="53302" y="680190"/>
                </a:lnTo>
                <a:lnTo>
                  <a:pt x="35538" y="686924"/>
                </a:lnTo>
                <a:lnTo>
                  <a:pt x="17764" y="693658"/>
                </a:lnTo>
                <a:lnTo>
                  <a:pt x="0" y="70039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F9AAC"/>
            </a:solidFill>
            <a:prstDash val="solid"/>
          </a:ln>
        </p:spPr>
      </p:sp>
      <p:sp>
        <p:nvSpPr>
          <p:cNvPr id="7" name="balance-hanger-2">
            <a:extLst xmlns:a="http://schemas.openxmlformats.org/drawingml/2006/main">
              <a:ext uri="{FF2B5EF4-FFF2-40B4-BE49-F238E27FC236}">
                <a16:creationId xmlns:a16="http://schemas.microsoft.com/office/drawing/2014/main" id="{C8FEC740-B85E-4F31-BC71-711E7701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8475" y="3014358"/>
            <a:ext cx="1257300" cy="700392"/>
          </a:xfrm>
          <a:custGeom xmlns:a="http://schemas.openxmlformats.org/drawingml/2006/main">
            <a:pathLst>
              <a:path w="1257300" h="700392">
                <a:moveTo>
                  <a:pt x="0" y="0"/>
                </a:moveTo>
                <a:lnTo>
                  <a:pt x="16545" y="9220"/>
                </a:lnTo>
                <a:lnTo>
                  <a:pt x="33090" y="18431"/>
                </a:lnTo>
                <a:lnTo>
                  <a:pt x="49635" y="27651"/>
                </a:lnTo>
                <a:lnTo>
                  <a:pt x="66170" y="36862"/>
                </a:lnTo>
                <a:lnTo>
                  <a:pt x="82715" y="46082"/>
                </a:lnTo>
                <a:lnTo>
                  <a:pt x="99260" y="55293"/>
                </a:lnTo>
                <a:lnTo>
                  <a:pt x="115805" y="64513"/>
                </a:lnTo>
                <a:lnTo>
                  <a:pt x="132350" y="73724"/>
                </a:lnTo>
                <a:lnTo>
                  <a:pt x="148895" y="82944"/>
                </a:lnTo>
                <a:lnTo>
                  <a:pt x="165430" y="92154"/>
                </a:lnTo>
                <a:lnTo>
                  <a:pt x="181975" y="101375"/>
                </a:lnTo>
                <a:lnTo>
                  <a:pt x="198520" y="110585"/>
                </a:lnTo>
                <a:lnTo>
                  <a:pt x="215065" y="119805"/>
                </a:lnTo>
                <a:lnTo>
                  <a:pt x="231610" y="129016"/>
                </a:lnTo>
                <a:lnTo>
                  <a:pt x="248155" y="138236"/>
                </a:lnTo>
                <a:lnTo>
                  <a:pt x="264690" y="147447"/>
                </a:lnTo>
                <a:lnTo>
                  <a:pt x="281235" y="156667"/>
                </a:lnTo>
                <a:lnTo>
                  <a:pt x="297780" y="165887"/>
                </a:lnTo>
                <a:lnTo>
                  <a:pt x="314325" y="175098"/>
                </a:lnTo>
                <a:lnTo>
                  <a:pt x="330870" y="184318"/>
                </a:lnTo>
                <a:lnTo>
                  <a:pt x="347415" y="193529"/>
                </a:lnTo>
                <a:lnTo>
                  <a:pt x="363960" y="202749"/>
                </a:lnTo>
                <a:lnTo>
                  <a:pt x="380495" y="211960"/>
                </a:lnTo>
                <a:lnTo>
                  <a:pt x="397040" y="221180"/>
                </a:lnTo>
                <a:lnTo>
                  <a:pt x="413585" y="230391"/>
                </a:lnTo>
                <a:lnTo>
                  <a:pt x="430130" y="239611"/>
                </a:lnTo>
                <a:lnTo>
                  <a:pt x="446675" y="248822"/>
                </a:lnTo>
                <a:lnTo>
                  <a:pt x="463220" y="258042"/>
                </a:lnTo>
                <a:lnTo>
                  <a:pt x="479755" y="267252"/>
                </a:lnTo>
                <a:lnTo>
                  <a:pt x="496300" y="276473"/>
                </a:lnTo>
                <a:lnTo>
                  <a:pt x="512845" y="285683"/>
                </a:lnTo>
                <a:lnTo>
                  <a:pt x="529390" y="294904"/>
                </a:lnTo>
                <a:lnTo>
                  <a:pt x="545935" y="304124"/>
                </a:lnTo>
                <a:lnTo>
                  <a:pt x="562480" y="313334"/>
                </a:lnTo>
                <a:lnTo>
                  <a:pt x="579015" y="322555"/>
                </a:lnTo>
                <a:lnTo>
                  <a:pt x="595560" y="331765"/>
                </a:lnTo>
                <a:lnTo>
                  <a:pt x="612105" y="340985"/>
                </a:lnTo>
                <a:lnTo>
                  <a:pt x="628650" y="350196"/>
                </a:lnTo>
                <a:lnTo>
                  <a:pt x="645195" y="359416"/>
                </a:lnTo>
                <a:lnTo>
                  <a:pt x="661740" y="368627"/>
                </a:lnTo>
                <a:lnTo>
                  <a:pt x="678285" y="377847"/>
                </a:lnTo>
                <a:lnTo>
                  <a:pt x="694820" y="387058"/>
                </a:lnTo>
                <a:lnTo>
                  <a:pt x="711365" y="396278"/>
                </a:lnTo>
                <a:lnTo>
                  <a:pt x="727910" y="405489"/>
                </a:lnTo>
                <a:lnTo>
                  <a:pt x="744455" y="414709"/>
                </a:lnTo>
                <a:lnTo>
                  <a:pt x="761000" y="423920"/>
                </a:lnTo>
                <a:lnTo>
                  <a:pt x="777545" y="433140"/>
                </a:lnTo>
                <a:lnTo>
                  <a:pt x="794080" y="442351"/>
                </a:lnTo>
                <a:lnTo>
                  <a:pt x="810625" y="451571"/>
                </a:lnTo>
                <a:lnTo>
                  <a:pt x="827170" y="460791"/>
                </a:lnTo>
                <a:lnTo>
                  <a:pt x="843715" y="470002"/>
                </a:lnTo>
                <a:lnTo>
                  <a:pt x="860260" y="479222"/>
                </a:lnTo>
                <a:lnTo>
                  <a:pt x="876805" y="488432"/>
                </a:lnTo>
                <a:lnTo>
                  <a:pt x="893340" y="497653"/>
                </a:lnTo>
                <a:lnTo>
                  <a:pt x="909885" y="506863"/>
                </a:lnTo>
                <a:lnTo>
                  <a:pt x="926430" y="516084"/>
                </a:lnTo>
                <a:lnTo>
                  <a:pt x="942975" y="525294"/>
                </a:lnTo>
                <a:lnTo>
                  <a:pt x="959520" y="534514"/>
                </a:lnTo>
                <a:lnTo>
                  <a:pt x="976065" y="543725"/>
                </a:lnTo>
                <a:lnTo>
                  <a:pt x="992610" y="552945"/>
                </a:lnTo>
                <a:lnTo>
                  <a:pt x="1009145" y="562156"/>
                </a:lnTo>
                <a:lnTo>
                  <a:pt x="1025690" y="571376"/>
                </a:lnTo>
                <a:lnTo>
                  <a:pt x="1042235" y="580587"/>
                </a:lnTo>
                <a:lnTo>
                  <a:pt x="1058780" y="589807"/>
                </a:lnTo>
                <a:lnTo>
                  <a:pt x="1075325" y="599027"/>
                </a:lnTo>
                <a:lnTo>
                  <a:pt x="1091870" y="608238"/>
                </a:lnTo>
                <a:lnTo>
                  <a:pt x="1108405" y="617458"/>
                </a:lnTo>
                <a:lnTo>
                  <a:pt x="1124950" y="626669"/>
                </a:lnTo>
                <a:lnTo>
                  <a:pt x="1141495" y="635889"/>
                </a:lnTo>
                <a:lnTo>
                  <a:pt x="1158040" y="645100"/>
                </a:lnTo>
                <a:lnTo>
                  <a:pt x="1174585" y="654320"/>
                </a:lnTo>
                <a:lnTo>
                  <a:pt x="1191130" y="663531"/>
                </a:lnTo>
                <a:lnTo>
                  <a:pt x="1207665" y="672751"/>
                </a:lnTo>
                <a:lnTo>
                  <a:pt x="1224210" y="681961"/>
                </a:lnTo>
                <a:lnTo>
                  <a:pt x="1240755" y="691182"/>
                </a:lnTo>
                <a:lnTo>
                  <a:pt x="1257300" y="70039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F9AAC"/>
            </a:solidFill>
            <a:prstDash val="solid"/>
          </a:ln>
        </p:spPr>
      </p:sp>
      <p:sp>
        <p:nvSpPr>
          <p:cNvPr id="8" name="balance-hanger-3">
            <a:extLst xmlns:a="http://schemas.openxmlformats.org/drawingml/2006/main">
              <a:ext uri="{FF2B5EF4-FFF2-40B4-BE49-F238E27FC236}">
                <a16:creationId xmlns:a16="http://schemas.microsoft.com/office/drawing/2014/main" id="{D32266E8-1D48-4DBD-8F8E-A2F55175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2853042"/>
            <a:ext cx="1257300" cy="595008"/>
          </a:xfrm>
          <a:custGeom xmlns:a="http://schemas.openxmlformats.org/drawingml/2006/main">
            <a:pathLst>
              <a:path w="1257300" h="595008">
                <a:moveTo>
                  <a:pt x="1257300" y="0"/>
                </a:moveTo>
                <a:lnTo>
                  <a:pt x="1240307" y="8039"/>
                </a:lnTo>
                <a:lnTo>
                  <a:pt x="1223315" y="16078"/>
                </a:lnTo>
                <a:lnTo>
                  <a:pt x="1206332" y="24117"/>
                </a:lnTo>
                <a:lnTo>
                  <a:pt x="1189339" y="32166"/>
                </a:lnTo>
                <a:lnTo>
                  <a:pt x="1172347" y="40205"/>
                </a:lnTo>
                <a:lnTo>
                  <a:pt x="1155354" y="48244"/>
                </a:lnTo>
                <a:lnTo>
                  <a:pt x="1138361" y="56283"/>
                </a:lnTo>
                <a:lnTo>
                  <a:pt x="1121378" y="64322"/>
                </a:lnTo>
                <a:lnTo>
                  <a:pt x="1104386" y="72361"/>
                </a:lnTo>
                <a:lnTo>
                  <a:pt x="1087393" y="80410"/>
                </a:lnTo>
                <a:lnTo>
                  <a:pt x="1070400" y="88449"/>
                </a:lnTo>
                <a:lnTo>
                  <a:pt x="1053417" y="96488"/>
                </a:lnTo>
                <a:lnTo>
                  <a:pt x="1036425" y="104527"/>
                </a:lnTo>
                <a:lnTo>
                  <a:pt x="1019432" y="112566"/>
                </a:lnTo>
                <a:lnTo>
                  <a:pt x="1002440" y="120606"/>
                </a:lnTo>
                <a:lnTo>
                  <a:pt x="985447" y="128654"/>
                </a:lnTo>
                <a:lnTo>
                  <a:pt x="968464" y="136693"/>
                </a:lnTo>
                <a:lnTo>
                  <a:pt x="951471" y="144732"/>
                </a:lnTo>
                <a:lnTo>
                  <a:pt x="934479" y="152771"/>
                </a:lnTo>
                <a:lnTo>
                  <a:pt x="917486" y="160811"/>
                </a:lnTo>
                <a:lnTo>
                  <a:pt x="900503" y="168850"/>
                </a:lnTo>
                <a:lnTo>
                  <a:pt x="883510" y="176889"/>
                </a:lnTo>
                <a:lnTo>
                  <a:pt x="866518" y="184937"/>
                </a:lnTo>
                <a:lnTo>
                  <a:pt x="849525" y="192977"/>
                </a:lnTo>
                <a:lnTo>
                  <a:pt x="832533" y="201016"/>
                </a:lnTo>
                <a:lnTo>
                  <a:pt x="815550" y="209055"/>
                </a:lnTo>
                <a:lnTo>
                  <a:pt x="798557" y="217094"/>
                </a:lnTo>
                <a:lnTo>
                  <a:pt x="781564" y="225133"/>
                </a:lnTo>
                <a:lnTo>
                  <a:pt x="764572" y="233182"/>
                </a:lnTo>
                <a:lnTo>
                  <a:pt x="747589" y="241221"/>
                </a:lnTo>
                <a:lnTo>
                  <a:pt x="730596" y="249260"/>
                </a:lnTo>
                <a:lnTo>
                  <a:pt x="713603" y="257299"/>
                </a:lnTo>
                <a:lnTo>
                  <a:pt x="696611" y="265338"/>
                </a:lnTo>
                <a:lnTo>
                  <a:pt x="679618" y="273377"/>
                </a:lnTo>
                <a:lnTo>
                  <a:pt x="662635" y="281416"/>
                </a:lnTo>
                <a:lnTo>
                  <a:pt x="645643" y="289465"/>
                </a:lnTo>
                <a:lnTo>
                  <a:pt x="628650" y="297504"/>
                </a:lnTo>
                <a:lnTo>
                  <a:pt x="611657" y="305543"/>
                </a:lnTo>
                <a:lnTo>
                  <a:pt x="594665" y="313582"/>
                </a:lnTo>
                <a:lnTo>
                  <a:pt x="577682" y="321621"/>
                </a:lnTo>
                <a:lnTo>
                  <a:pt x="560689" y="329660"/>
                </a:lnTo>
                <a:lnTo>
                  <a:pt x="543697" y="337709"/>
                </a:lnTo>
                <a:lnTo>
                  <a:pt x="526704" y="345748"/>
                </a:lnTo>
                <a:lnTo>
                  <a:pt x="509711" y="353787"/>
                </a:lnTo>
                <a:lnTo>
                  <a:pt x="492728" y="361826"/>
                </a:lnTo>
                <a:lnTo>
                  <a:pt x="475736" y="369865"/>
                </a:lnTo>
                <a:lnTo>
                  <a:pt x="458743" y="377904"/>
                </a:lnTo>
                <a:lnTo>
                  <a:pt x="441750" y="385953"/>
                </a:lnTo>
                <a:lnTo>
                  <a:pt x="424767" y="393992"/>
                </a:lnTo>
                <a:lnTo>
                  <a:pt x="407775" y="402031"/>
                </a:lnTo>
                <a:lnTo>
                  <a:pt x="390782" y="410070"/>
                </a:lnTo>
                <a:lnTo>
                  <a:pt x="373790" y="418109"/>
                </a:lnTo>
                <a:lnTo>
                  <a:pt x="356797" y="426149"/>
                </a:lnTo>
                <a:lnTo>
                  <a:pt x="339814" y="434188"/>
                </a:lnTo>
                <a:lnTo>
                  <a:pt x="322821" y="442236"/>
                </a:lnTo>
                <a:lnTo>
                  <a:pt x="305829" y="450275"/>
                </a:lnTo>
                <a:lnTo>
                  <a:pt x="288836" y="458314"/>
                </a:lnTo>
                <a:lnTo>
                  <a:pt x="271853" y="466354"/>
                </a:lnTo>
                <a:lnTo>
                  <a:pt x="254860" y="474393"/>
                </a:lnTo>
                <a:lnTo>
                  <a:pt x="237868" y="482432"/>
                </a:lnTo>
                <a:lnTo>
                  <a:pt x="220875" y="490480"/>
                </a:lnTo>
                <a:lnTo>
                  <a:pt x="203883" y="498519"/>
                </a:lnTo>
                <a:lnTo>
                  <a:pt x="186900" y="506559"/>
                </a:lnTo>
                <a:lnTo>
                  <a:pt x="169907" y="514598"/>
                </a:lnTo>
                <a:lnTo>
                  <a:pt x="152914" y="522637"/>
                </a:lnTo>
                <a:lnTo>
                  <a:pt x="135922" y="530676"/>
                </a:lnTo>
                <a:lnTo>
                  <a:pt x="118939" y="538724"/>
                </a:lnTo>
                <a:lnTo>
                  <a:pt x="101946" y="546764"/>
                </a:lnTo>
                <a:lnTo>
                  <a:pt x="84953" y="554803"/>
                </a:lnTo>
                <a:lnTo>
                  <a:pt x="67961" y="562842"/>
                </a:lnTo>
                <a:lnTo>
                  <a:pt x="50968" y="570881"/>
                </a:lnTo>
                <a:lnTo>
                  <a:pt x="33985" y="578920"/>
                </a:lnTo>
                <a:lnTo>
                  <a:pt x="16993" y="586959"/>
                </a:lnTo>
                <a:lnTo>
                  <a:pt x="0" y="59500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F9AAC"/>
            </a:solidFill>
            <a:prstDash val="solid"/>
          </a:ln>
        </p:spPr>
      </p:sp>
      <p:sp>
        <p:nvSpPr>
          <p:cNvPr id="9" name="balance-hanger-4">
            <a:extLst xmlns:a="http://schemas.openxmlformats.org/drawingml/2006/main">
              <a:ext uri="{FF2B5EF4-FFF2-40B4-BE49-F238E27FC236}">
                <a16:creationId xmlns:a16="http://schemas.microsoft.com/office/drawing/2014/main" id="{45C70CDA-C999-42A5-AE46-1B0C34FA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2853042"/>
            <a:ext cx="1847850" cy="595008"/>
          </a:xfrm>
          <a:custGeom xmlns:a="http://schemas.openxmlformats.org/drawingml/2006/main">
            <a:pathLst>
              <a:path w="1847850" h="595008">
                <a:moveTo>
                  <a:pt x="0" y="0"/>
                </a:moveTo>
                <a:lnTo>
                  <a:pt x="18117" y="5829"/>
                </a:lnTo>
                <a:lnTo>
                  <a:pt x="36233" y="11668"/>
                </a:lnTo>
                <a:lnTo>
                  <a:pt x="54350" y="17497"/>
                </a:lnTo>
                <a:lnTo>
                  <a:pt x="72466" y="23336"/>
                </a:lnTo>
                <a:lnTo>
                  <a:pt x="90583" y="29166"/>
                </a:lnTo>
                <a:lnTo>
                  <a:pt x="108699" y="35004"/>
                </a:lnTo>
                <a:lnTo>
                  <a:pt x="126816" y="40834"/>
                </a:lnTo>
                <a:lnTo>
                  <a:pt x="144932" y="46663"/>
                </a:lnTo>
                <a:lnTo>
                  <a:pt x="163049" y="52502"/>
                </a:lnTo>
                <a:lnTo>
                  <a:pt x="181166" y="58331"/>
                </a:lnTo>
                <a:lnTo>
                  <a:pt x="199282" y="64170"/>
                </a:lnTo>
                <a:lnTo>
                  <a:pt x="217399" y="69999"/>
                </a:lnTo>
                <a:lnTo>
                  <a:pt x="235506" y="75838"/>
                </a:lnTo>
                <a:lnTo>
                  <a:pt x="253622" y="81667"/>
                </a:lnTo>
                <a:lnTo>
                  <a:pt x="271739" y="87497"/>
                </a:lnTo>
                <a:lnTo>
                  <a:pt x="289855" y="93335"/>
                </a:lnTo>
                <a:lnTo>
                  <a:pt x="307972" y="99165"/>
                </a:lnTo>
                <a:lnTo>
                  <a:pt x="326088" y="105004"/>
                </a:lnTo>
                <a:lnTo>
                  <a:pt x="344205" y="110833"/>
                </a:lnTo>
                <a:lnTo>
                  <a:pt x="362321" y="116672"/>
                </a:lnTo>
                <a:lnTo>
                  <a:pt x="380438" y="122501"/>
                </a:lnTo>
                <a:lnTo>
                  <a:pt x="398555" y="128330"/>
                </a:lnTo>
                <a:lnTo>
                  <a:pt x="416671" y="134169"/>
                </a:lnTo>
                <a:lnTo>
                  <a:pt x="434788" y="139998"/>
                </a:lnTo>
                <a:lnTo>
                  <a:pt x="452904" y="145837"/>
                </a:lnTo>
                <a:lnTo>
                  <a:pt x="471021" y="151667"/>
                </a:lnTo>
                <a:lnTo>
                  <a:pt x="489137" y="157505"/>
                </a:lnTo>
                <a:lnTo>
                  <a:pt x="507254" y="163335"/>
                </a:lnTo>
                <a:lnTo>
                  <a:pt x="525370" y="169164"/>
                </a:lnTo>
                <a:lnTo>
                  <a:pt x="543487" y="175003"/>
                </a:lnTo>
                <a:lnTo>
                  <a:pt x="561604" y="180832"/>
                </a:lnTo>
                <a:lnTo>
                  <a:pt x="579720" y="186671"/>
                </a:lnTo>
                <a:lnTo>
                  <a:pt x="597837" y="192500"/>
                </a:lnTo>
                <a:lnTo>
                  <a:pt x="615953" y="198339"/>
                </a:lnTo>
                <a:lnTo>
                  <a:pt x="634070" y="204168"/>
                </a:lnTo>
                <a:lnTo>
                  <a:pt x="652186" y="209998"/>
                </a:lnTo>
                <a:lnTo>
                  <a:pt x="670303" y="215837"/>
                </a:lnTo>
                <a:lnTo>
                  <a:pt x="688419" y="221666"/>
                </a:lnTo>
                <a:lnTo>
                  <a:pt x="706526" y="227505"/>
                </a:lnTo>
                <a:lnTo>
                  <a:pt x="724643" y="233334"/>
                </a:lnTo>
                <a:lnTo>
                  <a:pt x="742760" y="239173"/>
                </a:lnTo>
                <a:lnTo>
                  <a:pt x="760876" y="245002"/>
                </a:lnTo>
                <a:lnTo>
                  <a:pt x="778993" y="250831"/>
                </a:lnTo>
                <a:lnTo>
                  <a:pt x="797109" y="256670"/>
                </a:lnTo>
                <a:lnTo>
                  <a:pt x="815226" y="262499"/>
                </a:lnTo>
                <a:lnTo>
                  <a:pt x="833342" y="268338"/>
                </a:lnTo>
                <a:lnTo>
                  <a:pt x="851459" y="274168"/>
                </a:lnTo>
                <a:lnTo>
                  <a:pt x="869575" y="280006"/>
                </a:lnTo>
                <a:lnTo>
                  <a:pt x="887692" y="285836"/>
                </a:lnTo>
                <a:lnTo>
                  <a:pt x="905808" y="291665"/>
                </a:lnTo>
                <a:lnTo>
                  <a:pt x="923925" y="297504"/>
                </a:lnTo>
                <a:lnTo>
                  <a:pt x="942042" y="303333"/>
                </a:lnTo>
                <a:lnTo>
                  <a:pt x="960158" y="309172"/>
                </a:lnTo>
                <a:lnTo>
                  <a:pt x="978275" y="315001"/>
                </a:lnTo>
                <a:lnTo>
                  <a:pt x="996391" y="320840"/>
                </a:lnTo>
                <a:lnTo>
                  <a:pt x="1014508" y="326669"/>
                </a:lnTo>
                <a:lnTo>
                  <a:pt x="1032624" y="332499"/>
                </a:lnTo>
                <a:lnTo>
                  <a:pt x="1050741" y="338338"/>
                </a:lnTo>
                <a:lnTo>
                  <a:pt x="1068857" y="344167"/>
                </a:lnTo>
                <a:lnTo>
                  <a:pt x="1086974" y="350006"/>
                </a:lnTo>
                <a:lnTo>
                  <a:pt x="1105091" y="355835"/>
                </a:lnTo>
                <a:lnTo>
                  <a:pt x="1123207" y="361674"/>
                </a:lnTo>
                <a:lnTo>
                  <a:pt x="1141314" y="367503"/>
                </a:lnTo>
                <a:lnTo>
                  <a:pt x="1159431" y="373332"/>
                </a:lnTo>
                <a:lnTo>
                  <a:pt x="1177547" y="379171"/>
                </a:lnTo>
                <a:lnTo>
                  <a:pt x="1195664" y="385001"/>
                </a:lnTo>
                <a:lnTo>
                  <a:pt x="1213780" y="390839"/>
                </a:lnTo>
                <a:lnTo>
                  <a:pt x="1231897" y="396669"/>
                </a:lnTo>
                <a:lnTo>
                  <a:pt x="1250013" y="402507"/>
                </a:lnTo>
                <a:lnTo>
                  <a:pt x="1268130" y="408337"/>
                </a:lnTo>
                <a:lnTo>
                  <a:pt x="1286246" y="414166"/>
                </a:lnTo>
                <a:lnTo>
                  <a:pt x="1304363" y="420005"/>
                </a:lnTo>
                <a:lnTo>
                  <a:pt x="1322480" y="425834"/>
                </a:lnTo>
                <a:lnTo>
                  <a:pt x="1340596" y="431673"/>
                </a:lnTo>
                <a:lnTo>
                  <a:pt x="1358713" y="437502"/>
                </a:lnTo>
                <a:lnTo>
                  <a:pt x="1376829" y="443332"/>
                </a:lnTo>
                <a:lnTo>
                  <a:pt x="1394946" y="449170"/>
                </a:lnTo>
                <a:lnTo>
                  <a:pt x="1413062" y="455000"/>
                </a:lnTo>
                <a:lnTo>
                  <a:pt x="1431179" y="460839"/>
                </a:lnTo>
                <a:lnTo>
                  <a:pt x="1449295" y="466668"/>
                </a:lnTo>
                <a:lnTo>
                  <a:pt x="1467412" y="472507"/>
                </a:lnTo>
                <a:lnTo>
                  <a:pt x="1485529" y="478336"/>
                </a:lnTo>
                <a:lnTo>
                  <a:pt x="1503645" y="484165"/>
                </a:lnTo>
                <a:lnTo>
                  <a:pt x="1521762" y="490004"/>
                </a:lnTo>
                <a:lnTo>
                  <a:pt x="1539878" y="495833"/>
                </a:lnTo>
                <a:lnTo>
                  <a:pt x="1557995" y="501672"/>
                </a:lnTo>
                <a:lnTo>
                  <a:pt x="1576111" y="507502"/>
                </a:lnTo>
                <a:lnTo>
                  <a:pt x="1594228" y="513340"/>
                </a:lnTo>
                <a:lnTo>
                  <a:pt x="1612344" y="519170"/>
                </a:lnTo>
                <a:lnTo>
                  <a:pt x="1630461" y="524999"/>
                </a:lnTo>
                <a:lnTo>
                  <a:pt x="1648568" y="530838"/>
                </a:lnTo>
                <a:lnTo>
                  <a:pt x="1666685" y="536667"/>
                </a:lnTo>
                <a:lnTo>
                  <a:pt x="1684801" y="542506"/>
                </a:lnTo>
                <a:lnTo>
                  <a:pt x="1702918" y="548335"/>
                </a:lnTo>
                <a:lnTo>
                  <a:pt x="1721034" y="554174"/>
                </a:lnTo>
                <a:lnTo>
                  <a:pt x="1739151" y="560003"/>
                </a:lnTo>
                <a:lnTo>
                  <a:pt x="1757267" y="565833"/>
                </a:lnTo>
                <a:lnTo>
                  <a:pt x="1775384" y="571671"/>
                </a:lnTo>
                <a:lnTo>
                  <a:pt x="1793500" y="577501"/>
                </a:lnTo>
                <a:lnTo>
                  <a:pt x="1811617" y="583340"/>
                </a:lnTo>
                <a:lnTo>
                  <a:pt x="1829733" y="589169"/>
                </a:lnTo>
                <a:lnTo>
                  <a:pt x="1847850" y="59500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F9AAC"/>
            </a:solidFill>
            <a:prstDash val="solid"/>
          </a:ln>
        </p:spPr>
      </p:sp>
      <p:sp>
        <p:nvSpPr>
          <p:cNvPr id="10" name="benefit-pan">
            <a:extLst xmlns:a="http://schemas.openxmlformats.org/drawingml/2006/main">
              <a:ext uri="{FF2B5EF4-FFF2-40B4-BE49-F238E27FC236}">
                <a16:creationId xmlns:a16="http://schemas.microsoft.com/office/drawing/2014/main" id="{A2B28480-69EB-4C77-825D-A78DD0CC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3695700"/>
            <a:ext cx="3905145" cy="1971589"/>
          </a:xfrm>
          <a:custGeom xmlns:a="http://schemas.openxmlformats.org/drawingml/2006/main">
            <a:pathLst>
              <a:path w="3905145" h="1971589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48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4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3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6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3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6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31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5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0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27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5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7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7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36" y="293380"/>
                </a:lnTo>
                <a:lnTo>
                  <a:pt x="3862483" y="334699"/>
                </a:lnTo>
                <a:lnTo>
                  <a:pt x="3854272" y="375895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31" y="498615"/>
                </a:lnTo>
                <a:lnTo>
                  <a:pt x="3814715" y="539182"/>
                </a:lnTo>
                <a:lnTo>
                  <a:pt x="3803113" y="579549"/>
                </a:lnTo>
                <a:lnTo>
                  <a:pt x="3790807" y="619716"/>
                </a:lnTo>
                <a:lnTo>
                  <a:pt x="3777796" y="659663"/>
                </a:lnTo>
                <a:lnTo>
                  <a:pt x="3764070" y="699364"/>
                </a:lnTo>
                <a:lnTo>
                  <a:pt x="3749621" y="738807"/>
                </a:lnTo>
                <a:lnTo>
                  <a:pt x="3734457" y="777983"/>
                </a:lnTo>
                <a:lnTo>
                  <a:pt x="3718560" y="816864"/>
                </a:lnTo>
                <a:lnTo>
                  <a:pt x="370192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42" y="969112"/>
                </a:lnTo>
                <a:lnTo>
                  <a:pt x="3627920" y="1006250"/>
                </a:lnTo>
                <a:lnTo>
                  <a:pt x="3607537" y="1042988"/>
                </a:lnTo>
                <a:lnTo>
                  <a:pt x="3586401" y="1079287"/>
                </a:lnTo>
                <a:lnTo>
                  <a:pt x="3564503" y="1115139"/>
                </a:lnTo>
                <a:lnTo>
                  <a:pt x="3541852" y="1150515"/>
                </a:lnTo>
                <a:lnTo>
                  <a:pt x="3518440" y="1185396"/>
                </a:lnTo>
                <a:lnTo>
                  <a:pt x="3494275" y="1219752"/>
                </a:lnTo>
                <a:lnTo>
                  <a:pt x="3469348" y="1253576"/>
                </a:lnTo>
                <a:lnTo>
                  <a:pt x="3443688" y="1286828"/>
                </a:lnTo>
                <a:lnTo>
                  <a:pt x="3417275" y="1319489"/>
                </a:lnTo>
                <a:lnTo>
                  <a:pt x="339011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18" y="1443809"/>
                </a:lnTo>
                <a:lnTo>
                  <a:pt x="3274295" y="1473194"/>
                </a:lnTo>
                <a:lnTo>
                  <a:pt x="3243577" y="1501854"/>
                </a:lnTo>
                <a:lnTo>
                  <a:pt x="321219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42"/>
                </a:lnTo>
                <a:lnTo>
                  <a:pt x="3045666" y="1657569"/>
                </a:lnTo>
                <a:lnTo>
                  <a:pt x="3010567" y="1680648"/>
                </a:lnTo>
                <a:lnTo>
                  <a:pt x="2974915" y="170288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901" y="1764287"/>
                </a:lnTo>
                <a:lnTo>
                  <a:pt x="2827277" y="1782985"/>
                </a:lnTo>
                <a:lnTo>
                  <a:pt x="2789225" y="1800768"/>
                </a:lnTo>
                <a:lnTo>
                  <a:pt x="2750753" y="1817656"/>
                </a:lnTo>
                <a:lnTo>
                  <a:pt x="2711910" y="1833629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20"/>
                </a:lnTo>
                <a:lnTo>
                  <a:pt x="2553138" y="1888474"/>
                </a:lnTo>
                <a:lnTo>
                  <a:pt x="2512724" y="1899942"/>
                </a:lnTo>
                <a:lnTo>
                  <a:pt x="2472071" y="1910515"/>
                </a:lnTo>
                <a:lnTo>
                  <a:pt x="2431190" y="1920202"/>
                </a:lnTo>
                <a:lnTo>
                  <a:pt x="2390118" y="1929022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78" y="1955749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70"/>
                </a:lnTo>
                <a:lnTo>
                  <a:pt x="2056838" y="1969399"/>
                </a:lnTo>
                <a:lnTo>
                  <a:pt x="2014852" y="1970865"/>
                </a:lnTo>
                <a:lnTo>
                  <a:pt x="1972847" y="1971589"/>
                </a:lnTo>
                <a:lnTo>
                  <a:pt x="1930841" y="1971580"/>
                </a:lnTo>
                <a:lnTo>
                  <a:pt x="1888846" y="1970827"/>
                </a:lnTo>
                <a:lnTo>
                  <a:pt x="1846859" y="196933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97"/>
                </a:lnTo>
                <a:lnTo>
                  <a:pt x="1679429" y="1955559"/>
                </a:lnTo>
                <a:lnTo>
                  <a:pt x="1637776" y="1950110"/>
                </a:lnTo>
                <a:lnTo>
                  <a:pt x="1596247" y="1943824"/>
                </a:lnTo>
                <a:lnTo>
                  <a:pt x="1554842" y="1936690"/>
                </a:lnTo>
                <a:lnTo>
                  <a:pt x="1513599" y="1928708"/>
                </a:lnTo>
                <a:lnTo>
                  <a:pt x="1472536" y="1919859"/>
                </a:lnTo>
                <a:lnTo>
                  <a:pt x="1431674" y="1910134"/>
                </a:lnTo>
                <a:lnTo>
                  <a:pt x="1391021" y="1899533"/>
                </a:lnTo>
                <a:lnTo>
                  <a:pt x="1350616" y="1888036"/>
                </a:lnTo>
                <a:lnTo>
                  <a:pt x="1310478" y="1875644"/>
                </a:lnTo>
                <a:lnTo>
                  <a:pt x="1270625" y="186235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7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69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77" y="1528753"/>
                </a:lnTo>
                <a:lnTo>
                  <a:pt x="660521" y="1500807"/>
                </a:lnTo>
                <a:lnTo>
                  <a:pt x="629831" y="1472117"/>
                </a:lnTo>
                <a:lnTo>
                  <a:pt x="599837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69"/>
                </a:lnTo>
                <a:lnTo>
                  <a:pt x="486985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19" y="1113815"/>
                </a:lnTo>
                <a:lnTo>
                  <a:pt x="318049" y="1077944"/>
                </a:lnTo>
                <a:lnTo>
                  <a:pt x="296942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83"/>
                </a:lnTo>
                <a:lnTo>
                  <a:pt x="220056" y="892273"/>
                </a:lnTo>
                <a:lnTo>
                  <a:pt x="202702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56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63"/>
                </a:lnTo>
                <a:lnTo>
                  <a:pt x="90116" y="537677"/>
                </a:lnTo>
                <a:lnTo>
                  <a:pt x="79229" y="497100"/>
                </a:lnTo>
                <a:lnTo>
                  <a:pt x="69028" y="456352"/>
                </a:lnTo>
                <a:lnTo>
                  <a:pt x="59512" y="415442"/>
                </a:lnTo>
                <a:lnTo>
                  <a:pt x="50663" y="374371"/>
                </a:lnTo>
                <a:lnTo>
                  <a:pt x="42472" y="333175"/>
                </a:lnTo>
                <a:lnTo>
                  <a:pt x="34947" y="29184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21" y="167230"/>
                </a:lnTo>
                <a:lnTo>
                  <a:pt x="11249" y="125511"/>
                </a:lnTo>
                <a:lnTo>
                  <a:pt x="6887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BE9F0"/>
          </a:solidFill>
          <a:ln xmlns:a="http://schemas.openxmlformats.org/drawingml/2006/main" w="28575">
            <a:solidFill>
              <a:srgbClr val="789DB4"/>
            </a:solidFill>
            <a:prstDash val="solid"/>
          </a:ln>
        </p:spPr>
      </p:sp>
      <p:sp>
        <p:nvSpPr>
          <p:cNvPr id="11" name="risk-pan">
            <a:extLst xmlns:a="http://schemas.openxmlformats.org/drawingml/2006/main">
              <a:ext uri="{FF2B5EF4-FFF2-40B4-BE49-F238E27FC236}">
                <a16:creationId xmlns:a16="http://schemas.microsoft.com/office/drawing/2014/main" id="{D2D57BF4-D54E-4BB9-BDB2-51506842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6175" y="3429000"/>
            <a:ext cx="3905145" cy="1971580"/>
          </a:xfrm>
          <a:custGeom xmlns:a="http://schemas.openxmlformats.org/drawingml/2006/main">
            <a:pathLst>
              <a:path w="3905145" h="1971580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57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5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4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4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40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1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36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6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27" y="293380"/>
                </a:lnTo>
                <a:lnTo>
                  <a:pt x="3862483" y="334699"/>
                </a:lnTo>
                <a:lnTo>
                  <a:pt x="3854263" y="375904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21" y="498615"/>
                </a:lnTo>
                <a:lnTo>
                  <a:pt x="3814715" y="539182"/>
                </a:lnTo>
                <a:lnTo>
                  <a:pt x="3803104" y="579549"/>
                </a:lnTo>
                <a:lnTo>
                  <a:pt x="3790798" y="619716"/>
                </a:lnTo>
                <a:lnTo>
                  <a:pt x="3777786" y="659663"/>
                </a:lnTo>
                <a:lnTo>
                  <a:pt x="3764061" y="699364"/>
                </a:lnTo>
                <a:lnTo>
                  <a:pt x="3749621" y="738807"/>
                </a:lnTo>
                <a:lnTo>
                  <a:pt x="3734448" y="777983"/>
                </a:lnTo>
                <a:lnTo>
                  <a:pt x="3718550" y="816864"/>
                </a:lnTo>
                <a:lnTo>
                  <a:pt x="370191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32" y="969112"/>
                </a:lnTo>
                <a:lnTo>
                  <a:pt x="3627911" y="1006250"/>
                </a:lnTo>
                <a:lnTo>
                  <a:pt x="3607527" y="1042978"/>
                </a:lnTo>
                <a:lnTo>
                  <a:pt x="3586391" y="1079287"/>
                </a:lnTo>
                <a:lnTo>
                  <a:pt x="3564493" y="1115139"/>
                </a:lnTo>
                <a:lnTo>
                  <a:pt x="3541843" y="1150515"/>
                </a:lnTo>
                <a:lnTo>
                  <a:pt x="3518440" y="1185396"/>
                </a:lnTo>
                <a:lnTo>
                  <a:pt x="3494265" y="1219752"/>
                </a:lnTo>
                <a:lnTo>
                  <a:pt x="3469348" y="1253566"/>
                </a:lnTo>
                <a:lnTo>
                  <a:pt x="3443688" y="1286828"/>
                </a:lnTo>
                <a:lnTo>
                  <a:pt x="3417265" y="1319489"/>
                </a:lnTo>
                <a:lnTo>
                  <a:pt x="339010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85" y="1473194"/>
                </a:lnTo>
                <a:lnTo>
                  <a:pt x="3243577" y="1501854"/>
                </a:lnTo>
                <a:lnTo>
                  <a:pt x="3212182" y="1529772"/>
                </a:lnTo>
                <a:lnTo>
                  <a:pt x="3180140" y="1556928"/>
                </a:lnTo>
                <a:lnTo>
                  <a:pt x="3147451" y="1583312"/>
                </a:lnTo>
                <a:lnTo>
                  <a:pt x="3114123" y="1608877"/>
                </a:lnTo>
                <a:lnTo>
                  <a:pt x="3080185" y="1633633"/>
                </a:lnTo>
                <a:lnTo>
                  <a:pt x="3045657" y="1657569"/>
                </a:lnTo>
                <a:lnTo>
                  <a:pt x="3010557" y="1680648"/>
                </a:lnTo>
                <a:lnTo>
                  <a:pt x="2974915" y="170287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891" y="1764287"/>
                </a:lnTo>
                <a:lnTo>
                  <a:pt x="2827277" y="1782985"/>
                </a:lnTo>
                <a:lnTo>
                  <a:pt x="2789215" y="1800758"/>
                </a:lnTo>
                <a:lnTo>
                  <a:pt x="2750753" y="1817646"/>
                </a:lnTo>
                <a:lnTo>
                  <a:pt x="2711901" y="1833620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11"/>
                </a:lnTo>
                <a:lnTo>
                  <a:pt x="2553138" y="1888474"/>
                </a:lnTo>
                <a:lnTo>
                  <a:pt x="2512724" y="1899933"/>
                </a:lnTo>
                <a:lnTo>
                  <a:pt x="2472061" y="1910505"/>
                </a:lnTo>
                <a:lnTo>
                  <a:pt x="2431190" y="1920202"/>
                </a:lnTo>
                <a:lnTo>
                  <a:pt x="2390118" y="1929013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0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60"/>
                </a:lnTo>
                <a:lnTo>
                  <a:pt x="2056829" y="1969389"/>
                </a:lnTo>
                <a:lnTo>
                  <a:pt x="2014852" y="1970856"/>
                </a:lnTo>
                <a:lnTo>
                  <a:pt x="1972847" y="1971580"/>
                </a:lnTo>
                <a:lnTo>
                  <a:pt x="1930841" y="1971570"/>
                </a:lnTo>
                <a:lnTo>
                  <a:pt x="1888846" y="1970818"/>
                </a:lnTo>
                <a:lnTo>
                  <a:pt x="1846859" y="196932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88"/>
                </a:lnTo>
                <a:lnTo>
                  <a:pt x="1679429" y="1955549"/>
                </a:lnTo>
                <a:lnTo>
                  <a:pt x="1637776" y="1950101"/>
                </a:lnTo>
                <a:lnTo>
                  <a:pt x="1596247" y="1943814"/>
                </a:lnTo>
                <a:lnTo>
                  <a:pt x="1554842" y="1936680"/>
                </a:lnTo>
                <a:lnTo>
                  <a:pt x="1513608" y="192869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26"/>
                </a:lnTo>
                <a:lnTo>
                  <a:pt x="1310478" y="1875644"/>
                </a:lnTo>
                <a:lnTo>
                  <a:pt x="1270635" y="186234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7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78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86" y="1528743"/>
                </a:lnTo>
                <a:lnTo>
                  <a:pt x="660521" y="1500797"/>
                </a:lnTo>
                <a:lnTo>
                  <a:pt x="629831" y="1472117"/>
                </a:lnTo>
                <a:lnTo>
                  <a:pt x="599846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59"/>
                </a:lnTo>
                <a:lnTo>
                  <a:pt x="486994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28" y="1113815"/>
                </a:lnTo>
                <a:lnTo>
                  <a:pt x="318049" y="1077944"/>
                </a:lnTo>
                <a:lnTo>
                  <a:pt x="296951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73"/>
                </a:lnTo>
                <a:lnTo>
                  <a:pt x="220056" y="892273"/>
                </a:lnTo>
                <a:lnTo>
                  <a:pt x="202711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65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26" y="537677"/>
                </a:lnTo>
                <a:lnTo>
                  <a:pt x="79238" y="497100"/>
                </a:lnTo>
                <a:lnTo>
                  <a:pt x="69028" y="456352"/>
                </a:lnTo>
                <a:lnTo>
                  <a:pt x="59522" y="415433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4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31" y="167230"/>
                </a:lnTo>
                <a:lnTo>
                  <a:pt x="11249" y="125511"/>
                </a:lnTo>
                <a:lnTo>
                  <a:pt x="6896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EBEF"/>
          </a:solidFill>
          <a:ln xmlns:a="http://schemas.openxmlformats.org/drawingml/2006/main" w="28575">
            <a:solidFill>
              <a:srgbClr val="94A8B5"/>
            </a:solidFill>
            <a:prstDash val="solid"/>
          </a:ln>
        </p:spPr>
      </p:sp>
      <p:sp>
        <p:nvSpPr>
          <p:cNvPr id="12" name="benefit-rim-highlight">
            <a:extLst xmlns:a="http://schemas.openxmlformats.org/drawingml/2006/main">
              <a:ext uri="{FF2B5EF4-FFF2-40B4-BE49-F238E27FC236}">
                <a16:creationId xmlns:a16="http://schemas.microsoft.com/office/drawing/2014/main" id="{11746273-5887-46C5-A887-77E40AB9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3762375"/>
            <a:ext cx="3562350" cy="9525"/>
          </a:xfrm>
          <a:custGeom xmlns:a="http://schemas.openxmlformats.org/drawingml/2006/main">
            <a:pathLst>
              <a:path w="3562350" h="9525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114300" y="0"/>
                </a:lnTo>
                <a:lnTo>
                  <a:pt x="133350" y="0"/>
                </a:lnTo>
                <a:lnTo>
                  <a:pt x="152400" y="0"/>
                </a:lnTo>
                <a:lnTo>
                  <a:pt x="171450" y="0"/>
                </a:lnTo>
                <a:lnTo>
                  <a:pt x="190500" y="0"/>
                </a:lnTo>
                <a:lnTo>
                  <a:pt x="209550" y="0"/>
                </a:lnTo>
                <a:lnTo>
                  <a:pt x="228600" y="0"/>
                </a:lnTo>
                <a:lnTo>
                  <a:pt x="247650" y="0"/>
                </a:lnTo>
                <a:lnTo>
                  <a:pt x="266700" y="0"/>
                </a:lnTo>
                <a:lnTo>
                  <a:pt x="285750" y="0"/>
                </a:lnTo>
                <a:lnTo>
                  <a:pt x="304800" y="0"/>
                </a:lnTo>
                <a:lnTo>
                  <a:pt x="323850" y="0"/>
                </a:lnTo>
                <a:lnTo>
                  <a:pt x="342900" y="0"/>
                </a:lnTo>
                <a:lnTo>
                  <a:pt x="361950" y="0"/>
                </a:lnTo>
                <a:lnTo>
                  <a:pt x="381000" y="0"/>
                </a:lnTo>
                <a:lnTo>
                  <a:pt x="400050" y="0"/>
                </a:lnTo>
                <a:lnTo>
                  <a:pt x="419100" y="0"/>
                </a:lnTo>
                <a:lnTo>
                  <a:pt x="438150" y="0"/>
                </a:lnTo>
                <a:lnTo>
                  <a:pt x="457200" y="0"/>
                </a:lnTo>
                <a:lnTo>
                  <a:pt x="476250" y="0"/>
                </a:lnTo>
                <a:lnTo>
                  <a:pt x="495300" y="0"/>
                </a:lnTo>
                <a:lnTo>
                  <a:pt x="514350" y="0"/>
                </a:lnTo>
                <a:lnTo>
                  <a:pt x="533400" y="0"/>
                </a:lnTo>
                <a:lnTo>
                  <a:pt x="552450" y="0"/>
                </a:lnTo>
                <a:lnTo>
                  <a:pt x="571500" y="0"/>
                </a:lnTo>
                <a:lnTo>
                  <a:pt x="590550" y="0"/>
                </a:lnTo>
                <a:lnTo>
                  <a:pt x="609600" y="0"/>
                </a:lnTo>
                <a:lnTo>
                  <a:pt x="628650" y="0"/>
                </a:lnTo>
                <a:lnTo>
                  <a:pt x="647700" y="0"/>
                </a:lnTo>
                <a:lnTo>
                  <a:pt x="666750" y="0"/>
                </a:lnTo>
                <a:lnTo>
                  <a:pt x="685800" y="0"/>
                </a:lnTo>
                <a:lnTo>
                  <a:pt x="704850" y="0"/>
                </a:lnTo>
                <a:lnTo>
                  <a:pt x="723900" y="0"/>
                </a:lnTo>
                <a:lnTo>
                  <a:pt x="742950" y="0"/>
                </a:lnTo>
                <a:lnTo>
                  <a:pt x="762000" y="0"/>
                </a:lnTo>
                <a:lnTo>
                  <a:pt x="781050" y="0"/>
                </a:lnTo>
                <a:lnTo>
                  <a:pt x="800100" y="0"/>
                </a:lnTo>
                <a:lnTo>
                  <a:pt x="819150" y="0"/>
                </a:lnTo>
                <a:lnTo>
                  <a:pt x="838200" y="0"/>
                </a:lnTo>
                <a:lnTo>
                  <a:pt x="857250" y="0"/>
                </a:lnTo>
                <a:lnTo>
                  <a:pt x="876300" y="0"/>
                </a:lnTo>
                <a:lnTo>
                  <a:pt x="895350" y="0"/>
                </a:lnTo>
                <a:lnTo>
                  <a:pt x="914400" y="0"/>
                </a:lnTo>
                <a:lnTo>
                  <a:pt x="933450" y="0"/>
                </a:lnTo>
                <a:lnTo>
                  <a:pt x="952500" y="0"/>
                </a:lnTo>
                <a:lnTo>
                  <a:pt x="971550" y="0"/>
                </a:lnTo>
                <a:lnTo>
                  <a:pt x="990600" y="0"/>
                </a:lnTo>
                <a:lnTo>
                  <a:pt x="1009650" y="0"/>
                </a:lnTo>
                <a:lnTo>
                  <a:pt x="1028700" y="0"/>
                </a:lnTo>
                <a:lnTo>
                  <a:pt x="1047750" y="0"/>
                </a:lnTo>
                <a:lnTo>
                  <a:pt x="1066800" y="0"/>
                </a:lnTo>
                <a:lnTo>
                  <a:pt x="1085850" y="0"/>
                </a:lnTo>
                <a:lnTo>
                  <a:pt x="1104900" y="0"/>
                </a:lnTo>
                <a:lnTo>
                  <a:pt x="1123950" y="0"/>
                </a:lnTo>
                <a:lnTo>
                  <a:pt x="1143000" y="0"/>
                </a:lnTo>
                <a:lnTo>
                  <a:pt x="1162050" y="0"/>
                </a:lnTo>
                <a:lnTo>
                  <a:pt x="1181100" y="0"/>
                </a:lnTo>
                <a:lnTo>
                  <a:pt x="1200150" y="0"/>
                </a:lnTo>
                <a:lnTo>
                  <a:pt x="1219200" y="0"/>
                </a:lnTo>
                <a:lnTo>
                  <a:pt x="1238250" y="0"/>
                </a:lnTo>
                <a:lnTo>
                  <a:pt x="1257300" y="0"/>
                </a:lnTo>
                <a:lnTo>
                  <a:pt x="1276350" y="0"/>
                </a:lnTo>
                <a:lnTo>
                  <a:pt x="1295400" y="0"/>
                </a:lnTo>
                <a:lnTo>
                  <a:pt x="1314450" y="0"/>
                </a:lnTo>
                <a:lnTo>
                  <a:pt x="1333500" y="0"/>
                </a:lnTo>
                <a:lnTo>
                  <a:pt x="1352550" y="0"/>
                </a:lnTo>
                <a:lnTo>
                  <a:pt x="1371600" y="0"/>
                </a:lnTo>
                <a:lnTo>
                  <a:pt x="1390650" y="0"/>
                </a:lnTo>
                <a:lnTo>
                  <a:pt x="1409700" y="0"/>
                </a:lnTo>
                <a:lnTo>
                  <a:pt x="1428750" y="0"/>
                </a:lnTo>
                <a:lnTo>
                  <a:pt x="1447800" y="0"/>
                </a:lnTo>
                <a:lnTo>
                  <a:pt x="1466850" y="0"/>
                </a:lnTo>
                <a:lnTo>
                  <a:pt x="1485900" y="0"/>
                </a:lnTo>
                <a:lnTo>
                  <a:pt x="1504950" y="0"/>
                </a:lnTo>
                <a:lnTo>
                  <a:pt x="1524000" y="0"/>
                </a:lnTo>
                <a:lnTo>
                  <a:pt x="1543050" y="0"/>
                </a:lnTo>
                <a:lnTo>
                  <a:pt x="1562100" y="0"/>
                </a:lnTo>
                <a:lnTo>
                  <a:pt x="1581150" y="0"/>
                </a:lnTo>
                <a:lnTo>
                  <a:pt x="1600200" y="0"/>
                </a:lnTo>
                <a:lnTo>
                  <a:pt x="1619250" y="0"/>
                </a:lnTo>
                <a:lnTo>
                  <a:pt x="1638300" y="0"/>
                </a:lnTo>
                <a:lnTo>
                  <a:pt x="1657350" y="0"/>
                </a:lnTo>
                <a:lnTo>
                  <a:pt x="1676400" y="0"/>
                </a:lnTo>
                <a:lnTo>
                  <a:pt x="1695450" y="0"/>
                </a:lnTo>
                <a:lnTo>
                  <a:pt x="1714500" y="0"/>
                </a:lnTo>
                <a:lnTo>
                  <a:pt x="1733550" y="0"/>
                </a:lnTo>
                <a:lnTo>
                  <a:pt x="1752600" y="0"/>
                </a:lnTo>
                <a:lnTo>
                  <a:pt x="1771650" y="0"/>
                </a:lnTo>
                <a:lnTo>
                  <a:pt x="1790700" y="0"/>
                </a:lnTo>
                <a:lnTo>
                  <a:pt x="1809750" y="0"/>
                </a:lnTo>
                <a:lnTo>
                  <a:pt x="1828800" y="0"/>
                </a:lnTo>
                <a:lnTo>
                  <a:pt x="1847850" y="0"/>
                </a:lnTo>
                <a:lnTo>
                  <a:pt x="1866900" y="0"/>
                </a:lnTo>
                <a:lnTo>
                  <a:pt x="1885950" y="0"/>
                </a:lnTo>
                <a:lnTo>
                  <a:pt x="1905000" y="0"/>
                </a:lnTo>
                <a:lnTo>
                  <a:pt x="1924050" y="0"/>
                </a:lnTo>
                <a:lnTo>
                  <a:pt x="1943100" y="0"/>
                </a:lnTo>
                <a:lnTo>
                  <a:pt x="1962150" y="0"/>
                </a:lnTo>
                <a:lnTo>
                  <a:pt x="1981200" y="0"/>
                </a:lnTo>
                <a:lnTo>
                  <a:pt x="2000250" y="0"/>
                </a:lnTo>
                <a:lnTo>
                  <a:pt x="2019300" y="0"/>
                </a:lnTo>
                <a:lnTo>
                  <a:pt x="2038350" y="0"/>
                </a:lnTo>
                <a:lnTo>
                  <a:pt x="2057400" y="0"/>
                </a:lnTo>
                <a:lnTo>
                  <a:pt x="2076450" y="0"/>
                </a:lnTo>
                <a:lnTo>
                  <a:pt x="2095500" y="0"/>
                </a:lnTo>
                <a:lnTo>
                  <a:pt x="2114550" y="0"/>
                </a:lnTo>
                <a:lnTo>
                  <a:pt x="2133600" y="0"/>
                </a:lnTo>
                <a:lnTo>
                  <a:pt x="2152650" y="0"/>
                </a:lnTo>
                <a:lnTo>
                  <a:pt x="2171700" y="0"/>
                </a:lnTo>
                <a:lnTo>
                  <a:pt x="2190750" y="0"/>
                </a:lnTo>
                <a:lnTo>
                  <a:pt x="2209800" y="0"/>
                </a:lnTo>
                <a:lnTo>
                  <a:pt x="2228850" y="0"/>
                </a:lnTo>
                <a:lnTo>
                  <a:pt x="2247900" y="0"/>
                </a:lnTo>
                <a:lnTo>
                  <a:pt x="2266950" y="0"/>
                </a:lnTo>
                <a:lnTo>
                  <a:pt x="2286000" y="0"/>
                </a:lnTo>
                <a:lnTo>
                  <a:pt x="2305050" y="0"/>
                </a:lnTo>
                <a:lnTo>
                  <a:pt x="2324100" y="0"/>
                </a:lnTo>
                <a:lnTo>
                  <a:pt x="2343150" y="0"/>
                </a:lnTo>
                <a:lnTo>
                  <a:pt x="2362200" y="0"/>
                </a:lnTo>
                <a:lnTo>
                  <a:pt x="2381250" y="0"/>
                </a:lnTo>
                <a:lnTo>
                  <a:pt x="2400300" y="0"/>
                </a:lnTo>
                <a:lnTo>
                  <a:pt x="2419350" y="0"/>
                </a:lnTo>
                <a:lnTo>
                  <a:pt x="2438400" y="0"/>
                </a:lnTo>
                <a:lnTo>
                  <a:pt x="2457450" y="0"/>
                </a:lnTo>
                <a:lnTo>
                  <a:pt x="2476500" y="0"/>
                </a:lnTo>
                <a:lnTo>
                  <a:pt x="2495550" y="0"/>
                </a:lnTo>
                <a:lnTo>
                  <a:pt x="2514600" y="0"/>
                </a:lnTo>
                <a:lnTo>
                  <a:pt x="2533650" y="0"/>
                </a:lnTo>
                <a:lnTo>
                  <a:pt x="2552700" y="0"/>
                </a:lnTo>
                <a:lnTo>
                  <a:pt x="2571750" y="0"/>
                </a:lnTo>
                <a:lnTo>
                  <a:pt x="2590800" y="0"/>
                </a:lnTo>
                <a:lnTo>
                  <a:pt x="2609850" y="0"/>
                </a:lnTo>
                <a:lnTo>
                  <a:pt x="2628900" y="0"/>
                </a:lnTo>
                <a:lnTo>
                  <a:pt x="2647950" y="0"/>
                </a:lnTo>
                <a:lnTo>
                  <a:pt x="2667000" y="0"/>
                </a:lnTo>
                <a:lnTo>
                  <a:pt x="2686050" y="0"/>
                </a:lnTo>
                <a:lnTo>
                  <a:pt x="2705100" y="0"/>
                </a:lnTo>
                <a:lnTo>
                  <a:pt x="2724150" y="0"/>
                </a:lnTo>
                <a:lnTo>
                  <a:pt x="2743200" y="0"/>
                </a:lnTo>
                <a:lnTo>
                  <a:pt x="2762250" y="0"/>
                </a:lnTo>
                <a:lnTo>
                  <a:pt x="2781300" y="0"/>
                </a:lnTo>
                <a:lnTo>
                  <a:pt x="2800350" y="0"/>
                </a:lnTo>
                <a:lnTo>
                  <a:pt x="2819400" y="0"/>
                </a:lnTo>
                <a:lnTo>
                  <a:pt x="2838450" y="0"/>
                </a:lnTo>
                <a:lnTo>
                  <a:pt x="2857500" y="0"/>
                </a:lnTo>
                <a:lnTo>
                  <a:pt x="2876550" y="0"/>
                </a:lnTo>
                <a:lnTo>
                  <a:pt x="2895600" y="0"/>
                </a:lnTo>
                <a:lnTo>
                  <a:pt x="2914650" y="0"/>
                </a:lnTo>
                <a:lnTo>
                  <a:pt x="2933700" y="0"/>
                </a:lnTo>
                <a:lnTo>
                  <a:pt x="2952750" y="0"/>
                </a:lnTo>
                <a:lnTo>
                  <a:pt x="2971800" y="0"/>
                </a:lnTo>
                <a:lnTo>
                  <a:pt x="2990850" y="0"/>
                </a:lnTo>
                <a:lnTo>
                  <a:pt x="3009900" y="0"/>
                </a:lnTo>
                <a:lnTo>
                  <a:pt x="3028950" y="0"/>
                </a:lnTo>
                <a:lnTo>
                  <a:pt x="3048000" y="0"/>
                </a:lnTo>
                <a:lnTo>
                  <a:pt x="3067050" y="0"/>
                </a:lnTo>
                <a:lnTo>
                  <a:pt x="3086100" y="0"/>
                </a:lnTo>
                <a:lnTo>
                  <a:pt x="3105150" y="0"/>
                </a:lnTo>
                <a:lnTo>
                  <a:pt x="3124200" y="0"/>
                </a:lnTo>
                <a:lnTo>
                  <a:pt x="3143250" y="0"/>
                </a:lnTo>
                <a:lnTo>
                  <a:pt x="3162300" y="0"/>
                </a:lnTo>
                <a:lnTo>
                  <a:pt x="3181350" y="0"/>
                </a:lnTo>
                <a:lnTo>
                  <a:pt x="3200400" y="0"/>
                </a:lnTo>
                <a:lnTo>
                  <a:pt x="3219450" y="0"/>
                </a:lnTo>
                <a:lnTo>
                  <a:pt x="3238500" y="0"/>
                </a:lnTo>
                <a:lnTo>
                  <a:pt x="3257550" y="0"/>
                </a:lnTo>
                <a:lnTo>
                  <a:pt x="3276600" y="0"/>
                </a:lnTo>
                <a:lnTo>
                  <a:pt x="3295650" y="0"/>
                </a:lnTo>
                <a:lnTo>
                  <a:pt x="3314700" y="0"/>
                </a:lnTo>
                <a:lnTo>
                  <a:pt x="3333750" y="0"/>
                </a:lnTo>
                <a:lnTo>
                  <a:pt x="3352800" y="0"/>
                </a:lnTo>
                <a:lnTo>
                  <a:pt x="3371850" y="0"/>
                </a:lnTo>
                <a:lnTo>
                  <a:pt x="3390900" y="0"/>
                </a:lnTo>
                <a:lnTo>
                  <a:pt x="3409950" y="0"/>
                </a:lnTo>
                <a:lnTo>
                  <a:pt x="3429000" y="0"/>
                </a:lnTo>
                <a:lnTo>
                  <a:pt x="3448050" y="0"/>
                </a:lnTo>
                <a:lnTo>
                  <a:pt x="3467100" y="0"/>
                </a:lnTo>
                <a:lnTo>
                  <a:pt x="3486150" y="0"/>
                </a:lnTo>
                <a:lnTo>
                  <a:pt x="3505200" y="0"/>
                </a:lnTo>
                <a:lnTo>
                  <a:pt x="3524250" y="0"/>
                </a:lnTo>
                <a:lnTo>
                  <a:pt x="3543300" y="0"/>
                </a:ln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3" name="risk-rim-highlight">
            <a:extLst xmlns:a="http://schemas.openxmlformats.org/drawingml/2006/main">
              <a:ext uri="{FF2B5EF4-FFF2-40B4-BE49-F238E27FC236}">
                <a16:creationId xmlns:a16="http://schemas.microsoft.com/office/drawing/2014/main" id="{F3E8195D-C604-4C70-99DD-811BCA5D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495675"/>
            <a:ext cx="3562350" cy="9525"/>
          </a:xfrm>
          <a:custGeom xmlns:a="http://schemas.openxmlformats.org/drawingml/2006/main">
            <a:pathLst>
              <a:path w="3562350" h="9525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114300" y="0"/>
                </a:lnTo>
                <a:lnTo>
                  <a:pt x="133350" y="0"/>
                </a:lnTo>
                <a:lnTo>
                  <a:pt x="152400" y="0"/>
                </a:lnTo>
                <a:lnTo>
                  <a:pt x="171450" y="0"/>
                </a:lnTo>
                <a:lnTo>
                  <a:pt x="190500" y="0"/>
                </a:lnTo>
                <a:lnTo>
                  <a:pt x="209550" y="0"/>
                </a:lnTo>
                <a:lnTo>
                  <a:pt x="228600" y="0"/>
                </a:lnTo>
                <a:lnTo>
                  <a:pt x="247650" y="0"/>
                </a:lnTo>
                <a:lnTo>
                  <a:pt x="266700" y="0"/>
                </a:lnTo>
                <a:lnTo>
                  <a:pt x="285750" y="0"/>
                </a:lnTo>
                <a:lnTo>
                  <a:pt x="304800" y="0"/>
                </a:lnTo>
                <a:lnTo>
                  <a:pt x="323850" y="0"/>
                </a:lnTo>
                <a:lnTo>
                  <a:pt x="342900" y="0"/>
                </a:lnTo>
                <a:lnTo>
                  <a:pt x="361950" y="0"/>
                </a:lnTo>
                <a:lnTo>
                  <a:pt x="381000" y="0"/>
                </a:lnTo>
                <a:lnTo>
                  <a:pt x="400050" y="0"/>
                </a:lnTo>
                <a:lnTo>
                  <a:pt x="419100" y="0"/>
                </a:lnTo>
                <a:lnTo>
                  <a:pt x="438150" y="0"/>
                </a:lnTo>
                <a:lnTo>
                  <a:pt x="457200" y="0"/>
                </a:lnTo>
                <a:lnTo>
                  <a:pt x="476250" y="0"/>
                </a:lnTo>
                <a:lnTo>
                  <a:pt x="495300" y="0"/>
                </a:lnTo>
                <a:lnTo>
                  <a:pt x="514350" y="0"/>
                </a:lnTo>
                <a:lnTo>
                  <a:pt x="533400" y="0"/>
                </a:lnTo>
                <a:lnTo>
                  <a:pt x="552450" y="0"/>
                </a:lnTo>
                <a:lnTo>
                  <a:pt x="571500" y="0"/>
                </a:lnTo>
                <a:lnTo>
                  <a:pt x="590550" y="0"/>
                </a:lnTo>
                <a:lnTo>
                  <a:pt x="609600" y="0"/>
                </a:lnTo>
                <a:lnTo>
                  <a:pt x="628650" y="0"/>
                </a:lnTo>
                <a:lnTo>
                  <a:pt x="647700" y="0"/>
                </a:lnTo>
                <a:lnTo>
                  <a:pt x="666750" y="0"/>
                </a:lnTo>
                <a:lnTo>
                  <a:pt x="685800" y="0"/>
                </a:lnTo>
                <a:lnTo>
                  <a:pt x="704850" y="0"/>
                </a:lnTo>
                <a:lnTo>
                  <a:pt x="723900" y="0"/>
                </a:lnTo>
                <a:lnTo>
                  <a:pt x="742950" y="0"/>
                </a:lnTo>
                <a:lnTo>
                  <a:pt x="762000" y="0"/>
                </a:lnTo>
                <a:lnTo>
                  <a:pt x="781050" y="0"/>
                </a:lnTo>
                <a:lnTo>
                  <a:pt x="800100" y="0"/>
                </a:lnTo>
                <a:lnTo>
                  <a:pt x="819150" y="0"/>
                </a:lnTo>
                <a:lnTo>
                  <a:pt x="838200" y="0"/>
                </a:lnTo>
                <a:lnTo>
                  <a:pt x="857250" y="0"/>
                </a:lnTo>
                <a:lnTo>
                  <a:pt x="876300" y="0"/>
                </a:lnTo>
                <a:lnTo>
                  <a:pt x="895350" y="0"/>
                </a:lnTo>
                <a:lnTo>
                  <a:pt x="914400" y="0"/>
                </a:lnTo>
                <a:lnTo>
                  <a:pt x="933450" y="0"/>
                </a:lnTo>
                <a:lnTo>
                  <a:pt x="952500" y="0"/>
                </a:lnTo>
                <a:lnTo>
                  <a:pt x="971550" y="0"/>
                </a:lnTo>
                <a:lnTo>
                  <a:pt x="990600" y="0"/>
                </a:lnTo>
                <a:lnTo>
                  <a:pt x="1009650" y="0"/>
                </a:lnTo>
                <a:lnTo>
                  <a:pt x="1028700" y="0"/>
                </a:lnTo>
                <a:lnTo>
                  <a:pt x="1047750" y="0"/>
                </a:lnTo>
                <a:lnTo>
                  <a:pt x="1066800" y="0"/>
                </a:lnTo>
                <a:lnTo>
                  <a:pt x="1085850" y="0"/>
                </a:lnTo>
                <a:lnTo>
                  <a:pt x="1104900" y="0"/>
                </a:lnTo>
                <a:lnTo>
                  <a:pt x="1123950" y="0"/>
                </a:lnTo>
                <a:lnTo>
                  <a:pt x="1143000" y="0"/>
                </a:lnTo>
                <a:lnTo>
                  <a:pt x="1162050" y="0"/>
                </a:lnTo>
                <a:lnTo>
                  <a:pt x="1181100" y="0"/>
                </a:lnTo>
                <a:lnTo>
                  <a:pt x="1200150" y="0"/>
                </a:lnTo>
                <a:lnTo>
                  <a:pt x="1219200" y="0"/>
                </a:lnTo>
                <a:lnTo>
                  <a:pt x="1238250" y="0"/>
                </a:lnTo>
                <a:lnTo>
                  <a:pt x="1257300" y="0"/>
                </a:lnTo>
                <a:lnTo>
                  <a:pt x="1276350" y="0"/>
                </a:lnTo>
                <a:lnTo>
                  <a:pt x="1295400" y="0"/>
                </a:lnTo>
                <a:lnTo>
                  <a:pt x="1314450" y="0"/>
                </a:lnTo>
                <a:lnTo>
                  <a:pt x="1333500" y="0"/>
                </a:lnTo>
                <a:lnTo>
                  <a:pt x="1352550" y="0"/>
                </a:lnTo>
                <a:lnTo>
                  <a:pt x="1371600" y="0"/>
                </a:lnTo>
                <a:lnTo>
                  <a:pt x="1390650" y="0"/>
                </a:lnTo>
                <a:lnTo>
                  <a:pt x="1409700" y="0"/>
                </a:lnTo>
                <a:lnTo>
                  <a:pt x="1428750" y="0"/>
                </a:lnTo>
                <a:lnTo>
                  <a:pt x="1447800" y="0"/>
                </a:lnTo>
                <a:lnTo>
                  <a:pt x="1466850" y="0"/>
                </a:lnTo>
                <a:lnTo>
                  <a:pt x="1485900" y="0"/>
                </a:lnTo>
                <a:lnTo>
                  <a:pt x="1504950" y="0"/>
                </a:lnTo>
                <a:lnTo>
                  <a:pt x="1524000" y="0"/>
                </a:lnTo>
                <a:lnTo>
                  <a:pt x="1543050" y="0"/>
                </a:lnTo>
                <a:lnTo>
                  <a:pt x="1562100" y="0"/>
                </a:lnTo>
                <a:lnTo>
                  <a:pt x="1581150" y="0"/>
                </a:lnTo>
                <a:lnTo>
                  <a:pt x="1600200" y="0"/>
                </a:lnTo>
                <a:lnTo>
                  <a:pt x="1619250" y="0"/>
                </a:lnTo>
                <a:lnTo>
                  <a:pt x="1638300" y="0"/>
                </a:lnTo>
                <a:lnTo>
                  <a:pt x="1657350" y="0"/>
                </a:lnTo>
                <a:lnTo>
                  <a:pt x="1676400" y="0"/>
                </a:lnTo>
                <a:lnTo>
                  <a:pt x="1695450" y="0"/>
                </a:lnTo>
                <a:lnTo>
                  <a:pt x="1714500" y="0"/>
                </a:lnTo>
                <a:lnTo>
                  <a:pt x="1733550" y="0"/>
                </a:lnTo>
                <a:lnTo>
                  <a:pt x="1752600" y="0"/>
                </a:lnTo>
                <a:lnTo>
                  <a:pt x="1771650" y="0"/>
                </a:lnTo>
                <a:lnTo>
                  <a:pt x="1790700" y="0"/>
                </a:lnTo>
                <a:lnTo>
                  <a:pt x="1809750" y="0"/>
                </a:lnTo>
                <a:lnTo>
                  <a:pt x="1828800" y="0"/>
                </a:lnTo>
                <a:lnTo>
                  <a:pt x="1847850" y="0"/>
                </a:lnTo>
                <a:lnTo>
                  <a:pt x="1866900" y="0"/>
                </a:lnTo>
                <a:lnTo>
                  <a:pt x="1885950" y="0"/>
                </a:lnTo>
                <a:lnTo>
                  <a:pt x="1905000" y="0"/>
                </a:lnTo>
                <a:lnTo>
                  <a:pt x="1924050" y="0"/>
                </a:lnTo>
                <a:lnTo>
                  <a:pt x="1943100" y="0"/>
                </a:lnTo>
                <a:lnTo>
                  <a:pt x="1962150" y="0"/>
                </a:lnTo>
                <a:lnTo>
                  <a:pt x="1981200" y="0"/>
                </a:lnTo>
                <a:lnTo>
                  <a:pt x="2000250" y="0"/>
                </a:lnTo>
                <a:lnTo>
                  <a:pt x="2019300" y="0"/>
                </a:lnTo>
                <a:lnTo>
                  <a:pt x="2038350" y="0"/>
                </a:lnTo>
                <a:lnTo>
                  <a:pt x="2057400" y="0"/>
                </a:lnTo>
                <a:lnTo>
                  <a:pt x="2076450" y="0"/>
                </a:lnTo>
                <a:lnTo>
                  <a:pt x="2095500" y="0"/>
                </a:lnTo>
                <a:lnTo>
                  <a:pt x="2114550" y="0"/>
                </a:lnTo>
                <a:lnTo>
                  <a:pt x="2133600" y="0"/>
                </a:lnTo>
                <a:lnTo>
                  <a:pt x="2152650" y="0"/>
                </a:lnTo>
                <a:lnTo>
                  <a:pt x="2171700" y="0"/>
                </a:lnTo>
                <a:lnTo>
                  <a:pt x="2190750" y="0"/>
                </a:lnTo>
                <a:lnTo>
                  <a:pt x="2209800" y="0"/>
                </a:lnTo>
                <a:lnTo>
                  <a:pt x="2228850" y="0"/>
                </a:lnTo>
                <a:lnTo>
                  <a:pt x="2247900" y="0"/>
                </a:lnTo>
                <a:lnTo>
                  <a:pt x="2266950" y="0"/>
                </a:lnTo>
                <a:lnTo>
                  <a:pt x="2286000" y="0"/>
                </a:lnTo>
                <a:lnTo>
                  <a:pt x="2305050" y="0"/>
                </a:lnTo>
                <a:lnTo>
                  <a:pt x="2324100" y="0"/>
                </a:lnTo>
                <a:lnTo>
                  <a:pt x="2343150" y="0"/>
                </a:lnTo>
                <a:lnTo>
                  <a:pt x="2362200" y="0"/>
                </a:lnTo>
                <a:lnTo>
                  <a:pt x="2381250" y="0"/>
                </a:lnTo>
                <a:lnTo>
                  <a:pt x="2400300" y="0"/>
                </a:lnTo>
                <a:lnTo>
                  <a:pt x="2419350" y="0"/>
                </a:lnTo>
                <a:lnTo>
                  <a:pt x="2438400" y="0"/>
                </a:lnTo>
                <a:lnTo>
                  <a:pt x="2457450" y="0"/>
                </a:lnTo>
                <a:lnTo>
                  <a:pt x="2476500" y="0"/>
                </a:lnTo>
                <a:lnTo>
                  <a:pt x="2495550" y="0"/>
                </a:lnTo>
                <a:lnTo>
                  <a:pt x="2514600" y="0"/>
                </a:lnTo>
                <a:lnTo>
                  <a:pt x="2533650" y="0"/>
                </a:lnTo>
                <a:lnTo>
                  <a:pt x="2552700" y="0"/>
                </a:lnTo>
                <a:lnTo>
                  <a:pt x="2571750" y="0"/>
                </a:lnTo>
                <a:lnTo>
                  <a:pt x="2590800" y="0"/>
                </a:lnTo>
                <a:lnTo>
                  <a:pt x="2609850" y="0"/>
                </a:lnTo>
                <a:lnTo>
                  <a:pt x="2628900" y="0"/>
                </a:lnTo>
                <a:lnTo>
                  <a:pt x="2647950" y="0"/>
                </a:lnTo>
                <a:lnTo>
                  <a:pt x="2667000" y="0"/>
                </a:lnTo>
                <a:lnTo>
                  <a:pt x="2686050" y="0"/>
                </a:lnTo>
                <a:lnTo>
                  <a:pt x="2705100" y="0"/>
                </a:lnTo>
                <a:lnTo>
                  <a:pt x="2724150" y="0"/>
                </a:lnTo>
                <a:lnTo>
                  <a:pt x="2743200" y="0"/>
                </a:lnTo>
                <a:lnTo>
                  <a:pt x="2762250" y="0"/>
                </a:lnTo>
                <a:lnTo>
                  <a:pt x="2781300" y="0"/>
                </a:lnTo>
                <a:lnTo>
                  <a:pt x="2800350" y="0"/>
                </a:lnTo>
                <a:lnTo>
                  <a:pt x="2819400" y="0"/>
                </a:lnTo>
                <a:lnTo>
                  <a:pt x="2838450" y="0"/>
                </a:lnTo>
                <a:lnTo>
                  <a:pt x="2857500" y="0"/>
                </a:lnTo>
                <a:lnTo>
                  <a:pt x="2876550" y="0"/>
                </a:lnTo>
                <a:lnTo>
                  <a:pt x="2895600" y="0"/>
                </a:lnTo>
                <a:lnTo>
                  <a:pt x="2914650" y="0"/>
                </a:lnTo>
                <a:lnTo>
                  <a:pt x="2933700" y="0"/>
                </a:lnTo>
                <a:lnTo>
                  <a:pt x="2952750" y="0"/>
                </a:lnTo>
                <a:lnTo>
                  <a:pt x="2971800" y="0"/>
                </a:lnTo>
                <a:lnTo>
                  <a:pt x="2990850" y="0"/>
                </a:lnTo>
                <a:lnTo>
                  <a:pt x="3009900" y="0"/>
                </a:lnTo>
                <a:lnTo>
                  <a:pt x="3028950" y="0"/>
                </a:lnTo>
                <a:lnTo>
                  <a:pt x="3048000" y="0"/>
                </a:lnTo>
                <a:lnTo>
                  <a:pt x="3067050" y="0"/>
                </a:lnTo>
                <a:lnTo>
                  <a:pt x="3086100" y="0"/>
                </a:lnTo>
                <a:lnTo>
                  <a:pt x="3105150" y="0"/>
                </a:lnTo>
                <a:lnTo>
                  <a:pt x="3124200" y="0"/>
                </a:lnTo>
                <a:lnTo>
                  <a:pt x="3143250" y="0"/>
                </a:lnTo>
                <a:lnTo>
                  <a:pt x="3162300" y="0"/>
                </a:lnTo>
                <a:lnTo>
                  <a:pt x="3181350" y="0"/>
                </a:lnTo>
                <a:lnTo>
                  <a:pt x="3200400" y="0"/>
                </a:lnTo>
                <a:lnTo>
                  <a:pt x="3219450" y="0"/>
                </a:lnTo>
                <a:lnTo>
                  <a:pt x="3238500" y="0"/>
                </a:lnTo>
                <a:lnTo>
                  <a:pt x="3257550" y="0"/>
                </a:lnTo>
                <a:lnTo>
                  <a:pt x="3276600" y="0"/>
                </a:lnTo>
                <a:lnTo>
                  <a:pt x="3295650" y="0"/>
                </a:lnTo>
                <a:lnTo>
                  <a:pt x="3314700" y="0"/>
                </a:lnTo>
                <a:lnTo>
                  <a:pt x="3333750" y="0"/>
                </a:lnTo>
                <a:lnTo>
                  <a:pt x="3352800" y="0"/>
                </a:lnTo>
                <a:lnTo>
                  <a:pt x="3371850" y="0"/>
                </a:lnTo>
                <a:lnTo>
                  <a:pt x="3390900" y="0"/>
                </a:lnTo>
                <a:lnTo>
                  <a:pt x="3409950" y="0"/>
                </a:lnTo>
                <a:lnTo>
                  <a:pt x="3429000" y="0"/>
                </a:lnTo>
                <a:lnTo>
                  <a:pt x="3448050" y="0"/>
                </a:lnTo>
                <a:lnTo>
                  <a:pt x="3467100" y="0"/>
                </a:lnTo>
                <a:lnTo>
                  <a:pt x="3486150" y="0"/>
                </a:lnTo>
                <a:lnTo>
                  <a:pt x="3505200" y="0"/>
                </a:lnTo>
                <a:lnTo>
                  <a:pt x="3524250" y="0"/>
                </a:lnTo>
                <a:lnTo>
                  <a:pt x="3543300" y="0"/>
                </a:ln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4" name="balance-fulcrum">
            <a:extLst xmlns:a="http://schemas.openxmlformats.org/drawingml/2006/main">
              <a:ext uri="{FF2B5EF4-FFF2-40B4-BE49-F238E27FC236}">
                <a16:creationId xmlns:a16="http://schemas.microsoft.com/office/drawing/2014/main" id="{A403A79A-D0B8-474E-85A1-21A813DC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5420" y="3067050"/>
            <a:ext cx="3798141" cy="2952750"/>
          </a:xfrm>
          <a:custGeom xmlns:a="http://schemas.openxmlformats.org/drawingml/2006/main">
            <a:pathLst>
              <a:path w="3798141" h="2952750">
                <a:moveTo>
                  <a:pt x="1643405" y="0"/>
                </a:moveTo>
                <a:lnTo>
                  <a:pt x="1689602" y="0"/>
                </a:lnTo>
                <a:lnTo>
                  <a:pt x="1735798" y="0"/>
                </a:lnTo>
                <a:lnTo>
                  <a:pt x="1781994" y="0"/>
                </a:lnTo>
                <a:lnTo>
                  <a:pt x="1828190" y="0"/>
                </a:lnTo>
                <a:lnTo>
                  <a:pt x="1874387" y="0"/>
                </a:lnTo>
                <a:lnTo>
                  <a:pt x="1920583" y="0"/>
                </a:lnTo>
                <a:lnTo>
                  <a:pt x="1966779" y="0"/>
                </a:lnTo>
                <a:lnTo>
                  <a:pt x="2012975" y="0"/>
                </a:lnTo>
                <a:lnTo>
                  <a:pt x="2059172" y="0"/>
                </a:lnTo>
                <a:lnTo>
                  <a:pt x="2105368" y="0"/>
                </a:lnTo>
                <a:lnTo>
                  <a:pt x="2151574" y="0"/>
                </a:lnTo>
                <a:lnTo>
                  <a:pt x="2177253" y="34938"/>
                </a:lnTo>
                <a:lnTo>
                  <a:pt x="2199761" y="75276"/>
                </a:lnTo>
                <a:lnTo>
                  <a:pt x="2222278" y="115614"/>
                </a:lnTo>
                <a:lnTo>
                  <a:pt x="2244785" y="155962"/>
                </a:lnTo>
                <a:lnTo>
                  <a:pt x="2267302" y="196301"/>
                </a:lnTo>
                <a:lnTo>
                  <a:pt x="2289810" y="236639"/>
                </a:lnTo>
                <a:lnTo>
                  <a:pt x="2312327" y="276977"/>
                </a:lnTo>
                <a:lnTo>
                  <a:pt x="2334844" y="317316"/>
                </a:lnTo>
                <a:lnTo>
                  <a:pt x="2357352" y="357664"/>
                </a:lnTo>
                <a:lnTo>
                  <a:pt x="2379869" y="398002"/>
                </a:lnTo>
                <a:lnTo>
                  <a:pt x="2402376" y="438341"/>
                </a:lnTo>
                <a:lnTo>
                  <a:pt x="2424894" y="478679"/>
                </a:lnTo>
                <a:lnTo>
                  <a:pt x="2447401" y="519017"/>
                </a:lnTo>
                <a:lnTo>
                  <a:pt x="2469918" y="559356"/>
                </a:lnTo>
                <a:lnTo>
                  <a:pt x="2492426" y="599704"/>
                </a:lnTo>
                <a:lnTo>
                  <a:pt x="2514943" y="640042"/>
                </a:lnTo>
                <a:lnTo>
                  <a:pt x="2537450" y="680380"/>
                </a:lnTo>
                <a:lnTo>
                  <a:pt x="2559968" y="720719"/>
                </a:lnTo>
                <a:lnTo>
                  <a:pt x="2582475" y="761057"/>
                </a:lnTo>
                <a:lnTo>
                  <a:pt x="2604992" y="801405"/>
                </a:lnTo>
                <a:lnTo>
                  <a:pt x="2627500" y="841743"/>
                </a:lnTo>
                <a:lnTo>
                  <a:pt x="2650017" y="882082"/>
                </a:lnTo>
                <a:lnTo>
                  <a:pt x="2672525" y="922420"/>
                </a:lnTo>
                <a:lnTo>
                  <a:pt x="2695042" y="962758"/>
                </a:lnTo>
                <a:lnTo>
                  <a:pt x="2717549" y="1003097"/>
                </a:lnTo>
                <a:lnTo>
                  <a:pt x="2740066" y="1043445"/>
                </a:lnTo>
                <a:lnTo>
                  <a:pt x="2762574" y="1083783"/>
                </a:lnTo>
                <a:lnTo>
                  <a:pt x="2785091" y="1124121"/>
                </a:lnTo>
                <a:lnTo>
                  <a:pt x="2807599" y="1164460"/>
                </a:lnTo>
                <a:lnTo>
                  <a:pt x="2830116" y="1204798"/>
                </a:lnTo>
                <a:lnTo>
                  <a:pt x="2852623" y="1245146"/>
                </a:lnTo>
                <a:lnTo>
                  <a:pt x="2875140" y="1285484"/>
                </a:lnTo>
                <a:lnTo>
                  <a:pt x="2897648" y="1325823"/>
                </a:lnTo>
                <a:lnTo>
                  <a:pt x="2920165" y="1366161"/>
                </a:lnTo>
                <a:lnTo>
                  <a:pt x="2942673" y="1406500"/>
                </a:lnTo>
                <a:lnTo>
                  <a:pt x="2965190" y="1446838"/>
                </a:lnTo>
                <a:lnTo>
                  <a:pt x="2987697" y="1487186"/>
                </a:lnTo>
                <a:lnTo>
                  <a:pt x="3010214" y="1527524"/>
                </a:lnTo>
                <a:lnTo>
                  <a:pt x="3032722" y="1567863"/>
                </a:lnTo>
                <a:lnTo>
                  <a:pt x="3055239" y="1608201"/>
                </a:lnTo>
                <a:lnTo>
                  <a:pt x="3077747" y="1648539"/>
                </a:lnTo>
                <a:lnTo>
                  <a:pt x="3100264" y="1688887"/>
                </a:lnTo>
                <a:lnTo>
                  <a:pt x="3122771" y="1729226"/>
                </a:lnTo>
                <a:lnTo>
                  <a:pt x="3145288" y="1769564"/>
                </a:lnTo>
                <a:lnTo>
                  <a:pt x="3167796" y="1809902"/>
                </a:lnTo>
                <a:lnTo>
                  <a:pt x="3190313" y="1850241"/>
                </a:lnTo>
                <a:lnTo>
                  <a:pt x="3212821" y="1890589"/>
                </a:lnTo>
                <a:lnTo>
                  <a:pt x="3235338" y="1930927"/>
                </a:lnTo>
                <a:lnTo>
                  <a:pt x="3257845" y="1971265"/>
                </a:lnTo>
                <a:lnTo>
                  <a:pt x="3280362" y="2011604"/>
                </a:lnTo>
                <a:lnTo>
                  <a:pt x="3302870" y="2051942"/>
                </a:lnTo>
                <a:lnTo>
                  <a:pt x="3325387" y="2092281"/>
                </a:lnTo>
                <a:lnTo>
                  <a:pt x="3347895" y="2132628"/>
                </a:lnTo>
                <a:lnTo>
                  <a:pt x="3370412" y="2172967"/>
                </a:lnTo>
                <a:lnTo>
                  <a:pt x="3392919" y="2213305"/>
                </a:lnTo>
                <a:lnTo>
                  <a:pt x="3415436" y="2253644"/>
                </a:lnTo>
                <a:lnTo>
                  <a:pt x="3437944" y="2293982"/>
                </a:lnTo>
                <a:lnTo>
                  <a:pt x="3460461" y="2334330"/>
                </a:lnTo>
                <a:lnTo>
                  <a:pt x="3482969" y="2374668"/>
                </a:lnTo>
                <a:lnTo>
                  <a:pt x="3505486" y="2415007"/>
                </a:lnTo>
                <a:lnTo>
                  <a:pt x="3527993" y="2455345"/>
                </a:lnTo>
                <a:lnTo>
                  <a:pt x="3550510" y="2495683"/>
                </a:lnTo>
                <a:lnTo>
                  <a:pt x="3573018" y="2536031"/>
                </a:lnTo>
                <a:lnTo>
                  <a:pt x="3595535" y="2576370"/>
                </a:lnTo>
                <a:lnTo>
                  <a:pt x="3618043" y="2616708"/>
                </a:lnTo>
                <a:lnTo>
                  <a:pt x="3640560" y="2657046"/>
                </a:lnTo>
                <a:lnTo>
                  <a:pt x="3663067" y="2697385"/>
                </a:lnTo>
                <a:lnTo>
                  <a:pt x="3685584" y="2737723"/>
                </a:lnTo>
                <a:lnTo>
                  <a:pt x="3708092" y="2778071"/>
                </a:lnTo>
                <a:lnTo>
                  <a:pt x="3730609" y="2818409"/>
                </a:lnTo>
                <a:lnTo>
                  <a:pt x="3753117" y="2858748"/>
                </a:lnTo>
                <a:lnTo>
                  <a:pt x="3775634" y="2899086"/>
                </a:lnTo>
                <a:lnTo>
                  <a:pt x="3798141" y="2939425"/>
                </a:lnTo>
                <a:lnTo>
                  <a:pt x="3774643" y="2952750"/>
                </a:lnTo>
                <a:lnTo>
                  <a:pt x="3728447" y="2952750"/>
                </a:lnTo>
                <a:lnTo>
                  <a:pt x="3682241" y="2952750"/>
                </a:lnTo>
                <a:lnTo>
                  <a:pt x="3636054" y="2952750"/>
                </a:lnTo>
                <a:lnTo>
                  <a:pt x="3589849" y="2952750"/>
                </a:lnTo>
                <a:lnTo>
                  <a:pt x="3543652" y="2952750"/>
                </a:lnTo>
                <a:lnTo>
                  <a:pt x="3497456" y="2952750"/>
                </a:lnTo>
                <a:lnTo>
                  <a:pt x="3451260" y="2952750"/>
                </a:lnTo>
                <a:lnTo>
                  <a:pt x="3405064" y="2952750"/>
                </a:lnTo>
                <a:lnTo>
                  <a:pt x="3358867" y="2952750"/>
                </a:lnTo>
                <a:lnTo>
                  <a:pt x="3312671" y="2952750"/>
                </a:lnTo>
                <a:lnTo>
                  <a:pt x="3266475" y="2952750"/>
                </a:lnTo>
                <a:lnTo>
                  <a:pt x="3220279" y="2952750"/>
                </a:lnTo>
                <a:lnTo>
                  <a:pt x="3174082" y="2952750"/>
                </a:lnTo>
                <a:lnTo>
                  <a:pt x="3127886" y="2952750"/>
                </a:lnTo>
                <a:lnTo>
                  <a:pt x="3081690" y="2952750"/>
                </a:lnTo>
                <a:lnTo>
                  <a:pt x="3035494" y="2952750"/>
                </a:lnTo>
                <a:lnTo>
                  <a:pt x="2989297" y="2952750"/>
                </a:lnTo>
                <a:lnTo>
                  <a:pt x="2943101" y="2952750"/>
                </a:lnTo>
                <a:lnTo>
                  <a:pt x="2896905" y="2952750"/>
                </a:lnTo>
                <a:lnTo>
                  <a:pt x="2850709" y="2952750"/>
                </a:lnTo>
                <a:lnTo>
                  <a:pt x="2804512" y="2952750"/>
                </a:lnTo>
                <a:lnTo>
                  <a:pt x="2758316" y="2952750"/>
                </a:lnTo>
                <a:lnTo>
                  <a:pt x="2712120" y="2952750"/>
                </a:lnTo>
                <a:lnTo>
                  <a:pt x="2665924" y="2952750"/>
                </a:lnTo>
                <a:lnTo>
                  <a:pt x="2619718" y="2952750"/>
                </a:lnTo>
                <a:lnTo>
                  <a:pt x="2573522" y="2952750"/>
                </a:lnTo>
                <a:lnTo>
                  <a:pt x="2527325" y="2952750"/>
                </a:lnTo>
                <a:lnTo>
                  <a:pt x="2481129" y="2952750"/>
                </a:lnTo>
                <a:lnTo>
                  <a:pt x="2434933" y="2952750"/>
                </a:lnTo>
                <a:lnTo>
                  <a:pt x="2388737" y="2952750"/>
                </a:lnTo>
                <a:lnTo>
                  <a:pt x="2342540" y="2952750"/>
                </a:lnTo>
                <a:lnTo>
                  <a:pt x="2296344" y="2952750"/>
                </a:lnTo>
                <a:lnTo>
                  <a:pt x="2250148" y="2952750"/>
                </a:lnTo>
                <a:lnTo>
                  <a:pt x="2203952" y="2952750"/>
                </a:lnTo>
                <a:lnTo>
                  <a:pt x="2157755" y="2952750"/>
                </a:lnTo>
                <a:lnTo>
                  <a:pt x="2111559" y="2952750"/>
                </a:lnTo>
                <a:lnTo>
                  <a:pt x="2065363" y="2952750"/>
                </a:lnTo>
                <a:lnTo>
                  <a:pt x="2019167" y="2952750"/>
                </a:lnTo>
                <a:lnTo>
                  <a:pt x="1972970" y="2952750"/>
                </a:lnTo>
                <a:lnTo>
                  <a:pt x="1926774" y="2952750"/>
                </a:lnTo>
                <a:lnTo>
                  <a:pt x="1880578" y="2952750"/>
                </a:lnTo>
                <a:lnTo>
                  <a:pt x="1834382" y="2952750"/>
                </a:lnTo>
                <a:lnTo>
                  <a:pt x="1788185" y="2952750"/>
                </a:lnTo>
                <a:lnTo>
                  <a:pt x="1741989" y="2952750"/>
                </a:lnTo>
                <a:lnTo>
                  <a:pt x="1695783" y="2952750"/>
                </a:lnTo>
                <a:lnTo>
                  <a:pt x="1649587" y="2952750"/>
                </a:lnTo>
                <a:lnTo>
                  <a:pt x="1603391" y="2952750"/>
                </a:lnTo>
                <a:lnTo>
                  <a:pt x="1557195" y="2952750"/>
                </a:lnTo>
                <a:lnTo>
                  <a:pt x="1510998" y="2952750"/>
                </a:lnTo>
                <a:lnTo>
                  <a:pt x="1464802" y="2952750"/>
                </a:lnTo>
                <a:lnTo>
                  <a:pt x="1418606" y="2952750"/>
                </a:lnTo>
                <a:lnTo>
                  <a:pt x="1372410" y="2952750"/>
                </a:lnTo>
                <a:lnTo>
                  <a:pt x="1326213" y="2952750"/>
                </a:lnTo>
                <a:lnTo>
                  <a:pt x="1280017" y="2952750"/>
                </a:lnTo>
                <a:lnTo>
                  <a:pt x="1233821" y="2952750"/>
                </a:lnTo>
                <a:lnTo>
                  <a:pt x="1187625" y="2952750"/>
                </a:lnTo>
                <a:lnTo>
                  <a:pt x="1141428" y="2952750"/>
                </a:lnTo>
                <a:lnTo>
                  <a:pt x="1095232" y="2952750"/>
                </a:lnTo>
                <a:lnTo>
                  <a:pt x="1049036" y="2952750"/>
                </a:lnTo>
                <a:lnTo>
                  <a:pt x="1002840" y="2952750"/>
                </a:lnTo>
                <a:lnTo>
                  <a:pt x="956643" y="2952750"/>
                </a:lnTo>
                <a:lnTo>
                  <a:pt x="910447" y="2952750"/>
                </a:lnTo>
                <a:lnTo>
                  <a:pt x="864251" y="2952750"/>
                </a:lnTo>
                <a:lnTo>
                  <a:pt x="818055" y="2952750"/>
                </a:lnTo>
                <a:lnTo>
                  <a:pt x="771858" y="2952750"/>
                </a:lnTo>
                <a:lnTo>
                  <a:pt x="725662" y="2952750"/>
                </a:lnTo>
                <a:lnTo>
                  <a:pt x="679466" y="2952750"/>
                </a:lnTo>
                <a:lnTo>
                  <a:pt x="633260" y="2952750"/>
                </a:lnTo>
                <a:lnTo>
                  <a:pt x="587064" y="2952750"/>
                </a:lnTo>
                <a:lnTo>
                  <a:pt x="540868" y="2952750"/>
                </a:lnTo>
                <a:lnTo>
                  <a:pt x="494671" y="2952750"/>
                </a:lnTo>
                <a:lnTo>
                  <a:pt x="448475" y="2952750"/>
                </a:lnTo>
                <a:lnTo>
                  <a:pt x="402279" y="2952750"/>
                </a:lnTo>
                <a:lnTo>
                  <a:pt x="356083" y="2952750"/>
                </a:lnTo>
                <a:lnTo>
                  <a:pt x="309886" y="2952750"/>
                </a:lnTo>
                <a:lnTo>
                  <a:pt x="263690" y="2952750"/>
                </a:lnTo>
                <a:lnTo>
                  <a:pt x="217494" y="2952750"/>
                </a:lnTo>
                <a:lnTo>
                  <a:pt x="171298" y="2952750"/>
                </a:lnTo>
                <a:lnTo>
                  <a:pt x="125101" y="2952750"/>
                </a:lnTo>
                <a:lnTo>
                  <a:pt x="78905" y="2952750"/>
                </a:lnTo>
                <a:lnTo>
                  <a:pt x="32709" y="2952750"/>
                </a:lnTo>
                <a:lnTo>
                  <a:pt x="0" y="2944825"/>
                </a:lnTo>
                <a:lnTo>
                  <a:pt x="22508" y="2904487"/>
                </a:lnTo>
                <a:lnTo>
                  <a:pt x="45025" y="2864148"/>
                </a:lnTo>
                <a:lnTo>
                  <a:pt x="67532" y="2823810"/>
                </a:lnTo>
                <a:lnTo>
                  <a:pt x="90049" y="2783472"/>
                </a:lnTo>
                <a:lnTo>
                  <a:pt x="112566" y="2743133"/>
                </a:lnTo>
                <a:lnTo>
                  <a:pt x="135074" y="2702785"/>
                </a:lnTo>
                <a:lnTo>
                  <a:pt x="157591" y="2662447"/>
                </a:lnTo>
                <a:lnTo>
                  <a:pt x="180099" y="2622109"/>
                </a:lnTo>
                <a:lnTo>
                  <a:pt x="202616" y="2581770"/>
                </a:lnTo>
                <a:lnTo>
                  <a:pt x="225123" y="2541432"/>
                </a:lnTo>
                <a:lnTo>
                  <a:pt x="247640" y="2501084"/>
                </a:lnTo>
                <a:lnTo>
                  <a:pt x="270148" y="2460746"/>
                </a:lnTo>
                <a:lnTo>
                  <a:pt x="292665" y="2420407"/>
                </a:lnTo>
                <a:lnTo>
                  <a:pt x="315173" y="2380069"/>
                </a:lnTo>
                <a:lnTo>
                  <a:pt x="337690" y="2339731"/>
                </a:lnTo>
                <a:lnTo>
                  <a:pt x="360197" y="2299392"/>
                </a:lnTo>
                <a:lnTo>
                  <a:pt x="382715" y="2259044"/>
                </a:lnTo>
                <a:lnTo>
                  <a:pt x="405222" y="2218706"/>
                </a:lnTo>
                <a:lnTo>
                  <a:pt x="427739" y="2178368"/>
                </a:lnTo>
                <a:lnTo>
                  <a:pt x="450247" y="2138029"/>
                </a:lnTo>
                <a:lnTo>
                  <a:pt x="472764" y="2097691"/>
                </a:lnTo>
                <a:lnTo>
                  <a:pt x="495271" y="2057343"/>
                </a:lnTo>
                <a:lnTo>
                  <a:pt x="517789" y="2017004"/>
                </a:lnTo>
                <a:lnTo>
                  <a:pt x="540296" y="1976666"/>
                </a:lnTo>
                <a:lnTo>
                  <a:pt x="562813" y="1936328"/>
                </a:lnTo>
                <a:lnTo>
                  <a:pt x="585321" y="1895989"/>
                </a:lnTo>
                <a:lnTo>
                  <a:pt x="607838" y="1855651"/>
                </a:lnTo>
                <a:lnTo>
                  <a:pt x="630345" y="1815303"/>
                </a:lnTo>
                <a:lnTo>
                  <a:pt x="652863" y="1774965"/>
                </a:lnTo>
                <a:lnTo>
                  <a:pt x="675370" y="1734626"/>
                </a:lnTo>
                <a:lnTo>
                  <a:pt x="697887" y="1694288"/>
                </a:lnTo>
                <a:lnTo>
                  <a:pt x="720395" y="1653950"/>
                </a:lnTo>
                <a:lnTo>
                  <a:pt x="742912" y="1613602"/>
                </a:lnTo>
                <a:lnTo>
                  <a:pt x="765419" y="1573263"/>
                </a:lnTo>
                <a:lnTo>
                  <a:pt x="787937" y="1532925"/>
                </a:lnTo>
                <a:lnTo>
                  <a:pt x="810444" y="1492587"/>
                </a:lnTo>
                <a:lnTo>
                  <a:pt x="832961" y="1452248"/>
                </a:lnTo>
                <a:lnTo>
                  <a:pt x="855469" y="1411900"/>
                </a:lnTo>
                <a:lnTo>
                  <a:pt x="877986" y="1371562"/>
                </a:lnTo>
                <a:lnTo>
                  <a:pt x="900494" y="1331224"/>
                </a:lnTo>
                <a:lnTo>
                  <a:pt x="923011" y="1290885"/>
                </a:lnTo>
                <a:lnTo>
                  <a:pt x="945518" y="1250547"/>
                </a:lnTo>
                <a:lnTo>
                  <a:pt x="968035" y="1210208"/>
                </a:lnTo>
                <a:lnTo>
                  <a:pt x="990543" y="1169861"/>
                </a:lnTo>
                <a:lnTo>
                  <a:pt x="1013060" y="1129522"/>
                </a:lnTo>
                <a:lnTo>
                  <a:pt x="1035568" y="1089184"/>
                </a:lnTo>
                <a:lnTo>
                  <a:pt x="1058085" y="1048845"/>
                </a:lnTo>
                <a:lnTo>
                  <a:pt x="1080592" y="1008507"/>
                </a:lnTo>
                <a:lnTo>
                  <a:pt x="1103109" y="968159"/>
                </a:lnTo>
                <a:lnTo>
                  <a:pt x="1125617" y="927821"/>
                </a:lnTo>
                <a:lnTo>
                  <a:pt x="1148134" y="887482"/>
                </a:lnTo>
                <a:lnTo>
                  <a:pt x="1170642" y="847144"/>
                </a:lnTo>
                <a:lnTo>
                  <a:pt x="1193159" y="806806"/>
                </a:lnTo>
                <a:lnTo>
                  <a:pt x="1215666" y="766467"/>
                </a:lnTo>
                <a:lnTo>
                  <a:pt x="1238183" y="726119"/>
                </a:lnTo>
                <a:lnTo>
                  <a:pt x="1260691" y="685781"/>
                </a:lnTo>
                <a:lnTo>
                  <a:pt x="1283208" y="645443"/>
                </a:lnTo>
                <a:lnTo>
                  <a:pt x="1305716" y="605104"/>
                </a:lnTo>
                <a:lnTo>
                  <a:pt x="1328233" y="564766"/>
                </a:lnTo>
                <a:lnTo>
                  <a:pt x="1350740" y="524418"/>
                </a:lnTo>
                <a:lnTo>
                  <a:pt x="1373257" y="484080"/>
                </a:lnTo>
                <a:lnTo>
                  <a:pt x="1395765" y="443741"/>
                </a:lnTo>
                <a:lnTo>
                  <a:pt x="1418282" y="403403"/>
                </a:lnTo>
                <a:lnTo>
                  <a:pt x="1440790" y="363064"/>
                </a:lnTo>
                <a:lnTo>
                  <a:pt x="1463307" y="322726"/>
                </a:lnTo>
                <a:lnTo>
                  <a:pt x="1485814" y="282378"/>
                </a:lnTo>
                <a:lnTo>
                  <a:pt x="1508331" y="242040"/>
                </a:lnTo>
                <a:lnTo>
                  <a:pt x="1530839" y="201701"/>
                </a:lnTo>
                <a:lnTo>
                  <a:pt x="1553356" y="161363"/>
                </a:lnTo>
                <a:lnTo>
                  <a:pt x="1575864" y="121025"/>
                </a:lnTo>
                <a:lnTo>
                  <a:pt x="1598381" y="80677"/>
                </a:lnTo>
                <a:lnTo>
                  <a:pt x="1620888" y="40338"/>
                </a:lnTo>
                <a:lnTo>
                  <a:pt x="1643405" y="0"/>
                </a:lnTo>
                <a:close/>
              </a:path>
            </a:pathLst>
          </a:custGeom>
          <a:solidFill xmlns:a="http://schemas.openxmlformats.org/drawingml/2006/main">
            <a:srgbClr val="D9E6ED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5" name="balance-fulcrum-facet">
            <a:extLst xmlns:a="http://schemas.openxmlformats.org/drawingml/2006/main">
              <a:ext uri="{FF2B5EF4-FFF2-40B4-BE49-F238E27FC236}">
                <a16:creationId xmlns:a16="http://schemas.microsoft.com/office/drawing/2014/main" id="{81D908FB-1C0E-48FB-9B83-2DED13D8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9915" y="3067050"/>
            <a:ext cx="1896085" cy="2952750"/>
          </a:xfrm>
          <a:custGeom xmlns:a="http://schemas.openxmlformats.org/drawingml/2006/main">
            <a:pathLst>
              <a:path w="1896085" h="2952750">
                <a:moveTo>
                  <a:pt x="1638910" y="0"/>
                </a:moveTo>
                <a:lnTo>
                  <a:pt x="1674314" y="0"/>
                </a:lnTo>
                <a:lnTo>
                  <a:pt x="1709718" y="0"/>
                </a:lnTo>
                <a:lnTo>
                  <a:pt x="1745113" y="0"/>
                </a:lnTo>
                <a:lnTo>
                  <a:pt x="1780518" y="0"/>
                </a:lnTo>
                <a:lnTo>
                  <a:pt x="1815922" y="0"/>
                </a:lnTo>
                <a:lnTo>
                  <a:pt x="1851327" y="0"/>
                </a:lnTo>
                <a:lnTo>
                  <a:pt x="1886722" y="0"/>
                </a:lnTo>
                <a:lnTo>
                  <a:pt x="1896085" y="26041"/>
                </a:lnTo>
                <a:lnTo>
                  <a:pt x="1896085" y="61436"/>
                </a:lnTo>
                <a:lnTo>
                  <a:pt x="1896085" y="96841"/>
                </a:lnTo>
                <a:lnTo>
                  <a:pt x="1896085" y="132245"/>
                </a:lnTo>
                <a:lnTo>
                  <a:pt x="1896085" y="167640"/>
                </a:lnTo>
                <a:lnTo>
                  <a:pt x="1896085" y="203044"/>
                </a:lnTo>
                <a:lnTo>
                  <a:pt x="1896085" y="238449"/>
                </a:lnTo>
                <a:lnTo>
                  <a:pt x="1896085" y="273844"/>
                </a:lnTo>
                <a:lnTo>
                  <a:pt x="1896085" y="309248"/>
                </a:lnTo>
                <a:lnTo>
                  <a:pt x="1896085" y="344653"/>
                </a:lnTo>
                <a:lnTo>
                  <a:pt x="1896085" y="380048"/>
                </a:lnTo>
                <a:lnTo>
                  <a:pt x="1896085" y="415452"/>
                </a:lnTo>
                <a:lnTo>
                  <a:pt x="1896085" y="450856"/>
                </a:lnTo>
                <a:lnTo>
                  <a:pt x="1896085" y="486251"/>
                </a:lnTo>
                <a:lnTo>
                  <a:pt x="1896085" y="521656"/>
                </a:lnTo>
                <a:lnTo>
                  <a:pt x="1896085" y="557060"/>
                </a:lnTo>
                <a:lnTo>
                  <a:pt x="1896085" y="592465"/>
                </a:lnTo>
                <a:lnTo>
                  <a:pt x="1896085" y="627859"/>
                </a:lnTo>
                <a:lnTo>
                  <a:pt x="1896085" y="663264"/>
                </a:lnTo>
                <a:lnTo>
                  <a:pt x="1896085" y="698668"/>
                </a:lnTo>
                <a:lnTo>
                  <a:pt x="1896085" y="734063"/>
                </a:lnTo>
                <a:lnTo>
                  <a:pt x="1896085" y="769468"/>
                </a:lnTo>
                <a:lnTo>
                  <a:pt x="1896085" y="804872"/>
                </a:lnTo>
                <a:lnTo>
                  <a:pt x="1896085" y="840267"/>
                </a:lnTo>
                <a:lnTo>
                  <a:pt x="1896085" y="875671"/>
                </a:lnTo>
                <a:lnTo>
                  <a:pt x="1896085" y="911076"/>
                </a:lnTo>
                <a:lnTo>
                  <a:pt x="1896085" y="946471"/>
                </a:lnTo>
                <a:lnTo>
                  <a:pt x="1896085" y="981875"/>
                </a:lnTo>
                <a:lnTo>
                  <a:pt x="1896085" y="1017280"/>
                </a:lnTo>
                <a:lnTo>
                  <a:pt x="1896085" y="1052684"/>
                </a:lnTo>
                <a:lnTo>
                  <a:pt x="1896085" y="1088079"/>
                </a:lnTo>
                <a:lnTo>
                  <a:pt x="1896085" y="1123483"/>
                </a:lnTo>
                <a:lnTo>
                  <a:pt x="1896085" y="1158888"/>
                </a:lnTo>
                <a:lnTo>
                  <a:pt x="1896085" y="1194283"/>
                </a:lnTo>
                <a:lnTo>
                  <a:pt x="1896085" y="1229687"/>
                </a:lnTo>
                <a:lnTo>
                  <a:pt x="1896085" y="1265091"/>
                </a:lnTo>
                <a:lnTo>
                  <a:pt x="1896085" y="1300486"/>
                </a:lnTo>
                <a:lnTo>
                  <a:pt x="1896085" y="1335891"/>
                </a:lnTo>
                <a:lnTo>
                  <a:pt x="1896085" y="1371295"/>
                </a:lnTo>
                <a:lnTo>
                  <a:pt x="1896085" y="1406690"/>
                </a:lnTo>
                <a:lnTo>
                  <a:pt x="1896085" y="1442095"/>
                </a:lnTo>
                <a:lnTo>
                  <a:pt x="1896085" y="1477499"/>
                </a:lnTo>
                <a:lnTo>
                  <a:pt x="1896085" y="1512903"/>
                </a:lnTo>
                <a:lnTo>
                  <a:pt x="1896085" y="1548298"/>
                </a:lnTo>
                <a:lnTo>
                  <a:pt x="1896085" y="1583703"/>
                </a:lnTo>
                <a:lnTo>
                  <a:pt x="1896085" y="1619107"/>
                </a:lnTo>
                <a:lnTo>
                  <a:pt x="1896085" y="1654502"/>
                </a:lnTo>
                <a:lnTo>
                  <a:pt x="1896085" y="1689906"/>
                </a:lnTo>
                <a:lnTo>
                  <a:pt x="1896085" y="1725311"/>
                </a:lnTo>
                <a:lnTo>
                  <a:pt x="1896085" y="1760706"/>
                </a:lnTo>
                <a:lnTo>
                  <a:pt x="1896085" y="1796110"/>
                </a:lnTo>
                <a:lnTo>
                  <a:pt x="1896085" y="1831515"/>
                </a:lnTo>
                <a:lnTo>
                  <a:pt x="1896085" y="1866910"/>
                </a:lnTo>
                <a:lnTo>
                  <a:pt x="1896085" y="1902314"/>
                </a:lnTo>
                <a:lnTo>
                  <a:pt x="1896085" y="1937718"/>
                </a:lnTo>
                <a:lnTo>
                  <a:pt x="1896085" y="1973113"/>
                </a:lnTo>
                <a:lnTo>
                  <a:pt x="1896085" y="2008518"/>
                </a:lnTo>
                <a:lnTo>
                  <a:pt x="1896085" y="2043922"/>
                </a:lnTo>
                <a:lnTo>
                  <a:pt x="1896085" y="2079327"/>
                </a:lnTo>
                <a:lnTo>
                  <a:pt x="1896085" y="2114721"/>
                </a:lnTo>
                <a:lnTo>
                  <a:pt x="1896085" y="2150126"/>
                </a:lnTo>
                <a:lnTo>
                  <a:pt x="1896085" y="2185530"/>
                </a:lnTo>
                <a:lnTo>
                  <a:pt x="1896085" y="2220925"/>
                </a:lnTo>
                <a:lnTo>
                  <a:pt x="1896085" y="2256330"/>
                </a:lnTo>
                <a:lnTo>
                  <a:pt x="1896085" y="2291734"/>
                </a:lnTo>
                <a:lnTo>
                  <a:pt x="1896085" y="2327129"/>
                </a:lnTo>
                <a:lnTo>
                  <a:pt x="1896085" y="2362533"/>
                </a:lnTo>
                <a:lnTo>
                  <a:pt x="1896085" y="2397938"/>
                </a:lnTo>
                <a:lnTo>
                  <a:pt x="1896085" y="2433333"/>
                </a:lnTo>
                <a:lnTo>
                  <a:pt x="1896085" y="2468737"/>
                </a:lnTo>
                <a:lnTo>
                  <a:pt x="1896085" y="2504142"/>
                </a:lnTo>
                <a:lnTo>
                  <a:pt x="1896085" y="2539546"/>
                </a:lnTo>
                <a:lnTo>
                  <a:pt x="1896085" y="2574941"/>
                </a:lnTo>
                <a:lnTo>
                  <a:pt x="1896085" y="2610345"/>
                </a:lnTo>
                <a:lnTo>
                  <a:pt x="1896085" y="2645750"/>
                </a:lnTo>
                <a:lnTo>
                  <a:pt x="1896085" y="2681145"/>
                </a:lnTo>
                <a:lnTo>
                  <a:pt x="1896085" y="2716549"/>
                </a:lnTo>
                <a:lnTo>
                  <a:pt x="1896085" y="2751953"/>
                </a:lnTo>
                <a:lnTo>
                  <a:pt x="1896085" y="2787348"/>
                </a:lnTo>
                <a:lnTo>
                  <a:pt x="1896085" y="2822753"/>
                </a:lnTo>
                <a:lnTo>
                  <a:pt x="1896085" y="2858157"/>
                </a:lnTo>
                <a:lnTo>
                  <a:pt x="1896085" y="2893552"/>
                </a:lnTo>
                <a:lnTo>
                  <a:pt x="1896085" y="2928957"/>
                </a:lnTo>
                <a:lnTo>
                  <a:pt x="1884483" y="2952750"/>
                </a:lnTo>
                <a:lnTo>
                  <a:pt x="1849079" y="2952750"/>
                </a:lnTo>
                <a:lnTo>
                  <a:pt x="1813674" y="2952750"/>
                </a:lnTo>
                <a:lnTo>
                  <a:pt x="1778270" y="2952750"/>
                </a:lnTo>
                <a:lnTo>
                  <a:pt x="1742875" y="2952750"/>
                </a:lnTo>
                <a:lnTo>
                  <a:pt x="1707471" y="2952750"/>
                </a:lnTo>
                <a:lnTo>
                  <a:pt x="1672066" y="2952750"/>
                </a:lnTo>
                <a:lnTo>
                  <a:pt x="1636671" y="2952750"/>
                </a:lnTo>
                <a:lnTo>
                  <a:pt x="1601267" y="2952750"/>
                </a:lnTo>
                <a:lnTo>
                  <a:pt x="1565862" y="2952750"/>
                </a:lnTo>
                <a:lnTo>
                  <a:pt x="1530467" y="2952750"/>
                </a:lnTo>
                <a:lnTo>
                  <a:pt x="1495063" y="2952750"/>
                </a:lnTo>
                <a:lnTo>
                  <a:pt x="1459659" y="2952750"/>
                </a:lnTo>
                <a:lnTo>
                  <a:pt x="1424264" y="2952750"/>
                </a:lnTo>
                <a:lnTo>
                  <a:pt x="1388859" y="2952750"/>
                </a:lnTo>
                <a:lnTo>
                  <a:pt x="1353455" y="2952750"/>
                </a:lnTo>
                <a:lnTo>
                  <a:pt x="1318050" y="2952750"/>
                </a:lnTo>
                <a:lnTo>
                  <a:pt x="1282656" y="2952750"/>
                </a:lnTo>
                <a:lnTo>
                  <a:pt x="1247251" y="2952750"/>
                </a:lnTo>
                <a:lnTo>
                  <a:pt x="1211847" y="2952750"/>
                </a:lnTo>
                <a:lnTo>
                  <a:pt x="1176452" y="2952750"/>
                </a:lnTo>
                <a:lnTo>
                  <a:pt x="1141047" y="2952750"/>
                </a:lnTo>
                <a:lnTo>
                  <a:pt x="1105643" y="2952750"/>
                </a:lnTo>
                <a:lnTo>
                  <a:pt x="1070248" y="2952750"/>
                </a:lnTo>
                <a:lnTo>
                  <a:pt x="1034844" y="2952750"/>
                </a:lnTo>
                <a:lnTo>
                  <a:pt x="999439" y="2952750"/>
                </a:lnTo>
                <a:lnTo>
                  <a:pt x="964044" y="2952750"/>
                </a:lnTo>
                <a:lnTo>
                  <a:pt x="928640" y="2952750"/>
                </a:lnTo>
                <a:lnTo>
                  <a:pt x="893235" y="2952750"/>
                </a:lnTo>
                <a:lnTo>
                  <a:pt x="857841" y="2952750"/>
                </a:lnTo>
                <a:lnTo>
                  <a:pt x="822436" y="2952750"/>
                </a:lnTo>
                <a:lnTo>
                  <a:pt x="787032" y="2952750"/>
                </a:lnTo>
                <a:lnTo>
                  <a:pt x="751627" y="2952750"/>
                </a:lnTo>
                <a:lnTo>
                  <a:pt x="716232" y="2952750"/>
                </a:lnTo>
                <a:lnTo>
                  <a:pt x="680828" y="2952750"/>
                </a:lnTo>
                <a:lnTo>
                  <a:pt x="645424" y="2952750"/>
                </a:lnTo>
                <a:lnTo>
                  <a:pt x="610029" y="2952750"/>
                </a:lnTo>
                <a:lnTo>
                  <a:pt x="574624" y="2952750"/>
                </a:lnTo>
                <a:lnTo>
                  <a:pt x="539220" y="2952750"/>
                </a:lnTo>
                <a:lnTo>
                  <a:pt x="503825" y="2952750"/>
                </a:lnTo>
                <a:lnTo>
                  <a:pt x="468420" y="2952750"/>
                </a:lnTo>
                <a:lnTo>
                  <a:pt x="433016" y="2952750"/>
                </a:lnTo>
                <a:lnTo>
                  <a:pt x="397621" y="2952750"/>
                </a:lnTo>
                <a:lnTo>
                  <a:pt x="362217" y="2952750"/>
                </a:lnTo>
                <a:lnTo>
                  <a:pt x="326812" y="2952750"/>
                </a:lnTo>
                <a:lnTo>
                  <a:pt x="291408" y="2952750"/>
                </a:lnTo>
                <a:lnTo>
                  <a:pt x="256013" y="2952750"/>
                </a:lnTo>
                <a:lnTo>
                  <a:pt x="220609" y="2952750"/>
                </a:lnTo>
                <a:lnTo>
                  <a:pt x="185204" y="2952750"/>
                </a:lnTo>
                <a:lnTo>
                  <a:pt x="149809" y="2952750"/>
                </a:lnTo>
                <a:lnTo>
                  <a:pt x="114405" y="2952750"/>
                </a:lnTo>
                <a:lnTo>
                  <a:pt x="79000" y="2952750"/>
                </a:lnTo>
                <a:lnTo>
                  <a:pt x="43605" y="2952750"/>
                </a:lnTo>
                <a:lnTo>
                  <a:pt x="8201" y="2952750"/>
                </a:lnTo>
                <a:lnTo>
                  <a:pt x="0" y="2936777"/>
                </a:lnTo>
                <a:lnTo>
                  <a:pt x="17250" y="2905868"/>
                </a:lnTo>
                <a:lnTo>
                  <a:pt x="34500" y="2874950"/>
                </a:lnTo>
                <a:lnTo>
                  <a:pt x="51759" y="2844041"/>
                </a:lnTo>
                <a:lnTo>
                  <a:pt x="69009" y="2813123"/>
                </a:lnTo>
                <a:lnTo>
                  <a:pt x="86258" y="2782214"/>
                </a:lnTo>
                <a:lnTo>
                  <a:pt x="103508" y="2751296"/>
                </a:lnTo>
                <a:lnTo>
                  <a:pt x="120758" y="2720388"/>
                </a:lnTo>
                <a:lnTo>
                  <a:pt x="138017" y="2689469"/>
                </a:lnTo>
                <a:lnTo>
                  <a:pt x="155267" y="2658561"/>
                </a:lnTo>
                <a:lnTo>
                  <a:pt x="172517" y="2627643"/>
                </a:lnTo>
                <a:lnTo>
                  <a:pt x="189767" y="2596734"/>
                </a:lnTo>
                <a:lnTo>
                  <a:pt x="207016" y="2565816"/>
                </a:lnTo>
                <a:lnTo>
                  <a:pt x="224276" y="2534907"/>
                </a:lnTo>
                <a:lnTo>
                  <a:pt x="241525" y="2503989"/>
                </a:lnTo>
                <a:lnTo>
                  <a:pt x="258775" y="2473081"/>
                </a:lnTo>
                <a:lnTo>
                  <a:pt x="276025" y="2442162"/>
                </a:lnTo>
                <a:lnTo>
                  <a:pt x="293275" y="2411254"/>
                </a:lnTo>
                <a:lnTo>
                  <a:pt x="310534" y="2380336"/>
                </a:lnTo>
                <a:lnTo>
                  <a:pt x="327784" y="2349427"/>
                </a:lnTo>
                <a:lnTo>
                  <a:pt x="345034" y="2318509"/>
                </a:lnTo>
                <a:lnTo>
                  <a:pt x="362283" y="2287600"/>
                </a:lnTo>
                <a:lnTo>
                  <a:pt x="379533" y="2256682"/>
                </a:lnTo>
                <a:lnTo>
                  <a:pt x="396792" y="2225773"/>
                </a:lnTo>
                <a:lnTo>
                  <a:pt x="414042" y="2194855"/>
                </a:lnTo>
                <a:lnTo>
                  <a:pt x="431292" y="2163947"/>
                </a:lnTo>
                <a:lnTo>
                  <a:pt x="448542" y="2133029"/>
                </a:lnTo>
                <a:lnTo>
                  <a:pt x="465792" y="2102120"/>
                </a:lnTo>
                <a:lnTo>
                  <a:pt x="483051" y="2071202"/>
                </a:lnTo>
                <a:lnTo>
                  <a:pt x="500301" y="2040293"/>
                </a:lnTo>
                <a:lnTo>
                  <a:pt x="517550" y="2009375"/>
                </a:lnTo>
                <a:lnTo>
                  <a:pt x="534800" y="1978466"/>
                </a:lnTo>
                <a:lnTo>
                  <a:pt x="552050" y="1947548"/>
                </a:lnTo>
                <a:lnTo>
                  <a:pt x="569309" y="1916640"/>
                </a:lnTo>
                <a:lnTo>
                  <a:pt x="586559" y="1885721"/>
                </a:lnTo>
                <a:lnTo>
                  <a:pt x="603809" y="1854813"/>
                </a:lnTo>
                <a:lnTo>
                  <a:pt x="621059" y="1823895"/>
                </a:lnTo>
                <a:lnTo>
                  <a:pt x="638318" y="1792986"/>
                </a:lnTo>
                <a:lnTo>
                  <a:pt x="655568" y="1762068"/>
                </a:lnTo>
                <a:lnTo>
                  <a:pt x="672817" y="1731150"/>
                </a:lnTo>
                <a:lnTo>
                  <a:pt x="690067" y="1700241"/>
                </a:lnTo>
                <a:lnTo>
                  <a:pt x="707317" y="1669332"/>
                </a:lnTo>
                <a:lnTo>
                  <a:pt x="724576" y="1638414"/>
                </a:lnTo>
                <a:lnTo>
                  <a:pt x="741826" y="1607496"/>
                </a:lnTo>
                <a:lnTo>
                  <a:pt x="759076" y="1576588"/>
                </a:lnTo>
                <a:lnTo>
                  <a:pt x="776326" y="1545669"/>
                </a:lnTo>
                <a:lnTo>
                  <a:pt x="793575" y="1514761"/>
                </a:lnTo>
                <a:lnTo>
                  <a:pt x="810835" y="1483843"/>
                </a:lnTo>
                <a:lnTo>
                  <a:pt x="828084" y="1452934"/>
                </a:lnTo>
                <a:lnTo>
                  <a:pt x="845334" y="1422016"/>
                </a:lnTo>
                <a:lnTo>
                  <a:pt x="862584" y="1391107"/>
                </a:lnTo>
                <a:lnTo>
                  <a:pt x="879834" y="1360189"/>
                </a:lnTo>
                <a:lnTo>
                  <a:pt x="897093" y="1329280"/>
                </a:lnTo>
                <a:lnTo>
                  <a:pt x="914343" y="1298362"/>
                </a:lnTo>
                <a:lnTo>
                  <a:pt x="931593" y="1267454"/>
                </a:lnTo>
                <a:lnTo>
                  <a:pt x="948842" y="1236536"/>
                </a:lnTo>
                <a:lnTo>
                  <a:pt x="966092" y="1205627"/>
                </a:lnTo>
                <a:lnTo>
                  <a:pt x="983351" y="1174709"/>
                </a:lnTo>
                <a:lnTo>
                  <a:pt x="1000601" y="1143800"/>
                </a:lnTo>
                <a:lnTo>
                  <a:pt x="1017851" y="1112882"/>
                </a:lnTo>
                <a:lnTo>
                  <a:pt x="1035101" y="1081973"/>
                </a:lnTo>
                <a:lnTo>
                  <a:pt x="1052351" y="1051055"/>
                </a:lnTo>
                <a:lnTo>
                  <a:pt x="1069610" y="1020147"/>
                </a:lnTo>
                <a:lnTo>
                  <a:pt x="1086860" y="989228"/>
                </a:lnTo>
                <a:lnTo>
                  <a:pt x="1104109" y="958320"/>
                </a:lnTo>
                <a:lnTo>
                  <a:pt x="1121359" y="927402"/>
                </a:lnTo>
                <a:lnTo>
                  <a:pt x="1138609" y="896493"/>
                </a:lnTo>
                <a:lnTo>
                  <a:pt x="1155868" y="865575"/>
                </a:lnTo>
                <a:lnTo>
                  <a:pt x="1173118" y="834666"/>
                </a:lnTo>
                <a:lnTo>
                  <a:pt x="1190368" y="803748"/>
                </a:lnTo>
                <a:lnTo>
                  <a:pt x="1207618" y="772839"/>
                </a:lnTo>
                <a:lnTo>
                  <a:pt x="1224867" y="741921"/>
                </a:lnTo>
                <a:lnTo>
                  <a:pt x="1242127" y="711013"/>
                </a:lnTo>
                <a:lnTo>
                  <a:pt x="1259376" y="680095"/>
                </a:lnTo>
                <a:lnTo>
                  <a:pt x="1276626" y="649186"/>
                </a:lnTo>
                <a:lnTo>
                  <a:pt x="1293876" y="618268"/>
                </a:lnTo>
                <a:lnTo>
                  <a:pt x="1311126" y="587359"/>
                </a:lnTo>
                <a:lnTo>
                  <a:pt x="1328385" y="556441"/>
                </a:lnTo>
                <a:lnTo>
                  <a:pt x="1345635" y="525532"/>
                </a:lnTo>
                <a:lnTo>
                  <a:pt x="1362885" y="494614"/>
                </a:lnTo>
                <a:lnTo>
                  <a:pt x="1380134" y="463706"/>
                </a:lnTo>
                <a:lnTo>
                  <a:pt x="1397384" y="432787"/>
                </a:lnTo>
                <a:lnTo>
                  <a:pt x="1414643" y="401879"/>
                </a:lnTo>
                <a:lnTo>
                  <a:pt x="1431893" y="370961"/>
                </a:lnTo>
                <a:lnTo>
                  <a:pt x="1449143" y="340052"/>
                </a:lnTo>
                <a:lnTo>
                  <a:pt x="1466393" y="309134"/>
                </a:lnTo>
                <a:lnTo>
                  <a:pt x="1483643" y="278225"/>
                </a:lnTo>
                <a:lnTo>
                  <a:pt x="1500902" y="247307"/>
                </a:lnTo>
                <a:lnTo>
                  <a:pt x="1518152" y="216398"/>
                </a:lnTo>
                <a:lnTo>
                  <a:pt x="1535401" y="185480"/>
                </a:lnTo>
                <a:lnTo>
                  <a:pt x="1552651" y="154572"/>
                </a:lnTo>
                <a:lnTo>
                  <a:pt x="1569911" y="123654"/>
                </a:lnTo>
                <a:lnTo>
                  <a:pt x="1587160" y="92745"/>
                </a:lnTo>
                <a:lnTo>
                  <a:pt x="1604410" y="61827"/>
                </a:lnTo>
                <a:lnTo>
                  <a:pt x="1621660" y="30909"/>
                </a:lnTo>
                <a:lnTo>
                  <a:pt x="1638910" y="0"/>
                </a:lnTo>
                <a:close/>
              </a:path>
            </a:pathLst>
          </a:custGeom>
          <a:solidFill xmlns:a="http://schemas.openxmlformats.org/drawingml/2006/main">
            <a:srgbClr val="C4D7E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balance-beam">
            <a:extLst xmlns:a="http://schemas.openxmlformats.org/drawingml/2006/main">
              <a:ext uri="{FF2B5EF4-FFF2-40B4-BE49-F238E27FC236}">
                <a16:creationId xmlns:a16="http://schemas.microsoft.com/office/drawing/2014/main" id="{BF45C1AF-354F-4124-920A-C1C749FF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2763269"/>
            <a:ext cx="7943850" cy="302752"/>
          </a:xfrm>
          <a:custGeom xmlns:a="http://schemas.openxmlformats.org/drawingml/2006/main">
            <a:pathLst>
              <a:path w="7943850" h="302752">
                <a:moveTo>
                  <a:pt x="0" y="208531"/>
                </a:moveTo>
                <a:lnTo>
                  <a:pt x="66989" y="206759"/>
                </a:lnTo>
                <a:lnTo>
                  <a:pt x="133988" y="204997"/>
                </a:lnTo>
                <a:lnTo>
                  <a:pt x="200978" y="203225"/>
                </a:lnTo>
                <a:lnTo>
                  <a:pt x="267967" y="201463"/>
                </a:lnTo>
                <a:lnTo>
                  <a:pt x="334966" y="199692"/>
                </a:lnTo>
                <a:lnTo>
                  <a:pt x="401955" y="197920"/>
                </a:lnTo>
                <a:lnTo>
                  <a:pt x="468944" y="196158"/>
                </a:lnTo>
                <a:lnTo>
                  <a:pt x="535934" y="194386"/>
                </a:lnTo>
                <a:lnTo>
                  <a:pt x="602933" y="192624"/>
                </a:lnTo>
                <a:lnTo>
                  <a:pt x="669922" y="190852"/>
                </a:lnTo>
                <a:lnTo>
                  <a:pt x="736911" y="189090"/>
                </a:lnTo>
                <a:lnTo>
                  <a:pt x="803910" y="187319"/>
                </a:lnTo>
                <a:lnTo>
                  <a:pt x="870899" y="185557"/>
                </a:lnTo>
                <a:lnTo>
                  <a:pt x="937889" y="183785"/>
                </a:lnTo>
                <a:lnTo>
                  <a:pt x="1004888" y="182023"/>
                </a:lnTo>
                <a:lnTo>
                  <a:pt x="1071877" y="180251"/>
                </a:lnTo>
                <a:lnTo>
                  <a:pt x="1138866" y="178489"/>
                </a:lnTo>
                <a:lnTo>
                  <a:pt x="1205855" y="176717"/>
                </a:lnTo>
                <a:lnTo>
                  <a:pt x="1272854" y="174955"/>
                </a:lnTo>
                <a:lnTo>
                  <a:pt x="1339844" y="173184"/>
                </a:lnTo>
                <a:lnTo>
                  <a:pt x="1406833" y="171412"/>
                </a:lnTo>
                <a:lnTo>
                  <a:pt x="1473832" y="169650"/>
                </a:lnTo>
                <a:lnTo>
                  <a:pt x="1540821" y="167878"/>
                </a:lnTo>
                <a:lnTo>
                  <a:pt x="1607810" y="166116"/>
                </a:lnTo>
                <a:lnTo>
                  <a:pt x="1674809" y="164344"/>
                </a:lnTo>
                <a:lnTo>
                  <a:pt x="1741799" y="162582"/>
                </a:lnTo>
                <a:lnTo>
                  <a:pt x="1808788" y="160811"/>
                </a:lnTo>
                <a:lnTo>
                  <a:pt x="1875787" y="159048"/>
                </a:lnTo>
                <a:lnTo>
                  <a:pt x="1942776" y="157277"/>
                </a:lnTo>
                <a:lnTo>
                  <a:pt x="2009765" y="155515"/>
                </a:lnTo>
                <a:lnTo>
                  <a:pt x="2076755" y="153743"/>
                </a:lnTo>
                <a:lnTo>
                  <a:pt x="2143754" y="151981"/>
                </a:lnTo>
                <a:lnTo>
                  <a:pt x="2210743" y="150209"/>
                </a:lnTo>
                <a:lnTo>
                  <a:pt x="2277732" y="148447"/>
                </a:lnTo>
                <a:lnTo>
                  <a:pt x="2344731" y="146675"/>
                </a:lnTo>
                <a:lnTo>
                  <a:pt x="2411720" y="144913"/>
                </a:lnTo>
                <a:lnTo>
                  <a:pt x="2478710" y="143142"/>
                </a:lnTo>
                <a:lnTo>
                  <a:pt x="2545709" y="141370"/>
                </a:lnTo>
                <a:lnTo>
                  <a:pt x="2612698" y="139608"/>
                </a:lnTo>
                <a:lnTo>
                  <a:pt x="2679687" y="137836"/>
                </a:lnTo>
                <a:lnTo>
                  <a:pt x="2746677" y="136074"/>
                </a:lnTo>
                <a:lnTo>
                  <a:pt x="2813675" y="134303"/>
                </a:lnTo>
                <a:lnTo>
                  <a:pt x="2880665" y="132540"/>
                </a:lnTo>
                <a:lnTo>
                  <a:pt x="2947654" y="130769"/>
                </a:lnTo>
                <a:lnTo>
                  <a:pt x="3014653" y="129007"/>
                </a:lnTo>
                <a:lnTo>
                  <a:pt x="3081642" y="127235"/>
                </a:lnTo>
                <a:lnTo>
                  <a:pt x="3148632" y="125473"/>
                </a:lnTo>
                <a:lnTo>
                  <a:pt x="3215630" y="123701"/>
                </a:lnTo>
                <a:lnTo>
                  <a:pt x="3282620" y="121939"/>
                </a:lnTo>
                <a:lnTo>
                  <a:pt x="3349609" y="120167"/>
                </a:lnTo>
                <a:lnTo>
                  <a:pt x="3416608" y="118405"/>
                </a:lnTo>
                <a:lnTo>
                  <a:pt x="3483597" y="116634"/>
                </a:lnTo>
                <a:lnTo>
                  <a:pt x="3550587" y="114872"/>
                </a:lnTo>
                <a:lnTo>
                  <a:pt x="3617576" y="113100"/>
                </a:lnTo>
                <a:lnTo>
                  <a:pt x="3684575" y="111328"/>
                </a:lnTo>
                <a:lnTo>
                  <a:pt x="3751564" y="109566"/>
                </a:lnTo>
                <a:lnTo>
                  <a:pt x="3818553" y="107794"/>
                </a:lnTo>
                <a:lnTo>
                  <a:pt x="3885552" y="106032"/>
                </a:lnTo>
                <a:lnTo>
                  <a:pt x="3952542" y="104261"/>
                </a:lnTo>
                <a:lnTo>
                  <a:pt x="4019531" y="102499"/>
                </a:lnTo>
                <a:lnTo>
                  <a:pt x="4086530" y="100727"/>
                </a:lnTo>
                <a:lnTo>
                  <a:pt x="4153519" y="98965"/>
                </a:lnTo>
                <a:lnTo>
                  <a:pt x="4220508" y="97193"/>
                </a:lnTo>
                <a:lnTo>
                  <a:pt x="4287498" y="95431"/>
                </a:lnTo>
                <a:lnTo>
                  <a:pt x="4354497" y="93659"/>
                </a:lnTo>
                <a:lnTo>
                  <a:pt x="4421486" y="91897"/>
                </a:lnTo>
                <a:lnTo>
                  <a:pt x="4488475" y="90126"/>
                </a:lnTo>
                <a:lnTo>
                  <a:pt x="4555474" y="88363"/>
                </a:lnTo>
                <a:lnTo>
                  <a:pt x="4622463" y="86592"/>
                </a:lnTo>
                <a:lnTo>
                  <a:pt x="4689453" y="84820"/>
                </a:lnTo>
                <a:lnTo>
                  <a:pt x="4756452" y="83058"/>
                </a:lnTo>
                <a:lnTo>
                  <a:pt x="4823441" y="81286"/>
                </a:lnTo>
                <a:lnTo>
                  <a:pt x="4890430" y="79524"/>
                </a:lnTo>
                <a:lnTo>
                  <a:pt x="4957429" y="77753"/>
                </a:lnTo>
                <a:lnTo>
                  <a:pt x="5024418" y="75990"/>
                </a:lnTo>
                <a:lnTo>
                  <a:pt x="5091408" y="74219"/>
                </a:lnTo>
                <a:lnTo>
                  <a:pt x="5158397" y="72457"/>
                </a:lnTo>
                <a:lnTo>
                  <a:pt x="5225396" y="70685"/>
                </a:lnTo>
                <a:lnTo>
                  <a:pt x="5292385" y="68923"/>
                </a:lnTo>
                <a:lnTo>
                  <a:pt x="5359375" y="67151"/>
                </a:lnTo>
                <a:lnTo>
                  <a:pt x="5426373" y="65389"/>
                </a:lnTo>
                <a:lnTo>
                  <a:pt x="5493363" y="63617"/>
                </a:lnTo>
                <a:lnTo>
                  <a:pt x="5560352" y="61855"/>
                </a:lnTo>
                <a:lnTo>
                  <a:pt x="5627351" y="60084"/>
                </a:lnTo>
                <a:lnTo>
                  <a:pt x="5694340" y="58322"/>
                </a:lnTo>
                <a:lnTo>
                  <a:pt x="5761330" y="56550"/>
                </a:lnTo>
                <a:lnTo>
                  <a:pt x="5828328" y="54778"/>
                </a:lnTo>
                <a:lnTo>
                  <a:pt x="5895318" y="53016"/>
                </a:lnTo>
                <a:lnTo>
                  <a:pt x="5962307" y="51245"/>
                </a:lnTo>
                <a:lnTo>
                  <a:pt x="6029296" y="49482"/>
                </a:lnTo>
                <a:lnTo>
                  <a:pt x="6096295" y="47711"/>
                </a:lnTo>
                <a:lnTo>
                  <a:pt x="6163285" y="45949"/>
                </a:lnTo>
                <a:lnTo>
                  <a:pt x="6230274" y="44177"/>
                </a:lnTo>
                <a:lnTo>
                  <a:pt x="6297273" y="42415"/>
                </a:lnTo>
                <a:lnTo>
                  <a:pt x="6364262" y="40643"/>
                </a:lnTo>
                <a:lnTo>
                  <a:pt x="6431251" y="38881"/>
                </a:lnTo>
                <a:lnTo>
                  <a:pt x="6498250" y="37109"/>
                </a:lnTo>
                <a:lnTo>
                  <a:pt x="6565240" y="35347"/>
                </a:lnTo>
                <a:lnTo>
                  <a:pt x="6632229" y="33576"/>
                </a:lnTo>
                <a:lnTo>
                  <a:pt x="6699218" y="31814"/>
                </a:lnTo>
                <a:lnTo>
                  <a:pt x="6766217" y="30042"/>
                </a:lnTo>
                <a:lnTo>
                  <a:pt x="6833206" y="28270"/>
                </a:lnTo>
                <a:lnTo>
                  <a:pt x="6900196" y="26508"/>
                </a:lnTo>
                <a:lnTo>
                  <a:pt x="6967195" y="24736"/>
                </a:lnTo>
                <a:lnTo>
                  <a:pt x="7034184" y="22974"/>
                </a:lnTo>
                <a:lnTo>
                  <a:pt x="7101173" y="21203"/>
                </a:lnTo>
                <a:lnTo>
                  <a:pt x="7168172" y="19441"/>
                </a:lnTo>
                <a:lnTo>
                  <a:pt x="7235161" y="17669"/>
                </a:lnTo>
                <a:lnTo>
                  <a:pt x="7302151" y="15907"/>
                </a:lnTo>
                <a:lnTo>
                  <a:pt x="7369150" y="14135"/>
                </a:lnTo>
                <a:lnTo>
                  <a:pt x="7436139" y="12373"/>
                </a:lnTo>
                <a:lnTo>
                  <a:pt x="7503128" y="10601"/>
                </a:lnTo>
                <a:lnTo>
                  <a:pt x="7570118" y="8839"/>
                </a:lnTo>
                <a:lnTo>
                  <a:pt x="7637116" y="7068"/>
                </a:lnTo>
                <a:lnTo>
                  <a:pt x="7704106" y="5305"/>
                </a:lnTo>
                <a:lnTo>
                  <a:pt x="7771095" y="3534"/>
                </a:lnTo>
                <a:lnTo>
                  <a:pt x="7838094" y="1772"/>
                </a:lnTo>
                <a:lnTo>
                  <a:pt x="7905083" y="0"/>
                </a:lnTo>
                <a:lnTo>
                  <a:pt x="7943850" y="27213"/>
                </a:lnTo>
                <a:lnTo>
                  <a:pt x="7943850" y="94231"/>
                </a:lnTo>
                <a:lnTo>
                  <a:pt x="7876861" y="95993"/>
                </a:lnTo>
                <a:lnTo>
                  <a:pt x="7809862" y="97765"/>
                </a:lnTo>
                <a:lnTo>
                  <a:pt x="7742873" y="99527"/>
                </a:lnTo>
                <a:lnTo>
                  <a:pt x="7675883" y="101298"/>
                </a:lnTo>
                <a:lnTo>
                  <a:pt x="7608884" y="103061"/>
                </a:lnTo>
                <a:lnTo>
                  <a:pt x="7541895" y="104832"/>
                </a:lnTo>
                <a:lnTo>
                  <a:pt x="7474906" y="106594"/>
                </a:lnTo>
                <a:lnTo>
                  <a:pt x="7407916" y="108366"/>
                </a:lnTo>
                <a:lnTo>
                  <a:pt x="7340918" y="110128"/>
                </a:lnTo>
                <a:lnTo>
                  <a:pt x="7273928" y="111900"/>
                </a:lnTo>
                <a:lnTo>
                  <a:pt x="7206939" y="113662"/>
                </a:lnTo>
                <a:lnTo>
                  <a:pt x="7139940" y="115433"/>
                </a:lnTo>
                <a:lnTo>
                  <a:pt x="7072951" y="117205"/>
                </a:lnTo>
                <a:lnTo>
                  <a:pt x="7005961" y="118967"/>
                </a:lnTo>
                <a:lnTo>
                  <a:pt x="6938963" y="120739"/>
                </a:lnTo>
                <a:lnTo>
                  <a:pt x="6871973" y="122501"/>
                </a:lnTo>
                <a:lnTo>
                  <a:pt x="6804984" y="124273"/>
                </a:lnTo>
                <a:lnTo>
                  <a:pt x="6737995" y="126035"/>
                </a:lnTo>
                <a:lnTo>
                  <a:pt x="6670996" y="127806"/>
                </a:lnTo>
                <a:lnTo>
                  <a:pt x="6604006" y="129569"/>
                </a:lnTo>
                <a:lnTo>
                  <a:pt x="6537017" y="131340"/>
                </a:lnTo>
                <a:lnTo>
                  <a:pt x="6470018" y="133102"/>
                </a:lnTo>
                <a:lnTo>
                  <a:pt x="6403029" y="134874"/>
                </a:lnTo>
                <a:lnTo>
                  <a:pt x="6336040" y="136636"/>
                </a:lnTo>
                <a:lnTo>
                  <a:pt x="6269041" y="138408"/>
                </a:lnTo>
                <a:lnTo>
                  <a:pt x="6202051" y="140170"/>
                </a:lnTo>
                <a:lnTo>
                  <a:pt x="6135062" y="141942"/>
                </a:lnTo>
                <a:lnTo>
                  <a:pt x="6068063" y="143704"/>
                </a:lnTo>
                <a:lnTo>
                  <a:pt x="6001074" y="145475"/>
                </a:lnTo>
                <a:lnTo>
                  <a:pt x="5934085" y="147247"/>
                </a:lnTo>
                <a:lnTo>
                  <a:pt x="5867095" y="149009"/>
                </a:lnTo>
                <a:lnTo>
                  <a:pt x="5800096" y="150781"/>
                </a:lnTo>
                <a:lnTo>
                  <a:pt x="5733107" y="152543"/>
                </a:lnTo>
                <a:lnTo>
                  <a:pt x="5666118" y="154315"/>
                </a:lnTo>
                <a:lnTo>
                  <a:pt x="5599119" y="156077"/>
                </a:lnTo>
                <a:lnTo>
                  <a:pt x="5532130" y="157848"/>
                </a:lnTo>
                <a:lnTo>
                  <a:pt x="5465140" y="159610"/>
                </a:lnTo>
                <a:lnTo>
                  <a:pt x="5398141" y="161382"/>
                </a:lnTo>
                <a:lnTo>
                  <a:pt x="5331152" y="163144"/>
                </a:lnTo>
                <a:lnTo>
                  <a:pt x="5264163" y="164916"/>
                </a:lnTo>
                <a:lnTo>
                  <a:pt x="5197173" y="166678"/>
                </a:lnTo>
                <a:lnTo>
                  <a:pt x="5130175" y="168450"/>
                </a:lnTo>
                <a:lnTo>
                  <a:pt x="5063185" y="170212"/>
                </a:lnTo>
                <a:lnTo>
                  <a:pt x="4996196" y="171983"/>
                </a:lnTo>
                <a:lnTo>
                  <a:pt x="4929197" y="173755"/>
                </a:lnTo>
                <a:lnTo>
                  <a:pt x="4862208" y="175517"/>
                </a:lnTo>
                <a:lnTo>
                  <a:pt x="4795218" y="177289"/>
                </a:lnTo>
                <a:lnTo>
                  <a:pt x="4728220" y="179051"/>
                </a:lnTo>
                <a:lnTo>
                  <a:pt x="4661230" y="180823"/>
                </a:lnTo>
                <a:lnTo>
                  <a:pt x="4594241" y="182585"/>
                </a:lnTo>
                <a:lnTo>
                  <a:pt x="4527242" y="184356"/>
                </a:lnTo>
                <a:lnTo>
                  <a:pt x="4460253" y="186119"/>
                </a:lnTo>
                <a:lnTo>
                  <a:pt x="4393263" y="187890"/>
                </a:lnTo>
                <a:lnTo>
                  <a:pt x="4326274" y="189652"/>
                </a:lnTo>
                <a:lnTo>
                  <a:pt x="4259275" y="191424"/>
                </a:lnTo>
                <a:lnTo>
                  <a:pt x="4192286" y="193186"/>
                </a:lnTo>
                <a:lnTo>
                  <a:pt x="4125297" y="194958"/>
                </a:lnTo>
                <a:lnTo>
                  <a:pt x="4058298" y="196720"/>
                </a:lnTo>
                <a:lnTo>
                  <a:pt x="3991308" y="198491"/>
                </a:lnTo>
                <a:lnTo>
                  <a:pt x="3924319" y="200254"/>
                </a:lnTo>
                <a:lnTo>
                  <a:pt x="3857320" y="202025"/>
                </a:lnTo>
                <a:lnTo>
                  <a:pt x="3790331" y="203797"/>
                </a:lnTo>
                <a:lnTo>
                  <a:pt x="3723342" y="205559"/>
                </a:lnTo>
                <a:lnTo>
                  <a:pt x="3656352" y="207331"/>
                </a:lnTo>
                <a:lnTo>
                  <a:pt x="3589353" y="209093"/>
                </a:lnTo>
                <a:lnTo>
                  <a:pt x="3522364" y="210864"/>
                </a:lnTo>
                <a:lnTo>
                  <a:pt x="3455375" y="212627"/>
                </a:lnTo>
                <a:lnTo>
                  <a:pt x="3388376" y="214398"/>
                </a:lnTo>
                <a:lnTo>
                  <a:pt x="3321387" y="216160"/>
                </a:lnTo>
                <a:lnTo>
                  <a:pt x="3254397" y="217932"/>
                </a:lnTo>
                <a:lnTo>
                  <a:pt x="3187398" y="219694"/>
                </a:lnTo>
                <a:lnTo>
                  <a:pt x="3120409" y="221466"/>
                </a:lnTo>
                <a:lnTo>
                  <a:pt x="3053420" y="223228"/>
                </a:lnTo>
                <a:lnTo>
                  <a:pt x="2986421" y="225000"/>
                </a:lnTo>
                <a:lnTo>
                  <a:pt x="2919432" y="226762"/>
                </a:lnTo>
                <a:lnTo>
                  <a:pt x="2852442" y="228533"/>
                </a:lnTo>
                <a:lnTo>
                  <a:pt x="2785453" y="230295"/>
                </a:lnTo>
                <a:lnTo>
                  <a:pt x="2718454" y="232067"/>
                </a:lnTo>
                <a:lnTo>
                  <a:pt x="2651465" y="233839"/>
                </a:lnTo>
                <a:lnTo>
                  <a:pt x="2584475" y="235601"/>
                </a:lnTo>
                <a:lnTo>
                  <a:pt x="2517477" y="237373"/>
                </a:lnTo>
                <a:lnTo>
                  <a:pt x="2450487" y="239135"/>
                </a:lnTo>
                <a:lnTo>
                  <a:pt x="2383498" y="240906"/>
                </a:lnTo>
                <a:lnTo>
                  <a:pt x="2316499" y="242668"/>
                </a:lnTo>
                <a:lnTo>
                  <a:pt x="2249510" y="244440"/>
                </a:lnTo>
                <a:lnTo>
                  <a:pt x="2182520" y="246202"/>
                </a:lnTo>
                <a:lnTo>
                  <a:pt x="2115531" y="247974"/>
                </a:lnTo>
                <a:lnTo>
                  <a:pt x="2048532" y="249736"/>
                </a:lnTo>
                <a:lnTo>
                  <a:pt x="1981543" y="251508"/>
                </a:lnTo>
                <a:lnTo>
                  <a:pt x="1914554" y="253270"/>
                </a:lnTo>
                <a:lnTo>
                  <a:pt x="1847555" y="255041"/>
                </a:lnTo>
                <a:lnTo>
                  <a:pt x="1780565" y="256804"/>
                </a:lnTo>
                <a:lnTo>
                  <a:pt x="1713576" y="258575"/>
                </a:lnTo>
                <a:lnTo>
                  <a:pt x="1646577" y="260347"/>
                </a:lnTo>
                <a:lnTo>
                  <a:pt x="1579588" y="262109"/>
                </a:lnTo>
                <a:lnTo>
                  <a:pt x="1512599" y="263881"/>
                </a:lnTo>
                <a:lnTo>
                  <a:pt x="1445600" y="265643"/>
                </a:lnTo>
                <a:lnTo>
                  <a:pt x="1378610" y="267414"/>
                </a:lnTo>
                <a:lnTo>
                  <a:pt x="1311621" y="269177"/>
                </a:lnTo>
                <a:lnTo>
                  <a:pt x="1244622" y="270948"/>
                </a:lnTo>
                <a:lnTo>
                  <a:pt x="1177633" y="272710"/>
                </a:lnTo>
                <a:lnTo>
                  <a:pt x="1110644" y="274482"/>
                </a:lnTo>
                <a:lnTo>
                  <a:pt x="1043654" y="276244"/>
                </a:lnTo>
                <a:lnTo>
                  <a:pt x="976655" y="278016"/>
                </a:lnTo>
                <a:lnTo>
                  <a:pt x="909666" y="279778"/>
                </a:lnTo>
                <a:lnTo>
                  <a:pt x="842677" y="281549"/>
                </a:lnTo>
                <a:lnTo>
                  <a:pt x="775678" y="283312"/>
                </a:lnTo>
                <a:lnTo>
                  <a:pt x="708689" y="285083"/>
                </a:lnTo>
                <a:lnTo>
                  <a:pt x="641699" y="286845"/>
                </a:lnTo>
                <a:lnTo>
                  <a:pt x="574710" y="288617"/>
                </a:lnTo>
                <a:lnTo>
                  <a:pt x="507711" y="290389"/>
                </a:lnTo>
                <a:lnTo>
                  <a:pt x="440722" y="292151"/>
                </a:lnTo>
                <a:lnTo>
                  <a:pt x="373732" y="293922"/>
                </a:lnTo>
                <a:lnTo>
                  <a:pt x="306734" y="295685"/>
                </a:lnTo>
                <a:lnTo>
                  <a:pt x="239744" y="297456"/>
                </a:lnTo>
                <a:lnTo>
                  <a:pt x="172755" y="299218"/>
                </a:lnTo>
                <a:lnTo>
                  <a:pt x="105756" y="300990"/>
                </a:lnTo>
                <a:lnTo>
                  <a:pt x="38767" y="302752"/>
                </a:lnTo>
                <a:lnTo>
                  <a:pt x="0" y="275539"/>
                </a:lnTo>
                <a:lnTo>
                  <a:pt x="0" y="208531"/>
                </a:lnTo>
                <a:close/>
              </a:path>
            </a:pathLst>
          </a:custGeom>
          <a:solidFill xmlns:a="http://schemas.openxmlformats.org/drawingml/2006/main">
            <a:srgbClr val="486F8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balance-joint-ring">
            <a:extLst xmlns:a="http://schemas.openxmlformats.org/drawingml/2006/main">
              <a:ext uri="{FF2B5EF4-FFF2-40B4-BE49-F238E27FC236}">
                <a16:creationId xmlns:a16="http://schemas.microsoft.com/office/drawing/2014/main" id="{E42739E7-DFFA-435C-947A-74B6260A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balance-joint-core">
            <a:extLst xmlns:a="http://schemas.openxmlformats.org/drawingml/2006/main">
              <a:ext uri="{FF2B5EF4-FFF2-40B4-BE49-F238E27FC236}">
                <a16:creationId xmlns:a16="http://schemas.microsoft.com/office/drawing/2014/main" id="{79D313BB-9048-45A1-BAD9-6C2C98BE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4075" y="2752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D9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balance-topic-kicker">
            <a:extLst xmlns:a="http://schemas.openxmlformats.org/drawingml/2006/main">
              <a:ext uri="{FF2B5EF4-FFF2-40B4-BE49-F238E27FC236}">
                <a16:creationId xmlns:a16="http://schemas.microsoft.com/office/drawing/2014/main" id="{6948B3C8-4D2D-40EF-93C4-6A71DA50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600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决策权衡</a:t>
            </a:r>
          </a:p>
        </p:txBody>
      </p:sp>
      <p:sp>
        <p:nvSpPr>
          <p:cNvPr id="20" name="balance-topic-title">
            <a:extLst xmlns:a="http://schemas.openxmlformats.org/drawingml/2006/main">
              <a:ext uri="{FF2B5EF4-FFF2-40B4-BE49-F238E27FC236}">
                <a16:creationId xmlns:a16="http://schemas.microsoft.com/office/drawing/2014/main" id="{8367591A-CACE-47DB-9F56-B7AFB7E3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1425" y="1838325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中期同伴质询试点</a:t>
            </a:r>
          </a:p>
        </p:txBody>
      </p:sp>
      <p:sp>
        <p:nvSpPr>
          <p:cNvPr id="21" name="benefit-heading">
            <a:extLst xmlns:a="http://schemas.openxmlformats.org/drawingml/2006/main">
              <a:ext uri="{FF2B5EF4-FFF2-40B4-BE49-F238E27FC236}">
                <a16:creationId xmlns:a16="http://schemas.microsoft.com/office/drawing/2014/main" id="{F8047DCD-CBE6-4310-BA83-276068D8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924300"/>
            <a:ext cx="3124200" cy="22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22" name="benefit-separator">
            <a:extLst xmlns:a="http://schemas.openxmlformats.org/drawingml/2006/main">
              <a:ext uri="{FF2B5EF4-FFF2-40B4-BE49-F238E27FC236}">
                <a16:creationId xmlns:a16="http://schemas.microsoft.com/office/drawing/2014/main" id="{85D0D2A0-EFC7-42BE-84B2-42914B2C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175" y="4244283"/>
            <a:ext cx="400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9F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enefit-points">
            <a:extLst xmlns:a="http://schemas.openxmlformats.org/drawingml/2006/main">
              <a:ext uri="{FF2B5EF4-FFF2-40B4-BE49-F238E27FC236}">
                <a16:creationId xmlns:a16="http://schemas.microsoft.com/office/drawing/2014/main" id="{63E2FD29-C1FE-4C79-BE86-F593CAC8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377633"/>
            <a:ext cx="3124200" cy="77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6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提前暴露隐含前提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评价变成可回应问题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留出修正论证机会</a:t>
            </a:r>
          </a:p>
        </p:txBody>
      </p:sp>
      <p:sp>
        <p:nvSpPr>
          <p:cNvPr id="24" name="risk-heading">
            <a:extLst xmlns:a="http://schemas.openxmlformats.org/drawingml/2006/main">
              <a:ext uri="{FF2B5EF4-FFF2-40B4-BE49-F238E27FC236}">
                <a16:creationId xmlns:a16="http://schemas.microsoft.com/office/drawing/2014/main" id="{0DD54B10-CA6E-459D-96A3-BC3EB904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657600"/>
            <a:ext cx="3124200" cy="22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代价与风险</a:t>
            </a:r>
          </a:p>
        </p:txBody>
      </p:sp>
      <p:sp>
        <p:nvSpPr>
          <p:cNvPr id="25" name="risk-separator">
            <a:extLst xmlns:a="http://schemas.openxmlformats.org/drawingml/2006/main">
              <a:ext uri="{FF2B5EF4-FFF2-40B4-BE49-F238E27FC236}">
                <a16:creationId xmlns:a16="http://schemas.microsoft.com/office/drawing/2014/main" id="{C7089B33-D126-4D52-B69A-EDC2351C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3977583"/>
            <a:ext cx="400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AE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isk-points">
            <a:extLst xmlns:a="http://schemas.openxmlformats.org/drawingml/2006/main">
              <a:ext uri="{FF2B5EF4-FFF2-40B4-BE49-F238E27FC236}">
                <a16:creationId xmlns:a16="http://schemas.microsoft.com/office/drawing/2014/main" id="{40DC3A62-94AF-4EE0-9C46-D8915DE5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4110933"/>
            <a:ext cx="3124200" cy="77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6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同伴可能遗漏关键问题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占用课堂与准备时间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意见可能被当成结论</a:t>
            </a:r>
          </a:p>
        </p:txBody>
      </p:sp>
      <p:sp>
        <p:nvSpPr>
          <p:cNvPr id="27" name="balance-verdict-title">
            <a:extLst xmlns:a="http://schemas.openxmlformats.org/drawingml/2006/main">
              <a:ext uri="{FF2B5EF4-FFF2-40B4-BE49-F238E27FC236}">
                <a16:creationId xmlns:a16="http://schemas.microsoft.com/office/drawing/2014/main" id="{221E4FCE-863A-4081-B53C-2C1796D2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4772025"/>
            <a:ext cx="2247900" cy="22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综合判断</a:t>
            </a:r>
          </a:p>
        </p:txBody>
      </p:sp>
      <p:sp>
        <p:nvSpPr>
          <p:cNvPr id="28" name="balance-verdict-separator">
            <a:extLst xmlns:a="http://schemas.openxmlformats.org/drawingml/2006/main">
              <a:ext uri="{FF2B5EF4-FFF2-40B4-BE49-F238E27FC236}">
                <a16:creationId xmlns:a16="http://schemas.microsoft.com/office/drawing/2014/main" id="{51B07E05-F26A-4769-8D90-8E01198F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5063433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B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alance-verdict-body">
            <a:extLst xmlns:a="http://schemas.openxmlformats.org/drawingml/2006/main">
              <a:ext uri="{FF2B5EF4-FFF2-40B4-BE49-F238E27FC236}">
                <a16:creationId xmlns:a16="http://schemas.microsoft.com/office/drawing/2014/main" id="{5ACCD29A-908E-4B27-B19E-1C0136A1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5158683"/>
            <a:ext cx="2247900" cy="502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可试点，但须范围受控且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教师保留最终判断</a:t>
            </a:r>
          </a:p>
        </p:txBody>
      </p:sp>
      <p:sp>
        <p:nvSpPr>
          <p:cNvPr id="30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27783281-ECEE-4667-A771-F6705FC6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674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31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1689D63F-D0DF-426C-8A3A-84BCAB9B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008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虚构教学方案讨论稿｜拟议安排，不代表已观察到教学成效</a:t>
            </a:r>
          </a:p>
        </p:txBody>
      </p:sp>
      <p:sp>
        <p:nvSpPr>
          <p:cNvPr id="32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5C04F3B2-6E41-4C1D-8D6A-29ACEE53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 / 03</a:t>
            </a:r>
          </a:p>
        </p:txBody>
      </p:sp>
    </p:spTree>
    <p:extLst>
      <p:ext uri="{BB962C8B-B14F-4D97-AF65-F5344CB8AC3E}">
        <p14:creationId xmlns:p14="http://schemas.microsoft.com/office/powerpoint/2010/main" val="1255682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3-title">
            <a:extLst xmlns:a="http://schemas.openxmlformats.org/drawingml/2006/main">
              <a:ext uri="{FF2B5EF4-FFF2-40B4-BE49-F238E27FC236}">
                <a16:creationId xmlns:a16="http://schemas.microsoft.com/office/drawing/2014/main" id="{9E14D1E9-17CB-4E5A-9570-ABDBE878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授权边界决定哪些问题可以被提出</a:t>
            </a:r>
          </a:p>
        </p:txBody>
      </p:sp>
      <p:sp>
        <p:nvSpPr>
          <p:cNvPr id="2" name="page-3-label">
            <a:extLst xmlns:a="http://schemas.openxmlformats.org/drawingml/2006/main">
              <a:ext uri="{FF2B5EF4-FFF2-40B4-BE49-F238E27FC236}">
                <a16:creationId xmlns:a16="http://schemas.microsoft.com/office/drawing/2014/main" id="{F03D6C52-3D39-4998-BA23-4CAB1206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中期质询试点</a:t>
            </a:r>
          </a:p>
        </p:txBody>
      </p:sp>
      <p:sp>
        <p:nvSpPr>
          <p:cNvPr id="3" name="page-3-left-heading">
            <a:extLst xmlns:a="http://schemas.openxmlformats.org/drawingml/2006/main">
              <a:ext uri="{FF2B5EF4-FFF2-40B4-BE49-F238E27FC236}">
                <a16:creationId xmlns:a16="http://schemas.microsoft.com/office/drawing/2014/main" id="{8C52AD00-6016-4713-A639-4C5F6CAD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先确认材料能否被共享</a:t>
            </a:r>
          </a:p>
        </p:txBody>
      </p:sp>
      <p:sp>
        <p:nvSpPr>
          <p:cNvPr id="4" name="page-3-left-body">
            <a:extLst xmlns:a="http://schemas.openxmlformats.org/drawingml/2006/main">
              <a:ext uri="{FF2B5EF4-FFF2-40B4-BE49-F238E27FC236}">
                <a16:creationId xmlns:a16="http://schemas.microsoft.com/office/drawing/2014/main" id="{2E176128-03D7-488F-ABBA-BDD0275C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336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涉及合作单位限制或个人信息时，项目组先改用可公开的示例，或只描述可披露的前提。</a:t>
            </a:r>
          </a:p>
        </p:txBody>
      </p:sp>
      <p:sp>
        <p:nvSpPr>
          <p:cNvPr id="5" name="page-3-left-condition">
            <a:extLst xmlns:a="http://schemas.openxmlformats.org/drawingml/2006/main">
              <a:ext uri="{FF2B5EF4-FFF2-40B4-BE49-F238E27FC236}">
                <a16:creationId xmlns:a16="http://schemas.microsoft.com/office/drawing/2014/main" id="{7F792325-3054-45FD-A38E-49A872C8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9090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无法在授权范围内提出问题时，暂停该项质询，由教师协调后再决定是否继续。</a:t>
            </a:r>
          </a:p>
        </p:txBody>
      </p:sp>
      <p:sp>
        <p:nvSpPr>
          <p:cNvPr id="6" name="page-3-right-heading">
            <a:extLst xmlns:a="http://schemas.openxmlformats.org/drawingml/2006/main">
              <a:ext uri="{FF2B5EF4-FFF2-40B4-BE49-F238E27FC236}">
                <a16:creationId xmlns:a16="http://schemas.microsoft.com/office/drawing/2014/main" id="{A63A6EE3-DC0E-414C-99E2-61D2BEDB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试点范围与退出条件</a:t>
            </a:r>
          </a:p>
        </p:txBody>
      </p:sp>
      <p:sp>
        <p:nvSpPr>
          <p:cNvPr id="7" name="page-3-scope-number">
            <a:extLst xmlns:a="http://schemas.openxmlformats.org/drawingml/2006/main">
              <a:ext uri="{FF2B5EF4-FFF2-40B4-BE49-F238E27FC236}">
                <a16:creationId xmlns:a16="http://schemas.microsoft.com/office/drawing/2014/main" id="{4E973B2F-AE62-4F58-BB8D-D4A96F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526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" name="page-3-scope-label">
            <a:extLst xmlns:a="http://schemas.openxmlformats.org/drawingml/2006/main">
              <a:ext uri="{FF2B5EF4-FFF2-40B4-BE49-F238E27FC236}">
                <a16:creationId xmlns:a16="http://schemas.microsoft.com/office/drawing/2014/main" id="{9C3E3637-1538-4EBB-9F4D-2F4F2545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个自愿项目组</a:t>
            </a:r>
          </a:p>
        </p:txBody>
      </p:sp>
      <p:sp>
        <p:nvSpPr>
          <p:cNvPr id="9" name="page-3-duration-number">
            <a:extLst xmlns:a="http://schemas.openxmlformats.org/drawingml/2006/main">
              <a:ext uri="{FF2B5EF4-FFF2-40B4-BE49-F238E27FC236}">
                <a16:creationId xmlns:a16="http://schemas.microsoft.com/office/drawing/2014/main" id="{7B24633E-C1F0-4A34-83F1-B2D48BBC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526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2 周</a:t>
            </a:r>
          </a:p>
        </p:txBody>
      </p:sp>
      <p:sp>
        <p:nvSpPr>
          <p:cNvPr id="10" name="page-3-duration-label">
            <a:extLst xmlns:a="http://schemas.openxmlformats.org/drawingml/2006/main">
              <a:ext uri="{FF2B5EF4-FFF2-40B4-BE49-F238E27FC236}">
                <a16:creationId xmlns:a16="http://schemas.microsoft.com/office/drawing/2014/main" id="{8B2AC70F-05D9-4A8C-90D6-299F2D93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05050"/>
            <a:ext cx="14573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一门课程内的拟定范围</a:t>
            </a:r>
          </a:p>
        </p:txBody>
      </p:sp>
      <p:sp>
        <p:nvSpPr>
          <p:cNvPr id="11" name="page-3-divider">
            <a:extLst xmlns:a="http://schemas.openxmlformats.org/drawingml/2006/main">
              <a:ext uri="{FF2B5EF4-FFF2-40B4-BE49-F238E27FC236}">
                <a16:creationId xmlns:a16="http://schemas.microsoft.com/office/drawing/2014/main" id="{70B732EF-C231-4074-9318-85F420AA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52600"/>
            <a:ext cx="0" cy="411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12" name="page-3-check-heading">
            <a:extLst xmlns:a="http://schemas.openxmlformats.org/drawingml/2006/main">
              <a:ext uri="{FF2B5EF4-FFF2-40B4-BE49-F238E27FC236}">
                <a16:creationId xmlns:a16="http://schemas.microsoft.com/office/drawing/2014/main" id="{51770BCF-2059-44EB-B56C-F7A6FE8B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19450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结束后只讨论三件事</a:t>
            </a:r>
          </a:p>
        </p:txBody>
      </p:sp>
      <p:sp>
        <p:nvSpPr>
          <p:cNvPr id="13" name="page-3-check-body">
            <a:extLst xmlns:a="http://schemas.openxmlformats.org/drawingml/2006/main">
              <a:ext uri="{FF2B5EF4-FFF2-40B4-BE49-F238E27FC236}">
                <a16:creationId xmlns:a16="http://schemas.microsoft.com/office/drawing/2014/main" id="{2F4045D3-7FAE-437D-82DD-A7AA1D1D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76650"/>
            <a:ext cx="546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问题是否指向具体前提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回应是否使用了对应材料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• 组织负担是否可承受</a:t>
            </a:r>
          </a:p>
        </p:txBody>
      </p:sp>
      <p:sp>
        <p:nvSpPr>
          <p:cNvPr id="14" name="page-3-stop-heading">
            <a:extLst xmlns:a="http://schemas.openxmlformats.org/drawingml/2006/main">
              <a:ext uri="{FF2B5EF4-FFF2-40B4-BE49-F238E27FC236}">
                <a16:creationId xmlns:a16="http://schemas.microsoft.com/office/drawing/2014/main" id="{FF7D4840-F625-4316-90BD-E62136B6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914900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何时收窄或停止</a:t>
            </a:r>
          </a:p>
        </p:txBody>
      </p:sp>
      <p:sp>
        <p:nvSpPr>
          <p:cNvPr id="15" name="page-3-stop-body">
            <a:extLst xmlns:a="http://schemas.openxmlformats.org/drawingml/2006/main">
              <a:ext uri="{FF2B5EF4-FFF2-40B4-BE49-F238E27FC236}">
                <a16:creationId xmlns:a16="http://schemas.microsoft.com/office/drawing/2014/main" id="{695094DA-77F2-418B-9936-B5476C48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3721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反馈持续停留在泛泛意见：先收窄问题要求。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准备负担挤占必要项目工作：停止或缩小试点。</a:t>
            </a:r>
          </a:p>
        </p:txBody>
      </p:sp>
      <p:sp>
        <p:nvSpPr>
          <p:cNvPr id="16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45DBC9A4-4AED-44A4-AE70-ECEC5BA0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674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D2"/>
            </a:solidFill>
            <a:prstDash val="solid"/>
          </a:ln>
        </p:spPr>
      </p:sp>
      <p:sp>
        <p:nvSpPr>
          <p:cNvPr id="17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DA59EE76-81D5-4356-8FEA-D829A126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008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虚构教学方案讨论稿｜拟议安排，不代表已观察到教学成效</a:t>
            </a:r>
          </a:p>
        </p:txBody>
      </p:sp>
      <p:sp>
        <p:nvSpPr>
          <p:cNvPr id="18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6FB25338-3A35-494A-A8EC-664A6EE6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 / 03</a:t>
            </a:r>
          </a:p>
        </p:txBody>
      </p:sp>
    </p:spTree>
    <p:extLst>
      <p:ext uri="{BB962C8B-B14F-4D97-AF65-F5344CB8AC3E}">
        <p14:creationId xmlns:p14="http://schemas.microsoft.com/office/powerpoint/2010/main" val="664971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2026-09-05T16:38:08.7440000Z</dcterms:created>
  <dcterms:modified xsi:type="dcterms:W3CDTF">2026-09-05T16:38:08.7440000Z</dcterms:modified>
</coreProperties>
</file>