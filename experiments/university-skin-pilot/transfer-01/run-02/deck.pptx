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93f92d83234f82" /><Relationship Type="http://schemas.openxmlformats.org/officeDocument/2006/relationships/extended-properties" Target="/docProps/app.xml" Id="Rbab62d629be24583" /><Relationship Type="http://schemas.openxmlformats.org/officeDocument/2006/relationships/officeDocument" Target="/ppt/presentation.xml" Id="R3992f87cdab0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b1b8dc43cc47d7"/>
  </p:sldMasterIdLst>
  <p:notesMasterIdLst>
    <p:notesMasterId xmlns:r="http://schemas.openxmlformats.org/officeDocument/2006/relationships" r:id="Rf7529d8600604817"/>
  </p:notesMasterIdLst>
  <p:sldIdLst>
    <p:sldId xmlns:r="http://schemas.openxmlformats.org/officeDocument/2006/relationships" id="256" r:id="Re0ec75663a2b4bb0"/>
    <p:sldId xmlns:r="http://schemas.openxmlformats.org/officeDocument/2006/relationships" id="257" r:id="R61ea1eb5a5ca4ac1"/>
    <p:sldId xmlns:r="http://schemas.openxmlformats.org/officeDocument/2006/relationships" id="258" r:id="R4f42715ea54e4b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360db2c1b4b12" /><Relationship Type="http://schemas.openxmlformats.org/officeDocument/2006/relationships/slideMaster" Target="/ppt/slideMasters/slideMaster1.xml" Id="R4ab1b8dc43cc47d7" /><Relationship Type="http://schemas.openxmlformats.org/officeDocument/2006/relationships/notesMaster" Target="/ppt/notesMasters/notesMaster1.xml" Id="Rf7529d8600604817" /><Relationship Type="http://schemas.openxmlformats.org/officeDocument/2006/relationships/presProps" Target="/ppt/presProps.xml" Id="R5f759d31db7744ad" /><Relationship Type="http://schemas.openxmlformats.org/officeDocument/2006/relationships/tableStyles" Target="/ppt/tableStyles.xml" Id="R896fdd4143f441b8" /><Relationship Type="http://schemas.openxmlformats.org/officeDocument/2006/relationships/slide" Target="/ppt/slides/slide1.xml" Id="Re0ec75663a2b4bb0" /><Relationship Type="http://schemas.openxmlformats.org/officeDocument/2006/relationships/slide" Target="/ppt/slides/slide2.xml" Id="R61ea1eb5a5ca4ac1" /><Relationship Type="http://schemas.openxmlformats.org/officeDocument/2006/relationships/slide" Target="/ppt/slides/slide3.xml" Id="R4f42715ea54e4b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559eec02e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e5dd4b08934714" /><Relationship Type="http://schemas.openxmlformats.org/officeDocument/2006/relationships/notesMaster" Target="/ppt/notesMasters/notesMaster1.xml" Id="R21ad84b150e544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5778ed08e486a" /><Relationship Type="http://schemas.openxmlformats.org/officeDocument/2006/relationships/notesMaster" Target="/ppt/notesMasters/notesMaster1.xml" Id="R18b6ecef0048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d77c7f7d604aeb" /><Relationship Type="http://schemas.openxmlformats.org/officeDocument/2006/relationships/notesMaster" Target="/ppt/notesMasters/notesMaster1.xml" Id="R254330192be74b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experiments/university-skin-pilot/transfer-01/manuscript.md（虚构稿件；本页内容均为拟议安排）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experiments/university-skin-pilot/transfer-01/manuscript.md（虚构稿件；本页内容均为拟议安排）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experiments/university-skin-pilot/transfer-01/manuscript.md（虚构稿件；本页内容均为拟议安排）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ccf1f701a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28ff57f5f24ab2" /><Relationship Type="http://schemas.openxmlformats.org/officeDocument/2006/relationships/slideLayout" Target="/ppt/slideLayouts/slideLayout1.xml" Id="Ra9d4787f740d4e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d4787f740d4e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a894f80cf466e" /><Relationship Type="http://schemas.openxmlformats.org/officeDocument/2006/relationships/notesSlide" Target="/ppt/notesSlides/notesSlide1.xml" Id="R15bfd4c0d7a3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79e9ab3c841df" /><Relationship Type="http://schemas.openxmlformats.org/officeDocument/2006/relationships/notesSlide" Target="/ppt/notesSlides/notesSlide2.xml" Id="R71cf73fb673b46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604aebbe848e5" /><Relationship Type="http://schemas.openxmlformats.org/officeDocument/2006/relationships/notesSlide" Target="/ppt/notesSlides/notesSlide3.xml" Id="Re693290095fd40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1-title">
            <a:extLst xmlns:a="http://schemas.openxmlformats.org/drawingml/2006/main">
              <a:ext uri="{FF2B5EF4-FFF2-40B4-BE49-F238E27FC236}">
                <a16:creationId xmlns:a16="http://schemas.microsoft.com/office/drawing/2014/main" id="{5375A289-FBAA-4B2D-BE08-5F21D454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中期质询把关键假设带到最终展示之前</a:t>
            </a:r>
          </a:p>
        </p:txBody>
      </p:sp>
      <p:sp>
        <p:nvSpPr>
          <p:cNvPr id="2" name="page-1-explanation-heading">
            <a:extLst xmlns:a="http://schemas.openxmlformats.org/drawingml/2006/main">
              <a:ext uri="{FF2B5EF4-FFF2-40B4-BE49-F238E27FC236}">
                <a16:creationId xmlns:a16="http://schemas.microsoft.com/office/drawing/2014/main" id="{86EEF636-7BDD-45FE-A9E8-7519F70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240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未决问题可保留</a:t>
            </a:r>
          </a:p>
        </p:txBody>
      </p:sp>
      <p:sp>
        <p:nvSpPr>
          <p:cNvPr id="3" name="page-1-explanation-body">
            <a:extLst xmlns:a="http://schemas.openxmlformats.org/drawingml/2006/main">
              <a:ext uri="{FF2B5EF4-FFF2-40B4-BE49-F238E27FC236}">
                <a16:creationId xmlns:a16="http://schemas.microsoft.com/office/drawing/2014/main" id="{19375F8D-10DC-4169-9030-4C503D9F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47950"/>
            <a:ext cx="1981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质询不等于否定。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材料不足时，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问题可以保留，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不要求给出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确定答案。</a:t>
            </a:r>
          </a:p>
        </p:txBody>
      </p:sp>
      <p:sp>
        <p:nvSpPr>
          <p:cNvPr id="4" name="page-1-explanation-rule">
            <a:extLst xmlns:a="http://schemas.openxmlformats.org/drawingml/2006/main">
              <a:ext uri="{FF2B5EF4-FFF2-40B4-BE49-F238E27FC236}">
                <a16:creationId xmlns:a16="http://schemas.microsoft.com/office/drawing/2014/main" id="{28EC178D-003E-4861-8CA5-20E763E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0" cy="236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5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5C726F6B-7622-4FF7-B768-5A4B3911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596448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E7EEF4"/>
            </a:solidFill>
            <a:prstDash val="solid"/>
          </a:ln>
        </p:spPr>
      </p:sp>
      <p:sp>
        <p:nvSpPr>
          <p:cNvPr id="6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7C0984A8-8BBD-454A-A27C-2C590A5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2743200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6B9286E7-3A58-4A10-A53A-480F591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6859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提交判断</a:t>
            </a:r>
          </a:p>
        </p:txBody>
      </p:sp>
      <p:sp>
        <p:nvSpPr>
          <p:cNvPr id="8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012C2F7A-08B9-4E98-9436-2761F96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9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D3632CFC-19A5-4F74-A0ED-FEE1F161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B4A599E2-E86E-4A4F-9CE0-8E595D8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DF9ACE7A-0994-4A0C-BF1B-A3BF8186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90AA22CB-A5D5-43A2-A821-F437D1F2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48615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3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81DBA77F-E78D-4325-A92E-BFFC13E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40042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4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6A3FC1C2-119F-40D6-83F0-36A02D89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FE0B619A-CCA3-49E4-88E5-8C7C6039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6957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提交主要判断；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材料与未定前提</a:t>
            </a:r>
          </a:p>
        </p:txBody>
      </p:sp>
      <p:sp>
        <p:nvSpPr>
          <p:cNvPr id="16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BAE83D02-8E91-4C1A-B811-2F70437D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16859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提出质询</a:t>
            </a:r>
          </a:p>
        </p:txBody>
      </p:sp>
      <p:sp>
        <p:nvSpPr>
          <p:cNvPr id="17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86BDE16A-E4C5-4044-BE20-1A712D9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8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668332EE-0DA4-4B2E-A97E-F994BEF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2EE45B33-6346-43F8-ABD8-53628E9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269E3F3C-7A75-4527-BAD6-269F98D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8713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8D331534-50DF-42AD-8072-F38B787A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48615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22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4422FFB5-29A9-4AAB-B023-4980551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40042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23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9E84C384-CB64-48AC-8F96-3A752828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79216203-3BD4-4C9E-9DD2-347D76EE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36957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围绕一个前提；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提出可核查问题</a:t>
            </a:r>
          </a:p>
        </p:txBody>
      </p:sp>
      <p:sp>
        <p:nvSpPr>
          <p:cNvPr id="25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73EB191E-62BB-4A12-A211-EBE21D2B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16859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回应确认</a:t>
            </a:r>
          </a:p>
        </p:txBody>
      </p:sp>
      <p:sp>
        <p:nvSpPr>
          <p:cNvPr id="26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2F428737-752A-4DAD-B845-E6EB073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27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2D26C05F-E87D-4867-A0EF-E8FB942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4F83609-A8B0-4D06-9B90-64B98E8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DC22AAD1-3996-4660-A5D9-50CA1E4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1463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A4E3A740-0044-40DF-A649-FFFE1F9C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48615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31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CF1FEB1E-FD64-42EE-8F24-1D7CE5B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340042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32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62819862-E2BD-4769-A795-50669BDB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D7646FF4-CDD2-4D7B-B183-79CBED8A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6957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据材料回应；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教师确认待验证项</a:t>
            </a:r>
          </a:p>
        </p:txBody>
      </p:sp>
      <p:sp>
        <p:nvSpPr>
          <p:cNvPr id="3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F6651AD-95E5-4721-A2D9-45DFE451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674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35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A484EE47-22F3-42FA-B039-6EF1B95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虚构教学方案讨论稿｜拟议安排，不代表已观察到教学成效</a:t>
            </a:r>
          </a:p>
        </p:txBody>
      </p:sp>
      <p:sp>
        <p:nvSpPr>
          <p:cNvPr id="36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F43A15A6-BA06-48FC-8893-919497F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1344086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5CC227C2-1E8D-4C5B-9A78-1B1EC1A2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试点可以开展，但教师必须保留最终判断；</a:t>
            </a:r>
          </a:p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同伴反馈不进入自动评分，也不替代教师评价</a:t>
            </a:r>
          </a:p>
        </p:txBody>
      </p:sp>
      <p:sp>
        <p:nvSpPr>
          <p:cNvPr id="2" name="benefit-pan-shadow">
            <a:extLst xmlns:a="http://schemas.openxmlformats.org/drawingml/2006/main">
              <a:ext uri="{FF2B5EF4-FFF2-40B4-BE49-F238E27FC236}">
                <a16:creationId xmlns:a16="http://schemas.microsoft.com/office/drawing/2014/main" id="{47D3C7D9-A55B-4B4A-A468-BBCA4C1C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81425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63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5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3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6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2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4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78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risk-pan-shadow">
            <a:extLst xmlns:a="http://schemas.openxmlformats.org/drawingml/2006/main">
              <a:ext uri="{FF2B5EF4-FFF2-40B4-BE49-F238E27FC236}">
                <a16:creationId xmlns:a16="http://schemas.microsoft.com/office/drawing/2014/main" id="{35D066D5-5340-4C3C-A0B1-695ED64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14725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901" y="1833048"/>
                </a:lnTo>
                <a:lnTo>
                  <a:pt x="1153058" y="1817046"/>
                </a:lnTo>
                <a:lnTo>
                  <a:pt x="1114616" y="1800120"/>
                </a:lnTo>
                <a:lnTo>
                  <a:pt x="1076573" y="1782299"/>
                </a:lnTo>
                <a:lnTo>
                  <a:pt x="1038968" y="1763573"/>
                </a:lnTo>
                <a:lnTo>
                  <a:pt x="1001820" y="1743951"/>
                </a:lnTo>
                <a:lnTo>
                  <a:pt x="965159" y="1723454"/>
                </a:lnTo>
                <a:lnTo>
                  <a:pt x="929002" y="1702060"/>
                </a:lnTo>
                <a:lnTo>
                  <a:pt x="893378" y="1679810"/>
                </a:lnTo>
                <a:lnTo>
                  <a:pt x="858298" y="1656693"/>
                </a:lnTo>
                <a:lnTo>
                  <a:pt x="823798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21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balance-hanger-1">
            <a:extLst xmlns:a="http://schemas.openxmlformats.org/drawingml/2006/main">
              <a:ext uri="{FF2B5EF4-FFF2-40B4-BE49-F238E27FC236}">
                <a16:creationId xmlns:a16="http://schemas.microsoft.com/office/drawing/2014/main" id="{D9C021FE-4911-4EBC-8607-55CE641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14358"/>
            <a:ext cx="1847850" cy="700392"/>
          </a:xfrm>
          <a:custGeom xmlns:a="http://schemas.openxmlformats.org/drawingml/2006/main">
            <a:pathLst>
              <a:path w="1847850" h="700392">
                <a:moveTo>
                  <a:pt x="1847850" y="0"/>
                </a:moveTo>
                <a:lnTo>
                  <a:pt x="1830086" y="6734"/>
                </a:lnTo>
                <a:lnTo>
                  <a:pt x="1812312" y="13468"/>
                </a:lnTo>
                <a:lnTo>
                  <a:pt x="1794548" y="20203"/>
                </a:lnTo>
                <a:lnTo>
                  <a:pt x="1776774" y="26937"/>
                </a:lnTo>
                <a:lnTo>
                  <a:pt x="1759010" y="33671"/>
                </a:lnTo>
                <a:lnTo>
                  <a:pt x="1741246" y="40405"/>
                </a:lnTo>
                <a:lnTo>
                  <a:pt x="1723473" y="47139"/>
                </a:lnTo>
                <a:lnTo>
                  <a:pt x="1705708" y="53873"/>
                </a:lnTo>
                <a:lnTo>
                  <a:pt x="1687944" y="60608"/>
                </a:lnTo>
                <a:lnTo>
                  <a:pt x="1670171" y="67342"/>
                </a:lnTo>
                <a:lnTo>
                  <a:pt x="1652407" y="74076"/>
                </a:lnTo>
                <a:lnTo>
                  <a:pt x="1634633" y="80810"/>
                </a:lnTo>
                <a:lnTo>
                  <a:pt x="1616869" y="87554"/>
                </a:lnTo>
                <a:lnTo>
                  <a:pt x="1599105" y="94288"/>
                </a:lnTo>
                <a:lnTo>
                  <a:pt x="1581331" y="101022"/>
                </a:lnTo>
                <a:lnTo>
                  <a:pt x="1563567" y="107756"/>
                </a:lnTo>
                <a:lnTo>
                  <a:pt x="1545793" y="114491"/>
                </a:lnTo>
                <a:lnTo>
                  <a:pt x="1528029" y="121225"/>
                </a:lnTo>
                <a:lnTo>
                  <a:pt x="1510265" y="127959"/>
                </a:lnTo>
                <a:lnTo>
                  <a:pt x="1492491" y="134693"/>
                </a:lnTo>
                <a:lnTo>
                  <a:pt x="1474727" y="141427"/>
                </a:lnTo>
                <a:lnTo>
                  <a:pt x="1456963" y="148161"/>
                </a:lnTo>
                <a:lnTo>
                  <a:pt x="1439189" y="154896"/>
                </a:lnTo>
                <a:lnTo>
                  <a:pt x="1421425" y="161630"/>
                </a:lnTo>
                <a:lnTo>
                  <a:pt x="1403652" y="168364"/>
                </a:lnTo>
                <a:lnTo>
                  <a:pt x="1385888" y="175098"/>
                </a:lnTo>
                <a:lnTo>
                  <a:pt x="1368123" y="181832"/>
                </a:lnTo>
                <a:lnTo>
                  <a:pt x="1350350" y="188566"/>
                </a:lnTo>
                <a:lnTo>
                  <a:pt x="1332586" y="195301"/>
                </a:lnTo>
                <a:lnTo>
                  <a:pt x="1314812" y="202035"/>
                </a:lnTo>
                <a:lnTo>
                  <a:pt x="1297048" y="208769"/>
                </a:lnTo>
                <a:lnTo>
                  <a:pt x="1279284" y="215503"/>
                </a:lnTo>
                <a:lnTo>
                  <a:pt x="1261510" y="222237"/>
                </a:lnTo>
                <a:lnTo>
                  <a:pt x="1243746" y="228971"/>
                </a:lnTo>
                <a:lnTo>
                  <a:pt x="1225982" y="235706"/>
                </a:lnTo>
                <a:lnTo>
                  <a:pt x="1208208" y="242449"/>
                </a:lnTo>
                <a:lnTo>
                  <a:pt x="1190444" y="249184"/>
                </a:lnTo>
                <a:lnTo>
                  <a:pt x="1172670" y="255918"/>
                </a:lnTo>
                <a:lnTo>
                  <a:pt x="1154906" y="262652"/>
                </a:lnTo>
                <a:lnTo>
                  <a:pt x="1137142" y="269386"/>
                </a:lnTo>
                <a:lnTo>
                  <a:pt x="1119368" y="276120"/>
                </a:lnTo>
                <a:lnTo>
                  <a:pt x="1101604" y="282854"/>
                </a:lnTo>
                <a:lnTo>
                  <a:pt x="1083831" y="289589"/>
                </a:lnTo>
                <a:lnTo>
                  <a:pt x="1066067" y="296323"/>
                </a:lnTo>
                <a:lnTo>
                  <a:pt x="1048302" y="303057"/>
                </a:lnTo>
                <a:lnTo>
                  <a:pt x="1030529" y="309791"/>
                </a:lnTo>
                <a:lnTo>
                  <a:pt x="1012765" y="316525"/>
                </a:lnTo>
                <a:lnTo>
                  <a:pt x="995001" y="323259"/>
                </a:lnTo>
                <a:lnTo>
                  <a:pt x="977227" y="329994"/>
                </a:lnTo>
                <a:lnTo>
                  <a:pt x="959463" y="336728"/>
                </a:lnTo>
                <a:lnTo>
                  <a:pt x="941689" y="343462"/>
                </a:lnTo>
                <a:lnTo>
                  <a:pt x="923925" y="350196"/>
                </a:lnTo>
                <a:lnTo>
                  <a:pt x="906161" y="356930"/>
                </a:lnTo>
                <a:lnTo>
                  <a:pt x="888387" y="363665"/>
                </a:lnTo>
                <a:lnTo>
                  <a:pt x="870623" y="370399"/>
                </a:lnTo>
                <a:lnTo>
                  <a:pt x="852849" y="377133"/>
                </a:lnTo>
                <a:lnTo>
                  <a:pt x="835085" y="383867"/>
                </a:lnTo>
                <a:lnTo>
                  <a:pt x="817321" y="390601"/>
                </a:lnTo>
                <a:lnTo>
                  <a:pt x="799548" y="397335"/>
                </a:lnTo>
                <a:lnTo>
                  <a:pt x="781783" y="404079"/>
                </a:lnTo>
                <a:lnTo>
                  <a:pt x="764019" y="410813"/>
                </a:lnTo>
                <a:lnTo>
                  <a:pt x="746246" y="417547"/>
                </a:lnTo>
                <a:lnTo>
                  <a:pt x="728482" y="424282"/>
                </a:lnTo>
                <a:lnTo>
                  <a:pt x="710708" y="431016"/>
                </a:lnTo>
                <a:lnTo>
                  <a:pt x="692944" y="437750"/>
                </a:lnTo>
                <a:lnTo>
                  <a:pt x="675180" y="444484"/>
                </a:lnTo>
                <a:lnTo>
                  <a:pt x="657406" y="451218"/>
                </a:lnTo>
                <a:lnTo>
                  <a:pt x="639642" y="457952"/>
                </a:lnTo>
                <a:lnTo>
                  <a:pt x="621868" y="464687"/>
                </a:lnTo>
                <a:lnTo>
                  <a:pt x="604104" y="471421"/>
                </a:lnTo>
                <a:lnTo>
                  <a:pt x="586340" y="478155"/>
                </a:lnTo>
                <a:lnTo>
                  <a:pt x="568566" y="484889"/>
                </a:lnTo>
                <a:lnTo>
                  <a:pt x="550802" y="491623"/>
                </a:lnTo>
                <a:lnTo>
                  <a:pt x="533038" y="498358"/>
                </a:lnTo>
                <a:lnTo>
                  <a:pt x="515264" y="505092"/>
                </a:lnTo>
                <a:lnTo>
                  <a:pt x="497500" y="511826"/>
                </a:lnTo>
                <a:lnTo>
                  <a:pt x="479727" y="518560"/>
                </a:lnTo>
                <a:lnTo>
                  <a:pt x="461963" y="525294"/>
                </a:lnTo>
                <a:lnTo>
                  <a:pt x="444198" y="532028"/>
                </a:lnTo>
                <a:lnTo>
                  <a:pt x="426425" y="538763"/>
                </a:lnTo>
                <a:lnTo>
                  <a:pt x="408661" y="545497"/>
                </a:lnTo>
                <a:lnTo>
                  <a:pt x="390887" y="552231"/>
                </a:lnTo>
                <a:lnTo>
                  <a:pt x="373123" y="558965"/>
                </a:lnTo>
                <a:lnTo>
                  <a:pt x="355359" y="565709"/>
                </a:lnTo>
                <a:lnTo>
                  <a:pt x="337585" y="572443"/>
                </a:lnTo>
                <a:lnTo>
                  <a:pt x="319821" y="579177"/>
                </a:lnTo>
                <a:lnTo>
                  <a:pt x="302057" y="585911"/>
                </a:lnTo>
                <a:lnTo>
                  <a:pt x="284283" y="592646"/>
                </a:lnTo>
                <a:lnTo>
                  <a:pt x="266519" y="599380"/>
                </a:lnTo>
                <a:lnTo>
                  <a:pt x="248745" y="606114"/>
                </a:lnTo>
                <a:lnTo>
                  <a:pt x="230981" y="612848"/>
                </a:lnTo>
                <a:lnTo>
                  <a:pt x="213217" y="619582"/>
                </a:lnTo>
                <a:lnTo>
                  <a:pt x="195443" y="626316"/>
                </a:lnTo>
                <a:lnTo>
                  <a:pt x="177679" y="633051"/>
                </a:lnTo>
                <a:lnTo>
                  <a:pt x="159906" y="639785"/>
                </a:lnTo>
                <a:lnTo>
                  <a:pt x="142142" y="646519"/>
                </a:lnTo>
                <a:lnTo>
                  <a:pt x="124377" y="653253"/>
                </a:lnTo>
                <a:lnTo>
                  <a:pt x="106604" y="659987"/>
                </a:lnTo>
                <a:lnTo>
                  <a:pt x="88840" y="666721"/>
                </a:lnTo>
                <a:lnTo>
                  <a:pt x="71076" y="673456"/>
                </a:lnTo>
                <a:lnTo>
                  <a:pt x="53302" y="680190"/>
                </a:lnTo>
                <a:lnTo>
                  <a:pt x="35538" y="686924"/>
                </a:lnTo>
                <a:lnTo>
                  <a:pt x="17764" y="693658"/>
                </a:lnTo>
                <a:lnTo>
                  <a:pt x="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8C7D2"/>
            </a:solidFill>
            <a:prstDash val="solid"/>
          </a:ln>
        </p:spPr>
      </p:sp>
      <p:sp>
        <p:nvSpPr>
          <p:cNvPr id="5" name="balance-hanger-2">
            <a:extLst xmlns:a="http://schemas.openxmlformats.org/drawingml/2006/main">
              <a:ext uri="{FF2B5EF4-FFF2-40B4-BE49-F238E27FC236}">
                <a16:creationId xmlns:a16="http://schemas.microsoft.com/office/drawing/2014/main" id="{F312D6D2-168A-45EF-8F25-ADA6FC4F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014358"/>
            <a:ext cx="1257300" cy="700392"/>
          </a:xfrm>
          <a:custGeom xmlns:a="http://schemas.openxmlformats.org/drawingml/2006/main">
            <a:pathLst>
              <a:path w="1257300" h="700392">
                <a:moveTo>
                  <a:pt x="0" y="0"/>
                </a:moveTo>
                <a:lnTo>
                  <a:pt x="16545" y="9220"/>
                </a:lnTo>
                <a:lnTo>
                  <a:pt x="33090" y="18431"/>
                </a:lnTo>
                <a:lnTo>
                  <a:pt x="49635" y="27651"/>
                </a:lnTo>
                <a:lnTo>
                  <a:pt x="66170" y="36862"/>
                </a:lnTo>
                <a:lnTo>
                  <a:pt x="82715" y="46082"/>
                </a:lnTo>
                <a:lnTo>
                  <a:pt x="99260" y="55293"/>
                </a:lnTo>
                <a:lnTo>
                  <a:pt x="115805" y="64513"/>
                </a:lnTo>
                <a:lnTo>
                  <a:pt x="132350" y="73724"/>
                </a:lnTo>
                <a:lnTo>
                  <a:pt x="148895" y="82944"/>
                </a:lnTo>
                <a:lnTo>
                  <a:pt x="165430" y="92154"/>
                </a:lnTo>
                <a:lnTo>
                  <a:pt x="181975" y="101375"/>
                </a:lnTo>
                <a:lnTo>
                  <a:pt x="198520" y="110585"/>
                </a:lnTo>
                <a:lnTo>
                  <a:pt x="215065" y="119805"/>
                </a:lnTo>
                <a:lnTo>
                  <a:pt x="231610" y="129016"/>
                </a:lnTo>
                <a:lnTo>
                  <a:pt x="248155" y="138236"/>
                </a:lnTo>
                <a:lnTo>
                  <a:pt x="264690" y="147447"/>
                </a:lnTo>
                <a:lnTo>
                  <a:pt x="281235" y="156667"/>
                </a:lnTo>
                <a:lnTo>
                  <a:pt x="297780" y="165887"/>
                </a:lnTo>
                <a:lnTo>
                  <a:pt x="314325" y="175098"/>
                </a:lnTo>
                <a:lnTo>
                  <a:pt x="330870" y="184318"/>
                </a:lnTo>
                <a:lnTo>
                  <a:pt x="347415" y="193529"/>
                </a:lnTo>
                <a:lnTo>
                  <a:pt x="363960" y="202749"/>
                </a:lnTo>
                <a:lnTo>
                  <a:pt x="380495" y="211960"/>
                </a:lnTo>
                <a:lnTo>
                  <a:pt x="397040" y="221180"/>
                </a:lnTo>
                <a:lnTo>
                  <a:pt x="413585" y="230391"/>
                </a:lnTo>
                <a:lnTo>
                  <a:pt x="430130" y="239611"/>
                </a:lnTo>
                <a:lnTo>
                  <a:pt x="446675" y="248822"/>
                </a:lnTo>
                <a:lnTo>
                  <a:pt x="463220" y="258042"/>
                </a:lnTo>
                <a:lnTo>
                  <a:pt x="479755" y="267252"/>
                </a:lnTo>
                <a:lnTo>
                  <a:pt x="496300" y="276473"/>
                </a:lnTo>
                <a:lnTo>
                  <a:pt x="512845" y="285683"/>
                </a:lnTo>
                <a:lnTo>
                  <a:pt x="529390" y="294904"/>
                </a:lnTo>
                <a:lnTo>
                  <a:pt x="545935" y="304124"/>
                </a:lnTo>
                <a:lnTo>
                  <a:pt x="562480" y="313334"/>
                </a:lnTo>
                <a:lnTo>
                  <a:pt x="579015" y="322555"/>
                </a:lnTo>
                <a:lnTo>
                  <a:pt x="595560" y="331765"/>
                </a:lnTo>
                <a:lnTo>
                  <a:pt x="612105" y="340985"/>
                </a:lnTo>
                <a:lnTo>
                  <a:pt x="628650" y="350196"/>
                </a:lnTo>
                <a:lnTo>
                  <a:pt x="645195" y="359416"/>
                </a:lnTo>
                <a:lnTo>
                  <a:pt x="661740" y="368627"/>
                </a:lnTo>
                <a:lnTo>
                  <a:pt x="678285" y="377847"/>
                </a:lnTo>
                <a:lnTo>
                  <a:pt x="694820" y="387058"/>
                </a:lnTo>
                <a:lnTo>
                  <a:pt x="711365" y="396278"/>
                </a:lnTo>
                <a:lnTo>
                  <a:pt x="727910" y="405489"/>
                </a:lnTo>
                <a:lnTo>
                  <a:pt x="744455" y="414709"/>
                </a:lnTo>
                <a:lnTo>
                  <a:pt x="761000" y="423920"/>
                </a:lnTo>
                <a:lnTo>
                  <a:pt x="777545" y="433140"/>
                </a:lnTo>
                <a:lnTo>
                  <a:pt x="794080" y="442351"/>
                </a:lnTo>
                <a:lnTo>
                  <a:pt x="810625" y="451571"/>
                </a:lnTo>
                <a:lnTo>
                  <a:pt x="827170" y="460791"/>
                </a:lnTo>
                <a:lnTo>
                  <a:pt x="843715" y="470002"/>
                </a:lnTo>
                <a:lnTo>
                  <a:pt x="860260" y="479222"/>
                </a:lnTo>
                <a:lnTo>
                  <a:pt x="876805" y="488432"/>
                </a:lnTo>
                <a:lnTo>
                  <a:pt x="893340" y="497653"/>
                </a:lnTo>
                <a:lnTo>
                  <a:pt x="909885" y="506863"/>
                </a:lnTo>
                <a:lnTo>
                  <a:pt x="926430" y="516084"/>
                </a:lnTo>
                <a:lnTo>
                  <a:pt x="942975" y="525294"/>
                </a:lnTo>
                <a:lnTo>
                  <a:pt x="959520" y="534514"/>
                </a:lnTo>
                <a:lnTo>
                  <a:pt x="976065" y="543725"/>
                </a:lnTo>
                <a:lnTo>
                  <a:pt x="992610" y="552945"/>
                </a:lnTo>
                <a:lnTo>
                  <a:pt x="1009145" y="562156"/>
                </a:lnTo>
                <a:lnTo>
                  <a:pt x="1025690" y="571376"/>
                </a:lnTo>
                <a:lnTo>
                  <a:pt x="1042235" y="580587"/>
                </a:lnTo>
                <a:lnTo>
                  <a:pt x="1058780" y="589807"/>
                </a:lnTo>
                <a:lnTo>
                  <a:pt x="1075325" y="599027"/>
                </a:lnTo>
                <a:lnTo>
                  <a:pt x="1091870" y="608238"/>
                </a:lnTo>
                <a:lnTo>
                  <a:pt x="1108405" y="617458"/>
                </a:lnTo>
                <a:lnTo>
                  <a:pt x="1124950" y="626669"/>
                </a:lnTo>
                <a:lnTo>
                  <a:pt x="1141495" y="635889"/>
                </a:lnTo>
                <a:lnTo>
                  <a:pt x="1158040" y="645100"/>
                </a:lnTo>
                <a:lnTo>
                  <a:pt x="1174585" y="654320"/>
                </a:lnTo>
                <a:lnTo>
                  <a:pt x="1191130" y="663531"/>
                </a:lnTo>
                <a:lnTo>
                  <a:pt x="1207665" y="672751"/>
                </a:lnTo>
                <a:lnTo>
                  <a:pt x="1224210" y="681961"/>
                </a:lnTo>
                <a:lnTo>
                  <a:pt x="1240755" y="691182"/>
                </a:lnTo>
                <a:lnTo>
                  <a:pt x="125730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8C7D2"/>
            </a:solidFill>
            <a:prstDash val="solid"/>
          </a:ln>
        </p:spPr>
      </p:sp>
      <p:sp>
        <p:nvSpPr>
          <p:cNvPr id="6" name="balance-hanger-3">
            <a:extLst xmlns:a="http://schemas.openxmlformats.org/drawingml/2006/main">
              <a:ext uri="{FF2B5EF4-FFF2-40B4-BE49-F238E27FC236}">
                <a16:creationId xmlns:a16="http://schemas.microsoft.com/office/drawing/2014/main" id="{31763666-9062-4251-8D9D-D08BA94A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53042"/>
            <a:ext cx="1257300" cy="595008"/>
          </a:xfrm>
          <a:custGeom xmlns:a="http://schemas.openxmlformats.org/drawingml/2006/main">
            <a:pathLst>
              <a:path w="1257300" h="595008">
                <a:moveTo>
                  <a:pt x="1257300" y="0"/>
                </a:moveTo>
                <a:lnTo>
                  <a:pt x="1240307" y="8039"/>
                </a:lnTo>
                <a:lnTo>
                  <a:pt x="1223315" y="16078"/>
                </a:lnTo>
                <a:lnTo>
                  <a:pt x="1206332" y="24117"/>
                </a:lnTo>
                <a:lnTo>
                  <a:pt x="1189339" y="32166"/>
                </a:lnTo>
                <a:lnTo>
                  <a:pt x="1172347" y="40205"/>
                </a:lnTo>
                <a:lnTo>
                  <a:pt x="1155354" y="48244"/>
                </a:lnTo>
                <a:lnTo>
                  <a:pt x="1138361" y="56283"/>
                </a:lnTo>
                <a:lnTo>
                  <a:pt x="1121378" y="64322"/>
                </a:lnTo>
                <a:lnTo>
                  <a:pt x="1104386" y="72361"/>
                </a:lnTo>
                <a:lnTo>
                  <a:pt x="1087393" y="80410"/>
                </a:lnTo>
                <a:lnTo>
                  <a:pt x="1070400" y="88449"/>
                </a:lnTo>
                <a:lnTo>
                  <a:pt x="1053417" y="96488"/>
                </a:lnTo>
                <a:lnTo>
                  <a:pt x="1036425" y="104527"/>
                </a:lnTo>
                <a:lnTo>
                  <a:pt x="1019432" y="112566"/>
                </a:lnTo>
                <a:lnTo>
                  <a:pt x="1002440" y="120606"/>
                </a:lnTo>
                <a:lnTo>
                  <a:pt x="985447" y="128654"/>
                </a:lnTo>
                <a:lnTo>
                  <a:pt x="968464" y="136693"/>
                </a:lnTo>
                <a:lnTo>
                  <a:pt x="951471" y="144732"/>
                </a:lnTo>
                <a:lnTo>
                  <a:pt x="934479" y="152771"/>
                </a:lnTo>
                <a:lnTo>
                  <a:pt x="917486" y="160811"/>
                </a:lnTo>
                <a:lnTo>
                  <a:pt x="900503" y="168850"/>
                </a:lnTo>
                <a:lnTo>
                  <a:pt x="883510" y="176889"/>
                </a:lnTo>
                <a:lnTo>
                  <a:pt x="866518" y="184937"/>
                </a:lnTo>
                <a:lnTo>
                  <a:pt x="849525" y="192977"/>
                </a:lnTo>
                <a:lnTo>
                  <a:pt x="832533" y="201016"/>
                </a:lnTo>
                <a:lnTo>
                  <a:pt x="815550" y="209055"/>
                </a:lnTo>
                <a:lnTo>
                  <a:pt x="798557" y="217094"/>
                </a:lnTo>
                <a:lnTo>
                  <a:pt x="781564" y="225133"/>
                </a:lnTo>
                <a:lnTo>
                  <a:pt x="764572" y="233182"/>
                </a:lnTo>
                <a:lnTo>
                  <a:pt x="747589" y="241221"/>
                </a:lnTo>
                <a:lnTo>
                  <a:pt x="730596" y="249260"/>
                </a:lnTo>
                <a:lnTo>
                  <a:pt x="713603" y="257299"/>
                </a:lnTo>
                <a:lnTo>
                  <a:pt x="696611" y="265338"/>
                </a:lnTo>
                <a:lnTo>
                  <a:pt x="679618" y="273377"/>
                </a:lnTo>
                <a:lnTo>
                  <a:pt x="662635" y="281416"/>
                </a:lnTo>
                <a:lnTo>
                  <a:pt x="645643" y="289465"/>
                </a:lnTo>
                <a:lnTo>
                  <a:pt x="628650" y="297504"/>
                </a:lnTo>
                <a:lnTo>
                  <a:pt x="611657" y="305543"/>
                </a:lnTo>
                <a:lnTo>
                  <a:pt x="594665" y="313582"/>
                </a:lnTo>
                <a:lnTo>
                  <a:pt x="577682" y="321621"/>
                </a:lnTo>
                <a:lnTo>
                  <a:pt x="560689" y="329660"/>
                </a:lnTo>
                <a:lnTo>
                  <a:pt x="543697" y="337709"/>
                </a:lnTo>
                <a:lnTo>
                  <a:pt x="526704" y="345748"/>
                </a:lnTo>
                <a:lnTo>
                  <a:pt x="509711" y="353787"/>
                </a:lnTo>
                <a:lnTo>
                  <a:pt x="492728" y="361826"/>
                </a:lnTo>
                <a:lnTo>
                  <a:pt x="475736" y="369865"/>
                </a:lnTo>
                <a:lnTo>
                  <a:pt x="458743" y="377904"/>
                </a:lnTo>
                <a:lnTo>
                  <a:pt x="441750" y="385953"/>
                </a:lnTo>
                <a:lnTo>
                  <a:pt x="424767" y="393992"/>
                </a:lnTo>
                <a:lnTo>
                  <a:pt x="407775" y="402031"/>
                </a:lnTo>
                <a:lnTo>
                  <a:pt x="390782" y="410070"/>
                </a:lnTo>
                <a:lnTo>
                  <a:pt x="373790" y="418109"/>
                </a:lnTo>
                <a:lnTo>
                  <a:pt x="356797" y="426149"/>
                </a:lnTo>
                <a:lnTo>
                  <a:pt x="339814" y="434188"/>
                </a:lnTo>
                <a:lnTo>
                  <a:pt x="322821" y="442236"/>
                </a:lnTo>
                <a:lnTo>
                  <a:pt x="305829" y="450275"/>
                </a:lnTo>
                <a:lnTo>
                  <a:pt x="288836" y="458314"/>
                </a:lnTo>
                <a:lnTo>
                  <a:pt x="271853" y="466354"/>
                </a:lnTo>
                <a:lnTo>
                  <a:pt x="254860" y="474393"/>
                </a:lnTo>
                <a:lnTo>
                  <a:pt x="237868" y="482432"/>
                </a:lnTo>
                <a:lnTo>
                  <a:pt x="220875" y="490480"/>
                </a:lnTo>
                <a:lnTo>
                  <a:pt x="203883" y="498519"/>
                </a:lnTo>
                <a:lnTo>
                  <a:pt x="186900" y="506559"/>
                </a:lnTo>
                <a:lnTo>
                  <a:pt x="169907" y="514598"/>
                </a:lnTo>
                <a:lnTo>
                  <a:pt x="152914" y="522637"/>
                </a:lnTo>
                <a:lnTo>
                  <a:pt x="135922" y="530676"/>
                </a:lnTo>
                <a:lnTo>
                  <a:pt x="118939" y="538724"/>
                </a:lnTo>
                <a:lnTo>
                  <a:pt x="101946" y="546764"/>
                </a:lnTo>
                <a:lnTo>
                  <a:pt x="84953" y="554803"/>
                </a:lnTo>
                <a:lnTo>
                  <a:pt x="67961" y="562842"/>
                </a:lnTo>
                <a:lnTo>
                  <a:pt x="50968" y="570881"/>
                </a:lnTo>
                <a:lnTo>
                  <a:pt x="33985" y="578920"/>
                </a:lnTo>
                <a:lnTo>
                  <a:pt x="16993" y="586959"/>
                </a:lnTo>
                <a:lnTo>
                  <a:pt x="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8C7D2"/>
            </a:solidFill>
            <a:prstDash val="solid"/>
          </a:ln>
        </p:spPr>
      </p:sp>
      <p:sp>
        <p:nvSpPr>
          <p:cNvPr id="7" name="balance-hanger-4">
            <a:extLst xmlns:a="http://schemas.openxmlformats.org/drawingml/2006/main">
              <a:ext uri="{FF2B5EF4-FFF2-40B4-BE49-F238E27FC236}">
                <a16:creationId xmlns:a16="http://schemas.microsoft.com/office/drawing/2014/main" id="{24708354-414B-4A75-BE60-7DE6605A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853042"/>
            <a:ext cx="1847850" cy="595008"/>
          </a:xfrm>
          <a:custGeom xmlns:a="http://schemas.openxmlformats.org/drawingml/2006/main">
            <a:pathLst>
              <a:path w="1847850" h="595008">
                <a:moveTo>
                  <a:pt x="0" y="0"/>
                </a:moveTo>
                <a:lnTo>
                  <a:pt x="18117" y="5829"/>
                </a:lnTo>
                <a:lnTo>
                  <a:pt x="36233" y="11668"/>
                </a:lnTo>
                <a:lnTo>
                  <a:pt x="54350" y="17497"/>
                </a:lnTo>
                <a:lnTo>
                  <a:pt x="72466" y="23336"/>
                </a:lnTo>
                <a:lnTo>
                  <a:pt x="90583" y="29166"/>
                </a:lnTo>
                <a:lnTo>
                  <a:pt x="108699" y="35004"/>
                </a:lnTo>
                <a:lnTo>
                  <a:pt x="126816" y="40834"/>
                </a:lnTo>
                <a:lnTo>
                  <a:pt x="144932" y="46663"/>
                </a:lnTo>
                <a:lnTo>
                  <a:pt x="163049" y="52502"/>
                </a:lnTo>
                <a:lnTo>
                  <a:pt x="181166" y="58331"/>
                </a:lnTo>
                <a:lnTo>
                  <a:pt x="199282" y="64170"/>
                </a:lnTo>
                <a:lnTo>
                  <a:pt x="217399" y="69999"/>
                </a:lnTo>
                <a:lnTo>
                  <a:pt x="235506" y="75838"/>
                </a:lnTo>
                <a:lnTo>
                  <a:pt x="253622" y="81667"/>
                </a:lnTo>
                <a:lnTo>
                  <a:pt x="271739" y="87497"/>
                </a:lnTo>
                <a:lnTo>
                  <a:pt x="289855" y="93335"/>
                </a:lnTo>
                <a:lnTo>
                  <a:pt x="307972" y="99165"/>
                </a:lnTo>
                <a:lnTo>
                  <a:pt x="326088" y="105004"/>
                </a:lnTo>
                <a:lnTo>
                  <a:pt x="344205" y="110833"/>
                </a:lnTo>
                <a:lnTo>
                  <a:pt x="362321" y="116672"/>
                </a:lnTo>
                <a:lnTo>
                  <a:pt x="380438" y="122501"/>
                </a:lnTo>
                <a:lnTo>
                  <a:pt x="398555" y="128330"/>
                </a:lnTo>
                <a:lnTo>
                  <a:pt x="416671" y="134169"/>
                </a:lnTo>
                <a:lnTo>
                  <a:pt x="434788" y="139998"/>
                </a:lnTo>
                <a:lnTo>
                  <a:pt x="452904" y="145837"/>
                </a:lnTo>
                <a:lnTo>
                  <a:pt x="471021" y="151667"/>
                </a:lnTo>
                <a:lnTo>
                  <a:pt x="489137" y="157505"/>
                </a:lnTo>
                <a:lnTo>
                  <a:pt x="507254" y="163335"/>
                </a:lnTo>
                <a:lnTo>
                  <a:pt x="525370" y="169164"/>
                </a:lnTo>
                <a:lnTo>
                  <a:pt x="543487" y="175003"/>
                </a:lnTo>
                <a:lnTo>
                  <a:pt x="561604" y="180832"/>
                </a:lnTo>
                <a:lnTo>
                  <a:pt x="579720" y="186671"/>
                </a:lnTo>
                <a:lnTo>
                  <a:pt x="597837" y="192500"/>
                </a:lnTo>
                <a:lnTo>
                  <a:pt x="615953" y="198339"/>
                </a:lnTo>
                <a:lnTo>
                  <a:pt x="634070" y="204168"/>
                </a:lnTo>
                <a:lnTo>
                  <a:pt x="652186" y="209998"/>
                </a:lnTo>
                <a:lnTo>
                  <a:pt x="670303" y="215837"/>
                </a:lnTo>
                <a:lnTo>
                  <a:pt x="688419" y="221666"/>
                </a:lnTo>
                <a:lnTo>
                  <a:pt x="706526" y="227505"/>
                </a:lnTo>
                <a:lnTo>
                  <a:pt x="724643" y="233334"/>
                </a:lnTo>
                <a:lnTo>
                  <a:pt x="742760" y="239173"/>
                </a:lnTo>
                <a:lnTo>
                  <a:pt x="760876" y="245002"/>
                </a:lnTo>
                <a:lnTo>
                  <a:pt x="778993" y="250831"/>
                </a:lnTo>
                <a:lnTo>
                  <a:pt x="797109" y="256670"/>
                </a:lnTo>
                <a:lnTo>
                  <a:pt x="815226" y="262499"/>
                </a:lnTo>
                <a:lnTo>
                  <a:pt x="833342" y="268338"/>
                </a:lnTo>
                <a:lnTo>
                  <a:pt x="851459" y="274168"/>
                </a:lnTo>
                <a:lnTo>
                  <a:pt x="869575" y="280006"/>
                </a:lnTo>
                <a:lnTo>
                  <a:pt x="887692" y="285836"/>
                </a:lnTo>
                <a:lnTo>
                  <a:pt x="905808" y="291665"/>
                </a:lnTo>
                <a:lnTo>
                  <a:pt x="923925" y="297504"/>
                </a:lnTo>
                <a:lnTo>
                  <a:pt x="942042" y="303333"/>
                </a:lnTo>
                <a:lnTo>
                  <a:pt x="960158" y="309172"/>
                </a:lnTo>
                <a:lnTo>
                  <a:pt x="978275" y="315001"/>
                </a:lnTo>
                <a:lnTo>
                  <a:pt x="996391" y="320840"/>
                </a:lnTo>
                <a:lnTo>
                  <a:pt x="1014508" y="326669"/>
                </a:lnTo>
                <a:lnTo>
                  <a:pt x="1032624" y="332499"/>
                </a:lnTo>
                <a:lnTo>
                  <a:pt x="1050741" y="338338"/>
                </a:lnTo>
                <a:lnTo>
                  <a:pt x="1068857" y="344167"/>
                </a:lnTo>
                <a:lnTo>
                  <a:pt x="1086974" y="350006"/>
                </a:lnTo>
                <a:lnTo>
                  <a:pt x="1105091" y="355835"/>
                </a:lnTo>
                <a:lnTo>
                  <a:pt x="1123207" y="361674"/>
                </a:lnTo>
                <a:lnTo>
                  <a:pt x="1141314" y="367503"/>
                </a:lnTo>
                <a:lnTo>
                  <a:pt x="1159431" y="373332"/>
                </a:lnTo>
                <a:lnTo>
                  <a:pt x="1177547" y="379171"/>
                </a:lnTo>
                <a:lnTo>
                  <a:pt x="1195664" y="385001"/>
                </a:lnTo>
                <a:lnTo>
                  <a:pt x="1213780" y="390839"/>
                </a:lnTo>
                <a:lnTo>
                  <a:pt x="1231897" y="396669"/>
                </a:lnTo>
                <a:lnTo>
                  <a:pt x="1250013" y="402507"/>
                </a:lnTo>
                <a:lnTo>
                  <a:pt x="1268130" y="408337"/>
                </a:lnTo>
                <a:lnTo>
                  <a:pt x="1286246" y="414166"/>
                </a:lnTo>
                <a:lnTo>
                  <a:pt x="1304363" y="420005"/>
                </a:lnTo>
                <a:lnTo>
                  <a:pt x="1322480" y="425834"/>
                </a:lnTo>
                <a:lnTo>
                  <a:pt x="1340596" y="431673"/>
                </a:lnTo>
                <a:lnTo>
                  <a:pt x="1358713" y="437502"/>
                </a:lnTo>
                <a:lnTo>
                  <a:pt x="1376829" y="443332"/>
                </a:lnTo>
                <a:lnTo>
                  <a:pt x="1394946" y="449170"/>
                </a:lnTo>
                <a:lnTo>
                  <a:pt x="1413062" y="455000"/>
                </a:lnTo>
                <a:lnTo>
                  <a:pt x="1431179" y="460839"/>
                </a:lnTo>
                <a:lnTo>
                  <a:pt x="1449295" y="466668"/>
                </a:lnTo>
                <a:lnTo>
                  <a:pt x="1467412" y="472507"/>
                </a:lnTo>
                <a:lnTo>
                  <a:pt x="1485529" y="478336"/>
                </a:lnTo>
                <a:lnTo>
                  <a:pt x="1503645" y="484165"/>
                </a:lnTo>
                <a:lnTo>
                  <a:pt x="1521762" y="490004"/>
                </a:lnTo>
                <a:lnTo>
                  <a:pt x="1539878" y="495833"/>
                </a:lnTo>
                <a:lnTo>
                  <a:pt x="1557995" y="501672"/>
                </a:lnTo>
                <a:lnTo>
                  <a:pt x="1576111" y="507502"/>
                </a:lnTo>
                <a:lnTo>
                  <a:pt x="1594228" y="513340"/>
                </a:lnTo>
                <a:lnTo>
                  <a:pt x="1612344" y="519170"/>
                </a:lnTo>
                <a:lnTo>
                  <a:pt x="1630461" y="524999"/>
                </a:lnTo>
                <a:lnTo>
                  <a:pt x="1648568" y="530838"/>
                </a:lnTo>
                <a:lnTo>
                  <a:pt x="1666685" y="536667"/>
                </a:lnTo>
                <a:lnTo>
                  <a:pt x="1684801" y="542506"/>
                </a:lnTo>
                <a:lnTo>
                  <a:pt x="1702918" y="548335"/>
                </a:lnTo>
                <a:lnTo>
                  <a:pt x="1721034" y="554174"/>
                </a:lnTo>
                <a:lnTo>
                  <a:pt x="1739151" y="560003"/>
                </a:lnTo>
                <a:lnTo>
                  <a:pt x="1757267" y="565833"/>
                </a:lnTo>
                <a:lnTo>
                  <a:pt x="1775384" y="571671"/>
                </a:lnTo>
                <a:lnTo>
                  <a:pt x="1793500" y="577501"/>
                </a:lnTo>
                <a:lnTo>
                  <a:pt x="1811617" y="583340"/>
                </a:lnTo>
                <a:lnTo>
                  <a:pt x="1829733" y="589169"/>
                </a:lnTo>
                <a:lnTo>
                  <a:pt x="184785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8C7D2"/>
            </a:solidFill>
            <a:prstDash val="solid"/>
          </a:ln>
        </p:spPr>
      </p:sp>
      <p:sp>
        <p:nvSpPr>
          <p:cNvPr id="8" name="benefit-pan">
            <a:extLst xmlns:a="http://schemas.openxmlformats.org/drawingml/2006/main">
              <a:ext uri="{FF2B5EF4-FFF2-40B4-BE49-F238E27FC236}">
                <a16:creationId xmlns:a16="http://schemas.microsoft.com/office/drawing/2014/main" id="{1C5D09A0-CF14-45C3-9F71-FAF7D8D5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695700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6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6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5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7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7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72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6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1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7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4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74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6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7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6FA"/>
          </a:solidFill>
          <a:ln xmlns:a="http://schemas.openxmlformats.org/drawingml/2006/main" w="19050">
            <a:solidFill>
              <a:srgbClr val="24578C"/>
            </a:solidFill>
            <a:prstDash val="solid"/>
          </a:ln>
        </p:spPr>
      </p:sp>
      <p:sp>
        <p:nvSpPr>
          <p:cNvPr id="9" name="risk-pan">
            <a:extLst xmlns:a="http://schemas.openxmlformats.org/drawingml/2006/main">
              <a:ext uri="{FF2B5EF4-FFF2-40B4-BE49-F238E27FC236}">
                <a16:creationId xmlns:a16="http://schemas.microsoft.com/office/drawing/2014/main" id="{11DE640E-415B-4E3A-BAD7-778086F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29000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12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78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30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EF4"/>
          </a:solidFill>
          <a:ln xmlns:a="http://schemas.openxmlformats.org/drawingml/2006/main" w="19050">
            <a:solidFill>
              <a:srgbClr val="B8C7D2"/>
            </a:solidFill>
            <a:prstDash val="solid"/>
          </a:ln>
        </p:spPr>
      </p:sp>
      <p:sp>
        <p:nvSpPr>
          <p:cNvPr id="10" name="benefit-rim-highlight">
            <a:extLst xmlns:a="http://schemas.openxmlformats.org/drawingml/2006/main">
              <a:ext uri="{FF2B5EF4-FFF2-40B4-BE49-F238E27FC236}">
                <a16:creationId xmlns:a16="http://schemas.microsoft.com/office/drawing/2014/main" id="{AB8FCAAC-DA0F-44EE-B661-A24A1F4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7623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isk-rim-highlight">
            <a:extLst xmlns:a="http://schemas.openxmlformats.org/drawingml/2006/main">
              <a:ext uri="{FF2B5EF4-FFF2-40B4-BE49-F238E27FC236}">
                <a16:creationId xmlns:a16="http://schemas.microsoft.com/office/drawing/2014/main" id="{D5DDFD0A-DA85-4F10-8BFF-ADC790D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4956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balance-fulcrum">
            <a:extLst xmlns:a="http://schemas.openxmlformats.org/drawingml/2006/main">
              <a:ext uri="{FF2B5EF4-FFF2-40B4-BE49-F238E27FC236}">
                <a16:creationId xmlns:a16="http://schemas.microsoft.com/office/drawing/2014/main" id="{C943F530-F89D-4D80-8E9A-66A513E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420" y="3067050"/>
            <a:ext cx="3798141" cy="2952750"/>
          </a:xfrm>
          <a:custGeom xmlns:a="http://schemas.openxmlformats.org/drawingml/2006/main">
            <a:pathLst>
              <a:path w="3798141" h="2952750">
                <a:moveTo>
                  <a:pt x="1643405" y="0"/>
                </a:moveTo>
                <a:lnTo>
                  <a:pt x="1689602" y="0"/>
                </a:lnTo>
                <a:lnTo>
                  <a:pt x="1735798" y="0"/>
                </a:lnTo>
                <a:lnTo>
                  <a:pt x="1781994" y="0"/>
                </a:lnTo>
                <a:lnTo>
                  <a:pt x="1828190" y="0"/>
                </a:lnTo>
                <a:lnTo>
                  <a:pt x="1874387" y="0"/>
                </a:lnTo>
                <a:lnTo>
                  <a:pt x="1920583" y="0"/>
                </a:lnTo>
                <a:lnTo>
                  <a:pt x="1966779" y="0"/>
                </a:lnTo>
                <a:lnTo>
                  <a:pt x="2012975" y="0"/>
                </a:lnTo>
                <a:lnTo>
                  <a:pt x="2059172" y="0"/>
                </a:lnTo>
                <a:lnTo>
                  <a:pt x="2105368" y="0"/>
                </a:lnTo>
                <a:lnTo>
                  <a:pt x="2151574" y="0"/>
                </a:lnTo>
                <a:lnTo>
                  <a:pt x="2177253" y="34938"/>
                </a:lnTo>
                <a:lnTo>
                  <a:pt x="2199761" y="75276"/>
                </a:lnTo>
                <a:lnTo>
                  <a:pt x="2222278" y="115614"/>
                </a:lnTo>
                <a:lnTo>
                  <a:pt x="2244785" y="155962"/>
                </a:lnTo>
                <a:lnTo>
                  <a:pt x="2267302" y="196301"/>
                </a:lnTo>
                <a:lnTo>
                  <a:pt x="2289810" y="236639"/>
                </a:lnTo>
                <a:lnTo>
                  <a:pt x="2312327" y="276977"/>
                </a:lnTo>
                <a:lnTo>
                  <a:pt x="2334844" y="317316"/>
                </a:lnTo>
                <a:lnTo>
                  <a:pt x="2357352" y="357664"/>
                </a:lnTo>
                <a:lnTo>
                  <a:pt x="2379869" y="398002"/>
                </a:lnTo>
                <a:lnTo>
                  <a:pt x="2402376" y="438341"/>
                </a:lnTo>
                <a:lnTo>
                  <a:pt x="2424894" y="478679"/>
                </a:lnTo>
                <a:lnTo>
                  <a:pt x="2447401" y="519017"/>
                </a:lnTo>
                <a:lnTo>
                  <a:pt x="2469918" y="559356"/>
                </a:lnTo>
                <a:lnTo>
                  <a:pt x="2492426" y="599704"/>
                </a:lnTo>
                <a:lnTo>
                  <a:pt x="2514943" y="640042"/>
                </a:lnTo>
                <a:lnTo>
                  <a:pt x="2537450" y="680380"/>
                </a:lnTo>
                <a:lnTo>
                  <a:pt x="2559968" y="720719"/>
                </a:lnTo>
                <a:lnTo>
                  <a:pt x="2582475" y="761057"/>
                </a:lnTo>
                <a:lnTo>
                  <a:pt x="2604992" y="801405"/>
                </a:lnTo>
                <a:lnTo>
                  <a:pt x="2627500" y="841743"/>
                </a:lnTo>
                <a:lnTo>
                  <a:pt x="2650017" y="882082"/>
                </a:lnTo>
                <a:lnTo>
                  <a:pt x="2672525" y="922420"/>
                </a:lnTo>
                <a:lnTo>
                  <a:pt x="2695042" y="962758"/>
                </a:lnTo>
                <a:lnTo>
                  <a:pt x="2717549" y="1003097"/>
                </a:lnTo>
                <a:lnTo>
                  <a:pt x="2740066" y="1043445"/>
                </a:lnTo>
                <a:lnTo>
                  <a:pt x="2762574" y="1083783"/>
                </a:lnTo>
                <a:lnTo>
                  <a:pt x="2785091" y="1124121"/>
                </a:lnTo>
                <a:lnTo>
                  <a:pt x="2807599" y="1164460"/>
                </a:lnTo>
                <a:lnTo>
                  <a:pt x="2830116" y="1204798"/>
                </a:lnTo>
                <a:lnTo>
                  <a:pt x="2852623" y="1245146"/>
                </a:lnTo>
                <a:lnTo>
                  <a:pt x="2875140" y="1285484"/>
                </a:lnTo>
                <a:lnTo>
                  <a:pt x="2897648" y="1325823"/>
                </a:lnTo>
                <a:lnTo>
                  <a:pt x="2920165" y="1366161"/>
                </a:lnTo>
                <a:lnTo>
                  <a:pt x="2942673" y="1406500"/>
                </a:lnTo>
                <a:lnTo>
                  <a:pt x="2965190" y="1446838"/>
                </a:lnTo>
                <a:lnTo>
                  <a:pt x="2987697" y="1487186"/>
                </a:lnTo>
                <a:lnTo>
                  <a:pt x="3010214" y="1527524"/>
                </a:lnTo>
                <a:lnTo>
                  <a:pt x="3032722" y="1567863"/>
                </a:lnTo>
                <a:lnTo>
                  <a:pt x="3055239" y="1608201"/>
                </a:lnTo>
                <a:lnTo>
                  <a:pt x="3077747" y="1648539"/>
                </a:lnTo>
                <a:lnTo>
                  <a:pt x="3100264" y="1688887"/>
                </a:lnTo>
                <a:lnTo>
                  <a:pt x="3122771" y="1729226"/>
                </a:lnTo>
                <a:lnTo>
                  <a:pt x="3145288" y="1769564"/>
                </a:lnTo>
                <a:lnTo>
                  <a:pt x="3167796" y="1809902"/>
                </a:lnTo>
                <a:lnTo>
                  <a:pt x="3190313" y="1850241"/>
                </a:lnTo>
                <a:lnTo>
                  <a:pt x="3212821" y="1890589"/>
                </a:lnTo>
                <a:lnTo>
                  <a:pt x="3235338" y="1930927"/>
                </a:lnTo>
                <a:lnTo>
                  <a:pt x="3257845" y="1971265"/>
                </a:lnTo>
                <a:lnTo>
                  <a:pt x="3280362" y="2011604"/>
                </a:lnTo>
                <a:lnTo>
                  <a:pt x="3302870" y="2051942"/>
                </a:lnTo>
                <a:lnTo>
                  <a:pt x="3325387" y="2092281"/>
                </a:lnTo>
                <a:lnTo>
                  <a:pt x="3347895" y="2132628"/>
                </a:lnTo>
                <a:lnTo>
                  <a:pt x="3370412" y="2172967"/>
                </a:lnTo>
                <a:lnTo>
                  <a:pt x="3392919" y="2213305"/>
                </a:lnTo>
                <a:lnTo>
                  <a:pt x="3415436" y="2253644"/>
                </a:lnTo>
                <a:lnTo>
                  <a:pt x="3437944" y="2293982"/>
                </a:lnTo>
                <a:lnTo>
                  <a:pt x="3460461" y="2334330"/>
                </a:lnTo>
                <a:lnTo>
                  <a:pt x="3482969" y="2374668"/>
                </a:lnTo>
                <a:lnTo>
                  <a:pt x="3505486" y="2415007"/>
                </a:lnTo>
                <a:lnTo>
                  <a:pt x="3527993" y="2455345"/>
                </a:lnTo>
                <a:lnTo>
                  <a:pt x="3550510" y="2495683"/>
                </a:lnTo>
                <a:lnTo>
                  <a:pt x="3573018" y="2536031"/>
                </a:lnTo>
                <a:lnTo>
                  <a:pt x="3595535" y="2576370"/>
                </a:lnTo>
                <a:lnTo>
                  <a:pt x="3618043" y="2616708"/>
                </a:lnTo>
                <a:lnTo>
                  <a:pt x="3640560" y="2657046"/>
                </a:lnTo>
                <a:lnTo>
                  <a:pt x="3663067" y="2697385"/>
                </a:lnTo>
                <a:lnTo>
                  <a:pt x="3685584" y="2737723"/>
                </a:lnTo>
                <a:lnTo>
                  <a:pt x="3708092" y="2778071"/>
                </a:lnTo>
                <a:lnTo>
                  <a:pt x="3730609" y="2818409"/>
                </a:lnTo>
                <a:lnTo>
                  <a:pt x="3753117" y="2858748"/>
                </a:lnTo>
                <a:lnTo>
                  <a:pt x="3775634" y="2899086"/>
                </a:lnTo>
                <a:lnTo>
                  <a:pt x="3798141" y="2939425"/>
                </a:lnTo>
                <a:lnTo>
                  <a:pt x="3774643" y="2952750"/>
                </a:lnTo>
                <a:lnTo>
                  <a:pt x="3728447" y="2952750"/>
                </a:lnTo>
                <a:lnTo>
                  <a:pt x="3682241" y="2952750"/>
                </a:lnTo>
                <a:lnTo>
                  <a:pt x="3636054" y="2952750"/>
                </a:lnTo>
                <a:lnTo>
                  <a:pt x="3589849" y="2952750"/>
                </a:lnTo>
                <a:lnTo>
                  <a:pt x="3543652" y="2952750"/>
                </a:lnTo>
                <a:lnTo>
                  <a:pt x="3497456" y="2952750"/>
                </a:lnTo>
                <a:lnTo>
                  <a:pt x="3451260" y="2952750"/>
                </a:lnTo>
                <a:lnTo>
                  <a:pt x="3405064" y="2952750"/>
                </a:lnTo>
                <a:lnTo>
                  <a:pt x="3358867" y="2952750"/>
                </a:lnTo>
                <a:lnTo>
                  <a:pt x="3312671" y="2952750"/>
                </a:lnTo>
                <a:lnTo>
                  <a:pt x="3266475" y="2952750"/>
                </a:lnTo>
                <a:lnTo>
                  <a:pt x="3220279" y="2952750"/>
                </a:lnTo>
                <a:lnTo>
                  <a:pt x="3174082" y="2952750"/>
                </a:lnTo>
                <a:lnTo>
                  <a:pt x="3127886" y="2952750"/>
                </a:lnTo>
                <a:lnTo>
                  <a:pt x="3081690" y="2952750"/>
                </a:lnTo>
                <a:lnTo>
                  <a:pt x="3035494" y="2952750"/>
                </a:lnTo>
                <a:lnTo>
                  <a:pt x="2989297" y="2952750"/>
                </a:lnTo>
                <a:lnTo>
                  <a:pt x="2943101" y="2952750"/>
                </a:lnTo>
                <a:lnTo>
                  <a:pt x="2896905" y="2952750"/>
                </a:lnTo>
                <a:lnTo>
                  <a:pt x="2850709" y="2952750"/>
                </a:lnTo>
                <a:lnTo>
                  <a:pt x="2804512" y="2952750"/>
                </a:lnTo>
                <a:lnTo>
                  <a:pt x="2758316" y="2952750"/>
                </a:lnTo>
                <a:lnTo>
                  <a:pt x="2712120" y="2952750"/>
                </a:lnTo>
                <a:lnTo>
                  <a:pt x="2665924" y="2952750"/>
                </a:lnTo>
                <a:lnTo>
                  <a:pt x="2619718" y="2952750"/>
                </a:lnTo>
                <a:lnTo>
                  <a:pt x="2573522" y="2952750"/>
                </a:lnTo>
                <a:lnTo>
                  <a:pt x="2527325" y="2952750"/>
                </a:lnTo>
                <a:lnTo>
                  <a:pt x="2481129" y="2952750"/>
                </a:lnTo>
                <a:lnTo>
                  <a:pt x="2434933" y="2952750"/>
                </a:lnTo>
                <a:lnTo>
                  <a:pt x="2388737" y="2952750"/>
                </a:lnTo>
                <a:lnTo>
                  <a:pt x="2342540" y="2952750"/>
                </a:lnTo>
                <a:lnTo>
                  <a:pt x="2296344" y="2952750"/>
                </a:lnTo>
                <a:lnTo>
                  <a:pt x="2250148" y="2952750"/>
                </a:lnTo>
                <a:lnTo>
                  <a:pt x="2203952" y="2952750"/>
                </a:lnTo>
                <a:lnTo>
                  <a:pt x="2157755" y="2952750"/>
                </a:lnTo>
                <a:lnTo>
                  <a:pt x="2111559" y="2952750"/>
                </a:lnTo>
                <a:lnTo>
                  <a:pt x="2065363" y="2952750"/>
                </a:lnTo>
                <a:lnTo>
                  <a:pt x="2019167" y="2952750"/>
                </a:lnTo>
                <a:lnTo>
                  <a:pt x="1972970" y="2952750"/>
                </a:lnTo>
                <a:lnTo>
                  <a:pt x="1926774" y="2952750"/>
                </a:lnTo>
                <a:lnTo>
                  <a:pt x="1880578" y="2952750"/>
                </a:lnTo>
                <a:lnTo>
                  <a:pt x="1834382" y="2952750"/>
                </a:lnTo>
                <a:lnTo>
                  <a:pt x="1788185" y="2952750"/>
                </a:lnTo>
                <a:lnTo>
                  <a:pt x="1741989" y="2952750"/>
                </a:lnTo>
                <a:lnTo>
                  <a:pt x="1695783" y="2952750"/>
                </a:lnTo>
                <a:lnTo>
                  <a:pt x="1649587" y="2952750"/>
                </a:lnTo>
                <a:lnTo>
                  <a:pt x="1603391" y="2952750"/>
                </a:lnTo>
                <a:lnTo>
                  <a:pt x="1557195" y="2952750"/>
                </a:lnTo>
                <a:lnTo>
                  <a:pt x="1510998" y="2952750"/>
                </a:lnTo>
                <a:lnTo>
                  <a:pt x="1464802" y="2952750"/>
                </a:lnTo>
                <a:lnTo>
                  <a:pt x="1418606" y="2952750"/>
                </a:lnTo>
                <a:lnTo>
                  <a:pt x="1372410" y="2952750"/>
                </a:lnTo>
                <a:lnTo>
                  <a:pt x="1326213" y="2952750"/>
                </a:lnTo>
                <a:lnTo>
                  <a:pt x="1280017" y="2952750"/>
                </a:lnTo>
                <a:lnTo>
                  <a:pt x="1233821" y="2952750"/>
                </a:lnTo>
                <a:lnTo>
                  <a:pt x="1187625" y="2952750"/>
                </a:lnTo>
                <a:lnTo>
                  <a:pt x="1141428" y="2952750"/>
                </a:lnTo>
                <a:lnTo>
                  <a:pt x="1095232" y="2952750"/>
                </a:lnTo>
                <a:lnTo>
                  <a:pt x="1049036" y="2952750"/>
                </a:lnTo>
                <a:lnTo>
                  <a:pt x="1002840" y="2952750"/>
                </a:lnTo>
                <a:lnTo>
                  <a:pt x="956643" y="2952750"/>
                </a:lnTo>
                <a:lnTo>
                  <a:pt x="910447" y="2952750"/>
                </a:lnTo>
                <a:lnTo>
                  <a:pt x="864251" y="2952750"/>
                </a:lnTo>
                <a:lnTo>
                  <a:pt x="818055" y="2952750"/>
                </a:lnTo>
                <a:lnTo>
                  <a:pt x="771858" y="2952750"/>
                </a:lnTo>
                <a:lnTo>
                  <a:pt x="725662" y="2952750"/>
                </a:lnTo>
                <a:lnTo>
                  <a:pt x="679466" y="2952750"/>
                </a:lnTo>
                <a:lnTo>
                  <a:pt x="633260" y="2952750"/>
                </a:lnTo>
                <a:lnTo>
                  <a:pt x="587064" y="2952750"/>
                </a:lnTo>
                <a:lnTo>
                  <a:pt x="540868" y="2952750"/>
                </a:lnTo>
                <a:lnTo>
                  <a:pt x="494671" y="2952750"/>
                </a:lnTo>
                <a:lnTo>
                  <a:pt x="448475" y="2952750"/>
                </a:lnTo>
                <a:lnTo>
                  <a:pt x="402279" y="2952750"/>
                </a:lnTo>
                <a:lnTo>
                  <a:pt x="356083" y="2952750"/>
                </a:lnTo>
                <a:lnTo>
                  <a:pt x="309886" y="2952750"/>
                </a:lnTo>
                <a:lnTo>
                  <a:pt x="263690" y="2952750"/>
                </a:lnTo>
                <a:lnTo>
                  <a:pt x="217494" y="2952750"/>
                </a:lnTo>
                <a:lnTo>
                  <a:pt x="171298" y="2952750"/>
                </a:lnTo>
                <a:lnTo>
                  <a:pt x="125101" y="2952750"/>
                </a:lnTo>
                <a:lnTo>
                  <a:pt x="78905" y="2952750"/>
                </a:lnTo>
                <a:lnTo>
                  <a:pt x="32709" y="2952750"/>
                </a:lnTo>
                <a:lnTo>
                  <a:pt x="0" y="2944825"/>
                </a:lnTo>
                <a:lnTo>
                  <a:pt x="22508" y="2904487"/>
                </a:lnTo>
                <a:lnTo>
                  <a:pt x="45025" y="2864148"/>
                </a:lnTo>
                <a:lnTo>
                  <a:pt x="67532" y="2823810"/>
                </a:lnTo>
                <a:lnTo>
                  <a:pt x="90049" y="2783472"/>
                </a:lnTo>
                <a:lnTo>
                  <a:pt x="112566" y="2743133"/>
                </a:lnTo>
                <a:lnTo>
                  <a:pt x="135074" y="2702785"/>
                </a:lnTo>
                <a:lnTo>
                  <a:pt x="157591" y="2662447"/>
                </a:lnTo>
                <a:lnTo>
                  <a:pt x="180099" y="2622109"/>
                </a:lnTo>
                <a:lnTo>
                  <a:pt x="202616" y="2581770"/>
                </a:lnTo>
                <a:lnTo>
                  <a:pt x="225123" y="2541432"/>
                </a:lnTo>
                <a:lnTo>
                  <a:pt x="247640" y="2501084"/>
                </a:lnTo>
                <a:lnTo>
                  <a:pt x="270148" y="2460746"/>
                </a:lnTo>
                <a:lnTo>
                  <a:pt x="292665" y="2420407"/>
                </a:lnTo>
                <a:lnTo>
                  <a:pt x="315173" y="2380069"/>
                </a:lnTo>
                <a:lnTo>
                  <a:pt x="337690" y="2339731"/>
                </a:lnTo>
                <a:lnTo>
                  <a:pt x="360197" y="2299392"/>
                </a:lnTo>
                <a:lnTo>
                  <a:pt x="382715" y="2259044"/>
                </a:lnTo>
                <a:lnTo>
                  <a:pt x="405222" y="2218706"/>
                </a:lnTo>
                <a:lnTo>
                  <a:pt x="427739" y="2178368"/>
                </a:lnTo>
                <a:lnTo>
                  <a:pt x="450247" y="2138029"/>
                </a:lnTo>
                <a:lnTo>
                  <a:pt x="472764" y="2097691"/>
                </a:lnTo>
                <a:lnTo>
                  <a:pt x="495271" y="2057343"/>
                </a:lnTo>
                <a:lnTo>
                  <a:pt x="517789" y="2017004"/>
                </a:lnTo>
                <a:lnTo>
                  <a:pt x="540296" y="1976666"/>
                </a:lnTo>
                <a:lnTo>
                  <a:pt x="562813" y="1936328"/>
                </a:lnTo>
                <a:lnTo>
                  <a:pt x="585321" y="1895989"/>
                </a:lnTo>
                <a:lnTo>
                  <a:pt x="607838" y="1855651"/>
                </a:lnTo>
                <a:lnTo>
                  <a:pt x="630345" y="1815303"/>
                </a:lnTo>
                <a:lnTo>
                  <a:pt x="652863" y="1774965"/>
                </a:lnTo>
                <a:lnTo>
                  <a:pt x="675370" y="1734626"/>
                </a:lnTo>
                <a:lnTo>
                  <a:pt x="697887" y="1694288"/>
                </a:lnTo>
                <a:lnTo>
                  <a:pt x="720395" y="1653950"/>
                </a:lnTo>
                <a:lnTo>
                  <a:pt x="742912" y="1613602"/>
                </a:lnTo>
                <a:lnTo>
                  <a:pt x="765419" y="1573263"/>
                </a:lnTo>
                <a:lnTo>
                  <a:pt x="787937" y="1532925"/>
                </a:lnTo>
                <a:lnTo>
                  <a:pt x="810444" y="1492587"/>
                </a:lnTo>
                <a:lnTo>
                  <a:pt x="832961" y="1452248"/>
                </a:lnTo>
                <a:lnTo>
                  <a:pt x="855469" y="1411900"/>
                </a:lnTo>
                <a:lnTo>
                  <a:pt x="877986" y="1371562"/>
                </a:lnTo>
                <a:lnTo>
                  <a:pt x="900494" y="1331224"/>
                </a:lnTo>
                <a:lnTo>
                  <a:pt x="923011" y="1290885"/>
                </a:lnTo>
                <a:lnTo>
                  <a:pt x="945518" y="1250547"/>
                </a:lnTo>
                <a:lnTo>
                  <a:pt x="968035" y="1210208"/>
                </a:lnTo>
                <a:lnTo>
                  <a:pt x="990543" y="1169861"/>
                </a:lnTo>
                <a:lnTo>
                  <a:pt x="1013060" y="1129522"/>
                </a:lnTo>
                <a:lnTo>
                  <a:pt x="1035568" y="1089184"/>
                </a:lnTo>
                <a:lnTo>
                  <a:pt x="1058085" y="1048845"/>
                </a:lnTo>
                <a:lnTo>
                  <a:pt x="1080592" y="1008507"/>
                </a:lnTo>
                <a:lnTo>
                  <a:pt x="1103109" y="968159"/>
                </a:lnTo>
                <a:lnTo>
                  <a:pt x="1125617" y="927821"/>
                </a:lnTo>
                <a:lnTo>
                  <a:pt x="1148134" y="887482"/>
                </a:lnTo>
                <a:lnTo>
                  <a:pt x="1170642" y="847144"/>
                </a:lnTo>
                <a:lnTo>
                  <a:pt x="1193159" y="806806"/>
                </a:lnTo>
                <a:lnTo>
                  <a:pt x="1215666" y="766467"/>
                </a:lnTo>
                <a:lnTo>
                  <a:pt x="1238183" y="726119"/>
                </a:lnTo>
                <a:lnTo>
                  <a:pt x="1260691" y="685781"/>
                </a:lnTo>
                <a:lnTo>
                  <a:pt x="1283208" y="645443"/>
                </a:lnTo>
                <a:lnTo>
                  <a:pt x="1305716" y="605104"/>
                </a:lnTo>
                <a:lnTo>
                  <a:pt x="1328233" y="564766"/>
                </a:lnTo>
                <a:lnTo>
                  <a:pt x="1350740" y="524418"/>
                </a:lnTo>
                <a:lnTo>
                  <a:pt x="1373257" y="484080"/>
                </a:lnTo>
                <a:lnTo>
                  <a:pt x="1395765" y="443741"/>
                </a:lnTo>
                <a:lnTo>
                  <a:pt x="1418282" y="403403"/>
                </a:lnTo>
                <a:lnTo>
                  <a:pt x="1440790" y="363064"/>
                </a:lnTo>
                <a:lnTo>
                  <a:pt x="1463307" y="322726"/>
                </a:lnTo>
                <a:lnTo>
                  <a:pt x="1485814" y="282378"/>
                </a:lnTo>
                <a:lnTo>
                  <a:pt x="1508331" y="242040"/>
                </a:lnTo>
                <a:lnTo>
                  <a:pt x="1530839" y="201701"/>
                </a:lnTo>
                <a:lnTo>
                  <a:pt x="1553356" y="161363"/>
                </a:lnTo>
                <a:lnTo>
                  <a:pt x="1575864" y="121025"/>
                </a:lnTo>
                <a:lnTo>
                  <a:pt x="1598381" y="80677"/>
                </a:lnTo>
                <a:lnTo>
                  <a:pt x="1620888" y="40338"/>
                </a:lnTo>
                <a:lnTo>
                  <a:pt x="1643405" y="0"/>
                </a:lnTo>
                <a:close/>
              </a:path>
            </a:pathLst>
          </a:custGeom>
          <a:solidFill xmlns:a="http://schemas.openxmlformats.org/drawingml/2006/main">
            <a:srgbClr val="E7EEF4"/>
          </a:solidFill>
          <a:ln xmlns:a="http://schemas.openxmlformats.org/drawingml/2006/main" w="19050">
            <a:solidFill>
              <a:srgbClr val="B8C7D2"/>
            </a:solidFill>
            <a:prstDash val="solid"/>
          </a:ln>
        </p:spPr>
      </p:sp>
      <p:sp>
        <p:nvSpPr>
          <p:cNvPr id="13" name="balance-fulcrum-facet">
            <a:extLst xmlns:a="http://schemas.openxmlformats.org/drawingml/2006/main">
              <a:ext uri="{FF2B5EF4-FFF2-40B4-BE49-F238E27FC236}">
                <a16:creationId xmlns:a16="http://schemas.microsoft.com/office/drawing/2014/main" id="{1209CB5F-11E6-4CFA-A3A4-4F07111C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915" y="3067050"/>
            <a:ext cx="1896085" cy="2952750"/>
          </a:xfrm>
          <a:custGeom xmlns:a="http://schemas.openxmlformats.org/drawingml/2006/main">
            <a:pathLst>
              <a:path w="1896085" h="2952750">
                <a:moveTo>
                  <a:pt x="1638910" y="0"/>
                </a:moveTo>
                <a:lnTo>
                  <a:pt x="1674314" y="0"/>
                </a:lnTo>
                <a:lnTo>
                  <a:pt x="1709718" y="0"/>
                </a:lnTo>
                <a:lnTo>
                  <a:pt x="1745113" y="0"/>
                </a:lnTo>
                <a:lnTo>
                  <a:pt x="1780518" y="0"/>
                </a:lnTo>
                <a:lnTo>
                  <a:pt x="1815922" y="0"/>
                </a:lnTo>
                <a:lnTo>
                  <a:pt x="1851327" y="0"/>
                </a:lnTo>
                <a:lnTo>
                  <a:pt x="1886722" y="0"/>
                </a:lnTo>
                <a:lnTo>
                  <a:pt x="1896085" y="26041"/>
                </a:lnTo>
                <a:lnTo>
                  <a:pt x="1896085" y="61436"/>
                </a:lnTo>
                <a:lnTo>
                  <a:pt x="1896085" y="96841"/>
                </a:lnTo>
                <a:lnTo>
                  <a:pt x="1896085" y="132245"/>
                </a:lnTo>
                <a:lnTo>
                  <a:pt x="1896085" y="167640"/>
                </a:lnTo>
                <a:lnTo>
                  <a:pt x="1896085" y="203044"/>
                </a:lnTo>
                <a:lnTo>
                  <a:pt x="1896085" y="238449"/>
                </a:lnTo>
                <a:lnTo>
                  <a:pt x="1896085" y="273844"/>
                </a:lnTo>
                <a:lnTo>
                  <a:pt x="1896085" y="309248"/>
                </a:lnTo>
                <a:lnTo>
                  <a:pt x="1896085" y="344653"/>
                </a:lnTo>
                <a:lnTo>
                  <a:pt x="1896085" y="380048"/>
                </a:lnTo>
                <a:lnTo>
                  <a:pt x="1896085" y="415452"/>
                </a:lnTo>
                <a:lnTo>
                  <a:pt x="1896085" y="450856"/>
                </a:lnTo>
                <a:lnTo>
                  <a:pt x="1896085" y="486251"/>
                </a:lnTo>
                <a:lnTo>
                  <a:pt x="1896085" y="521656"/>
                </a:lnTo>
                <a:lnTo>
                  <a:pt x="1896085" y="557060"/>
                </a:lnTo>
                <a:lnTo>
                  <a:pt x="1896085" y="592465"/>
                </a:lnTo>
                <a:lnTo>
                  <a:pt x="1896085" y="627859"/>
                </a:lnTo>
                <a:lnTo>
                  <a:pt x="1896085" y="663264"/>
                </a:lnTo>
                <a:lnTo>
                  <a:pt x="1896085" y="698668"/>
                </a:lnTo>
                <a:lnTo>
                  <a:pt x="1896085" y="734063"/>
                </a:lnTo>
                <a:lnTo>
                  <a:pt x="1896085" y="769468"/>
                </a:lnTo>
                <a:lnTo>
                  <a:pt x="1896085" y="804872"/>
                </a:lnTo>
                <a:lnTo>
                  <a:pt x="1896085" y="840267"/>
                </a:lnTo>
                <a:lnTo>
                  <a:pt x="1896085" y="875671"/>
                </a:lnTo>
                <a:lnTo>
                  <a:pt x="1896085" y="911076"/>
                </a:lnTo>
                <a:lnTo>
                  <a:pt x="1896085" y="946471"/>
                </a:lnTo>
                <a:lnTo>
                  <a:pt x="1896085" y="981875"/>
                </a:lnTo>
                <a:lnTo>
                  <a:pt x="1896085" y="1017280"/>
                </a:lnTo>
                <a:lnTo>
                  <a:pt x="1896085" y="1052684"/>
                </a:lnTo>
                <a:lnTo>
                  <a:pt x="1896085" y="1088079"/>
                </a:lnTo>
                <a:lnTo>
                  <a:pt x="1896085" y="1123483"/>
                </a:lnTo>
                <a:lnTo>
                  <a:pt x="1896085" y="1158888"/>
                </a:lnTo>
                <a:lnTo>
                  <a:pt x="1896085" y="1194283"/>
                </a:lnTo>
                <a:lnTo>
                  <a:pt x="1896085" y="1229687"/>
                </a:lnTo>
                <a:lnTo>
                  <a:pt x="1896085" y="1265091"/>
                </a:lnTo>
                <a:lnTo>
                  <a:pt x="1896085" y="1300486"/>
                </a:lnTo>
                <a:lnTo>
                  <a:pt x="1896085" y="1335891"/>
                </a:lnTo>
                <a:lnTo>
                  <a:pt x="1896085" y="1371295"/>
                </a:lnTo>
                <a:lnTo>
                  <a:pt x="1896085" y="1406690"/>
                </a:lnTo>
                <a:lnTo>
                  <a:pt x="1896085" y="1442095"/>
                </a:lnTo>
                <a:lnTo>
                  <a:pt x="1896085" y="1477499"/>
                </a:lnTo>
                <a:lnTo>
                  <a:pt x="1896085" y="1512903"/>
                </a:lnTo>
                <a:lnTo>
                  <a:pt x="1896085" y="1548298"/>
                </a:lnTo>
                <a:lnTo>
                  <a:pt x="1896085" y="1583703"/>
                </a:lnTo>
                <a:lnTo>
                  <a:pt x="1896085" y="1619107"/>
                </a:lnTo>
                <a:lnTo>
                  <a:pt x="1896085" y="1654502"/>
                </a:lnTo>
                <a:lnTo>
                  <a:pt x="1896085" y="1689906"/>
                </a:lnTo>
                <a:lnTo>
                  <a:pt x="1896085" y="1725311"/>
                </a:lnTo>
                <a:lnTo>
                  <a:pt x="1896085" y="1760706"/>
                </a:lnTo>
                <a:lnTo>
                  <a:pt x="1896085" y="1796110"/>
                </a:lnTo>
                <a:lnTo>
                  <a:pt x="1896085" y="1831515"/>
                </a:lnTo>
                <a:lnTo>
                  <a:pt x="1896085" y="1866910"/>
                </a:lnTo>
                <a:lnTo>
                  <a:pt x="1896085" y="1902314"/>
                </a:lnTo>
                <a:lnTo>
                  <a:pt x="1896085" y="1937718"/>
                </a:lnTo>
                <a:lnTo>
                  <a:pt x="1896085" y="1973113"/>
                </a:lnTo>
                <a:lnTo>
                  <a:pt x="1896085" y="2008518"/>
                </a:lnTo>
                <a:lnTo>
                  <a:pt x="1896085" y="2043922"/>
                </a:lnTo>
                <a:lnTo>
                  <a:pt x="1896085" y="2079327"/>
                </a:lnTo>
                <a:lnTo>
                  <a:pt x="1896085" y="2114721"/>
                </a:lnTo>
                <a:lnTo>
                  <a:pt x="1896085" y="2150126"/>
                </a:lnTo>
                <a:lnTo>
                  <a:pt x="1896085" y="2185530"/>
                </a:lnTo>
                <a:lnTo>
                  <a:pt x="1896085" y="2220925"/>
                </a:lnTo>
                <a:lnTo>
                  <a:pt x="1896085" y="2256330"/>
                </a:lnTo>
                <a:lnTo>
                  <a:pt x="1896085" y="2291734"/>
                </a:lnTo>
                <a:lnTo>
                  <a:pt x="1896085" y="2327129"/>
                </a:lnTo>
                <a:lnTo>
                  <a:pt x="1896085" y="2362533"/>
                </a:lnTo>
                <a:lnTo>
                  <a:pt x="1896085" y="2397938"/>
                </a:lnTo>
                <a:lnTo>
                  <a:pt x="1896085" y="2433333"/>
                </a:lnTo>
                <a:lnTo>
                  <a:pt x="1896085" y="2468737"/>
                </a:lnTo>
                <a:lnTo>
                  <a:pt x="1896085" y="2504142"/>
                </a:lnTo>
                <a:lnTo>
                  <a:pt x="1896085" y="2539546"/>
                </a:lnTo>
                <a:lnTo>
                  <a:pt x="1896085" y="2574941"/>
                </a:lnTo>
                <a:lnTo>
                  <a:pt x="1896085" y="2610345"/>
                </a:lnTo>
                <a:lnTo>
                  <a:pt x="1896085" y="2645750"/>
                </a:lnTo>
                <a:lnTo>
                  <a:pt x="1896085" y="2681145"/>
                </a:lnTo>
                <a:lnTo>
                  <a:pt x="1896085" y="2716549"/>
                </a:lnTo>
                <a:lnTo>
                  <a:pt x="1896085" y="2751953"/>
                </a:lnTo>
                <a:lnTo>
                  <a:pt x="1896085" y="2787348"/>
                </a:lnTo>
                <a:lnTo>
                  <a:pt x="1896085" y="2822753"/>
                </a:lnTo>
                <a:lnTo>
                  <a:pt x="1896085" y="2858157"/>
                </a:lnTo>
                <a:lnTo>
                  <a:pt x="1896085" y="2893552"/>
                </a:lnTo>
                <a:lnTo>
                  <a:pt x="1896085" y="2928957"/>
                </a:lnTo>
                <a:lnTo>
                  <a:pt x="1884483" y="2952750"/>
                </a:lnTo>
                <a:lnTo>
                  <a:pt x="1849079" y="2952750"/>
                </a:lnTo>
                <a:lnTo>
                  <a:pt x="1813674" y="2952750"/>
                </a:lnTo>
                <a:lnTo>
                  <a:pt x="1778270" y="2952750"/>
                </a:lnTo>
                <a:lnTo>
                  <a:pt x="1742875" y="2952750"/>
                </a:lnTo>
                <a:lnTo>
                  <a:pt x="1707471" y="2952750"/>
                </a:lnTo>
                <a:lnTo>
                  <a:pt x="1672066" y="2952750"/>
                </a:lnTo>
                <a:lnTo>
                  <a:pt x="1636671" y="2952750"/>
                </a:lnTo>
                <a:lnTo>
                  <a:pt x="1601267" y="2952750"/>
                </a:lnTo>
                <a:lnTo>
                  <a:pt x="1565862" y="2952750"/>
                </a:lnTo>
                <a:lnTo>
                  <a:pt x="1530467" y="2952750"/>
                </a:lnTo>
                <a:lnTo>
                  <a:pt x="1495063" y="2952750"/>
                </a:lnTo>
                <a:lnTo>
                  <a:pt x="1459659" y="2952750"/>
                </a:lnTo>
                <a:lnTo>
                  <a:pt x="1424264" y="2952750"/>
                </a:lnTo>
                <a:lnTo>
                  <a:pt x="1388859" y="2952750"/>
                </a:lnTo>
                <a:lnTo>
                  <a:pt x="1353455" y="2952750"/>
                </a:lnTo>
                <a:lnTo>
                  <a:pt x="1318050" y="2952750"/>
                </a:lnTo>
                <a:lnTo>
                  <a:pt x="1282656" y="2952750"/>
                </a:lnTo>
                <a:lnTo>
                  <a:pt x="1247251" y="2952750"/>
                </a:lnTo>
                <a:lnTo>
                  <a:pt x="1211847" y="2952750"/>
                </a:lnTo>
                <a:lnTo>
                  <a:pt x="1176452" y="2952750"/>
                </a:lnTo>
                <a:lnTo>
                  <a:pt x="1141047" y="2952750"/>
                </a:lnTo>
                <a:lnTo>
                  <a:pt x="1105643" y="2952750"/>
                </a:lnTo>
                <a:lnTo>
                  <a:pt x="1070248" y="2952750"/>
                </a:lnTo>
                <a:lnTo>
                  <a:pt x="1034844" y="2952750"/>
                </a:lnTo>
                <a:lnTo>
                  <a:pt x="999439" y="2952750"/>
                </a:lnTo>
                <a:lnTo>
                  <a:pt x="964044" y="2952750"/>
                </a:lnTo>
                <a:lnTo>
                  <a:pt x="928640" y="2952750"/>
                </a:lnTo>
                <a:lnTo>
                  <a:pt x="893235" y="2952750"/>
                </a:lnTo>
                <a:lnTo>
                  <a:pt x="857841" y="2952750"/>
                </a:lnTo>
                <a:lnTo>
                  <a:pt x="822436" y="2952750"/>
                </a:lnTo>
                <a:lnTo>
                  <a:pt x="787032" y="2952750"/>
                </a:lnTo>
                <a:lnTo>
                  <a:pt x="751627" y="2952750"/>
                </a:lnTo>
                <a:lnTo>
                  <a:pt x="716232" y="2952750"/>
                </a:lnTo>
                <a:lnTo>
                  <a:pt x="680828" y="2952750"/>
                </a:lnTo>
                <a:lnTo>
                  <a:pt x="645424" y="2952750"/>
                </a:lnTo>
                <a:lnTo>
                  <a:pt x="610029" y="2952750"/>
                </a:lnTo>
                <a:lnTo>
                  <a:pt x="574624" y="2952750"/>
                </a:lnTo>
                <a:lnTo>
                  <a:pt x="539220" y="2952750"/>
                </a:lnTo>
                <a:lnTo>
                  <a:pt x="503825" y="2952750"/>
                </a:lnTo>
                <a:lnTo>
                  <a:pt x="468420" y="2952750"/>
                </a:lnTo>
                <a:lnTo>
                  <a:pt x="433016" y="2952750"/>
                </a:lnTo>
                <a:lnTo>
                  <a:pt x="397621" y="2952750"/>
                </a:lnTo>
                <a:lnTo>
                  <a:pt x="362217" y="2952750"/>
                </a:lnTo>
                <a:lnTo>
                  <a:pt x="326812" y="2952750"/>
                </a:lnTo>
                <a:lnTo>
                  <a:pt x="291408" y="2952750"/>
                </a:lnTo>
                <a:lnTo>
                  <a:pt x="256013" y="2952750"/>
                </a:lnTo>
                <a:lnTo>
                  <a:pt x="220609" y="2952750"/>
                </a:lnTo>
                <a:lnTo>
                  <a:pt x="185204" y="2952750"/>
                </a:lnTo>
                <a:lnTo>
                  <a:pt x="149809" y="2952750"/>
                </a:lnTo>
                <a:lnTo>
                  <a:pt x="114405" y="2952750"/>
                </a:lnTo>
                <a:lnTo>
                  <a:pt x="79000" y="2952750"/>
                </a:lnTo>
                <a:lnTo>
                  <a:pt x="43605" y="2952750"/>
                </a:lnTo>
                <a:lnTo>
                  <a:pt x="8201" y="2952750"/>
                </a:lnTo>
                <a:lnTo>
                  <a:pt x="0" y="2936777"/>
                </a:lnTo>
                <a:lnTo>
                  <a:pt x="17250" y="2905868"/>
                </a:lnTo>
                <a:lnTo>
                  <a:pt x="34500" y="2874950"/>
                </a:lnTo>
                <a:lnTo>
                  <a:pt x="51759" y="2844041"/>
                </a:lnTo>
                <a:lnTo>
                  <a:pt x="69009" y="2813123"/>
                </a:lnTo>
                <a:lnTo>
                  <a:pt x="86258" y="2782214"/>
                </a:lnTo>
                <a:lnTo>
                  <a:pt x="103508" y="2751296"/>
                </a:lnTo>
                <a:lnTo>
                  <a:pt x="120758" y="2720388"/>
                </a:lnTo>
                <a:lnTo>
                  <a:pt x="138017" y="2689469"/>
                </a:lnTo>
                <a:lnTo>
                  <a:pt x="155267" y="2658561"/>
                </a:lnTo>
                <a:lnTo>
                  <a:pt x="172517" y="2627643"/>
                </a:lnTo>
                <a:lnTo>
                  <a:pt x="189767" y="2596734"/>
                </a:lnTo>
                <a:lnTo>
                  <a:pt x="207016" y="2565816"/>
                </a:lnTo>
                <a:lnTo>
                  <a:pt x="224276" y="2534907"/>
                </a:lnTo>
                <a:lnTo>
                  <a:pt x="241525" y="2503989"/>
                </a:lnTo>
                <a:lnTo>
                  <a:pt x="258775" y="2473081"/>
                </a:lnTo>
                <a:lnTo>
                  <a:pt x="276025" y="2442162"/>
                </a:lnTo>
                <a:lnTo>
                  <a:pt x="293275" y="2411254"/>
                </a:lnTo>
                <a:lnTo>
                  <a:pt x="310534" y="2380336"/>
                </a:lnTo>
                <a:lnTo>
                  <a:pt x="327784" y="2349427"/>
                </a:lnTo>
                <a:lnTo>
                  <a:pt x="345034" y="2318509"/>
                </a:lnTo>
                <a:lnTo>
                  <a:pt x="362283" y="2287600"/>
                </a:lnTo>
                <a:lnTo>
                  <a:pt x="379533" y="2256682"/>
                </a:lnTo>
                <a:lnTo>
                  <a:pt x="396792" y="2225773"/>
                </a:lnTo>
                <a:lnTo>
                  <a:pt x="414042" y="2194855"/>
                </a:lnTo>
                <a:lnTo>
                  <a:pt x="431292" y="2163947"/>
                </a:lnTo>
                <a:lnTo>
                  <a:pt x="448542" y="2133029"/>
                </a:lnTo>
                <a:lnTo>
                  <a:pt x="465792" y="2102120"/>
                </a:lnTo>
                <a:lnTo>
                  <a:pt x="483051" y="2071202"/>
                </a:lnTo>
                <a:lnTo>
                  <a:pt x="500301" y="2040293"/>
                </a:lnTo>
                <a:lnTo>
                  <a:pt x="517550" y="2009375"/>
                </a:lnTo>
                <a:lnTo>
                  <a:pt x="534800" y="1978466"/>
                </a:lnTo>
                <a:lnTo>
                  <a:pt x="552050" y="1947548"/>
                </a:lnTo>
                <a:lnTo>
                  <a:pt x="569309" y="1916640"/>
                </a:lnTo>
                <a:lnTo>
                  <a:pt x="586559" y="1885721"/>
                </a:lnTo>
                <a:lnTo>
                  <a:pt x="603809" y="1854813"/>
                </a:lnTo>
                <a:lnTo>
                  <a:pt x="621059" y="1823895"/>
                </a:lnTo>
                <a:lnTo>
                  <a:pt x="638318" y="1792986"/>
                </a:lnTo>
                <a:lnTo>
                  <a:pt x="655568" y="1762068"/>
                </a:lnTo>
                <a:lnTo>
                  <a:pt x="672817" y="1731150"/>
                </a:lnTo>
                <a:lnTo>
                  <a:pt x="690067" y="1700241"/>
                </a:lnTo>
                <a:lnTo>
                  <a:pt x="707317" y="1669332"/>
                </a:lnTo>
                <a:lnTo>
                  <a:pt x="724576" y="1638414"/>
                </a:lnTo>
                <a:lnTo>
                  <a:pt x="741826" y="1607496"/>
                </a:lnTo>
                <a:lnTo>
                  <a:pt x="759076" y="1576588"/>
                </a:lnTo>
                <a:lnTo>
                  <a:pt x="776326" y="1545669"/>
                </a:lnTo>
                <a:lnTo>
                  <a:pt x="793575" y="1514761"/>
                </a:lnTo>
                <a:lnTo>
                  <a:pt x="810835" y="1483843"/>
                </a:lnTo>
                <a:lnTo>
                  <a:pt x="828084" y="1452934"/>
                </a:lnTo>
                <a:lnTo>
                  <a:pt x="845334" y="1422016"/>
                </a:lnTo>
                <a:lnTo>
                  <a:pt x="862584" y="1391107"/>
                </a:lnTo>
                <a:lnTo>
                  <a:pt x="879834" y="1360189"/>
                </a:lnTo>
                <a:lnTo>
                  <a:pt x="897093" y="1329280"/>
                </a:lnTo>
                <a:lnTo>
                  <a:pt x="914343" y="1298362"/>
                </a:lnTo>
                <a:lnTo>
                  <a:pt x="931593" y="1267454"/>
                </a:lnTo>
                <a:lnTo>
                  <a:pt x="948842" y="1236536"/>
                </a:lnTo>
                <a:lnTo>
                  <a:pt x="966092" y="1205627"/>
                </a:lnTo>
                <a:lnTo>
                  <a:pt x="983351" y="1174709"/>
                </a:lnTo>
                <a:lnTo>
                  <a:pt x="1000601" y="1143800"/>
                </a:lnTo>
                <a:lnTo>
                  <a:pt x="1017851" y="1112882"/>
                </a:lnTo>
                <a:lnTo>
                  <a:pt x="1035101" y="1081973"/>
                </a:lnTo>
                <a:lnTo>
                  <a:pt x="1052351" y="1051055"/>
                </a:lnTo>
                <a:lnTo>
                  <a:pt x="1069610" y="1020147"/>
                </a:lnTo>
                <a:lnTo>
                  <a:pt x="1086860" y="989228"/>
                </a:lnTo>
                <a:lnTo>
                  <a:pt x="1104109" y="958320"/>
                </a:lnTo>
                <a:lnTo>
                  <a:pt x="1121359" y="927402"/>
                </a:lnTo>
                <a:lnTo>
                  <a:pt x="1138609" y="896493"/>
                </a:lnTo>
                <a:lnTo>
                  <a:pt x="1155868" y="865575"/>
                </a:lnTo>
                <a:lnTo>
                  <a:pt x="1173118" y="834666"/>
                </a:lnTo>
                <a:lnTo>
                  <a:pt x="1190368" y="803748"/>
                </a:lnTo>
                <a:lnTo>
                  <a:pt x="1207618" y="772839"/>
                </a:lnTo>
                <a:lnTo>
                  <a:pt x="1224867" y="741921"/>
                </a:lnTo>
                <a:lnTo>
                  <a:pt x="1242127" y="711013"/>
                </a:lnTo>
                <a:lnTo>
                  <a:pt x="1259376" y="680095"/>
                </a:lnTo>
                <a:lnTo>
                  <a:pt x="1276626" y="649186"/>
                </a:lnTo>
                <a:lnTo>
                  <a:pt x="1293876" y="618268"/>
                </a:lnTo>
                <a:lnTo>
                  <a:pt x="1311126" y="587359"/>
                </a:lnTo>
                <a:lnTo>
                  <a:pt x="1328385" y="556441"/>
                </a:lnTo>
                <a:lnTo>
                  <a:pt x="1345635" y="525532"/>
                </a:lnTo>
                <a:lnTo>
                  <a:pt x="1362885" y="494614"/>
                </a:lnTo>
                <a:lnTo>
                  <a:pt x="1380134" y="463706"/>
                </a:lnTo>
                <a:lnTo>
                  <a:pt x="1397384" y="432787"/>
                </a:lnTo>
                <a:lnTo>
                  <a:pt x="1414643" y="401879"/>
                </a:lnTo>
                <a:lnTo>
                  <a:pt x="1431893" y="370961"/>
                </a:lnTo>
                <a:lnTo>
                  <a:pt x="1449143" y="340052"/>
                </a:lnTo>
                <a:lnTo>
                  <a:pt x="1466393" y="309134"/>
                </a:lnTo>
                <a:lnTo>
                  <a:pt x="1483643" y="278225"/>
                </a:lnTo>
                <a:lnTo>
                  <a:pt x="1500902" y="247307"/>
                </a:lnTo>
                <a:lnTo>
                  <a:pt x="1518152" y="216398"/>
                </a:lnTo>
                <a:lnTo>
                  <a:pt x="1535401" y="185480"/>
                </a:lnTo>
                <a:lnTo>
                  <a:pt x="1552651" y="154572"/>
                </a:lnTo>
                <a:lnTo>
                  <a:pt x="1569911" y="123654"/>
                </a:lnTo>
                <a:lnTo>
                  <a:pt x="1587160" y="92745"/>
                </a:lnTo>
                <a:lnTo>
                  <a:pt x="1604410" y="61827"/>
                </a:lnTo>
                <a:lnTo>
                  <a:pt x="1621660" y="30909"/>
                </a:lnTo>
                <a:lnTo>
                  <a:pt x="1638910" y="0"/>
                </a:lnTo>
                <a:close/>
              </a:path>
            </a:pathLst>
          </a:cu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lance-beam">
            <a:extLst xmlns:a="http://schemas.openxmlformats.org/drawingml/2006/main">
              <a:ext uri="{FF2B5EF4-FFF2-40B4-BE49-F238E27FC236}">
                <a16:creationId xmlns:a16="http://schemas.microsoft.com/office/drawing/2014/main" id="{7F7E0A3F-6715-4DDA-9C71-3D01C73B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763269"/>
            <a:ext cx="7943850" cy="302752"/>
          </a:xfrm>
          <a:custGeom xmlns:a="http://schemas.openxmlformats.org/drawingml/2006/main">
            <a:pathLst>
              <a:path w="7943850" h="302752">
                <a:moveTo>
                  <a:pt x="0" y="208531"/>
                </a:moveTo>
                <a:lnTo>
                  <a:pt x="66989" y="206759"/>
                </a:lnTo>
                <a:lnTo>
                  <a:pt x="133988" y="204997"/>
                </a:lnTo>
                <a:lnTo>
                  <a:pt x="200978" y="203225"/>
                </a:lnTo>
                <a:lnTo>
                  <a:pt x="267967" y="201463"/>
                </a:lnTo>
                <a:lnTo>
                  <a:pt x="334966" y="199692"/>
                </a:lnTo>
                <a:lnTo>
                  <a:pt x="401955" y="197920"/>
                </a:lnTo>
                <a:lnTo>
                  <a:pt x="468944" y="196158"/>
                </a:lnTo>
                <a:lnTo>
                  <a:pt x="535934" y="194386"/>
                </a:lnTo>
                <a:lnTo>
                  <a:pt x="602933" y="192624"/>
                </a:lnTo>
                <a:lnTo>
                  <a:pt x="669922" y="190852"/>
                </a:lnTo>
                <a:lnTo>
                  <a:pt x="736911" y="189090"/>
                </a:lnTo>
                <a:lnTo>
                  <a:pt x="803910" y="187319"/>
                </a:lnTo>
                <a:lnTo>
                  <a:pt x="870899" y="185557"/>
                </a:lnTo>
                <a:lnTo>
                  <a:pt x="937889" y="183785"/>
                </a:lnTo>
                <a:lnTo>
                  <a:pt x="1004888" y="182023"/>
                </a:lnTo>
                <a:lnTo>
                  <a:pt x="1071877" y="180251"/>
                </a:lnTo>
                <a:lnTo>
                  <a:pt x="1138866" y="178489"/>
                </a:lnTo>
                <a:lnTo>
                  <a:pt x="1205855" y="176717"/>
                </a:lnTo>
                <a:lnTo>
                  <a:pt x="1272854" y="174955"/>
                </a:lnTo>
                <a:lnTo>
                  <a:pt x="1339844" y="173184"/>
                </a:lnTo>
                <a:lnTo>
                  <a:pt x="1406833" y="171412"/>
                </a:lnTo>
                <a:lnTo>
                  <a:pt x="1473832" y="169650"/>
                </a:lnTo>
                <a:lnTo>
                  <a:pt x="1540821" y="167878"/>
                </a:lnTo>
                <a:lnTo>
                  <a:pt x="1607810" y="166116"/>
                </a:lnTo>
                <a:lnTo>
                  <a:pt x="1674809" y="164344"/>
                </a:lnTo>
                <a:lnTo>
                  <a:pt x="1741799" y="162582"/>
                </a:lnTo>
                <a:lnTo>
                  <a:pt x="1808788" y="160811"/>
                </a:lnTo>
                <a:lnTo>
                  <a:pt x="1875787" y="159048"/>
                </a:lnTo>
                <a:lnTo>
                  <a:pt x="1942776" y="157277"/>
                </a:lnTo>
                <a:lnTo>
                  <a:pt x="2009765" y="155515"/>
                </a:lnTo>
                <a:lnTo>
                  <a:pt x="2076755" y="153743"/>
                </a:lnTo>
                <a:lnTo>
                  <a:pt x="2143754" y="151981"/>
                </a:lnTo>
                <a:lnTo>
                  <a:pt x="2210743" y="150209"/>
                </a:lnTo>
                <a:lnTo>
                  <a:pt x="2277732" y="148447"/>
                </a:lnTo>
                <a:lnTo>
                  <a:pt x="2344731" y="146675"/>
                </a:lnTo>
                <a:lnTo>
                  <a:pt x="2411720" y="144913"/>
                </a:lnTo>
                <a:lnTo>
                  <a:pt x="2478710" y="143142"/>
                </a:lnTo>
                <a:lnTo>
                  <a:pt x="2545709" y="141370"/>
                </a:lnTo>
                <a:lnTo>
                  <a:pt x="2612698" y="139608"/>
                </a:lnTo>
                <a:lnTo>
                  <a:pt x="2679687" y="137836"/>
                </a:lnTo>
                <a:lnTo>
                  <a:pt x="2746677" y="136074"/>
                </a:lnTo>
                <a:lnTo>
                  <a:pt x="2813675" y="134303"/>
                </a:lnTo>
                <a:lnTo>
                  <a:pt x="2880665" y="132540"/>
                </a:lnTo>
                <a:lnTo>
                  <a:pt x="2947654" y="130769"/>
                </a:lnTo>
                <a:lnTo>
                  <a:pt x="3014653" y="129007"/>
                </a:lnTo>
                <a:lnTo>
                  <a:pt x="3081642" y="127235"/>
                </a:lnTo>
                <a:lnTo>
                  <a:pt x="3148632" y="125473"/>
                </a:lnTo>
                <a:lnTo>
                  <a:pt x="3215630" y="123701"/>
                </a:lnTo>
                <a:lnTo>
                  <a:pt x="3282620" y="121939"/>
                </a:lnTo>
                <a:lnTo>
                  <a:pt x="3349609" y="120167"/>
                </a:lnTo>
                <a:lnTo>
                  <a:pt x="3416608" y="118405"/>
                </a:lnTo>
                <a:lnTo>
                  <a:pt x="3483597" y="116634"/>
                </a:lnTo>
                <a:lnTo>
                  <a:pt x="3550587" y="114872"/>
                </a:lnTo>
                <a:lnTo>
                  <a:pt x="3617576" y="113100"/>
                </a:lnTo>
                <a:lnTo>
                  <a:pt x="3684575" y="111328"/>
                </a:lnTo>
                <a:lnTo>
                  <a:pt x="3751564" y="109566"/>
                </a:lnTo>
                <a:lnTo>
                  <a:pt x="3818553" y="107794"/>
                </a:lnTo>
                <a:lnTo>
                  <a:pt x="3885552" y="106032"/>
                </a:lnTo>
                <a:lnTo>
                  <a:pt x="3952542" y="104261"/>
                </a:lnTo>
                <a:lnTo>
                  <a:pt x="4019531" y="102499"/>
                </a:lnTo>
                <a:lnTo>
                  <a:pt x="4086530" y="100727"/>
                </a:lnTo>
                <a:lnTo>
                  <a:pt x="4153519" y="98965"/>
                </a:lnTo>
                <a:lnTo>
                  <a:pt x="4220508" y="97193"/>
                </a:lnTo>
                <a:lnTo>
                  <a:pt x="4287498" y="95431"/>
                </a:lnTo>
                <a:lnTo>
                  <a:pt x="4354497" y="93659"/>
                </a:lnTo>
                <a:lnTo>
                  <a:pt x="4421486" y="91897"/>
                </a:lnTo>
                <a:lnTo>
                  <a:pt x="4488475" y="90126"/>
                </a:lnTo>
                <a:lnTo>
                  <a:pt x="4555474" y="88363"/>
                </a:lnTo>
                <a:lnTo>
                  <a:pt x="4622463" y="86592"/>
                </a:lnTo>
                <a:lnTo>
                  <a:pt x="4689453" y="84820"/>
                </a:lnTo>
                <a:lnTo>
                  <a:pt x="4756452" y="83058"/>
                </a:lnTo>
                <a:lnTo>
                  <a:pt x="4823441" y="81286"/>
                </a:lnTo>
                <a:lnTo>
                  <a:pt x="4890430" y="79524"/>
                </a:lnTo>
                <a:lnTo>
                  <a:pt x="4957429" y="77753"/>
                </a:lnTo>
                <a:lnTo>
                  <a:pt x="5024418" y="75990"/>
                </a:lnTo>
                <a:lnTo>
                  <a:pt x="5091408" y="74219"/>
                </a:lnTo>
                <a:lnTo>
                  <a:pt x="5158397" y="72457"/>
                </a:lnTo>
                <a:lnTo>
                  <a:pt x="5225396" y="70685"/>
                </a:lnTo>
                <a:lnTo>
                  <a:pt x="5292385" y="68923"/>
                </a:lnTo>
                <a:lnTo>
                  <a:pt x="5359375" y="67151"/>
                </a:lnTo>
                <a:lnTo>
                  <a:pt x="5426373" y="65389"/>
                </a:lnTo>
                <a:lnTo>
                  <a:pt x="5493363" y="63617"/>
                </a:lnTo>
                <a:lnTo>
                  <a:pt x="5560352" y="61855"/>
                </a:lnTo>
                <a:lnTo>
                  <a:pt x="5627351" y="60084"/>
                </a:lnTo>
                <a:lnTo>
                  <a:pt x="5694340" y="58322"/>
                </a:lnTo>
                <a:lnTo>
                  <a:pt x="5761330" y="56550"/>
                </a:lnTo>
                <a:lnTo>
                  <a:pt x="5828328" y="54778"/>
                </a:lnTo>
                <a:lnTo>
                  <a:pt x="5895318" y="53016"/>
                </a:lnTo>
                <a:lnTo>
                  <a:pt x="5962307" y="51245"/>
                </a:lnTo>
                <a:lnTo>
                  <a:pt x="6029296" y="49482"/>
                </a:lnTo>
                <a:lnTo>
                  <a:pt x="6096295" y="47711"/>
                </a:lnTo>
                <a:lnTo>
                  <a:pt x="6163285" y="45949"/>
                </a:lnTo>
                <a:lnTo>
                  <a:pt x="6230274" y="44177"/>
                </a:lnTo>
                <a:lnTo>
                  <a:pt x="6297273" y="42415"/>
                </a:lnTo>
                <a:lnTo>
                  <a:pt x="6364262" y="40643"/>
                </a:lnTo>
                <a:lnTo>
                  <a:pt x="6431251" y="38881"/>
                </a:lnTo>
                <a:lnTo>
                  <a:pt x="6498250" y="37109"/>
                </a:lnTo>
                <a:lnTo>
                  <a:pt x="6565240" y="35347"/>
                </a:lnTo>
                <a:lnTo>
                  <a:pt x="6632229" y="33576"/>
                </a:lnTo>
                <a:lnTo>
                  <a:pt x="6699218" y="31814"/>
                </a:lnTo>
                <a:lnTo>
                  <a:pt x="6766217" y="30042"/>
                </a:lnTo>
                <a:lnTo>
                  <a:pt x="6833206" y="28270"/>
                </a:lnTo>
                <a:lnTo>
                  <a:pt x="6900196" y="26508"/>
                </a:lnTo>
                <a:lnTo>
                  <a:pt x="6967195" y="24736"/>
                </a:lnTo>
                <a:lnTo>
                  <a:pt x="7034184" y="22974"/>
                </a:lnTo>
                <a:lnTo>
                  <a:pt x="7101173" y="21203"/>
                </a:lnTo>
                <a:lnTo>
                  <a:pt x="7168172" y="19441"/>
                </a:lnTo>
                <a:lnTo>
                  <a:pt x="7235161" y="17669"/>
                </a:lnTo>
                <a:lnTo>
                  <a:pt x="7302151" y="15907"/>
                </a:lnTo>
                <a:lnTo>
                  <a:pt x="7369150" y="14135"/>
                </a:lnTo>
                <a:lnTo>
                  <a:pt x="7436139" y="12373"/>
                </a:lnTo>
                <a:lnTo>
                  <a:pt x="7503128" y="10601"/>
                </a:lnTo>
                <a:lnTo>
                  <a:pt x="7570118" y="8839"/>
                </a:lnTo>
                <a:lnTo>
                  <a:pt x="7637116" y="7068"/>
                </a:lnTo>
                <a:lnTo>
                  <a:pt x="7704106" y="5305"/>
                </a:lnTo>
                <a:lnTo>
                  <a:pt x="7771095" y="3534"/>
                </a:lnTo>
                <a:lnTo>
                  <a:pt x="7838094" y="1772"/>
                </a:lnTo>
                <a:lnTo>
                  <a:pt x="7905083" y="0"/>
                </a:lnTo>
                <a:lnTo>
                  <a:pt x="7943850" y="27213"/>
                </a:lnTo>
                <a:lnTo>
                  <a:pt x="7943850" y="94231"/>
                </a:lnTo>
                <a:lnTo>
                  <a:pt x="7876861" y="95993"/>
                </a:lnTo>
                <a:lnTo>
                  <a:pt x="7809862" y="97765"/>
                </a:lnTo>
                <a:lnTo>
                  <a:pt x="7742873" y="99527"/>
                </a:lnTo>
                <a:lnTo>
                  <a:pt x="7675883" y="101298"/>
                </a:lnTo>
                <a:lnTo>
                  <a:pt x="7608884" y="103061"/>
                </a:lnTo>
                <a:lnTo>
                  <a:pt x="7541895" y="104832"/>
                </a:lnTo>
                <a:lnTo>
                  <a:pt x="7474906" y="106594"/>
                </a:lnTo>
                <a:lnTo>
                  <a:pt x="7407916" y="108366"/>
                </a:lnTo>
                <a:lnTo>
                  <a:pt x="7340918" y="110128"/>
                </a:lnTo>
                <a:lnTo>
                  <a:pt x="7273928" y="111900"/>
                </a:lnTo>
                <a:lnTo>
                  <a:pt x="7206939" y="113662"/>
                </a:lnTo>
                <a:lnTo>
                  <a:pt x="7139940" y="115433"/>
                </a:lnTo>
                <a:lnTo>
                  <a:pt x="7072951" y="117205"/>
                </a:lnTo>
                <a:lnTo>
                  <a:pt x="7005961" y="118967"/>
                </a:lnTo>
                <a:lnTo>
                  <a:pt x="6938963" y="120739"/>
                </a:lnTo>
                <a:lnTo>
                  <a:pt x="6871973" y="122501"/>
                </a:lnTo>
                <a:lnTo>
                  <a:pt x="6804984" y="124273"/>
                </a:lnTo>
                <a:lnTo>
                  <a:pt x="6737995" y="126035"/>
                </a:lnTo>
                <a:lnTo>
                  <a:pt x="6670996" y="127806"/>
                </a:lnTo>
                <a:lnTo>
                  <a:pt x="6604006" y="129569"/>
                </a:lnTo>
                <a:lnTo>
                  <a:pt x="6537017" y="131340"/>
                </a:lnTo>
                <a:lnTo>
                  <a:pt x="6470018" y="133102"/>
                </a:lnTo>
                <a:lnTo>
                  <a:pt x="6403029" y="134874"/>
                </a:lnTo>
                <a:lnTo>
                  <a:pt x="6336040" y="136636"/>
                </a:lnTo>
                <a:lnTo>
                  <a:pt x="6269041" y="138408"/>
                </a:lnTo>
                <a:lnTo>
                  <a:pt x="6202051" y="140170"/>
                </a:lnTo>
                <a:lnTo>
                  <a:pt x="6135062" y="141942"/>
                </a:lnTo>
                <a:lnTo>
                  <a:pt x="6068063" y="143704"/>
                </a:lnTo>
                <a:lnTo>
                  <a:pt x="6001074" y="145475"/>
                </a:lnTo>
                <a:lnTo>
                  <a:pt x="5934085" y="147247"/>
                </a:lnTo>
                <a:lnTo>
                  <a:pt x="5867095" y="149009"/>
                </a:lnTo>
                <a:lnTo>
                  <a:pt x="5800096" y="150781"/>
                </a:lnTo>
                <a:lnTo>
                  <a:pt x="5733107" y="152543"/>
                </a:lnTo>
                <a:lnTo>
                  <a:pt x="5666118" y="154315"/>
                </a:lnTo>
                <a:lnTo>
                  <a:pt x="5599119" y="156077"/>
                </a:lnTo>
                <a:lnTo>
                  <a:pt x="5532130" y="157848"/>
                </a:lnTo>
                <a:lnTo>
                  <a:pt x="5465140" y="159610"/>
                </a:lnTo>
                <a:lnTo>
                  <a:pt x="5398141" y="161382"/>
                </a:lnTo>
                <a:lnTo>
                  <a:pt x="5331152" y="163144"/>
                </a:lnTo>
                <a:lnTo>
                  <a:pt x="5264163" y="164916"/>
                </a:lnTo>
                <a:lnTo>
                  <a:pt x="5197173" y="166678"/>
                </a:lnTo>
                <a:lnTo>
                  <a:pt x="5130175" y="168450"/>
                </a:lnTo>
                <a:lnTo>
                  <a:pt x="5063185" y="170212"/>
                </a:lnTo>
                <a:lnTo>
                  <a:pt x="4996196" y="171983"/>
                </a:lnTo>
                <a:lnTo>
                  <a:pt x="4929197" y="173755"/>
                </a:lnTo>
                <a:lnTo>
                  <a:pt x="4862208" y="175517"/>
                </a:lnTo>
                <a:lnTo>
                  <a:pt x="4795218" y="177289"/>
                </a:lnTo>
                <a:lnTo>
                  <a:pt x="4728220" y="179051"/>
                </a:lnTo>
                <a:lnTo>
                  <a:pt x="4661230" y="180823"/>
                </a:lnTo>
                <a:lnTo>
                  <a:pt x="4594241" y="182585"/>
                </a:lnTo>
                <a:lnTo>
                  <a:pt x="4527242" y="184356"/>
                </a:lnTo>
                <a:lnTo>
                  <a:pt x="4460253" y="186119"/>
                </a:lnTo>
                <a:lnTo>
                  <a:pt x="4393263" y="187890"/>
                </a:lnTo>
                <a:lnTo>
                  <a:pt x="4326274" y="189652"/>
                </a:lnTo>
                <a:lnTo>
                  <a:pt x="4259275" y="191424"/>
                </a:lnTo>
                <a:lnTo>
                  <a:pt x="4192286" y="193186"/>
                </a:lnTo>
                <a:lnTo>
                  <a:pt x="4125297" y="194958"/>
                </a:lnTo>
                <a:lnTo>
                  <a:pt x="4058298" y="196720"/>
                </a:lnTo>
                <a:lnTo>
                  <a:pt x="3991308" y="198491"/>
                </a:lnTo>
                <a:lnTo>
                  <a:pt x="3924319" y="200254"/>
                </a:lnTo>
                <a:lnTo>
                  <a:pt x="3857320" y="202025"/>
                </a:lnTo>
                <a:lnTo>
                  <a:pt x="3790331" y="203797"/>
                </a:lnTo>
                <a:lnTo>
                  <a:pt x="3723342" y="205559"/>
                </a:lnTo>
                <a:lnTo>
                  <a:pt x="3656352" y="207331"/>
                </a:lnTo>
                <a:lnTo>
                  <a:pt x="3589353" y="209093"/>
                </a:lnTo>
                <a:lnTo>
                  <a:pt x="3522364" y="210864"/>
                </a:lnTo>
                <a:lnTo>
                  <a:pt x="3455375" y="212627"/>
                </a:lnTo>
                <a:lnTo>
                  <a:pt x="3388376" y="214398"/>
                </a:lnTo>
                <a:lnTo>
                  <a:pt x="3321387" y="216160"/>
                </a:lnTo>
                <a:lnTo>
                  <a:pt x="3254397" y="217932"/>
                </a:lnTo>
                <a:lnTo>
                  <a:pt x="3187398" y="219694"/>
                </a:lnTo>
                <a:lnTo>
                  <a:pt x="3120409" y="221466"/>
                </a:lnTo>
                <a:lnTo>
                  <a:pt x="3053420" y="223228"/>
                </a:lnTo>
                <a:lnTo>
                  <a:pt x="2986421" y="225000"/>
                </a:lnTo>
                <a:lnTo>
                  <a:pt x="2919432" y="226762"/>
                </a:lnTo>
                <a:lnTo>
                  <a:pt x="2852442" y="228533"/>
                </a:lnTo>
                <a:lnTo>
                  <a:pt x="2785453" y="230295"/>
                </a:lnTo>
                <a:lnTo>
                  <a:pt x="2718454" y="232067"/>
                </a:lnTo>
                <a:lnTo>
                  <a:pt x="2651465" y="233839"/>
                </a:lnTo>
                <a:lnTo>
                  <a:pt x="2584475" y="235601"/>
                </a:lnTo>
                <a:lnTo>
                  <a:pt x="2517477" y="237373"/>
                </a:lnTo>
                <a:lnTo>
                  <a:pt x="2450487" y="239135"/>
                </a:lnTo>
                <a:lnTo>
                  <a:pt x="2383498" y="240906"/>
                </a:lnTo>
                <a:lnTo>
                  <a:pt x="2316499" y="242668"/>
                </a:lnTo>
                <a:lnTo>
                  <a:pt x="2249510" y="244440"/>
                </a:lnTo>
                <a:lnTo>
                  <a:pt x="2182520" y="246202"/>
                </a:lnTo>
                <a:lnTo>
                  <a:pt x="2115531" y="247974"/>
                </a:lnTo>
                <a:lnTo>
                  <a:pt x="2048532" y="249736"/>
                </a:lnTo>
                <a:lnTo>
                  <a:pt x="1981543" y="251508"/>
                </a:lnTo>
                <a:lnTo>
                  <a:pt x="1914554" y="253270"/>
                </a:lnTo>
                <a:lnTo>
                  <a:pt x="1847555" y="255041"/>
                </a:lnTo>
                <a:lnTo>
                  <a:pt x="1780565" y="256804"/>
                </a:lnTo>
                <a:lnTo>
                  <a:pt x="1713576" y="258575"/>
                </a:lnTo>
                <a:lnTo>
                  <a:pt x="1646577" y="260347"/>
                </a:lnTo>
                <a:lnTo>
                  <a:pt x="1579588" y="262109"/>
                </a:lnTo>
                <a:lnTo>
                  <a:pt x="1512599" y="263881"/>
                </a:lnTo>
                <a:lnTo>
                  <a:pt x="1445600" y="265643"/>
                </a:lnTo>
                <a:lnTo>
                  <a:pt x="1378610" y="267414"/>
                </a:lnTo>
                <a:lnTo>
                  <a:pt x="1311621" y="269177"/>
                </a:lnTo>
                <a:lnTo>
                  <a:pt x="1244622" y="270948"/>
                </a:lnTo>
                <a:lnTo>
                  <a:pt x="1177633" y="272710"/>
                </a:lnTo>
                <a:lnTo>
                  <a:pt x="1110644" y="274482"/>
                </a:lnTo>
                <a:lnTo>
                  <a:pt x="1043654" y="276244"/>
                </a:lnTo>
                <a:lnTo>
                  <a:pt x="976655" y="278016"/>
                </a:lnTo>
                <a:lnTo>
                  <a:pt x="909666" y="279778"/>
                </a:lnTo>
                <a:lnTo>
                  <a:pt x="842677" y="281549"/>
                </a:lnTo>
                <a:lnTo>
                  <a:pt x="775678" y="283312"/>
                </a:lnTo>
                <a:lnTo>
                  <a:pt x="708689" y="285083"/>
                </a:lnTo>
                <a:lnTo>
                  <a:pt x="641699" y="286845"/>
                </a:lnTo>
                <a:lnTo>
                  <a:pt x="574710" y="288617"/>
                </a:lnTo>
                <a:lnTo>
                  <a:pt x="507711" y="290389"/>
                </a:lnTo>
                <a:lnTo>
                  <a:pt x="440722" y="292151"/>
                </a:lnTo>
                <a:lnTo>
                  <a:pt x="373732" y="293922"/>
                </a:lnTo>
                <a:lnTo>
                  <a:pt x="306734" y="295685"/>
                </a:lnTo>
                <a:lnTo>
                  <a:pt x="239744" y="297456"/>
                </a:lnTo>
                <a:lnTo>
                  <a:pt x="172755" y="299218"/>
                </a:lnTo>
                <a:lnTo>
                  <a:pt x="105756" y="300990"/>
                </a:lnTo>
                <a:lnTo>
                  <a:pt x="38767" y="302752"/>
                </a:lnTo>
                <a:lnTo>
                  <a:pt x="0" y="275539"/>
                </a:lnTo>
                <a:lnTo>
                  <a:pt x="0" y="208531"/>
                </a:lnTo>
                <a:close/>
              </a:path>
            </a:pathLst>
          </a:cu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lance-joint-ring">
            <a:extLst xmlns:a="http://schemas.openxmlformats.org/drawingml/2006/main">
              <a:ext uri="{FF2B5EF4-FFF2-40B4-BE49-F238E27FC236}">
                <a16:creationId xmlns:a16="http://schemas.microsoft.com/office/drawing/2014/main" id="{5E2272F8-424C-4483-AD8F-BC42780D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6" name="balance-joint-core">
            <a:extLst xmlns:a="http://schemas.openxmlformats.org/drawingml/2006/main">
              <a:ext uri="{FF2B5EF4-FFF2-40B4-BE49-F238E27FC236}">
                <a16:creationId xmlns:a16="http://schemas.microsoft.com/office/drawing/2014/main" id="{D7D3956E-B164-4C74-84FE-61BE1AB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lance-topic-kicker">
            <a:extLst xmlns:a="http://schemas.openxmlformats.org/drawingml/2006/main">
              <a:ext uri="{FF2B5EF4-FFF2-40B4-BE49-F238E27FC236}">
                <a16:creationId xmlns:a16="http://schemas.microsoft.com/office/drawing/2014/main" id="{1EF35A2E-3D58-4975-9216-91D8F82E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决策权衡</a:t>
            </a:r>
          </a:p>
        </p:txBody>
      </p:sp>
      <p:sp>
        <p:nvSpPr>
          <p:cNvPr id="18" name="balance-topic-title">
            <a:extLst xmlns:a="http://schemas.openxmlformats.org/drawingml/2006/main">
              <a:ext uri="{FF2B5EF4-FFF2-40B4-BE49-F238E27FC236}">
                <a16:creationId xmlns:a16="http://schemas.microsoft.com/office/drawing/2014/main" id="{6B5E7CCF-AE85-4DCE-90EC-D005599B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838325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中期同伴质询</a:t>
            </a:r>
          </a:p>
        </p:txBody>
      </p:sp>
      <p:sp>
        <p:nvSpPr>
          <p:cNvPr id="19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623924F8-284A-496C-914B-BAEC4AD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924300"/>
            <a:ext cx="31242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0" name="benefit-separator">
            <a:extLst xmlns:a="http://schemas.openxmlformats.org/drawingml/2006/main">
              <a:ext uri="{FF2B5EF4-FFF2-40B4-BE49-F238E27FC236}">
                <a16:creationId xmlns:a16="http://schemas.microsoft.com/office/drawing/2014/main" id="{74D7CCF6-7C12-41DC-9B04-597EAD3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4244283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enefit-points">
            <a:extLst xmlns:a="http://schemas.openxmlformats.org/drawingml/2006/main">
              <a:ext uri="{FF2B5EF4-FFF2-40B4-BE49-F238E27FC236}">
                <a16:creationId xmlns:a16="http://schemas.microsoft.com/office/drawing/2014/main" id="{87864DB4-08E8-4CA5-954C-DD6C3E78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377633"/>
            <a:ext cx="3124200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提前暴露隐含前提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评价变成可回应问题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留出修正论证机会</a:t>
            </a:r>
          </a:p>
        </p:txBody>
      </p:sp>
      <p:sp>
        <p:nvSpPr>
          <p:cNvPr id="22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3FC05D27-7A76-4995-9025-1BD89A9E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57600"/>
            <a:ext cx="31242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</p:txBody>
      </p:sp>
      <p:sp>
        <p:nvSpPr>
          <p:cNvPr id="23" name="risk-separator">
            <a:extLst xmlns:a="http://schemas.openxmlformats.org/drawingml/2006/main">
              <a:ext uri="{FF2B5EF4-FFF2-40B4-BE49-F238E27FC236}">
                <a16:creationId xmlns:a16="http://schemas.microsoft.com/office/drawing/2014/main" id="{8D0C8185-7A48-4ECE-A15A-372BA50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3977583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isk-points">
            <a:extLst xmlns:a="http://schemas.openxmlformats.org/drawingml/2006/main">
              <a:ext uri="{FF2B5EF4-FFF2-40B4-BE49-F238E27FC236}">
                <a16:creationId xmlns:a16="http://schemas.microsoft.com/office/drawing/2014/main" id="{82F05A01-03F9-49F4-BA43-7FB104C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110933"/>
            <a:ext cx="3124200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同伴可能遗漏关键问题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占用课堂与准备时间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意见可能被当成结论</a:t>
            </a:r>
          </a:p>
        </p:txBody>
      </p:sp>
      <p:sp>
        <p:nvSpPr>
          <p:cNvPr id="25" name="balance-verdict-title">
            <a:extLst xmlns:a="http://schemas.openxmlformats.org/drawingml/2006/main">
              <a:ext uri="{FF2B5EF4-FFF2-40B4-BE49-F238E27FC236}">
                <a16:creationId xmlns:a16="http://schemas.microsoft.com/office/drawing/2014/main" id="{C15B42B1-8223-45DA-8030-1FB73C9D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72025"/>
            <a:ext cx="22479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26" name="balance-verdict-separator">
            <a:extLst xmlns:a="http://schemas.openxmlformats.org/drawingml/2006/main">
              <a:ext uri="{FF2B5EF4-FFF2-40B4-BE49-F238E27FC236}">
                <a16:creationId xmlns:a16="http://schemas.microsoft.com/office/drawing/2014/main" id="{50AA1A67-E354-41A5-AD01-8598B0B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063433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lance-verdict-body">
            <a:extLst xmlns:a="http://schemas.openxmlformats.org/drawingml/2006/main">
              <a:ext uri="{FF2B5EF4-FFF2-40B4-BE49-F238E27FC236}">
                <a16:creationId xmlns:a16="http://schemas.microsoft.com/office/drawing/2014/main" id="{669BEDE2-1FC3-4296-A75B-76313B20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158683"/>
            <a:ext cx="2247900" cy="251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先做一次范围受控试点</a:t>
            </a:r>
          </a:p>
        </p:txBody>
      </p:sp>
      <p:sp>
        <p:nvSpPr>
          <p:cNvPr id="2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E8433FE-4902-48AA-B472-8E61F4F3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674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29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6CA022E2-027F-4E0E-99A1-6626A51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虚构教学方案讨论稿｜拟议安排，不代表已观察到教学成效</a:t>
            </a:r>
          </a:p>
        </p:txBody>
      </p:sp>
      <p:sp>
        <p:nvSpPr>
          <p:cNvPr id="3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C822562-840A-481B-BD3F-8F42F76F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203914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8A8FFA99-473D-42AF-BFC9-2CEB21A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能否开展试点，要同时守住授权边界并控制复盘负担</a:t>
            </a:r>
          </a:p>
        </p:txBody>
      </p:sp>
      <p:sp>
        <p:nvSpPr>
          <p:cNvPr id="2" name="page-3-left-heading">
            <a:extLst xmlns:a="http://schemas.openxmlformats.org/drawingml/2006/main">
              <a:ext uri="{FF2B5EF4-FFF2-40B4-BE49-F238E27FC236}">
                <a16:creationId xmlns:a16="http://schemas.microsoft.com/office/drawing/2014/main" id="{FD68D9D0-A4C8-4E27-BD55-1D938723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先确认材料能否被共享</a:t>
            </a:r>
          </a:p>
        </p:txBody>
      </p:sp>
      <p:sp>
        <p:nvSpPr>
          <p:cNvPr id="3" name="page-3-left-body">
            <a:extLst xmlns:a="http://schemas.openxmlformats.org/drawingml/2006/main">
              <a:ext uri="{FF2B5EF4-FFF2-40B4-BE49-F238E27FC236}">
                <a16:creationId xmlns:a16="http://schemas.microsoft.com/office/drawing/2014/main" id="{D649AFB6-25AC-4D61-81FE-B8B629CA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涉及合作单位限制或个人信息时，项目组先改用可公开的示例，或只描述可披露的前提。</a:t>
            </a:r>
          </a:p>
        </p:txBody>
      </p:sp>
      <p:sp>
        <p:nvSpPr>
          <p:cNvPr id="4" name="page-3-left-subheading">
            <a:extLst xmlns:a="http://schemas.openxmlformats.org/drawingml/2006/main">
              <a:ext uri="{FF2B5EF4-FFF2-40B4-BE49-F238E27FC236}">
                <a16:creationId xmlns:a16="http://schemas.microsoft.com/office/drawing/2014/main" id="{34997ECF-2FF3-4369-9FE6-D31B1577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52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无法授权时先暂停</a:t>
            </a:r>
          </a:p>
        </p:txBody>
      </p:sp>
      <p:sp>
        <p:nvSpPr>
          <p:cNvPr id="5" name="page-3-left-condition">
            <a:extLst xmlns:a="http://schemas.openxmlformats.org/drawingml/2006/main">
              <a:ext uri="{FF2B5EF4-FFF2-40B4-BE49-F238E27FC236}">
                <a16:creationId xmlns:a16="http://schemas.microsoft.com/office/drawing/2014/main" id="{9A6E76B7-1AC4-4739-864A-DC729239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无法在授权范围内提出问题时，暂停该项质询，由教师协调后再决定是否继续。试点不能扩大原有授权，也不能要求学生披露受限材料。</a:t>
            </a:r>
          </a:p>
        </p:txBody>
      </p:sp>
      <p:sp>
        <p:nvSpPr>
          <p:cNvPr id="6" name="page-3-divider">
            <a:extLst xmlns:a="http://schemas.openxmlformats.org/drawingml/2006/main">
              <a:ext uri="{FF2B5EF4-FFF2-40B4-BE49-F238E27FC236}">
                <a16:creationId xmlns:a16="http://schemas.microsoft.com/office/drawing/2014/main" id="{057975FC-410D-40E3-99F8-505D13E9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76400"/>
            <a:ext cx="0" cy="441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7" name="page-3-right-heading">
            <a:extLst xmlns:a="http://schemas.openxmlformats.org/drawingml/2006/main">
              <a:ext uri="{FF2B5EF4-FFF2-40B4-BE49-F238E27FC236}">
                <a16:creationId xmlns:a16="http://schemas.microsoft.com/office/drawing/2014/main" id="{E8FB1B73-F69B-4AA2-A2C1-FC0679FB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试点范围与复盘条件</a:t>
            </a:r>
          </a:p>
        </p:txBody>
      </p:sp>
      <p:sp>
        <p:nvSpPr>
          <p:cNvPr id="8" name="page-3-scope-body">
            <a:extLst xmlns:a="http://schemas.openxmlformats.org/drawingml/2006/main">
              <a:ext uri="{FF2B5EF4-FFF2-40B4-BE49-F238E27FC236}">
                <a16:creationId xmlns:a16="http://schemas.microsoft.com/office/drawing/2014/main" id="{B995212F-0FDB-4673-8F1B-5A86BF80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33600"/>
            <a:ext cx="546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拟定范围：一门课程内，6 个自愿项目组，持续 2 周。这是范围设定，不代表已有提升率、完成率或评分结果。</a:t>
            </a:r>
          </a:p>
        </p:txBody>
      </p:sp>
      <p:sp>
        <p:nvSpPr>
          <p:cNvPr id="9" name="page-3-review-heading">
            <a:extLst xmlns:a="http://schemas.openxmlformats.org/drawingml/2006/main">
              <a:ext uri="{FF2B5EF4-FFF2-40B4-BE49-F238E27FC236}">
                <a16:creationId xmlns:a16="http://schemas.microsoft.com/office/drawing/2014/main" id="{657FA305-C725-436B-897B-275833E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004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结束后只讨论三件事</a:t>
            </a:r>
          </a:p>
        </p:txBody>
      </p:sp>
      <p:sp>
        <p:nvSpPr>
          <p:cNvPr id="10" name="page-3-review-body">
            <a:extLst xmlns:a="http://schemas.openxmlformats.org/drawingml/2006/main">
              <a:ext uri="{FF2B5EF4-FFF2-40B4-BE49-F238E27FC236}">
                <a16:creationId xmlns:a16="http://schemas.microsoft.com/office/drawing/2014/main" id="{F2B398AE-5A81-4698-B815-746D47FB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57600"/>
            <a:ext cx="546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问题是否指向具体前提；回应是否使用对应材料；组织负担是否可承受。</a:t>
            </a:r>
          </a:p>
        </p:txBody>
      </p:sp>
      <p:sp>
        <p:nvSpPr>
          <p:cNvPr id="11" name="page-3-stop-heading">
            <a:extLst xmlns:a="http://schemas.openxmlformats.org/drawingml/2006/main">
              <a:ext uri="{FF2B5EF4-FFF2-40B4-BE49-F238E27FC236}">
                <a16:creationId xmlns:a16="http://schemas.microsoft.com/office/drawing/2014/main" id="{9F7D5EE9-C185-4A1B-8726-B40A377C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006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何时收窄或停止</a:t>
            </a:r>
          </a:p>
        </p:txBody>
      </p:sp>
      <p:sp>
        <p:nvSpPr>
          <p:cNvPr id="12" name="page-3-stop-body">
            <a:extLst xmlns:a="http://schemas.openxmlformats.org/drawingml/2006/main">
              <a:ext uri="{FF2B5EF4-FFF2-40B4-BE49-F238E27FC236}">
                <a16:creationId xmlns:a16="http://schemas.microsoft.com/office/drawing/2014/main" id="{E36EFFA6-3A68-4C5D-B1BF-65299FBF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57800"/>
            <a:ext cx="546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反馈停留在泛泛意见：先收窄问题要求。准备负担挤占必要项目工作：停止或缩小试点。</a:t>
            </a:r>
          </a:p>
        </p:txBody>
      </p:sp>
      <p:sp>
        <p:nvSpPr>
          <p:cNvPr id="1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7D76CD8C-F571-4087-8EBF-915778D8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674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4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8CBD3455-727B-457F-8F62-5CA914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虚构教学方案讨论稿｜拟议安排，不代表已观察到教学成效</a:t>
            </a:r>
          </a:p>
        </p:txBody>
      </p:sp>
      <p:sp>
        <p:nvSpPr>
          <p:cNvPr id="1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2E690CF-D34C-4A04-9F46-40D2ABF7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1850661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2026-09-05T16:48:34.3020000Z</dcterms:created>
  <dcterms:modified xsi:type="dcterms:W3CDTF">2026-09-05T16:48:34.3020000Z</dcterms:modified>
</coreProperties>
</file>