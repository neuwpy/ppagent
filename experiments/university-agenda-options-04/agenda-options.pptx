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000317b324a47" /><Relationship Type="http://schemas.openxmlformats.org/officeDocument/2006/relationships/extended-properties" Target="/docProps/app.xml" Id="Re4468409a9db4e8b" /><Relationship Type="http://schemas.openxmlformats.org/officeDocument/2006/relationships/officeDocument" Target="/ppt/presentation.xml" Id="Rc26b163b31be41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aa82c4bfea480b"/>
    <p:sldMasterId xmlns:r="http://schemas.openxmlformats.org/officeDocument/2006/relationships" id="2147483660" r:id="R6edf6062782b4faf"/>
    <p:sldMasterId xmlns:r="http://schemas.openxmlformats.org/officeDocument/2006/relationships" id="2147483663" r:id="Refaa75c7f4f74bdf"/>
  </p:sldMasterIdLst>
  <p:notesMasterIdLst>
    <p:notesMasterId xmlns:r="http://schemas.openxmlformats.org/officeDocument/2006/relationships" r:id="R867f28de7fdc4f87"/>
  </p:notesMasterIdLst>
  <p:sldIdLst>
    <p:sldId xmlns:r="http://schemas.openxmlformats.org/officeDocument/2006/relationships" id="256" r:id="R713892bcc148430f"/>
    <p:sldId xmlns:r="http://schemas.openxmlformats.org/officeDocument/2006/relationships" id="257" r:id="Rb89bd83fbbfc42aa"/>
    <p:sldId xmlns:r="http://schemas.openxmlformats.org/officeDocument/2006/relationships" id="258" r:id="R2b84a6c770884ab7"/>
    <p:sldId xmlns:r="http://schemas.openxmlformats.org/officeDocument/2006/relationships" id="259" r:id="R838865177bdd46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d0deaabbbe46eb" /><Relationship Type="http://schemas.openxmlformats.org/officeDocument/2006/relationships/slideMaster" Target="/ppt/slideMasters/slideMaster1.xml" Id="R19aa82c4bfea480b" /><Relationship Type="http://schemas.openxmlformats.org/officeDocument/2006/relationships/slideMaster" Target="/ppt/slideMasters/slideMaster2.xml" Id="R6edf6062782b4faf" /><Relationship Type="http://schemas.openxmlformats.org/officeDocument/2006/relationships/slideMaster" Target="/ppt/slideMasters/slideMaster3.xml" Id="Refaa75c7f4f74bdf" /><Relationship Type="http://schemas.openxmlformats.org/officeDocument/2006/relationships/notesMaster" Target="/ppt/notesMasters/notesMaster1.xml" Id="R867f28de7fdc4f87" /><Relationship Type="http://schemas.openxmlformats.org/officeDocument/2006/relationships/presProps" Target="/ppt/presProps.xml" Id="R9b5ed34f2d0c4eed" /><Relationship Type="http://schemas.openxmlformats.org/officeDocument/2006/relationships/viewProps" Target="/ppt/viewProps.xml" Id="Rabfd63d71c0f4490" /><Relationship Type="http://schemas.openxmlformats.org/officeDocument/2006/relationships/tableStyles" Target="/ppt/tableStyles.xml" Id="R60376286201343f4" /><Relationship Type="http://schemas.openxmlformats.org/officeDocument/2006/relationships/slide" Target="/ppt/slides/slide1.xml" Id="R713892bcc148430f" /><Relationship Type="http://schemas.openxmlformats.org/officeDocument/2006/relationships/slide" Target="/ppt/slides/slide2.xml" Id="Rb89bd83fbbfc42aa" /><Relationship Type="http://schemas.openxmlformats.org/officeDocument/2006/relationships/slide" Target="/ppt/slides/slide3.xml" Id="R2b84a6c770884ab7" /><Relationship Type="http://schemas.openxmlformats.org/officeDocument/2006/relationships/slide" Target="/ppt/slides/slide4.xml" Id="R838865177bdd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227c8de42cc4f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e54e66bdf44fbd" /><Relationship Type="http://schemas.openxmlformats.org/officeDocument/2006/relationships/notesMaster" Target="/ppt/notesMasters/notesMaster1.xml" Id="R1f86f4584f424c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60f40417da43f6" /><Relationship Type="http://schemas.openxmlformats.org/officeDocument/2006/relationships/notesMaster" Target="/ppt/notesMasters/notesMaster1.xml" Id="Rce2b9ae2282941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17f743823e4f4b" /><Relationship Type="http://schemas.openxmlformats.org/officeDocument/2006/relationships/notesMaster" Target="/ppt/notesMasters/notesMaster1.xml" Id="Rf52a6d302f944a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5180429e3f4986" /><Relationship Type="http://schemas.openxmlformats.org/officeDocument/2006/relationships/notesMaster" Target="/ppt/notesMasters/notesMaster1.xml" Id="R642ab9db36eb4e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1cfd7bc424256" /><Relationship Type="http://schemas.openxmlformats.org/officeDocument/2006/relationships/image" Target="/ppt/media/image.jpeg" Id="R46651c76b3bc48b8" /><Relationship Type="http://schemas.openxmlformats.org/officeDocument/2006/relationships/image" Target="/ppt/media/image.png" Id="R7083bf166d484ed0" /><Relationship Type="http://schemas.openxmlformats.org/officeDocument/2006/relationships/image" Target="/ppt/media/image2.png" Id="Rff19e808d1494b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65b8132c045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56616f6054a17" /><Relationship Type="http://schemas.openxmlformats.org/officeDocument/2006/relationships/image" Target="/ppt/media/image3.png" Id="Rab73f339ad2941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5ad6b69b54845" /><Relationship Type="http://schemas.openxmlformats.org/officeDocument/2006/relationships/image" Target="/ppt/media/image4.png" Id="Rbbfdc86801b04c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56ad0a5e84f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3ee4144f9438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c8dfb3ba04f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dacc327db4db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1c2afbbc546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9b59f77f745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87407666b44c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89f8c0967f45a4" /><Relationship Type="http://schemas.openxmlformats.org/officeDocument/2006/relationships/image" Target="/ppt/media/image5.png" Id="Ra388ebbd9230475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85974e82504f7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1d8186379174205" /><Relationship Type="http://schemas.openxmlformats.org/officeDocument/2006/relationships/image" Target="/ppt/media/image5.png" Id="Re540e33055e5446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44306fd5e084cd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51c76b3bc48b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3bf166d484ed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9e808d1494b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3f339ad2941d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dc86801b04c6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8ebbd9230475d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0e33055e5446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fd29e26fe64016" /><Relationship Type="http://schemas.openxmlformats.org/officeDocument/2006/relationships/slideLayout" Target="/ppt/slideLayouts/slideLayout1.xml" Id="R1123be8898574bd6" /><Relationship Type="http://schemas.openxmlformats.org/officeDocument/2006/relationships/slideLayout" Target="/ppt/slideLayouts/slideLayout2.xml" Id="R99f1d82a61984edb" /><Relationship Type="http://schemas.openxmlformats.org/officeDocument/2006/relationships/slideLayout" Target="/ppt/slideLayouts/slideLayout3.xml" Id="Ra570278519fd4309" /><Relationship Type="http://schemas.openxmlformats.org/officeDocument/2006/relationships/slideLayout" Target="/ppt/slideLayouts/slideLayout4.xml" Id="R18c451ff01eb45e5" /><Relationship Type="http://schemas.openxmlformats.org/officeDocument/2006/relationships/slideLayout" Target="/ppt/slideLayouts/slideLayout5.xml" Id="R7068deefc6ea4fbb" /><Relationship Type="http://schemas.openxmlformats.org/officeDocument/2006/relationships/slideLayout" Target="/ppt/slideLayouts/slideLayout6.xml" Id="Rff33f9edb5d743a2" /><Relationship Type="http://schemas.openxmlformats.org/officeDocument/2006/relationships/slideLayout" Target="/ppt/slideLayouts/slideLayout7.xml" Id="R7966b34dc8704c90" /><Relationship Type="http://schemas.openxmlformats.org/officeDocument/2006/relationships/slideLayout" Target="/ppt/slideLayouts/slideLayout8.xml" Id="Re10ac8ec45164d4a" /><Relationship Type="http://schemas.openxmlformats.org/officeDocument/2006/relationships/slideLayout" Target="/ppt/slideLayouts/slideLayout9.xml" Id="Raca2abf0afc4468c" /><Relationship Type="http://schemas.openxmlformats.org/officeDocument/2006/relationships/slideLayout" Target="/ppt/slideLayouts/slideLayout10.xml" Id="R23f8af1dfb2c43f0" /><Relationship Type="http://schemas.openxmlformats.org/officeDocument/2006/relationships/slideLayout" Target="/ppt/slideLayouts/slideLayout11.xml" Id="R005a5f775ac24b1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1878bed3d924453" /><Relationship Type="http://schemas.openxmlformats.org/officeDocument/2006/relationships/slideLayout" Target="/ppt/slideLayouts/slideLayout12.xml" Id="Rf80f562a8b614f4f" /><Relationship Type="http://schemas.openxmlformats.org/officeDocument/2006/relationships/slideLayout" Target="/ppt/slideLayouts/slideLayout13.xml" Id="Rcbf4eae05d4f41d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6da6daef1c34c4d" /><Relationship Type="http://schemas.openxmlformats.org/officeDocument/2006/relationships/slideLayout" Target="/ppt/slideLayouts/slideLayout14.xml" Id="R9044c8864f7141fb" /><Relationship Type="http://schemas.openxmlformats.org/officeDocument/2006/relationships/slideLayout" Target="/ppt/slideLayouts/slideLayout15.xml" Id="R96082ff885a345a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3be8898574bd6"/>
    <p:sldLayoutId xmlns:r="http://schemas.openxmlformats.org/officeDocument/2006/relationships" id="2147483650" r:id="R99f1d82a61984edb"/>
    <p:sldLayoutId xmlns:r="http://schemas.openxmlformats.org/officeDocument/2006/relationships" id="2147483651" r:id="Ra570278519fd4309"/>
    <p:sldLayoutId xmlns:r="http://schemas.openxmlformats.org/officeDocument/2006/relationships" id="2147483652" r:id="R18c451ff01eb45e5"/>
    <p:sldLayoutId xmlns:r="http://schemas.openxmlformats.org/officeDocument/2006/relationships" id="2147483653" r:id="R7068deefc6ea4fbb"/>
    <p:sldLayoutId xmlns:r="http://schemas.openxmlformats.org/officeDocument/2006/relationships" id="2147483654" r:id="Rff33f9edb5d743a2"/>
    <p:sldLayoutId xmlns:r="http://schemas.openxmlformats.org/officeDocument/2006/relationships" id="2147483655" r:id="R7966b34dc8704c90"/>
    <p:sldLayoutId xmlns:r="http://schemas.openxmlformats.org/officeDocument/2006/relationships" id="2147483656" r:id="Re10ac8ec45164d4a"/>
    <p:sldLayoutId xmlns:r="http://schemas.openxmlformats.org/officeDocument/2006/relationships" id="2147483657" r:id="Raca2abf0afc4468c"/>
    <p:sldLayoutId xmlns:r="http://schemas.openxmlformats.org/officeDocument/2006/relationships" id="2147483658" r:id="R23f8af1dfb2c43f0"/>
    <p:sldLayoutId xmlns:r="http://schemas.openxmlformats.org/officeDocument/2006/relationships" id="2147483659" r:id="R005a5f775ac24b1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80f562a8b614f4f"/>
    <p:sldLayoutId xmlns:r="http://schemas.openxmlformats.org/officeDocument/2006/relationships" id="2147483662" r:id="Rcbf4eae05d4f41d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044c8864f7141fb"/>
    <p:sldLayoutId xmlns:r="http://schemas.openxmlformats.org/officeDocument/2006/relationships" id="2147483665" r:id="R96082ff885a345a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90102a9fd04884" /><Relationship Type="http://schemas.openxmlformats.org/officeDocument/2006/relationships/notesSlide" Target="/ppt/notesSlides/notesSlide1.xml" Id="R81084ef59ef243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249ecf12a740ef" /><Relationship Type="http://schemas.openxmlformats.org/officeDocument/2006/relationships/notesSlide" Target="/ppt/notesSlides/notesSlide2.xml" Id="R5967163571f545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4df72e01df4120" /><Relationship Type="http://schemas.openxmlformats.org/officeDocument/2006/relationships/notesSlide" Target="/ppt/notesSlides/notesSlide3.xml" Id="Red0df10f8c9c43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0ee0220f454c36" /><Relationship Type="http://schemas.openxmlformats.org/officeDocument/2006/relationships/notesSlide" Target="/ppt/notesSlides/notesSlide4.xml" Id="R190c5e8fcfd449e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08DD2-CA92-42B8-97AF-94CB20E3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BBE16-69F2-415F-BEC1-811AF091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3E89E-84E8-4288-8B33-5DFAB64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8E4A5-A938-4B26-BCA3-1EADDAB0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EC631-6D15-4A16-AD23-889DBA24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5336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D64F2-4986-4E6C-80C7-8E476A1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92FED-A99B-4A74-8434-D40F40D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E5A88-9AE3-4C0D-A680-09690837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766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7FF68-DF30-46DC-881C-ABE16AF5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09F2D-0139-451E-8BAD-8110C3FA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5336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F283F-6EDF-464D-94F1-1E604B23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DAB90-A1D2-4981-A5F6-B5CA9C0D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51FAC-FDAA-4BBA-8B02-EBDCBFD0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5FDA4-A87E-42EC-8829-6DA2E2BA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529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C3215-4693-41BB-8C02-972DC184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00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BA97C-FD60-4EAC-AC2B-AF48987D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193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E9D50-423D-4DE7-8E02-9EB3EA3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0C554-FB65-43BC-B581-BBF4D405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E4CDF-FE31-4117-9A47-4393010D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62325"/>
            <a:ext cx="100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DB40B-30F9-4712-A1ED-15320E07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385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54806-5CEA-4792-811A-D51A708F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798A5-F996-42A0-B115-FA703988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472E2-508F-470F-AC71-6B7C303F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81525"/>
            <a:ext cx="100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33160-6294-491D-9750-DDBE4FF2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577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64B45-2F95-4342-856D-12814472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A6636-C4F1-4E3B-9B80-95271DA5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530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7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1703D-C775-4037-9646-AD94D89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01D57-77C5-4BEE-9427-8F9ED9EF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64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ED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ED2E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2CC1C-1F94-4A29-B5AD-0FB2F5B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14575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7EA55-609B-424F-B378-949CFC8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23247-9629-445B-A296-F0D0C611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8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38352-D799-42F2-BE48-FA76527D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C2906-C6E0-4C34-AB9C-96A9A17D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64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ED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ED2E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92236A-0B09-439A-BB53-89D88F83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81375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1E9BA-2F81-410C-B20E-C4B4415B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A983C-18B9-4DDE-8BA2-568B16F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87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8A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78981-ED59-4077-96BB-BF0D4F1C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634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106DC-70B7-4FC9-86ED-086F5885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647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ED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ED2E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6AE59-0904-464B-8CE2-0D6FCED9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48175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7EF3A-1F3E-423B-BFAD-3F12277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4947-6AA2-4D0A-B957-92388AF0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357A6-FC94-42AF-A5A2-EA12DD79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76475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C5D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C5D8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CC841-029F-4432-BD90-5C4EB73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14575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9FF21-1AD7-48D6-B624-5F1D1E19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43150"/>
            <a:ext cx="497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4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4EDF7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C2EF1-411E-429C-A103-9F2AC14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24225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B2072-0F24-45B5-8601-6894934B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4805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55DCD-0D6E-4CFC-B295-09ACAEED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86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9F9AB-751A-4614-800C-B8ECAC4F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514725"/>
            <a:ext cx="497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235BE-6564-49C8-9EA9-E70A13B4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1057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2F614-5B05-4AB0-AB52-A0CD452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19625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C5D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C5D8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201FF-FD79-4BE5-878D-F84FF21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657725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65227-1F13-4185-87FA-5168A3B1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86300"/>
            <a:ext cx="4972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4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4EDF7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2026-09-08T06:57:38.4950000Z</dcterms:created>
  <dcterms:modified xsi:type="dcterms:W3CDTF">2026-09-08T06:57:38.4950000Z</dcterms:modified>
</coreProperties>
</file>