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d2b5feb7294056" /><Relationship Type="http://schemas.openxmlformats.org/officeDocument/2006/relationships/extended-properties" Target="/docProps/app.xml" Id="Ra50b48c51c494ca2" /><Relationship Type="http://schemas.openxmlformats.org/officeDocument/2006/relationships/officeDocument" Target="/ppt/presentation.xml" Id="Rd99e7e0b9f9445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bd2fb3e5564145"/>
    <p:sldMasterId xmlns:r="http://schemas.openxmlformats.org/officeDocument/2006/relationships" id="2147483660" r:id="Rf09f55e412634953"/>
    <p:sldMasterId xmlns:r="http://schemas.openxmlformats.org/officeDocument/2006/relationships" id="2147483663" r:id="Rfce9d7b2b49e4efa"/>
  </p:sldMasterIdLst>
  <p:notesMasterIdLst>
    <p:notesMasterId xmlns:r="http://schemas.openxmlformats.org/officeDocument/2006/relationships" r:id="Rc41d08e5ed16462b"/>
  </p:notesMasterIdLst>
  <p:sldIdLst>
    <p:sldId xmlns:r="http://schemas.openxmlformats.org/officeDocument/2006/relationships" id="256" r:id="R50e7a0de0c7f4bf6"/>
    <p:sldId xmlns:r="http://schemas.openxmlformats.org/officeDocument/2006/relationships" id="257" r:id="R2572593843cb413a"/>
    <p:sldId xmlns:r="http://schemas.openxmlformats.org/officeDocument/2006/relationships" id="258" r:id="R860b791867774d73"/>
    <p:sldId xmlns:r="http://schemas.openxmlformats.org/officeDocument/2006/relationships" id="259" r:id="Rc03e6aa0192f45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3ed44fcf3f4e7e" /><Relationship Type="http://schemas.openxmlformats.org/officeDocument/2006/relationships/slideMaster" Target="/ppt/slideMasters/slideMaster1.xml" Id="Rbcbd2fb3e5564145" /><Relationship Type="http://schemas.openxmlformats.org/officeDocument/2006/relationships/slideMaster" Target="/ppt/slideMasters/slideMaster2.xml" Id="Rf09f55e412634953" /><Relationship Type="http://schemas.openxmlformats.org/officeDocument/2006/relationships/slideMaster" Target="/ppt/slideMasters/slideMaster3.xml" Id="Rfce9d7b2b49e4efa" /><Relationship Type="http://schemas.openxmlformats.org/officeDocument/2006/relationships/notesMaster" Target="/ppt/notesMasters/notesMaster1.xml" Id="Rc41d08e5ed16462b" /><Relationship Type="http://schemas.openxmlformats.org/officeDocument/2006/relationships/presProps" Target="/ppt/presProps.xml" Id="Rd827971ced54471c" /><Relationship Type="http://schemas.openxmlformats.org/officeDocument/2006/relationships/viewProps" Target="/ppt/viewProps.xml" Id="R77ab82386a464c2c" /><Relationship Type="http://schemas.openxmlformats.org/officeDocument/2006/relationships/tableStyles" Target="/ppt/tableStyles.xml" Id="R93a2b3c560454446" /><Relationship Type="http://schemas.openxmlformats.org/officeDocument/2006/relationships/slide" Target="/ppt/slides/slide1.xml" Id="R50e7a0de0c7f4bf6" /><Relationship Type="http://schemas.openxmlformats.org/officeDocument/2006/relationships/slide" Target="/ppt/slides/slide2.xml" Id="R2572593843cb413a" /><Relationship Type="http://schemas.openxmlformats.org/officeDocument/2006/relationships/slide" Target="/ppt/slides/slide3.xml" Id="R860b791867774d73" /><Relationship Type="http://schemas.openxmlformats.org/officeDocument/2006/relationships/slide" Target="/ppt/slides/slide4.xml" Id="Rc03e6aa0192f45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b22ae105d21041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cf5ad9d82d42ba" /><Relationship Type="http://schemas.openxmlformats.org/officeDocument/2006/relationships/notesMaster" Target="/ppt/notesMasters/notesMaster1.xml" Id="R9f60354842b54b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b160868f8f48db" /><Relationship Type="http://schemas.openxmlformats.org/officeDocument/2006/relationships/notesMaster" Target="/ppt/notesMasters/notesMaster1.xml" Id="R2e34ecf9c8904a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9767994b384157" /><Relationship Type="http://schemas.openxmlformats.org/officeDocument/2006/relationships/notesMaster" Target="/ppt/notesMasters/notesMaster1.xml" Id="R71566f448e3944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391dff516e4cbe" /><Relationship Type="http://schemas.openxmlformats.org/officeDocument/2006/relationships/notesMaster" Target="/ppt/notesMasters/notesMaster1.xml" Id="R89196796809c4e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2047257a0041d4" /><Relationship Type="http://schemas.openxmlformats.org/officeDocument/2006/relationships/image" Target="/ppt/media/image.jpeg" Id="R3a52bd3502bf4025" /><Relationship Type="http://schemas.openxmlformats.org/officeDocument/2006/relationships/image" Target="/ppt/media/image.png" Id="R13056e86195b4b1f" /><Relationship Type="http://schemas.openxmlformats.org/officeDocument/2006/relationships/image" Target="/ppt/media/image2.png" Id="R5fe0b484ab804b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19642d1e9343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10cac533e40b3" /><Relationship Type="http://schemas.openxmlformats.org/officeDocument/2006/relationships/image" Target="/ppt/media/image3.png" Id="R3f154747eaa242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d853d1b9a74970" /><Relationship Type="http://schemas.openxmlformats.org/officeDocument/2006/relationships/image" Target="/ppt/media/image4.png" Id="Rdbce6cf2ace344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e13a44492f4be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58083827044e5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41129bae694d4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f5a3a16bfb43f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87bd0fbe31429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7ea47000a14e7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feaa66df0441a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9dbffa8bf144175" /><Relationship Type="http://schemas.openxmlformats.org/officeDocument/2006/relationships/image" Target="/ppt/media/image5.png" Id="Rb1d1046852f74fb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1d88d395fc0400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80962f90e774526" /><Relationship Type="http://schemas.openxmlformats.org/officeDocument/2006/relationships/image" Target="/ppt/media/image5.png" Id="Rc4df2121088f471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57112bdac174dd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2bd3502bf4025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56e86195b4b1f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0b484ab804b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54747eaa24290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e6cf2ace34431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1046852f74fb9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f2121088f471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e559e03d724cd6" /><Relationship Type="http://schemas.openxmlformats.org/officeDocument/2006/relationships/slideLayout" Target="/ppt/slideLayouts/slideLayout1.xml" Id="Rfdc45fca35e746bb" /><Relationship Type="http://schemas.openxmlformats.org/officeDocument/2006/relationships/slideLayout" Target="/ppt/slideLayouts/slideLayout2.xml" Id="Ra57e665f63cf42d3" /><Relationship Type="http://schemas.openxmlformats.org/officeDocument/2006/relationships/slideLayout" Target="/ppt/slideLayouts/slideLayout3.xml" Id="R1e648ec69926462c" /><Relationship Type="http://schemas.openxmlformats.org/officeDocument/2006/relationships/slideLayout" Target="/ppt/slideLayouts/slideLayout4.xml" Id="Rde113b7b4e144357" /><Relationship Type="http://schemas.openxmlformats.org/officeDocument/2006/relationships/slideLayout" Target="/ppt/slideLayouts/slideLayout5.xml" Id="R51a459d4788c4d9d" /><Relationship Type="http://schemas.openxmlformats.org/officeDocument/2006/relationships/slideLayout" Target="/ppt/slideLayouts/slideLayout6.xml" Id="R3214e563778f446f" /><Relationship Type="http://schemas.openxmlformats.org/officeDocument/2006/relationships/slideLayout" Target="/ppt/slideLayouts/slideLayout7.xml" Id="R4b26b7c9ff804a1c" /><Relationship Type="http://schemas.openxmlformats.org/officeDocument/2006/relationships/slideLayout" Target="/ppt/slideLayouts/slideLayout8.xml" Id="Rae8bb4697f344c6a" /><Relationship Type="http://schemas.openxmlformats.org/officeDocument/2006/relationships/slideLayout" Target="/ppt/slideLayouts/slideLayout9.xml" Id="R1395ddc6d9b042dc" /><Relationship Type="http://schemas.openxmlformats.org/officeDocument/2006/relationships/slideLayout" Target="/ppt/slideLayouts/slideLayout10.xml" Id="R24598eb78052403e" /><Relationship Type="http://schemas.openxmlformats.org/officeDocument/2006/relationships/slideLayout" Target="/ppt/slideLayouts/slideLayout11.xml" Id="Rbdf78add6f8444e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881158f229b45f1" /><Relationship Type="http://schemas.openxmlformats.org/officeDocument/2006/relationships/slideLayout" Target="/ppt/slideLayouts/slideLayout12.xml" Id="Rcf639f7ea2b44646" /><Relationship Type="http://schemas.openxmlformats.org/officeDocument/2006/relationships/slideLayout" Target="/ppt/slideLayouts/slideLayout13.xml" Id="R0d220a2cf25f408f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0550f96d93914c51" /><Relationship Type="http://schemas.openxmlformats.org/officeDocument/2006/relationships/slideLayout" Target="/ppt/slideLayouts/slideLayout14.xml" Id="Ra5a16283e65b4271" /><Relationship Type="http://schemas.openxmlformats.org/officeDocument/2006/relationships/slideLayout" Target="/ppt/slideLayouts/slideLayout15.xml" Id="Rc38a7072f3664ab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c45fca35e746bb"/>
    <p:sldLayoutId xmlns:r="http://schemas.openxmlformats.org/officeDocument/2006/relationships" id="2147483650" r:id="Ra57e665f63cf42d3"/>
    <p:sldLayoutId xmlns:r="http://schemas.openxmlformats.org/officeDocument/2006/relationships" id="2147483651" r:id="R1e648ec69926462c"/>
    <p:sldLayoutId xmlns:r="http://schemas.openxmlformats.org/officeDocument/2006/relationships" id="2147483652" r:id="Rde113b7b4e144357"/>
    <p:sldLayoutId xmlns:r="http://schemas.openxmlformats.org/officeDocument/2006/relationships" id="2147483653" r:id="R51a459d4788c4d9d"/>
    <p:sldLayoutId xmlns:r="http://schemas.openxmlformats.org/officeDocument/2006/relationships" id="2147483654" r:id="R3214e563778f446f"/>
    <p:sldLayoutId xmlns:r="http://schemas.openxmlformats.org/officeDocument/2006/relationships" id="2147483655" r:id="R4b26b7c9ff804a1c"/>
    <p:sldLayoutId xmlns:r="http://schemas.openxmlformats.org/officeDocument/2006/relationships" id="2147483656" r:id="Rae8bb4697f344c6a"/>
    <p:sldLayoutId xmlns:r="http://schemas.openxmlformats.org/officeDocument/2006/relationships" id="2147483657" r:id="R1395ddc6d9b042dc"/>
    <p:sldLayoutId xmlns:r="http://schemas.openxmlformats.org/officeDocument/2006/relationships" id="2147483658" r:id="R24598eb78052403e"/>
    <p:sldLayoutId xmlns:r="http://schemas.openxmlformats.org/officeDocument/2006/relationships" id="2147483659" r:id="Rbdf78add6f8444e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cf639f7ea2b44646"/>
    <p:sldLayoutId xmlns:r="http://schemas.openxmlformats.org/officeDocument/2006/relationships" id="2147483662" r:id="R0d220a2cf25f408f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a5a16283e65b4271"/>
    <p:sldLayoutId xmlns:r="http://schemas.openxmlformats.org/officeDocument/2006/relationships" id="2147483665" r:id="Rc38a7072f3664ab0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8d764a38e7d4210" /><Relationship Type="http://schemas.openxmlformats.org/officeDocument/2006/relationships/notesSlide" Target="/ppt/notesSlides/notesSlide1.xml" Id="R159eb8e0529048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119c237e2044cce" /><Relationship Type="http://schemas.openxmlformats.org/officeDocument/2006/relationships/notesSlide" Target="/ppt/notesSlides/notesSlide2.xml" Id="R6d1b1c9042c14b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12fb9d2ad6f4203" /><Relationship Type="http://schemas.openxmlformats.org/officeDocument/2006/relationships/notesSlide" Target="/ppt/notesSlides/notesSlide3.xml" Id="R82f8b768f3b446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6459c24014941a9" /><Relationship Type="http://schemas.openxmlformats.org/officeDocument/2006/relationships/notesSlide" Target="/ppt/notesSlides/notesSlide4.xml" Id="Rf0cc06ab9ff44c1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2026-09-08T06:57:37.8330000Z</dcterms:created>
  <dcterms:modified xsi:type="dcterms:W3CDTF">2026-09-08T06:57:37.8330000Z</dcterms:modified>
</coreProperties>
</file>