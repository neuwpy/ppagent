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3ca835989346ad" /><Relationship Type="http://schemas.openxmlformats.org/officeDocument/2006/relationships/extended-properties" Target="/docProps/app.xml" Id="R183b48067faf41f4" /><Relationship Type="http://schemas.openxmlformats.org/officeDocument/2006/relationships/officeDocument" Target="/ppt/presentation.xml" Id="R2750f091414e4b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e9415ea1694cd3"/>
    <p:sldMasterId xmlns:r="http://schemas.openxmlformats.org/officeDocument/2006/relationships" id="2147483660" r:id="R24afaddc1a4c4021"/>
    <p:sldMasterId xmlns:r="http://schemas.openxmlformats.org/officeDocument/2006/relationships" id="2147483663" r:id="Rc7d5ad669a7349b0"/>
  </p:sldMasterIdLst>
  <p:notesMasterIdLst>
    <p:notesMasterId xmlns:r="http://schemas.openxmlformats.org/officeDocument/2006/relationships" r:id="R4f7080cf298f4936"/>
  </p:notesMasterIdLst>
  <p:sldIdLst>
    <p:sldId xmlns:r="http://schemas.openxmlformats.org/officeDocument/2006/relationships" id="256" r:id="R28bddee0a8e84051"/>
    <p:sldId xmlns:r="http://schemas.openxmlformats.org/officeDocument/2006/relationships" id="257" r:id="R224dd40ba24b43b8"/>
    <p:sldId xmlns:r="http://schemas.openxmlformats.org/officeDocument/2006/relationships" id="258" r:id="Re6914926e03c4f48"/>
    <p:sldId xmlns:r="http://schemas.openxmlformats.org/officeDocument/2006/relationships" id="259" r:id="Rbbb9a15a4bc549c9"/>
    <p:sldId xmlns:r="http://schemas.openxmlformats.org/officeDocument/2006/relationships" id="260" r:id="R2152c4638d2749b4"/>
    <p:sldId xmlns:r="http://schemas.openxmlformats.org/officeDocument/2006/relationships" id="261" r:id="R498c1201761a4b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8485fd54924590" /><Relationship Type="http://schemas.openxmlformats.org/officeDocument/2006/relationships/slideMaster" Target="/ppt/slideMasters/slideMaster1.xml" Id="Ra6e9415ea1694cd3" /><Relationship Type="http://schemas.openxmlformats.org/officeDocument/2006/relationships/slideMaster" Target="/ppt/slideMasters/slideMaster2.xml" Id="R24afaddc1a4c4021" /><Relationship Type="http://schemas.openxmlformats.org/officeDocument/2006/relationships/slideMaster" Target="/ppt/slideMasters/slideMaster3.xml" Id="Rc7d5ad669a7349b0" /><Relationship Type="http://schemas.openxmlformats.org/officeDocument/2006/relationships/notesMaster" Target="/ppt/notesMasters/notesMaster1.xml" Id="R4f7080cf298f4936" /><Relationship Type="http://schemas.openxmlformats.org/officeDocument/2006/relationships/presProps" Target="/ppt/presProps.xml" Id="Rab638cce2b4c46d8" /><Relationship Type="http://schemas.openxmlformats.org/officeDocument/2006/relationships/viewProps" Target="/ppt/viewProps.xml" Id="R0570d5daea914863" /><Relationship Type="http://schemas.openxmlformats.org/officeDocument/2006/relationships/tableStyles" Target="/ppt/tableStyles.xml" Id="Red4b4d1b5f9b4379" /><Relationship Type="http://schemas.openxmlformats.org/officeDocument/2006/relationships/slide" Target="/ppt/slides/slide1.xml" Id="R28bddee0a8e84051" /><Relationship Type="http://schemas.openxmlformats.org/officeDocument/2006/relationships/slide" Target="/ppt/slides/slide2.xml" Id="R224dd40ba24b43b8" /><Relationship Type="http://schemas.openxmlformats.org/officeDocument/2006/relationships/slide" Target="/ppt/slides/slide3.xml" Id="Re6914926e03c4f48" /><Relationship Type="http://schemas.openxmlformats.org/officeDocument/2006/relationships/slide" Target="/ppt/slides/slide4.xml" Id="Rbbb9a15a4bc549c9" /><Relationship Type="http://schemas.openxmlformats.org/officeDocument/2006/relationships/slide" Target="/ppt/slides/slide5.xml" Id="R2152c4638d2749b4" /><Relationship Type="http://schemas.openxmlformats.org/officeDocument/2006/relationships/slide" Target="/ppt/slides/slide6.xml" Id="R498c1201761a4b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cd511b9b80f64f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133350" dist="47625" dir="5400000">
              <a:srgbClr val="315F91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5486E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1c731a51e04a15" /><Relationship Type="http://schemas.openxmlformats.org/officeDocument/2006/relationships/notesMaster" Target="/ppt/notesMasters/notesMaster1.xml" Id="R29e3a1606f1c44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d43c0a2eb64eea" /><Relationship Type="http://schemas.openxmlformats.org/officeDocument/2006/relationships/notesMaster" Target="/ppt/notesMasters/notesMaster1.xml" Id="R8ac1347f54c243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ccca547fae45cf" /><Relationship Type="http://schemas.openxmlformats.org/officeDocument/2006/relationships/notesMaster" Target="/ppt/notesMasters/notesMaster1.xml" Id="R85a306f0c2af42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ab1a9a4d6542e9" /><Relationship Type="http://schemas.openxmlformats.org/officeDocument/2006/relationships/notesMaster" Target="/ppt/notesMasters/notesMaster1.xml" Id="R8f977daeb63d4e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6532cc093944d7" /><Relationship Type="http://schemas.openxmlformats.org/officeDocument/2006/relationships/notesMaster" Target="/ppt/notesMasters/notesMaster1.xml" Id="R96c5c19ec3fc4d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a276b85e4749c4" /><Relationship Type="http://schemas.openxmlformats.org/officeDocument/2006/relationships/notesMaster" Target="/ppt/notesMasters/notesMaster1.xml" Id="R1492e3c99fbe42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内容：experiments/university-multi-structure-07/manuscript.md</a:t>
            </a:r>
          </a:p>
          <a:p xmlns:a="http://schemas.openxmlformats.org/drawingml/2006/main">
            <a:r>
              <a:t>- 视觉：assets/主题/东北大学-001/runtime-template.pptx（随仓库发布的运行模板）</a:t>
            </a:r>
          </a:p>
          <a:p xmlns:a="http://schemas.openxmlformats.org/drawingml/2006/main">
            <a:r>
              <a:t>- PPagenT：university-multi-structure-07-cover → northeastern-university-cover-001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PPagenT：university-multi-structure-07-agenda → northeastern-university-agenda-001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PPagenT：university-multi-structure-07-body-01 → northeastern-university-body-001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PPagenT：university-multi-structure-07-body-02 → northeastern-university-body-002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内容：experiments/university-multi-structure-07/manuscript.md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PPagenT：university-multi-structure-07-body-03 → northeastern-university-body-003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内容：experiments/university-multi-structure-07/manuscript.md</a:t>
            </a:r>
          </a:p>
          <a:p xmlns:a="http://schemas.openxmlformats.org/drawingml/2006/main">
            <a:r>
              <a:t>- 视觉：assets/主题/东北大学-001/runtime-template.pptx（随仓库发布的运行模板）</a:t>
            </a:r>
          </a:p>
          <a:p xmlns:a="http://schemas.openxmlformats.org/drawingml/2006/main">
            <a:r>
              <a:t>- PPagenT：university-multi-structure-07-closing → northeastern-university-closing-001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4a02f46c034ab8" /><Relationship Type="http://schemas.openxmlformats.org/officeDocument/2006/relationships/image" Target="/ppt/media/image.jpeg" Id="R08c605ac51204214" /><Relationship Type="http://schemas.openxmlformats.org/officeDocument/2006/relationships/image" Target="/ppt/media/image.png" Id="R6fdf3ea0cec24747" /><Relationship Type="http://schemas.openxmlformats.org/officeDocument/2006/relationships/image" Target="/ppt/media/image2.png" Id="Rabf8a0de0b0f4c7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846c7ede5b4a8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a63c8f6a6642c6" /><Relationship Type="http://schemas.openxmlformats.org/officeDocument/2006/relationships/image" Target="/ppt/media/image3.png" Id="R7b3c9a9c0a134ee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a8cd448d6b4809" /><Relationship Type="http://schemas.openxmlformats.org/officeDocument/2006/relationships/image" Target="/ppt/media/image4.png" Id="Rf42d7cc6d42d4d8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364f7165a64f0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fc405f71a949a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0ef9978935416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a5807f4b5847a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27d4afddc1474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d9c1b0379447d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565f6d7ad5483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1ad01cb4db442cd" /><Relationship Type="http://schemas.openxmlformats.org/officeDocument/2006/relationships/image" Target="/ppt/media/image5.png" Id="R3289b583c20f4c13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f6ddb65a5034b08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370c96c8e26412c" /><Relationship Type="http://schemas.openxmlformats.org/officeDocument/2006/relationships/image" Target="/ppt/media/image5.png" Id="R0a529f101d244bfa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a801bc53e0444cc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c605ac51204214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df3ea0cec24747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f8a0de0b0f4c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3c9a9c0a134eee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2d7cc6d42d4d83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89b583c20f4c13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529f101d244bfa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5b7bb6ef7d4f14" /><Relationship Type="http://schemas.openxmlformats.org/officeDocument/2006/relationships/slideLayout" Target="/ppt/slideLayouts/slideLayout1.xml" Id="Rc310b6767e894447" /><Relationship Type="http://schemas.openxmlformats.org/officeDocument/2006/relationships/slideLayout" Target="/ppt/slideLayouts/slideLayout2.xml" Id="R833653e9d5c24f17" /><Relationship Type="http://schemas.openxmlformats.org/officeDocument/2006/relationships/slideLayout" Target="/ppt/slideLayouts/slideLayout3.xml" Id="Ra528087bf3e5438a" /><Relationship Type="http://schemas.openxmlformats.org/officeDocument/2006/relationships/slideLayout" Target="/ppt/slideLayouts/slideLayout4.xml" Id="R2a13c7152e574d3f" /><Relationship Type="http://schemas.openxmlformats.org/officeDocument/2006/relationships/slideLayout" Target="/ppt/slideLayouts/slideLayout5.xml" Id="Rc5a3929b7a7c48d9" /><Relationship Type="http://schemas.openxmlformats.org/officeDocument/2006/relationships/slideLayout" Target="/ppt/slideLayouts/slideLayout6.xml" Id="Ra8570fa5fc214e03" /><Relationship Type="http://schemas.openxmlformats.org/officeDocument/2006/relationships/slideLayout" Target="/ppt/slideLayouts/slideLayout7.xml" Id="R9e6593eb3b1a4917" /><Relationship Type="http://schemas.openxmlformats.org/officeDocument/2006/relationships/slideLayout" Target="/ppt/slideLayouts/slideLayout8.xml" Id="Rf947a79c7e1149ce" /><Relationship Type="http://schemas.openxmlformats.org/officeDocument/2006/relationships/slideLayout" Target="/ppt/slideLayouts/slideLayout9.xml" Id="R90d5d84099274813" /><Relationship Type="http://schemas.openxmlformats.org/officeDocument/2006/relationships/slideLayout" Target="/ppt/slideLayouts/slideLayout10.xml" Id="Rbd357b00cd974664" /><Relationship Type="http://schemas.openxmlformats.org/officeDocument/2006/relationships/slideLayout" Target="/ppt/slideLayouts/slideLayout11.xml" Id="Rfcab9a6b41ba4d1a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d4b5d9d07ffb49c3" /><Relationship Type="http://schemas.openxmlformats.org/officeDocument/2006/relationships/slideLayout" Target="/ppt/slideLayouts/slideLayout12.xml" Id="R13caa2251bf44f30" /><Relationship Type="http://schemas.openxmlformats.org/officeDocument/2006/relationships/slideLayout" Target="/ppt/slideLayouts/slideLayout13.xml" Id="R8eef64e965df4be4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6676f05ecc664fe0" /><Relationship Type="http://schemas.openxmlformats.org/officeDocument/2006/relationships/slideLayout" Target="/ppt/slideLayouts/slideLayout14.xml" Id="Rc3ff3cc406e24b94" /><Relationship Type="http://schemas.openxmlformats.org/officeDocument/2006/relationships/slideLayout" Target="/ppt/slideLayouts/slideLayout15.xml" Id="R4f5eacf084f94e3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10b6767e894447"/>
    <p:sldLayoutId xmlns:r="http://schemas.openxmlformats.org/officeDocument/2006/relationships" id="2147483650" r:id="R833653e9d5c24f17"/>
    <p:sldLayoutId xmlns:r="http://schemas.openxmlformats.org/officeDocument/2006/relationships" id="2147483651" r:id="Ra528087bf3e5438a"/>
    <p:sldLayoutId xmlns:r="http://schemas.openxmlformats.org/officeDocument/2006/relationships" id="2147483652" r:id="R2a13c7152e574d3f"/>
    <p:sldLayoutId xmlns:r="http://schemas.openxmlformats.org/officeDocument/2006/relationships" id="2147483653" r:id="Rc5a3929b7a7c48d9"/>
    <p:sldLayoutId xmlns:r="http://schemas.openxmlformats.org/officeDocument/2006/relationships" id="2147483654" r:id="Ra8570fa5fc214e03"/>
    <p:sldLayoutId xmlns:r="http://schemas.openxmlformats.org/officeDocument/2006/relationships" id="2147483655" r:id="R9e6593eb3b1a4917"/>
    <p:sldLayoutId xmlns:r="http://schemas.openxmlformats.org/officeDocument/2006/relationships" id="2147483656" r:id="Rf947a79c7e1149ce"/>
    <p:sldLayoutId xmlns:r="http://schemas.openxmlformats.org/officeDocument/2006/relationships" id="2147483657" r:id="R90d5d84099274813"/>
    <p:sldLayoutId xmlns:r="http://schemas.openxmlformats.org/officeDocument/2006/relationships" id="2147483658" r:id="Rbd357b00cd974664"/>
    <p:sldLayoutId xmlns:r="http://schemas.openxmlformats.org/officeDocument/2006/relationships" id="2147483659" r:id="Rfcab9a6b41ba4d1a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13caa2251bf44f30"/>
    <p:sldLayoutId xmlns:r="http://schemas.openxmlformats.org/officeDocument/2006/relationships" id="2147483662" r:id="R8eef64e965df4be4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c3ff3cc406e24b94"/>
    <p:sldLayoutId xmlns:r="http://schemas.openxmlformats.org/officeDocument/2006/relationships" id="2147483665" r:id="R4f5eacf084f94e35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26cb693947422a" /><Relationship Type="http://schemas.openxmlformats.org/officeDocument/2006/relationships/notesSlide" Target="/ppt/notesSlides/notesSlide1.xml" Id="R0683201bf8984e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ee424a7dd274fb9" /><Relationship Type="http://schemas.openxmlformats.org/officeDocument/2006/relationships/notesSlide" Target="/ppt/notesSlides/notesSlide2.xml" Id="Rf872254fa61944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27a807f58d346c8" /><Relationship Type="http://schemas.openxmlformats.org/officeDocument/2006/relationships/image" Target="/ppt/media/image6.png" Id="R36306c855486444e" /><Relationship Type="http://schemas.openxmlformats.org/officeDocument/2006/relationships/image" Target="/ppt/media/image.svg" Id="R7ec595a8d3804433" /><Relationship Type="http://schemas.openxmlformats.org/officeDocument/2006/relationships/image" Target="/ppt/media/image7.png" Id="R9442950955bc4a3b" /><Relationship Type="http://schemas.openxmlformats.org/officeDocument/2006/relationships/image" Target="/ppt/media/image2.svg" Id="R8caae5fa225a4be9" /><Relationship Type="http://schemas.openxmlformats.org/officeDocument/2006/relationships/image" Target="/ppt/media/image8.png" Id="Rc97ba07d24594486" /><Relationship Type="http://schemas.openxmlformats.org/officeDocument/2006/relationships/image" Target="/ppt/media/image3.svg" Id="R936180756fb24b30" /><Relationship Type="http://schemas.openxmlformats.org/officeDocument/2006/relationships/notesSlide" Target="/ppt/notesSlides/notesSlide3.xml" Id="Rdde058b5a8574b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5ab7e7310bf4abd" /><Relationship Type="http://schemas.openxmlformats.org/officeDocument/2006/relationships/notesSlide" Target="/ppt/notesSlides/notesSlide4.xml" Id="Rbb3767ba423b47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9caeefb6d5b44d9" /><Relationship Type="http://schemas.openxmlformats.org/officeDocument/2006/relationships/notesSlide" Target="/ppt/notesSlides/notesSlide5.xml" Id="R80b411b5454144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6f9a36d06849a2" /><Relationship Type="http://schemas.openxmlformats.org/officeDocument/2006/relationships/notesSlide" Target="/ppt/notesSlides/notesSlide6.xml" Id="R4189ad091a554db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38392E71-DCAF-495E-8FD2-5AE5B28B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5ABF2940-174F-4C84-84F5-75322311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7620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10000"/>
              </a:lnSpc>
              <a:spcBef>
                <a:spcPts val="0"/>
              </a:spcBef>
              <a:buNone/>
              <a:defRPr sz="2250">
                <a:latin typeface="HYWenRunSongYun U"/>
                <a:ea typeface="HYWenRunSongYun U"/>
                <a:cs typeface="HYWenRunSongYun U"/>
              </a:defRPr>
            </a:pPr>
            <a:r>
              <a:rPr sz="2250" i="0" u="none" cap="none">
                <a:ln>
                  <a:noFill/>
                </a:ln>
                <a:solidFill>
                  <a:schemeClr val="tx1"/>
                </a:solidFill>
                <a:latin typeface="HYWenRunSongYun U"/>
                <a:ea typeface="HYWenRunSongYun U"/>
                <a:cs typeface="HYWenRunSongYun U"/>
              </a:rPr>
              <a:t>— 先验证记录能力，再小步扩大开放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2A01E317-59A4-4545-ADDD-BC9AE3A2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 spc="30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rPr>
              <a:t>汇报人：平台管理者与课题
负责人｜方案讨论稿｜2026.09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1A82715C-FF75-4658-9262-D0648D6C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88841613-2479-4D1E-8621-2346F7A1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4800">
                <a:latin typeface="HYWenRunSongYun U"/>
                <a:ea typeface="HYWenRunSongYun U"/>
                <a:cs typeface="HYWenRunSongYun U"/>
              </a:defRPr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共享实验平台试点</a:t>
            </a:r>
          </a:p>
        </p:txBody>
      </p:sp>
    </p:spTree>
    <p:extLst>
      <p:ext uri="{BB962C8B-B14F-4D97-AF65-F5344CB8AC3E}">
        <p14:creationId xmlns:p14="http://schemas.microsoft.com/office/powerpoint/2010/main" val="1995316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/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229BF1-123D-44B8-9169-48AFBE65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90775"/>
            <a:ext cx="304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9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49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B3B358-1B36-4269-9C80-EB661310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76625"/>
            <a:ext cx="3048000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8BD868-C706-49ED-9E3E-BD746738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495675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 准入与推进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535AFA-10B6-4C15-8EF5-78B0EDA7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105275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先筛项目，再按证据逐级扩大开放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D4CCC3-A225-41B8-AE7C-D3127743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577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CD8E5C-106C-446D-BD5F-273038E6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19375"/>
            <a:ext cx="95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B54F6D-FDEA-4844-95AC-D87CB989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90775"/>
            <a:ext cx="304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9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49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8AA48C-A9F3-44D5-9D75-28084DD6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76625"/>
            <a:ext cx="3048000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B37134-53CA-44FF-BFB8-C181DEF0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495675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 记录与处置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1E06D2-108F-4532-B459-BBB34B9C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105275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完整记录，异常分级复核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C1A9E3-9A33-413B-AA70-E796D1BD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8577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C21E58-CB80-4092-B914-27891BDA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19375"/>
            <a:ext cx="95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FA3AA3-49DA-4BAB-AC19-EC1A7DF7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90775"/>
            <a:ext cx="304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950" b="0">
                <a:solidFill>
                  <a:srgbClr val="315F91"/>
                </a:solidFill>
                <a:latin typeface="Georgia"/>
                <a:ea typeface="Georgia"/>
                <a:cs typeface="Georgia"/>
              </a:defRPr>
            </a:pPr>
            <a:r>
              <a:rPr sz="4950" b="0">
                <a:solidFill>
                  <a:srgbClr val="315F91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01631C-0D12-4C88-8DAB-B0DECA78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476625"/>
            <a:ext cx="3048000" cy="5143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05493"/>
              </a:gs>
              <a:gs pos="100000">
                <a:srgbClr val="5796EE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19BC05-7F80-4CDE-B440-58299F3C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495675"/>
            <a:ext cx="274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 能力与扩围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6F1284-3D5D-4DB4-9E8E-B32A8347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105275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D92"/>
                </a:solidFill>
                <a:latin typeface="Microsoft YaHei"/>
                <a:ea typeface="Microsoft YaHei"/>
                <a:cs typeface="Microsoft YaHei"/>
              </a:rPr>
              <a:t>能力达标后扩围，条件不足即暂停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DCB713-1837-446F-BA63-305382D4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8577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先筛项目，再按证据逐级扩大开放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 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simple-funnel-orbit">
            <a:extLst xmlns:a="http://schemas.openxmlformats.org/drawingml/2006/main">
              <a:ext uri="{FF2B5EF4-FFF2-40B4-BE49-F238E27FC236}">
                <a16:creationId xmlns:a16="http://schemas.microsoft.com/office/drawing/2014/main" id="{DAEA5EE1-F055-4109-9A4B-DA9B1B87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1535621" y="1958435"/>
            <a:ext cx="3310519" cy="235220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F91">
                <a:alpha val="12000"/>
              </a:srgbClr>
            </a:solidFill>
            <a:prstDash val="solid"/>
          </a:ln>
        </p:spPr>
      </p:sp>
      <p:sp>
        <p:nvSpPr>
          <p:cNvPr id="16" name="simple-step-body-0">
            <a:extLst xmlns:a="http://schemas.openxmlformats.org/drawingml/2006/main">
              <a:ext uri="{FF2B5EF4-FFF2-40B4-BE49-F238E27FC236}">
                <a16:creationId xmlns:a16="http://schemas.microsoft.com/office/drawing/2014/main" id="{10DE4B7B-1486-49A9-AE37-405D0A4C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6407" y="2324329"/>
            <a:ext cx="2148935" cy="566738"/>
          </a:xfrm>
          <a:custGeom xmlns:a="http://schemas.openxmlformats.org/drawingml/2006/main">
            <a:pathLst>
              <a:path w="2148935" h="566738">
                <a:moveTo>
                  <a:pt x="0" y="0"/>
                </a:moveTo>
                <a:lnTo>
                  <a:pt x="10992" y="17145"/>
                </a:lnTo>
                <a:lnTo>
                  <a:pt x="21984" y="34290"/>
                </a:lnTo>
                <a:lnTo>
                  <a:pt x="32976" y="51435"/>
                </a:lnTo>
                <a:lnTo>
                  <a:pt x="43967" y="68570"/>
                </a:lnTo>
                <a:lnTo>
                  <a:pt x="54969" y="85715"/>
                </a:lnTo>
                <a:lnTo>
                  <a:pt x="65961" y="102860"/>
                </a:lnTo>
                <a:lnTo>
                  <a:pt x="76952" y="120005"/>
                </a:lnTo>
                <a:lnTo>
                  <a:pt x="87944" y="137150"/>
                </a:lnTo>
                <a:lnTo>
                  <a:pt x="98936" y="154295"/>
                </a:lnTo>
                <a:lnTo>
                  <a:pt x="109928" y="171440"/>
                </a:lnTo>
                <a:lnTo>
                  <a:pt x="120920" y="188576"/>
                </a:lnTo>
                <a:lnTo>
                  <a:pt x="131912" y="205721"/>
                </a:lnTo>
                <a:lnTo>
                  <a:pt x="142904" y="222866"/>
                </a:lnTo>
                <a:lnTo>
                  <a:pt x="153895" y="240011"/>
                </a:lnTo>
                <a:lnTo>
                  <a:pt x="164897" y="257156"/>
                </a:lnTo>
                <a:lnTo>
                  <a:pt x="175889" y="274301"/>
                </a:lnTo>
                <a:lnTo>
                  <a:pt x="186881" y="291446"/>
                </a:lnTo>
                <a:lnTo>
                  <a:pt x="197872" y="308581"/>
                </a:lnTo>
                <a:lnTo>
                  <a:pt x="208864" y="325726"/>
                </a:lnTo>
                <a:lnTo>
                  <a:pt x="219856" y="342871"/>
                </a:lnTo>
                <a:lnTo>
                  <a:pt x="230848" y="360016"/>
                </a:lnTo>
                <a:lnTo>
                  <a:pt x="241840" y="377161"/>
                </a:lnTo>
                <a:lnTo>
                  <a:pt x="252832" y="394306"/>
                </a:lnTo>
                <a:lnTo>
                  <a:pt x="263823" y="411451"/>
                </a:lnTo>
                <a:lnTo>
                  <a:pt x="274825" y="428596"/>
                </a:lnTo>
                <a:lnTo>
                  <a:pt x="285817" y="445732"/>
                </a:lnTo>
                <a:lnTo>
                  <a:pt x="296809" y="462877"/>
                </a:lnTo>
                <a:lnTo>
                  <a:pt x="307800" y="480022"/>
                </a:lnTo>
                <a:lnTo>
                  <a:pt x="318792" y="497167"/>
                </a:lnTo>
                <a:lnTo>
                  <a:pt x="329784" y="514312"/>
                </a:lnTo>
                <a:lnTo>
                  <a:pt x="343633" y="528009"/>
                </a:lnTo>
                <a:lnTo>
                  <a:pt x="363150" y="533762"/>
                </a:lnTo>
                <a:lnTo>
                  <a:pt x="383134" y="537677"/>
                </a:lnTo>
                <a:lnTo>
                  <a:pt x="403260" y="540763"/>
                </a:lnTo>
                <a:lnTo>
                  <a:pt x="423462" y="543335"/>
                </a:lnTo>
                <a:lnTo>
                  <a:pt x="443703" y="545554"/>
                </a:lnTo>
                <a:lnTo>
                  <a:pt x="463982" y="547516"/>
                </a:lnTo>
                <a:lnTo>
                  <a:pt x="484270" y="549269"/>
                </a:lnTo>
                <a:lnTo>
                  <a:pt x="504568" y="550850"/>
                </a:lnTo>
                <a:lnTo>
                  <a:pt x="524885" y="552288"/>
                </a:lnTo>
                <a:lnTo>
                  <a:pt x="545211" y="553603"/>
                </a:lnTo>
                <a:lnTo>
                  <a:pt x="565537" y="554822"/>
                </a:lnTo>
                <a:lnTo>
                  <a:pt x="585873" y="555936"/>
                </a:lnTo>
                <a:lnTo>
                  <a:pt x="606209" y="556965"/>
                </a:lnTo>
                <a:lnTo>
                  <a:pt x="626555" y="557917"/>
                </a:lnTo>
                <a:lnTo>
                  <a:pt x="646900" y="558813"/>
                </a:lnTo>
                <a:lnTo>
                  <a:pt x="667245" y="559632"/>
                </a:lnTo>
                <a:lnTo>
                  <a:pt x="687600" y="560394"/>
                </a:lnTo>
                <a:lnTo>
                  <a:pt x="707955" y="561108"/>
                </a:lnTo>
                <a:lnTo>
                  <a:pt x="728310" y="561756"/>
                </a:lnTo>
                <a:lnTo>
                  <a:pt x="748665" y="562366"/>
                </a:lnTo>
                <a:lnTo>
                  <a:pt x="769020" y="562928"/>
                </a:lnTo>
                <a:lnTo>
                  <a:pt x="789384" y="563442"/>
                </a:lnTo>
                <a:lnTo>
                  <a:pt x="809739" y="563909"/>
                </a:lnTo>
                <a:lnTo>
                  <a:pt x="830104" y="564347"/>
                </a:lnTo>
                <a:lnTo>
                  <a:pt x="850459" y="564737"/>
                </a:lnTo>
                <a:lnTo>
                  <a:pt x="870823" y="565090"/>
                </a:lnTo>
                <a:lnTo>
                  <a:pt x="891188" y="565414"/>
                </a:lnTo>
                <a:lnTo>
                  <a:pt x="911552" y="565690"/>
                </a:lnTo>
                <a:lnTo>
                  <a:pt x="931916" y="565937"/>
                </a:lnTo>
                <a:lnTo>
                  <a:pt x="952281" y="566156"/>
                </a:lnTo>
                <a:lnTo>
                  <a:pt x="972645" y="566328"/>
                </a:lnTo>
                <a:lnTo>
                  <a:pt x="993010" y="566480"/>
                </a:lnTo>
                <a:lnTo>
                  <a:pt x="1013374" y="566585"/>
                </a:lnTo>
                <a:lnTo>
                  <a:pt x="1033739" y="566671"/>
                </a:lnTo>
                <a:lnTo>
                  <a:pt x="1054103" y="566718"/>
                </a:lnTo>
                <a:lnTo>
                  <a:pt x="1074468" y="566738"/>
                </a:lnTo>
                <a:lnTo>
                  <a:pt x="1094832" y="566718"/>
                </a:lnTo>
                <a:lnTo>
                  <a:pt x="1115197" y="566671"/>
                </a:lnTo>
                <a:lnTo>
                  <a:pt x="1135561" y="566585"/>
                </a:lnTo>
                <a:lnTo>
                  <a:pt x="1155935" y="566480"/>
                </a:lnTo>
                <a:lnTo>
                  <a:pt x="1176299" y="566328"/>
                </a:lnTo>
                <a:lnTo>
                  <a:pt x="1196664" y="566156"/>
                </a:lnTo>
                <a:lnTo>
                  <a:pt x="1217028" y="565937"/>
                </a:lnTo>
                <a:lnTo>
                  <a:pt x="1237383" y="565690"/>
                </a:lnTo>
                <a:lnTo>
                  <a:pt x="1257748" y="565414"/>
                </a:lnTo>
                <a:lnTo>
                  <a:pt x="1278112" y="565090"/>
                </a:lnTo>
                <a:lnTo>
                  <a:pt x="1298477" y="564737"/>
                </a:lnTo>
                <a:lnTo>
                  <a:pt x="1318841" y="564347"/>
                </a:lnTo>
                <a:lnTo>
                  <a:pt x="1339196" y="563909"/>
                </a:lnTo>
                <a:lnTo>
                  <a:pt x="1359560" y="563442"/>
                </a:lnTo>
                <a:lnTo>
                  <a:pt x="1379915" y="562928"/>
                </a:lnTo>
                <a:lnTo>
                  <a:pt x="1400280" y="562366"/>
                </a:lnTo>
                <a:lnTo>
                  <a:pt x="1420635" y="561756"/>
                </a:lnTo>
                <a:lnTo>
                  <a:pt x="1440990" y="561108"/>
                </a:lnTo>
                <a:lnTo>
                  <a:pt x="1461335" y="560394"/>
                </a:lnTo>
                <a:lnTo>
                  <a:pt x="1481690" y="559632"/>
                </a:lnTo>
                <a:lnTo>
                  <a:pt x="1502035" y="558813"/>
                </a:lnTo>
                <a:lnTo>
                  <a:pt x="1522381" y="557917"/>
                </a:lnTo>
                <a:lnTo>
                  <a:pt x="1542726" y="556965"/>
                </a:lnTo>
                <a:lnTo>
                  <a:pt x="1563062" y="555927"/>
                </a:lnTo>
                <a:lnTo>
                  <a:pt x="1583398" y="554822"/>
                </a:lnTo>
                <a:lnTo>
                  <a:pt x="1603734" y="553603"/>
                </a:lnTo>
                <a:lnTo>
                  <a:pt x="1624051" y="552288"/>
                </a:lnTo>
                <a:lnTo>
                  <a:pt x="1644367" y="550850"/>
                </a:lnTo>
                <a:lnTo>
                  <a:pt x="1664675" y="549259"/>
                </a:lnTo>
                <a:lnTo>
                  <a:pt x="1684963" y="547516"/>
                </a:lnTo>
                <a:lnTo>
                  <a:pt x="1705232" y="545554"/>
                </a:lnTo>
                <a:lnTo>
                  <a:pt x="1725473" y="543335"/>
                </a:lnTo>
                <a:lnTo>
                  <a:pt x="1745675" y="540763"/>
                </a:lnTo>
                <a:lnTo>
                  <a:pt x="1765811" y="537677"/>
                </a:lnTo>
                <a:lnTo>
                  <a:pt x="1785785" y="533762"/>
                </a:lnTo>
                <a:lnTo>
                  <a:pt x="1805302" y="528009"/>
                </a:lnTo>
                <a:lnTo>
                  <a:pt x="1819151" y="514302"/>
                </a:lnTo>
                <a:lnTo>
                  <a:pt x="1830143" y="497157"/>
                </a:lnTo>
                <a:lnTo>
                  <a:pt x="1841135" y="480022"/>
                </a:lnTo>
                <a:lnTo>
                  <a:pt x="1852127" y="462877"/>
                </a:lnTo>
                <a:lnTo>
                  <a:pt x="1863119" y="445732"/>
                </a:lnTo>
                <a:lnTo>
                  <a:pt x="1874120" y="428587"/>
                </a:lnTo>
                <a:lnTo>
                  <a:pt x="1885112" y="411442"/>
                </a:lnTo>
                <a:lnTo>
                  <a:pt x="1896104" y="394297"/>
                </a:lnTo>
                <a:lnTo>
                  <a:pt x="1907096" y="377152"/>
                </a:lnTo>
                <a:lnTo>
                  <a:pt x="1918087" y="360016"/>
                </a:lnTo>
                <a:lnTo>
                  <a:pt x="1929079" y="342871"/>
                </a:lnTo>
                <a:lnTo>
                  <a:pt x="1940071" y="325726"/>
                </a:lnTo>
                <a:lnTo>
                  <a:pt x="1951063" y="308581"/>
                </a:lnTo>
                <a:lnTo>
                  <a:pt x="1962055" y="291436"/>
                </a:lnTo>
                <a:lnTo>
                  <a:pt x="1973047" y="274291"/>
                </a:lnTo>
                <a:lnTo>
                  <a:pt x="1984048" y="257146"/>
                </a:lnTo>
                <a:lnTo>
                  <a:pt x="1995040" y="240011"/>
                </a:lnTo>
                <a:lnTo>
                  <a:pt x="2006032" y="222866"/>
                </a:lnTo>
                <a:lnTo>
                  <a:pt x="2017024" y="205721"/>
                </a:lnTo>
                <a:lnTo>
                  <a:pt x="2028015" y="188576"/>
                </a:lnTo>
                <a:lnTo>
                  <a:pt x="2039007" y="171431"/>
                </a:lnTo>
                <a:lnTo>
                  <a:pt x="2049999" y="154286"/>
                </a:lnTo>
                <a:lnTo>
                  <a:pt x="2060991" y="137141"/>
                </a:lnTo>
                <a:lnTo>
                  <a:pt x="2071983" y="119996"/>
                </a:lnTo>
                <a:lnTo>
                  <a:pt x="2082975" y="102860"/>
                </a:lnTo>
                <a:lnTo>
                  <a:pt x="2093976" y="85715"/>
                </a:lnTo>
                <a:lnTo>
                  <a:pt x="2104968" y="68570"/>
                </a:lnTo>
                <a:lnTo>
                  <a:pt x="2115960" y="51425"/>
                </a:lnTo>
                <a:lnTo>
                  <a:pt x="2126952" y="34280"/>
                </a:lnTo>
                <a:lnTo>
                  <a:pt x="2137943" y="17135"/>
                </a:lnTo>
                <a:lnTo>
                  <a:pt x="2148935" y="10"/>
                </a:lnTo>
                <a:lnTo>
                  <a:pt x="2131895" y="9506"/>
                </a:lnTo>
                <a:lnTo>
                  <a:pt x="2111978" y="13745"/>
                </a:lnTo>
                <a:lnTo>
                  <a:pt x="2091852" y="16831"/>
                </a:lnTo>
                <a:lnTo>
                  <a:pt x="2071640" y="19345"/>
                </a:lnTo>
                <a:lnTo>
                  <a:pt x="2051390" y="21488"/>
                </a:lnTo>
                <a:lnTo>
                  <a:pt x="2031111" y="23365"/>
                </a:lnTo>
                <a:lnTo>
                  <a:pt x="2010813" y="25041"/>
                </a:lnTo>
                <a:lnTo>
                  <a:pt x="1990506" y="26565"/>
                </a:lnTo>
                <a:lnTo>
                  <a:pt x="1970189" y="27956"/>
                </a:lnTo>
                <a:lnTo>
                  <a:pt x="1949863" y="29242"/>
                </a:lnTo>
                <a:lnTo>
                  <a:pt x="1929536" y="30432"/>
                </a:lnTo>
                <a:lnTo>
                  <a:pt x="1909201" y="31537"/>
                </a:lnTo>
                <a:lnTo>
                  <a:pt x="1888865" y="32585"/>
                </a:lnTo>
                <a:lnTo>
                  <a:pt x="1868519" y="33557"/>
                </a:lnTo>
                <a:lnTo>
                  <a:pt x="1848174" y="34481"/>
                </a:lnTo>
                <a:lnTo>
                  <a:pt x="1827828" y="35338"/>
                </a:lnTo>
                <a:lnTo>
                  <a:pt x="1807483" y="36157"/>
                </a:lnTo>
                <a:lnTo>
                  <a:pt x="1787128" y="36928"/>
                </a:lnTo>
                <a:lnTo>
                  <a:pt x="1766773" y="37662"/>
                </a:lnTo>
                <a:lnTo>
                  <a:pt x="1746428" y="38357"/>
                </a:lnTo>
                <a:lnTo>
                  <a:pt x="1726073" y="39014"/>
                </a:lnTo>
                <a:lnTo>
                  <a:pt x="1705708" y="39634"/>
                </a:lnTo>
                <a:lnTo>
                  <a:pt x="1685354" y="40224"/>
                </a:lnTo>
                <a:lnTo>
                  <a:pt x="1664999" y="40796"/>
                </a:lnTo>
                <a:lnTo>
                  <a:pt x="1644644" y="41329"/>
                </a:lnTo>
                <a:lnTo>
                  <a:pt x="1624279" y="41834"/>
                </a:lnTo>
                <a:lnTo>
                  <a:pt x="1603924" y="42320"/>
                </a:lnTo>
                <a:lnTo>
                  <a:pt x="1583560" y="42777"/>
                </a:lnTo>
                <a:lnTo>
                  <a:pt x="1563205" y="43205"/>
                </a:lnTo>
                <a:lnTo>
                  <a:pt x="1542840" y="43615"/>
                </a:lnTo>
                <a:lnTo>
                  <a:pt x="1522476" y="43996"/>
                </a:lnTo>
                <a:lnTo>
                  <a:pt x="1502112" y="44367"/>
                </a:lnTo>
                <a:lnTo>
                  <a:pt x="1481757" y="44710"/>
                </a:lnTo>
                <a:lnTo>
                  <a:pt x="1461392" y="45034"/>
                </a:lnTo>
                <a:lnTo>
                  <a:pt x="1441028" y="45349"/>
                </a:lnTo>
                <a:lnTo>
                  <a:pt x="1420663" y="45634"/>
                </a:lnTo>
                <a:lnTo>
                  <a:pt x="1400299" y="45891"/>
                </a:lnTo>
                <a:lnTo>
                  <a:pt x="1379934" y="46149"/>
                </a:lnTo>
                <a:lnTo>
                  <a:pt x="1359570" y="46377"/>
                </a:lnTo>
                <a:lnTo>
                  <a:pt x="1339205" y="46587"/>
                </a:lnTo>
                <a:lnTo>
                  <a:pt x="1318841" y="46796"/>
                </a:lnTo>
                <a:lnTo>
                  <a:pt x="1298477" y="46968"/>
                </a:lnTo>
                <a:lnTo>
                  <a:pt x="1278112" y="47139"/>
                </a:lnTo>
                <a:lnTo>
                  <a:pt x="1257748" y="47282"/>
                </a:lnTo>
                <a:lnTo>
                  <a:pt x="1237383" y="47415"/>
                </a:lnTo>
                <a:lnTo>
                  <a:pt x="1217019" y="47530"/>
                </a:lnTo>
                <a:lnTo>
                  <a:pt x="1196654" y="47625"/>
                </a:lnTo>
                <a:lnTo>
                  <a:pt x="1176290" y="47720"/>
                </a:lnTo>
                <a:lnTo>
                  <a:pt x="1155925" y="47777"/>
                </a:lnTo>
                <a:lnTo>
                  <a:pt x="1135561" y="47835"/>
                </a:lnTo>
                <a:lnTo>
                  <a:pt x="1115197" y="47882"/>
                </a:lnTo>
                <a:lnTo>
                  <a:pt x="1094832" y="47901"/>
                </a:lnTo>
                <a:lnTo>
                  <a:pt x="1074468" y="47911"/>
                </a:lnTo>
                <a:lnTo>
                  <a:pt x="1054094" y="47901"/>
                </a:lnTo>
                <a:lnTo>
                  <a:pt x="1033729" y="47882"/>
                </a:lnTo>
                <a:lnTo>
                  <a:pt x="1013365" y="47835"/>
                </a:lnTo>
                <a:lnTo>
                  <a:pt x="993000" y="47777"/>
                </a:lnTo>
                <a:lnTo>
                  <a:pt x="972636" y="47720"/>
                </a:lnTo>
                <a:lnTo>
                  <a:pt x="952271" y="47625"/>
                </a:lnTo>
                <a:lnTo>
                  <a:pt x="931907" y="47530"/>
                </a:lnTo>
                <a:lnTo>
                  <a:pt x="911543" y="47415"/>
                </a:lnTo>
                <a:lnTo>
                  <a:pt x="891178" y="47282"/>
                </a:lnTo>
                <a:lnTo>
                  <a:pt x="870814" y="47139"/>
                </a:lnTo>
                <a:lnTo>
                  <a:pt x="850449" y="46968"/>
                </a:lnTo>
                <a:lnTo>
                  <a:pt x="830085" y="46796"/>
                </a:lnTo>
                <a:lnTo>
                  <a:pt x="809720" y="46587"/>
                </a:lnTo>
                <a:lnTo>
                  <a:pt x="789356" y="46377"/>
                </a:lnTo>
                <a:lnTo>
                  <a:pt x="768991" y="46149"/>
                </a:lnTo>
                <a:lnTo>
                  <a:pt x="748627" y="45891"/>
                </a:lnTo>
                <a:lnTo>
                  <a:pt x="728262" y="45634"/>
                </a:lnTo>
                <a:lnTo>
                  <a:pt x="707898" y="45349"/>
                </a:lnTo>
                <a:lnTo>
                  <a:pt x="687534" y="45034"/>
                </a:lnTo>
                <a:lnTo>
                  <a:pt x="667169" y="44710"/>
                </a:lnTo>
                <a:lnTo>
                  <a:pt x="646814" y="44367"/>
                </a:lnTo>
                <a:lnTo>
                  <a:pt x="626450" y="43996"/>
                </a:lnTo>
                <a:lnTo>
                  <a:pt x="606085" y="43615"/>
                </a:lnTo>
                <a:lnTo>
                  <a:pt x="585721" y="43205"/>
                </a:lnTo>
                <a:lnTo>
                  <a:pt x="565366" y="42777"/>
                </a:lnTo>
                <a:lnTo>
                  <a:pt x="545001" y="42320"/>
                </a:lnTo>
                <a:lnTo>
                  <a:pt x="524647" y="41834"/>
                </a:lnTo>
                <a:lnTo>
                  <a:pt x="504282" y="41329"/>
                </a:lnTo>
                <a:lnTo>
                  <a:pt x="483927" y="40796"/>
                </a:lnTo>
                <a:lnTo>
                  <a:pt x="463572" y="40224"/>
                </a:lnTo>
                <a:lnTo>
                  <a:pt x="443217" y="39634"/>
                </a:lnTo>
                <a:lnTo>
                  <a:pt x="422853" y="39014"/>
                </a:lnTo>
                <a:lnTo>
                  <a:pt x="402498" y="38357"/>
                </a:lnTo>
                <a:lnTo>
                  <a:pt x="382153" y="37662"/>
                </a:lnTo>
                <a:lnTo>
                  <a:pt x="361798" y="36928"/>
                </a:lnTo>
                <a:lnTo>
                  <a:pt x="341443" y="36157"/>
                </a:lnTo>
                <a:lnTo>
                  <a:pt x="321097" y="35338"/>
                </a:lnTo>
                <a:lnTo>
                  <a:pt x="300752" y="34481"/>
                </a:lnTo>
                <a:lnTo>
                  <a:pt x="280406" y="33557"/>
                </a:lnTo>
                <a:lnTo>
                  <a:pt x="260061" y="32585"/>
                </a:lnTo>
                <a:lnTo>
                  <a:pt x="239725" y="31537"/>
                </a:lnTo>
                <a:lnTo>
                  <a:pt x="219389" y="30432"/>
                </a:lnTo>
                <a:lnTo>
                  <a:pt x="199063" y="29242"/>
                </a:lnTo>
                <a:lnTo>
                  <a:pt x="178737" y="27956"/>
                </a:lnTo>
                <a:lnTo>
                  <a:pt x="158420" y="26565"/>
                </a:lnTo>
                <a:lnTo>
                  <a:pt x="138113" y="25041"/>
                </a:lnTo>
                <a:lnTo>
                  <a:pt x="117815" y="23365"/>
                </a:lnTo>
                <a:lnTo>
                  <a:pt x="97536" y="21479"/>
                </a:lnTo>
                <a:lnTo>
                  <a:pt x="77286" y="19345"/>
                </a:lnTo>
                <a:lnTo>
                  <a:pt x="57074" y="16831"/>
                </a:lnTo>
                <a:lnTo>
                  <a:pt x="36947" y="13745"/>
                </a:lnTo>
                <a:lnTo>
                  <a:pt x="17031" y="950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7" name="simple-step-cap-0">
            <a:extLst xmlns:a="http://schemas.openxmlformats.org/drawingml/2006/main">
              <a:ext uri="{FF2B5EF4-FFF2-40B4-BE49-F238E27FC236}">
                <a16:creationId xmlns:a16="http://schemas.microsoft.com/office/drawing/2014/main" id="{1FF18A49-1114-4D5F-8F66-F98CB0DB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6407" y="2248833"/>
            <a:ext cx="2148935" cy="1510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B7C7D9"/>
            </a:solidFill>
            <a:prstDash val="solid"/>
          </a:ln>
        </p:spPr>
      </p:sp>
      <p:sp>
        <p:nvSpPr>
          <p:cNvPr id="18" name="simple-step-body-1">
            <a:extLst xmlns:a="http://schemas.openxmlformats.org/drawingml/2006/main">
              <a:ext uri="{FF2B5EF4-FFF2-40B4-BE49-F238E27FC236}">
                <a16:creationId xmlns:a16="http://schemas.microsoft.com/office/drawing/2014/main" id="{37F6B946-FF3D-44D1-BEBD-49528D96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49087" y="2953502"/>
            <a:ext cx="1480652" cy="566795"/>
          </a:xfrm>
          <a:custGeom xmlns:a="http://schemas.openxmlformats.org/drawingml/2006/main">
            <a:pathLst>
              <a:path w="1480652" h="566795">
                <a:moveTo>
                  <a:pt x="0" y="0"/>
                </a:moveTo>
                <a:lnTo>
                  <a:pt x="6687" y="13630"/>
                </a:lnTo>
                <a:lnTo>
                  <a:pt x="13373" y="27261"/>
                </a:lnTo>
                <a:lnTo>
                  <a:pt x="20060" y="40891"/>
                </a:lnTo>
                <a:lnTo>
                  <a:pt x="26756" y="54512"/>
                </a:lnTo>
                <a:lnTo>
                  <a:pt x="33442" y="68142"/>
                </a:lnTo>
                <a:lnTo>
                  <a:pt x="40129" y="81772"/>
                </a:lnTo>
                <a:lnTo>
                  <a:pt x="46815" y="95402"/>
                </a:lnTo>
                <a:lnTo>
                  <a:pt x="53502" y="109033"/>
                </a:lnTo>
                <a:lnTo>
                  <a:pt x="60188" y="122663"/>
                </a:lnTo>
                <a:lnTo>
                  <a:pt x="66875" y="136293"/>
                </a:lnTo>
                <a:lnTo>
                  <a:pt x="73562" y="149914"/>
                </a:lnTo>
                <a:lnTo>
                  <a:pt x="80258" y="163544"/>
                </a:lnTo>
                <a:lnTo>
                  <a:pt x="86944" y="177175"/>
                </a:lnTo>
                <a:lnTo>
                  <a:pt x="93631" y="190805"/>
                </a:lnTo>
                <a:lnTo>
                  <a:pt x="100317" y="204435"/>
                </a:lnTo>
                <a:lnTo>
                  <a:pt x="107004" y="218065"/>
                </a:lnTo>
                <a:lnTo>
                  <a:pt x="113690" y="231696"/>
                </a:lnTo>
                <a:lnTo>
                  <a:pt x="120377" y="245316"/>
                </a:lnTo>
                <a:lnTo>
                  <a:pt x="127073" y="258947"/>
                </a:lnTo>
                <a:lnTo>
                  <a:pt x="133760" y="272577"/>
                </a:lnTo>
                <a:lnTo>
                  <a:pt x="140446" y="286207"/>
                </a:lnTo>
                <a:lnTo>
                  <a:pt x="147133" y="299837"/>
                </a:lnTo>
                <a:lnTo>
                  <a:pt x="153819" y="313468"/>
                </a:lnTo>
                <a:lnTo>
                  <a:pt x="160506" y="327098"/>
                </a:lnTo>
                <a:lnTo>
                  <a:pt x="167192" y="340719"/>
                </a:lnTo>
                <a:lnTo>
                  <a:pt x="173888" y="354349"/>
                </a:lnTo>
                <a:lnTo>
                  <a:pt x="180575" y="367979"/>
                </a:lnTo>
                <a:lnTo>
                  <a:pt x="187262" y="381610"/>
                </a:lnTo>
                <a:lnTo>
                  <a:pt x="193948" y="395240"/>
                </a:lnTo>
                <a:lnTo>
                  <a:pt x="200635" y="408870"/>
                </a:lnTo>
                <a:lnTo>
                  <a:pt x="207321" y="422500"/>
                </a:lnTo>
                <a:lnTo>
                  <a:pt x="214008" y="436121"/>
                </a:lnTo>
                <a:lnTo>
                  <a:pt x="220694" y="449751"/>
                </a:lnTo>
                <a:lnTo>
                  <a:pt x="227390" y="463382"/>
                </a:lnTo>
                <a:lnTo>
                  <a:pt x="234077" y="477012"/>
                </a:lnTo>
                <a:lnTo>
                  <a:pt x="240763" y="490642"/>
                </a:lnTo>
                <a:lnTo>
                  <a:pt x="247450" y="504273"/>
                </a:lnTo>
                <a:lnTo>
                  <a:pt x="254137" y="517903"/>
                </a:lnTo>
                <a:lnTo>
                  <a:pt x="263471" y="529028"/>
                </a:lnTo>
                <a:lnTo>
                  <a:pt x="277492" y="534781"/>
                </a:lnTo>
                <a:lnTo>
                  <a:pt x="292122" y="538829"/>
                </a:lnTo>
                <a:lnTo>
                  <a:pt x="306962" y="542030"/>
                </a:lnTo>
                <a:lnTo>
                  <a:pt x="321907" y="544716"/>
                </a:lnTo>
                <a:lnTo>
                  <a:pt x="336909" y="547021"/>
                </a:lnTo>
                <a:lnTo>
                  <a:pt x="351958" y="549050"/>
                </a:lnTo>
                <a:lnTo>
                  <a:pt x="367027" y="550850"/>
                </a:lnTo>
                <a:lnTo>
                  <a:pt x="382124" y="552479"/>
                </a:lnTo>
                <a:lnTo>
                  <a:pt x="397231" y="553945"/>
                </a:lnTo>
                <a:lnTo>
                  <a:pt x="412356" y="555288"/>
                </a:lnTo>
                <a:lnTo>
                  <a:pt x="427482" y="556508"/>
                </a:lnTo>
                <a:lnTo>
                  <a:pt x="442627" y="557632"/>
                </a:lnTo>
                <a:lnTo>
                  <a:pt x="457772" y="558660"/>
                </a:lnTo>
                <a:lnTo>
                  <a:pt x="472926" y="559603"/>
                </a:lnTo>
                <a:lnTo>
                  <a:pt x="488080" y="560470"/>
                </a:lnTo>
                <a:lnTo>
                  <a:pt x="503244" y="561270"/>
                </a:lnTo>
                <a:lnTo>
                  <a:pt x="518408" y="562004"/>
                </a:lnTo>
                <a:lnTo>
                  <a:pt x="533571" y="562670"/>
                </a:lnTo>
                <a:lnTo>
                  <a:pt x="548745" y="563280"/>
                </a:lnTo>
                <a:lnTo>
                  <a:pt x="563909" y="563832"/>
                </a:lnTo>
                <a:lnTo>
                  <a:pt x="579082" y="564337"/>
                </a:lnTo>
                <a:lnTo>
                  <a:pt x="594255" y="564785"/>
                </a:lnTo>
                <a:lnTo>
                  <a:pt x="609438" y="565185"/>
                </a:lnTo>
                <a:lnTo>
                  <a:pt x="624611" y="565537"/>
                </a:lnTo>
                <a:lnTo>
                  <a:pt x="639794" y="565852"/>
                </a:lnTo>
                <a:lnTo>
                  <a:pt x="654968" y="566109"/>
                </a:lnTo>
                <a:lnTo>
                  <a:pt x="670150" y="566328"/>
                </a:lnTo>
                <a:lnTo>
                  <a:pt x="685333" y="566509"/>
                </a:lnTo>
                <a:lnTo>
                  <a:pt x="700516" y="566642"/>
                </a:lnTo>
                <a:lnTo>
                  <a:pt x="715689" y="566728"/>
                </a:lnTo>
                <a:lnTo>
                  <a:pt x="730872" y="566785"/>
                </a:lnTo>
                <a:lnTo>
                  <a:pt x="746055" y="566795"/>
                </a:lnTo>
                <a:lnTo>
                  <a:pt x="761238" y="566757"/>
                </a:lnTo>
                <a:lnTo>
                  <a:pt x="776421" y="566690"/>
                </a:lnTo>
                <a:lnTo>
                  <a:pt x="791594" y="566566"/>
                </a:lnTo>
                <a:lnTo>
                  <a:pt x="806777" y="566414"/>
                </a:lnTo>
                <a:lnTo>
                  <a:pt x="821960" y="566214"/>
                </a:lnTo>
                <a:lnTo>
                  <a:pt x="837143" y="565966"/>
                </a:lnTo>
                <a:lnTo>
                  <a:pt x="852316" y="565680"/>
                </a:lnTo>
                <a:lnTo>
                  <a:pt x="867499" y="565347"/>
                </a:lnTo>
                <a:lnTo>
                  <a:pt x="882672" y="564966"/>
                </a:lnTo>
                <a:lnTo>
                  <a:pt x="897846" y="564537"/>
                </a:lnTo>
                <a:lnTo>
                  <a:pt x="913019" y="564061"/>
                </a:lnTo>
                <a:lnTo>
                  <a:pt x="928192" y="563528"/>
                </a:lnTo>
                <a:lnTo>
                  <a:pt x="943366" y="562947"/>
                </a:lnTo>
                <a:lnTo>
                  <a:pt x="958529" y="562299"/>
                </a:lnTo>
                <a:lnTo>
                  <a:pt x="973693" y="561604"/>
                </a:lnTo>
                <a:lnTo>
                  <a:pt x="988857" y="560832"/>
                </a:lnTo>
                <a:lnTo>
                  <a:pt x="1004021" y="559994"/>
                </a:lnTo>
                <a:lnTo>
                  <a:pt x="1019175" y="559079"/>
                </a:lnTo>
                <a:lnTo>
                  <a:pt x="1034320" y="558089"/>
                </a:lnTo>
                <a:lnTo>
                  <a:pt x="1049465" y="557012"/>
                </a:lnTo>
                <a:lnTo>
                  <a:pt x="1064600" y="555831"/>
                </a:lnTo>
                <a:lnTo>
                  <a:pt x="1079725" y="554546"/>
                </a:lnTo>
                <a:lnTo>
                  <a:pt x="1094842" y="553136"/>
                </a:lnTo>
                <a:lnTo>
                  <a:pt x="1109939" y="551583"/>
                </a:lnTo>
                <a:lnTo>
                  <a:pt x="1125026" y="549859"/>
                </a:lnTo>
                <a:lnTo>
                  <a:pt x="1140085" y="547935"/>
                </a:lnTo>
                <a:lnTo>
                  <a:pt x="1155106" y="545763"/>
                </a:lnTo>
                <a:lnTo>
                  <a:pt x="1170080" y="543258"/>
                </a:lnTo>
                <a:lnTo>
                  <a:pt x="1184977" y="540315"/>
                </a:lnTo>
                <a:lnTo>
                  <a:pt x="1199712" y="536686"/>
                </a:lnTo>
                <a:lnTo>
                  <a:pt x="1214095" y="531866"/>
                </a:lnTo>
                <a:lnTo>
                  <a:pt x="1226877" y="523904"/>
                </a:lnTo>
                <a:lnTo>
                  <a:pt x="1233202" y="510235"/>
                </a:lnTo>
                <a:lnTo>
                  <a:pt x="1239888" y="496605"/>
                </a:lnTo>
                <a:lnTo>
                  <a:pt x="1246575" y="482984"/>
                </a:lnTo>
                <a:lnTo>
                  <a:pt x="1253261" y="469354"/>
                </a:lnTo>
                <a:lnTo>
                  <a:pt x="1259948" y="455724"/>
                </a:lnTo>
                <a:lnTo>
                  <a:pt x="1266635" y="442093"/>
                </a:lnTo>
                <a:lnTo>
                  <a:pt x="1273321" y="428463"/>
                </a:lnTo>
                <a:lnTo>
                  <a:pt x="1280017" y="414833"/>
                </a:lnTo>
                <a:lnTo>
                  <a:pt x="1286704" y="401203"/>
                </a:lnTo>
                <a:lnTo>
                  <a:pt x="1293390" y="387582"/>
                </a:lnTo>
                <a:lnTo>
                  <a:pt x="1300077" y="373952"/>
                </a:lnTo>
                <a:lnTo>
                  <a:pt x="1306763" y="360321"/>
                </a:lnTo>
                <a:lnTo>
                  <a:pt x="1313450" y="346691"/>
                </a:lnTo>
                <a:lnTo>
                  <a:pt x="1320136" y="333061"/>
                </a:lnTo>
                <a:lnTo>
                  <a:pt x="1326833" y="319430"/>
                </a:lnTo>
                <a:lnTo>
                  <a:pt x="1333519" y="305800"/>
                </a:lnTo>
                <a:lnTo>
                  <a:pt x="1340206" y="292179"/>
                </a:lnTo>
                <a:lnTo>
                  <a:pt x="1346892" y="278549"/>
                </a:lnTo>
                <a:lnTo>
                  <a:pt x="1353579" y="264919"/>
                </a:lnTo>
                <a:lnTo>
                  <a:pt x="1360265" y="251289"/>
                </a:lnTo>
                <a:lnTo>
                  <a:pt x="1366952" y="237658"/>
                </a:lnTo>
                <a:lnTo>
                  <a:pt x="1373638" y="224028"/>
                </a:lnTo>
                <a:lnTo>
                  <a:pt x="1380334" y="210398"/>
                </a:lnTo>
                <a:lnTo>
                  <a:pt x="1387021" y="196777"/>
                </a:lnTo>
                <a:lnTo>
                  <a:pt x="1393708" y="183147"/>
                </a:lnTo>
                <a:lnTo>
                  <a:pt x="1400394" y="169516"/>
                </a:lnTo>
                <a:lnTo>
                  <a:pt x="1407081" y="155886"/>
                </a:lnTo>
                <a:lnTo>
                  <a:pt x="1413767" y="142256"/>
                </a:lnTo>
                <a:lnTo>
                  <a:pt x="1420454" y="128626"/>
                </a:lnTo>
                <a:lnTo>
                  <a:pt x="1427150" y="114995"/>
                </a:lnTo>
                <a:lnTo>
                  <a:pt x="1433836" y="101375"/>
                </a:lnTo>
                <a:lnTo>
                  <a:pt x="1440523" y="87744"/>
                </a:lnTo>
                <a:lnTo>
                  <a:pt x="1447209" y="74114"/>
                </a:lnTo>
                <a:lnTo>
                  <a:pt x="1453896" y="60484"/>
                </a:lnTo>
                <a:lnTo>
                  <a:pt x="1460583" y="46853"/>
                </a:lnTo>
                <a:lnTo>
                  <a:pt x="1467269" y="33223"/>
                </a:lnTo>
                <a:lnTo>
                  <a:pt x="1473965" y="19593"/>
                </a:lnTo>
                <a:lnTo>
                  <a:pt x="1480652" y="5972"/>
                </a:lnTo>
                <a:lnTo>
                  <a:pt x="1478432" y="6363"/>
                </a:lnTo>
                <a:lnTo>
                  <a:pt x="1464383" y="12011"/>
                </a:lnTo>
                <a:lnTo>
                  <a:pt x="1449667" y="15707"/>
                </a:lnTo>
                <a:lnTo>
                  <a:pt x="1434760" y="18574"/>
                </a:lnTo>
                <a:lnTo>
                  <a:pt x="1419768" y="20974"/>
                </a:lnTo>
                <a:lnTo>
                  <a:pt x="1404728" y="23041"/>
                </a:lnTo>
                <a:lnTo>
                  <a:pt x="1389659" y="24879"/>
                </a:lnTo>
                <a:lnTo>
                  <a:pt x="1374562" y="26527"/>
                </a:lnTo>
                <a:lnTo>
                  <a:pt x="1359456" y="28023"/>
                </a:lnTo>
                <a:lnTo>
                  <a:pt x="1344339" y="29404"/>
                </a:lnTo>
                <a:lnTo>
                  <a:pt x="1329214" y="30671"/>
                </a:lnTo>
                <a:lnTo>
                  <a:pt x="1314079" y="31852"/>
                </a:lnTo>
                <a:lnTo>
                  <a:pt x="1298934" y="32947"/>
                </a:lnTo>
                <a:lnTo>
                  <a:pt x="1283789" y="33966"/>
                </a:lnTo>
                <a:lnTo>
                  <a:pt x="1268635" y="34928"/>
                </a:lnTo>
                <a:lnTo>
                  <a:pt x="1253480" y="35833"/>
                </a:lnTo>
                <a:lnTo>
                  <a:pt x="1238326" y="36690"/>
                </a:lnTo>
                <a:lnTo>
                  <a:pt x="1223162" y="37490"/>
                </a:lnTo>
                <a:lnTo>
                  <a:pt x="1207999" y="38243"/>
                </a:lnTo>
                <a:lnTo>
                  <a:pt x="1192835" y="38957"/>
                </a:lnTo>
                <a:lnTo>
                  <a:pt x="1177671" y="39634"/>
                </a:lnTo>
                <a:lnTo>
                  <a:pt x="1162507" y="40272"/>
                </a:lnTo>
                <a:lnTo>
                  <a:pt x="1147334" y="40872"/>
                </a:lnTo>
                <a:lnTo>
                  <a:pt x="1132161" y="41443"/>
                </a:lnTo>
                <a:lnTo>
                  <a:pt x="1116987" y="41986"/>
                </a:lnTo>
                <a:lnTo>
                  <a:pt x="1101814" y="42491"/>
                </a:lnTo>
                <a:lnTo>
                  <a:pt x="1086641" y="42977"/>
                </a:lnTo>
                <a:lnTo>
                  <a:pt x="1071467" y="43434"/>
                </a:lnTo>
                <a:lnTo>
                  <a:pt x="1056294" y="43863"/>
                </a:lnTo>
                <a:lnTo>
                  <a:pt x="1041121" y="44263"/>
                </a:lnTo>
                <a:lnTo>
                  <a:pt x="1025938" y="44644"/>
                </a:lnTo>
                <a:lnTo>
                  <a:pt x="1010764" y="44996"/>
                </a:lnTo>
                <a:lnTo>
                  <a:pt x="995591" y="45329"/>
                </a:lnTo>
                <a:lnTo>
                  <a:pt x="980408" y="45644"/>
                </a:lnTo>
                <a:lnTo>
                  <a:pt x="965235" y="45930"/>
                </a:lnTo>
                <a:lnTo>
                  <a:pt x="950052" y="46196"/>
                </a:lnTo>
                <a:lnTo>
                  <a:pt x="934869" y="46444"/>
                </a:lnTo>
                <a:lnTo>
                  <a:pt x="919696" y="46663"/>
                </a:lnTo>
                <a:lnTo>
                  <a:pt x="904513" y="46873"/>
                </a:lnTo>
                <a:lnTo>
                  <a:pt x="889330" y="47063"/>
                </a:lnTo>
                <a:lnTo>
                  <a:pt x="874147" y="47225"/>
                </a:lnTo>
                <a:lnTo>
                  <a:pt x="858974" y="47377"/>
                </a:lnTo>
                <a:lnTo>
                  <a:pt x="843791" y="47511"/>
                </a:lnTo>
                <a:lnTo>
                  <a:pt x="828608" y="47625"/>
                </a:lnTo>
                <a:lnTo>
                  <a:pt x="813425" y="47711"/>
                </a:lnTo>
                <a:lnTo>
                  <a:pt x="798243" y="47787"/>
                </a:lnTo>
                <a:lnTo>
                  <a:pt x="783069" y="47844"/>
                </a:lnTo>
                <a:lnTo>
                  <a:pt x="767886" y="47882"/>
                </a:lnTo>
                <a:lnTo>
                  <a:pt x="752704" y="47911"/>
                </a:lnTo>
                <a:lnTo>
                  <a:pt x="737521" y="47911"/>
                </a:lnTo>
                <a:lnTo>
                  <a:pt x="722338" y="47901"/>
                </a:lnTo>
                <a:lnTo>
                  <a:pt x="707155" y="47873"/>
                </a:lnTo>
                <a:lnTo>
                  <a:pt x="691972" y="47815"/>
                </a:lnTo>
                <a:lnTo>
                  <a:pt x="676799" y="47749"/>
                </a:lnTo>
                <a:lnTo>
                  <a:pt x="661616" y="47663"/>
                </a:lnTo>
                <a:lnTo>
                  <a:pt x="646433" y="47558"/>
                </a:lnTo>
                <a:lnTo>
                  <a:pt x="631250" y="47435"/>
                </a:lnTo>
                <a:lnTo>
                  <a:pt x="616067" y="47292"/>
                </a:lnTo>
                <a:lnTo>
                  <a:pt x="600894" y="47139"/>
                </a:lnTo>
                <a:lnTo>
                  <a:pt x="585711" y="46958"/>
                </a:lnTo>
                <a:lnTo>
                  <a:pt x="570528" y="46758"/>
                </a:lnTo>
                <a:lnTo>
                  <a:pt x="555355" y="46539"/>
                </a:lnTo>
                <a:lnTo>
                  <a:pt x="540172" y="46301"/>
                </a:lnTo>
                <a:lnTo>
                  <a:pt x="524989" y="46044"/>
                </a:lnTo>
                <a:lnTo>
                  <a:pt x="509816" y="45768"/>
                </a:lnTo>
                <a:lnTo>
                  <a:pt x="494633" y="45463"/>
                </a:lnTo>
                <a:lnTo>
                  <a:pt x="479460" y="45139"/>
                </a:lnTo>
                <a:lnTo>
                  <a:pt x="464277" y="44796"/>
                </a:lnTo>
                <a:lnTo>
                  <a:pt x="449104" y="44434"/>
                </a:lnTo>
                <a:lnTo>
                  <a:pt x="433930" y="44044"/>
                </a:lnTo>
                <a:lnTo>
                  <a:pt x="418748" y="43625"/>
                </a:lnTo>
                <a:lnTo>
                  <a:pt x="403574" y="43177"/>
                </a:lnTo>
                <a:lnTo>
                  <a:pt x="388401" y="42710"/>
                </a:lnTo>
                <a:lnTo>
                  <a:pt x="373228" y="42215"/>
                </a:lnTo>
                <a:lnTo>
                  <a:pt x="358054" y="41691"/>
                </a:lnTo>
                <a:lnTo>
                  <a:pt x="342881" y="41129"/>
                </a:lnTo>
                <a:lnTo>
                  <a:pt x="327717" y="40538"/>
                </a:lnTo>
                <a:lnTo>
                  <a:pt x="312544" y="39919"/>
                </a:lnTo>
                <a:lnTo>
                  <a:pt x="297380" y="39262"/>
                </a:lnTo>
                <a:lnTo>
                  <a:pt x="282216" y="38557"/>
                </a:lnTo>
                <a:lnTo>
                  <a:pt x="267052" y="37824"/>
                </a:lnTo>
                <a:lnTo>
                  <a:pt x="251889" y="37043"/>
                </a:lnTo>
                <a:lnTo>
                  <a:pt x="236734" y="36214"/>
                </a:lnTo>
                <a:lnTo>
                  <a:pt x="221571" y="35338"/>
                </a:lnTo>
                <a:lnTo>
                  <a:pt x="206426" y="34404"/>
                </a:lnTo>
                <a:lnTo>
                  <a:pt x="191272" y="33404"/>
                </a:lnTo>
                <a:lnTo>
                  <a:pt x="176127" y="32337"/>
                </a:lnTo>
                <a:lnTo>
                  <a:pt x="160992" y="31194"/>
                </a:lnTo>
                <a:lnTo>
                  <a:pt x="145856" y="29966"/>
                </a:lnTo>
                <a:lnTo>
                  <a:pt x="130740" y="28642"/>
                </a:lnTo>
                <a:lnTo>
                  <a:pt x="115624" y="27203"/>
                </a:lnTo>
                <a:lnTo>
                  <a:pt x="100527" y="25622"/>
                </a:lnTo>
                <a:lnTo>
                  <a:pt x="85439" y="23870"/>
                </a:lnTo>
                <a:lnTo>
                  <a:pt x="70390" y="21908"/>
                </a:lnTo>
                <a:lnTo>
                  <a:pt x="55378" y="19669"/>
                </a:lnTo>
                <a:lnTo>
                  <a:pt x="40424" y="17031"/>
                </a:lnTo>
                <a:lnTo>
                  <a:pt x="25603" y="13764"/>
                </a:lnTo>
                <a:lnTo>
                  <a:pt x="11116" y="92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9" name="simple-step-cap-1">
            <a:extLst xmlns:a="http://schemas.openxmlformats.org/drawingml/2006/main">
              <a:ext uri="{FF2B5EF4-FFF2-40B4-BE49-F238E27FC236}">
                <a16:creationId xmlns:a16="http://schemas.microsoft.com/office/drawing/2014/main" id="{B0CE08A6-7BA8-47F4-97EE-BF44B761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49068" y="2878017"/>
            <a:ext cx="1483614" cy="1510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B7C7D9"/>
            </a:solidFill>
            <a:prstDash val="solid"/>
          </a:ln>
        </p:spPr>
      </p:sp>
      <p:sp>
        <p:nvSpPr>
          <p:cNvPr id="20" name="simple-step-body-2">
            <a:extLst xmlns:a="http://schemas.openxmlformats.org/drawingml/2006/main">
              <a:ext uri="{FF2B5EF4-FFF2-40B4-BE49-F238E27FC236}">
                <a16:creationId xmlns:a16="http://schemas.microsoft.com/office/drawing/2014/main" id="{9A7102C3-6578-4DF9-9C1E-B4A17D73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03709" y="3582734"/>
            <a:ext cx="972360" cy="566728"/>
          </a:xfrm>
          <a:custGeom xmlns:a="http://schemas.openxmlformats.org/drawingml/2006/main">
            <a:pathLst>
              <a:path w="972360" h="566728">
                <a:moveTo>
                  <a:pt x="0" y="0"/>
                </a:moveTo>
                <a:lnTo>
                  <a:pt x="4724" y="10573"/>
                </a:lnTo>
                <a:lnTo>
                  <a:pt x="9439" y="21155"/>
                </a:lnTo>
                <a:lnTo>
                  <a:pt x="14164" y="31728"/>
                </a:lnTo>
                <a:lnTo>
                  <a:pt x="18888" y="42310"/>
                </a:lnTo>
                <a:lnTo>
                  <a:pt x="23612" y="52883"/>
                </a:lnTo>
                <a:lnTo>
                  <a:pt x="28327" y="63456"/>
                </a:lnTo>
                <a:lnTo>
                  <a:pt x="33052" y="74038"/>
                </a:lnTo>
                <a:lnTo>
                  <a:pt x="37776" y="84611"/>
                </a:lnTo>
                <a:lnTo>
                  <a:pt x="42491" y="95193"/>
                </a:lnTo>
                <a:lnTo>
                  <a:pt x="47215" y="105766"/>
                </a:lnTo>
                <a:lnTo>
                  <a:pt x="51940" y="116338"/>
                </a:lnTo>
                <a:lnTo>
                  <a:pt x="56664" y="126921"/>
                </a:lnTo>
                <a:lnTo>
                  <a:pt x="61379" y="137493"/>
                </a:lnTo>
                <a:lnTo>
                  <a:pt x="66104" y="148076"/>
                </a:lnTo>
                <a:lnTo>
                  <a:pt x="70828" y="158648"/>
                </a:lnTo>
                <a:lnTo>
                  <a:pt x="75552" y="169221"/>
                </a:lnTo>
                <a:lnTo>
                  <a:pt x="80267" y="179803"/>
                </a:lnTo>
                <a:lnTo>
                  <a:pt x="84992" y="190376"/>
                </a:lnTo>
                <a:lnTo>
                  <a:pt x="89716" y="200958"/>
                </a:lnTo>
                <a:lnTo>
                  <a:pt x="94431" y="211531"/>
                </a:lnTo>
                <a:lnTo>
                  <a:pt x="99155" y="222104"/>
                </a:lnTo>
                <a:lnTo>
                  <a:pt x="103880" y="232686"/>
                </a:lnTo>
                <a:lnTo>
                  <a:pt x="108604" y="243259"/>
                </a:lnTo>
                <a:lnTo>
                  <a:pt x="113319" y="253841"/>
                </a:lnTo>
                <a:lnTo>
                  <a:pt x="118043" y="264414"/>
                </a:lnTo>
                <a:lnTo>
                  <a:pt x="122768" y="274987"/>
                </a:lnTo>
                <a:lnTo>
                  <a:pt x="127483" y="285569"/>
                </a:lnTo>
                <a:lnTo>
                  <a:pt x="132207" y="296142"/>
                </a:lnTo>
                <a:lnTo>
                  <a:pt x="136931" y="306724"/>
                </a:lnTo>
                <a:lnTo>
                  <a:pt x="141656" y="317297"/>
                </a:lnTo>
                <a:lnTo>
                  <a:pt x="146371" y="327870"/>
                </a:lnTo>
                <a:lnTo>
                  <a:pt x="151095" y="338452"/>
                </a:lnTo>
                <a:lnTo>
                  <a:pt x="155819" y="349025"/>
                </a:lnTo>
                <a:lnTo>
                  <a:pt x="160534" y="359607"/>
                </a:lnTo>
                <a:lnTo>
                  <a:pt x="165259" y="370180"/>
                </a:lnTo>
                <a:lnTo>
                  <a:pt x="169983" y="380752"/>
                </a:lnTo>
                <a:lnTo>
                  <a:pt x="174708" y="391335"/>
                </a:lnTo>
                <a:lnTo>
                  <a:pt x="179422" y="401907"/>
                </a:lnTo>
                <a:lnTo>
                  <a:pt x="184147" y="412490"/>
                </a:lnTo>
                <a:lnTo>
                  <a:pt x="188871" y="423062"/>
                </a:lnTo>
                <a:lnTo>
                  <a:pt x="193596" y="433635"/>
                </a:lnTo>
                <a:lnTo>
                  <a:pt x="198311" y="444217"/>
                </a:lnTo>
                <a:lnTo>
                  <a:pt x="203035" y="454790"/>
                </a:lnTo>
                <a:lnTo>
                  <a:pt x="207759" y="465363"/>
                </a:lnTo>
                <a:lnTo>
                  <a:pt x="212474" y="475945"/>
                </a:lnTo>
                <a:lnTo>
                  <a:pt x="217199" y="486518"/>
                </a:lnTo>
                <a:lnTo>
                  <a:pt x="221923" y="497100"/>
                </a:lnTo>
                <a:lnTo>
                  <a:pt x="226647" y="507673"/>
                </a:lnTo>
                <a:lnTo>
                  <a:pt x="231362" y="518246"/>
                </a:lnTo>
                <a:lnTo>
                  <a:pt x="235934" y="528609"/>
                </a:lnTo>
                <a:lnTo>
                  <a:pt x="245107" y="535610"/>
                </a:lnTo>
                <a:lnTo>
                  <a:pt x="255546" y="540601"/>
                </a:lnTo>
                <a:lnTo>
                  <a:pt x="266452" y="544506"/>
                </a:lnTo>
                <a:lnTo>
                  <a:pt x="277578" y="547707"/>
                </a:lnTo>
                <a:lnTo>
                  <a:pt x="288846" y="550412"/>
                </a:lnTo>
                <a:lnTo>
                  <a:pt x="300190" y="552745"/>
                </a:lnTo>
                <a:lnTo>
                  <a:pt x="311591" y="554774"/>
                </a:lnTo>
                <a:lnTo>
                  <a:pt x="323031" y="556565"/>
                </a:lnTo>
                <a:lnTo>
                  <a:pt x="334508" y="558136"/>
                </a:lnTo>
                <a:lnTo>
                  <a:pt x="346005" y="559537"/>
                </a:lnTo>
                <a:lnTo>
                  <a:pt x="357521" y="560765"/>
                </a:lnTo>
                <a:lnTo>
                  <a:pt x="369056" y="561861"/>
                </a:lnTo>
                <a:lnTo>
                  <a:pt x="380600" y="562823"/>
                </a:lnTo>
                <a:lnTo>
                  <a:pt x="392144" y="563661"/>
                </a:lnTo>
                <a:lnTo>
                  <a:pt x="403708" y="564385"/>
                </a:lnTo>
                <a:lnTo>
                  <a:pt x="415271" y="565013"/>
                </a:lnTo>
                <a:lnTo>
                  <a:pt x="426844" y="565528"/>
                </a:lnTo>
                <a:lnTo>
                  <a:pt x="438417" y="565956"/>
                </a:lnTo>
                <a:lnTo>
                  <a:pt x="449999" y="566280"/>
                </a:lnTo>
                <a:lnTo>
                  <a:pt x="461582" y="566518"/>
                </a:lnTo>
                <a:lnTo>
                  <a:pt x="473164" y="566671"/>
                </a:lnTo>
                <a:lnTo>
                  <a:pt x="484746" y="566728"/>
                </a:lnTo>
                <a:lnTo>
                  <a:pt x="496329" y="566709"/>
                </a:lnTo>
                <a:lnTo>
                  <a:pt x="507911" y="566595"/>
                </a:lnTo>
                <a:lnTo>
                  <a:pt x="519484" y="566395"/>
                </a:lnTo>
                <a:lnTo>
                  <a:pt x="531066" y="566099"/>
                </a:lnTo>
                <a:lnTo>
                  <a:pt x="542639" y="565718"/>
                </a:lnTo>
                <a:lnTo>
                  <a:pt x="554212" y="565242"/>
                </a:lnTo>
                <a:lnTo>
                  <a:pt x="565785" y="564661"/>
                </a:lnTo>
                <a:lnTo>
                  <a:pt x="577348" y="563975"/>
                </a:lnTo>
                <a:lnTo>
                  <a:pt x="588902" y="563185"/>
                </a:lnTo>
                <a:lnTo>
                  <a:pt x="600446" y="562280"/>
                </a:lnTo>
                <a:lnTo>
                  <a:pt x="611981" y="561242"/>
                </a:lnTo>
                <a:lnTo>
                  <a:pt x="623506" y="560070"/>
                </a:lnTo>
                <a:lnTo>
                  <a:pt x="635013" y="558746"/>
                </a:lnTo>
                <a:lnTo>
                  <a:pt x="646500" y="557241"/>
                </a:lnTo>
                <a:lnTo>
                  <a:pt x="657958" y="555555"/>
                </a:lnTo>
                <a:lnTo>
                  <a:pt x="669379" y="553631"/>
                </a:lnTo>
                <a:lnTo>
                  <a:pt x="680752" y="551431"/>
                </a:lnTo>
                <a:lnTo>
                  <a:pt x="692048" y="548897"/>
                </a:lnTo>
                <a:lnTo>
                  <a:pt x="703240" y="545916"/>
                </a:lnTo>
                <a:lnTo>
                  <a:pt x="714261" y="542344"/>
                </a:lnTo>
                <a:lnTo>
                  <a:pt x="724938" y="537877"/>
                </a:lnTo>
                <a:lnTo>
                  <a:pt x="734825" y="531886"/>
                </a:lnTo>
                <a:lnTo>
                  <a:pt x="741978" y="522961"/>
                </a:lnTo>
                <a:lnTo>
                  <a:pt x="745712" y="512102"/>
                </a:lnTo>
                <a:lnTo>
                  <a:pt x="750437" y="501529"/>
                </a:lnTo>
                <a:lnTo>
                  <a:pt x="755161" y="490957"/>
                </a:lnTo>
                <a:lnTo>
                  <a:pt x="759885" y="480374"/>
                </a:lnTo>
                <a:lnTo>
                  <a:pt x="764600" y="469802"/>
                </a:lnTo>
                <a:lnTo>
                  <a:pt x="769325" y="459219"/>
                </a:lnTo>
                <a:lnTo>
                  <a:pt x="774049" y="448647"/>
                </a:lnTo>
                <a:lnTo>
                  <a:pt x="778764" y="438074"/>
                </a:lnTo>
                <a:lnTo>
                  <a:pt x="783488" y="427492"/>
                </a:lnTo>
                <a:lnTo>
                  <a:pt x="788213" y="416919"/>
                </a:lnTo>
                <a:lnTo>
                  <a:pt x="792937" y="406336"/>
                </a:lnTo>
                <a:lnTo>
                  <a:pt x="797652" y="395764"/>
                </a:lnTo>
                <a:lnTo>
                  <a:pt x="802376" y="385191"/>
                </a:lnTo>
                <a:lnTo>
                  <a:pt x="807101" y="374609"/>
                </a:lnTo>
                <a:lnTo>
                  <a:pt x="811816" y="364036"/>
                </a:lnTo>
                <a:lnTo>
                  <a:pt x="816540" y="353454"/>
                </a:lnTo>
                <a:lnTo>
                  <a:pt x="821265" y="342881"/>
                </a:lnTo>
                <a:lnTo>
                  <a:pt x="825989" y="332308"/>
                </a:lnTo>
                <a:lnTo>
                  <a:pt x="830704" y="321726"/>
                </a:lnTo>
                <a:lnTo>
                  <a:pt x="835428" y="311153"/>
                </a:lnTo>
                <a:lnTo>
                  <a:pt x="840153" y="300571"/>
                </a:lnTo>
                <a:lnTo>
                  <a:pt x="844868" y="289998"/>
                </a:lnTo>
                <a:lnTo>
                  <a:pt x="849592" y="279425"/>
                </a:lnTo>
                <a:lnTo>
                  <a:pt x="854316" y="268843"/>
                </a:lnTo>
                <a:lnTo>
                  <a:pt x="859041" y="258270"/>
                </a:lnTo>
                <a:lnTo>
                  <a:pt x="863756" y="247688"/>
                </a:lnTo>
                <a:lnTo>
                  <a:pt x="868480" y="237115"/>
                </a:lnTo>
                <a:lnTo>
                  <a:pt x="873204" y="226543"/>
                </a:lnTo>
                <a:lnTo>
                  <a:pt x="877929" y="215960"/>
                </a:lnTo>
                <a:lnTo>
                  <a:pt x="882644" y="205388"/>
                </a:lnTo>
                <a:lnTo>
                  <a:pt x="887368" y="194815"/>
                </a:lnTo>
                <a:lnTo>
                  <a:pt x="892092" y="184233"/>
                </a:lnTo>
                <a:lnTo>
                  <a:pt x="896807" y="173660"/>
                </a:lnTo>
                <a:lnTo>
                  <a:pt x="901532" y="163078"/>
                </a:lnTo>
                <a:lnTo>
                  <a:pt x="906256" y="152505"/>
                </a:lnTo>
                <a:lnTo>
                  <a:pt x="910981" y="141932"/>
                </a:lnTo>
                <a:lnTo>
                  <a:pt x="915695" y="131350"/>
                </a:lnTo>
                <a:lnTo>
                  <a:pt x="920420" y="120777"/>
                </a:lnTo>
                <a:lnTo>
                  <a:pt x="925144" y="110195"/>
                </a:lnTo>
                <a:lnTo>
                  <a:pt x="929859" y="99622"/>
                </a:lnTo>
                <a:lnTo>
                  <a:pt x="934583" y="89049"/>
                </a:lnTo>
                <a:lnTo>
                  <a:pt x="939308" y="78467"/>
                </a:lnTo>
                <a:lnTo>
                  <a:pt x="944032" y="67894"/>
                </a:lnTo>
                <a:lnTo>
                  <a:pt x="948747" y="57312"/>
                </a:lnTo>
                <a:lnTo>
                  <a:pt x="953472" y="46739"/>
                </a:lnTo>
                <a:lnTo>
                  <a:pt x="958196" y="36166"/>
                </a:lnTo>
                <a:lnTo>
                  <a:pt x="962911" y="25584"/>
                </a:lnTo>
                <a:lnTo>
                  <a:pt x="967635" y="15011"/>
                </a:lnTo>
                <a:lnTo>
                  <a:pt x="972360" y="4429"/>
                </a:lnTo>
                <a:lnTo>
                  <a:pt x="971464" y="5886"/>
                </a:lnTo>
                <a:lnTo>
                  <a:pt x="961711" y="12021"/>
                </a:lnTo>
                <a:lnTo>
                  <a:pt x="950871" y="16088"/>
                </a:lnTo>
                <a:lnTo>
                  <a:pt x="939727" y="19241"/>
                </a:lnTo>
                <a:lnTo>
                  <a:pt x="928440" y="21841"/>
                </a:lnTo>
                <a:lnTo>
                  <a:pt x="917077" y="24089"/>
                </a:lnTo>
                <a:lnTo>
                  <a:pt x="905666" y="26060"/>
                </a:lnTo>
                <a:lnTo>
                  <a:pt x="894217" y="27823"/>
                </a:lnTo>
                <a:lnTo>
                  <a:pt x="882739" y="29423"/>
                </a:lnTo>
                <a:lnTo>
                  <a:pt x="871252" y="30880"/>
                </a:lnTo>
                <a:lnTo>
                  <a:pt x="859746" y="32214"/>
                </a:lnTo>
                <a:lnTo>
                  <a:pt x="848230" y="33452"/>
                </a:lnTo>
                <a:lnTo>
                  <a:pt x="836705" y="34595"/>
                </a:lnTo>
                <a:lnTo>
                  <a:pt x="825170" y="35662"/>
                </a:lnTo>
                <a:lnTo>
                  <a:pt x="813635" y="36662"/>
                </a:lnTo>
                <a:lnTo>
                  <a:pt x="802081" y="37586"/>
                </a:lnTo>
                <a:lnTo>
                  <a:pt x="790537" y="38452"/>
                </a:lnTo>
                <a:lnTo>
                  <a:pt x="778983" y="39262"/>
                </a:lnTo>
                <a:lnTo>
                  <a:pt x="767420" y="40024"/>
                </a:lnTo>
                <a:lnTo>
                  <a:pt x="755866" y="40738"/>
                </a:lnTo>
                <a:lnTo>
                  <a:pt x="744303" y="41405"/>
                </a:lnTo>
                <a:lnTo>
                  <a:pt x="732730" y="42034"/>
                </a:lnTo>
                <a:lnTo>
                  <a:pt x="721166" y="42615"/>
                </a:lnTo>
                <a:lnTo>
                  <a:pt x="709593" y="43167"/>
                </a:lnTo>
                <a:lnTo>
                  <a:pt x="698030" y="43682"/>
                </a:lnTo>
                <a:lnTo>
                  <a:pt x="686457" y="44158"/>
                </a:lnTo>
                <a:lnTo>
                  <a:pt x="674875" y="44606"/>
                </a:lnTo>
                <a:lnTo>
                  <a:pt x="663302" y="45015"/>
                </a:lnTo>
                <a:lnTo>
                  <a:pt x="651729" y="45396"/>
                </a:lnTo>
                <a:lnTo>
                  <a:pt x="640147" y="45749"/>
                </a:lnTo>
                <a:lnTo>
                  <a:pt x="628574" y="46072"/>
                </a:lnTo>
                <a:lnTo>
                  <a:pt x="616991" y="46368"/>
                </a:lnTo>
                <a:lnTo>
                  <a:pt x="605409" y="46634"/>
                </a:lnTo>
                <a:lnTo>
                  <a:pt x="593836" y="46873"/>
                </a:lnTo>
                <a:lnTo>
                  <a:pt x="582254" y="47092"/>
                </a:lnTo>
                <a:lnTo>
                  <a:pt x="570671" y="47282"/>
                </a:lnTo>
                <a:lnTo>
                  <a:pt x="559089" y="47444"/>
                </a:lnTo>
                <a:lnTo>
                  <a:pt x="547507" y="47587"/>
                </a:lnTo>
                <a:lnTo>
                  <a:pt x="535924" y="47701"/>
                </a:lnTo>
                <a:lnTo>
                  <a:pt x="524342" y="47787"/>
                </a:lnTo>
                <a:lnTo>
                  <a:pt x="512759" y="47854"/>
                </a:lnTo>
                <a:lnTo>
                  <a:pt x="501177" y="47892"/>
                </a:lnTo>
                <a:lnTo>
                  <a:pt x="489595" y="47911"/>
                </a:lnTo>
                <a:lnTo>
                  <a:pt x="478012" y="47911"/>
                </a:lnTo>
                <a:lnTo>
                  <a:pt x="466430" y="47873"/>
                </a:lnTo>
                <a:lnTo>
                  <a:pt x="454847" y="47815"/>
                </a:lnTo>
                <a:lnTo>
                  <a:pt x="443265" y="47739"/>
                </a:lnTo>
                <a:lnTo>
                  <a:pt x="431683" y="47635"/>
                </a:lnTo>
                <a:lnTo>
                  <a:pt x="420100" y="47511"/>
                </a:lnTo>
                <a:lnTo>
                  <a:pt x="408518" y="47358"/>
                </a:lnTo>
                <a:lnTo>
                  <a:pt x="396935" y="47177"/>
                </a:lnTo>
                <a:lnTo>
                  <a:pt x="385362" y="46977"/>
                </a:lnTo>
                <a:lnTo>
                  <a:pt x="373780" y="46739"/>
                </a:lnTo>
                <a:lnTo>
                  <a:pt x="362198" y="46482"/>
                </a:lnTo>
                <a:lnTo>
                  <a:pt x="350615" y="46196"/>
                </a:lnTo>
                <a:lnTo>
                  <a:pt x="339042" y="45891"/>
                </a:lnTo>
                <a:lnTo>
                  <a:pt x="327460" y="45549"/>
                </a:lnTo>
                <a:lnTo>
                  <a:pt x="315887" y="45177"/>
                </a:lnTo>
                <a:lnTo>
                  <a:pt x="304314" y="44777"/>
                </a:lnTo>
                <a:lnTo>
                  <a:pt x="292732" y="44348"/>
                </a:lnTo>
                <a:lnTo>
                  <a:pt x="281159" y="43882"/>
                </a:lnTo>
                <a:lnTo>
                  <a:pt x="269586" y="43386"/>
                </a:lnTo>
                <a:lnTo>
                  <a:pt x="258023" y="42853"/>
                </a:lnTo>
                <a:lnTo>
                  <a:pt x="246450" y="42281"/>
                </a:lnTo>
                <a:lnTo>
                  <a:pt x="234887" y="41672"/>
                </a:lnTo>
                <a:lnTo>
                  <a:pt x="223323" y="41024"/>
                </a:lnTo>
                <a:lnTo>
                  <a:pt x="211760" y="40329"/>
                </a:lnTo>
                <a:lnTo>
                  <a:pt x="200196" y="39586"/>
                </a:lnTo>
                <a:lnTo>
                  <a:pt x="188643" y="38795"/>
                </a:lnTo>
                <a:lnTo>
                  <a:pt x="177089" y="37957"/>
                </a:lnTo>
                <a:lnTo>
                  <a:pt x="165545" y="37052"/>
                </a:lnTo>
                <a:lnTo>
                  <a:pt x="154000" y="36090"/>
                </a:lnTo>
                <a:lnTo>
                  <a:pt x="142465" y="35052"/>
                </a:lnTo>
                <a:lnTo>
                  <a:pt x="130940" y="33938"/>
                </a:lnTo>
                <a:lnTo>
                  <a:pt x="119415" y="32747"/>
                </a:lnTo>
                <a:lnTo>
                  <a:pt x="107909" y="31452"/>
                </a:lnTo>
                <a:lnTo>
                  <a:pt x="96412" y="30051"/>
                </a:lnTo>
                <a:lnTo>
                  <a:pt x="84925" y="28508"/>
                </a:lnTo>
                <a:lnTo>
                  <a:pt x="73466" y="26822"/>
                </a:lnTo>
                <a:lnTo>
                  <a:pt x="62046" y="24936"/>
                </a:lnTo>
                <a:lnTo>
                  <a:pt x="50654" y="22822"/>
                </a:lnTo>
                <a:lnTo>
                  <a:pt x="39329" y="20384"/>
                </a:lnTo>
                <a:lnTo>
                  <a:pt x="28118" y="17488"/>
                </a:lnTo>
                <a:lnTo>
                  <a:pt x="17116" y="13878"/>
                </a:lnTo>
                <a:lnTo>
                  <a:pt x="6696" y="886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1" name="simple-step-cap-2">
            <a:extLst xmlns:a="http://schemas.openxmlformats.org/drawingml/2006/main">
              <a:ext uri="{FF2B5EF4-FFF2-40B4-BE49-F238E27FC236}">
                <a16:creationId xmlns:a16="http://schemas.microsoft.com/office/drawing/2014/main" id="{036F8F2F-1F44-465F-9377-801402E0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03690" y="3507210"/>
            <a:ext cx="974369" cy="1510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B7C7D9"/>
            </a:solidFill>
            <a:prstDash val="solid"/>
          </a:ln>
        </p:spPr>
      </p:sp>
      <p:sp>
        <p:nvSpPr>
          <p:cNvPr id="22" name="simple-flow-arrow">
            <a:extLst xmlns:a="http://schemas.openxmlformats.org/drawingml/2006/main">
              <a:ext uri="{FF2B5EF4-FFF2-40B4-BE49-F238E27FC236}">
                <a16:creationId xmlns:a16="http://schemas.microsoft.com/office/drawing/2014/main" id="{F394E141-EA73-4769-9D15-10A02E9E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2148" y="2301097"/>
            <a:ext cx="1117444" cy="1882635"/>
          </a:xfrm>
          <a:custGeom xmlns:a="http://schemas.openxmlformats.org/drawingml/2006/main">
            <a:pathLst>
              <a:path w="1117444" h="1882635">
                <a:moveTo>
                  <a:pt x="0" y="0"/>
                </a:moveTo>
                <a:lnTo>
                  <a:pt x="95" y="23555"/>
                </a:lnTo>
                <a:lnTo>
                  <a:pt x="6544" y="46234"/>
                </a:lnTo>
                <a:lnTo>
                  <a:pt x="12992" y="68904"/>
                </a:lnTo>
                <a:lnTo>
                  <a:pt x="19450" y="91573"/>
                </a:lnTo>
                <a:lnTo>
                  <a:pt x="25898" y="114252"/>
                </a:lnTo>
                <a:lnTo>
                  <a:pt x="32356" y="136922"/>
                </a:lnTo>
                <a:lnTo>
                  <a:pt x="38805" y="159591"/>
                </a:lnTo>
                <a:lnTo>
                  <a:pt x="45253" y="182270"/>
                </a:lnTo>
                <a:lnTo>
                  <a:pt x="51711" y="204940"/>
                </a:lnTo>
                <a:lnTo>
                  <a:pt x="58160" y="227609"/>
                </a:lnTo>
                <a:lnTo>
                  <a:pt x="64608" y="250288"/>
                </a:lnTo>
                <a:lnTo>
                  <a:pt x="71066" y="272958"/>
                </a:lnTo>
                <a:lnTo>
                  <a:pt x="77514" y="295627"/>
                </a:lnTo>
                <a:lnTo>
                  <a:pt x="83963" y="318297"/>
                </a:lnTo>
                <a:lnTo>
                  <a:pt x="90421" y="340976"/>
                </a:lnTo>
                <a:lnTo>
                  <a:pt x="96869" y="363645"/>
                </a:lnTo>
                <a:lnTo>
                  <a:pt x="103318" y="386315"/>
                </a:lnTo>
                <a:lnTo>
                  <a:pt x="109776" y="408994"/>
                </a:lnTo>
                <a:lnTo>
                  <a:pt x="116224" y="431663"/>
                </a:lnTo>
                <a:lnTo>
                  <a:pt x="122672" y="454333"/>
                </a:lnTo>
                <a:lnTo>
                  <a:pt x="129130" y="477012"/>
                </a:lnTo>
                <a:lnTo>
                  <a:pt x="135579" y="499682"/>
                </a:lnTo>
                <a:lnTo>
                  <a:pt x="142027" y="522351"/>
                </a:lnTo>
                <a:lnTo>
                  <a:pt x="148485" y="545030"/>
                </a:lnTo>
                <a:lnTo>
                  <a:pt x="154934" y="567700"/>
                </a:lnTo>
                <a:lnTo>
                  <a:pt x="161382" y="590369"/>
                </a:lnTo>
                <a:lnTo>
                  <a:pt x="167478" y="613134"/>
                </a:lnTo>
                <a:lnTo>
                  <a:pt x="172793" y="636099"/>
                </a:lnTo>
                <a:lnTo>
                  <a:pt x="178003" y="659092"/>
                </a:lnTo>
                <a:lnTo>
                  <a:pt x="182975" y="682133"/>
                </a:lnTo>
                <a:lnTo>
                  <a:pt x="187938" y="705174"/>
                </a:lnTo>
                <a:lnTo>
                  <a:pt x="192910" y="728215"/>
                </a:lnTo>
                <a:lnTo>
                  <a:pt x="197882" y="751265"/>
                </a:lnTo>
                <a:lnTo>
                  <a:pt x="202854" y="774306"/>
                </a:lnTo>
                <a:lnTo>
                  <a:pt x="207816" y="797347"/>
                </a:lnTo>
                <a:lnTo>
                  <a:pt x="212789" y="820388"/>
                </a:lnTo>
                <a:lnTo>
                  <a:pt x="217761" y="843429"/>
                </a:lnTo>
                <a:lnTo>
                  <a:pt x="222733" y="866480"/>
                </a:lnTo>
                <a:lnTo>
                  <a:pt x="227695" y="889521"/>
                </a:lnTo>
                <a:lnTo>
                  <a:pt x="232667" y="912562"/>
                </a:lnTo>
                <a:lnTo>
                  <a:pt x="237639" y="935603"/>
                </a:lnTo>
                <a:lnTo>
                  <a:pt x="242611" y="958644"/>
                </a:lnTo>
                <a:lnTo>
                  <a:pt x="247574" y="981685"/>
                </a:lnTo>
                <a:lnTo>
                  <a:pt x="252546" y="1004735"/>
                </a:lnTo>
                <a:lnTo>
                  <a:pt x="257518" y="1027776"/>
                </a:lnTo>
                <a:lnTo>
                  <a:pt x="262490" y="1050817"/>
                </a:lnTo>
                <a:lnTo>
                  <a:pt x="267452" y="1073858"/>
                </a:lnTo>
                <a:lnTo>
                  <a:pt x="272425" y="1096899"/>
                </a:lnTo>
                <a:lnTo>
                  <a:pt x="277397" y="1119950"/>
                </a:lnTo>
                <a:lnTo>
                  <a:pt x="282359" y="1142990"/>
                </a:lnTo>
                <a:lnTo>
                  <a:pt x="287331" y="1166031"/>
                </a:lnTo>
                <a:lnTo>
                  <a:pt x="292303" y="1189072"/>
                </a:lnTo>
                <a:lnTo>
                  <a:pt x="297275" y="1212113"/>
                </a:lnTo>
                <a:lnTo>
                  <a:pt x="302238" y="1235164"/>
                </a:lnTo>
                <a:lnTo>
                  <a:pt x="306953" y="1258253"/>
                </a:lnTo>
                <a:lnTo>
                  <a:pt x="311658" y="1281351"/>
                </a:lnTo>
                <a:lnTo>
                  <a:pt x="316278" y="1304468"/>
                </a:lnTo>
                <a:lnTo>
                  <a:pt x="320897" y="1327585"/>
                </a:lnTo>
                <a:lnTo>
                  <a:pt x="325517" y="1350702"/>
                </a:lnTo>
                <a:lnTo>
                  <a:pt x="330136" y="1373819"/>
                </a:lnTo>
                <a:lnTo>
                  <a:pt x="334756" y="1396937"/>
                </a:lnTo>
                <a:lnTo>
                  <a:pt x="339376" y="1420044"/>
                </a:lnTo>
                <a:lnTo>
                  <a:pt x="343995" y="1443161"/>
                </a:lnTo>
                <a:lnTo>
                  <a:pt x="348615" y="1466279"/>
                </a:lnTo>
                <a:lnTo>
                  <a:pt x="353235" y="1489396"/>
                </a:lnTo>
                <a:lnTo>
                  <a:pt x="354863" y="1510065"/>
                </a:lnTo>
                <a:lnTo>
                  <a:pt x="331289" y="1510065"/>
                </a:lnTo>
                <a:lnTo>
                  <a:pt x="307724" y="1510065"/>
                </a:lnTo>
                <a:lnTo>
                  <a:pt x="284150" y="1510065"/>
                </a:lnTo>
                <a:lnTo>
                  <a:pt x="260575" y="1510065"/>
                </a:lnTo>
                <a:lnTo>
                  <a:pt x="237001" y="1510065"/>
                </a:lnTo>
                <a:lnTo>
                  <a:pt x="213427" y="1510065"/>
                </a:lnTo>
                <a:lnTo>
                  <a:pt x="189852" y="1510065"/>
                </a:lnTo>
                <a:lnTo>
                  <a:pt x="185156" y="1517818"/>
                </a:lnTo>
                <a:lnTo>
                  <a:pt x="201911" y="1534401"/>
                </a:lnTo>
                <a:lnTo>
                  <a:pt x="218665" y="1550984"/>
                </a:lnTo>
                <a:lnTo>
                  <a:pt x="235420" y="1567567"/>
                </a:lnTo>
                <a:lnTo>
                  <a:pt x="252174" y="1584150"/>
                </a:lnTo>
                <a:lnTo>
                  <a:pt x="268929" y="1600733"/>
                </a:lnTo>
                <a:lnTo>
                  <a:pt x="285674" y="1617316"/>
                </a:lnTo>
                <a:lnTo>
                  <a:pt x="302428" y="1633899"/>
                </a:lnTo>
                <a:lnTo>
                  <a:pt x="319183" y="1650482"/>
                </a:lnTo>
                <a:lnTo>
                  <a:pt x="335937" y="1667066"/>
                </a:lnTo>
                <a:lnTo>
                  <a:pt x="352692" y="1683649"/>
                </a:lnTo>
                <a:lnTo>
                  <a:pt x="369446" y="1700232"/>
                </a:lnTo>
                <a:lnTo>
                  <a:pt x="386201" y="1716815"/>
                </a:lnTo>
                <a:lnTo>
                  <a:pt x="402955" y="1733398"/>
                </a:lnTo>
                <a:lnTo>
                  <a:pt x="419710" y="1749981"/>
                </a:lnTo>
                <a:lnTo>
                  <a:pt x="436464" y="1766564"/>
                </a:lnTo>
                <a:lnTo>
                  <a:pt x="453209" y="1783147"/>
                </a:lnTo>
                <a:lnTo>
                  <a:pt x="469964" y="1799730"/>
                </a:lnTo>
                <a:lnTo>
                  <a:pt x="486718" y="1816313"/>
                </a:lnTo>
                <a:lnTo>
                  <a:pt x="503472" y="1832896"/>
                </a:lnTo>
                <a:lnTo>
                  <a:pt x="520227" y="1849469"/>
                </a:lnTo>
                <a:lnTo>
                  <a:pt x="536981" y="1866052"/>
                </a:lnTo>
                <a:lnTo>
                  <a:pt x="553736" y="1882635"/>
                </a:lnTo>
                <a:lnTo>
                  <a:pt x="570490" y="1875930"/>
                </a:lnTo>
                <a:lnTo>
                  <a:pt x="587245" y="1859347"/>
                </a:lnTo>
                <a:lnTo>
                  <a:pt x="603999" y="1842764"/>
                </a:lnTo>
                <a:lnTo>
                  <a:pt x="620744" y="1826181"/>
                </a:lnTo>
                <a:lnTo>
                  <a:pt x="637499" y="1809598"/>
                </a:lnTo>
                <a:lnTo>
                  <a:pt x="654253" y="1793015"/>
                </a:lnTo>
                <a:lnTo>
                  <a:pt x="671008" y="1776432"/>
                </a:lnTo>
                <a:lnTo>
                  <a:pt x="687762" y="1759849"/>
                </a:lnTo>
                <a:lnTo>
                  <a:pt x="704517" y="1743266"/>
                </a:lnTo>
                <a:lnTo>
                  <a:pt x="721271" y="1726682"/>
                </a:lnTo>
                <a:lnTo>
                  <a:pt x="738026" y="1710109"/>
                </a:lnTo>
                <a:lnTo>
                  <a:pt x="754780" y="1693526"/>
                </a:lnTo>
                <a:lnTo>
                  <a:pt x="771535" y="1676943"/>
                </a:lnTo>
                <a:lnTo>
                  <a:pt x="788289" y="1660360"/>
                </a:lnTo>
                <a:lnTo>
                  <a:pt x="805034" y="1643777"/>
                </a:lnTo>
                <a:lnTo>
                  <a:pt x="821788" y="1627194"/>
                </a:lnTo>
                <a:lnTo>
                  <a:pt x="838543" y="1610611"/>
                </a:lnTo>
                <a:lnTo>
                  <a:pt x="855297" y="1594028"/>
                </a:lnTo>
                <a:lnTo>
                  <a:pt x="872052" y="1577445"/>
                </a:lnTo>
                <a:lnTo>
                  <a:pt x="888806" y="1560862"/>
                </a:lnTo>
                <a:lnTo>
                  <a:pt x="905561" y="1544279"/>
                </a:lnTo>
                <a:lnTo>
                  <a:pt x="922315" y="1527696"/>
                </a:lnTo>
                <a:lnTo>
                  <a:pt x="939070" y="1511113"/>
                </a:lnTo>
                <a:lnTo>
                  <a:pt x="918048" y="1510065"/>
                </a:lnTo>
                <a:lnTo>
                  <a:pt x="894483" y="1510065"/>
                </a:lnTo>
                <a:lnTo>
                  <a:pt x="870909" y="1510065"/>
                </a:lnTo>
                <a:lnTo>
                  <a:pt x="847334" y="1510065"/>
                </a:lnTo>
                <a:lnTo>
                  <a:pt x="823760" y="1510065"/>
                </a:lnTo>
                <a:lnTo>
                  <a:pt x="800186" y="1510065"/>
                </a:lnTo>
                <a:lnTo>
                  <a:pt x="776621" y="1510065"/>
                </a:lnTo>
                <a:lnTo>
                  <a:pt x="761467" y="1503159"/>
                </a:lnTo>
                <a:lnTo>
                  <a:pt x="766086" y="1480042"/>
                </a:lnTo>
                <a:lnTo>
                  <a:pt x="770706" y="1456925"/>
                </a:lnTo>
                <a:lnTo>
                  <a:pt x="775325" y="1433808"/>
                </a:lnTo>
                <a:lnTo>
                  <a:pt x="779945" y="1410700"/>
                </a:lnTo>
                <a:lnTo>
                  <a:pt x="784565" y="1387583"/>
                </a:lnTo>
                <a:lnTo>
                  <a:pt x="789184" y="1364466"/>
                </a:lnTo>
                <a:lnTo>
                  <a:pt x="793804" y="1341349"/>
                </a:lnTo>
                <a:lnTo>
                  <a:pt x="798424" y="1318231"/>
                </a:lnTo>
                <a:lnTo>
                  <a:pt x="803043" y="1295124"/>
                </a:lnTo>
                <a:lnTo>
                  <a:pt x="807691" y="1272007"/>
                </a:lnTo>
                <a:lnTo>
                  <a:pt x="812397" y="1248908"/>
                </a:lnTo>
                <a:lnTo>
                  <a:pt x="817216" y="1225839"/>
                </a:lnTo>
                <a:lnTo>
                  <a:pt x="822179" y="1202798"/>
                </a:lnTo>
                <a:lnTo>
                  <a:pt x="827151" y="1179757"/>
                </a:lnTo>
                <a:lnTo>
                  <a:pt x="832123" y="1156706"/>
                </a:lnTo>
                <a:lnTo>
                  <a:pt x="837095" y="1133666"/>
                </a:lnTo>
                <a:lnTo>
                  <a:pt x="842058" y="1110625"/>
                </a:lnTo>
                <a:lnTo>
                  <a:pt x="847030" y="1087584"/>
                </a:lnTo>
                <a:lnTo>
                  <a:pt x="852002" y="1064543"/>
                </a:lnTo>
                <a:lnTo>
                  <a:pt x="856974" y="1041492"/>
                </a:lnTo>
                <a:lnTo>
                  <a:pt x="861936" y="1018451"/>
                </a:lnTo>
                <a:lnTo>
                  <a:pt x="866908" y="995410"/>
                </a:lnTo>
                <a:lnTo>
                  <a:pt x="871880" y="972369"/>
                </a:lnTo>
                <a:lnTo>
                  <a:pt x="876852" y="949328"/>
                </a:lnTo>
                <a:lnTo>
                  <a:pt x="881815" y="926278"/>
                </a:lnTo>
                <a:lnTo>
                  <a:pt x="886787" y="903237"/>
                </a:lnTo>
                <a:lnTo>
                  <a:pt x="891759" y="880196"/>
                </a:lnTo>
                <a:lnTo>
                  <a:pt x="896722" y="857155"/>
                </a:lnTo>
                <a:lnTo>
                  <a:pt x="901694" y="834114"/>
                </a:lnTo>
                <a:lnTo>
                  <a:pt x="906666" y="811073"/>
                </a:lnTo>
                <a:lnTo>
                  <a:pt x="911638" y="788022"/>
                </a:lnTo>
                <a:lnTo>
                  <a:pt x="916600" y="764981"/>
                </a:lnTo>
                <a:lnTo>
                  <a:pt x="921572" y="741940"/>
                </a:lnTo>
                <a:lnTo>
                  <a:pt x="926544" y="718899"/>
                </a:lnTo>
                <a:lnTo>
                  <a:pt x="931516" y="695858"/>
                </a:lnTo>
                <a:lnTo>
                  <a:pt x="936479" y="672808"/>
                </a:lnTo>
                <a:lnTo>
                  <a:pt x="941489" y="649776"/>
                </a:lnTo>
                <a:lnTo>
                  <a:pt x="946804" y="626812"/>
                </a:lnTo>
                <a:lnTo>
                  <a:pt x="952214" y="603875"/>
                </a:lnTo>
                <a:lnTo>
                  <a:pt x="958672" y="581196"/>
                </a:lnTo>
                <a:lnTo>
                  <a:pt x="965121" y="558527"/>
                </a:lnTo>
                <a:lnTo>
                  <a:pt x="971569" y="535857"/>
                </a:lnTo>
                <a:lnTo>
                  <a:pt x="978027" y="513178"/>
                </a:lnTo>
                <a:lnTo>
                  <a:pt x="984475" y="490509"/>
                </a:lnTo>
                <a:lnTo>
                  <a:pt x="990924" y="467839"/>
                </a:lnTo>
                <a:lnTo>
                  <a:pt x="997382" y="445160"/>
                </a:lnTo>
                <a:lnTo>
                  <a:pt x="1003830" y="422491"/>
                </a:lnTo>
                <a:lnTo>
                  <a:pt x="1010279" y="399821"/>
                </a:lnTo>
                <a:lnTo>
                  <a:pt x="1016737" y="377142"/>
                </a:lnTo>
                <a:lnTo>
                  <a:pt x="1023185" y="354473"/>
                </a:lnTo>
                <a:lnTo>
                  <a:pt x="1029643" y="331803"/>
                </a:lnTo>
                <a:lnTo>
                  <a:pt x="1036091" y="309134"/>
                </a:lnTo>
                <a:lnTo>
                  <a:pt x="1042540" y="286455"/>
                </a:lnTo>
                <a:lnTo>
                  <a:pt x="1048998" y="263785"/>
                </a:lnTo>
                <a:lnTo>
                  <a:pt x="1055446" y="241116"/>
                </a:lnTo>
                <a:lnTo>
                  <a:pt x="1061895" y="218437"/>
                </a:lnTo>
                <a:lnTo>
                  <a:pt x="1068353" y="195767"/>
                </a:lnTo>
                <a:lnTo>
                  <a:pt x="1074801" y="173098"/>
                </a:lnTo>
                <a:lnTo>
                  <a:pt x="1081249" y="150419"/>
                </a:lnTo>
                <a:lnTo>
                  <a:pt x="1087707" y="127749"/>
                </a:lnTo>
                <a:lnTo>
                  <a:pt x="1094156" y="105080"/>
                </a:lnTo>
                <a:lnTo>
                  <a:pt x="1100604" y="82401"/>
                </a:lnTo>
                <a:lnTo>
                  <a:pt x="1107062" y="59731"/>
                </a:lnTo>
                <a:lnTo>
                  <a:pt x="1113511" y="37062"/>
                </a:lnTo>
                <a:lnTo>
                  <a:pt x="1117444" y="14040"/>
                </a:lnTo>
                <a:lnTo>
                  <a:pt x="1107910" y="0"/>
                </a:lnTo>
                <a:lnTo>
                  <a:pt x="1084336" y="0"/>
                </a:lnTo>
                <a:lnTo>
                  <a:pt x="1060761" y="0"/>
                </a:lnTo>
                <a:lnTo>
                  <a:pt x="1037196" y="0"/>
                </a:lnTo>
                <a:lnTo>
                  <a:pt x="1013622" y="0"/>
                </a:lnTo>
                <a:lnTo>
                  <a:pt x="990048" y="0"/>
                </a:lnTo>
                <a:lnTo>
                  <a:pt x="966473" y="0"/>
                </a:lnTo>
                <a:lnTo>
                  <a:pt x="942899" y="0"/>
                </a:lnTo>
                <a:lnTo>
                  <a:pt x="919324" y="0"/>
                </a:lnTo>
                <a:lnTo>
                  <a:pt x="895760" y="0"/>
                </a:lnTo>
                <a:lnTo>
                  <a:pt x="872185" y="0"/>
                </a:lnTo>
                <a:lnTo>
                  <a:pt x="848611" y="0"/>
                </a:lnTo>
                <a:lnTo>
                  <a:pt x="825036" y="0"/>
                </a:lnTo>
                <a:lnTo>
                  <a:pt x="801462" y="0"/>
                </a:lnTo>
                <a:lnTo>
                  <a:pt x="777897" y="0"/>
                </a:lnTo>
                <a:lnTo>
                  <a:pt x="754323" y="0"/>
                </a:lnTo>
                <a:lnTo>
                  <a:pt x="730748" y="0"/>
                </a:lnTo>
                <a:lnTo>
                  <a:pt x="707174" y="0"/>
                </a:lnTo>
                <a:lnTo>
                  <a:pt x="683600" y="0"/>
                </a:lnTo>
                <a:lnTo>
                  <a:pt x="660035" y="0"/>
                </a:lnTo>
                <a:lnTo>
                  <a:pt x="636460" y="0"/>
                </a:lnTo>
                <a:lnTo>
                  <a:pt x="612886" y="0"/>
                </a:lnTo>
                <a:lnTo>
                  <a:pt x="589312" y="0"/>
                </a:lnTo>
                <a:lnTo>
                  <a:pt x="565737" y="0"/>
                </a:lnTo>
                <a:lnTo>
                  <a:pt x="542173" y="0"/>
                </a:lnTo>
                <a:lnTo>
                  <a:pt x="518598" y="0"/>
                </a:lnTo>
                <a:lnTo>
                  <a:pt x="495024" y="0"/>
                </a:lnTo>
                <a:lnTo>
                  <a:pt x="471449" y="0"/>
                </a:lnTo>
                <a:lnTo>
                  <a:pt x="447875" y="0"/>
                </a:lnTo>
                <a:lnTo>
                  <a:pt x="424310" y="0"/>
                </a:lnTo>
                <a:lnTo>
                  <a:pt x="400736" y="0"/>
                </a:lnTo>
                <a:lnTo>
                  <a:pt x="377161" y="0"/>
                </a:lnTo>
                <a:lnTo>
                  <a:pt x="353587" y="0"/>
                </a:lnTo>
                <a:lnTo>
                  <a:pt x="330013" y="0"/>
                </a:lnTo>
                <a:lnTo>
                  <a:pt x="306438" y="0"/>
                </a:lnTo>
                <a:lnTo>
                  <a:pt x="282873" y="0"/>
                </a:lnTo>
                <a:lnTo>
                  <a:pt x="259299" y="0"/>
                </a:lnTo>
                <a:lnTo>
                  <a:pt x="235725" y="0"/>
                </a:lnTo>
                <a:lnTo>
                  <a:pt x="212150" y="0"/>
                </a:lnTo>
                <a:lnTo>
                  <a:pt x="188576" y="0"/>
                </a:lnTo>
                <a:lnTo>
                  <a:pt x="165011" y="0"/>
                </a:lnTo>
                <a:lnTo>
                  <a:pt x="141437" y="0"/>
                </a:lnTo>
                <a:lnTo>
                  <a:pt x="117862" y="0"/>
                </a:lnTo>
                <a:lnTo>
                  <a:pt x="94288" y="0"/>
                </a:lnTo>
                <a:lnTo>
                  <a:pt x="70714" y="0"/>
                </a:lnTo>
                <a:lnTo>
                  <a:pt x="47149" y="0"/>
                </a:lnTo>
                <a:lnTo>
                  <a:pt x="23574" y="0"/>
                </a:ln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E6ECF2">
                  <a:alpha val="0"/>
                </a:srgbClr>
              </a:gs>
              <a:gs pos="42000">
                <a:srgbClr val="B7C7D9">
                  <a:alpha val="16000"/>
                </a:srgbClr>
              </a:gs>
              <a:gs pos="76000">
                <a:srgbClr val="B7C7D9">
                  <a:alpha val="32000"/>
                </a:srgbClr>
              </a:gs>
              <a:gs pos="100000">
                <a:srgbClr val="7795B6">
                  <a:alpha val="52000"/>
                </a:srgbClr>
              </a:gs>
            </a:gsLst>
            <a:lin ang="5400000"/>
          </a:gradFill>
          <a:ln xmlns:a="http://schemas.openxmlformats.org/drawingml/2006/main" w="9525">
            <a:noFill/>
            <a:prstDash val="solid"/>
          </a:ln>
        </p:spPr>
      </p:sp>
      <p:sp>
        <p:nvSpPr>
          <p:cNvPr id="23" name="simple-step-title-0">
            <a:extLst xmlns:a="http://schemas.openxmlformats.org/drawingml/2006/main">
              <a:ext uri="{FF2B5EF4-FFF2-40B4-BE49-F238E27FC236}">
                <a16:creationId xmlns:a16="http://schemas.microsoft.com/office/drawing/2014/main" id="{974343A3-A67F-49F5-81A6-6E9352CF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06022" y="2347465"/>
            <a:ext cx="1769716" cy="489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资格核对</a:t>
            </a:r>
          </a:p>
        </p:txBody>
      </p:sp>
      <p:sp>
        <p:nvSpPr>
          <p:cNvPr id="24" name="simple-step-title-1">
            <a:extLst xmlns:a="http://schemas.openxmlformats.org/drawingml/2006/main">
              <a:ext uri="{FF2B5EF4-FFF2-40B4-BE49-F238E27FC236}">
                <a16:creationId xmlns:a16="http://schemas.microsoft.com/office/drawing/2014/main" id="{F01177C1-CAEB-4AC6-980B-179986BF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99658" y="2976715"/>
            <a:ext cx="1182443" cy="489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责任确认</a:t>
            </a:r>
          </a:p>
        </p:txBody>
      </p:sp>
      <p:sp>
        <p:nvSpPr>
          <p:cNvPr id="25" name="simple-step-title-2">
            <a:extLst xmlns:a="http://schemas.openxmlformats.org/drawingml/2006/main">
              <a:ext uri="{FF2B5EF4-FFF2-40B4-BE49-F238E27FC236}">
                <a16:creationId xmlns:a16="http://schemas.microsoft.com/office/drawing/2014/main" id="{714F78DB-FBBB-4396-AE31-23D85B1E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42765" y="3605813"/>
            <a:ext cx="696220" cy="489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记录准备</a:t>
            </a:r>
          </a:p>
        </p:txBody>
      </p:sp>
      <p:sp>
        <p:nvSpPr>
          <p:cNvPr id="26" name="simple-input-core-0">
            <a:extLst xmlns:a="http://schemas.openxmlformats.org/drawingml/2006/main">
              <a:ext uri="{FF2B5EF4-FFF2-40B4-BE49-F238E27FC236}">
                <a16:creationId xmlns:a16="http://schemas.microsoft.com/office/drawing/2014/main" id="{28A4619A-EF76-4D5E-9158-A4BC5017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76707" y="1877025"/>
            <a:ext cx="350491" cy="350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306c855486444e">
            <a:extLst>
              <a:ext uri="{96DAC541-7B7A-43D3-8B79-37D633B846F1}">
                <asvg:svgBlip xmlns:asvg="http://schemas.microsoft.com/office/drawing/2016/SVG/main" r:embed="R7ec595a8d380443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471957" y="1972275"/>
            <a:ext cx="159991" cy="159991"/>
          </a:xfrm>
          <a:prstGeom xmlns:a="http://schemas.openxmlformats.org/drawingml/2006/main" prst="rect">
            <a:avLst/>
          </a:prstGeom>
        </p:spPr>
      </p:pic>
      <p:sp>
        <p:nvSpPr>
          <p:cNvPr id="28" name="simple-input-core-1">
            <a:extLst xmlns:a="http://schemas.openxmlformats.org/drawingml/2006/main">
              <a:ext uri="{FF2B5EF4-FFF2-40B4-BE49-F238E27FC236}">
                <a16:creationId xmlns:a16="http://schemas.microsoft.com/office/drawing/2014/main" id="{E769FE44-F43A-4A2A-8780-19C4C2DB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38475" y="1749323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42950955bc4a3b">
            <a:extLst>
              <a:ext uri="{96DAC541-7B7A-43D3-8B79-37D633B846F1}">
                <asvg:svgBlip xmlns:asvg="http://schemas.microsoft.com/office/drawing/2016/SVG/main" r:embed="R8caae5fa225a4be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133725" y="1844573"/>
            <a:ext cx="114300" cy="114300"/>
          </a:xfrm>
          <a:prstGeom xmlns:a="http://schemas.openxmlformats.org/drawingml/2006/main" prst="rect">
            <a:avLst/>
          </a:prstGeom>
        </p:spPr>
      </p:pic>
      <p:sp>
        <p:nvSpPr>
          <p:cNvPr id="30" name="simple-input-core-2">
            <a:extLst xmlns:a="http://schemas.openxmlformats.org/drawingml/2006/main">
              <a:ext uri="{FF2B5EF4-FFF2-40B4-BE49-F238E27FC236}">
                <a16:creationId xmlns:a16="http://schemas.microsoft.com/office/drawing/2014/main" id="{DA89C44E-0C75-4C68-9D66-37573640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4400" y="1853803"/>
            <a:ext cx="350491" cy="350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7ba07d24594486">
            <a:extLst>
              <a:ext uri="{96DAC541-7B7A-43D3-8B79-37D633B846F1}">
                <asvg:svgBlip xmlns:asvg="http://schemas.microsoft.com/office/drawing/2016/SVG/main" r:embed="R936180756fb24b3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749650" y="1949053"/>
            <a:ext cx="159991" cy="159991"/>
          </a:xfrm>
          <a:prstGeom xmlns:a="http://schemas.openxmlformats.org/drawingml/2006/main" prst="rect">
            <a:avLst/>
          </a:prstGeom>
        </p:spPr>
      </p:pic>
      <p:sp>
        <p:nvSpPr>
          <p:cNvPr id="32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65FFF560-0A4C-47A3-88F3-6E3FE0B9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89509" y="2939672"/>
            <a:ext cx="1202817" cy="866585"/>
          </a:xfrm>
          <a:custGeom xmlns:a="http://schemas.openxmlformats.org/drawingml/2006/main">
            <a:pathLst>
              <a:path w="1202817" h="866585">
                <a:moveTo>
                  <a:pt x="71361" y="119758"/>
                </a:moveTo>
                <a:lnTo>
                  <a:pt x="90240" y="117739"/>
                </a:lnTo>
                <a:lnTo>
                  <a:pt x="109118" y="115719"/>
                </a:lnTo>
                <a:lnTo>
                  <a:pt x="127997" y="113700"/>
                </a:lnTo>
                <a:lnTo>
                  <a:pt x="146876" y="111681"/>
                </a:lnTo>
                <a:lnTo>
                  <a:pt x="165754" y="109661"/>
                </a:lnTo>
                <a:lnTo>
                  <a:pt x="184633" y="107642"/>
                </a:lnTo>
                <a:lnTo>
                  <a:pt x="203521" y="105632"/>
                </a:lnTo>
                <a:lnTo>
                  <a:pt x="222399" y="103613"/>
                </a:lnTo>
                <a:lnTo>
                  <a:pt x="241278" y="101594"/>
                </a:lnTo>
                <a:lnTo>
                  <a:pt x="260156" y="99574"/>
                </a:lnTo>
                <a:lnTo>
                  <a:pt x="279035" y="97555"/>
                </a:lnTo>
                <a:lnTo>
                  <a:pt x="297913" y="95536"/>
                </a:lnTo>
                <a:lnTo>
                  <a:pt x="316792" y="93516"/>
                </a:lnTo>
                <a:lnTo>
                  <a:pt x="335671" y="91497"/>
                </a:lnTo>
                <a:lnTo>
                  <a:pt x="354549" y="89478"/>
                </a:lnTo>
                <a:lnTo>
                  <a:pt x="373437" y="87468"/>
                </a:lnTo>
                <a:lnTo>
                  <a:pt x="392316" y="85449"/>
                </a:lnTo>
                <a:lnTo>
                  <a:pt x="411194" y="83429"/>
                </a:lnTo>
                <a:lnTo>
                  <a:pt x="430073" y="81410"/>
                </a:lnTo>
                <a:lnTo>
                  <a:pt x="448951" y="79391"/>
                </a:lnTo>
                <a:lnTo>
                  <a:pt x="467830" y="77372"/>
                </a:lnTo>
                <a:lnTo>
                  <a:pt x="486708" y="75352"/>
                </a:lnTo>
                <a:lnTo>
                  <a:pt x="505587" y="73333"/>
                </a:lnTo>
                <a:lnTo>
                  <a:pt x="524475" y="71314"/>
                </a:lnTo>
                <a:lnTo>
                  <a:pt x="543354" y="69294"/>
                </a:lnTo>
                <a:lnTo>
                  <a:pt x="562232" y="67285"/>
                </a:lnTo>
                <a:lnTo>
                  <a:pt x="581111" y="65265"/>
                </a:lnTo>
                <a:lnTo>
                  <a:pt x="599989" y="63246"/>
                </a:lnTo>
                <a:lnTo>
                  <a:pt x="618868" y="61227"/>
                </a:lnTo>
                <a:lnTo>
                  <a:pt x="637746" y="59207"/>
                </a:lnTo>
                <a:lnTo>
                  <a:pt x="656625" y="57188"/>
                </a:lnTo>
                <a:lnTo>
                  <a:pt x="675503" y="55169"/>
                </a:lnTo>
                <a:lnTo>
                  <a:pt x="694392" y="53150"/>
                </a:lnTo>
                <a:lnTo>
                  <a:pt x="713270" y="51130"/>
                </a:lnTo>
                <a:lnTo>
                  <a:pt x="732149" y="49120"/>
                </a:lnTo>
                <a:lnTo>
                  <a:pt x="751027" y="47101"/>
                </a:lnTo>
                <a:lnTo>
                  <a:pt x="769906" y="45082"/>
                </a:lnTo>
                <a:lnTo>
                  <a:pt x="788784" y="43063"/>
                </a:lnTo>
                <a:lnTo>
                  <a:pt x="807663" y="41043"/>
                </a:lnTo>
                <a:lnTo>
                  <a:pt x="826541" y="39024"/>
                </a:lnTo>
                <a:lnTo>
                  <a:pt x="845429" y="37005"/>
                </a:lnTo>
                <a:lnTo>
                  <a:pt x="864308" y="34985"/>
                </a:lnTo>
                <a:lnTo>
                  <a:pt x="883187" y="32966"/>
                </a:lnTo>
                <a:lnTo>
                  <a:pt x="902065" y="30956"/>
                </a:lnTo>
                <a:lnTo>
                  <a:pt x="920944" y="28937"/>
                </a:lnTo>
                <a:lnTo>
                  <a:pt x="939822" y="26918"/>
                </a:lnTo>
                <a:lnTo>
                  <a:pt x="958701" y="24898"/>
                </a:lnTo>
                <a:lnTo>
                  <a:pt x="977579" y="22879"/>
                </a:lnTo>
                <a:lnTo>
                  <a:pt x="996458" y="20860"/>
                </a:lnTo>
                <a:lnTo>
                  <a:pt x="1015346" y="18840"/>
                </a:lnTo>
                <a:lnTo>
                  <a:pt x="1034225" y="16821"/>
                </a:lnTo>
                <a:lnTo>
                  <a:pt x="1053103" y="14802"/>
                </a:lnTo>
                <a:lnTo>
                  <a:pt x="1071982" y="12783"/>
                </a:lnTo>
                <a:lnTo>
                  <a:pt x="1090860" y="10773"/>
                </a:lnTo>
                <a:lnTo>
                  <a:pt x="1109739" y="8753"/>
                </a:lnTo>
                <a:lnTo>
                  <a:pt x="1128617" y="6734"/>
                </a:lnTo>
                <a:lnTo>
                  <a:pt x="1147496" y="4715"/>
                </a:lnTo>
                <a:lnTo>
                  <a:pt x="1166384" y="2696"/>
                </a:lnTo>
                <a:lnTo>
                  <a:pt x="1185262" y="676"/>
                </a:lnTo>
                <a:lnTo>
                  <a:pt x="1202817" y="0"/>
                </a:lnTo>
                <a:lnTo>
                  <a:pt x="1201007" y="18898"/>
                </a:lnTo>
                <a:lnTo>
                  <a:pt x="1199198" y="37805"/>
                </a:lnTo>
                <a:lnTo>
                  <a:pt x="1197388" y="56702"/>
                </a:lnTo>
                <a:lnTo>
                  <a:pt x="1195578" y="75600"/>
                </a:lnTo>
                <a:lnTo>
                  <a:pt x="1193768" y="94507"/>
                </a:lnTo>
                <a:lnTo>
                  <a:pt x="1191968" y="113405"/>
                </a:lnTo>
                <a:lnTo>
                  <a:pt x="1190158" y="132302"/>
                </a:lnTo>
                <a:lnTo>
                  <a:pt x="1188349" y="151209"/>
                </a:lnTo>
                <a:lnTo>
                  <a:pt x="1186539" y="170107"/>
                </a:lnTo>
                <a:lnTo>
                  <a:pt x="1184729" y="189014"/>
                </a:lnTo>
                <a:lnTo>
                  <a:pt x="1182919" y="207912"/>
                </a:lnTo>
                <a:lnTo>
                  <a:pt x="1181119" y="226809"/>
                </a:lnTo>
                <a:lnTo>
                  <a:pt x="1179309" y="245716"/>
                </a:lnTo>
                <a:lnTo>
                  <a:pt x="1177500" y="264614"/>
                </a:lnTo>
                <a:lnTo>
                  <a:pt x="1175690" y="283512"/>
                </a:lnTo>
                <a:lnTo>
                  <a:pt x="1173880" y="302419"/>
                </a:lnTo>
                <a:lnTo>
                  <a:pt x="1172070" y="321316"/>
                </a:lnTo>
                <a:lnTo>
                  <a:pt x="1170270" y="340214"/>
                </a:lnTo>
                <a:lnTo>
                  <a:pt x="1168460" y="359121"/>
                </a:lnTo>
                <a:lnTo>
                  <a:pt x="1166651" y="378019"/>
                </a:lnTo>
                <a:lnTo>
                  <a:pt x="1164841" y="396916"/>
                </a:lnTo>
                <a:lnTo>
                  <a:pt x="1163031" y="415823"/>
                </a:lnTo>
                <a:lnTo>
                  <a:pt x="1161221" y="434721"/>
                </a:lnTo>
                <a:lnTo>
                  <a:pt x="1159421" y="453619"/>
                </a:lnTo>
                <a:lnTo>
                  <a:pt x="1157611" y="472526"/>
                </a:lnTo>
                <a:lnTo>
                  <a:pt x="1155802" y="491423"/>
                </a:lnTo>
                <a:lnTo>
                  <a:pt x="1153992" y="510330"/>
                </a:lnTo>
                <a:lnTo>
                  <a:pt x="1152182" y="529228"/>
                </a:lnTo>
                <a:lnTo>
                  <a:pt x="1150372" y="548126"/>
                </a:lnTo>
                <a:lnTo>
                  <a:pt x="1148572" y="567033"/>
                </a:lnTo>
                <a:lnTo>
                  <a:pt x="1146762" y="585930"/>
                </a:lnTo>
                <a:lnTo>
                  <a:pt x="1144953" y="604828"/>
                </a:lnTo>
                <a:lnTo>
                  <a:pt x="1143143" y="623735"/>
                </a:lnTo>
                <a:lnTo>
                  <a:pt x="1141333" y="642633"/>
                </a:lnTo>
                <a:lnTo>
                  <a:pt x="1139523" y="661530"/>
                </a:lnTo>
                <a:lnTo>
                  <a:pt x="1137723" y="680437"/>
                </a:lnTo>
                <a:lnTo>
                  <a:pt x="1135913" y="699335"/>
                </a:lnTo>
                <a:lnTo>
                  <a:pt x="1134104" y="718233"/>
                </a:lnTo>
                <a:lnTo>
                  <a:pt x="1132294" y="737140"/>
                </a:lnTo>
                <a:lnTo>
                  <a:pt x="1121016" y="746674"/>
                </a:lnTo>
                <a:lnTo>
                  <a:pt x="1102138" y="748713"/>
                </a:lnTo>
                <a:lnTo>
                  <a:pt x="1083259" y="750741"/>
                </a:lnTo>
                <a:lnTo>
                  <a:pt x="1064381" y="752770"/>
                </a:lnTo>
                <a:lnTo>
                  <a:pt x="1045502" y="754809"/>
                </a:lnTo>
                <a:lnTo>
                  <a:pt x="1026624" y="756837"/>
                </a:lnTo>
                <a:lnTo>
                  <a:pt x="1007745" y="758866"/>
                </a:lnTo>
                <a:lnTo>
                  <a:pt x="988866" y="760905"/>
                </a:lnTo>
                <a:lnTo>
                  <a:pt x="969988" y="762933"/>
                </a:lnTo>
                <a:lnTo>
                  <a:pt x="951109" y="764962"/>
                </a:lnTo>
                <a:lnTo>
                  <a:pt x="932231" y="767001"/>
                </a:lnTo>
                <a:lnTo>
                  <a:pt x="913352" y="769029"/>
                </a:lnTo>
                <a:lnTo>
                  <a:pt x="894474" y="771068"/>
                </a:lnTo>
                <a:lnTo>
                  <a:pt x="875595" y="773097"/>
                </a:lnTo>
                <a:lnTo>
                  <a:pt x="856717" y="775125"/>
                </a:lnTo>
                <a:lnTo>
                  <a:pt x="837838" y="777164"/>
                </a:lnTo>
                <a:lnTo>
                  <a:pt x="818960" y="779193"/>
                </a:lnTo>
                <a:lnTo>
                  <a:pt x="800081" y="781221"/>
                </a:lnTo>
                <a:lnTo>
                  <a:pt x="781202" y="783260"/>
                </a:lnTo>
                <a:lnTo>
                  <a:pt x="762324" y="785289"/>
                </a:lnTo>
                <a:lnTo>
                  <a:pt x="743455" y="787327"/>
                </a:lnTo>
                <a:lnTo>
                  <a:pt x="724576" y="789356"/>
                </a:lnTo>
                <a:lnTo>
                  <a:pt x="705698" y="791385"/>
                </a:lnTo>
                <a:lnTo>
                  <a:pt x="686819" y="793423"/>
                </a:lnTo>
                <a:lnTo>
                  <a:pt x="667941" y="795452"/>
                </a:lnTo>
                <a:lnTo>
                  <a:pt x="649062" y="797481"/>
                </a:lnTo>
                <a:lnTo>
                  <a:pt x="630184" y="799519"/>
                </a:lnTo>
                <a:lnTo>
                  <a:pt x="611305" y="801548"/>
                </a:lnTo>
                <a:lnTo>
                  <a:pt x="592426" y="803577"/>
                </a:lnTo>
                <a:lnTo>
                  <a:pt x="573548" y="805615"/>
                </a:lnTo>
                <a:lnTo>
                  <a:pt x="554669" y="807644"/>
                </a:lnTo>
                <a:lnTo>
                  <a:pt x="535791" y="809682"/>
                </a:lnTo>
                <a:lnTo>
                  <a:pt x="516912" y="811711"/>
                </a:lnTo>
                <a:lnTo>
                  <a:pt x="498034" y="813740"/>
                </a:lnTo>
                <a:lnTo>
                  <a:pt x="479155" y="815778"/>
                </a:lnTo>
                <a:lnTo>
                  <a:pt x="460277" y="817807"/>
                </a:lnTo>
                <a:lnTo>
                  <a:pt x="441398" y="819836"/>
                </a:lnTo>
                <a:lnTo>
                  <a:pt x="422519" y="821874"/>
                </a:lnTo>
                <a:lnTo>
                  <a:pt x="403641" y="823903"/>
                </a:lnTo>
                <a:lnTo>
                  <a:pt x="384762" y="825932"/>
                </a:lnTo>
                <a:lnTo>
                  <a:pt x="365884" y="827970"/>
                </a:lnTo>
                <a:lnTo>
                  <a:pt x="347005" y="829999"/>
                </a:lnTo>
                <a:lnTo>
                  <a:pt x="328127" y="832037"/>
                </a:lnTo>
                <a:lnTo>
                  <a:pt x="309248" y="834066"/>
                </a:lnTo>
                <a:lnTo>
                  <a:pt x="290379" y="836095"/>
                </a:lnTo>
                <a:lnTo>
                  <a:pt x="271501" y="838133"/>
                </a:lnTo>
                <a:lnTo>
                  <a:pt x="252622" y="840162"/>
                </a:lnTo>
                <a:lnTo>
                  <a:pt x="233744" y="842191"/>
                </a:lnTo>
                <a:lnTo>
                  <a:pt x="214865" y="844229"/>
                </a:lnTo>
                <a:lnTo>
                  <a:pt x="195986" y="846258"/>
                </a:lnTo>
                <a:lnTo>
                  <a:pt x="177108" y="848287"/>
                </a:lnTo>
                <a:lnTo>
                  <a:pt x="158229" y="850325"/>
                </a:lnTo>
                <a:lnTo>
                  <a:pt x="139351" y="852354"/>
                </a:lnTo>
                <a:lnTo>
                  <a:pt x="120472" y="854393"/>
                </a:lnTo>
                <a:lnTo>
                  <a:pt x="101594" y="856421"/>
                </a:lnTo>
                <a:lnTo>
                  <a:pt x="82715" y="858450"/>
                </a:lnTo>
                <a:lnTo>
                  <a:pt x="63837" y="860489"/>
                </a:lnTo>
                <a:lnTo>
                  <a:pt x="44958" y="862517"/>
                </a:lnTo>
                <a:lnTo>
                  <a:pt x="26079" y="864546"/>
                </a:lnTo>
                <a:lnTo>
                  <a:pt x="7201" y="866585"/>
                </a:lnTo>
                <a:lnTo>
                  <a:pt x="0" y="856812"/>
                </a:lnTo>
                <a:lnTo>
                  <a:pt x="1829" y="837914"/>
                </a:lnTo>
                <a:lnTo>
                  <a:pt x="3658" y="819017"/>
                </a:lnTo>
                <a:lnTo>
                  <a:pt x="5486" y="800119"/>
                </a:lnTo>
                <a:lnTo>
                  <a:pt x="7315" y="781221"/>
                </a:lnTo>
                <a:lnTo>
                  <a:pt x="9144" y="762314"/>
                </a:lnTo>
                <a:lnTo>
                  <a:pt x="10982" y="743417"/>
                </a:lnTo>
                <a:lnTo>
                  <a:pt x="12811" y="724519"/>
                </a:lnTo>
                <a:lnTo>
                  <a:pt x="14640" y="705622"/>
                </a:lnTo>
                <a:lnTo>
                  <a:pt x="16469" y="686724"/>
                </a:lnTo>
                <a:lnTo>
                  <a:pt x="18298" y="667826"/>
                </a:lnTo>
                <a:lnTo>
                  <a:pt x="20126" y="648929"/>
                </a:lnTo>
                <a:lnTo>
                  <a:pt x="21955" y="630022"/>
                </a:lnTo>
                <a:lnTo>
                  <a:pt x="23784" y="611124"/>
                </a:lnTo>
                <a:lnTo>
                  <a:pt x="25613" y="592226"/>
                </a:lnTo>
                <a:lnTo>
                  <a:pt x="27442" y="573329"/>
                </a:lnTo>
                <a:lnTo>
                  <a:pt x="29280" y="554431"/>
                </a:lnTo>
                <a:lnTo>
                  <a:pt x="31109" y="535534"/>
                </a:lnTo>
                <a:lnTo>
                  <a:pt x="32937" y="516636"/>
                </a:lnTo>
                <a:lnTo>
                  <a:pt x="34766" y="497729"/>
                </a:lnTo>
                <a:lnTo>
                  <a:pt x="36595" y="478831"/>
                </a:lnTo>
                <a:lnTo>
                  <a:pt x="38424" y="459934"/>
                </a:lnTo>
                <a:lnTo>
                  <a:pt x="40253" y="441036"/>
                </a:lnTo>
                <a:lnTo>
                  <a:pt x="42081" y="422138"/>
                </a:lnTo>
                <a:lnTo>
                  <a:pt x="43910" y="403241"/>
                </a:lnTo>
                <a:lnTo>
                  <a:pt x="45739" y="384343"/>
                </a:lnTo>
                <a:lnTo>
                  <a:pt x="47568" y="365446"/>
                </a:lnTo>
                <a:lnTo>
                  <a:pt x="49406" y="346539"/>
                </a:lnTo>
                <a:lnTo>
                  <a:pt x="51235" y="327641"/>
                </a:lnTo>
                <a:lnTo>
                  <a:pt x="53064" y="308743"/>
                </a:lnTo>
                <a:lnTo>
                  <a:pt x="54893" y="289846"/>
                </a:lnTo>
                <a:lnTo>
                  <a:pt x="56721" y="270948"/>
                </a:lnTo>
                <a:lnTo>
                  <a:pt x="58550" y="252051"/>
                </a:lnTo>
                <a:lnTo>
                  <a:pt x="60379" y="233153"/>
                </a:lnTo>
                <a:lnTo>
                  <a:pt x="62208" y="214246"/>
                </a:lnTo>
                <a:lnTo>
                  <a:pt x="64037" y="195348"/>
                </a:lnTo>
                <a:lnTo>
                  <a:pt x="65865" y="176451"/>
                </a:lnTo>
                <a:lnTo>
                  <a:pt x="67704" y="157553"/>
                </a:lnTo>
                <a:lnTo>
                  <a:pt x="69533" y="138655"/>
                </a:lnTo>
                <a:lnTo>
                  <a:pt x="71361" y="119758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3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C2DEBD1F-11F0-49C3-B859-99AFD7EA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44862" y="2611660"/>
            <a:ext cx="1202922" cy="866861"/>
          </a:xfrm>
          <a:custGeom xmlns:a="http://schemas.openxmlformats.org/drawingml/2006/main">
            <a:pathLst>
              <a:path w="1202922" h="866861">
                <a:moveTo>
                  <a:pt x="71428" y="121063"/>
                </a:moveTo>
                <a:lnTo>
                  <a:pt x="90307" y="119034"/>
                </a:lnTo>
                <a:lnTo>
                  <a:pt x="109176" y="116996"/>
                </a:lnTo>
                <a:lnTo>
                  <a:pt x="128054" y="114967"/>
                </a:lnTo>
                <a:lnTo>
                  <a:pt x="146923" y="112928"/>
                </a:lnTo>
                <a:lnTo>
                  <a:pt x="165802" y="110900"/>
                </a:lnTo>
                <a:lnTo>
                  <a:pt x="184671" y="108861"/>
                </a:lnTo>
                <a:lnTo>
                  <a:pt x="203549" y="106832"/>
                </a:lnTo>
                <a:lnTo>
                  <a:pt x="222418" y="104794"/>
                </a:lnTo>
                <a:lnTo>
                  <a:pt x="241297" y="102765"/>
                </a:lnTo>
                <a:lnTo>
                  <a:pt x="260166" y="100727"/>
                </a:lnTo>
                <a:lnTo>
                  <a:pt x="279044" y="98698"/>
                </a:lnTo>
                <a:lnTo>
                  <a:pt x="297913" y="96660"/>
                </a:lnTo>
                <a:lnTo>
                  <a:pt x="316792" y="94631"/>
                </a:lnTo>
                <a:lnTo>
                  <a:pt x="335661" y="92593"/>
                </a:lnTo>
                <a:lnTo>
                  <a:pt x="354540" y="90564"/>
                </a:lnTo>
                <a:lnTo>
                  <a:pt x="373409" y="88525"/>
                </a:lnTo>
                <a:lnTo>
                  <a:pt x="392287" y="86497"/>
                </a:lnTo>
                <a:lnTo>
                  <a:pt x="411156" y="84458"/>
                </a:lnTo>
                <a:lnTo>
                  <a:pt x="430035" y="82429"/>
                </a:lnTo>
                <a:lnTo>
                  <a:pt x="448904" y="80401"/>
                </a:lnTo>
                <a:lnTo>
                  <a:pt x="467782" y="78362"/>
                </a:lnTo>
                <a:lnTo>
                  <a:pt x="486651" y="76333"/>
                </a:lnTo>
                <a:lnTo>
                  <a:pt x="505530" y="74295"/>
                </a:lnTo>
                <a:lnTo>
                  <a:pt x="524399" y="72266"/>
                </a:lnTo>
                <a:lnTo>
                  <a:pt x="543277" y="70228"/>
                </a:lnTo>
                <a:lnTo>
                  <a:pt x="562146" y="68199"/>
                </a:lnTo>
                <a:lnTo>
                  <a:pt x="581025" y="66161"/>
                </a:lnTo>
                <a:lnTo>
                  <a:pt x="599894" y="64132"/>
                </a:lnTo>
                <a:lnTo>
                  <a:pt x="618773" y="62093"/>
                </a:lnTo>
                <a:lnTo>
                  <a:pt x="637642" y="60065"/>
                </a:lnTo>
                <a:lnTo>
                  <a:pt x="656520" y="58026"/>
                </a:lnTo>
                <a:lnTo>
                  <a:pt x="675389" y="55997"/>
                </a:lnTo>
                <a:lnTo>
                  <a:pt x="694268" y="53959"/>
                </a:lnTo>
                <a:lnTo>
                  <a:pt x="713137" y="51930"/>
                </a:lnTo>
                <a:lnTo>
                  <a:pt x="732015" y="49892"/>
                </a:lnTo>
                <a:lnTo>
                  <a:pt x="750884" y="47863"/>
                </a:lnTo>
                <a:lnTo>
                  <a:pt x="769763" y="45825"/>
                </a:lnTo>
                <a:lnTo>
                  <a:pt x="788632" y="43796"/>
                </a:lnTo>
                <a:lnTo>
                  <a:pt x="807510" y="41758"/>
                </a:lnTo>
                <a:lnTo>
                  <a:pt x="826379" y="39729"/>
                </a:lnTo>
                <a:lnTo>
                  <a:pt x="845258" y="37690"/>
                </a:lnTo>
                <a:lnTo>
                  <a:pt x="864127" y="35662"/>
                </a:lnTo>
                <a:lnTo>
                  <a:pt x="883006" y="33623"/>
                </a:lnTo>
                <a:lnTo>
                  <a:pt x="901875" y="31594"/>
                </a:lnTo>
                <a:lnTo>
                  <a:pt x="920753" y="29556"/>
                </a:lnTo>
                <a:lnTo>
                  <a:pt x="939622" y="27527"/>
                </a:lnTo>
                <a:lnTo>
                  <a:pt x="958501" y="25489"/>
                </a:lnTo>
                <a:lnTo>
                  <a:pt x="977370" y="23460"/>
                </a:lnTo>
                <a:lnTo>
                  <a:pt x="996248" y="21422"/>
                </a:lnTo>
                <a:lnTo>
                  <a:pt x="1015117" y="19393"/>
                </a:lnTo>
                <a:lnTo>
                  <a:pt x="1033996" y="17355"/>
                </a:lnTo>
                <a:lnTo>
                  <a:pt x="1052865" y="15326"/>
                </a:lnTo>
                <a:lnTo>
                  <a:pt x="1071743" y="13287"/>
                </a:lnTo>
                <a:lnTo>
                  <a:pt x="1090613" y="11259"/>
                </a:lnTo>
                <a:lnTo>
                  <a:pt x="1109491" y="9220"/>
                </a:lnTo>
                <a:lnTo>
                  <a:pt x="1128360" y="7191"/>
                </a:lnTo>
                <a:lnTo>
                  <a:pt x="1147239" y="5153"/>
                </a:lnTo>
                <a:lnTo>
                  <a:pt x="1166108" y="3124"/>
                </a:lnTo>
                <a:lnTo>
                  <a:pt x="1184977" y="1086"/>
                </a:lnTo>
                <a:lnTo>
                  <a:pt x="1202922" y="0"/>
                </a:lnTo>
                <a:lnTo>
                  <a:pt x="1201093" y="18898"/>
                </a:lnTo>
                <a:lnTo>
                  <a:pt x="1199264" y="37786"/>
                </a:lnTo>
                <a:lnTo>
                  <a:pt x="1197435" y="56683"/>
                </a:lnTo>
                <a:lnTo>
                  <a:pt x="1195607" y="75581"/>
                </a:lnTo>
                <a:lnTo>
                  <a:pt x="1193778" y="94469"/>
                </a:lnTo>
                <a:lnTo>
                  <a:pt x="1191939" y="113367"/>
                </a:lnTo>
                <a:lnTo>
                  <a:pt x="1190111" y="132264"/>
                </a:lnTo>
                <a:lnTo>
                  <a:pt x="1188282" y="151152"/>
                </a:lnTo>
                <a:lnTo>
                  <a:pt x="1186453" y="170050"/>
                </a:lnTo>
                <a:lnTo>
                  <a:pt x="1184624" y="188947"/>
                </a:lnTo>
                <a:lnTo>
                  <a:pt x="1182795" y="207845"/>
                </a:lnTo>
                <a:lnTo>
                  <a:pt x="1180967" y="226733"/>
                </a:lnTo>
                <a:lnTo>
                  <a:pt x="1179138" y="245631"/>
                </a:lnTo>
                <a:lnTo>
                  <a:pt x="1177309" y="264528"/>
                </a:lnTo>
                <a:lnTo>
                  <a:pt x="1175480" y="283416"/>
                </a:lnTo>
                <a:lnTo>
                  <a:pt x="1173651" y="302314"/>
                </a:lnTo>
                <a:lnTo>
                  <a:pt x="1171823" y="321212"/>
                </a:lnTo>
                <a:lnTo>
                  <a:pt x="1169994" y="340100"/>
                </a:lnTo>
                <a:lnTo>
                  <a:pt x="1168165" y="358997"/>
                </a:lnTo>
                <a:lnTo>
                  <a:pt x="1166336" y="377895"/>
                </a:lnTo>
                <a:lnTo>
                  <a:pt x="1164507" y="396783"/>
                </a:lnTo>
                <a:lnTo>
                  <a:pt x="1162679" y="415681"/>
                </a:lnTo>
                <a:lnTo>
                  <a:pt x="1160850" y="434578"/>
                </a:lnTo>
                <a:lnTo>
                  <a:pt x="1159021" y="453466"/>
                </a:lnTo>
                <a:lnTo>
                  <a:pt x="1157183" y="472364"/>
                </a:lnTo>
                <a:lnTo>
                  <a:pt x="1155354" y="491261"/>
                </a:lnTo>
                <a:lnTo>
                  <a:pt x="1153525" y="510149"/>
                </a:lnTo>
                <a:lnTo>
                  <a:pt x="1151696" y="529047"/>
                </a:lnTo>
                <a:lnTo>
                  <a:pt x="1149868" y="547945"/>
                </a:lnTo>
                <a:lnTo>
                  <a:pt x="1148039" y="566842"/>
                </a:lnTo>
                <a:lnTo>
                  <a:pt x="1146210" y="585730"/>
                </a:lnTo>
                <a:lnTo>
                  <a:pt x="1144381" y="604628"/>
                </a:lnTo>
                <a:lnTo>
                  <a:pt x="1142552" y="623526"/>
                </a:lnTo>
                <a:lnTo>
                  <a:pt x="1140724" y="642414"/>
                </a:lnTo>
                <a:lnTo>
                  <a:pt x="1138895" y="661311"/>
                </a:lnTo>
                <a:lnTo>
                  <a:pt x="1137066" y="680209"/>
                </a:lnTo>
                <a:lnTo>
                  <a:pt x="1135237" y="699097"/>
                </a:lnTo>
                <a:lnTo>
                  <a:pt x="1133408" y="717995"/>
                </a:lnTo>
                <a:lnTo>
                  <a:pt x="1131580" y="736892"/>
                </a:lnTo>
                <a:lnTo>
                  <a:pt x="1121693" y="747808"/>
                </a:lnTo>
                <a:lnTo>
                  <a:pt x="1102824" y="749827"/>
                </a:lnTo>
                <a:lnTo>
                  <a:pt x="1083945" y="751846"/>
                </a:lnTo>
                <a:lnTo>
                  <a:pt x="1065066" y="753866"/>
                </a:lnTo>
                <a:lnTo>
                  <a:pt x="1046197" y="755885"/>
                </a:lnTo>
                <a:lnTo>
                  <a:pt x="1027319" y="757904"/>
                </a:lnTo>
                <a:lnTo>
                  <a:pt x="1008440" y="759924"/>
                </a:lnTo>
                <a:lnTo>
                  <a:pt x="989571" y="761933"/>
                </a:lnTo>
                <a:lnTo>
                  <a:pt x="970693" y="763953"/>
                </a:lnTo>
                <a:lnTo>
                  <a:pt x="951814" y="765972"/>
                </a:lnTo>
                <a:lnTo>
                  <a:pt x="932945" y="767991"/>
                </a:lnTo>
                <a:lnTo>
                  <a:pt x="914067" y="770011"/>
                </a:lnTo>
                <a:lnTo>
                  <a:pt x="895188" y="772030"/>
                </a:lnTo>
                <a:lnTo>
                  <a:pt x="876319" y="774040"/>
                </a:lnTo>
                <a:lnTo>
                  <a:pt x="857441" y="776059"/>
                </a:lnTo>
                <a:lnTo>
                  <a:pt x="838562" y="778078"/>
                </a:lnTo>
                <a:lnTo>
                  <a:pt x="819693" y="780098"/>
                </a:lnTo>
                <a:lnTo>
                  <a:pt x="800814" y="782117"/>
                </a:lnTo>
                <a:lnTo>
                  <a:pt x="781936" y="784136"/>
                </a:lnTo>
                <a:lnTo>
                  <a:pt x="763067" y="786155"/>
                </a:lnTo>
                <a:lnTo>
                  <a:pt x="744188" y="788165"/>
                </a:lnTo>
                <a:lnTo>
                  <a:pt x="725310" y="790184"/>
                </a:lnTo>
                <a:lnTo>
                  <a:pt x="706441" y="792204"/>
                </a:lnTo>
                <a:lnTo>
                  <a:pt x="687562" y="794223"/>
                </a:lnTo>
                <a:lnTo>
                  <a:pt x="668684" y="796242"/>
                </a:lnTo>
                <a:lnTo>
                  <a:pt x="649815" y="798262"/>
                </a:lnTo>
                <a:lnTo>
                  <a:pt x="630936" y="800271"/>
                </a:lnTo>
                <a:lnTo>
                  <a:pt x="612057" y="802291"/>
                </a:lnTo>
                <a:lnTo>
                  <a:pt x="593188" y="804310"/>
                </a:lnTo>
                <a:lnTo>
                  <a:pt x="574310" y="806329"/>
                </a:lnTo>
                <a:lnTo>
                  <a:pt x="555431" y="808349"/>
                </a:lnTo>
                <a:lnTo>
                  <a:pt x="536562" y="810368"/>
                </a:lnTo>
                <a:lnTo>
                  <a:pt x="517684" y="812378"/>
                </a:lnTo>
                <a:lnTo>
                  <a:pt x="498805" y="814397"/>
                </a:lnTo>
                <a:lnTo>
                  <a:pt x="479936" y="816416"/>
                </a:lnTo>
                <a:lnTo>
                  <a:pt x="461058" y="818436"/>
                </a:lnTo>
                <a:lnTo>
                  <a:pt x="442179" y="820455"/>
                </a:lnTo>
                <a:lnTo>
                  <a:pt x="423310" y="822474"/>
                </a:lnTo>
                <a:lnTo>
                  <a:pt x="404432" y="824494"/>
                </a:lnTo>
                <a:lnTo>
                  <a:pt x="385553" y="826503"/>
                </a:lnTo>
                <a:lnTo>
                  <a:pt x="366684" y="828523"/>
                </a:lnTo>
                <a:lnTo>
                  <a:pt x="347805" y="830542"/>
                </a:lnTo>
                <a:lnTo>
                  <a:pt x="328927" y="832561"/>
                </a:lnTo>
                <a:lnTo>
                  <a:pt x="310058" y="834581"/>
                </a:lnTo>
                <a:lnTo>
                  <a:pt x="291179" y="836600"/>
                </a:lnTo>
                <a:lnTo>
                  <a:pt x="272301" y="838610"/>
                </a:lnTo>
                <a:lnTo>
                  <a:pt x="253432" y="840629"/>
                </a:lnTo>
                <a:lnTo>
                  <a:pt x="234553" y="842648"/>
                </a:lnTo>
                <a:lnTo>
                  <a:pt x="215675" y="844667"/>
                </a:lnTo>
                <a:lnTo>
                  <a:pt x="196806" y="846687"/>
                </a:lnTo>
                <a:lnTo>
                  <a:pt x="177927" y="848706"/>
                </a:lnTo>
                <a:lnTo>
                  <a:pt x="159048" y="850725"/>
                </a:lnTo>
                <a:lnTo>
                  <a:pt x="140179" y="852735"/>
                </a:lnTo>
                <a:lnTo>
                  <a:pt x="121301" y="854754"/>
                </a:lnTo>
                <a:lnTo>
                  <a:pt x="102422" y="856774"/>
                </a:lnTo>
                <a:lnTo>
                  <a:pt x="83553" y="858793"/>
                </a:lnTo>
                <a:lnTo>
                  <a:pt x="64675" y="860812"/>
                </a:lnTo>
                <a:lnTo>
                  <a:pt x="45796" y="862832"/>
                </a:lnTo>
                <a:lnTo>
                  <a:pt x="26927" y="864841"/>
                </a:lnTo>
                <a:lnTo>
                  <a:pt x="8049" y="866861"/>
                </a:lnTo>
                <a:lnTo>
                  <a:pt x="0" y="857945"/>
                </a:lnTo>
                <a:lnTo>
                  <a:pt x="1829" y="839057"/>
                </a:lnTo>
                <a:lnTo>
                  <a:pt x="3667" y="820160"/>
                </a:lnTo>
                <a:lnTo>
                  <a:pt x="5496" y="801262"/>
                </a:lnTo>
                <a:lnTo>
                  <a:pt x="7325" y="782374"/>
                </a:lnTo>
                <a:lnTo>
                  <a:pt x="9154" y="763476"/>
                </a:lnTo>
                <a:lnTo>
                  <a:pt x="10992" y="744579"/>
                </a:lnTo>
                <a:lnTo>
                  <a:pt x="12821" y="725691"/>
                </a:lnTo>
                <a:lnTo>
                  <a:pt x="14649" y="706793"/>
                </a:lnTo>
                <a:lnTo>
                  <a:pt x="16488" y="687896"/>
                </a:lnTo>
                <a:lnTo>
                  <a:pt x="18317" y="669007"/>
                </a:lnTo>
                <a:lnTo>
                  <a:pt x="20145" y="650110"/>
                </a:lnTo>
                <a:lnTo>
                  <a:pt x="21984" y="631212"/>
                </a:lnTo>
                <a:lnTo>
                  <a:pt x="23813" y="612324"/>
                </a:lnTo>
                <a:lnTo>
                  <a:pt x="25641" y="593427"/>
                </a:lnTo>
                <a:lnTo>
                  <a:pt x="27470" y="574529"/>
                </a:lnTo>
                <a:lnTo>
                  <a:pt x="29308" y="555641"/>
                </a:lnTo>
                <a:lnTo>
                  <a:pt x="31137" y="536743"/>
                </a:lnTo>
                <a:lnTo>
                  <a:pt x="32966" y="517846"/>
                </a:lnTo>
                <a:lnTo>
                  <a:pt x="34804" y="498958"/>
                </a:lnTo>
                <a:lnTo>
                  <a:pt x="36633" y="480060"/>
                </a:lnTo>
                <a:lnTo>
                  <a:pt x="38462" y="461162"/>
                </a:lnTo>
                <a:lnTo>
                  <a:pt x="40291" y="442274"/>
                </a:lnTo>
                <a:lnTo>
                  <a:pt x="42129" y="423377"/>
                </a:lnTo>
                <a:lnTo>
                  <a:pt x="43958" y="404479"/>
                </a:lnTo>
                <a:lnTo>
                  <a:pt x="45787" y="385591"/>
                </a:lnTo>
                <a:lnTo>
                  <a:pt x="47625" y="366693"/>
                </a:lnTo>
                <a:lnTo>
                  <a:pt x="49454" y="347796"/>
                </a:lnTo>
                <a:lnTo>
                  <a:pt x="51283" y="328908"/>
                </a:lnTo>
                <a:lnTo>
                  <a:pt x="53121" y="310010"/>
                </a:lnTo>
                <a:lnTo>
                  <a:pt x="54950" y="291113"/>
                </a:lnTo>
                <a:lnTo>
                  <a:pt x="56779" y="272225"/>
                </a:lnTo>
                <a:lnTo>
                  <a:pt x="58607" y="253327"/>
                </a:lnTo>
                <a:lnTo>
                  <a:pt x="60446" y="234429"/>
                </a:lnTo>
                <a:lnTo>
                  <a:pt x="62274" y="215541"/>
                </a:lnTo>
                <a:lnTo>
                  <a:pt x="64103" y="196644"/>
                </a:lnTo>
                <a:lnTo>
                  <a:pt x="65942" y="177746"/>
                </a:lnTo>
                <a:lnTo>
                  <a:pt x="67770" y="158858"/>
                </a:lnTo>
                <a:lnTo>
                  <a:pt x="69599" y="139960"/>
                </a:lnTo>
                <a:lnTo>
                  <a:pt x="71428" y="121063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4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C5E5147E-E36E-43A9-B90D-A5840855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9339" y="2284695"/>
            <a:ext cx="1202931" cy="867127"/>
          </a:xfrm>
          <a:custGeom xmlns:a="http://schemas.openxmlformats.org/drawingml/2006/main">
            <a:pathLst>
              <a:path w="1202931" h="867127">
                <a:moveTo>
                  <a:pt x="71418" y="121320"/>
                </a:moveTo>
                <a:lnTo>
                  <a:pt x="90287" y="119291"/>
                </a:lnTo>
                <a:lnTo>
                  <a:pt x="109157" y="117253"/>
                </a:lnTo>
                <a:lnTo>
                  <a:pt x="128026" y="115224"/>
                </a:lnTo>
                <a:lnTo>
                  <a:pt x="146895" y="113186"/>
                </a:lnTo>
                <a:lnTo>
                  <a:pt x="165764" y="111157"/>
                </a:lnTo>
                <a:lnTo>
                  <a:pt x="184633" y="109118"/>
                </a:lnTo>
                <a:lnTo>
                  <a:pt x="203502" y="107090"/>
                </a:lnTo>
                <a:lnTo>
                  <a:pt x="222371" y="105051"/>
                </a:lnTo>
                <a:lnTo>
                  <a:pt x="241240" y="103022"/>
                </a:lnTo>
                <a:lnTo>
                  <a:pt x="260109" y="100994"/>
                </a:lnTo>
                <a:lnTo>
                  <a:pt x="278978" y="98955"/>
                </a:lnTo>
                <a:lnTo>
                  <a:pt x="297847" y="96926"/>
                </a:lnTo>
                <a:lnTo>
                  <a:pt x="316716" y="94888"/>
                </a:lnTo>
                <a:lnTo>
                  <a:pt x="335585" y="92859"/>
                </a:lnTo>
                <a:lnTo>
                  <a:pt x="354454" y="90821"/>
                </a:lnTo>
                <a:lnTo>
                  <a:pt x="373332" y="88792"/>
                </a:lnTo>
                <a:lnTo>
                  <a:pt x="392201" y="86754"/>
                </a:lnTo>
                <a:lnTo>
                  <a:pt x="411070" y="84725"/>
                </a:lnTo>
                <a:lnTo>
                  <a:pt x="429939" y="82696"/>
                </a:lnTo>
                <a:lnTo>
                  <a:pt x="448808" y="80658"/>
                </a:lnTo>
                <a:lnTo>
                  <a:pt x="467678" y="78629"/>
                </a:lnTo>
                <a:lnTo>
                  <a:pt x="486547" y="76591"/>
                </a:lnTo>
                <a:lnTo>
                  <a:pt x="505416" y="74562"/>
                </a:lnTo>
                <a:lnTo>
                  <a:pt x="524285" y="72523"/>
                </a:lnTo>
                <a:lnTo>
                  <a:pt x="543154" y="70495"/>
                </a:lnTo>
                <a:lnTo>
                  <a:pt x="562023" y="68456"/>
                </a:lnTo>
                <a:lnTo>
                  <a:pt x="580892" y="66427"/>
                </a:lnTo>
                <a:lnTo>
                  <a:pt x="599761" y="64399"/>
                </a:lnTo>
                <a:lnTo>
                  <a:pt x="618630" y="62360"/>
                </a:lnTo>
                <a:lnTo>
                  <a:pt x="637499" y="60331"/>
                </a:lnTo>
                <a:lnTo>
                  <a:pt x="656368" y="58293"/>
                </a:lnTo>
                <a:lnTo>
                  <a:pt x="675237" y="56264"/>
                </a:lnTo>
                <a:lnTo>
                  <a:pt x="694106" y="54226"/>
                </a:lnTo>
                <a:lnTo>
                  <a:pt x="712975" y="52197"/>
                </a:lnTo>
                <a:lnTo>
                  <a:pt x="731844" y="50159"/>
                </a:lnTo>
                <a:lnTo>
                  <a:pt x="750713" y="48130"/>
                </a:lnTo>
                <a:lnTo>
                  <a:pt x="769591" y="46101"/>
                </a:lnTo>
                <a:lnTo>
                  <a:pt x="788460" y="44063"/>
                </a:lnTo>
                <a:lnTo>
                  <a:pt x="807329" y="42034"/>
                </a:lnTo>
                <a:lnTo>
                  <a:pt x="826199" y="39995"/>
                </a:lnTo>
                <a:lnTo>
                  <a:pt x="845068" y="37967"/>
                </a:lnTo>
                <a:lnTo>
                  <a:pt x="863937" y="35928"/>
                </a:lnTo>
                <a:lnTo>
                  <a:pt x="882806" y="33899"/>
                </a:lnTo>
                <a:lnTo>
                  <a:pt x="901675" y="31861"/>
                </a:lnTo>
                <a:lnTo>
                  <a:pt x="920544" y="29832"/>
                </a:lnTo>
                <a:lnTo>
                  <a:pt x="939413" y="27803"/>
                </a:lnTo>
                <a:lnTo>
                  <a:pt x="958282" y="25765"/>
                </a:lnTo>
                <a:lnTo>
                  <a:pt x="977151" y="23736"/>
                </a:lnTo>
                <a:lnTo>
                  <a:pt x="996020" y="21698"/>
                </a:lnTo>
                <a:lnTo>
                  <a:pt x="1014889" y="19669"/>
                </a:lnTo>
                <a:lnTo>
                  <a:pt x="1033758" y="17631"/>
                </a:lnTo>
                <a:lnTo>
                  <a:pt x="1052627" y="15602"/>
                </a:lnTo>
                <a:lnTo>
                  <a:pt x="1071496" y="13564"/>
                </a:lnTo>
                <a:lnTo>
                  <a:pt x="1090365" y="11535"/>
                </a:lnTo>
                <a:lnTo>
                  <a:pt x="1109234" y="9506"/>
                </a:lnTo>
                <a:lnTo>
                  <a:pt x="1128103" y="7468"/>
                </a:lnTo>
                <a:lnTo>
                  <a:pt x="1146972" y="5439"/>
                </a:lnTo>
                <a:lnTo>
                  <a:pt x="1165850" y="3400"/>
                </a:lnTo>
                <a:lnTo>
                  <a:pt x="1184720" y="1372"/>
                </a:lnTo>
                <a:lnTo>
                  <a:pt x="1202931" y="0"/>
                </a:lnTo>
                <a:lnTo>
                  <a:pt x="1201093" y="18888"/>
                </a:lnTo>
                <a:lnTo>
                  <a:pt x="1199264" y="37776"/>
                </a:lnTo>
                <a:lnTo>
                  <a:pt x="1197435" y="56674"/>
                </a:lnTo>
                <a:lnTo>
                  <a:pt x="1195607" y="75562"/>
                </a:lnTo>
                <a:lnTo>
                  <a:pt x="1193768" y="94450"/>
                </a:lnTo>
                <a:lnTo>
                  <a:pt x="1191939" y="113338"/>
                </a:lnTo>
                <a:lnTo>
                  <a:pt x="1190111" y="132236"/>
                </a:lnTo>
                <a:lnTo>
                  <a:pt x="1188282" y="151124"/>
                </a:lnTo>
                <a:lnTo>
                  <a:pt x="1186444" y="170012"/>
                </a:lnTo>
                <a:lnTo>
                  <a:pt x="1184615" y="188900"/>
                </a:lnTo>
                <a:lnTo>
                  <a:pt x="1182786" y="207788"/>
                </a:lnTo>
                <a:lnTo>
                  <a:pt x="1180957" y="226685"/>
                </a:lnTo>
                <a:lnTo>
                  <a:pt x="1179119" y="245574"/>
                </a:lnTo>
                <a:lnTo>
                  <a:pt x="1177290" y="264462"/>
                </a:lnTo>
                <a:lnTo>
                  <a:pt x="1175461" y="283350"/>
                </a:lnTo>
                <a:lnTo>
                  <a:pt x="1173632" y="302238"/>
                </a:lnTo>
                <a:lnTo>
                  <a:pt x="1171794" y="321135"/>
                </a:lnTo>
                <a:lnTo>
                  <a:pt x="1169965" y="340023"/>
                </a:lnTo>
                <a:lnTo>
                  <a:pt x="1168136" y="358912"/>
                </a:lnTo>
                <a:lnTo>
                  <a:pt x="1166308" y="377800"/>
                </a:lnTo>
                <a:lnTo>
                  <a:pt x="1164469" y="396697"/>
                </a:lnTo>
                <a:lnTo>
                  <a:pt x="1162641" y="415585"/>
                </a:lnTo>
                <a:lnTo>
                  <a:pt x="1160812" y="434473"/>
                </a:lnTo>
                <a:lnTo>
                  <a:pt x="1158983" y="453361"/>
                </a:lnTo>
                <a:lnTo>
                  <a:pt x="1157145" y="472250"/>
                </a:lnTo>
                <a:lnTo>
                  <a:pt x="1155316" y="491147"/>
                </a:lnTo>
                <a:lnTo>
                  <a:pt x="1153487" y="510035"/>
                </a:lnTo>
                <a:lnTo>
                  <a:pt x="1151658" y="528923"/>
                </a:lnTo>
                <a:lnTo>
                  <a:pt x="1149820" y="547811"/>
                </a:lnTo>
                <a:lnTo>
                  <a:pt x="1147991" y="566709"/>
                </a:lnTo>
                <a:lnTo>
                  <a:pt x="1146162" y="585597"/>
                </a:lnTo>
                <a:lnTo>
                  <a:pt x="1144334" y="604485"/>
                </a:lnTo>
                <a:lnTo>
                  <a:pt x="1142495" y="623373"/>
                </a:lnTo>
                <a:lnTo>
                  <a:pt x="1140666" y="642261"/>
                </a:lnTo>
                <a:lnTo>
                  <a:pt x="1138838" y="661159"/>
                </a:lnTo>
                <a:lnTo>
                  <a:pt x="1137009" y="680047"/>
                </a:lnTo>
                <a:lnTo>
                  <a:pt x="1135170" y="698935"/>
                </a:lnTo>
                <a:lnTo>
                  <a:pt x="1133342" y="717823"/>
                </a:lnTo>
                <a:lnTo>
                  <a:pt x="1131513" y="736711"/>
                </a:lnTo>
                <a:lnTo>
                  <a:pt x="1121159" y="747179"/>
                </a:lnTo>
                <a:lnTo>
                  <a:pt x="1102290" y="749208"/>
                </a:lnTo>
                <a:lnTo>
                  <a:pt x="1083421" y="751246"/>
                </a:lnTo>
                <a:lnTo>
                  <a:pt x="1064552" y="753275"/>
                </a:lnTo>
                <a:lnTo>
                  <a:pt x="1045683" y="755313"/>
                </a:lnTo>
                <a:lnTo>
                  <a:pt x="1026814" y="757342"/>
                </a:lnTo>
                <a:lnTo>
                  <a:pt x="1007945" y="759371"/>
                </a:lnTo>
                <a:lnTo>
                  <a:pt x="989076" y="761409"/>
                </a:lnTo>
                <a:lnTo>
                  <a:pt x="970207" y="763438"/>
                </a:lnTo>
                <a:lnTo>
                  <a:pt x="951338" y="765477"/>
                </a:lnTo>
                <a:lnTo>
                  <a:pt x="932469" y="767505"/>
                </a:lnTo>
                <a:lnTo>
                  <a:pt x="913600" y="769544"/>
                </a:lnTo>
                <a:lnTo>
                  <a:pt x="894731" y="771573"/>
                </a:lnTo>
                <a:lnTo>
                  <a:pt x="875862" y="773611"/>
                </a:lnTo>
                <a:lnTo>
                  <a:pt x="856993" y="775640"/>
                </a:lnTo>
                <a:lnTo>
                  <a:pt x="838124" y="777669"/>
                </a:lnTo>
                <a:lnTo>
                  <a:pt x="819245" y="779707"/>
                </a:lnTo>
                <a:lnTo>
                  <a:pt x="800376" y="781736"/>
                </a:lnTo>
                <a:lnTo>
                  <a:pt x="781507" y="783774"/>
                </a:lnTo>
                <a:lnTo>
                  <a:pt x="762638" y="785803"/>
                </a:lnTo>
                <a:lnTo>
                  <a:pt x="743769" y="787841"/>
                </a:lnTo>
                <a:lnTo>
                  <a:pt x="724900" y="789870"/>
                </a:lnTo>
                <a:lnTo>
                  <a:pt x="706031" y="791909"/>
                </a:lnTo>
                <a:lnTo>
                  <a:pt x="687162" y="793937"/>
                </a:lnTo>
                <a:lnTo>
                  <a:pt x="668293" y="795966"/>
                </a:lnTo>
                <a:lnTo>
                  <a:pt x="649424" y="798005"/>
                </a:lnTo>
                <a:lnTo>
                  <a:pt x="630555" y="800033"/>
                </a:lnTo>
                <a:lnTo>
                  <a:pt x="611686" y="802072"/>
                </a:lnTo>
                <a:lnTo>
                  <a:pt x="592817" y="804101"/>
                </a:lnTo>
                <a:lnTo>
                  <a:pt x="573948" y="806139"/>
                </a:lnTo>
                <a:lnTo>
                  <a:pt x="555079" y="808168"/>
                </a:lnTo>
                <a:lnTo>
                  <a:pt x="536210" y="810206"/>
                </a:lnTo>
                <a:lnTo>
                  <a:pt x="517341" y="812235"/>
                </a:lnTo>
                <a:lnTo>
                  <a:pt x="498472" y="814273"/>
                </a:lnTo>
                <a:lnTo>
                  <a:pt x="479603" y="816302"/>
                </a:lnTo>
                <a:lnTo>
                  <a:pt x="460734" y="818331"/>
                </a:lnTo>
                <a:lnTo>
                  <a:pt x="441865" y="820369"/>
                </a:lnTo>
                <a:lnTo>
                  <a:pt x="422986" y="822398"/>
                </a:lnTo>
                <a:lnTo>
                  <a:pt x="404117" y="824436"/>
                </a:lnTo>
                <a:lnTo>
                  <a:pt x="385248" y="826465"/>
                </a:lnTo>
                <a:lnTo>
                  <a:pt x="366379" y="828504"/>
                </a:lnTo>
                <a:lnTo>
                  <a:pt x="347510" y="830532"/>
                </a:lnTo>
                <a:lnTo>
                  <a:pt x="328641" y="832571"/>
                </a:lnTo>
                <a:lnTo>
                  <a:pt x="309772" y="834600"/>
                </a:lnTo>
                <a:lnTo>
                  <a:pt x="290903" y="836628"/>
                </a:lnTo>
                <a:lnTo>
                  <a:pt x="272034" y="838667"/>
                </a:lnTo>
                <a:lnTo>
                  <a:pt x="253165" y="840696"/>
                </a:lnTo>
                <a:lnTo>
                  <a:pt x="234296" y="842734"/>
                </a:lnTo>
                <a:lnTo>
                  <a:pt x="215427" y="844763"/>
                </a:lnTo>
                <a:lnTo>
                  <a:pt x="196558" y="846801"/>
                </a:lnTo>
                <a:lnTo>
                  <a:pt x="177689" y="848830"/>
                </a:lnTo>
                <a:lnTo>
                  <a:pt x="158820" y="850868"/>
                </a:lnTo>
                <a:lnTo>
                  <a:pt x="139951" y="852897"/>
                </a:lnTo>
                <a:lnTo>
                  <a:pt x="121082" y="854926"/>
                </a:lnTo>
                <a:lnTo>
                  <a:pt x="102213" y="856964"/>
                </a:lnTo>
                <a:lnTo>
                  <a:pt x="83344" y="858993"/>
                </a:lnTo>
                <a:lnTo>
                  <a:pt x="64475" y="861031"/>
                </a:lnTo>
                <a:lnTo>
                  <a:pt x="45606" y="863060"/>
                </a:lnTo>
                <a:lnTo>
                  <a:pt x="26727" y="865099"/>
                </a:lnTo>
                <a:lnTo>
                  <a:pt x="7858" y="867127"/>
                </a:lnTo>
                <a:lnTo>
                  <a:pt x="0" y="858041"/>
                </a:lnTo>
                <a:lnTo>
                  <a:pt x="1829" y="839143"/>
                </a:lnTo>
                <a:lnTo>
                  <a:pt x="3658" y="820255"/>
                </a:lnTo>
                <a:lnTo>
                  <a:pt x="5496" y="801367"/>
                </a:lnTo>
                <a:lnTo>
                  <a:pt x="7325" y="782479"/>
                </a:lnTo>
                <a:lnTo>
                  <a:pt x="9154" y="763581"/>
                </a:lnTo>
                <a:lnTo>
                  <a:pt x="10992" y="744693"/>
                </a:lnTo>
                <a:lnTo>
                  <a:pt x="12821" y="725805"/>
                </a:lnTo>
                <a:lnTo>
                  <a:pt x="14649" y="706917"/>
                </a:lnTo>
                <a:lnTo>
                  <a:pt x="16478" y="688029"/>
                </a:lnTo>
                <a:lnTo>
                  <a:pt x="18307" y="669131"/>
                </a:lnTo>
                <a:lnTo>
                  <a:pt x="20145" y="650243"/>
                </a:lnTo>
                <a:lnTo>
                  <a:pt x="21974" y="631355"/>
                </a:lnTo>
                <a:lnTo>
                  <a:pt x="23803" y="612467"/>
                </a:lnTo>
                <a:lnTo>
                  <a:pt x="25632" y="593569"/>
                </a:lnTo>
                <a:lnTo>
                  <a:pt x="27470" y="574681"/>
                </a:lnTo>
                <a:lnTo>
                  <a:pt x="29299" y="555793"/>
                </a:lnTo>
                <a:lnTo>
                  <a:pt x="31128" y="536905"/>
                </a:lnTo>
                <a:lnTo>
                  <a:pt x="32957" y="518017"/>
                </a:lnTo>
                <a:lnTo>
                  <a:pt x="34795" y="499120"/>
                </a:lnTo>
                <a:lnTo>
                  <a:pt x="36624" y="480231"/>
                </a:lnTo>
                <a:lnTo>
                  <a:pt x="38452" y="461343"/>
                </a:lnTo>
                <a:lnTo>
                  <a:pt x="40281" y="442455"/>
                </a:lnTo>
                <a:lnTo>
                  <a:pt x="42120" y="423567"/>
                </a:lnTo>
                <a:lnTo>
                  <a:pt x="43948" y="404670"/>
                </a:lnTo>
                <a:lnTo>
                  <a:pt x="45777" y="385782"/>
                </a:lnTo>
                <a:lnTo>
                  <a:pt x="47615" y="366893"/>
                </a:lnTo>
                <a:lnTo>
                  <a:pt x="49444" y="348005"/>
                </a:lnTo>
                <a:lnTo>
                  <a:pt x="51273" y="329108"/>
                </a:lnTo>
                <a:lnTo>
                  <a:pt x="53102" y="310220"/>
                </a:lnTo>
                <a:lnTo>
                  <a:pt x="54931" y="291332"/>
                </a:lnTo>
                <a:lnTo>
                  <a:pt x="56769" y="272444"/>
                </a:lnTo>
                <a:lnTo>
                  <a:pt x="58598" y="253556"/>
                </a:lnTo>
                <a:lnTo>
                  <a:pt x="60427" y="234658"/>
                </a:lnTo>
                <a:lnTo>
                  <a:pt x="62255" y="215770"/>
                </a:lnTo>
                <a:lnTo>
                  <a:pt x="64094" y="196882"/>
                </a:lnTo>
                <a:lnTo>
                  <a:pt x="65923" y="177994"/>
                </a:lnTo>
                <a:lnTo>
                  <a:pt x="67751" y="159096"/>
                </a:lnTo>
                <a:lnTo>
                  <a:pt x="69580" y="140208"/>
                </a:lnTo>
                <a:lnTo>
                  <a:pt x="71418" y="121320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5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607C861D-8836-427C-9871-426C8B7F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1963" y="3554139"/>
            <a:ext cx="273368" cy="428263"/>
          </a:xfrm>
          <a:custGeom xmlns:a="http://schemas.openxmlformats.org/drawingml/2006/main">
            <a:pathLst>
              <a:path w="273368" h="428263">
                <a:moveTo>
                  <a:pt x="0" y="428263"/>
                </a:moveTo>
                <a:lnTo>
                  <a:pt x="0" y="409489"/>
                </a:lnTo>
                <a:lnTo>
                  <a:pt x="0" y="390706"/>
                </a:lnTo>
                <a:lnTo>
                  <a:pt x="0" y="371932"/>
                </a:lnTo>
                <a:lnTo>
                  <a:pt x="0" y="353158"/>
                </a:lnTo>
                <a:lnTo>
                  <a:pt x="0" y="334385"/>
                </a:lnTo>
                <a:lnTo>
                  <a:pt x="0" y="315601"/>
                </a:lnTo>
                <a:lnTo>
                  <a:pt x="0" y="296828"/>
                </a:lnTo>
                <a:lnTo>
                  <a:pt x="0" y="278054"/>
                </a:lnTo>
                <a:lnTo>
                  <a:pt x="0" y="259280"/>
                </a:lnTo>
                <a:lnTo>
                  <a:pt x="0" y="240497"/>
                </a:lnTo>
                <a:lnTo>
                  <a:pt x="0" y="221723"/>
                </a:lnTo>
                <a:lnTo>
                  <a:pt x="0" y="202949"/>
                </a:lnTo>
                <a:lnTo>
                  <a:pt x="0" y="184175"/>
                </a:lnTo>
                <a:lnTo>
                  <a:pt x="0" y="165392"/>
                </a:lnTo>
                <a:lnTo>
                  <a:pt x="0" y="146618"/>
                </a:lnTo>
                <a:lnTo>
                  <a:pt x="0" y="127845"/>
                </a:lnTo>
                <a:lnTo>
                  <a:pt x="0" y="109071"/>
                </a:lnTo>
                <a:lnTo>
                  <a:pt x="0" y="90287"/>
                </a:lnTo>
                <a:lnTo>
                  <a:pt x="17631" y="84163"/>
                </a:lnTo>
                <a:lnTo>
                  <a:pt x="35414" y="78153"/>
                </a:lnTo>
                <a:lnTo>
                  <a:pt x="53207" y="72142"/>
                </a:lnTo>
                <a:lnTo>
                  <a:pt x="70990" y="66132"/>
                </a:lnTo>
                <a:lnTo>
                  <a:pt x="88783" y="60122"/>
                </a:lnTo>
                <a:lnTo>
                  <a:pt x="106566" y="54112"/>
                </a:lnTo>
                <a:lnTo>
                  <a:pt x="124358" y="48092"/>
                </a:lnTo>
                <a:lnTo>
                  <a:pt x="142142" y="42081"/>
                </a:lnTo>
                <a:lnTo>
                  <a:pt x="159934" y="36071"/>
                </a:lnTo>
                <a:lnTo>
                  <a:pt x="177717" y="30061"/>
                </a:lnTo>
                <a:lnTo>
                  <a:pt x="195510" y="24051"/>
                </a:lnTo>
                <a:lnTo>
                  <a:pt x="213293" y="18040"/>
                </a:lnTo>
                <a:lnTo>
                  <a:pt x="231086" y="12021"/>
                </a:lnTo>
                <a:lnTo>
                  <a:pt x="248869" y="6010"/>
                </a:lnTo>
                <a:lnTo>
                  <a:pt x="266662" y="0"/>
                </a:lnTo>
                <a:lnTo>
                  <a:pt x="273368" y="9430"/>
                </a:lnTo>
                <a:lnTo>
                  <a:pt x="273368" y="28204"/>
                </a:lnTo>
                <a:lnTo>
                  <a:pt x="273368" y="46977"/>
                </a:lnTo>
                <a:lnTo>
                  <a:pt x="273368" y="65751"/>
                </a:lnTo>
                <a:lnTo>
                  <a:pt x="273368" y="84534"/>
                </a:lnTo>
                <a:lnTo>
                  <a:pt x="273368" y="103308"/>
                </a:lnTo>
                <a:lnTo>
                  <a:pt x="273368" y="122082"/>
                </a:lnTo>
                <a:lnTo>
                  <a:pt x="273368" y="140856"/>
                </a:lnTo>
                <a:lnTo>
                  <a:pt x="273368" y="159639"/>
                </a:lnTo>
                <a:lnTo>
                  <a:pt x="273368" y="178413"/>
                </a:lnTo>
                <a:lnTo>
                  <a:pt x="273368" y="197187"/>
                </a:lnTo>
                <a:lnTo>
                  <a:pt x="273368" y="215960"/>
                </a:lnTo>
                <a:lnTo>
                  <a:pt x="273368" y="234744"/>
                </a:lnTo>
                <a:lnTo>
                  <a:pt x="273368" y="253517"/>
                </a:lnTo>
                <a:lnTo>
                  <a:pt x="273368" y="272291"/>
                </a:lnTo>
                <a:lnTo>
                  <a:pt x="273368" y="291065"/>
                </a:lnTo>
                <a:lnTo>
                  <a:pt x="273368" y="309848"/>
                </a:lnTo>
                <a:lnTo>
                  <a:pt x="259842" y="319621"/>
                </a:lnTo>
                <a:lnTo>
                  <a:pt x="242516" y="326860"/>
                </a:lnTo>
                <a:lnTo>
                  <a:pt x="225200" y="334099"/>
                </a:lnTo>
                <a:lnTo>
                  <a:pt x="207874" y="341347"/>
                </a:lnTo>
                <a:lnTo>
                  <a:pt x="190548" y="348586"/>
                </a:lnTo>
                <a:lnTo>
                  <a:pt x="173231" y="355835"/>
                </a:lnTo>
                <a:lnTo>
                  <a:pt x="155905" y="363074"/>
                </a:lnTo>
                <a:lnTo>
                  <a:pt x="138579" y="370322"/>
                </a:lnTo>
                <a:lnTo>
                  <a:pt x="121263" y="377561"/>
                </a:lnTo>
                <a:lnTo>
                  <a:pt x="103937" y="384800"/>
                </a:lnTo>
                <a:lnTo>
                  <a:pt x="86611" y="392049"/>
                </a:lnTo>
                <a:lnTo>
                  <a:pt x="69294" y="399288"/>
                </a:lnTo>
                <a:lnTo>
                  <a:pt x="51968" y="406537"/>
                </a:lnTo>
                <a:lnTo>
                  <a:pt x="34642" y="413776"/>
                </a:lnTo>
                <a:lnTo>
                  <a:pt x="17326" y="421024"/>
                </a:lnTo>
                <a:lnTo>
                  <a:pt x="0" y="428263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36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2FCF9E93-BB0F-4FC4-A4D4-80C0F867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9870" y="3868103"/>
            <a:ext cx="1768726" cy="114300"/>
          </a:xfrm>
          <a:custGeom xmlns:a="http://schemas.openxmlformats.org/drawingml/2006/main">
            <a:pathLst>
              <a:path w="1768726" h="114300">
                <a:moveTo>
                  <a:pt x="0" y="114300"/>
                </a:moveTo>
                <a:lnTo>
                  <a:pt x="19002" y="114300"/>
                </a:lnTo>
                <a:lnTo>
                  <a:pt x="38005" y="114300"/>
                </a:lnTo>
                <a:lnTo>
                  <a:pt x="57007" y="114300"/>
                </a:lnTo>
                <a:lnTo>
                  <a:pt x="76010" y="114300"/>
                </a:lnTo>
                <a:lnTo>
                  <a:pt x="95002" y="114300"/>
                </a:lnTo>
                <a:lnTo>
                  <a:pt x="114005" y="114300"/>
                </a:lnTo>
                <a:lnTo>
                  <a:pt x="133007" y="114300"/>
                </a:lnTo>
                <a:lnTo>
                  <a:pt x="152009" y="114300"/>
                </a:lnTo>
                <a:lnTo>
                  <a:pt x="171012" y="114300"/>
                </a:lnTo>
                <a:lnTo>
                  <a:pt x="190014" y="114300"/>
                </a:lnTo>
                <a:lnTo>
                  <a:pt x="209017" y="114300"/>
                </a:lnTo>
                <a:lnTo>
                  <a:pt x="228019" y="114300"/>
                </a:lnTo>
                <a:lnTo>
                  <a:pt x="247021" y="114300"/>
                </a:lnTo>
                <a:lnTo>
                  <a:pt x="266014" y="114300"/>
                </a:lnTo>
                <a:lnTo>
                  <a:pt x="285017" y="114300"/>
                </a:lnTo>
                <a:lnTo>
                  <a:pt x="304019" y="114300"/>
                </a:lnTo>
                <a:lnTo>
                  <a:pt x="323021" y="114300"/>
                </a:lnTo>
                <a:lnTo>
                  <a:pt x="342024" y="114300"/>
                </a:lnTo>
                <a:lnTo>
                  <a:pt x="361026" y="114300"/>
                </a:lnTo>
                <a:lnTo>
                  <a:pt x="380028" y="114300"/>
                </a:lnTo>
                <a:lnTo>
                  <a:pt x="399031" y="114300"/>
                </a:lnTo>
                <a:lnTo>
                  <a:pt x="418033" y="114300"/>
                </a:lnTo>
                <a:lnTo>
                  <a:pt x="437036" y="114300"/>
                </a:lnTo>
                <a:lnTo>
                  <a:pt x="456028" y="114300"/>
                </a:lnTo>
                <a:lnTo>
                  <a:pt x="475031" y="114300"/>
                </a:lnTo>
                <a:lnTo>
                  <a:pt x="494033" y="114300"/>
                </a:lnTo>
                <a:lnTo>
                  <a:pt x="513036" y="114300"/>
                </a:lnTo>
                <a:lnTo>
                  <a:pt x="532038" y="114300"/>
                </a:lnTo>
                <a:lnTo>
                  <a:pt x="551040" y="114300"/>
                </a:lnTo>
                <a:lnTo>
                  <a:pt x="570043" y="114300"/>
                </a:lnTo>
                <a:lnTo>
                  <a:pt x="589045" y="114300"/>
                </a:lnTo>
                <a:lnTo>
                  <a:pt x="608047" y="114300"/>
                </a:lnTo>
                <a:lnTo>
                  <a:pt x="627040" y="114300"/>
                </a:lnTo>
                <a:lnTo>
                  <a:pt x="646043" y="114300"/>
                </a:lnTo>
                <a:lnTo>
                  <a:pt x="665045" y="114300"/>
                </a:lnTo>
                <a:lnTo>
                  <a:pt x="684047" y="114300"/>
                </a:lnTo>
                <a:lnTo>
                  <a:pt x="703050" y="114300"/>
                </a:lnTo>
                <a:lnTo>
                  <a:pt x="722052" y="114300"/>
                </a:lnTo>
                <a:lnTo>
                  <a:pt x="741055" y="114300"/>
                </a:lnTo>
                <a:lnTo>
                  <a:pt x="760057" y="114300"/>
                </a:lnTo>
                <a:lnTo>
                  <a:pt x="779059" y="114300"/>
                </a:lnTo>
                <a:lnTo>
                  <a:pt x="798052" y="114300"/>
                </a:lnTo>
                <a:lnTo>
                  <a:pt x="817055" y="114300"/>
                </a:lnTo>
                <a:lnTo>
                  <a:pt x="836057" y="114300"/>
                </a:lnTo>
                <a:lnTo>
                  <a:pt x="855059" y="114300"/>
                </a:lnTo>
                <a:lnTo>
                  <a:pt x="874062" y="114300"/>
                </a:lnTo>
                <a:lnTo>
                  <a:pt x="893064" y="114300"/>
                </a:lnTo>
                <a:lnTo>
                  <a:pt x="912066" y="114300"/>
                </a:lnTo>
                <a:lnTo>
                  <a:pt x="931069" y="114300"/>
                </a:lnTo>
                <a:lnTo>
                  <a:pt x="950071" y="114300"/>
                </a:lnTo>
                <a:lnTo>
                  <a:pt x="969064" y="114300"/>
                </a:lnTo>
                <a:lnTo>
                  <a:pt x="988066" y="114300"/>
                </a:lnTo>
                <a:lnTo>
                  <a:pt x="1007069" y="114300"/>
                </a:lnTo>
                <a:lnTo>
                  <a:pt x="1026071" y="114300"/>
                </a:lnTo>
                <a:lnTo>
                  <a:pt x="1045073" y="114300"/>
                </a:lnTo>
                <a:lnTo>
                  <a:pt x="1064076" y="114300"/>
                </a:lnTo>
                <a:lnTo>
                  <a:pt x="1083078" y="114300"/>
                </a:lnTo>
                <a:lnTo>
                  <a:pt x="1102081" y="114300"/>
                </a:lnTo>
                <a:lnTo>
                  <a:pt x="1121083" y="114300"/>
                </a:lnTo>
                <a:lnTo>
                  <a:pt x="1140076" y="114300"/>
                </a:lnTo>
                <a:lnTo>
                  <a:pt x="1159078" y="114300"/>
                </a:lnTo>
                <a:lnTo>
                  <a:pt x="1178081" y="114300"/>
                </a:lnTo>
                <a:lnTo>
                  <a:pt x="1197083" y="114300"/>
                </a:lnTo>
                <a:lnTo>
                  <a:pt x="1216085" y="114300"/>
                </a:lnTo>
                <a:lnTo>
                  <a:pt x="1235088" y="114300"/>
                </a:lnTo>
                <a:lnTo>
                  <a:pt x="1254090" y="114300"/>
                </a:lnTo>
                <a:lnTo>
                  <a:pt x="1273092" y="114300"/>
                </a:lnTo>
                <a:lnTo>
                  <a:pt x="1292095" y="114300"/>
                </a:lnTo>
                <a:lnTo>
                  <a:pt x="1311097" y="114300"/>
                </a:lnTo>
                <a:lnTo>
                  <a:pt x="1330090" y="114300"/>
                </a:lnTo>
                <a:lnTo>
                  <a:pt x="1349092" y="114300"/>
                </a:lnTo>
                <a:lnTo>
                  <a:pt x="1368095" y="114300"/>
                </a:lnTo>
                <a:lnTo>
                  <a:pt x="1387097" y="114300"/>
                </a:lnTo>
                <a:lnTo>
                  <a:pt x="1406100" y="114300"/>
                </a:lnTo>
                <a:lnTo>
                  <a:pt x="1425102" y="114300"/>
                </a:lnTo>
                <a:lnTo>
                  <a:pt x="1444104" y="114300"/>
                </a:lnTo>
                <a:lnTo>
                  <a:pt x="1463107" y="114300"/>
                </a:lnTo>
                <a:lnTo>
                  <a:pt x="1482109" y="114300"/>
                </a:lnTo>
                <a:lnTo>
                  <a:pt x="1501102" y="114300"/>
                </a:lnTo>
                <a:lnTo>
                  <a:pt x="1518714" y="107347"/>
                </a:lnTo>
                <a:lnTo>
                  <a:pt x="1536240" y="100022"/>
                </a:lnTo>
                <a:lnTo>
                  <a:pt x="1553775" y="92688"/>
                </a:lnTo>
                <a:lnTo>
                  <a:pt x="1571301" y="85363"/>
                </a:lnTo>
                <a:lnTo>
                  <a:pt x="1588837" y="78029"/>
                </a:lnTo>
                <a:lnTo>
                  <a:pt x="1606363" y="70704"/>
                </a:lnTo>
                <a:lnTo>
                  <a:pt x="1623898" y="63370"/>
                </a:lnTo>
                <a:lnTo>
                  <a:pt x="1641424" y="56045"/>
                </a:lnTo>
                <a:lnTo>
                  <a:pt x="1658960" y="48711"/>
                </a:lnTo>
                <a:lnTo>
                  <a:pt x="1676486" y="41386"/>
                </a:lnTo>
                <a:lnTo>
                  <a:pt x="1694021" y="34052"/>
                </a:lnTo>
                <a:lnTo>
                  <a:pt x="1711547" y="26718"/>
                </a:lnTo>
                <a:lnTo>
                  <a:pt x="1729083" y="19393"/>
                </a:lnTo>
                <a:lnTo>
                  <a:pt x="1746609" y="12059"/>
                </a:lnTo>
                <a:lnTo>
                  <a:pt x="1764144" y="4734"/>
                </a:lnTo>
                <a:lnTo>
                  <a:pt x="1768726" y="0"/>
                </a:lnTo>
                <a:lnTo>
                  <a:pt x="1749723" y="0"/>
                </a:lnTo>
                <a:lnTo>
                  <a:pt x="1730721" y="0"/>
                </a:lnTo>
                <a:lnTo>
                  <a:pt x="1711719" y="0"/>
                </a:lnTo>
                <a:lnTo>
                  <a:pt x="1692716" y="0"/>
                </a:lnTo>
                <a:lnTo>
                  <a:pt x="1673723" y="0"/>
                </a:lnTo>
                <a:lnTo>
                  <a:pt x="1654721" y="0"/>
                </a:lnTo>
                <a:lnTo>
                  <a:pt x="1635719" y="0"/>
                </a:lnTo>
                <a:lnTo>
                  <a:pt x="1616716" y="0"/>
                </a:lnTo>
                <a:lnTo>
                  <a:pt x="1597714" y="0"/>
                </a:lnTo>
                <a:lnTo>
                  <a:pt x="1578712" y="0"/>
                </a:lnTo>
                <a:lnTo>
                  <a:pt x="1559709" y="0"/>
                </a:lnTo>
                <a:lnTo>
                  <a:pt x="1540707" y="0"/>
                </a:lnTo>
                <a:lnTo>
                  <a:pt x="1521704" y="0"/>
                </a:lnTo>
                <a:lnTo>
                  <a:pt x="1502712" y="0"/>
                </a:lnTo>
                <a:lnTo>
                  <a:pt x="1483709" y="0"/>
                </a:lnTo>
                <a:lnTo>
                  <a:pt x="1464707" y="0"/>
                </a:lnTo>
                <a:lnTo>
                  <a:pt x="1445705" y="0"/>
                </a:lnTo>
                <a:lnTo>
                  <a:pt x="1426702" y="0"/>
                </a:lnTo>
                <a:lnTo>
                  <a:pt x="1407700" y="0"/>
                </a:lnTo>
                <a:lnTo>
                  <a:pt x="1388697" y="0"/>
                </a:lnTo>
                <a:lnTo>
                  <a:pt x="1369695" y="0"/>
                </a:lnTo>
                <a:lnTo>
                  <a:pt x="1350693" y="0"/>
                </a:lnTo>
                <a:lnTo>
                  <a:pt x="1331700" y="0"/>
                </a:lnTo>
                <a:lnTo>
                  <a:pt x="1312697" y="0"/>
                </a:lnTo>
                <a:lnTo>
                  <a:pt x="1293695" y="0"/>
                </a:lnTo>
                <a:lnTo>
                  <a:pt x="1274693" y="0"/>
                </a:lnTo>
                <a:lnTo>
                  <a:pt x="1255690" y="0"/>
                </a:lnTo>
                <a:lnTo>
                  <a:pt x="1236688" y="0"/>
                </a:lnTo>
                <a:lnTo>
                  <a:pt x="1217686" y="0"/>
                </a:lnTo>
                <a:lnTo>
                  <a:pt x="1198683" y="0"/>
                </a:lnTo>
                <a:lnTo>
                  <a:pt x="1179681" y="0"/>
                </a:lnTo>
                <a:lnTo>
                  <a:pt x="1160678" y="0"/>
                </a:lnTo>
                <a:lnTo>
                  <a:pt x="1141686" y="0"/>
                </a:lnTo>
                <a:lnTo>
                  <a:pt x="1122683" y="0"/>
                </a:lnTo>
                <a:lnTo>
                  <a:pt x="1103681" y="0"/>
                </a:lnTo>
                <a:lnTo>
                  <a:pt x="1084678" y="0"/>
                </a:lnTo>
                <a:lnTo>
                  <a:pt x="1065676" y="0"/>
                </a:lnTo>
                <a:lnTo>
                  <a:pt x="1046674" y="0"/>
                </a:lnTo>
                <a:lnTo>
                  <a:pt x="1027671" y="0"/>
                </a:lnTo>
                <a:lnTo>
                  <a:pt x="1008669" y="0"/>
                </a:lnTo>
                <a:lnTo>
                  <a:pt x="989667" y="0"/>
                </a:lnTo>
                <a:lnTo>
                  <a:pt x="970674" y="0"/>
                </a:lnTo>
                <a:lnTo>
                  <a:pt x="951671" y="0"/>
                </a:lnTo>
                <a:lnTo>
                  <a:pt x="932669" y="0"/>
                </a:lnTo>
                <a:lnTo>
                  <a:pt x="913667" y="0"/>
                </a:lnTo>
                <a:lnTo>
                  <a:pt x="894664" y="0"/>
                </a:lnTo>
                <a:lnTo>
                  <a:pt x="875662" y="0"/>
                </a:lnTo>
                <a:lnTo>
                  <a:pt x="856659" y="0"/>
                </a:lnTo>
                <a:lnTo>
                  <a:pt x="837657" y="0"/>
                </a:lnTo>
                <a:lnTo>
                  <a:pt x="818655" y="0"/>
                </a:lnTo>
                <a:lnTo>
                  <a:pt x="799662" y="0"/>
                </a:lnTo>
                <a:lnTo>
                  <a:pt x="780659" y="0"/>
                </a:lnTo>
                <a:lnTo>
                  <a:pt x="761657" y="0"/>
                </a:lnTo>
                <a:lnTo>
                  <a:pt x="742655" y="0"/>
                </a:lnTo>
                <a:lnTo>
                  <a:pt x="723652" y="0"/>
                </a:lnTo>
                <a:lnTo>
                  <a:pt x="704650" y="0"/>
                </a:lnTo>
                <a:lnTo>
                  <a:pt x="685648" y="0"/>
                </a:lnTo>
                <a:lnTo>
                  <a:pt x="666645" y="0"/>
                </a:lnTo>
                <a:lnTo>
                  <a:pt x="647643" y="0"/>
                </a:lnTo>
                <a:lnTo>
                  <a:pt x="628650" y="0"/>
                </a:lnTo>
                <a:lnTo>
                  <a:pt x="609648" y="0"/>
                </a:lnTo>
                <a:lnTo>
                  <a:pt x="590645" y="0"/>
                </a:lnTo>
                <a:lnTo>
                  <a:pt x="571643" y="0"/>
                </a:lnTo>
                <a:lnTo>
                  <a:pt x="552641" y="0"/>
                </a:lnTo>
                <a:lnTo>
                  <a:pt x="533638" y="0"/>
                </a:lnTo>
                <a:lnTo>
                  <a:pt x="514636" y="0"/>
                </a:lnTo>
                <a:lnTo>
                  <a:pt x="495633" y="0"/>
                </a:lnTo>
                <a:lnTo>
                  <a:pt x="476631" y="0"/>
                </a:lnTo>
                <a:lnTo>
                  <a:pt x="457638" y="0"/>
                </a:lnTo>
                <a:lnTo>
                  <a:pt x="438636" y="0"/>
                </a:lnTo>
                <a:lnTo>
                  <a:pt x="419633" y="0"/>
                </a:lnTo>
                <a:lnTo>
                  <a:pt x="400631" y="0"/>
                </a:lnTo>
                <a:lnTo>
                  <a:pt x="381629" y="0"/>
                </a:lnTo>
                <a:lnTo>
                  <a:pt x="362807" y="1219"/>
                </a:lnTo>
                <a:lnTo>
                  <a:pt x="344672" y="6868"/>
                </a:lnTo>
                <a:lnTo>
                  <a:pt x="326527" y="12525"/>
                </a:lnTo>
                <a:lnTo>
                  <a:pt x="308391" y="18174"/>
                </a:lnTo>
                <a:lnTo>
                  <a:pt x="290246" y="23832"/>
                </a:lnTo>
                <a:lnTo>
                  <a:pt x="272110" y="29489"/>
                </a:lnTo>
                <a:lnTo>
                  <a:pt x="253965" y="35138"/>
                </a:lnTo>
                <a:lnTo>
                  <a:pt x="235829" y="40796"/>
                </a:lnTo>
                <a:lnTo>
                  <a:pt x="217684" y="46453"/>
                </a:lnTo>
                <a:lnTo>
                  <a:pt x="199549" y="52102"/>
                </a:lnTo>
                <a:lnTo>
                  <a:pt x="181404" y="57760"/>
                </a:lnTo>
                <a:lnTo>
                  <a:pt x="163268" y="63408"/>
                </a:lnTo>
                <a:lnTo>
                  <a:pt x="145123" y="69066"/>
                </a:lnTo>
                <a:lnTo>
                  <a:pt x="126987" y="74724"/>
                </a:lnTo>
                <a:lnTo>
                  <a:pt x="108842" y="80372"/>
                </a:lnTo>
                <a:lnTo>
                  <a:pt x="90707" y="86030"/>
                </a:lnTo>
                <a:lnTo>
                  <a:pt x="72561" y="91688"/>
                </a:lnTo>
                <a:lnTo>
                  <a:pt x="54426" y="97336"/>
                </a:lnTo>
                <a:lnTo>
                  <a:pt x="36281" y="102994"/>
                </a:lnTo>
                <a:lnTo>
                  <a:pt x="18145" y="108642"/>
                </a:lnTo>
                <a:lnTo>
                  <a:pt x="0" y="114300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37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53D521A8-726F-481E-8AB0-2364B69F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39878" y="3868103"/>
            <a:ext cx="1659255" cy="114300"/>
          </a:xfrm>
          <a:custGeom xmlns:a="http://schemas.openxmlformats.org/drawingml/2006/main">
            <a:pathLst>
              <a:path w="1659255" h="114300">
                <a:moveTo>
                  <a:pt x="0" y="114300"/>
                </a:moveTo>
                <a:lnTo>
                  <a:pt x="18898" y="114300"/>
                </a:lnTo>
                <a:lnTo>
                  <a:pt x="37795" y="114300"/>
                </a:lnTo>
                <a:lnTo>
                  <a:pt x="56693" y="114300"/>
                </a:lnTo>
                <a:lnTo>
                  <a:pt x="75590" y="114300"/>
                </a:lnTo>
                <a:lnTo>
                  <a:pt x="94488" y="114300"/>
                </a:lnTo>
                <a:lnTo>
                  <a:pt x="113395" y="114300"/>
                </a:lnTo>
                <a:lnTo>
                  <a:pt x="132293" y="114300"/>
                </a:lnTo>
                <a:lnTo>
                  <a:pt x="151190" y="114300"/>
                </a:lnTo>
                <a:lnTo>
                  <a:pt x="170088" y="114300"/>
                </a:lnTo>
                <a:lnTo>
                  <a:pt x="188986" y="114300"/>
                </a:lnTo>
                <a:lnTo>
                  <a:pt x="207883" y="114300"/>
                </a:lnTo>
                <a:lnTo>
                  <a:pt x="226781" y="114300"/>
                </a:lnTo>
                <a:lnTo>
                  <a:pt x="245678" y="114300"/>
                </a:lnTo>
                <a:lnTo>
                  <a:pt x="264576" y="114300"/>
                </a:lnTo>
                <a:lnTo>
                  <a:pt x="283474" y="114300"/>
                </a:lnTo>
                <a:lnTo>
                  <a:pt x="302381" y="114300"/>
                </a:lnTo>
                <a:lnTo>
                  <a:pt x="321278" y="114300"/>
                </a:lnTo>
                <a:lnTo>
                  <a:pt x="340176" y="114300"/>
                </a:lnTo>
                <a:lnTo>
                  <a:pt x="359073" y="114300"/>
                </a:lnTo>
                <a:lnTo>
                  <a:pt x="377971" y="114300"/>
                </a:lnTo>
                <a:lnTo>
                  <a:pt x="396869" y="114300"/>
                </a:lnTo>
                <a:lnTo>
                  <a:pt x="415766" y="114300"/>
                </a:lnTo>
                <a:lnTo>
                  <a:pt x="434664" y="114300"/>
                </a:lnTo>
                <a:lnTo>
                  <a:pt x="453561" y="114300"/>
                </a:lnTo>
                <a:lnTo>
                  <a:pt x="472459" y="114300"/>
                </a:lnTo>
                <a:lnTo>
                  <a:pt x="491366" y="114300"/>
                </a:lnTo>
                <a:lnTo>
                  <a:pt x="510264" y="114300"/>
                </a:lnTo>
                <a:lnTo>
                  <a:pt x="529161" y="114300"/>
                </a:lnTo>
                <a:lnTo>
                  <a:pt x="548059" y="114300"/>
                </a:lnTo>
                <a:lnTo>
                  <a:pt x="566957" y="114300"/>
                </a:lnTo>
                <a:lnTo>
                  <a:pt x="585854" y="114300"/>
                </a:lnTo>
                <a:lnTo>
                  <a:pt x="604752" y="114300"/>
                </a:lnTo>
                <a:lnTo>
                  <a:pt x="623649" y="114300"/>
                </a:lnTo>
                <a:lnTo>
                  <a:pt x="642547" y="114300"/>
                </a:lnTo>
                <a:lnTo>
                  <a:pt x="661445" y="114300"/>
                </a:lnTo>
                <a:lnTo>
                  <a:pt x="680352" y="114300"/>
                </a:lnTo>
                <a:lnTo>
                  <a:pt x="699249" y="114300"/>
                </a:lnTo>
                <a:lnTo>
                  <a:pt x="718147" y="114300"/>
                </a:lnTo>
                <a:lnTo>
                  <a:pt x="737045" y="114300"/>
                </a:lnTo>
                <a:lnTo>
                  <a:pt x="755942" y="114300"/>
                </a:lnTo>
                <a:lnTo>
                  <a:pt x="774840" y="114300"/>
                </a:lnTo>
                <a:lnTo>
                  <a:pt x="793737" y="114300"/>
                </a:lnTo>
                <a:lnTo>
                  <a:pt x="812635" y="114300"/>
                </a:lnTo>
                <a:lnTo>
                  <a:pt x="831533" y="114300"/>
                </a:lnTo>
                <a:lnTo>
                  <a:pt x="850430" y="114300"/>
                </a:lnTo>
                <a:lnTo>
                  <a:pt x="869337" y="114300"/>
                </a:lnTo>
                <a:lnTo>
                  <a:pt x="888235" y="114300"/>
                </a:lnTo>
                <a:lnTo>
                  <a:pt x="907132" y="114300"/>
                </a:lnTo>
                <a:lnTo>
                  <a:pt x="926030" y="114300"/>
                </a:lnTo>
                <a:lnTo>
                  <a:pt x="944928" y="114300"/>
                </a:lnTo>
                <a:lnTo>
                  <a:pt x="963825" y="114300"/>
                </a:lnTo>
                <a:lnTo>
                  <a:pt x="982723" y="114300"/>
                </a:lnTo>
                <a:lnTo>
                  <a:pt x="1001620" y="114300"/>
                </a:lnTo>
                <a:lnTo>
                  <a:pt x="1020518" y="114300"/>
                </a:lnTo>
                <a:lnTo>
                  <a:pt x="1039416" y="114300"/>
                </a:lnTo>
                <a:lnTo>
                  <a:pt x="1058313" y="114300"/>
                </a:lnTo>
                <a:lnTo>
                  <a:pt x="1077220" y="114300"/>
                </a:lnTo>
                <a:lnTo>
                  <a:pt x="1096118" y="114300"/>
                </a:lnTo>
                <a:lnTo>
                  <a:pt x="1115016" y="114300"/>
                </a:lnTo>
                <a:lnTo>
                  <a:pt x="1133913" y="114300"/>
                </a:lnTo>
                <a:lnTo>
                  <a:pt x="1152811" y="114300"/>
                </a:lnTo>
                <a:lnTo>
                  <a:pt x="1171708" y="114300"/>
                </a:lnTo>
                <a:lnTo>
                  <a:pt x="1190606" y="114300"/>
                </a:lnTo>
                <a:lnTo>
                  <a:pt x="1209504" y="114300"/>
                </a:lnTo>
                <a:lnTo>
                  <a:pt x="1228401" y="114300"/>
                </a:lnTo>
                <a:lnTo>
                  <a:pt x="1247299" y="114300"/>
                </a:lnTo>
                <a:lnTo>
                  <a:pt x="1266206" y="114300"/>
                </a:lnTo>
                <a:lnTo>
                  <a:pt x="1285103" y="114300"/>
                </a:lnTo>
                <a:lnTo>
                  <a:pt x="1304001" y="114300"/>
                </a:lnTo>
                <a:lnTo>
                  <a:pt x="1322899" y="114300"/>
                </a:lnTo>
                <a:lnTo>
                  <a:pt x="1341796" y="114300"/>
                </a:lnTo>
                <a:lnTo>
                  <a:pt x="1360694" y="114300"/>
                </a:lnTo>
                <a:lnTo>
                  <a:pt x="1379591" y="114300"/>
                </a:lnTo>
                <a:lnTo>
                  <a:pt x="1397318" y="108385"/>
                </a:lnTo>
                <a:lnTo>
                  <a:pt x="1414777" y="101165"/>
                </a:lnTo>
                <a:lnTo>
                  <a:pt x="1432246" y="93936"/>
                </a:lnTo>
                <a:lnTo>
                  <a:pt x="1449705" y="86706"/>
                </a:lnTo>
                <a:lnTo>
                  <a:pt x="1467164" y="79486"/>
                </a:lnTo>
                <a:lnTo>
                  <a:pt x="1484633" y="72257"/>
                </a:lnTo>
                <a:lnTo>
                  <a:pt x="1502093" y="65037"/>
                </a:lnTo>
                <a:lnTo>
                  <a:pt x="1519552" y="57807"/>
                </a:lnTo>
                <a:lnTo>
                  <a:pt x="1537021" y="50578"/>
                </a:lnTo>
                <a:lnTo>
                  <a:pt x="1554480" y="43358"/>
                </a:lnTo>
                <a:lnTo>
                  <a:pt x="1571939" y="36128"/>
                </a:lnTo>
                <a:lnTo>
                  <a:pt x="1589408" y="28899"/>
                </a:lnTo>
                <a:lnTo>
                  <a:pt x="1606868" y="21679"/>
                </a:lnTo>
                <a:lnTo>
                  <a:pt x="1624327" y="14449"/>
                </a:lnTo>
                <a:lnTo>
                  <a:pt x="1641796" y="7229"/>
                </a:lnTo>
                <a:lnTo>
                  <a:pt x="16592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8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6F47F5DA-C9BE-4102-A6C5-6E4939A4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01828" y="3868103"/>
            <a:ext cx="12973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9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E30F0A93-A586-4BC4-873A-EA49B096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83103" y="3237909"/>
            <a:ext cx="180023" cy="406356"/>
          </a:xfrm>
          <a:custGeom xmlns:a="http://schemas.openxmlformats.org/drawingml/2006/main">
            <a:pathLst>
              <a:path w="180023" h="406356">
                <a:moveTo>
                  <a:pt x="0" y="406356"/>
                </a:moveTo>
                <a:lnTo>
                  <a:pt x="0" y="387620"/>
                </a:lnTo>
                <a:lnTo>
                  <a:pt x="0" y="368875"/>
                </a:lnTo>
                <a:lnTo>
                  <a:pt x="0" y="350139"/>
                </a:lnTo>
                <a:lnTo>
                  <a:pt x="0" y="331394"/>
                </a:lnTo>
                <a:lnTo>
                  <a:pt x="0" y="312658"/>
                </a:lnTo>
                <a:lnTo>
                  <a:pt x="0" y="293913"/>
                </a:lnTo>
                <a:lnTo>
                  <a:pt x="0" y="275177"/>
                </a:lnTo>
                <a:lnTo>
                  <a:pt x="0" y="256432"/>
                </a:lnTo>
                <a:lnTo>
                  <a:pt x="0" y="237696"/>
                </a:lnTo>
                <a:lnTo>
                  <a:pt x="0" y="218961"/>
                </a:lnTo>
                <a:lnTo>
                  <a:pt x="0" y="200216"/>
                </a:lnTo>
                <a:lnTo>
                  <a:pt x="0" y="181480"/>
                </a:lnTo>
                <a:lnTo>
                  <a:pt x="0" y="162735"/>
                </a:lnTo>
                <a:lnTo>
                  <a:pt x="0" y="143999"/>
                </a:lnTo>
                <a:lnTo>
                  <a:pt x="0" y="125254"/>
                </a:lnTo>
                <a:lnTo>
                  <a:pt x="0" y="106518"/>
                </a:lnTo>
                <a:lnTo>
                  <a:pt x="0" y="87773"/>
                </a:lnTo>
                <a:lnTo>
                  <a:pt x="124" y="69123"/>
                </a:lnTo>
                <a:lnTo>
                  <a:pt x="17545" y="62208"/>
                </a:lnTo>
                <a:lnTo>
                  <a:pt x="34966" y="55293"/>
                </a:lnTo>
                <a:lnTo>
                  <a:pt x="52378" y="48387"/>
                </a:lnTo>
                <a:lnTo>
                  <a:pt x="69799" y="41472"/>
                </a:lnTo>
                <a:lnTo>
                  <a:pt x="87220" y="34557"/>
                </a:lnTo>
                <a:lnTo>
                  <a:pt x="104642" y="27651"/>
                </a:lnTo>
                <a:lnTo>
                  <a:pt x="122053" y="20736"/>
                </a:lnTo>
                <a:lnTo>
                  <a:pt x="139475" y="13821"/>
                </a:lnTo>
                <a:lnTo>
                  <a:pt x="156896" y="6915"/>
                </a:lnTo>
                <a:lnTo>
                  <a:pt x="174317" y="0"/>
                </a:lnTo>
                <a:lnTo>
                  <a:pt x="180023" y="10335"/>
                </a:lnTo>
                <a:lnTo>
                  <a:pt x="180023" y="29070"/>
                </a:lnTo>
                <a:lnTo>
                  <a:pt x="180023" y="47815"/>
                </a:lnTo>
                <a:lnTo>
                  <a:pt x="180023" y="66551"/>
                </a:lnTo>
                <a:lnTo>
                  <a:pt x="180023" y="85287"/>
                </a:lnTo>
                <a:lnTo>
                  <a:pt x="180023" y="104032"/>
                </a:lnTo>
                <a:lnTo>
                  <a:pt x="180023" y="122768"/>
                </a:lnTo>
                <a:lnTo>
                  <a:pt x="180023" y="141513"/>
                </a:lnTo>
                <a:lnTo>
                  <a:pt x="180023" y="160249"/>
                </a:lnTo>
                <a:lnTo>
                  <a:pt x="180023" y="178994"/>
                </a:lnTo>
                <a:lnTo>
                  <a:pt x="180023" y="197729"/>
                </a:lnTo>
                <a:lnTo>
                  <a:pt x="180023" y="216475"/>
                </a:lnTo>
                <a:lnTo>
                  <a:pt x="180023" y="235210"/>
                </a:lnTo>
                <a:lnTo>
                  <a:pt x="180023" y="253956"/>
                </a:lnTo>
                <a:lnTo>
                  <a:pt x="180023" y="272691"/>
                </a:lnTo>
                <a:lnTo>
                  <a:pt x="180023" y="291427"/>
                </a:lnTo>
                <a:lnTo>
                  <a:pt x="180023" y="310172"/>
                </a:lnTo>
                <a:lnTo>
                  <a:pt x="166726" y="320792"/>
                </a:lnTo>
                <a:lnTo>
                  <a:pt x="150047" y="329346"/>
                </a:lnTo>
                <a:lnTo>
                  <a:pt x="133379" y="337899"/>
                </a:lnTo>
                <a:lnTo>
                  <a:pt x="116710" y="346462"/>
                </a:lnTo>
                <a:lnTo>
                  <a:pt x="100032" y="355016"/>
                </a:lnTo>
                <a:lnTo>
                  <a:pt x="83363" y="363569"/>
                </a:lnTo>
                <a:lnTo>
                  <a:pt x="66694" y="372132"/>
                </a:lnTo>
                <a:lnTo>
                  <a:pt x="50016" y="380686"/>
                </a:lnTo>
                <a:lnTo>
                  <a:pt x="33347" y="389239"/>
                </a:lnTo>
                <a:lnTo>
                  <a:pt x="16669" y="397802"/>
                </a:lnTo>
                <a:lnTo>
                  <a:pt x="0" y="406356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40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08471A4F-43C7-4C1C-9F0F-0AFB9BB6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1963" y="3551873"/>
            <a:ext cx="1675228" cy="92393"/>
          </a:xfrm>
          <a:custGeom xmlns:a="http://schemas.openxmlformats.org/drawingml/2006/main">
            <a:pathLst>
              <a:path w="1675228" h="92393">
                <a:moveTo>
                  <a:pt x="0" y="92393"/>
                </a:moveTo>
                <a:lnTo>
                  <a:pt x="18993" y="92393"/>
                </a:lnTo>
                <a:lnTo>
                  <a:pt x="37986" y="92393"/>
                </a:lnTo>
                <a:lnTo>
                  <a:pt x="56979" y="92393"/>
                </a:lnTo>
                <a:lnTo>
                  <a:pt x="75971" y="92393"/>
                </a:lnTo>
                <a:lnTo>
                  <a:pt x="94964" y="92393"/>
                </a:lnTo>
                <a:lnTo>
                  <a:pt x="113957" y="92393"/>
                </a:lnTo>
                <a:lnTo>
                  <a:pt x="132950" y="92393"/>
                </a:lnTo>
                <a:lnTo>
                  <a:pt x="151952" y="92393"/>
                </a:lnTo>
                <a:lnTo>
                  <a:pt x="170945" y="92393"/>
                </a:lnTo>
                <a:lnTo>
                  <a:pt x="189938" y="92393"/>
                </a:lnTo>
                <a:lnTo>
                  <a:pt x="208931" y="92393"/>
                </a:lnTo>
                <a:lnTo>
                  <a:pt x="227924" y="92393"/>
                </a:lnTo>
                <a:lnTo>
                  <a:pt x="246917" y="92393"/>
                </a:lnTo>
                <a:lnTo>
                  <a:pt x="265909" y="92393"/>
                </a:lnTo>
                <a:lnTo>
                  <a:pt x="284902" y="92393"/>
                </a:lnTo>
                <a:lnTo>
                  <a:pt x="303895" y="92393"/>
                </a:lnTo>
                <a:lnTo>
                  <a:pt x="322888" y="92393"/>
                </a:lnTo>
                <a:lnTo>
                  <a:pt x="341881" y="92393"/>
                </a:lnTo>
                <a:lnTo>
                  <a:pt x="360874" y="92393"/>
                </a:lnTo>
                <a:lnTo>
                  <a:pt x="379867" y="92393"/>
                </a:lnTo>
                <a:lnTo>
                  <a:pt x="398859" y="92393"/>
                </a:lnTo>
                <a:lnTo>
                  <a:pt x="417862" y="92393"/>
                </a:lnTo>
                <a:lnTo>
                  <a:pt x="436855" y="92393"/>
                </a:lnTo>
                <a:lnTo>
                  <a:pt x="455847" y="92393"/>
                </a:lnTo>
                <a:lnTo>
                  <a:pt x="474840" y="92393"/>
                </a:lnTo>
                <a:lnTo>
                  <a:pt x="493833" y="92393"/>
                </a:lnTo>
                <a:lnTo>
                  <a:pt x="512826" y="92393"/>
                </a:lnTo>
                <a:lnTo>
                  <a:pt x="531819" y="92393"/>
                </a:lnTo>
                <a:lnTo>
                  <a:pt x="550812" y="92393"/>
                </a:lnTo>
                <a:lnTo>
                  <a:pt x="569805" y="92393"/>
                </a:lnTo>
                <a:lnTo>
                  <a:pt x="588797" y="92393"/>
                </a:lnTo>
                <a:lnTo>
                  <a:pt x="607790" y="92393"/>
                </a:lnTo>
                <a:lnTo>
                  <a:pt x="626783" y="92393"/>
                </a:lnTo>
                <a:lnTo>
                  <a:pt x="645776" y="92393"/>
                </a:lnTo>
                <a:lnTo>
                  <a:pt x="664769" y="92393"/>
                </a:lnTo>
                <a:lnTo>
                  <a:pt x="683771" y="92393"/>
                </a:lnTo>
                <a:lnTo>
                  <a:pt x="702764" y="92393"/>
                </a:lnTo>
                <a:lnTo>
                  <a:pt x="721757" y="92393"/>
                </a:lnTo>
                <a:lnTo>
                  <a:pt x="740750" y="92393"/>
                </a:lnTo>
                <a:lnTo>
                  <a:pt x="759743" y="92393"/>
                </a:lnTo>
                <a:lnTo>
                  <a:pt x="778735" y="92393"/>
                </a:lnTo>
                <a:lnTo>
                  <a:pt x="797728" y="92393"/>
                </a:lnTo>
                <a:lnTo>
                  <a:pt x="816721" y="92393"/>
                </a:lnTo>
                <a:lnTo>
                  <a:pt x="835714" y="92393"/>
                </a:lnTo>
                <a:lnTo>
                  <a:pt x="854707" y="92393"/>
                </a:lnTo>
                <a:lnTo>
                  <a:pt x="873700" y="92393"/>
                </a:lnTo>
                <a:lnTo>
                  <a:pt x="892693" y="92393"/>
                </a:lnTo>
                <a:lnTo>
                  <a:pt x="911685" y="92393"/>
                </a:lnTo>
                <a:lnTo>
                  <a:pt x="930678" y="92393"/>
                </a:lnTo>
                <a:lnTo>
                  <a:pt x="949681" y="92393"/>
                </a:lnTo>
                <a:lnTo>
                  <a:pt x="968673" y="92393"/>
                </a:lnTo>
                <a:lnTo>
                  <a:pt x="987666" y="92393"/>
                </a:lnTo>
                <a:lnTo>
                  <a:pt x="1006659" y="92393"/>
                </a:lnTo>
                <a:lnTo>
                  <a:pt x="1025652" y="92393"/>
                </a:lnTo>
                <a:lnTo>
                  <a:pt x="1044645" y="92393"/>
                </a:lnTo>
                <a:lnTo>
                  <a:pt x="1063638" y="92393"/>
                </a:lnTo>
                <a:lnTo>
                  <a:pt x="1082631" y="92393"/>
                </a:lnTo>
                <a:lnTo>
                  <a:pt x="1101623" y="92393"/>
                </a:lnTo>
                <a:lnTo>
                  <a:pt x="1120616" y="92393"/>
                </a:lnTo>
                <a:lnTo>
                  <a:pt x="1139609" y="92393"/>
                </a:lnTo>
                <a:lnTo>
                  <a:pt x="1158602" y="92393"/>
                </a:lnTo>
                <a:lnTo>
                  <a:pt x="1177595" y="92393"/>
                </a:lnTo>
                <a:lnTo>
                  <a:pt x="1196588" y="92393"/>
                </a:lnTo>
                <a:lnTo>
                  <a:pt x="1215590" y="92393"/>
                </a:lnTo>
                <a:lnTo>
                  <a:pt x="1234583" y="92393"/>
                </a:lnTo>
                <a:lnTo>
                  <a:pt x="1253576" y="92393"/>
                </a:lnTo>
                <a:lnTo>
                  <a:pt x="1272569" y="92393"/>
                </a:lnTo>
                <a:lnTo>
                  <a:pt x="1291561" y="92393"/>
                </a:lnTo>
                <a:lnTo>
                  <a:pt x="1310554" y="92393"/>
                </a:lnTo>
                <a:lnTo>
                  <a:pt x="1329547" y="92393"/>
                </a:lnTo>
                <a:lnTo>
                  <a:pt x="1348540" y="92393"/>
                </a:lnTo>
                <a:lnTo>
                  <a:pt x="1367533" y="92393"/>
                </a:lnTo>
                <a:lnTo>
                  <a:pt x="1386526" y="92393"/>
                </a:lnTo>
                <a:lnTo>
                  <a:pt x="1405519" y="92393"/>
                </a:lnTo>
                <a:lnTo>
                  <a:pt x="1424511" y="92393"/>
                </a:lnTo>
                <a:lnTo>
                  <a:pt x="1443504" y="92393"/>
                </a:lnTo>
                <a:lnTo>
                  <a:pt x="1462497" y="92393"/>
                </a:lnTo>
                <a:lnTo>
                  <a:pt x="1481499" y="92393"/>
                </a:lnTo>
                <a:lnTo>
                  <a:pt x="1500492" y="92393"/>
                </a:lnTo>
                <a:lnTo>
                  <a:pt x="1517456" y="84020"/>
                </a:lnTo>
                <a:lnTo>
                  <a:pt x="1534354" y="75343"/>
                </a:lnTo>
                <a:lnTo>
                  <a:pt x="1551251" y="66675"/>
                </a:lnTo>
                <a:lnTo>
                  <a:pt x="1568148" y="57998"/>
                </a:lnTo>
                <a:lnTo>
                  <a:pt x="1585046" y="49330"/>
                </a:lnTo>
                <a:lnTo>
                  <a:pt x="1601953" y="40653"/>
                </a:lnTo>
                <a:lnTo>
                  <a:pt x="1618850" y="31985"/>
                </a:lnTo>
                <a:lnTo>
                  <a:pt x="1635747" y="23308"/>
                </a:lnTo>
                <a:lnTo>
                  <a:pt x="1652645" y="14640"/>
                </a:lnTo>
                <a:lnTo>
                  <a:pt x="1669542" y="5963"/>
                </a:lnTo>
                <a:lnTo>
                  <a:pt x="1675228" y="0"/>
                </a:lnTo>
                <a:lnTo>
                  <a:pt x="1656236" y="0"/>
                </a:lnTo>
                <a:lnTo>
                  <a:pt x="1637243" y="0"/>
                </a:lnTo>
                <a:lnTo>
                  <a:pt x="1618250" y="0"/>
                </a:lnTo>
                <a:lnTo>
                  <a:pt x="1599257" y="0"/>
                </a:lnTo>
                <a:lnTo>
                  <a:pt x="1580264" y="0"/>
                </a:lnTo>
                <a:lnTo>
                  <a:pt x="1561271" y="0"/>
                </a:lnTo>
                <a:lnTo>
                  <a:pt x="1542278" y="0"/>
                </a:lnTo>
                <a:lnTo>
                  <a:pt x="1523286" y="0"/>
                </a:lnTo>
                <a:lnTo>
                  <a:pt x="1504293" y="0"/>
                </a:lnTo>
                <a:lnTo>
                  <a:pt x="1485300" y="0"/>
                </a:lnTo>
                <a:lnTo>
                  <a:pt x="1466307" y="0"/>
                </a:lnTo>
                <a:lnTo>
                  <a:pt x="1447314" y="0"/>
                </a:lnTo>
                <a:lnTo>
                  <a:pt x="1428321" y="0"/>
                </a:lnTo>
                <a:lnTo>
                  <a:pt x="1409319" y="0"/>
                </a:lnTo>
                <a:lnTo>
                  <a:pt x="1390326" y="0"/>
                </a:lnTo>
                <a:lnTo>
                  <a:pt x="1371333" y="0"/>
                </a:lnTo>
                <a:lnTo>
                  <a:pt x="1352340" y="0"/>
                </a:lnTo>
                <a:lnTo>
                  <a:pt x="1333348" y="0"/>
                </a:lnTo>
                <a:lnTo>
                  <a:pt x="1314355" y="0"/>
                </a:lnTo>
                <a:lnTo>
                  <a:pt x="1295362" y="0"/>
                </a:lnTo>
                <a:lnTo>
                  <a:pt x="1276369" y="0"/>
                </a:lnTo>
                <a:lnTo>
                  <a:pt x="1257376" y="0"/>
                </a:lnTo>
                <a:lnTo>
                  <a:pt x="1238383" y="0"/>
                </a:lnTo>
                <a:lnTo>
                  <a:pt x="1219391" y="0"/>
                </a:lnTo>
                <a:lnTo>
                  <a:pt x="1200398" y="0"/>
                </a:lnTo>
                <a:lnTo>
                  <a:pt x="1181405" y="0"/>
                </a:lnTo>
                <a:lnTo>
                  <a:pt x="1162412" y="0"/>
                </a:lnTo>
                <a:lnTo>
                  <a:pt x="1143410" y="0"/>
                </a:lnTo>
                <a:lnTo>
                  <a:pt x="1124417" y="0"/>
                </a:lnTo>
                <a:lnTo>
                  <a:pt x="1105424" y="0"/>
                </a:lnTo>
                <a:lnTo>
                  <a:pt x="1086431" y="0"/>
                </a:lnTo>
                <a:lnTo>
                  <a:pt x="1067438" y="0"/>
                </a:lnTo>
                <a:lnTo>
                  <a:pt x="1048445" y="0"/>
                </a:lnTo>
                <a:lnTo>
                  <a:pt x="1029452" y="0"/>
                </a:lnTo>
                <a:lnTo>
                  <a:pt x="1010460" y="0"/>
                </a:lnTo>
                <a:lnTo>
                  <a:pt x="991467" y="0"/>
                </a:lnTo>
                <a:lnTo>
                  <a:pt x="972474" y="0"/>
                </a:lnTo>
                <a:lnTo>
                  <a:pt x="953481" y="0"/>
                </a:lnTo>
                <a:lnTo>
                  <a:pt x="934488" y="0"/>
                </a:lnTo>
                <a:lnTo>
                  <a:pt x="915495" y="0"/>
                </a:lnTo>
                <a:lnTo>
                  <a:pt x="896503" y="0"/>
                </a:lnTo>
                <a:lnTo>
                  <a:pt x="877500" y="0"/>
                </a:lnTo>
                <a:lnTo>
                  <a:pt x="858507" y="0"/>
                </a:lnTo>
                <a:lnTo>
                  <a:pt x="839514" y="0"/>
                </a:lnTo>
                <a:lnTo>
                  <a:pt x="820522" y="0"/>
                </a:lnTo>
                <a:lnTo>
                  <a:pt x="801529" y="0"/>
                </a:lnTo>
                <a:lnTo>
                  <a:pt x="782536" y="0"/>
                </a:lnTo>
                <a:lnTo>
                  <a:pt x="763543" y="0"/>
                </a:lnTo>
                <a:lnTo>
                  <a:pt x="744550" y="0"/>
                </a:lnTo>
                <a:lnTo>
                  <a:pt x="725557" y="0"/>
                </a:lnTo>
                <a:lnTo>
                  <a:pt x="706565" y="0"/>
                </a:lnTo>
                <a:lnTo>
                  <a:pt x="687572" y="0"/>
                </a:lnTo>
                <a:lnTo>
                  <a:pt x="668579" y="0"/>
                </a:lnTo>
                <a:lnTo>
                  <a:pt x="649586" y="0"/>
                </a:lnTo>
                <a:lnTo>
                  <a:pt x="630593" y="0"/>
                </a:lnTo>
                <a:lnTo>
                  <a:pt x="611591" y="0"/>
                </a:lnTo>
                <a:lnTo>
                  <a:pt x="592598" y="0"/>
                </a:lnTo>
                <a:lnTo>
                  <a:pt x="573605" y="0"/>
                </a:lnTo>
                <a:lnTo>
                  <a:pt x="554612" y="0"/>
                </a:lnTo>
                <a:lnTo>
                  <a:pt x="535619" y="0"/>
                </a:lnTo>
                <a:lnTo>
                  <a:pt x="516626" y="0"/>
                </a:lnTo>
                <a:lnTo>
                  <a:pt x="497634" y="0"/>
                </a:lnTo>
                <a:lnTo>
                  <a:pt x="478641" y="0"/>
                </a:lnTo>
                <a:lnTo>
                  <a:pt x="459648" y="0"/>
                </a:lnTo>
                <a:lnTo>
                  <a:pt x="440655" y="0"/>
                </a:lnTo>
                <a:lnTo>
                  <a:pt x="421662" y="0"/>
                </a:lnTo>
                <a:lnTo>
                  <a:pt x="402669" y="0"/>
                </a:lnTo>
                <a:lnTo>
                  <a:pt x="383677" y="0"/>
                </a:lnTo>
                <a:lnTo>
                  <a:pt x="364684" y="0"/>
                </a:lnTo>
                <a:lnTo>
                  <a:pt x="345681" y="0"/>
                </a:lnTo>
                <a:lnTo>
                  <a:pt x="326688" y="0"/>
                </a:lnTo>
                <a:lnTo>
                  <a:pt x="307696" y="0"/>
                </a:lnTo>
                <a:lnTo>
                  <a:pt x="288703" y="0"/>
                </a:lnTo>
                <a:lnTo>
                  <a:pt x="269900" y="1172"/>
                </a:lnTo>
                <a:lnTo>
                  <a:pt x="251908" y="7249"/>
                </a:lnTo>
                <a:lnTo>
                  <a:pt x="233915" y="13335"/>
                </a:lnTo>
                <a:lnTo>
                  <a:pt x="215922" y="19412"/>
                </a:lnTo>
                <a:lnTo>
                  <a:pt x="197930" y="25498"/>
                </a:lnTo>
                <a:lnTo>
                  <a:pt x="179937" y="31575"/>
                </a:lnTo>
                <a:lnTo>
                  <a:pt x="161944" y="37662"/>
                </a:lnTo>
                <a:lnTo>
                  <a:pt x="143951" y="43739"/>
                </a:lnTo>
                <a:lnTo>
                  <a:pt x="125959" y="49825"/>
                </a:lnTo>
                <a:lnTo>
                  <a:pt x="107966" y="55902"/>
                </a:lnTo>
                <a:lnTo>
                  <a:pt x="89964" y="61989"/>
                </a:lnTo>
                <a:lnTo>
                  <a:pt x="71971" y="68066"/>
                </a:lnTo>
                <a:lnTo>
                  <a:pt x="53978" y="74152"/>
                </a:lnTo>
                <a:lnTo>
                  <a:pt x="35985" y="80229"/>
                </a:lnTo>
                <a:lnTo>
                  <a:pt x="17993" y="86316"/>
                </a:lnTo>
                <a:lnTo>
                  <a:pt x="0" y="92393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41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387C98B0-1D20-4D7A-9067-2B032ECA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41018" y="3551873"/>
            <a:ext cx="1566863" cy="92393"/>
          </a:xfrm>
          <a:custGeom xmlns:a="http://schemas.openxmlformats.org/drawingml/2006/main">
            <a:pathLst>
              <a:path w="1566863" h="92393">
                <a:moveTo>
                  <a:pt x="0" y="92393"/>
                </a:moveTo>
                <a:lnTo>
                  <a:pt x="18917" y="92393"/>
                </a:lnTo>
                <a:lnTo>
                  <a:pt x="37824" y="92393"/>
                </a:lnTo>
                <a:lnTo>
                  <a:pt x="56740" y="92393"/>
                </a:lnTo>
                <a:lnTo>
                  <a:pt x="75657" y="92393"/>
                </a:lnTo>
                <a:lnTo>
                  <a:pt x="94574" y="92393"/>
                </a:lnTo>
                <a:lnTo>
                  <a:pt x="113481" y="92393"/>
                </a:lnTo>
                <a:lnTo>
                  <a:pt x="132398" y="92393"/>
                </a:lnTo>
                <a:lnTo>
                  <a:pt x="151314" y="92393"/>
                </a:lnTo>
                <a:lnTo>
                  <a:pt x="170221" y="92393"/>
                </a:lnTo>
                <a:lnTo>
                  <a:pt x="189138" y="92393"/>
                </a:lnTo>
                <a:lnTo>
                  <a:pt x="208055" y="92393"/>
                </a:lnTo>
                <a:lnTo>
                  <a:pt x="226971" y="92393"/>
                </a:lnTo>
                <a:lnTo>
                  <a:pt x="245878" y="92393"/>
                </a:lnTo>
                <a:lnTo>
                  <a:pt x="264795" y="92393"/>
                </a:lnTo>
                <a:lnTo>
                  <a:pt x="283712" y="92393"/>
                </a:lnTo>
                <a:lnTo>
                  <a:pt x="302628" y="92393"/>
                </a:lnTo>
                <a:lnTo>
                  <a:pt x="321535" y="92393"/>
                </a:lnTo>
                <a:lnTo>
                  <a:pt x="340452" y="92393"/>
                </a:lnTo>
                <a:lnTo>
                  <a:pt x="359369" y="92393"/>
                </a:lnTo>
                <a:lnTo>
                  <a:pt x="378276" y="92393"/>
                </a:lnTo>
                <a:lnTo>
                  <a:pt x="397193" y="92393"/>
                </a:lnTo>
                <a:lnTo>
                  <a:pt x="416109" y="92393"/>
                </a:lnTo>
                <a:lnTo>
                  <a:pt x="435026" y="92393"/>
                </a:lnTo>
                <a:lnTo>
                  <a:pt x="453933" y="92393"/>
                </a:lnTo>
                <a:lnTo>
                  <a:pt x="472850" y="92393"/>
                </a:lnTo>
                <a:lnTo>
                  <a:pt x="491766" y="92393"/>
                </a:lnTo>
                <a:lnTo>
                  <a:pt x="510673" y="92393"/>
                </a:lnTo>
                <a:lnTo>
                  <a:pt x="529590" y="92393"/>
                </a:lnTo>
                <a:lnTo>
                  <a:pt x="548507" y="92393"/>
                </a:lnTo>
                <a:lnTo>
                  <a:pt x="567423" y="92393"/>
                </a:lnTo>
                <a:lnTo>
                  <a:pt x="586330" y="92393"/>
                </a:lnTo>
                <a:lnTo>
                  <a:pt x="605247" y="92393"/>
                </a:lnTo>
                <a:lnTo>
                  <a:pt x="624164" y="92393"/>
                </a:lnTo>
                <a:lnTo>
                  <a:pt x="643071" y="92393"/>
                </a:lnTo>
                <a:lnTo>
                  <a:pt x="661988" y="92393"/>
                </a:lnTo>
                <a:lnTo>
                  <a:pt x="680904" y="92393"/>
                </a:lnTo>
                <a:lnTo>
                  <a:pt x="699821" y="92393"/>
                </a:lnTo>
                <a:lnTo>
                  <a:pt x="718728" y="92393"/>
                </a:lnTo>
                <a:lnTo>
                  <a:pt x="737645" y="92393"/>
                </a:lnTo>
                <a:lnTo>
                  <a:pt x="756561" y="92393"/>
                </a:lnTo>
                <a:lnTo>
                  <a:pt x="775478" y="92393"/>
                </a:lnTo>
                <a:lnTo>
                  <a:pt x="794385" y="92393"/>
                </a:lnTo>
                <a:lnTo>
                  <a:pt x="813302" y="92393"/>
                </a:lnTo>
                <a:lnTo>
                  <a:pt x="832218" y="92393"/>
                </a:lnTo>
                <a:lnTo>
                  <a:pt x="851125" y="92393"/>
                </a:lnTo>
                <a:lnTo>
                  <a:pt x="870042" y="92393"/>
                </a:lnTo>
                <a:lnTo>
                  <a:pt x="888959" y="92393"/>
                </a:lnTo>
                <a:lnTo>
                  <a:pt x="907875" y="92393"/>
                </a:lnTo>
                <a:lnTo>
                  <a:pt x="926783" y="92393"/>
                </a:lnTo>
                <a:lnTo>
                  <a:pt x="945699" y="92393"/>
                </a:lnTo>
                <a:lnTo>
                  <a:pt x="964616" y="92393"/>
                </a:lnTo>
                <a:lnTo>
                  <a:pt x="983523" y="92393"/>
                </a:lnTo>
                <a:lnTo>
                  <a:pt x="1002440" y="92393"/>
                </a:lnTo>
                <a:lnTo>
                  <a:pt x="1021356" y="92393"/>
                </a:lnTo>
                <a:lnTo>
                  <a:pt x="1040273" y="92393"/>
                </a:lnTo>
                <a:lnTo>
                  <a:pt x="1059180" y="92393"/>
                </a:lnTo>
                <a:lnTo>
                  <a:pt x="1078097" y="92393"/>
                </a:lnTo>
                <a:lnTo>
                  <a:pt x="1097013" y="92393"/>
                </a:lnTo>
                <a:lnTo>
                  <a:pt x="1115920" y="92393"/>
                </a:lnTo>
                <a:lnTo>
                  <a:pt x="1134837" y="92393"/>
                </a:lnTo>
                <a:lnTo>
                  <a:pt x="1153754" y="92393"/>
                </a:lnTo>
                <a:lnTo>
                  <a:pt x="1172670" y="92393"/>
                </a:lnTo>
                <a:lnTo>
                  <a:pt x="1191578" y="92393"/>
                </a:lnTo>
                <a:lnTo>
                  <a:pt x="1210494" y="92393"/>
                </a:lnTo>
                <a:lnTo>
                  <a:pt x="1229411" y="92393"/>
                </a:lnTo>
                <a:lnTo>
                  <a:pt x="1248327" y="92393"/>
                </a:lnTo>
                <a:lnTo>
                  <a:pt x="1267235" y="92393"/>
                </a:lnTo>
                <a:lnTo>
                  <a:pt x="1286151" y="92393"/>
                </a:lnTo>
                <a:lnTo>
                  <a:pt x="1305068" y="92393"/>
                </a:lnTo>
                <a:lnTo>
                  <a:pt x="1323975" y="92393"/>
                </a:lnTo>
                <a:lnTo>
                  <a:pt x="1342892" y="92393"/>
                </a:lnTo>
                <a:lnTo>
                  <a:pt x="1361808" y="92393"/>
                </a:lnTo>
                <a:lnTo>
                  <a:pt x="1380725" y="92393"/>
                </a:lnTo>
                <a:lnTo>
                  <a:pt x="1397870" y="84934"/>
                </a:lnTo>
                <a:lnTo>
                  <a:pt x="1414767" y="76438"/>
                </a:lnTo>
                <a:lnTo>
                  <a:pt x="1431665" y="67951"/>
                </a:lnTo>
                <a:lnTo>
                  <a:pt x="1448562" y="59455"/>
                </a:lnTo>
                <a:lnTo>
                  <a:pt x="1465469" y="50959"/>
                </a:lnTo>
                <a:lnTo>
                  <a:pt x="1482366" y="42472"/>
                </a:lnTo>
                <a:lnTo>
                  <a:pt x="1499264" y="33976"/>
                </a:lnTo>
                <a:lnTo>
                  <a:pt x="1516161" y="25479"/>
                </a:lnTo>
                <a:lnTo>
                  <a:pt x="1533068" y="16983"/>
                </a:lnTo>
                <a:lnTo>
                  <a:pt x="1549965" y="8496"/>
                </a:lnTo>
                <a:lnTo>
                  <a:pt x="15668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42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E1644298-3E67-4D53-8896-50F53DF3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10575" y="3551873"/>
            <a:ext cx="12973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43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28EBF73F-C649-4B11-993A-E7C469D1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84243" y="3237786"/>
            <a:ext cx="87630" cy="149076"/>
          </a:xfrm>
          <a:custGeom xmlns:a="http://schemas.openxmlformats.org/drawingml/2006/main">
            <a:pathLst>
              <a:path w="87630" h="149076">
                <a:moveTo>
                  <a:pt x="0" y="69294"/>
                </a:moveTo>
                <a:lnTo>
                  <a:pt x="0" y="81486"/>
                </a:lnTo>
                <a:lnTo>
                  <a:pt x="0" y="93669"/>
                </a:lnTo>
                <a:lnTo>
                  <a:pt x="0" y="105851"/>
                </a:lnTo>
                <a:lnTo>
                  <a:pt x="0" y="118043"/>
                </a:lnTo>
                <a:lnTo>
                  <a:pt x="0" y="130226"/>
                </a:lnTo>
                <a:lnTo>
                  <a:pt x="0" y="142418"/>
                </a:lnTo>
                <a:lnTo>
                  <a:pt x="2629" y="149076"/>
                </a:lnTo>
                <a:lnTo>
                  <a:pt x="12068" y="141370"/>
                </a:lnTo>
                <a:lnTo>
                  <a:pt x="21517" y="133674"/>
                </a:lnTo>
                <a:lnTo>
                  <a:pt x="30956" y="125978"/>
                </a:lnTo>
                <a:lnTo>
                  <a:pt x="40405" y="118272"/>
                </a:lnTo>
                <a:lnTo>
                  <a:pt x="49854" y="110576"/>
                </a:lnTo>
                <a:lnTo>
                  <a:pt x="59293" y="102880"/>
                </a:lnTo>
                <a:lnTo>
                  <a:pt x="68742" y="95174"/>
                </a:lnTo>
                <a:lnTo>
                  <a:pt x="78181" y="87478"/>
                </a:lnTo>
                <a:lnTo>
                  <a:pt x="87630" y="79772"/>
                </a:lnTo>
                <a:lnTo>
                  <a:pt x="87630" y="67589"/>
                </a:lnTo>
                <a:lnTo>
                  <a:pt x="87630" y="55407"/>
                </a:lnTo>
                <a:lnTo>
                  <a:pt x="87630" y="43215"/>
                </a:lnTo>
                <a:lnTo>
                  <a:pt x="87630" y="31032"/>
                </a:lnTo>
                <a:lnTo>
                  <a:pt x="87630" y="18850"/>
                </a:lnTo>
                <a:lnTo>
                  <a:pt x="87630" y="6658"/>
                </a:lnTo>
                <a:lnTo>
                  <a:pt x="85001" y="0"/>
                </a:lnTo>
                <a:lnTo>
                  <a:pt x="75562" y="7696"/>
                </a:lnTo>
                <a:lnTo>
                  <a:pt x="66113" y="15402"/>
                </a:lnTo>
                <a:lnTo>
                  <a:pt x="56674" y="23098"/>
                </a:lnTo>
                <a:lnTo>
                  <a:pt x="47225" y="30794"/>
                </a:lnTo>
                <a:lnTo>
                  <a:pt x="37776" y="38500"/>
                </a:lnTo>
                <a:lnTo>
                  <a:pt x="28337" y="46196"/>
                </a:lnTo>
                <a:lnTo>
                  <a:pt x="18888" y="53902"/>
                </a:lnTo>
                <a:lnTo>
                  <a:pt x="9449" y="61598"/>
                </a:lnTo>
                <a:lnTo>
                  <a:pt x="0" y="69294"/>
                </a:lnTo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44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EB2C4B09-97F6-4625-BCBF-40EE70A2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83103" y="3235643"/>
            <a:ext cx="1585141" cy="71438"/>
          </a:xfrm>
          <a:custGeom xmlns:a="http://schemas.openxmlformats.org/drawingml/2006/main">
            <a:pathLst>
              <a:path w="1585141" h="71438">
                <a:moveTo>
                  <a:pt x="0" y="71438"/>
                </a:moveTo>
                <a:lnTo>
                  <a:pt x="19031" y="71438"/>
                </a:lnTo>
                <a:lnTo>
                  <a:pt x="38062" y="71438"/>
                </a:lnTo>
                <a:lnTo>
                  <a:pt x="57102" y="71438"/>
                </a:lnTo>
                <a:lnTo>
                  <a:pt x="76133" y="71438"/>
                </a:lnTo>
                <a:lnTo>
                  <a:pt x="95164" y="71438"/>
                </a:lnTo>
                <a:lnTo>
                  <a:pt x="114195" y="71438"/>
                </a:lnTo>
                <a:lnTo>
                  <a:pt x="133236" y="71438"/>
                </a:lnTo>
                <a:lnTo>
                  <a:pt x="152267" y="71438"/>
                </a:lnTo>
                <a:lnTo>
                  <a:pt x="171298" y="71438"/>
                </a:lnTo>
                <a:lnTo>
                  <a:pt x="190329" y="71438"/>
                </a:lnTo>
                <a:lnTo>
                  <a:pt x="209369" y="71438"/>
                </a:lnTo>
                <a:lnTo>
                  <a:pt x="228400" y="71438"/>
                </a:lnTo>
                <a:lnTo>
                  <a:pt x="247431" y="71438"/>
                </a:lnTo>
                <a:lnTo>
                  <a:pt x="266462" y="71438"/>
                </a:lnTo>
                <a:lnTo>
                  <a:pt x="285502" y="71438"/>
                </a:lnTo>
                <a:lnTo>
                  <a:pt x="304533" y="71438"/>
                </a:lnTo>
                <a:lnTo>
                  <a:pt x="323564" y="71438"/>
                </a:lnTo>
                <a:lnTo>
                  <a:pt x="342595" y="71438"/>
                </a:lnTo>
                <a:lnTo>
                  <a:pt x="361636" y="71438"/>
                </a:lnTo>
                <a:lnTo>
                  <a:pt x="380667" y="71438"/>
                </a:lnTo>
                <a:lnTo>
                  <a:pt x="399698" y="71438"/>
                </a:lnTo>
                <a:lnTo>
                  <a:pt x="418729" y="71438"/>
                </a:lnTo>
                <a:lnTo>
                  <a:pt x="437769" y="71438"/>
                </a:lnTo>
                <a:lnTo>
                  <a:pt x="456800" y="71438"/>
                </a:lnTo>
                <a:lnTo>
                  <a:pt x="475831" y="71438"/>
                </a:lnTo>
                <a:lnTo>
                  <a:pt x="494862" y="71438"/>
                </a:lnTo>
                <a:lnTo>
                  <a:pt x="513902" y="71438"/>
                </a:lnTo>
                <a:lnTo>
                  <a:pt x="532933" y="71438"/>
                </a:lnTo>
                <a:lnTo>
                  <a:pt x="551964" y="71438"/>
                </a:lnTo>
                <a:lnTo>
                  <a:pt x="570995" y="71438"/>
                </a:lnTo>
                <a:lnTo>
                  <a:pt x="590036" y="71438"/>
                </a:lnTo>
                <a:lnTo>
                  <a:pt x="609067" y="71438"/>
                </a:lnTo>
                <a:lnTo>
                  <a:pt x="628098" y="71438"/>
                </a:lnTo>
                <a:lnTo>
                  <a:pt x="647129" y="71438"/>
                </a:lnTo>
                <a:lnTo>
                  <a:pt x="666169" y="71438"/>
                </a:lnTo>
                <a:lnTo>
                  <a:pt x="685200" y="71438"/>
                </a:lnTo>
                <a:lnTo>
                  <a:pt x="704231" y="71438"/>
                </a:lnTo>
                <a:lnTo>
                  <a:pt x="723262" y="71438"/>
                </a:lnTo>
                <a:lnTo>
                  <a:pt x="742302" y="71438"/>
                </a:lnTo>
                <a:lnTo>
                  <a:pt x="761333" y="71438"/>
                </a:lnTo>
                <a:lnTo>
                  <a:pt x="780364" y="71438"/>
                </a:lnTo>
                <a:lnTo>
                  <a:pt x="799395" y="71438"/>
                </a:lnTo>
                <a:lnTo>
                  <a:pt x="818436" y="71438"/>
                </a:lnTo>
                <a:lnTo>
                  <a:pt x="837467" y="71438"/>
                </a:lnTo>
                <a:lnTo>
                  <a:pt x="856498" y="71438"/>
                </a:lnTo>
                <a:lnTo>
                  <a:pt x="875528" y="71438"/>
                </a:lnTo>
                <a:lnTo>
                  <a:pt x="894569" y="71438"/>
                </a:lnTo>
                <a:lnTo>
                  <a:pt x="913600" y="71438"/>
                </a:lnTo>
                <a:lnTo>
                  <a:pt x="932631" y="71438"/>
                </a:lnTo>
                <a:lnTo>
                  <a:pt x="951662" y="71438"/>
                </a:lnTo>
                <a:lnTo>
                  <a:pt x="970693" y="71438"/>
                </a:lnTo>
                <a:lnTo>
                  <a:pt x="989733" y="71438"/>
                </a:lnTo>
                <a:lnTo>
                  <a:pt x="1008764" y="71438"/>
                </a:lnTo>
                <a:lnTo>
                  <a:pt x="1027795" y="71438"/>
                </a:lnTo>
                <a:lnTo>
                  <a:pt x="1046826" y="71438"/>
                </a:lnTo>
                <a:lnTo>
                  <a:pt x="1065867" y="71438"/>
                </a:lnTo>
                <a:lnTo>
                  <a:pt x="1084898" y="71438"/>
                </a:lnTo>
                <a:lnTo>
                  <a:pt x="1103928" y="71438"/>
                </a:lnTo>
                <a:lnTo>
                  <a:pt x="1122959" y="71438"/>
                </a:lnTo>
                <a:lnTo>
                  <a:pt x="1142000" y="71438"/>
                </a:lnTo>
                <a:lnTo>
                  <a:pt x="1161031" y="71438"/>
                </a:lnTo>
                <a:lnTo>
                  <a:pt x="1180062" y="71438"/>
                </a:lnTo>
                <a:lnTo>
                  <a:pt x="1199093" y="71438"/>
                </a:lnTo>
                <a:lnTo>
                  <a:pt x="1218133" y="71438"/>
                </a:lnTo>
                <a:lnTo>
                  <a:pt x="1237164" y="71438"/>
                </a:lnTo>
                <a:lnTo>
                  <a:pt x="1256195" y="71438"/>
                </a:lnTo>
                <a:lnTo>
                  <a:pt x="1275226" y="71438"/>
                </a:lnTo>
                <a:lnTo>
                  <a:pt x="1294267" y="71438"/>
                </a:lnTo>
                <a:lnTo>
                  <a:pt x="1313297" y="71438"/>
                </a:lnTo>
                <a:lnTo>
                  <a:pt x="1332328" y="71438"/>
                </a:lnTo>
                <a:lnTo>
                  <a:pt x="1351359" y="71438"/>
                </a:lnTo>
                <a:lnTo>
                  <a:pt x="1370400" y="71438"/>
                </a:lnTo>
                <a:lnTo>
                  <a:pt x="1389431" y="71438"/>
                </a:lnTo>
                <a:lnTo>
                  <a:pt x="1408462" y="71438"/>
                </a:lnTo>
                <a:lnTo>
                  <a:pt x="1427493" y="71438"/>
                </a:lnTo>
                <a:lnTo>
                  <a:pt x="1446533" y="71438"/>
                </a:lnTo>
                <a:lnTo>
                  <a:pt x="1465564" y="71438"/>
                </a:lnTo>
                <a:lnTo>
                  <a:pt x="1484595" y="71438"/>
                </a:lnTo>
                <a:lnTo>
                  <a:pt x="1503074" y="69866"/>
                </a:lnTo>
                <a:lnTo>
                  <a:pt x="1517818" y="57836"/>
                </a:lnTo>
                <a:lnTo>
                  <a:pt x="1532573" y="45815"/>
                </a:lnTo>
                <a:lnTo>
                  <a:pt x="1547327" y="33785"/>
                </a:lnTo>
                <a:lnTo>
                  <a:pt x="1562081" y="21755"/>
                </a:lnTo>
                <a:lnTo>
                  <a:pt x="1576835" y="9735"/>
                </a:lnTo>
                <a:lnTo>
                  <a:pt x="1585141" y="0"/>
                </a:lnTo>
                <a:lnTo>
                  <a:pt x="1566110" y="0"/>
                </a:lnTo>
                <a:lnTo>
                  <a:pt x="1547070" y="0"/>
                </a:lnTo>
                <a:lnTo>
                  <a:pt x="1528039" y="0"/>
                </a:lnTo>
                <a:lnTo>
                  <a:pt x="1509008" y="0"/>
                </a:lnTo>
                <a:lnTo>
                  <a:pt x="1489977" y="0"/>
                </a:lnTo>
                <a:lnTo>
                  <a:pt x="1470936" y="0"/>
                </a:lnTo>
                <a:lnTo>
                  <a:pt x="1451905" y="0"/>
                </a:lnTo>
                <a:lnTo>
                  <a:pt x="1432874" y="0"/>
                </a:lnTo>
                <a:lnTo>
                  <a:pt x="1413843" y="0"/>
                </a:lnTo>
                <a:lnTo>
                  <a:pt x="1394803" y="0"/>
                </a:lnTo>
                <a:lnTo>
                  <a:pt x="1375772" y="0"/>
                </a:lnTo>
                <a:lnTo>
                  <a:pt x="1356741" y="0"/>
                </a:lnTo>
                <a:lnTo>
                  <a:pt x="1337710" y="0"/>
                </a:lnTo>
                <a:lnTo>
                  <a:pt x="1318670" y="0"/>
                </a:lnTo>
                <a:lnTo>
                  <a:pt x="1299639" y="0"/>
                </a:lnTo>
                <a:lnTo>
                  <a:pt x="1280608" y="0"/>
                </a:lnTo>
                <a:lnTo>
                  <a:pt x="1261577" y="0"/>
                </a:lnTo>
                <a:lnTo>
                  <a:pt x="1242536" y="0"/>
                </a:lnTo>
                <a:lnTo>
                  <a:pt x="1223505" y="0"/>
                </a:lnTo>
                <a:lnTo>
                  <a:pt x="1204474" y="0"/>
                </a:lnTo>
                <a:lnTo>
                  <a:pt x="1185443" y="0"/>
                </a:lnTo>
                <a:lnTo>
                  <a:pt x="1166403" y="0"/>
                </a:lnTo>
                <a:lnTo>
                  <a:pt x="1147372" y="0"/>
                </a:lnTo>
                <a:lnTo>
                  <a:pt x="1128341" y="0"/>
                </a:lnTo>
                <a:lnTo>
                  <a:pt x="1109310" y="0"/>
                </a:lnTo>
                <a:lnTo>
                  <a:pt x="1090279" y="0"/>
                </a:lnTo>
                <a:lnTo>
                  <a:pt x="1071239" y="0"/>
                </a:lnTo>
                <a:lnTo>
                  <a:pt x="1052208" y="0"/>
                </a:lnTo>
                <a:lnTo>
                  <a:pt x="1033177" y="0"/>
                </a:lnTo>
                <a:lnTo>
                  <a:pt x="1014146" y="0"/>
                </a:lnTo>
                <a:lnTo>
                  <a:pt x="995105" y="0"/>
                </a:lnTo>
                <a:lnTo>
                  <a:pt x="976074" y="0"/>
                </a:lnTo>
                <a:lnTo>
                  <a:pt x="957043" y="0"/>
                </a:lnTo>
                <a:lnTo>
                  <a:pt x="938012" y="0"/>
                </a:lnTo>
                <a:lnTo>
                  <a:pt x="918972" y="0"/>
                </a:lnTo>
                <a:lnTo>
                  <a:pt x="899941" y="0"/>
                </a:lnTo>
                <a:lnTo>
                  <a:pt x="880910" y="0"/>
                </a:lnTo>
                <a:lnTo>
                  <a:pt x="861879" y="0"/>
                </a:lnTo>
                <a:lnTo>
                  <a:pt x="842839" y="0"/>
                </a:lnTo>
                <a:lnTo>
                  <a:pt x="823808" y="0"/>
                </a:lnTo>
                <a:lnTo>
                  <a:pt x="804777" y="0"/>
                </a:lnTo>
                <a:lnTo>
                  <a:pt x="785746" y="0"/>
                </a:lnTo>
                <a:lnTo>
                  <a:pt x="766705" y="0"/>
                </a:lnTo>
                <a:lnTo>
                  <a:pt x="747674" y="0"/>
                </a:lnTo>
                <a:lnTo>
                  <a:pt x="728643" y="0"/>
                </a:lnTo>
                <a:lnTo>
                  <a:pt x="709613" y="0"/>
                </a:lnTo>
                <a:lnTo>
                  <a:pt x="690572" y="0"/>
                </a:lnTo>
                <a:lnTo>
                  <a:pt x="671541" y="0"/>
                </a:lnTo>
                <a:lnTo>
                  <a:pt x="652510" y="0"/>
                </a:lnTo>
                <a:lnTo>
                  <a:pt x="633479" y="0"/>
                </a:lnTo>
                <a:lnTo>
                  <a:pt x="614439" y="0"/>
                </a:lnTo>
                <a:lnTo>
                  <a:pt x="595408" y="0"/>
                </a:lnTo>
                <a:lnTo>
                  <a:pt x="576377" y="0"/>
                </a:lnTo>
                <a:lnTo>
                  <a:pt x="557346" y="0"/>
                </a:lnTo>
                <a:lnTo>
                  <a:pt x="538305" y="0"/>
                </a:lnTo>
                <a:lnTo>
                  <a:pt x="519274" y="0"/>
                </a:lnTo>
                <a:lnTo>
                  <a:pt x="500243" y="0"/>
                </a:lnTo>
                <a:lnTo>
                  <a:pt x="481213" y="0"/>
                </a:lnTo>
                <a:lnTo>
                  <a:pt x="462172" y="0"/>
                </a:lnTo>
                <a:lnTo>
                  <a:pt x="443141" y="0"/>
                </a:lnTo>
                <a:lnTo>
                  <a:pt x="424110" y="0"/>
                </a:lnTo>
                <a:lnTo>
                  <a:pt x="405079" y="0"/>
                </a:lnTo>
                <a:lnTo>
                  <a:pt x="386039" y="0"/>
                </a:lnTo>
                <a:lnTo>
                  <a:pt x="367008" y="0"/>
                </a:lnTo>
                <a:lnTo>
                  <a:pt x="347977" y="0"/>
                </a:lnTo>
                <a:lnTo>
                  <a:pt x="328946" y="0"/>
                </a:lnTo>
                <a:lnTo>
                  <a:pt x="309905" y="0"/>
                </a:lnTo>
                <a:lnTo>
                  <a:pt x="290874" y="0"/>
                </a:lnTo>
                <a:lnTo>
                  <a:pt x="271844" y="0"/>
                </a:lnTo>
                <a:lnTo>
                  <a:pt x="252813" y="0"/>
                </a:lnTo>
                <a:lnTo>
                  <a:pt x="233772" y="0"/>
                </a:lnTo>
                <a:lnTo>
                  <a:pt x="214741" y="0"/>
                </a:lnTo>
                <a:lnTo>
                  <a:pt x="195710" y="0"/>
                </a:lnTo>
                <a:lnTo>
                  <a:pt x="176917" y="1238"/>
                </a:lnTo>
                <a:lnTo>
                  <a:pt x="159220" y="8258"/>
                </a:lnTo>
                <a:lnTo>
                  <a:pt x="141532" y="15278"/>
                </a:lnTo>
                <a:lnTo>
                  <a:pt x="123835" y="22298"/>
                </a:lnTo>
                <a:lnTo>
                  <a:pt x="106147" y="29318"/>
                </a:lnTo>
                <a:lnTo>
                  <a:pt x="88459" y="36338"/>
                </a:lnTo>
                <a:lnTo>
                  <a:pt x="70761" y="43358"/>
                </a:lnTo>
                <a:lnTo>
                  <a:pt x="53073" y="50378"/>
                </a:lnTo>
                <a:lnTo>
                  <a:pt x="35385" y="57398"/>
                </a:lnTo>
                <a:lnTo>
                  <a:pt x="17688" y="64418"/>
                </a:lnTo>
                <a:lnTo>
                  <a:pt x="0" y="71438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45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1B284F8A-E840-48A8-9C8B-C45BE6D8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42158" y="3235643"/>
            <a:ext cx="1473518" cy="71438"/>
          </a:xfrm>
          <a:custGeom xmlns:a="http://schemas.openxmlformats.org/drawingml/2006/main">
            <a:pathLst>
              <a:path w="1473518" h="71438">
                <a:moveTo>
                  <a:pt x="0" y="71438"/>
                </a:moveTo>
                <a:lnTo>
                  <a:pt x="18964" y="71438"/>
                </a:lnTo>
                <a:lnTo>
                  <a:pt x="37929" y="71438"/>
                </a:lnTo>
                <a:lnTo>
                  <a:pt x="56902" y="71438"/>
                </a:lnTo>
                <a:lnTo>
                  <a:pt x="75867" y="71438"/>
                </a:lnTo>
                <a:lnTo>
                  <a:pt x="94831" y="71438"/>
                </a:lnTo>
                <a:lnTo>
                  <a:pt x="113795" y="71438"/>
                </a:lnTo>
                <a:lnTo>
                  <a:pt x="132759" y="71438"/>
                </a:lnTo>
                <a:lnTo>
                  <a:pt x="151733" y="71438"/>
                </a:lnTo>
                <a:lnTo>
                  <a:pt x="170698" y="71438"/>
                </a:lnTo>
                <a:lnTo>
                  <a:pt x="189662" y="71438"/>
                </a:lnTo>
                <a:lnTo>
                  <a:pt x="208626" y="71438"/>
                </a:lnTo>
                <a:lnTo>
                  <a:pt x="227590" y="71438"/>
                </a:lnTo>
                <a:lnTo>
                  <a:pt x="246555" y="71438"/>
                </a:lnTo>
                <a:lnTo>
                  <a:pt x="265528" y="71438"/>
                </a:lnTo>
                <a:lnTo>
                  <a:pt x="284493" y="71438"/>
                </a:lnTo>
                <a:lnTo>
                  <a:pt x="303457" y="71438"/>
                </a:lnTo>
                <a:lnTo>
                  <a:pt x="322421" y="71438"/>
                </a:lnTo>
                <a:lnTo>
                  <a:pt x="341386" y="71438"/>
                </a:lnTo>
                <a:lnTo>
                  <a:pt x="360359" y="71438"/>
                </a:lnTo>
                <a:lnTo>
                  <a:pt x="379324" y="71438"/>
                </a:lnTo>
                <a:lnTo>
                  <a:pt x="398288" y="71438"/>
                </a:lnTo>
                <a:lnTo>
                  <a:pt x="417252" y="71438"/>
                </a:lnTo>
                <a:lnTo>
                  <a:pt x="436216" y="71438"/>
                </a:lnTo>
                <a:lnTo>
                  <a:pt x="455181" y="71438"/>
                </a:lnTo>
                <a:lnTo>
                  <a:pt x="474155" y="71438"/>
                </a:lnTo>
                <a:lnTo>
                  <a:pt x="493119" y="71438"/>
                </a:lnTo>
                <a:lnTo>
                  <a:pt x="512083" y="71438"/>
                </a:lnTo>
                <a:lnTo>
                  <a:pt x="531047" y="71438"/>
                </a:lnTo>
                <a:lnTo>
                  <a:pt x="550012" y="71438"/>
                </a:lnTo>
                <a:lnTo>
                  <a:pt x="568985" y="71438"/>
                </a:lnTo>
                <a:lnTo>
                  <a:pt x="587950" y="71438"/>
                </a:lnTo>
                <a:lnTo>
                  <a:pt x="606914" y="71438"/>
                </a:lnTo>
                <a:lnTo>
                  <a:pt x="625878" y="71438"/>
                </a:lnTo>
                <a:lnTo>
                  <a:pt x="644843" y="71438"/>
                </a:lnTo>
                <a:lnTo>
                  <a:pt x="663816" y="71438"/>
                </a:lnTo>
                <a:lnTo>
                  <a:pt x="682781" y="71438"/>
                </a:lnTo>
                <a:lnTo>
                  <a:pt x="701745" y="71438"/>
                </a:lnTo>
                <a:lnTo>
                  <a:pt x="720709" y="71438"/>
                </a:lnTo>
                <a:lnTo>
                  <a:pt x="739673" y="71438"/>
                </a:lnTo>
                <a:lnTo>
                  <a:pt x="758638" y="71438"/>
                </a:lnTo>
                <a:lnTo>
                  <a:pt x="777611" y="71438"/>
                </a:lnTo>
                <a:lnTo>
                  <a:pt x="796576" y="71438"/>
                </a:lnTo>
                <a:lnTo>
                  <a:pt x="815540" y="71438"/>
                </a:lnTo>
                <a:lnTo>
                  <a:pt x="834504" y="71438"/>
                </a:lnTo>
                <a:lnTo>
                  <a:pt x="853469" y="71438"/>
                </a:lnTo>
                <a:lnTo>
                  <a:pt x="872442" y="71438"/>
                </a:lnTo>
                <a:lnTo>
                  <a:pt x="891407" y="71438"/>
                </a:lnTo>
                <a:lnTo>
                  <a:pt x="910371" y="71438"/>
                </a:lnTo>
                <a:lnTo>
                  <a:pt x="929335" y="71438"/>
                </a:lnTo>
                <a:lnTo>
                  <a:pt x="948299" y="71438"/>
                </a:lnTo>
                <a:lnTo>
                  <a:pt x="967273" y="71438"/>
                </a:lnTo>
                <a:lnTo>
                  <a:pt x="986238" y="71438"/>
                </a:lnTo>
                <a:lnTo>
                  <a:pt x="1005202" y="71438"/>
                </a:lnTo>
                <a:lnTo>
                  <a:pt x="1024166" y="71438"/>
                </a:lnTo>
                <a:lnTo>
                  <a:pt x="1043130" y="71438"/>
                </a:lnTo>
                <a:lnTo>
                  <a:pt x="1062095" y="71438"/>
                </a:lnTo>
                <a:lnTo>
                  <a:pt x="1081068" y="71438"/>
                </a:lnTo>
                <a:lnTo>
                  <a:pt x="1100033" y="71438"/>
                </a:lnTo>
                <a:lnTo>
                  <a:pt x="1118997" y="71438"/>
                </a:lnTo>
                <a:lnTo>
                  <a:pt x="1137961" y="71438"/>
                </a:lnTo>
                <a:lnTo>
                  <a:pt x="1156926" y="71438"/>
                </a:lnTo>
                <a:lnTo>
                  <a:pt x="1175899" y="71438"/>
                </a:lnTo>
                <a:lnTo>
                  <a:pt x="1194864" y="71438"/>
                </a:lnTo>
                <a:lnTo>
                  <a:pt x="1213828" y="71438"/>
                </a:lnTo>
                <a:lnTo>
                  <a:pt x="1232792" y="71438"/>
                </a:lnTo>
                <a:lnTo>
                  <a:pt x="1251756" y="71438"/>
                </a:lnTo>
                <a:lnTo>
                  <a:pt x="1270721" y="71438"/>
                </a:lnTo>
                <a:lnTo>
                  <a:pt x="1289695" y="71438"/>
                </a:lnTo>
                <a:lnTo>
                  <a:pt x="1308659" y="71438"/>
                </a:lnTo>
                <a:lnTo>
                  <a:pt x="1327623" y="71438"/>
                </a:lnTo>
                <a:lnTo>
                  <a:pt x="1346587" y="71438"/>
                </a:lnTo>
                <a:lnTo>
                  <a:pt x="1365552" y="71438"/>
                </a:lnTo>
                <a:lnTo>
                  <a:pt x="1384202" y="70514"/>
                </a:lnTo>
                <a:lnTo>
                  <a:pt x="1399089" y="58760"/>
                </a:lnTo>
                <a:lnTo>
                  <a:pt x="1413977" y="47006"/>
                </a:lnTo>
                <a:lnTo>
                  <a:pt x="1428855" y="35252"/>
                </a:lnTo>
                <a:lnTo>
                  <a:pt x="1443742" y="23508"/>
                </a:lnTo>
                <a:lnTo>
                  <a:pt x="1458630" y="11754"/>
                </a:lnTo>
                <a:lnTo>
                  <a:pt x="14735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46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FA8EFD7B-F827-4347-B733-9786931B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9323" y="3235643"/>
            <a:ext cx="129635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47" name="capability-1-text-heading">
            <a:extLst xmlns:a="http://schemas.openxmlformats.org/drawingml/2006/main">
              <a:ext uri="{FF2B5EF4-FFF2-40B4-BE49-F238E27FC236}">
                <a16:creationId xmlns:a16="http://schemas.microsoft.com/office/drawing/2014/main" id="{9786B0C6-2F7F-4785-98F8-88BC0248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7778" y="3239538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可记录</a:t>
            </a:r>
          </a:p>
        </p:txBody>
      </p:sp>
      <p:sp>
        <p:nvSpPr>
          <p:cNvPr id="48" name="capability-1-text-body">
            <a:extLst xmlns:a="http://schemas.openxmlformats.org/drawingml/2006/main">
              <a:ext uri="{FF2B5EF4-FFF2-40B4-BE49-F238E27FC236}">
                <a16:creationId xmlns:a16="http://schemas.microsoft.com/office/drawing/2014/main" id="{635653E5-DACD-4CE5-8161-854C3544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7778" y="3498952"/>
            <a:ext cx="1005926" cy="170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先留台账</a:t>
            </a:r>
          </a:p>
        </p:txBody>
      </p:sp>
      <p:sp>
        <p:nvSpPr>
          <p:cNvPr id="49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FBCB58B8-396B-44EA-BC46-38273507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0831" y="3765204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0" name="capability-2-text-heading">
            <a:extLst xmlns:a="http://schemas.openxmlformats.org/drawingml/2006/main">
              <a:ext uri="{FF2B5EF4-FFF2-40B4-BE49-F238E27FC236}">
                <a16:creationId xmlns:a16="http://schemas.microsoft.com/office/drawing/2014/main" id="{5D51BF7A-799D-4431-BA62-38242B8F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42722" y="2742009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sp>
        <p:nvSpPr>
          <p:cNvPr id="51" name="capability-2-text-body">
            <a:extLst xmlns:a="http://schemas.openxmlformats.org/drawingml/2006/main">
              <a:ext uri="{FF2B5EF4-FFF2-40B4-BE49-F238E27FC236}">
                <a16:creationId xmlns:a16="http://schemas.microsoft.com/office/drawing/2014/main" id="{1E3A50E1-34B8-40C3-AB98-BFAA4EA6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42722" y="3001413"/>
            <a:ext cx="1005926" cy="341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关联来源、参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数、输出</a:t>
            </a:r>
          </a:p>
        </p:txBody>
      </p:sp>
      <p:sp>
        <p:nvSpPr>
          <p:cNvPr id="52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F17AE547-D766-4F86-B85E-EB03CC74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85622" y="3438230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3" name="capability-3-text-heading">
            <a:extLst xmlns:a="http://schemas.openxmlformats.org/drawingml/2006/main">
              <a:ext uri="{FF2B5EF4-FFF2-40B4-BE49-F238E27FC236}">
                <a16:creationId xmlns:a16="http://schemas.microsoft.com/office/drawing/2014/main" id="{EC9D9C62-3F67-4212-BC1D-AA3A05C0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97513" y="2585742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可复用</a:t>
            </a:r>
          </a:p>
        </p:txBody>
      </p:sp>
      <p:sp>
        <p:nvSpPr>
          <p:cNvPr id="54" name="capability-3-text-body">
            <a:extLst xmlns:a="http://schemas.openxmlformats.org/drawingml/2006/main">
              <a:ext uri="{FF2B5EF4-FFF2-40B4-BE49-F238E27FC236}">
                <a16:creationId xmlns:a16="http://schemas.microsoft.com/office/drawing/2014/main" id="{69CB3356-DD83-4610-A1BF-630DE3D3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97513" y="2845146"/>
            <a:ext cx="1005926" cy="170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复核后沉淀方法</a:t>
            </a:r>
          </a:p>
        </p:txBody>
      </p:sp>
      <p:sp>
        <p:nvSpPr>
          <p:cNvPr id="55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8A813FD8-358E-4F0A-B8A6-3973BBB6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40566" y="3111398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6" name="PPAGENT_QA|parent=body-01-outside-evidence|role=container">
            <a:extLst xmlns:a="http://schemas.openxmlformats.org/drawingml/2006/main">
              <a:ext uri="{FF2B5EF4-FFF2-40B4-BE49-F238E27FC236}">
                <a16:creationId xmlns:a16="http://schemas.microsoft.com/office/drawing/2014/main" id="{A4934D01-16C3-49F9-9BF8-CD6E5724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53000"/>
            <a:ext cx="11144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</p:sp>
      <p:sp>
        <p:nvSpPr>
          <p:cNvPr id="57" name="PPAGENT_QA|parent=body-01-outside-evidence|role=accent">
            <a:extLst xmlns:a="http://schemas.openxmlformats.org/drawingml/2006/main">
              <a:ext uri="{FF2B5EF4-FFF2-40B4-BE49-F238E27FC236}">
                <a16:creationId xmlns:a16="http://schemas.microsoft.com/office/drawing/2014/main" id="{D0543D80-4C9A-4C66-AD52-A0A3ECEB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530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PAGENT_QA|within=body-01-outside-evidence|role=label">
            <a:extLst xmlns:a="http://schemas.openxmlformats.org/drawingml/2006/main">
              <a:ext uri="{FF2B5EF4-FFF2-40B4-BE49-F238E27FC236}">
                <a16:creationId xmlns:a16="http://schemas.microsoft.com/office/drawing/2014/main" id="{B266C7FF-389F-4B3A-B914-6F05F5D8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1054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图外说明</a:t>
            </a:r>
          </a:p>
        </p:txBody>
      </p:sp>
      <p:sp>
        <p:nvSpPr>
          <p:cNvPr id="59" name="PPAGENT_QA|within=body-01-outside-evidence|role=body">
            <a:extLst xmlns:a="http://schemas.openxmlformats.org/drawingml/2006/main">
              <a:ext uri="{FF2B5EF4-FFF2-40B4-BE49-F238E27FC236}">
                <a16:creationId xmlns:a16="http://schemas.microsoft.com/office/drawing/2014/main" id="{FCE1D2EA-2470-4D43-9605-9950EEC9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362575"/>
            <a:ext cx="10648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申请可来自课题自荐、平台推荐与合作项目；筛选决定谁能进入，阶梯决定进入后如何推进。只有前一阶段证据具备，才进入下一阶段。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完整记录与分级处置，守住异常责任归属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 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body-02-fallback|role=heading">
            <a:extLst xmlns:a="http://schemas.openxmlformats.org/drawingml/2006/main">
              <a:ext uri="{FF2B5EF4-FFF2-40B4-BE49-F238E27FC236}">
                <a16:creationId xmlns:a16="http://schemas.microsoft.com/office/drawing/2014/main" id="{EAD8292C-F0C9-4EAE-8D20-658284AD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33600"/>
            <a:ext cx="480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四类并列记录</a:t>
            </a:r>
          </a:p>
        </p:txBody>
      </p:sp>
      <p:sp>
        <p:nvSpPr>
          <p:cNvPr id="16" name="PPAGENT_QA|parent=body-02-fallback|role=body">
            <a:extLst xmlns:a="http://schemas.openxmlformats.org/drawingml/2006/main">
              <a:ext uri="{FF2B5EF4-FFF2-40B4-BE49-F238E27FC236}">
                <a16:creationId xmlns:a16="http://schemas.microsoft.com/office/drawing/2014/main" id="{EB197E84-0D52-441C-BB5C-30C9775B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609850"/>
            <a:ext cx="48006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来源：申请人与任务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审批：责任人与时间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结果：参数与输出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异常：原因与结论</a:t>
            </a:r>
          </a:p>
        </p:txBody>
      </p:sp>
      <p:sp>
        <p:nvSpPr>
          <p:cNvPr id="17" name="simple-funnel-orbit">
            <a:extLst xmlns:a="http://schemas.openxmlformats.org/drawingml/2006/main">
              <a:ext uri="{FF2B5EF4-FFF2-40B4-BE49-F238E27FC236}">
                <a16:creationId xmlns:a16="http://schemas.microsoft.com/office/drawing/2014/main" id="{3FBF9F83-30BA-428C-99F9-CDF82CE1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7345871" y="1958435"/>
            <a:ext cx="3310519" cy="235220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F91">
                <a:alpha val="12000"/>
              </a:srgbClr>
            </a:solidFill>
            <a:prstDash val="solid"/>
          </a:ln>
        </p:spPr>
      </p:sp>
      <p:sp>
        <p:nvSpPr>
          <p:cNvPr id="18" name="simple-step-body-0">
            <a:extLst xmlns:a="http://schemas.openxmlformats.org/drawingml/2006/main">
              <a:ext uri="{FF2B5EF4-FFF2-40B4-BE49-F238E27FC236}">
                <a16:creationId xmlns:a16="http://schemas.microsoft.com/office/drawing/2014/main" id="{E3635074-9565-47FD-951B-A4BF3EBA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6657" y="2324329"/>
            <a:ext cx="2148935" cy="566738"/>
          </a:xfrm>
          <a:custGeom xmlns:a="http://schemas.openxmlformats.org/drawingml/2006/main">
            <a:pathLst>
              <a:path w="2148935" h="566738">
                <a:moveTo>
                  <a:pt x="0" y="0"/>
                </a:moveTo>
                <a:lnTo>
                  <a:pt x="10992" y="17145"/>
                </a:lnTo>
                <a:lnTo>
                  <a:pt x="21984" y="34290"/>
                </a:lnTo>
                <a:lnTo>
                  <a:pt x="32976" y="51435"/>
                </a:lnTo>
                <a:lnTo>
                  <a:pt x="43967" y="68570"/>
                </a:lnTo>
                <a:lnTo>
                  <a:pt x="54969" y="85715"/>
                </a:lnTo>
                <a:lnTo>
                  <a:pt x="65961" y="102860"/>
                </a:lnTo>
                <a:lnTo>
                  <a:pt x="76952" y="120005"/>
                </a:lnTo>
                <a:lnTo>
                  <a:pt x="87944" y="137150"/>
                </a:lnTo>
                <a:lnTo>
                  <a:pt x="98936" y="154295"/>
                </a:lnTo>
                <a:lnTo>
                  <a:pt x="109928" y="171440"/>
                </a:lnTo>
                <a:lnTo>
                  <a:pt x="120920" y="188576"/>
                </a:lnTo>
                <a:lnTo>
                  <a:pt x="131912" y="205721"/>
                </a:lnTo>
                <a:lnTo>
                  <a:pt x="142904" y="222866"/>
                </a:lnTo>
                <a:lnTo>
                  <a:pt x="153895" y="240011"/>
                </a:lnTo>
                <a:lnTo>
                  <a:pt x="164897" y="257156"/>
                </a:lnTo>
                <a:lnTo>
                  <a:pt x="175889" y="274301"/>
                </a:lnTo>
                <a:lnTo>
                  <a:pt x="186881" y="291446"/>
                </a:lnTo>
                <a:lnTo>
                  <a:pt x="197872" y="308581"/>
                </a:lnTo>
                <a:lnTo>
                  <a:pt x="208864" y="325726"/>
                </a:lnTo>
                <a:lnTo>
                  <a:pt x="219856" y="342871"/>
                </a:lnTo>
                <a:lnTo>
                  <a:pt x="230848" y="360016"/>
                </a:lnTo>
                <a:lnTo>
                  <a:pt x="241840" y="377161"/>
                </a:lnTo>
                <a:lnTo>
                  <a:pt x="252832" y="394306"/>
                </a:lnTo>
                <a:lnTo>
                  <a:pt x="263823" y="411451"/>
                </a:lnTo>
                <a:lnTo>
                  <a:pt x="274825" y="428596"/>
                </a:lnTo>
                <a:lnTo>
                  <a:pt x="285817" y="445732"/>
                </a:lnTo>
                <a:lnTo>
                  <a:pt x="296809" y="462877"/>
                </a:lnTo>
                <a:lnTo>
                  <a:pt x="307800" y="480022"/>
                </a:lnTo>
                <a:lnTo>
                  <a:pt x="318792" y="497167"/>
                </a:lnTo>
                <a:lnTo>
                  <a:pt x="329784" y="514312"/>
                </a:lnTo>
                <a:lnTo>
                  <a:pt x="343633" y="528009"/>
                </a:lnTo>
                <a:lnTo>
                  <a:pt x="363150" y="533762"/>
                </a:lnTo>
                <a:lnTo>
                  <a:pt x="383134" y="537677"/>
                </a:lnTo>
                <a:lnTo>
                  <a:pt x="403260" y="540763"/>
                </a:lnTo>
                <a:lnTo>
                  <a:pt x="423462" y="543335"/>
                </a:lnTo>
                <a:lnTo>
                  <a:pt x="443703" y="545554"/>
                </a:lnTo>
                <a:lnTo>
                  <a:pt x="463982" y="547516"/>
                </a:lnTo>
                <a:lnTo>
                  <a:pt x="484270" y="549269"/>
                </a:lnTo>
                <a:lnTo>
                  <a:pt x="504568" y="550850"/>
                </a:lnTo>
                <a:lnTo>
                  <a:pt x="524885" y="552288"/>
                </a:lnTo>
                <a:lnTo>
                  <a:pt x="545211" y="553603"/>
                </a:lnTo>
                <a:lnTo>
                  <a:pt x="565537" y="554822"/>
                </a:lnTo>
                <a:lnTo>
                  <a:pt x="585873" y="555936"/>
                </a:lnTo>
                <a:lnTo>
                  <a:pt x="606209" y="556965"/>
                </a:lnTo>
                <a:lnTo>
                  <a:pt x="626555" y="557917"/>
                </a:lnTo>
                <a:lnTo>
                  <a:pt x="646900" y="558813"/>
                </a:lnTo>
                <a:lnTo>
                  <a:pt x="667245" y="559632"/>
                </a:lnTo>
                <a:lnTo>
                  <a:pt x="687600" y="560394"/>
                </a:lnTo>
                <a:lnTo>
                  <a:pt x="707955" y="561108"/>
                </a:lnTo>
                <a:lnTo>
                  <a:pt x="728310" y="561756"/>
                </a:lnTo>
                <a:lnTo>
                  <a:pt x="748665" y="562366"/>
                </a:lnTo>
                <a:lnTo>
                  <a:pt x="769020" y="562928"/>
                </a:lnTo>
                <a:lnTo>
                  <a:pt x="789384" y="563442"/>
                </a:lnTo>
                <a:lnTo>
                  <a:pt x="809739" y="563909"/>
                </a:lnTo>
                <a:lnTo>
                  <a:pt x="830104" y="564347"/>
                </a:lnTo>
                <a:lnTo>
                  <a:pt x="850459" y="564737"/>
                </a:lnTo>
                <a:lnTo>
                  <a:pt x="870823" y="565090"/>
                </a:lnTo>
                <a:lnTo>
                  <a:pt x="891188" y="565414"/>
                </a:lnTo>
                <a:lnTo>
                  <a:pt x="911552" y="565690"/>
                </a:lnTo>
                <a:lnTo>
                  <a:pt x="931916" y="565937"/>
                </a:lnTo>
                <a:lnTo>
                  <a:pt x="952281" y="566156"/>
                </a:lnTo>
                <a:lnTo>
                  <a:pt x="972645" y="566328"/>
                </a:lnTo>
                <a:lnTo>
                  <a:pt x="993010" y="566480"/>
                </a:lnTo>
                <a:lnTo>
                  <a:pt x="1013374" y="566585"/>
                </a:lnTo>
                <a:lnTo>
                  <a:pt x="1033739" y="566671"/>
                </a:lnTo>
                <a:lnTo>
                  <a:pt x="1054103" y="566718"/>
                </a:lnTo>
                <a:lnTo>
                  <a:pt x="1074468" y="566738"/>
                </a:lnTo>
                <a:lnTo>
                  <a:pt x="1094832" y="566718"/>
                </a:lnTo>
                <a:lnTo>
                  <a:pt x="1115197" y="566671"/>
                </a:lnTo>
                <a:lnTo>
                  <a:pt x="1135561" y="566585"/>
                </a:lnTo>
                <a:lnTo>
                  <a:pt x="1155935" y="566480"/>
                </a:lnTo>
                <a:lnTo>
                  <a:pt x="1176299" y="566328"/>
                </a:lnTo>
                <a:lnTo>
                  <a:pt x="1196664" y="566156"/>
                </a:lnTo>
                <a:lnTo>
                  <a:pt x="1217028" y="565937"/>
                </a:lnTo>
                <a:lnTo>
                  <a:pt x="1237383" y="565690"/>
                </a:lnTo>
                <a:lnTo>
                  <a:pt x="1257748" y="565414"/>
                </a:lnTo>
                <a:lnTo>
                  <a:pt x="1278112" y="565090"/>
                </a:lnTo>
                <a:lnTo>
                  <a:pt x="1298477" y="564737"/>
                </a:lnTo>
                <a:lnTo>
                  <a:pt x="1318841" y="564347"/>
                </a:lnTo>
                <a:lnTo>
                  <a:pt x="1339196" y="563909"/>
                </a:lnTo>
                <a:lnTo>
                  <a:pt x="1359560" y="563442"/>
                </a:lnTo>
                <a:lnTo>
                  <a:pt x="1379915" y="562928"/>
                </a:lnTo>
                <a:lnTo>
                  <a:pt x="1400280" y="562366"/>
                </a:lnTo>
                <a:lnTo>
                  <a:pt x="1420635" y="561756"/>
                </a:lnTo>
                <a:lnTo>
                  <a:pt x="1440990" y="561108"/>
                </a:lnTo>
                <a:lnTo>
                  <a:pt x="1461335" y="560394"/>
                </a:lnTo>
                <a:lnTo>
                  <a:pt x="1481690" y="559632"/>
                </a:lnTo>
                <a:lnTo>
                  <a:pt x="1502035" y="558813"/>
                </a:lnTo>
                <a:lnTo>
                  <a:pt x="1522381" y="557917"/>
                </a:lnTo>
                <a:lnTo>
                  <a:pt x="1542726" y="556965"/>
                </a:lnTo>
                <a:lnTo>
                  <a:pt x="1563062" y="555927"/>
                </a:lnTo>
                <a:lnTo>
                  <a:pt x="1583398" y="554822"/>
                </a:lnTo>
                <a:lnTo>
                  <a:pt x="1603734" y="553603"/>
                </a:lnTo>
                <a:lnTo>
                  <a:pt x="1624051" y="552288"/>
                </a:lnTo>
                <a:lnTo>
                  <a:pt x="1644367" y="550850"/>
                </a:lnTo>
                <a:lnTo>
                  <a:pt x="1664675" y="549259"/>
                </a:lnTo>
                <a:lnTo>
                  <a:pt x="1684963" y="547516"/>
                </a:lnTo>
                <a:lnTo>
                  <a:pt x="1705232" y="545554"/>
                </a:lnTo>
                <a:lnTo>
                  <a:pt x="1725473" y="543335"/>
                </a:lnTo>
                <a:lnTo>
                  <a:pt x="1745675" y="540763"/>
                </a:lnTo>
                <a:lnTo>
                  <a:pt x="1765811" y="537677"/>
                </a:lnTo>
                <a:lnTo>
                  <a:pt x="1785785" y="533762"/>
                </a:lnTo>
                <a:lnTo>
                  <a:pt x="1805302" y="528009"/>
                </a:lnTo>
                <a:lnTo>
                  <a:pt x="1819151" y="514302"/>
                </a:lnTo>
                <a:lnTo>
                  <a:pt x="1830143" y="497157"/>
                </a:lnTo>
                <a:lnTo>
                  <a:pt x="1841135" y="480022"/>
                </a:lnTo>
                <a:lnTo>
                  <a:pt x="1852127" y="462877"/>
                </a:lnTo>
                <a:lnTo>
                  <a:pt x="1863119" y="445732"/>
                </a:lnTo>
                <a:lnTo>
                  <a:pt x="1874120" y="428587"/>
                </a:lnTo>
                <a:lnTo>
                  <a:pt x="1885112" y="411442"/>
                </a:lnTo>
                <a:lnTo>
                  <a:pt x="1896104" y="394297"/>
                </a:lnTo>
                <a:lnTo>
                  <a:pt x="1907096" y="377152"/>
                </a:lnTo>
                <a:lnTo>
                  <a:pt x="1918087" y="360016"/>
                </a:lnTo>
                <a:lnTo>
                  <a:pt x="1929079" y="342871"/>
                </a:lnTo>
                <a:lnTo>
                  <a:pt x="1940071" y="325726"/>
                </a:lnTo>
                <a:lnTo>
                  <a:pt x="1951063" y="308581"/>
                </a:lnTo>
                <a:lnTo>
                  <a:pt x="1962055" y="291436"/>
                </a:lnTo>
                <a:lnTo>
                  <a:pt x="1973047" y="274291"/>
                </a:lnTo>
                <a:lnTo>
                  <a:pt x="1984048" y="257146"/>
                </a:lnTo>
                <a:lnTo>
                  <a:pt x="1995040" y="240011"/>
                </a:lnTo>
                <a:lnTo>
                  <a:pt x="2006032" y="222866"/>
                </a:lnTo>
                <a:lnTo>
                  <a:pt x="2017024" y="205721"/>
                </a:lnTo>
                <a:lnTo>
                  <a:pt x="2028015" y="188576"/>
                </a:lnTo>
                <a:lnTo>
                  <a:pt x="2039007" y="171431"/>
                </a:lnTo>
                <a:lnTo>
                  <a:pt x="2049999" y="154286"/>
                </a:lnTo>
                <a:lnTo>
                  <a:pt x="2060991" y="137141"/>
                </a:lnTo>
                <a:lnTo>
                  <a:pt x="2071983" y="119996"/>
                </a:lnTo>
                <a:lnTo>
                  <a:pt x="2082975" y="102860"/>
                </a:lnTo>
                <a:lnTo>
                  <a:pt x="2093976" y="85715"/>
                </a:lnTo>
                <a:lnTo>
                  <a:pt x="2104968" y="68570"/>
                </a:lnTo>
                <a:lnTo>
                  <a:pt x="2115960" y="51425"/>
                </a:lnTo>
                <a:lnTo>
                  <a:pt x="2126952" y="34280"/>
                </a:lnTo>
                <a:lnTo>
                  <a:pt x="2137943" y="17135"/>
                </a:lnTo>
                <a:lnTo>
                  <a:pt x="2148935" y="10"/>
                </a:lnTo>
                <a:lnTo>
                  <a:pt x="2131895" y="9506"/>
                </a:lnTo>
                <a:lnTo>
                  <a:pt x="2111978" y="13745"/>
                </a:lnTo>
                <a:lnTo>
                  <a:pt x="2091852" y="16831"/>
                </a:lnTo>
                <a:lnTo>
                  <a:pt x="2071640" y="19345"/>
                </a:lnTo>
                <a:lnTo>
                  <a:pt x="2051390" y="21488"/>
                </a:lnTo>
                <a:lnTo>
                  <a:pt x="2031111" y="23365"/>
                </a:lnTo>
                <a:lnTo>
                  <a:pt x="2010813" y="25041"/>
                </a:lnTo>
                <a:lnTo>
                  <a:pt x="1990506" y="26565"/>
                </a:lnTo>
                <a:lnTo>
                  <a:pt x="1970189" y="27956"/>
                </a:lnTo>
                <a:lnTo>
                  <a:pt x="1949863" y="29242"/>
                </a:lnTo>
                <a:lnTo>
                  <a:pt x="1929536" y="30432"/>
                </a:lnTo>
                <a:lnTo>
                  <a:pt x="1909201" y="31537"/>
                </a:lnTo>
                <a:lnTo>
                  <a:pt x="1888865" y="32585"/>
                </a:lnTo>
                <a:lnTo>
                  <a:pt x="1868519" y="33557"/>
                </a:lnTo>
                <a:lnTo>
                  <a:pt x="1848174" y="34481"/>
                </a:lnTo>
                <a:lnTo>
                  <a:pt x="1827828" y="35338"/>
                </a:lnTo>
                <a:lnTo>
                  <a:pt x="1807483" y="36157"/>
                </a:lnTo>
                <a:lnTo>
                  <a:pt x="1787128" y="36928"/>
                </a:lnTo>
                <a:lnTo>
                  <a:pt x="1766773" y="37662"/>
                </a:lnTo>
                <a:lnTo>
                  <a:pt x="1746428" y="38357"/>
                </a:lnTo>
                <a:lnTo>
                  <a:pt x="1726073" y="39014"/>
                </a:lnTo>
                <a:lnTo>
                  <a:pt x="1705708" y="39634"/>
                </a:lnTo>
                <a:lnTo>
                  <a:pt x="1685354" y="40224"/>
                </a:lnTo>
                <a:lnTo>
                  <a:pt x="1664999" y="40796"/>
                </a:lnTo>
                <a:lnTo>
                  <a:pt x="1644644" y="41329"/>
                </a:lnTo>
                <a:lnTo>
                  <a:pt x="1624279" y="41834"/>
                </a:lnTo>
                <a:lnTo>
                  <a:pt x="1603924" y="42320"/>
                </a:lnTo>
                <a:lnTo>
                  <a:pt x="1583560" y="42777"/>
                </a:lnTo>
                <a:lnTo>
                  <a:pt x="1563205" y="43205"/>
                </a:lnTo>
                <a:lnTo>
                  <a:pt x="1542840" y="43615"/>
                </a:lnTo>
                <a:lnTo>
                  <a:pt x="1522476" y="43996"/>
                </a:lnTo>
                <a:lnTo>
                  <a:pt x="1502112" y="44367"/>
                </a:lnTo>
                <a:lnTo>
                  <a:pt x="1481757" y="44710"/>
                </a:lnTo>
                <a:lnTo>
                  <a:pt x="1461392" y="45034"/>
                </a:lnTo>
                <a:lnTo>
                  <a:pt x="1441028" y="45349"/>
                </a:lnTo>
                <a:lnTo>
                  <a:pt x="1420663" y="45634"/>
                </a:lnTo>
                <a:lnTo>
                  <a:pt x="1400299" y="45891"/>
                </a:lnTo>
                <a:lnTo>
                  <a:pt x="1379934" y="46149"/>
                </a:lnTo>
                <a:lnTo>
                  <a:pt x="1359570" y="46377"/>
                </a:lnTo>
                <a:lnTo>
                  <a:pt x="1339205" y="46587"/>
                </a:lnTo>
                <a:lnTo>
                  <a:pt x="1318841" y="46796"/>
                </a:lnTo>
                <a:lnTo>
                  <a:pt x="1298477" y="46968"/>
                </a:lnTo>
                <a:lnTo>
                  <a:pt x="1278112" y="47139"/>
                </a:lnTo>
                <a:lnTo>
                  <a:pt x="1257748" y="47282"/>
                </a:lnTo>
                <a:lnTo>
                  <a:pt x="1237383" y="47415"/>
                </a:lnTo>
                <a:lnTo>
                  <a:pt x="1217019" y="47530"/>
                </a:lnTo>
                <a:lnTo>
                  <a:pt x="1196654" y="47625"/>
                </a:lnTo>
                <a:lnTo>
                  <a:pt x="1176290" y="47720"/>
                </a:lnTo>
                <a:lnTo>
                  <a:pt x="1155925" y="47777"/>
                </a:lnTo>
                <a:lnTo>
                  <a:pt x="1135561" y="47835"/>
                </a:lnTo>
                <a:lnTo>
                  <a:pt x="1115197" y="47882"/>
                </a:lnTo>
                <a:lnTo>
                  <a:pt x="1094832" y="47901"/>
                </a:lnTo>
                <a:lnTo>
                  <a:pt x="1074468" y="47911"/>
                </a:lnTo>
                <a:lnTo>
                  <a:pt x="1054094" y="47901"/>
                </a:lnTo>
                <a:lnTo>
                  <a:pt x="1033729" y="47882"/>
                </a:lnTo>
                <a:lnTo>
                  <a:pt x="1013365" y="47835"/>
                </a:lnTo>
                <a:lnTo>
                  <a:pt x="993000" y="47777"/>
                </a:lnTo>
                <a:lnTo>
                  <a:pt x="972636" y="47720"/>
                </a:lnTo>
                <a:lnTo>
                  <a:pt x="952271" y="47625"/>
                </a:lnTo>
                <a:lnTo>
                  <a:pt x="931907" y="47530"/>
                </a:lnTo>
                <a:lnTo>
                  <a:pt x="911543" y="47415"/>
                </a:lnTo>
                <a:lnTo>
                  <a:pt x="891178" y="47282"/>
                </a:lnTo>
                <a:lnTo>
                  <a:pt x="870814" y="47139"/>
                </a:lnTo>
                <a:lnTo>
                  <a:pt x="850449" y="46968"/>
                </a:lnTo>
                <a:lnTo>
                  <a:pt x="830085" y="46796"/>
                </a:lnTo>
                <a:lnTo>
                  <a:pt x="809720" y="46587"/>
                </a:lnTo>
                <a:lnTo>
                  <a:pt x="789356" y="46377"/>
                </a:lnTo>
                <a:lnTo>
                  <a:pt x="768991" y="46149"/>
                </a:lnTo>
                <a:lnTo>
                  <a:pt x="748627" y="45891"/>
                </a:lnTo>
                <a:lnTo>
                  <a:pt x="728262" y="45634"/>
                </a:lnTo>
                <a:lnTo>
                  <a:pt x="707898" y="45349"/>
                </a:lnTo>
                <a:lnTo>
                  <a:pt x="687534" y="45034"/>
                </a:lnTo>
                <a:lnTo>
                  <a:pt x="667169" y="44710"/>
                </a:lnTo>
                <a:lnTo>
                  <a:pt x="646814" y="44367"/>
                </a:lnTo>
                <a:lnTo>
                  <a:pt x="626450" y="43996"/>
                </a:lnTo>
                <a:lnTo>
                  <a:pt x="606085" y="43615"/>
                </a:lnTo>
                <a:lnTo>
                  <a:pt x="585721" y="43205"/>
                </a:lnTo>
                <a:lnTo>
                  <a:pt x="565366" y="42777"/>
                </a:lnTo>
                <a:lnTo>
                  <a:pt x="545001" y="42320"/>
                </a:lnTo>
                <a:lnTo>
                  <a:pt x="524647" y="41834"/>
                </a:lnTo>
                <a:lnTo>
                  <a:pt x="504282" y="41329"/>
                </a:lnTo>
                <a:lnTo>
                  <a:pt x="483927" y="40796"/>
                </a:lnTo>
                <a:lnTo>
                  <a:pt x="463572" y="40224"/>
                </a:lnTo>
                <a:lnTo>
                  <a:pt x="443217" y="39634"/>
                </a:lnTo>
                <a:lnTo>
                  <a:pt x="422853" y="39014"/>
                </a:lnTo>
                <a:lnTo>
                  <a:pt x="402498" y="38357"/>
                </a:lnTo>
                <a:lnTo>
                  <a:pt x="382153" y="37662"/>
                </a:lnTo>
                <a:lnTo>
                  <a:pt x="361798" y="36928"/>
                </a:lnTo>
                <a:lnTo>
                  <a:pt x="341443" y="36157"/>
                </a:lnTo>
                <a:lnTo>
                  <a:pt x="321097" y="35338"/>
                </a:lnTo>
                <a:lnTo>
                  <a:pt x="300752" y="34481"/>
                </a:lnTo>
                <a:lnTo>
                  <a:pt x="280406" y="33557"/>
                </a:lnTo>
                <a:lnTo>
                  <a:pt x="260061" y="32585"/>
                </a:lnTo>
                <a:lnTo>
                  <a:pt x="239725" y="31537"/>
                </a:lnTo>
                <a:lnTo>
                  <a:pt x="219389" y="30432"/>
                </a:lnTo>
                <a:lnTo>
                  <a:pt x="199063" y="29242"/>
                </a:lnTo>
                <a:lnTo>
                  <a:pt x="178737" y="27956"/>
                </a:lnTo>
                <a:lnTo>
                  <a:pt x="158420" y="26565"/>
                </a:lnTo>
                <a:lnTo>
                  <a:pt x="138113" y="25041"/>
                </a:lnTo>
                <a:lnTo>
                  <a:pt x="117815" y="23365"/>
                </a:lnTo>
                <a:lnTo>
                  <a:pt x="97536" y="21479"/>
                </a:lnTo>
                <a:lnTo>
                  <a:pt x="77286" y="19345"/>
                </a:lnTo>
                <a:lnTo>
                  <a:pt x="57074" y="16831"/>
                </a:lnTo>
                <a:lnTo>
                  <a:pt x="36947" y="13745"/>
                </a:lnTo>
                <a:lnTo>
                  <a:pt x="17031" y="950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9" name="simple-step-cap-0">
            <a:extLst xmlns:a="http://schemas.openxmlformats.org/drawingml/2006/main">
              <a:ext uri="{FF2B5EF4-FFF2-40B4-BE49-F238E27FC236}">
                <a16:creationId xmlns:a16="http://schemas.microsoft.com/office/drawing/2014/main" id="{BA3A06F6-ABF8-4BCE-B154-F38117D1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6657" y="2248833"/>
            <a:ext cx="2148935" cy="1510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B7C7D9"/>
            </a:solidFill>
            <a:prstDash val="solid"/>
          </a:ln>
        </p:spPr>
      </p:sp>
      <p:sp>
        <p:nvSpPr>
          <p:cNvPr id="20" name="simple-step-body-1">
            <a:extLst xmlns:a="http://schemas.openxmlformats.org/drawingml/2006/main">
              <a:ext uri="{FF2B5EF4-FFF2-40B4-BE49-F238E27FC236}">
                <a16:creationId xmlns:a16="http://schemas.microsoft.com/office/drawing/2014/main" id="{C66A4CC1-8A32-4141-9856-29117E97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59337" y="2953502"/>
            <a:ext cx="1480652" cy="566795"/>
          </a:xfrm>
          <a:custGeom xmlns:a="http://schemas.openxmlformats.org/drawingml/2006/main">
            <a:pathLst>
              <a:path w="1480652" h="566795">
                <a:moveTo>
                  <a:pt x="0" y="0"/>
                </a:moveTo>
                <a:lnTo>
                  <a:pt x="6687" y="13630"/>
                </a:lnTo>
                <a:lnTo>
                  <a:pt x="13373" y="27261"/>
                </a:lnTo>
                <a:lnTo>
                  <a:pt x="20060" y="40891"/>
                </a:lnTo>
                <a:lnTo>
                  <a:pt x="26756" y="54512"/>
                </a:lnTo>
                <a:lnTo>
                  <a:pt x="33442" y="68142"/>
                </a:lnTo>
                <a:lnTo>
                  <a:pt x="40129" y="81772"/>
                </a:lnTo>
                <a:lnTo>
                  <a:pt x="46815" y="95402"/>
                </a:lnTo>
                <a:lnTo>
                  <a:pt x="53502" y="109033"/>
                </a:lnTo>
                <a:lnTo>
                  <a:pt x="60188" y="122663"/>
                </a:lnTo>
                <a:lnTo>
                  <a:pt x="66875" y="136293"/>
                </a:lnTo>
                <a:lnTo>
                  <a:pt x="73562" y="149914"/>
                </a:lnTo>
                <a:lnTo>
                  <a:pt x="80258" y="163544"/>
                </a:lnTo>
                <a:lnTo>
                  <a:pt x="86944" y="177175"/>
                </a:lnTo>
                <a:lnTo>
                  <a:pt x="93631" y="190805"/>
                </a:lnTo>
                <a:lnTo>
                  <a:pt x="100317" y="204435"/>
                </a:lnTo>
                <a:lnTo>
                  <a:pt x="107004" y="218065"/>
                </a:lnTo>
                <a:lnTo>
                  <a:pt x="113690" y="231696"/>
                </a:lnTo>
                <a:lnTo>
                  <a:pt x="120377" y="245316"/>
                </a:lnTo>
                <a:lnTo>
                  <a:pt x="127073" y="258947"/>
                </a:lnTo>
                <a:lnTo>
                  <a:pt x="133760" y="272577"/>
                </a:lnTo>
                <a:lnTo>
                  <a:pt x="140446" y="286207"/>
                </a:lnTo>
                <a:lnTo>
                  <a:pt x="147133" y="299837"/>
                </a:lnTo>
                <a:lnTo>
                  <a:pt x="153819" y="313468"/>
                </a:lnTo>
                <a:lnTo>
                  <a:pt x="160506" y="327098"/>
                </a:lnTo>
                <a:lnTo>
                  <a:pt x="167192" y="340719"/>
                </a:lnTo>
                <a:lnTo>
                  <a:pt x="173888" y="354349"/>
                </a:lnTo>
                <a:lnTo>
                  <a:pt x="180575" y="367979"/>
                </a:lnTo>
                <a:lnTo>
                  <a:pt x="187262" y="381610"/>
                </a:lnTo>
                <a:lnTo>
                  <a:pt x="193948" y="395240"/>
                </a:lnTo>
                <a:lnTo>
                  <a:pt x="200635" y="408870"/>
                </a:lnTo>
                <a:lnTo>
                  <a:pt x="207321" y="422500"/>
                </a:lnTo>
                <a:lnTo>
                  <a:pt x="214008" y="436121"/>
                </a:lnTo>
                <a:lnTo>
                  <a:pt x="220694" y="449751"/>
                </a:lnTo>
                <a:lnTo>
                  <a:pt x="227390" y="463382"/>
                </a:lnTo>
                <a:lnTo>
                  <a:pt x="234077" y="477012"/>
                </a:lnTo>
                <a:lnTo>
                  <a:pt x="240763" y="490642"/>
                </a:lnTo>
                <a:lnTo>
                  <a:pt x="247450" y="504273"/>
                </a:lnTo>
                <a:lnTo>
                  <a:pt x="254137" y="517903"/>
                </a:lnTo>
                <a:lnTo>
                  <a:pt x="263471" y="529028"/>
                </a:lnTo>
                <a:lnTo>
                  <a:pt x="277492" y="534781"/>
                </a:lnTo>
                <a:lnTo>
                  <a:pt x="292122" y="538829"/>
                </a:lnTo>
                <a:lnTo>
                  <a:pt x="306962" y="542030"/>
                </a:lnTo>
                <a:lnTo>
                  <a:pt x="321907" y="544716"/>
                </a:lnTo>
                <a:lnTo>
                  <a:pt x="336909" y="547021"/>
                </a:lnTo>
                <a:lnTo>
                  <a:pt x="351958" y="549050"/>
                </a:lnTo>
                <a:lnTo>
                  <a:pt x="367027" y="550850"/>
                </a:lnTo>
                <a:lnTo>
                  <a:pt x="382124" y="552479"/>
                </a:lnTo>
                <a:lnTo>
                  <a:pt x="397231" y="553945"/>
                </a:lnTo>
                <a:lnTo>
                  <a:pt x="412356" y="555288"/>
                </a:lnTo>
                <a:lnTo>
                  <a:pt x="427482" y="556508"/>
                </a:lnTo>
                <a:lnTo>
                  <a:pt x="442627" y="557632"/>
                </a:lnTo>
                <a:lnTo>
                  <a:pt x="457772" y="558660"/>
                </a:lnTo>
                <a:lnTo>
                  <a:pt x="472926" y="559603"/>
                </a:lnTo>
                <a:lnTo>
                  <a:pt x="488080" y="560470"/>
                </a:lnTo>
                <a:lnTo>
                  <a:pt x="503244" y="561270"/>
                </a:lnTo>
                <a:lnTo>
                  <a:pt x="518408" y="562004"/>
                </a:lnTo>
                <a:lnTo>
                  <a:pt x="533571" y="562670"/>
                </a:lnTo>
                <a:lnTo>
                  <a:pt x="548745" y="563280"/>
                </a:lnTo>
                <a:lnTo>
                  <a:pt x="563909" y="563832"/>
                </a:lnTo>
                <a:lnTo>
                  <a:pt x="579082" y="564337"/>
                </a:lnTo>
                <a:lnTo>
                  <a:pt x="594255" y="564785"/>
                </a:lnTo>
                <a:lnTo>
                  <a:pt x="609438" y="565185"/>
                </a:lnTo>
                <a:lnTo>
                  <a:pt x="624611" y="565537"/>
                </a:lnTo>
                <a:lnTo>
                  <a:pt x="639794" y="565852"/>
                </a:lnTo>
                <a:lnTo>
                  <a:pt x="654968" y="566109"/>
                </a:lnTo>
                <a:lnTo>
                  <a:pt x="670150" y="566328"/>
                </a:lnTo>
                <a:lnTo>
                  <a:pt x="685333" y="566509"/>
                </a:lnTo>
                <a:lnTo>
                  <a:pt x="700516" y="566642"/>
                </a:lnTo>
                <a:lnTo>
                  <a:pt x="715689" y="566728"/>
                </a:lnTo>
                <a:lnTo>
                  <a:pt x="730872" y="566785"/>
                </a:lnTo>
                <a:lnTo>
                  <a:pt x="746055" y="566795"/>
                </a:lnTo>
                <a:lnTo>
                  <a:pt x="761238" y="566757"/>
                </a:lnTo>
                <a:lnTo>
                  <a:pt x="776421" y="566690"/>
                </a:lnTo>
                <a:lnTo>
                  <a:pt x="791594" y="566566"/>
                </a:lnTo>
                <a:lnTo>
                  <a:pt x="806777" y="566414"/>
                </a:lnTo>
                <a:lnTo>
                  <a:pt x="821960" y="566214"/>
                </a:lnTo>
                <a:lnTo>
                  <a:pt x="837143" y="565966"/>
                </a:lnTo>
                <a:lnTo>
                  <a:pt x="852316" y="565680"/>
                </a:lnTo>
                <a:lnTo>
                  <a:pt x="867499" y="565347"/>
                </a:lnTo>
                <a:lnTo>
                  <a:pt x="882672" y="564966"/>
                </a:lnTo>
                <a:lnTo>
                  <a:pt x="897846" y="564537"/>
                </a:lnTo>
                <a:lnTo>
                  <a:pt x="913019" y="564061"/>
                </a:lnTo>
                <a:lnTo>
                  <a:pt x="928192" y="563528"/>
                </a:lnTo>
                <a:lnTo>
                  <a:pt x="943366" y="562947"/>
                </a:lnTo>
                <a:lnTo>
                  <a:pt x="958529" y="562299"/>
                </a:lnTo>
                <a:lnTo>
                  <a:pt x="973693" y="561604"/>
                </a:lnTo>
                <a:lnTo>
                  <a:pt x="988857" y="560832"/>
                </a:lnTo>
                <a:lnTo>
                  <a:pt x="1004021" y="559994"/>
                </a:lnTo>
                <a:lnTo>
                  <a:pt x="1019175" y="559079"/>
                </a:lnTo>
                <a:lnTo>
                  <a:pt x="1034320" y="558089"/>
                </a:lnTo>
                <a:lnTo>
                  <a:pt x="1049465" y="557012"/>
                </a:lnTo>
                <a:lnTo>
                  <a:pt x="1064600" y="555831"/>
                </a:lnTo>
                <a:lnTo>
                  <a:pt x="1079725" y="554546"/>
                </a:lnTo>
                <a:lnTo>
                  <a:pt x="1094842" y="553136"/>
                </a:lnTo>
                <a:lnTo>
                  <a:pt x="1109939" y="551583"/>
                </a:lnTo>
                <a:lnTo>
                  <a:pt x="1125026" y="549859"/>
                </a:lnTo>
                <a:lnTo>
                  <a:pt x="1140085" y="547935"/>
                </a:lnTo>
                <a:lnTo>
                  <a:pt x="1155106" y="545763"/>
                </a:lnTo>
                <a:lnTo>
                  <a:pt x="1170080" y="543258"/>
                </a:lnTo>
                <a:lnTo>
                  <a:pt x="1184977" y="540315"/>
                </a:lnTo>
                <a:lnTo>
                  <a:pt x="1199712" y="536686"/>
                </a:lnTo>
                <a:lnTo>
                  <a:pt x="1214095" y="531866"/>
                </a:lnTo>
                <a:lnTo>
                  <a:pt x="1226877" y="523904"/>
                </a:lnTo>
                <a:lnTo>
                  <a:pt x="1233202" y="510235"/>
                </a:lnTo>
                <a:lnTo>
                  <a:pt x="1239888" y="496605"/>
                </a:lnTo>
                <a:lnTo>
                  <a:pt x="1246575" y="482984"/>
                </a:lnTo>
                <a:lnTo>
                  <a:pt x="1253261" y="469354"/>
                </a:lnTo>
                <a:lnTo>
                  <a:pt x="1259948" y="455724"/>
                </a:lnTo>
                <a:lnTo>
                  <a:pt x="1266635" y="442093"/>
                </a:lnTo>
                <a:lnTo>
                  <a:pt x="1273321" y="428463"/>
                </a:lnTo>
                <a:lnTo>
                  <a:pt x="1280017" y="414833"/>
                </a:lnTo>
                <a:lnTo>
                  <a:pt x="1286704" y="401203"/>
                </a:lnTo>
                <a:lnTo>
                  <a:pt x="1293390" y="387582"/>
                </a:lnTo>
                <a:lnTo>
                  <a:pt x="1300077" y="373952"/>
                </a:lnTo>
                <a:lnTo>
                  <a:pt x="1306763" y="360321"/>
                </a:lnTo>
                <a:lnTo>
                  <a:pt x="1313450" y="346691"/>
                </a:lnTo>
                <a:lnTo>
                  <a:pt x="1320136" y="333061"/>
                </a:lnTo>
                <a:lnTo>
                  <a:pt x="1326833" y="319430"/>
                </a:lnTo>
                <a:lnTo>
                  <a:pt x="1333519" y="305800"/>
                </a:lnTo>
                <a:lnTo>
                  <a:pt x="1340206" y="292179"/>
                </a:lnTo>
                <a:lnTo>
                  <a:pt x="1346892" y="278549"/>
                </a:lnTo>
                <a:lnTo>
                  <a:pt x="1353579" y="264919"/>
                </a:lnTo>
                <a:lnTo>
                  <a:pt x="1360265" y="251289"/>
                </a:lnTo>
                <a:lnTo>
                  <a:pt x="1366952" y="237658"/>
                </a:lnTo>
                <a:lnTo>
                  <a:pt x="1373638" y="224028"/>
                </a:lnTo>
                <a:lnTo>
                  <a:pt x="1380334" y="210398"/>
                </a:lnTo>
                <a:lnTo>
                  <a:pt x="1387021" y="196777"/>
                </a:lnTo>
                <a:lnTo>
                  <a:pt x="1393708" y="183147"/>
                </a:lnTo>
                <a:lnTo>
                  <a:pt x="1400394" y="169516"/>
                </a:lnTo>
                <a:lnTo>
                  <a:pt x="1407081" y="155886"/>
                </a:lnTo>
                <a:lnTo>
                  <a:pt x="1413767" y="142256"/>
                </a:lnTo>
                <a:lnTo>
                  <a:pt x="1420454" y="128626"/>
                </a:lnTo>
                <a:lnTo>
                  <a:pt x="1427150" y="114995"/>
                </a:lnTo>
                <a:lnTo>
                  <a:pt x="1433836" y="101375"/>
                </a:lnTo>
                <a:lnTo>
                  <a:pt x="1440523" y="87744"/>
                </a:lnTo>
                <a:lnTo>
                  <a:pt x="1447209" y="74114"/>
                </a:lnTo>
                <a:lnTo>
                  <a:pt x="1453896" y="60484"/>
                </a:lnTo>
                <a:lnTo>
                  <a:pt x="1460583" y="46853"/>
                </a:lnTo>
                <a:lnTo>
                  <a:pt x="1467269" y="33223"/>
                </a:lnTo>
                <a:lnTo>
                  <a:pt x="1473965" y="19593"/>
                </a:lnTo>
                <a:lnTo>
                  <a:pt x="1480652" y="5972"/>
                </a:lnTo>
                <a:lnTo>
                  <a:pt x="1478432" y="6363"/>
                </a:lnTo>
                <a:lnTo>
                  <a:pt x="1464383" y="12011"/>
                </a:lnTo>
                <a:lnTo>
                  <a:pt x="1449667" y="15707"/>
                </a:lnTo>
                <a:lnTo>
                  <a:pt x="1434760" y="18574"/>
                </a:lnTo>
                <a:lnTo>
                  <a:pt x="1419768" y="20974"/>
                </a:lnTo>
                <a:lnTo>
                  <a:pt x="1404728" y="23041"/>
                </a:lnTo>
                <a:lnTo>
                  <a:pt x="1389659" y="24879"/>
                </a:lnTo>
                <a:lnTo>
                  <a:pt x="1374562" y="26527"/>
                </a:lnTo>
                <a:lnTo>
                  <a:pt x="1359456" y="28023"/>
                </a:lnTo>
                <a:lnTo>
                  <a:pt x="1344339" y="29404"/>
                </a:lnTo>
                <a:lnTo>
                  <a:pt x="1329214" y="30671"/>
                </a:lnTo>
                <a:lnTo>
                  <a:pt x="1314079" y="31852"/>
                </a:lnTo>
                <a:lnTo>
                  <a:pt x="1298934" y="32947"/>
                </a:lnTo>
                <a:lnTo>
                  <a:pt x="1283789" y="33966"/>
                </a:lnTo>
                <a:lnTo>
                  <a:pt x="1268635" y="34928"/>
                </a:lnTo>
                <a:lnTo>
                  <a:pt x="1253480" y="35833"/>
                </a:lnTo>
                <a:lnTo>
                  <a:pt x="1238326" y="36690"/>
                </a:lnTo>
                <a:lnTo>
                  <a:pt x="1223162" y="37490"/>
                </a:lnTo>
                <a:lnTo>
                  <a:pt x="1207999" y="38243"/>
                </a:lnTo>
                <a:lnTo>
                  <a:pt x="1192835" y="38957"/>
                </a:lnTo>
                <a:lnTo>
                  <a:pt x="1177671" y="39634"/>
                </a:lnTo>
                <a:lnTo>
                  <a:pt x="1162507" y="40272"/>
                </a:lnTo>
                <a:lnTo>
                  <a:pt x="1147334" y="40872"/>
                </a:lnTo>
                <a:lnTo>
                  <a:pt x="1132161" y="41443"/>
                </a:lnTo>
                <a:lnTo>
                  <a:pt x="1116987" y="41986"/>
                </a:lnTo>
                <a:lnTo>
                  <a:pt x="1101814" y="42491"/>
                </a:lnTo>
                <a:lnTo>
                  <a:pt x="1086641" y="42977"/>
                </a:lnTo>
                <a:lnTo>
                  <a:pt x="1071467" y="43434"/>
                </a:lnTo>
                <a:lnTo>
                  <a:pt x="1056294" y="43863"/>
                </a:lnTo>
                <a:lnTo>
                  <a:pt x="1041121" y="44263"/>
                </a:lnTo>
                <a:lnTo>
                  <a:pt x="1025938" y="44644"/>
                </a:lnTo>
                <a:lnTo>
                  <a:pt x="1010764" y="44996"/>
                </a:lnTo>
                <a:lnTo>
                  <a:pt x="995591" y="45329"/>
                </a:lnTo>
                <a:lnTo>
                  <a:pt x="980408" y="45644"/>
                </a:lnTo>
                <a:lnTo>
                  <a:pt x="965235" y="45930"/>
                </a:lnTo>
                <a:lnTo>
                  <a:pt x="950052" y="46196"/>
                </a:lnTo>
                <a:lnTo>
                  <a:pt x="934869" y="46444"/>
                </a:lnTo>
                <a:lnTo>
                  <a:pt x="919696" y="46663"/>
                </a:lnTo>
                <a:lnTo>
                  <a:pt x="904513" y="46873"/>
                </a:lnTo>
                <a:lnTo>
                  <a:pt x="889330" y="47063"/>
                </a:lnTo>
                <a:lnTo>
                  <a:pt x="874147" y="47225"/>
                </a:lnTo>
                <a:lnTo>
                  <a:pt x="858974" y="47377"/>
                </a:lnTo>
                <a:lnTo>
                  <a:pt x="843791" y="47511"/>
                </a:lnTo>
                <a:lnTo>
                  <a:pt x="828608" y="47625"/>
                </a:lnTo>
                <a:lnTo>
                  <a:pt x="813425" y="47711"/>
                </a:lnTo>
                <a:lnTo>
                  <a:pt x="798243" y="47787"/>
                </a:lnTo>
                <a:lnTo>
                  <a:pt x="783069" y="47844"/>
                </a:lnTo>
                <a:lnTo>
                  <a:pt x="767886" y="47882"/>
                </a:lnTo>
                <a:lnTo>
                  <a:pt x="752704" y="47911"/>
                </a:lnTo>
                <a:lnTo>
                  <a:pt x="737521" y="47911"/>
                </a:lnTo>
                <a:lnTo>
                  <a:pt x="722338" y="47901"/>
                </a:lnTo>
                <a:lnTo>
                  <a:pt x="707155" y="47873"/>
                </a:lnTo>
                <a:lnTo>
                  <a:pt x="691972" y="47815"/>
                </a:lnTo>
                <a:lnTo>
                  <a:pt x="676799" y="47749"/>
                </a:lnTo>
                <a:lnTo>
                  <a:pt x="661616" y="47663"/>
                </a:lnTo>
                <a:lnTo>
                  <a:pt x="646433" y="47558"/>
                </a:lnTo>
                <a:lnTo>
                  <a:pt x="631250" y="47435"/>
                </a:lnTo>
                <a:lnTo>
                  <a:pt x="616067" y="47292"/>
                </a:lnTo>
                <a:lnTo>
                  <a:pt x="600894" y="47139"/>
                </a:lnTo>
                <a:lnTo>
                  <a:pt x="585711" y="46958"/>
                </a:lnTo>
                <a:lnTo>
                  <a:pt x="570528" y="46758"/>
                </a:lnTo>
                <a:lnTo>
                  <a:pt x="555355" y="46539"/>
                </a:lnTo>
                <a:lnTo>
                  <a:pt x="540172" y="46301"/>
                </a:lnTo>
                <a:lnTo>
                  <a:pt x="524989" y="46044"/>
                </a:lnTo>
                <a:lnTo>
                  <a:pt x="509816" y="45768"/>
                </a:lnTo>
                <a:lnTo>
                  <a:pt x="494633" y="45463"/>
                </a:lnTo>
                <a:lnTo>
                  <a:pt x="479460" y="45139"/>
                </a:lnTo>
                <a:lnTo>
                  <a:pt x="464277" y="44796"/>
                </a:lnTo>
                <a:lnTo>
                  <a:pt x="449104" y="44434"/>
                </a:lnTo>
                <a:lnTo>
                  <a:pt x="433930" y="44044"/>
                </a:lnTo>
                <a:lnTo>
                  <a:pt x="418748" y="43625"/>
                </a:lnTo>
                <a:lnTo>
                  <a:pt x="403574" y="43177"/>
                </a:lnTo>
                <a:lnTo>
                  <a:pt x="388401" y="42710"/>
                </a:lnTo>
                <a:lnTo>
                  <a:pt x="373228" y="42215"/>
                </a:lnTo>
                <a:lnTo>
                  <a:pt x="358054" y="41691"/>
                </a:lnTo>
                <a:lnTo>
                  <a:pt x="342881" y="41129"/>
                </a:lnTo>
                <a:lnTo>
                  <a:pt x="327717" y="40538"/>
                </a:lnTo>
                <a:lnTo>
                  <a:pt x="312544" y="39919"/>
                </a:lnTo>
                <a:lnTo>
                  <a:pt x="297380" y="39262"/>
                </a:lnTo>
                <a:lnTo>
                  <a:pt x="282216" y="38557"/>
                </a:lnTo>
                <a:lnTo>
                  <a:pt x="267052" y="37824"/>
                </a:lnTo>
                <a:lnTo>
                  <a:pt x="251889" y="37043"/>
                </a:lnTo>
                <a:lnTo>
                  <a:pt x="236734" y="36214"/>
                </a:lnTo>
                <a:lnTo>
                  <a:pt x="221571" y="35338"/>
                </a:lnTo>
                <a:lnTo>
                  <a:pt x="206426" y="34404"/>
                </a:lnTo>
                <a:lnTo>
                  <a:pt x="191272" y="33404"/>
                </a:lnTo>
                <a:lnTo>
                  <a:pt x="176127" y="32337"/>
                </a:lnTo>
                <a:lnTo>
                  <a:pt x="160992" y="31194"/>
                </a:lnTo>
                <a:lnTo>
                  <a:pt x="145856" y="29966"/>
                </a:lnTo>
                <a:lnTo>
                  <a:pt x="130740" y="28642"/>
                </a:lnTo>
                <a:lnTo>
                  <a:pt x="115624" y="27203"/>
                </a:lnTo>
                <a:lnTo>
                  <a:pt x="100527" y="25622"/>
                </a:lnTo>
                <a:lnTo>
                  <a:pt x="85439" y="23870"/>
                </a:lnTo>
                <a:lnTo>
                  <a:pt x="70390" y="21908"/>
                </a:lnTo>
                <a:lnTo>
                  <a:pt x="55378" y="19669"/>
                </a:lnTo>
                <a:lnTo>
                  <a:pt x="40424" y="17031"/>
                </a:lnTo>
                <a:lnTo>
                  <a:pt x="25603" y="13764"/>
                </a:lnTo>
                <a:lnTo>
                  <a:pt x="11116" y="92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1" name="simple-step-cap-1">
            <a:extLst xmlns:a="http://schemas.openxmlformats.org/drawingml/2006/main">
              <a:ext uri="{FF2B5EF4-FFF2-40B4-BE49-F238E27FC236}">
                <a16:creationId xmlns:a16="http://schemas.microsoft.com/office/drawing/2014/main" id="{3FA66122-8008-4DB1-B1DA-3D21A83B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59318" y="2878017"/>
            <a:ext cx="1483614" cy="1510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B7C7D9"/>
            </a:solidFill>
            <a:prstDash val="solid"/>
          </a:ln>
        </p:spPr>
      </p:sp>
      <p:sp>
        <p:nvSpPr>
          <p:cNvPr id="22" name="simple-step-body-2">
            <a:extLst xmlns:a="http://schemas.openxmlformats.org/drawingml/2006/main">
              <a:ext uri="{FF2B5EF4-FFF2-40B4-BE49-F238E27FC236}">
                <a16:creationId xmlns:a16="http://schemas.microsoft.com/office/drawing/2014/main" id="{BF9F90AF-FE60-4CCD-AB64-ECABCA38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3959" y="3582734"/>
            <a:ext cx="972360" cy="566728"/>
          </a:xfrm>
          <a:custGeom xmlns:a="http://schemas.openxmlformats.org/drawingml/2006/main">
            <a:pathLst>
              <a:path w="972360" h="566728">
                <a:moveTo>
                  <a:pt x="0" y="0"/>
                </a:moveTo>
                <a:lnTo>
                  <a:pt x="4724" y="10573"/>
                </a:lnTo>
                <a:lnTo>
                  <a:pt x="9439" y="21155"/>
                </a:lnTo>
                <a:lnTo>
                  <a:pt x="14164" y="31728"/>
                </a:lnTo>
                <a:lnTo>
                  <a:pt x="18888" y="42310"/>
                </a:lnTo>
                <a:lnTo>
                  <a:pt x="23612" y="52883"/>
                </a:lnTo>
                <a:lnTo>
                  <a:pt x="28327" y="63456"/>
                </a:lnTo>
                <a:lnTo>
                  <a:pt x="33052" y="74038"/>
                </a:lnTo>
                <a:lnTo>
                  <a:pt x="37776" y="84611"/>
                </a:lnTo>
                <a:lnTo>
                  <a:pt x="42491" y="95193"/>
                </a:lnTo>
                <a:lnTo>
                  <a:pt x="47215" y="105766"/>
                </a:lnTo>
                <a:lnTo>
                  <a:pt x="51940" y="116338"/>
                </a:lnTo>
                <a:lnTo>
                  <a:pt x="56664" y="126921"/>
                </a:lnTo>
                <a:lnTo>
                  <a:pt x="61379" y="137493"/>
                </a:lnTo>
                <a:lnTo>
                  <a:pt x="66104" y="148076"/>
                </a:lnTo>
                <a:lnTo>
                  <a:pt x="70828" y="158648"/>
                </a:lnTo>
                <a:lnTo>
                  <a:pt x="75552" y="169221"/>
                </a:lnTo>
                <a:lnTo>
                  <a:pt x="80267" y="179803"/>
                </a:lnTo>
                <a:lnTo>
                  <a:pt x="84992" y="190376"/>
                </a:lnTo>
                <a:lnTo>
                  <a:pt x="89716" y="200958"/>
                </a:lnTo>
                <a:lnTo>
                  <a:pt x="94431" y="211531"/>
                </a:lnTo>
                <a:lnTo>
                  <a:pt x="99155" y="222104"/>
                </a:lnTo>
                <a:lnTo>
                  <a:pt x="103880" y="232686"/>
                </a:lnTo>
                <a:lnTo>
                  <a:pt x="108604" y="243259"/>
                </a:lnTo>
                <a:lnTo>
                  <a:pt x="113319" y="253841"/>
                </a:lnTo>
                <a:lnTo>
                  <a:pt x="118043" y="264414"/>
                </a:lnTo>
                <a:lnTo>
                  <a:pt x="122768" y="274987"/>
                </a:lnTo>
                <a:lnTo>
                  <a:pt x="127483" y="285569"/>
                </a:lnTo>
                <a:lnTo>
                  <a:pt x="132207" y="296142"/>
                </a:lnTo>
                <a:lnTo>
                  <a:pt x="136931" y="306724"/>
                </a:lnTo>
                <a:lnTo>
                  <a:pt x="141656" y="317297"/>
                </a:lnTo>
                <a:lnTo>
                  <a:pt x="146371" y="327870"/>
                </a:lnTo>
                <a:lnTo>
                  <a:pt x="151095" y="338452"/>
                </a:lnTo>
                <a:lnTo>
                  <a:pt x="155819" y="349025"/>
                </a:lnTo>
                <a:lnTo>
                  <a:pt x="160534" y="359607"/>
                </a:lnTo>
                <a:lnTo>
                  <a:pt x="165259" y="370180"/>
                </a:lnTo>
                <a:lnTo>
                  <a:pt x="169983" y="380752"/>
                </a:lnTo>
                <a:lnTo>
                  <a:pt x="174708" y="391335"/>
                </a:lnTo>
                <a:lnTo>
                  <a:pt x="179422" y="401907"/>
                </a:lnTo>
                <a:lnTo>
                  <a:pt x="184147" y="412490"/>
                </a:lnTo>
                <a:lnTo>
                  <a:pt x="188871" y="423062"/>
                </a:lnTo>
                <a:lnTo>
                  <a:pt x="193596" y="433635"/>
                </a:lnTo>
                <a:lnTo>
                  <a:pt x="198311" y="444217"/>
                </a:lnTo>
                <a:lnTo>
                  <a:pt x="203035" y="454790"/>
                </a:lnTo>
                <a:lnTo>
                  <a:pt x="207759" y="465363"/>
                </a:lnTo>
                <a:lnTo>
                  <a:pt x="212474" y="475945"/>
                </a:lnTo>
                <a:lnTo>
                  <a:pt x="217199" y="486518"/>
                </a:lnTo>
                <a:lnTo>
                  <a:pt x="221923" y="497100"/>
                </a:lnTo>
                <a:lnTo>
                  <a:pt x="226647" y="507673"/>
                </a:lnTo>
                <a:lnTo>
                  <a:pt x="231362" y="518246"/>
                </a:lnTo>
                <a:lnTo>
                  <a:pt x="235934" y="528609"/>
                </a:lnTo>
                <a:lnTo>
                  <a:pt x="245107" y="535610"/>
                </a:lnTo>
                <a:lnTo>
                  <a:pt x="255546" y="540601"/>
                </a:lnTo>
                <a:lnTo>
                  <a:pt x="266452" y="544506"/>
                </a:lnTo>
                <a:lnTo>
                  <a:pt x="277578" y="547707"/>
                </a:lnTo>
                <a:lnTo>
                  <a:pt x="288846" y="550412"/>
                </a:lnTo>
                <a:lnTo>
                  <a:pt x="300190" y="552745"/>
                </a:lnTo>
                <a:lnTo>
                  <a:pt x="311591" y="554774"/>
                </a:lnTo>
                <a:lnTo>
                  <a:pt x="323031" y="556565"/>
                </a:lnTo>
                <a:lnTo>
                  <a:pt x="334508" y="558136"/>
                </a:lnTo>
                <a:lnTo>
                  <a:pt x="346005" y="559537"/>
                </a:lnTo>
                <a:lnTo>
                  <a:pt x="357521" y="560765"/>
                </a:lnTo>
                <a:lnTo>
                  <a:pt x="369056" y="561861"/>
                </a:lnTo>
                <a:lnTo>
                  <a:pt x="380600" y="562823"/>
                </a:lnTo>
                <a:lnTo>
                  <a:pt x="392144" y="563661"/>
                </a:lnTo>
                <a:lnTo>
                  <a:pt x="403708" y="564385"/>
                </a:lnTo>
                <a:lnTo>
                  <a:pt x="415271" y="565013"/>
                </a:lnTo>
                <a:lnTo>
                  <a:pt x="426844" y="565528"/>
                </a:lnTo>
                <a:lnTo>
                  <a:pt x="438417" y="565956"/>
                </a:lnTo>
                <a:lnTo>
                  <a:pt x="449999" y="566280"/>
                </a:lnTo>
                <a:lnTo>
                  <a:pt x="461582" y="566518"/>
                </a:lnTo>
                <a:lnTo>
                  <a:pt x="473164" y="566671"/>
                </a:lnTo>
                <a:lnTo>
                  <a:pt x="484746" y="566728"/>
                </a:lnTo>
                <a:lnTo>
                  <a:pt x="496329" y="566709"/>
                </a:lnTo>
                <a:lnTo>
                  <a:pt x="507911" y="566595"/>
                </a:lnTo>
                <a:lnTo>
                  <a:pt x="519484" y="566395"/>
                </a:lnTo>
                <a:lnTo>
                  <a:pt x="531066" y="566099"/>
                </a:lnTo>
                <a:lnTo>
                  <a:pt x="542639" y="565718"/>
                </a:lnTo>
                <a:lnTo>
                  <a:pt x="554212" y="565242"/>
                </a:lnTo>
                <a:lnTo>
                  <a:pt x="565785" y="564661"/>
                </a:lnTo>
                <a:lnTo>
                  <a:pt x="577348" y="563975"/>
                </a:lnTo>
                <a:lnTo>
                  <a:pt x="588902" y="563185"/>
                </a:lnTo>
                <a:lnTo>
                  <a:pt x="600446" y="562280"/>
                </a:lnTo>
                <a:lnTo>
                  <a:pt x="611981" y="561242"/>
                </a:lnTo>
                <a:lnTo>
                  <a:pt x="623506" y="560070"/>
                </a:lnTo>
                <a:lnTo>
                  <a:pt x="635013" y="558746"/>
                </a:lnTo>
                <a:lnTo>
                  <a:pt x="646500" y="557241"/>
                </a:lnTo>
                <a:lnTo>
                  <a:pt x="657958" y="555555"/>
                </a:lnTo>
                <a:lnTo>
                  <a:pt x="669379" y="553631"/>
                </a:lnTo>
                <a:lnTo>
                  <a:pt x="680752" y="551431"/>
                </a:lnTo>
                <a:lnTo>
                  <a:pt x="692048" y="548897"/>
                </a:lnTo>
                <a:lnTo>
                  <a:pt x="703240" y="545916"/>
                </a:lnTo>
                <a:lnTo>
                  <a:pt x="714261" y="542344"/>
                </a:lnTo>
                <a:lnTo>
                  <a:pt x="724938" y="537877"/>
                </a:lnTo>
                <a:lnTo>
                  <a:pt x="734825" y="531886"/>
                </a:lnTo>
                <a:lnTo>
                  <a:pt x="741978" y="522961"/>
                </a:lnTo>
                <a:lnTo>
                  <a:pt x="745712" y="512102"/>
                </a:lnTo>
                <a:lnTo>
                  <a:pt x="750437" y="501529"/>
                </a:lnTo>
                <a:lnTo>
                  <a:pt x="755161" y="490957"/>
                </a:lnTo>
                <a:lnTo>
                  <a:pt x="759885" y="480374"/>
                </a:lnTo>
                <a:lnTo>
                  <a:pt x="764600" y="469802"/>
                </a:lnTo>
                <a:lnTo>
                  <a:pt x="769325" y="459219"/>
                </a:lnTo>
                <a:lnTo>
                  <a:pt x="774049" y="448647"/>
                </a:lnTo>
                <a:lnTo>
                  <a:pt x="778764" y="438074"/>
                </a:lnTo>
                <a:lnTo>
                  <a:pt x="783488" y="427492"/>
                </a:lnTo>
                <a:lnTo>
                  <a:pt x="788213" y="416919"/>
                </a:lnTo>
                <a:lnTo>
                  <a:pt x="792937" y="406336"/>
                </a:lnTo>
                <a:lnTo>
                  <a:pt x="797652" y="395764"/>
                </a:lnTo>
                <a:lnTo>
                  <a:pt x="802376" y="385191"/>
                </a:lnTo>
                <a:lnTo>
                  <a:pt x="807101" y="374609"/>
                </a:lnTo>
                <a:lnTo>
                  <a:pt x="811816" y="364036"/>
                </a:lnTo>
                <a:lnTo>
                  <a:pt x="816540" y="353454"/>
                </a:lnTo>
                <a:lnTo>
                  <a:pt x="821265" y="342881"/>
                </a:lnTo>
                <a:lnTo>
                  <a:pt x="825989" y="332308"/>
                </a:lnTo>
                <a:lnTo>
                  <a:pt x="830704" y="321726"/>
                </a:lnTo>
                <a:lnTo>
                  <a:pt x="835428" y="311153"/>
                </a:lnTo>
                <a:lnTo>
                  <a:pt x="840153" y="300571"/>
                </a:lnTo>
                <a:lnTo>
                  <a:pt x="844868" y="289998"/>
                </a:lnTo>
                <a:lnTo>
                  <a:pt x="849592" y="279425"/>
                </a:lnTo>
                <a:lnTo>
                  <a:pt x="854316" y="268843"/>
                </a:lnTo>
                <a:lnTo>
                  <a:pt x="859041" y="258270"/>
                </a:lnTo>
                <a:lnTo>
                  <a:pt x="863756" y="247688"/>
                </a:lnTo>
                <a:lnTo>
                  <a:pt x="868480" y="237115"/>
                </a:lnTo>
                <a:lnTo>
                  <a:pt x="873204" y="226543"/>
                </a:lnTo>
                <a:lnTo>
                  <a:pt x="877929" y="215960"/>
                </a:lnTo>
                <a:lnTo>
                  <a:pt x="882644" y="205388"/>
                </a:lnTo>
                <a:lnTo>
                  <a:pt x="887368" y="194815"/>
                </a:lnTo>
                <a:lnTo>
                  <a:pt x="892092" y="184233"/>
                </a:lnTo>
                <a:lnTo>
                  <a:pt x="896807" y="173660"/>
                </a:lnTo>
                <a:lnTo>
                  <a:pt x="901532" y="163078"/>
                </a:lnTo>
                <a:lnTo>
                  <a:pt x="906256" y="152505"/>
                </a:lnTo>
                <a:lnTo>
                  <a:pt x="910981" y="141932"/>
                </a:lnTo>
                <a:lnTo>
                  <a:pt x="915695" y="131350"/>
                </a:lnTo>
                <a:lnTo>
                  <a:pt x="920420" y="120777"/>
                </a:lnTo>
                <a:lnTo>
                  <a:pt x="925144" y="110195"/>
                </a:lnTo>
                <a:lnTo>
                  <a:pt x="929859" y="99622"/>
                </a:lnTo>
                <a:lnTo>
                  <a:pt x="934583" y="89049"/>
                </a:lnTo>
                <a:lnTo>
                  <a:pt x="939308" y="78467"/>
                </a:lnTo>
                <a:lnTo>
                  <a:pt x="944032" y="67894"/>
                </a:lnTo>
                <a:lnTo>
                  <a:pt x="948747" y="57312"/>
                </a:lnTo>
                <a:lnTo>
                  <a:pt x="953472" y="46739"/>
                </a:lnTo>
                <a:lnTo>
                  <a:pt x="958196" y="36166"/>
                </a:lnTo>
                <a:lnTo>
                  <a:pt x="962911" y="25584"/>
                </a:lnTo>
                <a:lnTo>
                  <a:pt x="967635" y="15011"/>
                </a:lnTo>
                <a:lnTo>
                  <a:pt x="972360" y="4429"/>
                </a:lnTo>
                <a:lnTo>
                  <a:pt x="971464" y="5886"/>
                </a:lnTo>
                <a:lnTo>
                  <a:pt x="961711" y="12021"/>
                </a:lnTo>
                <a:lnTo>
                  <a:pt x="950871" y="16088"/>
                </a:lnTo>
                <a:lnTo>
                  <a:pt x="939727" y="19241"/>
                </a:lnTo>
                <a:lnTo>
                  <a:pt x="928440" y="21841"/>
                </a:lnTo>
                <a:lnTo>
                  <a:pt x="917077" y="24089"/>
                </a:lnTo>
                <a:lnTo>
                  <a:pt x="905666" y="26060"/>
                </a:lnTo>
                <a:lnTo>
                  <a:pt x="894217" y="27823"/>
                </a:lnTo>
                <a:lnTo>
                  <a:pt x="882739" y="29423"/>
                </a:lnTo>
                <a:lnTo>
                  <a:pt x="871252" y="30880"/>
                </a:lnTo>
                <a:lnTo>
                  <a:pt x="859746" y="32214"/>
                </a:lnTo>
                <a:lnTo>
                  <a:pt x="848230" y="33452"/>
                </a:lnTo>
                <a:lnTo>
                  <a:pt x="836705" y="34595"/>
                </a:lnTo>
                <a:lnTo>
                  <a:pt x="825170" y="35662"/>
                </a:lnTo>
                <a:lnTo>
                  <a:pt x="813635" y="36662"/>
                </a:lnTo>
                <a:lnTo>
                  <a:pt x="802081" y="37586"/>
                </a:lnTo>
                <a:lnTo>
                  <a:pt x="790537" y="38452"/>
                </a:lnTo>
                <a:lnTo>
                  <a:pt x="778983" y="39262"/>
                </a:lnTo>
                <a:lnTo>
                  <a:pt x="767420" y="40024"/>
                </a:lnTo>
                <a:lnTo>
                  <a:pt x="755866" y="40738"/>
                </a:lnTo>
                <a:lnTo>
                  <a:pt x="744303" y="41405"/>
                </a:lnTo>
                <a:lnTo>
                  <a:pt x="732730" y="42034"/>
                </a:lnTo>
                <a:lnTo>
                  <a:pt x="721166" y="42615"/>
                </a:lnTo>
                <a:lnTo>
                  <a:pt x="709593" y="43167"/>
                </a:lnTo>
                <a:lnTo>
                  <a:pt x="698030" y="43682"/>
                </a:lnTo>
                <a:lnTo>
                  <a:pt x="686457" y="44158"/>
                </a:lnTo>
                <a:lnTo>
                  <a:pt x="674875" y="44606"/>
                </a:lnTo>
                <a:lnTo>
                  <a:pt x="663302" y="45015"/>
                </a:lnTo>
                <a:lnTo>
                  <a:pt x="651729" y="45396"/>
                </a:lnTo>
                <a:lnTo>
                  <a:pt x="640147" y="45749"/>
                </a:lnTo>
                <a:lnTo>
                  <a:pt x="628574" y="46072"/>
                </a:lnTo>
                <a:lnTo>
                  <a:pt x="616991" y="46368"/>
                </a:lnTo>
                <a:lnTo>
                  <a:pt x="605409" y="46634"/>
                </a:lnTo>
                <a:lnTo>
                  <a:pt x="593836" y="46873"/>
                </a:lnTo>
                <a:lnTo>
                  <a:pt x="582254" y="47092"/>
                </a:lnTo>
                <a:lnTo>
                  <a:pt x="570671" y="47282"/>
                </a:lnTo>
                <a:lnTo>
                  <a:pt x="559089" y="47444"/>
                </a:lnTo>
                <a:lnTo>
                  <a:pt x="547507" y="47587"/>
                </a:lnTo>
                <a:lnTo>
                  <a:pt x="535924" y="47701"/>
                </a:lnTo>
                <a:lnTo>
                  <a:pt x="524342" y="47787"/>
                </a:lnTo>
                <a:lnTo>
                  <a:pt x="512759" y="47854"/>
                </a:lnTo>
                <a:lnTo>
                  <a:pt x="501177" y="47892"/>
                </a:lnTo>
                <a:lnTo>
                  <a:pt x="489595" y="47911"/>
                </a:lnTo>
                <a:lnTo>
                  <a:pt x="478012" y="47911"/>
                </a:lnTo>
                <a:lnTo>
                  <a:pt x="466430" y="47873"/>
                </a:lnTo>
                <a:lnTo>
                  <a:pt x="454847" y="47815"/>
                </a:lnTo>
                <a:lnTo>
                  <a:pt x="443265" y="47739"/>
                </a:lnTo>
                <a:lnTo>
                  <a:pt x="431683" y="47635"/>
                </a:lnTo>
                <a:lnTo>
                  <a:pt x="420100" y="47511"/>
                </a:lnTo>
                <a:lnTo>
                  <a:pt x="408518" y="47358"/>
                </a:lnTo>
                <a:lnTo>
                  <a:pt x="396935" y="47177"/>
                </a:lnTo>
                <a:lnTo>
                  <a:pt x="385362" y="46977"/>
                </a:lnTo>
                <a:lnTo>
                  <a:pt x="373780" y="46739"/>
                </a:lnTo>
                <a:lnTo>
                  <a:pt x="362198" y="46482"/>
                </a:lnTo>
                <a:lnTo>
                  <a:pt x="350615" y="46196"/>
                </a:lnTo>
                <a:lnTo>
                  <a:pt x="339042" y="45891"/>
                </a:lnTo>
                <a:lnTo>
                  <a:pt x="327460" y="45549"/>
                </a:lnTo>
                <a:lnTo>
                  <a:pt x="315887" y="45177"/>
                </a:lnTo>
                <a:lnTo>
                  <a:pt x="304314" y="44777"/>
                </a:lnTo>
                <a:lnTo>
                  <a:pt x="292732" y="44348"/>
                </a:lnTo>
                <a:lnTo>
                  <a:pt x="281159" y="43882"/>
                </a:lnTo>
                <a:lnTo>
                  <a:pt x="269586" y="43386"/>
                </a:lnTo>
                <a:lnTo>
                  <a:pt x="258023" y="42853"/>
                </a:lnTo>
                <a:lnTo>
                  <a:pt x="246450" y="42281"/>
                </a:lnTo>
                <a:lnTo>
                  <a:pt x="234887" y="41672"/>
                </a:lnTo>
                <a:lnTo>
                  <a:pt x="223323" y="41024"/>
                </a:lnTo>
                <a:lnTo>
                  <a:pt x="211760" y="40329"/>
                </a:lnTo>
                <a:lnTo>
                  <a:pt x="200196" y="39586"/>
                </a:lnTo>
                <a:lnTo>
                  <a:pt x="188643" y="38795"/>
                </a:lnTo>
                <a:lnTo>
                  <a:pt x="177089" y="37957"/>
                </a:lnTo>
                <a:lnTo>
                  <a:pt x="165545" y="37052"/>
                </a:lnTo>
                <a:lnTo>
                  <a:pt x="154000" y="36090"/>
                </a:lnTo>
                <a:lnTo>
                  <a:pt x="142465" y="35052"/>
                </a:lnTo>
                <a:lnTo>
                  <a:pt x="130940" y="33938"/>
                </a:lnTo>
                <a:lnTo>
                  <a:pt x="119415" y="32747"/>
                </a:lnTo>
                <a:lnTo>
                  <a:pt x="107909" y="31452"/>
                </a:lnTo>
                <a:lnTo>
                  <a:pt x="96412" y="30051"/>
                </a:lnTo>
                <a:lnTo>
                  <a:pt x="84925" y="28508"/>
                </a:lnTo>
                <a:lnTo>
                  <a:pt x="73466" y="26822"/>
                </a:lnTo>
                <a:lnTo>
                  <a:pt x="62046" y="24936"/>
                </a:lnTo>
                <a:lnTo>
                  <a:pt x="50654" y="22822"/>
                </a:lnTo>
                <a:lnTo>
                  <a:pt x="39329" y="20384"/>
                </a:lnTo>
                <a:lnTo>
                  <a:pt x="28118" y="17488"/>
                </a:lnTo>
                <a:lnTo>
                  <a:pt x="17116" y="13878"/>
                </a:lnTo>
                <a:lnTo>
                  <a:pt x="6696" y="886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23" name="simple-step-cap-2">
            <a:extLst xmlns:a="http://schemas.openxmlformats.org/drawingml/2006/main">
              <a:ext uri="{FF2B5EF4-FFF2-40B4-BE49-F238E27FC236}">
                <a16:creationId xmlns:a16="http://schemas.microsoft.com/office/drawing/2014/main" id="{63B75366-0739-471F-8CAE-A1763E64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3940" y="3507210"/>
            <a:ext cx="974369" cy="1510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B7C7D9"/>
            </a:solidFill>
            <a:prstDash val="solid"/>
          </a:ln>
        </p:spPr>
      </p:sp>
      <p:sp>
        <p:nvSpPr>
          <p:cNvPr id="24" name="simple-flow-arrow">
            <a:extLst xmlns:a="http://schemas.openxmlformats.org/drawingml/2006/main">
              <a:ext uri="{FF2B5EF4-FFF2-40B4-BE49-F238E27FC236}">
                <a16:creationId xmlns:a16="http://schemas.microsoft.com/office/drawing/2014/main" id="{84B7F8E1-805C-4225-8021-6A088EFA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42398" y="2301097"/>
            <a:ext cx="1117444" cy="1882635"/>
          </a:xfrm>
          <a:custGeom xmlns:a="http://schemas.openxmlformats.org/drawingml/2006/main">
            <a:pathLst>
              <a:path w="1117444" h="1882635">
                <a:moveTo>
                  <a:pt x="0" y="0"/>
                </a:moveTo>
                <a:lnTo>
                  <a:pt x="95" y="23555"/>
                </a:lnTo>
                <a:lnTo>
                  <a:pt x="6544" y="46234"/>
                </a:lnTo>
                <a:lnTo>
                  <a:pt x="12992" y="68904"/>
                </a:lnTo>
                <a:lnTo>
                  <a:pt x="19450" y="91573"/>
                </a:lnTo>
                <a:lnTo>
                  <a:pt x="25898" y="114252"/>
                </a:lnTo>
                <a:lnTo>
                  <a:pt x="32356" y="136922"/>
                </a:lnTo>
                <a:lnTo>
                  <a:pt x="38805" y="159591"/>
                </a:lnTo>
                <a:lnTo>
                  <a:pt x="45253" y="182270"/>
                </a:lnTo>
                <a:lnTo>
                  <a:pt x="51711" y="204940"/>
                </a:lnTo>
                <a:lnTo>
                  <a:pt x="58160" y="227609"/>
                </a:lnTo>
                <a:lnTo>
                  <a:pt x="64608" y="250288"/>
                </a:lnTo>
                <a:lnTo>
                  <a:pt x="71066" y="272958"/>
                </a:lnTo>
                <a:lnTo>
                  <a:pt x="77514" y="295627"/>
                </a:lnTo>
                <a:lnTo>
                  <a:pt x="83963" y="318297"/>
                </a:lnTo>
                <a:lnTo>
                  <a:pt x="90421" y="340976"/>
                </a:lnTo>
                <a:lnTo>
                  <a:pt x="96869" y="363645"/>
                </a:lnTo>
                <a:lnTo>
                  <a:pt x="103318" y="386315"/>
                </a:lnTo>
                <a:lnTo>
                  <a:pt x="109776" y="408994"/>
                </a:lnTo>
                <a:lnTo>
                  <a:pt x="116224" y="431663"/>
                </a:lnTo>
                <a:lnTo>
                  <a:pt x="122672" y="454333"/>
                </a:lnTo>
                <a:lnTo>
                  <a:pt x="129130" y="477012"/>
                </a:lnTo>
                <a:lnTo>
                  <a:pt x="135579" y="499682"/>
                </a:lnTo>
                <a:lnTo>
                  <a:pt x="142027" y="522351"/>
                </a:lnTo>
                <a:lnTo>
                  <a:pt x="148485" y="545030"/>
                </a:lnTo>
                <a:lnTo>
                  <a:pt x="154934" y="567700"/>
                </a:lnTo>
                <a:lnTo>
                  <a:pt x="161382" y="590369"/>
                </a:lnTo>
                <a:lnTo>
                  <a:pt x="167478" y="613134"/>
                </a:lnTo>
                <a:lnTo>
                  <a:pt x="172793" y="636099"/>
                </a:lnTo>
                <a:lnTo>
                  <a:pt x="178003" y="659092"/>
                </a:lnTo>
                <a:lnTo>
                  <a:pt x="182975" y="682133"/>
                </a:lnTo>
                <a:lnTo>
                  <a:pt x="187938" y="705174"/>
                </a:lnTo>
                <a:lnTo>
                  <a:pt x="192910" y="728215"/>
                </a:lnTo>
                <a:lnTo>
                  <a:pt x="197882" y="751265"/>
                </a:lnTo>
                <a:lnTo>
                  <a:pt x="202854" y="774306"/>
                </a:lnTo>
                <a:lnTo>
                  <a:pt x="207816" y="797347"/>
                </a:lnTo>
                <a:lnTo>
                  <a:pt x="212789" y="820388"/>
                </a:lnTo>
                <a:lnTo>
                  <a:pt x="217761" y="843429"/>
                </a:lnTo>
                <a:lnTo>
                  <a:pt x="222733" y="866480"/>
                </a:lnTo>
                <a:lnTo>
                  <a:pt x="227695" y="889521"/>
                </a:lnTo>
                <a:lnTo>
                  <a:pt x="232667" y="912562"/>
                </a:lnTo>
                <a:lnTo>
                  <a:pt x="237639" y="935603"/>
                </a:lnTo>
                <a:lnTo>
                  <a:pt x="242611" y="958644"/>
                </a:lnTo>
                <a:lnTo>
                  <a:pt x="247574" y="981685"/>
                </a:lnTo>
                <a:lnTo>
                  <a:pt x="252546" y="1004735"/>
                </a:lnTo>
                <a:lnTo>
                  <a:pt x="257518" y="1027776"/>
                </a:lnTo>
                <a:lnTo>
                  <a:pt x="262490" y="1050817"/>
                </a:lnTo>
                <a:lnTo>
                  <a:pt x="267452" y="1073858"/>
                </a:lnTo>
                <a:lnTo>
                  <a:pt x="272425" y="1096899"/>
                </a:lnTo>
                <a:lnTo>
                  <a:pt x="277397" y="1119950"/>
                </a:lnTo>
                <a:lnTo>
                  <a:pt x="282359" y="1142990"/>
                </a:lnTo>
                <a:lnTo>
                  <a:pt x="287331" y="1166031"/>
                </a:lnTo>
                <a:lnTo>
                  <a:pt x="292303" y="1189072"/>
                </a:lnTo>
                <a:lnTo>
                  <a:pt x="297275" y="1212113"/>
                </a:lnTo>
                <a:lnTo>
                  <a:pt x="302238" y="1235164"/>
                </a:lnTo>
                <a:lnTo>
                  <a:pt x="306953" y="1258253"/>
                </a:lnTo>
                <a:lnTo>
                  <a:pt x="311658" y="1281351"/>
                </a:lnTo>
                <a:lnTo>
                  <a:pt x="316278" y="1304468"/>
                </a:lnTo>
                <a:lnTo>
                  <a:pt x="320897" y="1327585"/>
                </a:lnTo>
                <a:lnTo>
                  <a:pt x="325517" y="1350702"/>
                </a:lnTo>
                <a:lnTo>
                  <a:pt x="330136" y="1373819"/>
                </a:lnTo>
                <a:lnTo>
                  <a:pt x="334756" y="1396937"/>
                </a:lnTo>
                <a:lnTo>
                  <a:pt x="339376" y="1420044"/>
                </a:lnTo>
                <a:lnTo>
                  <a:pt x="343995" y="1443161"/>
                </a:lnTo>
                <a:lnTo>
                  <a:pt x="348615" y="1466279"/>
                </a:lnTo>
                <a:lnTo>
                  <a:pt x="353235" y="1489396"/>
                </a:lnTo>
                <a:lnTo>
                  <a:pt x="354863" y="1510065"/>
                </a:lnTo>
                <a:lnTo>
                  <a:pt x="331289" y="1510065"/>
                </a:lnTo>
                <a:lnTo>
                  <a:pt x="307724" y="1510065"/>
                </a:lnTo>
                <a:lnTo>
                  <a:pt x="284150" y="1510065"/>
                </a:lnTo>
                <a:lnTo>
                  <a:pt x="260575" y="1510065"/>
                </a:lnTo>
                <a:lnTo>
                  <a:pt x="237001" y="1510065"/>
                </a:lnTo>
                <a:lnTo>
                  <a:pt x="213427" y="1510065"/>
                </a:lnTo>
                <a:lnTo>
                  <a:pt x="189852" y="1510065"/>
                </a:lnTo>
                <a:lnTo>
                  <a:pt x="185156" y="1517818"/>
                </a:lnTo>
                <a:lnTo>
                  <a:pt x="201911" y="1534401"/>
                </a:lnTo>
                <a:lnTo>
                  <a:pt x="218665" y="1550984"/>
                </a:lnTo>
                <a:lnTo>
                  <a:pt x="235420" y="1567567"/>
                </a:lnTo>
                <a:lnTo>
                  <a:pt x="252174" y="1584150"/>
                </a:lnTo>
                <a:lnTo>
                  <a:pt x="268929" y="1600733"/>
                </a:lnTo>
                <a:lnTo>
                  <a:pt x="285674" y="1617316"/>
                </a:lnTo>
                <a:lnTo>
                  <a:pt x="302428" y="1633899"/>
                </a:lnTo>
                <a:lnTo>
                  <a:pt x="319183" y="1650482"/>
                </a:lnTo>
                <a:lnTo>
                  <a:pt x="335937" y="1667066"/>
                </a:lnTo>
                <a:lnTo>
                  <a:pt x="352692" y="1683649"/>
                </a:lnTo>
                <a:lnTo>
                  <a:pt x="369446" y="1700232"/>
                </a:lnTo>
                <a:lnTo>
                  <a:pt x="386201" y="1716815"/>
                </a:lnTo>
                <a:lnTo>
                  <a:pt x="402955" y="1733398"/>
                </a:lnTo>
                <a:lnTo>
                  <a:pt x="419710" y="1749981"/>
                </a:lnTo>
                <a:lnTo>
                  <a:pt x="436464" y="1766564"/>
                </a:lnTo>
                <a:lnTo>
                  <a:pt x="453209" y="1783147"/>
                </a:lnTo>
                <a:lnTo>
                  <a:pt x="469964" y="1799730"/>
                </a:lnTo>
                <a:lnTo>
                  <a:pt x="486718" y="1816313"/>
                </a:lnTo>
                <a:lnTo>
                  <a:pt x="503472" y="1832896"/>
                </a:lnTo>
                <a:lnTo>
                  <a:pt x="520227" y="1849469"/>
                </a:lnTo>
                <a:lnTo>
                  <a:pt x="536981" y="1866052"/>
                </a:lnTo>
                <a:lnTo>
                  <a:pt x="553736" y="1882635"/>
                </a:lnTo>
                <a:lnTo>
                  <a:pt x="570490" y="1875930"/>
                </a:lnTo>
                <a:lnTo>
                  <a:pt x="587245" y="1859347"/>
                </a:lnTo>
                <a:lnTo>
                  <a:pt x="603999" y="1842764"/>
                </a:lnTo>
                <a:lnTo>
                  <a:pt x="620744" y="1826181"/>
                </a:lnTo>
                <a:lnTo>
                  <a:pt x="637499" y="1809598"/>
                </a:lnTo>
                <a:lnTo>
                  <a:pt x="654253" y="1793015"/>
                </a:lnTo>
                <a:lnTo>
                  <a:pt x="671008" y="1776432"/>
                </a:lnTo>
                <a:lnTo>
                  <a:pt x="687762" y="1759849"/>
                </a:lnTo>
                <a:lnTo>
                  <a:pt x="704517" y="1743266"/>
                </a:lnTo>
                <a:lnTo>
                  <a:pt x="721271" y="1726682"/>
                </a:lnTo>
                <a:lnTo>
                  <a:pt x="738026" y="1710109"/>
                </a:lnTo>
                <a:lnTo>
                  <a:pt x="754780" y="1693526"/>
                </a:lnTo>
                <a:lnTo>
                  <a:pt x="771535" y="1676943"/>
                </a:lnTo>
                <a:lnTo>
                  <a:pt x="788289" y="1660360"/>
                </a:lnTo>
                <a:lnTo>
                  <a:pt x="805034" y="1643777"/>
                </a:lnTo>
                <a:lnTo>
                  <a:pt x="821788" y="1627194"/>
                </a:lnTo>
                <a:lnTo>
                  <a:pt x="838543" y="1610611"/>
                </a:lnTo>
                <a:lnTo>
                  <a:pt x="855297" y="1594028"/>
                </a:lnTo>
                <a:lnTo>
                  <a:pt x="872052" y="1577445"/>
                </a:lnTo>
                <a:lnTo>
                  <a:pt x="888806" y="1560862"/>
                </a:lnTo>
                <a:lnTo>
                  <a:pt x="905561" y="1544279"/>
                </a:lnTo>
                <a:lnTo>
                  <a:pt x="922315" y="1527696"/>
                </a:lnTo>
                <a:lnTo>
                  <a:pt x="939070" y="1511113"/>
                </a:lnTo>
                <a:lnTo>
                  <a:pt x="918048" y="1510065"/>
                </a:lnTo>
                <a:lnTo>
                  <a:pt x="894483" y="1510065"/>
                </a:lnTo>
                <a:lnTo>
                  <a:pt x="870909" y="1510065"/>
                </a:lnTo>
                <a:lnTo>
                  <a:pt x="847334" y="1510065"/>
                </a:lnTo>
                <a:lnTo>
                  <a:pt x="823760" y="1510065"/>
                </a:lnTo>
                <a:lnTo>
                  <a:pt x="800186" y="1510065"/>
                </a:lnTo>
                <a:lnTo>
                  <a:pt x="776621" y="1510065"/>
                </a:lnTo>
                <a:lnTo>
                  <a:pt x="761467" y="1503159"/>
                </a:lnTo>
                <a:lnTo>
                  <a:pt x="766086" y="1480042"/>
                </a:lnTo>
                <a:lnTo>
                  <a:pt x="770706" y="1456925"/>
                </a:lnTo>
                <a:lnTo>
                  <a:pt x="775325" y="1433808"/>
                </a:lnTo>
                <a:lnTo>
                  <a:pt x="779945" y="1410700"/>
                </a:lnTo>
                <a:lnTo>
                  <a:pt x="784565" y="1387583"/>
                </a:lnTo>
                <a:lnTo>
                  <a:pt x="789184" y="1364466"/>
                </a:lnTo>
                <a:lnTo>
                  <a:pt x="793804" y="1341349"/>
                </a:lnTo>
                <a:lnTo>
                  <a:pt x="798424" y="1318231"/>
                </a:lnTo>
                <a:lnTo>
                  <a:pt x="803043" y="1295124"/>
                </a:lnTo>
                <a:lnTo>
                  <a:pt x="807691" y="1272007"/>
                </a:lnTo>
                <a:lnTo>
                  <a:pt x="812397" y="1248908"/>
                </a:lnTo>
                <a:lnTo>
                  <a:pt x="817216" y="1225839"/>
                </a:lnTo>
                <a:lnTo>
                  <a:pt x="822179" y="1202798"/>
                </a:lnTo>
                <a:lnTo>
                  <a:pt x="827151" y="1179757"/>
                </a:lnTo>
                <a:lnTo>
                  <a:pt x="832123" y="1156706"/>
                </a:lnTo>
                <a:lnTo>
                  <a:pt x="837095" y="1133666"/>
                </a:lnTo>
                <a:lnTo>
                  <a:pt x="842058" y="1110625"/>
                </a:lnTo>
                <a:lnTo>
                  <a:pt x="847030" y="1087584"/>
                </a:lnTo>
                <a:lnTo>
                  <a:pt x="852002" y="1064543"/>
                </a:lnTo>
                <a:lnTo>
                  <a:pt x="856974" y="1041492"/>
                </a:lnTo>
                <a:lnTo>
                  <a:pt x="861936" y="1018451"/>
                </a:lnTo>
                <a:lnTo>
                  <a:pt x="866908" y="995410"/>
                </a:lnTo>
                <a:lnTo>
                  <a:pt x="871880" y="972369"/>
                </a:lnTo>
                <a:lnTo>
                  <a:pt x="876852" y="949328"/>
                </a:lnTo>
                <a:lnTo>
                  <a:pt x="881815" y="926278"/>
                </a:lnTo>
                <a:lnTo>
                  <a:pt x="886787" y="903237"/>
                </a:lnTo>
                <a:lnTo>
                  <a:pt x="891759" y="880196"/>
                </a:lnTo>
                <a:lnTo>
                  <a:pt x="896722" y="857155"/>
                </a:lnTo>
                <a:lnTo>
                  <a:pt x="901694" y="834114"/>
                </a:lnTo>
                <a:lnTo>
                  <a:pt x="906666" y="811073"/>
                </a:lnTo>
                <a:lnTo>
                  <a:pt x="911638" y="788022"/>
                </a:lnTo>
                <a:lnTo>
                  <a:pt x="916600" y="764981"/>
                </a:lnTo>
                <a:lnTo>
                  <a:pt x="921572" y="741940"/>
                </a:lnTo>
                <a:lnTo>
                  <a:pt x="926544" y="718899"/>
                </a:lnTo>
                <a:lnTo>
                  <a:pt x="931516" y="695858"/>
                </a:lnTo>
                <a:lnTo>
                  <a:pt x="936479" y="672808"/>
                </a:lnTo>
                <a:lnTo>
                  <a:pt x="941489" y="649776"/>
                </a:lnTo>
                <a:lnTo>
                  <a:pt x="946804" y="626812"/>
                </a:lnTo>
                <a:lnTo>
                  <a:pt x="952214" y="603875"/>
                </a:lnTo>
                <a:lnTo>
                  <a:pt x="958672" y="581196"/>
                </a:lnTo>
                <a:lnTo>
                  <a:pt x="965121" y="558527"/>
                </a:lnTo>
                <a:lnTo>
                  <a:pt x="971569" y="535857"/>
                </a:lnTo>
                <a:lnTo>
                  <a:pt x="978027" y="513178"/>
                </a:lnTo>
                <a:lnTo>
                  <a:pt x="984475" y="490509"/>
                </a:lnTo>
                <a:lnTo>
                  <a:pt x="990924" y="467839"/>
                </a:lnTo>
                <a:lnTo>
                  <a:pt x="997382" y="445160"/>
                </a:lnTo>
                <a:lnTo>
                  <a:pt x="1003830" y="422491"/>
                </a:lnTo>
                <a:lnTo>
                  <a:pt x="1010279" y="399821"/>
                </a:lnTo>
                <a:lnTo>
                  <a:pt x="1016737" y="377142"/>
                </a:lnTo>
                <a:lnTo>
                  <a:pt x="1023185" y="354473"/>
                </a:lnTo>
                <a:lnTo>
                  <a:pt x="1029643" y="331803"/>
                </a:lnTo>
                <a:lnTo>
                  <a:pt x="1036091" y="309134"/>
                </a:lnTo>
                <a:lnTo>
                  <a:pt x="1042540" y="286455"/>
                </a:lnTo>
                <a:lnTo>
                  <a:pt x="1048998" y="263785"/>
                </a:lnTo>
                <a:lnTo>
                  <a:pt x="1055446" y="241116"/>
                </a:lnTo>
                <a:lnTo>
                  <a:pt x="1061895" y="218437"/>
                </a:lnTo>
                <a:lnTo>
                  <a:pt x="1068353" y="195767"/>
                </a:lnTo>
                <a:lnTo>
                  <a:pt x="1074801" y="173098"/>
                </a:lnTo>
                <a:lnTo>
                  <a:pt x="1081249" y="150419"/>
                </a:lnTo>
                <a:lnTo>
                  <a:pt x="1087707" y="127749"/>
                </a:lnTo>
                <a:lnTo>
                  <a:pt x="1094156" y="105080"/>
                </a:lnTo>
                <a:lnTo>
                  <a:pt x="1100604" y="82401"/>
                </a:lnTo>
                <a:lnTo>
                  <a:pt x="1107062" y="59731"/>
                </a:lnTo>
                <a:lnTo>
                  <a:pt x="1113511" y="37062"/>
                </a:lnTo>
                <a:lnTo>
                  <a:pt x="1117444" y="14040"/>
                </a:lnTo>
                <a:lnTo>
                  <a:pt x="1107910" y="0"/>
                </a:lnTo>
                <a:lnTo>
                  <a:pt x="1084336" y="0"/>
                </a:lnTo>
                <a:lnTo>
                  <a:pt x="1060761" y="0"/>
                </a:lnTo>
                <a:lnTo>
                  <a:pt x="1037196" y="0"/>
                </a:lnTo>
                <a:lnTo>
                  <a:pt x="1013622" y="0"/>
                </a:lnTo>
                <a:lnTo>
                  <a:pt x="990048" y="0"/>
                </a:lnTo>
                <a:lnTo>
                  <a:pt x="966473" y="0"/>
                </a:lnTo>
                <a:lnTo>
                  <a:pt x="942899" y="0"/>
                </a:lnTo>
                <a:lnTo>
                  <a:pt x="919324" y="0"/>
                </a:lnTo>
                <a:lnTo>
                  <a:pt x="895760" y="0"/>
                </a:lnTo>
                <a:lnTo>
                  <a:pt x="872185" y="0"/>
                </a:lnTo>
                <a:lnTo>
                  <a:pt x="848611" y="0"/>
                </a:lnTo>
                <a:lnTo>
                  <a:pt x="825036" y="0"/>
                </a:lnTo>
                <a:lnTo>
                  <a:pt x="801462" y="0"/>
                </a:lnTo>
                <a:lnTo>
                  <a:pt x="777897" y="0"/>
                </a:lnTo>
                <a:lnTo>
                  <a:pt x="754323" y="0"/>
                </a:lnTo>
                <a:lnTo>
                  <a:pt x="730748" y="0"/>
                </a:lnTo>
                <a:lnTo>
                  <a:pt x="707174" y="0"/>
                </a:lnTo>
                <a:lnTo>
                  <a:pt x="683600" y="0"/>
                </a:lnTo>
                <a:lnTo>
                  <a:pt x="660035" y="0"/>
                </a:lnTo>
                <a:lnTo>
                  <a:pt x="636460" y="0"/>
                </a:lnTo>
                <a:lnTo>
                  <a:pt x="612886" y="0"/>
                </a:lnTo>
                <a:lnTo>
                  <a:pt x="589312" y="0"/>
                </a:lnTo>
                <a:lnTo>
                  <a:pt x="565737" y="0"/>
                </a:lnTo>
                <a:lnTo>
                  <a:pt x="542173" y="0"/>
                </a:lnTo>
                <a:lnTo>
                  <a:pt x="518598" y="0"/>
                </a:lnTo>
                <a:lnTo>
                  <a:pt x="495024" y="0"/>
                </a:lnTo>
                <a:lnTo>
                  <a:pt x="471449" y="0"/>
                </a:lnTo>
                <a:lnTo>
                  <a:pt x="447875" y="0"/>
                </a:lnTo>
                <a:lnTo>
                  <a:pt x="424310" y="0"/>
                </a:lnTo>
                <a:lnTo>
                  <a:pt x="400736" y="0"/>
                </a:lnTo>
                <a:lnTo>
                  <a:pt x="377161" y="0"/>
                </a:lnTo>
                <a:lnTo>
                  <a:pt x="353587" y="0"/>
                </a:lnTo>
                <a:lnTo>
                  <a:pt x="330013" y="0"/>
                </a:lnTo>
                <a:lnTo>
                  <a:pt x="306438" y="0"/>
                </a:lnTo>
                <a:lnTo>
                  <a:pt x="282873" y="0"/>
                </a:lnTo>
                <a:lnTo>
                  <a:pt x="259299" y="0"/>
                </a:lnTo>
                <a:lnTo>
                  <a:pt x="235725" y="0"/>
                </a:lnTo>
                <a:lnTo>
                  <a:pt x="212150" y="0"/>
                </a:lnTo>
                <a:lnTo>
                  <a:pt x="188576" y="0"/>
                </a:lnTo>
                <a:lnTo>
                  <a:pt x="165011" y="0"/>
                </a:lnTo>
                <a:lnTo>
                  <a:pt x="141437" y="0"/>
                </a:lnTo>
                <a:lnTo>
                  <a:pt x="117862" y="0"/>
                </a:lnTo>
                <a:lnTo>
                  <a:pt x="94288" y="0"/>
                </a:lnTo>
                <a:lnTo>
                  <a:pt x="70714" y="0"/>
                </a:lnTo>
                <a:lnTo>
                  <a:pt x="47149" y="0"/>
                </a:lnTo>
                <a:lnTo>
                  <a:pt x="23574" y="0"/>
                </a:ln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E6ECF2">
                  <a:alpha val="0"/>
                </a:srgbClr>
              </a:gs>
              <a:gs pos="42000">
                <a:srgbClr val="B7C7D9">
                  <a:alpha val="16000"/>
                </a:srgbClr>
              </a:gs>
              <a:gs pos="76000">
                <a:srgbClr val="B7C7D9">
                  <a:alpha val="32000"/>
                </a:srgbClr>
              </a:gs>
              <a:gs pos="100000">
                <a:srgbClr val="7795B6">
                  <a:alpha val="52000"/>
                </a:srgbClr>
              </a:gs>
            </a:gsLst>
            <a:lin ang="5400000"/>
          </a:gradFill>
          <a:ln xmlns:a="http://schemas.openxmlformats.org/drawingml/2006/main" w="9525">
            <a:noFill/>
            <a:prstDash val="solid"/>
          </a:ln>
        </p:spPr>
      </p:sp>
      <p:sp>
        <p:nvSpPr>
          <p:cNvPr id="25" name="simple-step-title-0">
            <a:extLst xmlns:a="http://schemas.openxmlformats.org/drawingml/2006/main">
              <a:ext uri="{FF2B5EF4-FFF2-40B4-BE49-F238E27FC236}">
                <a16:creationId xmlns:a16="http://schemas.microsoft.com/office/drawing/2014/main" id="{1E418C77-8F43-4FCA-ADC6-83794B70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6272" y="2347465"/>
            <a:ext cx="1769716" cy="489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记录完整</a:t>
            </a:r>
          </a:p>
        </p:txBody>
      </p:sp>
      <p:sp>
        <p:nvSpPr>
          <p:cNvPr id="26" name="simple-step-title-1">
            <a:extLst xmlns:a="http://schemas.openxmlformats.org/drawingml/2006/main">
              <a:ext uri="{FF2B5EF4-FFF2-40B4-BE49-F238E27FC236}">
                <a16:creationId xmlns:a16="http://schemas.microsoft.com/office/drawing/2014/main" id="{7DEEC110-8A32-4FDF-BE80-E652DD21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09908" y="2976715"/>
            <a:ext cx="1182443" cy="489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责任明确</a:t>
            </a:r>
          </a:p>
        </p:txBody>
      </p:sp>
      <p:sp>
        <p:nvSpPr>
          <p:cNvPr id="27" name="simple-step-title-2">
            <a:extLst xmlns:a="http://schemas.openxmlformats.org/drawingml/2006/main">
              <a:ext uri="{FF2B5EF4-FFF2-40B4-BE49-F238E27FC236}">
                <a16:creationId xmlns:a16="http://schemas.microsoft.com/office/drawing/2014/main" id="{87971969-138D-4FB0-91E8-0F64E46F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53015" y="3605813"/>
            <a:ext cx="696220" cy="489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复核通过</a:t>
            </a:r>
          </a:p>
        </p:txBody>
      </p:sp>
      <p:sp>
        <p:nvSpPr>
          <p:cNvPr id="28" name="PPAGENT_QA|parent=body-02-outside-evidence|role=container">
            <a:extLst xmlns:a="http://schemas.openxmlformats.org/drawingml/2006/main">
              <a:ext uri="{FF2B5EF4-FFF2-40B4-BE49-F238E27FC236}">
                <a16:creationId xmlns:a16="http://schemas.microsoft.com/office/drawing/2014/main" id="{7AA2967E-AC56-4D08-96C5-C4A88DAB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53000"/>
            <a:ext cx="11144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</p:sp>
      <p:sp>
        <p:nvSpPr>
          <p:cNvPr id="29" name="PPAGENT_QA|parent=body-02-outside-evidence|role=accent">
            <a:extLst xmlns:a="http://schemas.openxmlformats.org/drawingml/2006/main">
              <a:ext uri="{FF2B5EF4-FFF2-40B4-BE49-F238E27FC236}">
                <a16:creationId xmlns:a16="http://schemas.microsoft.com/office/drawing/2014/main" id="{29092B75-9499-4D4E-BA4E-85F4DDCB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530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PAGENT_QA|within=body-02-outside-evidence|role=label">
            <a:extLst xmlns:a="http://schemas.openxmlformats.org/drawingml/2006/main">
              <a:ext uri="{FF2B5EF4-FFF2-40B4-BE49-F238E27FC236}">
                <a16:creationId xmlns:a16="http://schemas.microsoft.com/office/drawing/2014/main" id="{6B765DAA-34AF-4745-871A-9C72CC03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1054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责任边界</a:t>
            </a:r>
          </a:p>
        </p:txBody>
      </p:sp>
      <p:sp>
        <p:nvSpPr>
          <p:cNvPr id="31" name="PPAGENT_QA|within=body-02-outside-evidence|role=body">
            <a:extLst xmlns:a="http://schemas.openxmlformats.org/drawingml/2006/main">
              <a:ext uri="{FF2B5EF4-FFF2-40B4-BE49-F238E27FC236}">
                <a16:creationId xmlns:a16="http://schemas.microsoft.com/office/drawing/2014/main" id="{4A419A44-E1E0-4E3E-82FD-BAE3687E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362575"/>
            <a:ext cx="10648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课题负责人确认事实，平台管理者复核处理结论；意见不一致时保留异常状态并提交协调，不把“已记录”当成“已解决”。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扩围以能力达标为门槛，并保留暂停条件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 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CD3CBF65-3279-413C-900B-A7A41B3C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9259" y="2939672"/>
            <a:ext cx="1202817" cy="866585"/>
          </a:xfrm>
          <a:custGeom xmlns:a="http://schemas.openxmlformats.org/drawingml/2006/main">
            <a:pathLst>
              <a:path w="1202817" h="866585">
                <a:moveTo>
                  <a:pt x="71361" y="119758"/>
                </a:moveTo>
                <a:lnTo>
                  <a:pt x="90240" y="117739"/>
                </a:lnTo>
                <a:lnTo>
                  <a:pt x="109118" y="115719"/>
                </a:lnTo>
                <a:lnTo>
                  <a:pt x="127997" y="113700"/>
                </a:lnTo>
                <a:lnTo>
                  <a:pt x="146876" y="111681"/>
                </a:lnTo>
                <a:lnTo>
                  <a:pt x="165754" y="109661"/>
                </a:lnTo>
                <a:lnTo>
                  <a:pt x="184633" y="107642"/>
                </a:lnTo>
                <a:lnTo>
                  <a:pt x="203521" y="105632"/>
                </a:lnTo>
                <a:lnTo>
                  <a:pt x="222399" y="103613"/>
                </a:lnTo>
                <a:lnTo>
                  <a:pt x="241278" y="101594"/>
                </a:lnTo>
                <a:lnTo>
                  <a:pt x="260156" y="99574"/>
                </a:lnTo>
                <a:lnTo>
                  <a:pt x="279035" y="97555"/>
                </a:lnTo>
                <a:lnTo>
                  <a:pt x="297913" y="95536"/>
                </a:lnTo>
                <a:lnTo>
                  <a:pt x="316792" y="93516"/>
                </a:lnTo>
                <a:lnTo>
                  <a:pt x="335671" y="91497"/>
                </a:lnTo>
                <a:lnTo>
                  <a:pt x="354549" y="89478"/>
                </a:lnTo>
                <a:lnTo>
                  <a:pt x="373437" y="87468"/>
                </a:lnTo>
                <a:lnTo>
                  <a:pt x="392316" y="85449"/>
                </a:lnTo>
                <a:lnTo>
                  <a:pt x="411194" y="83429"/>
                </a:lnTo>
                <a:lnTo>
                  <a:pt x="430073" y="81410"/>
                </a:lnTo>
                <a:lnTo>
                  <a:pt x="448951" y="79391"/>
                </a:lnTo>
                <a:lnTo>
                  <a:pt x="467830" y="77372"/>
                </a:lnTo>
                <a:lnTo>
                  <a:pt x="486708" y="75352"/>
                </a:lnTo>
                <a:lnTo>
                  <a:pt x="505587" y="73333"/>
                </a:lnTo>
                <a:lnTo>
                  <a:pt x="524475" y="71314"/>
                </a:lnTo>
                <a:lnTo>
                  <a:pt x="543354" y="69294"/>
                </a:lnTo>
                <a:lnTo>
                  <a:pt x="562232" y="67285"/>
                </a:lnTo>
                <a:lnTo>
                  <a:pt x="581111" y="65265"/>
                </a:lnTo>
                <a:lnTo>
                  <a:pt x="599989" y="63246"/>
                </a:lnTo>
                <a:lnTo>
                  <a:pt x="618868" y="61227"/>
                </a:lnTo>
                <a:lnTo>
                  <a:pt x="637746" y="59207"/>
                </a:lnTo>
                <a:lnTo>
                  <a:pt x="656625" y="57188"/>
                </a:lnTo>
                <a:lnTo>
                  <a:pt x="675503" y="55169"/>
                </a:lnTo>
                <a:lnTo>
                  <a:pt x="694392" y="53150"/>
                </a:lnTo>
                <a:lnTo>
                  <a:pt x="713270" y="51130"/>
                </a:lnTo>
                <a:lnTo>
                  <a:pt x="732149" y="49120"/>
                </a:lnTo>
                <a:lnTo>
                  <a:pt x="751027" y="47101"/>
                </a:lnTo>
                <a:lnTo>
                  <a:pt x="769906" y="45082"/>
                </a:lnTo>
                <a:lnTo>
                  <a:pt x="788784" y="43063"/>
                </a:lnTo>
                <a:lnTo>
                  <a:pt x="807663" y="41043"/>
                </a:lnTo>
                <a:lnTo>
                  <a:pt x="826541" y="39024"/>
                </a:lnTo>
                <a:lnTo>
                  <a:pt x="845429" y="37005"/>
                </a:lnTo>
                <a:lnTo>
                  <a:pt x="864308" y="34985"/>
                </a:lnTo>
                <a:lnTo>
                  <a:pt x="883187" y="32966"/>
                </a:lnTo>
                <a:lnTo>
                  <a:pt x="902065" y="30956"/>
                </a:lnTo>
                <a:lnTo>
                  <a:pt x="920944" y="28937"/>
                </a:lnTo>
                <a:lnTo>
                  <a:pt x="939822" y="26918"/>
                </a:lnTo>
                <a:lnTo>
                  <a:pt x="958701" y="24898"/>
                </a:lnTo>
                <a:lnTo>
                  <a:pt x="977579" y="22879"/>
                </a:lnTo>
                <a:lnTo>
                  <a:pt x="996458" y="20860"/>
                </a:lnTo>
                <a:lnTo>
                  <a:pt x="1015346" y="18840"/>
                </a:lnTo>
                <a:lnTo>
                  <a:pt x="1034225" y="16821"/>
                </a:lnTo>
                <a:lnTo>
                  <a:pt x="1053103" y="14802"/>
                </a:lnTo>
                <a:lnTo>
                  <a:pt x="1071982" y="12783"/>
                </a:lnTo>
                <a:lnTo>
                  <a:pt x="1090860" y="10773"/>
                </a:lnTo>
                <a:lnTo>
                  <a:pt x="1109739" y="8753"/>
                </a:lnTo>
                <a:lnTo>
                  <a:pt x="1128617" y="6734"/>
                </a:lnTo>
                <a:lnTo>
                  <a:pt x="1147496" y="4715"/>
                </a:lnTo>
                <a:lnTo>
                  <a:pt x="1166384" y="2696"/>
                </a:lnTo>
                <a:lnTo>
                  <a:pt x="1185262" y="676"/>
                </a:lnTo>
                <a:lnTo>
                  <a:pt x="1202817" y="0"/>
                </a:lnTo>
                <a:lnTo>
                  <a:pt x="1201007" y="18898"/>
                </a:lnTo>
                <a:lnTo>
                  <a:pt x="1199198" y="37805"/>
                </a:lnTo>
                <a:lnTo>
                  <a:pt x="1197388" y="56702"/>
                </a:lnTo>
                <a:lnTo>
                  <a:pt x="1195578" y="75600"/>
                </a:lnTo>
                <a:lnTo>
                  <a:pt x="1193768" y="94507"/>
                </a:lnTo>
                <a:lnTo>
                  <a:pt x="1191968" y="113405"/>
                </a:lnTo>
                <a:lnTo>
                  <a:pt x="1190158" y="132302"/>
                </a:lnTo>
                <a:lnTo>
                  <a:pt x="1188349" y="151209"/>
                </a:lnTo>
                <a:lnTo>
                  <a:pt x="1186539" y="170107"/>
                </a:lnTo>
                <a:lnTo>
                  <a:pt x="1184729" y="189014"/>
                </a:lnTo>
                <a:lnTo>
                  <a:pt x="1182919" y="207912"/>
                </a:lnTo>
                <a:lnTo>
                  <a:pt x="1181119" y="226809"/>
                </a:lnTo>
                <a:lnTo>
                  <a:pt x="1179309" y="245716"/>
                </a:lnTo>
                <a:lnTo>
                  <a:pt x="1177500" y="264614"/>
                </a:lnTo>
                <a:lnTo>
                  <a:pt x="1175690" y="283512"/>
                </a:lnTo>
                <a:lnTo>
                  <a:pt x="1173880" y="302419"/>
                </a:lnTo>
                <a:lnTo>
                  <a:pt x="1172070" y="321316"/>
                </a:lnTo>
                <a:lnTo>
                  <a:pt x="1170270" y="340214"/>
                </a:lnTo>
                <a:lnTo>
                  <a:pt x="1168460" y="359121"/>
                </a:lnTo>
                <a:lnTo>
                  <a:pt x="1166651" y="378019"/>
                </a:lnTo>
                <a:lnTo>
                  <a:pt x="1164841" y="396916"/>
                </a:lnTo>
                <a:lnTo>
                  <a:pt x="1163031" y="415823"/>
                </a:lnTo>
                <a:lnTo>
                  <a:pt x="1161221" y="434721"/>
                </a:lnTo>
                <a:lnTo>
                  <a:pt x="1159421" y="453619"/>
                </a:lnTo>
                <a:lnTo>
                  <a:pt x="1157611" y="472526"/>
                </a:lnTo>
                <a:lnTo>
                  <a:pt x="1155802" y="491423"/>
                </a:lnTo>
                <a:lnTo>
                  <a:pt x="1153992" y="510330"/>
                </a:lnTo>
                <a:lnTo>
                  <a:pt x="1152182" y="529228"/>
                </a:lnTo>
                <a:lnTo>
                  <a:pt x="1150372" y="548126"/>
                </a:lnTo>
                <a:lnTo>
                  <a:pt x="1148572" y="567033"/>
                </a:lnTo>
                <a:lnTo>
                  <a:pt x="1146762" y="585930"/>
                </a:lnTo>
                <a:lnTo>
                  <a:pt x="1144953" y="604828"/>
                </a:lnTo>
                <a:lnTo>
                  <a:pt x="1143143" y="623735"/>
                </a:lnTo>
                <a:lnTo>
                  <a:pt x="1141333" y="642633"/>
                </a:lnTo>
                <a:lnTo>
                  <a:pt x="1139523" y="661530"/>
                </a:lnTo>
                <a:lnTo>
                  <a:pt x="1137723" y="680437"/>
                </a:lnTo>
                <a:lnTo>
                  <a:pt x="1135913" y="699335"/>
                </a:lnTo>
                <a:lnTo>
                  <a:pt x="1134104" y="718233"/>
                </a:lnTo>
                <a:lnTo>
                  <a:pt x="1132294" y="737140"/>
                </a:lnTo>
                <a:lnTo>
                  <a:pt x="1121016" y="746674"/>
                </a:lnTo>
                <a:lnTo>
                  <a:pt x="1102138" y="748713"/>
                </a:lnTo>
                <a:lnTo>
                  <a:pt x="1083259" y="750741"/>
                </a:lnTo>
                <a:lnTo>
                  <a:pt x="1064381" y="752770"/>
                </a:lnTo>
                <a:lnTo>
                  <a:pt x="1045502" y="754809"/>
                </a:lnTo>
                <a:lnTo>
                  <a:pt x="1026624" y="756837"/>
                </a:lnTo>
                <a:lnTo>
                  <a:pt x="1007745" y="758866"/>
                </a:lnTo>
                <a:lnTo>
                  <a:pt x="988866" y="760905"/>
                </a:lnTo>
                <a:lnTo>
                  <a:pt x="969988" y="762933"/>
                </a:lnTo>
                <a:lnTo>
                  <a:pt x="951109" y="764962"/>
                </a:lnTo>
                <a:lnTo>
                  <a:pt x="932231" y="767001"/>
                </a:lnTo>
                <a:lnTo>
                  <a:pt x="913352" y="769029"/>
                </a:lnTo>
                <a:lnTo>
                  <a:pt x="894474" y="771068"/>
                </a:lnTo>
                <a:lnTo>
                  <a:pt x="875595" y="773097"/>
                </a:lnTo>
                <a:lnTo>
                  <a:pt x="856717" y="775125"/>
                </a:lnTo>
                <a:lnTo>
                  <a:pt x="837838" y="777164"/>
                </a:lnTo>
                <a:lnTo>
                  <a:pt x="818960" y="779193"/>
                </a:lnTo>
                <a:lnTo>
                  <a:pt x="800081" y="781221"/>
                </a:lnTo>
                <a:lnTo>
                  <a:pt x="781202" y="783260"/>
                </a:lnTo>
                <a:lnTo>
                  <a:pt x="762324" y="785289"/>
                </a:lnTo>
                <a:lnTo>
                  <a:pt x="743455" y="787327"/>
                </a:lnTo>
                <a:lnTo>
                  <a:pt x="724576" y="789356"/>
                </a:lnTo>
                <a:lnTo>
                  <a:pt x="705698" y="791385"/>
                </a:lnTo>
                <a:lnTo>
                  <a:pt x="686819" y="793423"/>
                </a:lnTo>
                <a:lnTo>
                  <a:pt x="667941" y="795452"/>
                </a:lnTo>
                <a:lnTo>
                  <a:pt x="649062" y="797481"/>
                </a:lnTo>
                <a:lnTo>
                  <a:pt x="630184" y="799519"/>
                </a:lnTo>
                <a:lnTo>
                  <a:pt x="611305" y="801548"/>
                </a:lnTo>
                <a:lnTo>
                  <a:pt x="592426" y="803577"/>
                </a:lnTo>
                <a:lnTo>
                  <a:pt x="573548" y="805615"/>
                </a:lnTo>
                <a:lnTo>
                  <a:pt x="554669" y="807644"/>
                </a:lnTo>
                <a:lnTo>
                  <a:pt x="535791" y="809682"/>
                </a:lnTo>
                <a:lnTo>
                  <a:pt x="516912" y="811711"/>
                </a:lnTo>
                <a:lnTo>
                  <a:pt x="498034" y="813740"/>
                </a:lnTo>
                <a:lnTo>
                  <a:pt x="479155" y="815778"/>
                </a:lnTo>
                <a:lnTo>
                  <a:pt x="460277" y="817807"/>
                </a:lnTo>
                <a:lnTo>
                  <a:pt x="441398" y="819836"/>
                </a:lnTo>
                <a:lnTo>
                  <a:pt x="422519" y="821874"/>
                </a:lnTo>
                <a:lnTo>
                  <a:pt x="403641" y="823903"/>
                </a:lnTo>
                <a:lnTo>
                  <a:pt x="384762" y="825932"/>
                </a:lnTo>
                <a:lnTo>
                  <a:pt x="365884" y="827970"/>
                </a:lnTo>
                <a:lnTo>
                  <a:pt x="347005" y="829999"/>
                </a:lnTo>
                <a:lnTo>
                  <a:pt x="328127" y="832037"/>
                </a:lnTo>
                <a:lnTo>
                  <a:pt x="309248" y="834066"/>
                </a:lnTo>
                <a:lnTo>
                  <a:pt x="290379" y="836095"/>
                </a:lnTo>
                <a:lnTo>
                  <a:pt x="271501" y="838133"/>
                </a:lnTo>
                <a:lnTo>
                  <a:pt x="252622" y="840162"/>
                </a:lnTo>
                <a:lnTo>
                  <a:pt x="233744" y="842191"/>
                </a:lnTo>
                <a:lnTo>
                  <a:pt x="214865" y="844229"/>
                </a:lnTo>
                <a:lnTo>
                  <a:pt x="195986" y="846258"/>
                </a:lnTo>
                <a:lnTo>
                  <a:pt x="177108" y="848287"/>
                </a:lnTo>
                <a:lnTo>
                  <a:pt x="158229" y="850325"/>
                </a:lnTo>
                <a:lnTo>
                  <a:pt x="139351" y="852354"/>
                </a:lnTo>
                <a:lnTo>
                  <a:pt x="120472" y="854393"/>
                </a:lnTo>
                <a:lnTo>
                  <a:pt x="101594" y="856421"/>
                </a:lnTo>
                <a:lnTo>
                  <a:pt x="82715" y="858450"/>
                </a:lnTo>
                <a:lnTo>
                  <a:pt x="63837" y="860489"/>
                </a:lnTo>
                <a:lnTo>
                  <a:pt x="44958" y="862517"/>
                </a:lnTo>
                <a:lnTo>
                  <a:pt x="26079" y="864546"/>
                </a:lnTo>
                <a:lnTo>
                  <a:pt x="7201" y="866585"/>
                </a:lnTo>
                <a:lnTo>
                  <a:pt x="0" y="856812"/>
                </a:lnTo>
                <a:lnTo>
                  <a:pt x="1829" y="837914"/>
                </a:lnTo>
                <a:lnTo>
                  <a:pt x="3658" y="819017"/>
                </a:lnTo>
                <a:lnTo>
                  <a:pt x="5486" y="800119"/>
                </a:lnTo>
                <a:lnTo>
                  <a:pt x="7315" y="781221"/>
                </a:lnTo>
                <a:lnTo>
                  <a:pt x="9144" y="762314"/>
                </a:lnTo>
                <a:lnTo>
                  <a:pt x="10982" y="743417"/>
                </a:lnTo>
                <a:lnTo>
                  <a:pt x="12811" y="724519"/>
                </a:lnTo>
                <a:lnTo>
                  <a:pt x="14640" y="705622"/>
                </a:lnTo>
                <a:lnTo>
                  <a:pt x="16469" y="686724"/>
                </a:lnTo>
                <a:lnTo>
                  <a:pt x="18298" y="667826"/>
                </a:lnTo>
                <a:lnTo>
                  <a:pt x="20126" y="648929"/>
                </a:lnTo>
                <a:lnTo>
                  <a:pt x="21955" y="630022"/>
                </a:lnTo>
                <a:lnTo>
                  <a:pt x="23784" y="611124"/>
                </a:lnTo>
                <a:lnTo>
                  <a:pt x="25613" y="592226"/>
                </a:lnTo>
                <a:lnTo>
                  <a:pt x="27442" y="573329"/>
                </a:lnTo>
                <a:lnTo>
                  <a:pt x="29280" y="554431"/>
                </a:lnTo>
                <a:lnTo>
                  <a:pt x="31109" y="535534"/>
                </a:lnTo>
                <a:lnTo>
                  <a:pt x="32937" y="516636"/>
                </a:lnTo>
                <a:lnTo>
                  <a:pt x="34766" y="497729"/>
                </a:lnTo>
                <a:lnTo>
                  <a:pt x="36595" y="478831"/>
                </a:lnTo>
                <a:lnTo>
                  <a:pt x="38424" y="459934"/>
                </a:lnTo>
                <a:lnTo>
                  <a:pt x="40253" y="441036"/>
                </a:lnTo>
                <a:lnTo>
                  <a:pt x="42081" y="422138"/>
                </a:lnTo>
                <a:lnTo>
                  <a:pt x="43910" y="403241"/>
                </a:lnTo>
                <a:lnTo>
                  <a:pt x="45739" y="384343"/>
                </a:lnTo>
                <a:lnTo>
                  <a:pt x="47568" y="365446"/>
                </a:lnTo>
                <a:lnTo>
                  <a:pt x="49406" y="346539"/>
                </a:lnTo>
                <a:lnTo>
                  <a:pt x="51235" y="327641"/>
                </a:lnTo>
                <a:lnTo>
                  <a:pt x="53064" y="308743"/>
                </a:lnTo>
                <a:lnTo>
                  <a:pt x="54893" y="289846"/>
                </a:lnTo>
                <a:lnTo>
                  <a:pt x="56721" y="270948"/>
                </a:lnTo>
                <a:lnTo>
                  <a:pt x="58550" y="252051"/>
                </a:lnTo>
                <a:lnTo>
                  <a:pt x="60379" y="233153"/>
                </a:lnTo>
                <a:lnTo>
                  <a:pt x="62208" y="214246"/>
                </a:lnTo>
                <a:lnTo>
                  <a:pt x="64037" y="195348"/>
                </a:lnTo>
                <a:lnTo>
                  <a:pt x="65865" y="176451"/>
                </a:lnTo>
                <a:lnTo>
                  <a:pt x="67704" y="157553"/>
                </a:lnTo>
                <a:lnTo>
                  <a:pt x="69533" y="138655"/>
                </a:lnTo>
                <a:lnTo>
                  <a:pt x="71361" y="119758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7E5C9F94-6637-4C2A-BD69-E6026EB3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34612" y="2611660"/>
            <a:ext cx="1202922" cy="866861"/>
          </a:xfrm>
          <a:custGeom xmlns:a="http://schemas.openxmlformats.org/drawingml/2006/main">
            <a:pathLst>
              <a:path w="1202922" h="866861">
                <a:moveTo>
                  <a:pt x="71428" y="121063"/>
                </a:moveTo>
                <a:lnTo>
                  <a:pt x="90307" y="119034"/>
                </a:lnTo>
                <a:lnTo>
                  <a:pt x="109176" y="116996"/>
                </a:lnTo>
                <a:lnTo>
                  <a:pt x="128054" y="114967"/>
                </a:lnTo>
                <a:lnTo>
                  <a:pt x="146923" y="112928"/>
                </a:lnTo>
                <a:lnTo>
                  <a:pt x="165802" y="110900"/>
                </a:lnTo>
                <a:lnTo>
                  <a:pt x="184671" y="108861"/>
                </a:lnTo>
                <a:lnTo>
                  <a:pt x="203549" y="106832"/>
                </a:lnTo>
                <a:lnTo>
                  <a:pt x="222418" y="104794"/>
                </a:lnTo>
                <a:lnTo>
                  <a:pt x="241297" y="102765"/>
                </a:lnTo>
                <a:lnTo>
                  <a:pt x="260166" y="100727"/>
                </a:lnTo>
                <a:lnTo>
                  <a:pt x="279044" y="98698"/>
                </a:lnTo>
                <a:lnTo>
                  <a:pt x="297913" y="96660"/>
                </a:lnTo>
                <a:lnTo>
                  <a:pt x="316792" y="94631"/>
                </a:lnTo>
                <a:lnTo>
                  <a:pt x="335661" y="92593"/>
                </a:lnTo>
                <a:lnTo>
                  <a:pt x="354540" y="90564"/>
                </a:lnTo>
                <a:lnTo>
                  <a:pt x="373409" y="88525"/>
                </a:lnTo>
                <a:lnTo>
                  <a:pt x="392287" y="86497"/>
                </a:lnTo>
                <a:lnTo>
                  <a:pt x="411156" y="84458"/>
                </a:lnTo>
                <a:lnTo>
                  <a:pt x="430035" y="82429"/>
                </a:lnTo>
                <a:lnTo>
                  <a:pt x="448904" y="80401"/>
                </a:lnTo>
                <a:lnTo>
                  <a:pt x="467782" y="78362"/>
                </a:lnTo>
                <a:lnTo>
                  <a:pt x="486651" y="76333"/>
                </a:lnTo>
                <a:lnTo>
                  <a:pt x="505530" y="74295"/>
                </a:lnTo>
                <a:lnTo>
                  <a:pt x="524399" y="72266"/>
                </a:lnTo>
                <a:lnTo>
                  <a:pt x="543277" y="70228"/>
                </a:lnTo>
                <a:lnTo>
                  <a:pt x="562146" y="68199"/>
                </a:lnTo>
                <a:lnTo>
                  <a:pt x="581025" y="66161"/>
                </a:lnTo>
                <a:lnTo>
                  <a:pt x="599894" y="64132"/>
                </a:lnTo>
                <a:lnTo>
                  <a:pt x="618773" y="62093"/>
                </a:lnTo>
                <a:lnTo>
                  <a:pt x="637642" y="60065"/>
                </a:lnTo>
                <a:lnTo>
                  <a:pt x="656520" y="58026"/>
                </a:lnTo>
                <a:lnTo>
                  <a:pt x="675389" y="55997"/>
                </a:lnTo>
                <a:lnTo>
                  <a:pt x="694268" y="53959"/>
                </a:lnTo>
                <a:lnTo>
                  <a:pt x="713137" y="51930"/>
                </a:lnTo>
                <a:lnTo>
                  <a:pt x="732015" y="49892"/>
                </a:lnTo>
                <a:lnTo>
                  <a:pt x="750884" y="47863"/>
                </a:lnTo>
                <a:lnTo>
                  <a:pt x="769763" y="45825"/>
                </a:lnTo>
                <a:lnTo>
                  <a:pt x="788632" y="43796"/>
                </a:lnTo>
                <a:lnTo>
                  <a:pt x="807510" y="41758"/>
                </a:lnTo>
                <a:lnTo>
                  <a:pt x="826379" y="39729"/>
                </a:lnTo>
                <a:lnTo>
                  <a:pt x="845258" y="37690"/>
                </a:lnTo>
                <a:lnTo>
                  <a:pt x="864127" y="35662"/>
                </a:lnTo>
                <a:lnTo>
                  <a:pt x="883006" y="33623"/>
                </a:lnTo>
                <a:lnTo>
                  <a:pt x="901875" y="31594"/>
                </a:lnTo>
                <a:lnTo>
                  <a:pt x="920753" y="29556"/>
                </a:lnTo>
                <a:lnTo>
                  <a:pt x="939622" y="27527"/>
                </a:lnTo>
                <a:lnTo>
                  <a:pt x="958501" y="25489"/>
                </a:lnTo>
                <a:lnTo>
                  <a:pt x="977370" y="23460"/>
                </a:lnTo>
                <a:lnTo>
                  <a:pt x="996248" y="21422"/>
                </a:lnTo>
                <a:lnTo>
                  <a:pt x="1015117" y="19393"/>
                </a:lnTo>
                <a:lnTo>
                  <a:pt x="1033996" y="17355"/>
                </a:lnTo>
                <a:lnTo>
                  <a:pt x="1052865" y="15326"/>
                </a:lnTo>
                <a:lnTo>
                  <a:pt x="1071743" y="13287"/>
                </a:lnTo>
                <a:lnTo>
                  <a:pt x="1090613" y="11259"/>
                </a:lnTo>
                <a:lnTo>
                  <a:pt x="1109491" y="9220"/>
                </a:lnTo>
                <a:lnTo>
                  <a:pt x="1128360" y="7191"/>
                </a:lnTo>
                <a:lnTo>
                  <a:pt x="1147239" y="5153"/>
                </a:lnTo>
                <a:lnTo>
                  <a:pt x="1166108" y="3124"/>
                </a:lnTo>
                <a:lnTo>
                  <a:pt x="1184977" y="1086"/>
                </a:lnTo>
                <a:lnTo>
                  <a:pt x="1202922" y="0"/>
                </a:lnTo>
                <a:lnTo>
                  <a:pt x="1201093" y="18898"/>
                </a:lnTo>
                <a:lnTo>
                  <a:pt x="1199264" y="37786"/>
                </a:lnTo>
                <a:lnTo>
                  <a:pt x="1197435" y="56683"/>
                </a:lnTo>
                <a:lnTo>
                  <a:pt x="1195607" y="75581"/>
                </a:lnTo>
                <a:lnTo>
                  <a:pt x="1193778" y="94469"/>
                </a:lnTo>
                <a:lnTo>
                  <a:pt x="1191939" y="113367"/>
                </a:lnTo>
                <a:lnTo>
                  <a:pt x="1190111" y="132264"/>
                </a:lnTo>
                <a:lnTo>
                  <a:pt x="1188282" y="151152"/>
                </a:lnTo>
                <a:lnTo>
                  <a:pt x="1186453" y="170050"/>
                </a:lnTo>
                <a:lnTo>
                  <a:pt x="1184624" y="188947"/>
                </a:lnTo>
                <a:lnTo>
                  <a:pt x="1182795" y="207845"/>
                </a:lnTo>
                <a:lnTo>
                  <a:pt x="1180967" y="226733"/>
                </a:lnTo>
                <a:lnTo>
                  <a:pt x="1179138" y="245631"/>
                </a:lnTo>
                <a:lnTo>
                  <a:pt x="1177309" y="264528"/>
                </a:lnTo>
                <a:lnTo>
                  <a:pt x="1175480" y="283416"/>
                </a:lnTo>
                <a:lnTo>
                  <a:pt x="1173651" y="302314"/>
                </a:lnTo>
                <a:lnTo>
                  <a:pt x="1171823" y="321212"/>
                </a:lnTo>
                <a:lnTo>
                  <a:pt x="1169994" y="340100"/>
                </a:lnTo>
                <a:lnTo>
                  <a:pt x="1168165" y="358997"/>
                </a:lnTo>
                <a:lnTo>
                  <a:pt x="1166336" y="377895"/>
                </a:lnTo>
                <a:lnTo>
                  <a:pt x="1164507" y="396783"/>
                </a:lnTo>
                <a:lnTo>
                  <a:pt x="1162679" y="415681"/>
                </a:lnTo>
                <a:lnTo>
                  <a:pt x="1160850" y="434578"/>
                </a:lnTo>
                <a:lnTo>
                  <a:pt x="1159021" y="453466"/>
                </a:lnTo>
                <a:lnTo>
                  <a:pt x="1157183" y="472364"/>
                </a:lnTo>
                <a:lnTo>
                  <a:pt x="1155354" y="491261"/>
                </a:lnTo>
                <a:lnTo>
                  <a:pt x="1153525" y="510149"/>
                </a:lnTo>
                <a:lnTo>
                  <a:pt x="1151696" y="529047"/>
                </a:lnTo>
                <a:lnTo>
                  <a:pt x="1149868" y="547945"/>
                </a:lnTo>
                <a:lnTo>
                  <a:pt x="1148039" y="566842"/>
                </a:lnTo>
                <a:lnTo>
                  <a:pt x="1146210" y="585730"/>
                </a:lnTo>
                <a:lnTo>
                  <a:pt x="1144381" y="604628"/>
                </a:lnTo>
                <a:lnTo>
                  <a:pt x="1142552" y="623526"/>
                </a:lnTo>
                <a:lnTo>
                  <a:pt x="1140724" y="642414"/>
                </a:lnTo>
                <a:lnTo>
                  <a:pt x="1138895" y="661311"/>
                </a:lnTo>
                <a:lnTo>
                  <a:pt x="1137066" y="680209"/>
                </a:lnTo>
                <a:lnTo>
                  <a:pt x="1135237" y="699097"/>
                </a:lnTo>
                <a:lnTo>
                  <a:pt x="1133408" y="717995"/>
                </a:lnTo>
                <a:lnTo>
                  <a:pt x="1131580" y="736892"/>
                </a:lnTo>
                <a:lnTo>
                  <a:pt x="1121693" y="747808"/>
                </a:lnTo>
                <a:lnTo>
                  <a:pt x="1102824" y="749827"/>
                </a:lnTo>
                <a:lnTo>
                  <a:pt x="1083945" y="751846"/>
                </a:lnTo>
                <a:lnTo>
                  <a:pt x="1065066" y="753866"/>
                </a:lnTo>
                <a:lnTo>
                  <a:pt x="1046197" y="755885"/>
                </a:lnTo>
                <a:lnTo>
                  <a:pt x="1027319" y="757904"/>
                </a:lnTo>
                <a:lnTo>
                  <a:pt x="1008440" y="759924"/>
                </a:lnTo>
                <a:lnTo>
                  <a:pt x="989571" y="761933"/>
                </a:lnTo>
                <a:lnTo>
                  <a:pt x="970693" y="763953"/>
                </a:lnTo>
                <a:lnTo>
                  <a:pt x="951814" y="765972"/>
                </a:lnTo>
                <a:lnTo>
                  <a:pt x="932945" y="767991"/>
                </a:lnTo>
                <a:lnTo>
                  <a:pt x="914067" y="770011"/>
                </a:lnTo>
                <a:lnTo>
                  <a:pt x="895188" y="772030"/>
                </a:lnTo>
                <a:lnTo>
                  <a:pt x="876319" y="774040"/>
                </a:lnTo>
                <a:lnTo>
                  <a:pt x="857441" y="776059"/>
                </a:lnTo>
                <a:lnTo>
                  <a:pt x="838562" y="778078"/>
                </a:lnTo>
                <a:lnTo>
                  <a:pt x="819693" y="780098"/>
                </a:lnTo>
                <a:lnTo>
                  <a:pt x="800814" y="782117"/>
                </a:lnTo>
                <a:lnTo>
                  <a:pt x="781936" y="784136"/>
                </a:lnTo>
                <a:lnTo>
                  <a:pt x="763067" y="786155"/>
                </a:lnTo>
                <a:lnTo>
                  <a:pt x="744188" y="788165"/>
                </a:lnTo>
                <a:lnTo>
                  <a:pt x="725310" y="790184"/>
                </a:lnTo>
                <a:lnTo>
                  <a:pt x="706441" y="792204"/>
                </a:lnTo>
                <a:lnTo>
                  <a:pt x="687562" y="794223"/>
                </a:lnTo>
                <a:lnTo>
                  <a:pt x="668684" y="796242"/>
                </a:lnTo>
                <a:lnTo>
                  <a:pt x="649815" y="798262"/>
                </a:lnTo>
                <a:lnTo>
                  <a:pt x="630936" y="800271"/>
                </a:lnTo>
                <a:lnTo>
                  <a:pt x="612057" y="802291"/>
                </a:lnTo>
                <a:lnTo>
                  <a:pt x="593188" y="804310"/>
                </a:lnTo>
                <a:lnTo>
                  <a:pt x="574310" y="806329"/>
                </a:lnTo>
                <a:lnTo>
                  <a:pt x="555431" y="808349"/>
                </a:lnTo>
                <a:lnTo>
                  <a:pt x="536562" y="810368"/>
                </a:lnTo>
                <a:lnTo>
                  <a:pt x="517684" y="812378"/>
                </a:lnTo>
                <a:lnTo>
                  <a:pt x="498805" y="814397"/>
                </a:lnTo>
                <a:lnTo>
                  <a:pt x="479936" y="816416"/>
                </a:lnTo>
                <a:lnTo>
                  <a:pt x="461058" y="818436"/>
                </a:lnTo>
                <a:lnTo>
                  <a:pt x="442179" y="820455"/>
                </a:lnTo>
                <a:lnTo>
                  <a:pt x="423310" y="822474"/>
                </a:lnTo>
                <a:lnTo>
                  <a:pt x="404432" y="824494"/>
                </a:lnTo>
                <a:lnTo>
                  <a:pt x="385553" y="826503"/>
                </a:lnTo>
                <a:lnTo>
                  <a:pt x="366684" y="828523"/>
                </a:lnTo>
                <a:lnTo>
                  <a:pt x="347805" y="830542"/>
                </a:lnTo>
                <a:lnTo>
                  <a:pt x="328927" y="832561"/>
                </a:lnTo>
                <a:lnTo>
                  <a:pt x="310058" y="834581"/>
                </a:lnTo>
                <a:lnTo>
                  <a:pt x="291179" y="836600"/>
                </a:lnTo>
                <a:lnTo>
                  <a:pt x="272301" y="838610"/>
                </a:lnTo>
                <a:lnTo>
                  <a:pt x="253432" y="840629"/>
                </a:lnTo>
                <a:lnTo>
                  <a:pt x="234553" y="842648"/>
                </a:lnTo>
                <a:lnTo>
                  <a:pt x="215675" y="844667"/>
                </a:lnTo>
                <a:lnTo>
                  <a:pt x="196806" y="846687"/>
                </a:lnTo>
                <a:lnTo>
                  <a:pt x="177927" y="848706"/>
                </a:lnTo>
                <a:lnTo>
                  <a:pt x="159048" y="850725"/>
                </a:lnTo>
                <a:lnTo>
                  <a:pt x="140179" y="852735"/>
                </a:lnTo>
                <a:lnTo>
                  <a:pt x="121301" y="854754"/>
                </a:lnTo>
                <a:lnTo>
                  <a:pt x="102422" y="856774"/>
                </a:lnTo>
                <a:lnTo>
                  <a:pt x="83553" y="858793"/>
                </a:lnTo>
                <a:lnTo>
                  <a:pt x="64675" y="860812"/>
                </a:lnTo>
                <a:lnTo>
                  <a:pt x="45796" y="862832"/>
                </a:lnTo>
                <a:lnTo>
                  <a:pt x="26927" y="864841"/>
                </a:lnTo>
                <a:lnTo>
                  <a:pt x="8049" y="866861"/>
                </a:lnTo>
                <a:lnTo>
                  <a:pt x="0" y="857945"/>
                </a:lnTo>
                <a:lnTo>
                  <a:pt x="1829" y="839057"/>
                </a:lnTo>
                <a:lnTo>
                  <a:pt x="3667" y="820160"/>
                </a:lnTo>
                <a:lnTo>
                  <a:pt x="5496" y="801262"/>
                </a:lnTo>
                <a:lnTo>
                  <a:pt x="7325" y="782374"/>
                </a:lnTo>
                <a:lnTo>
                  <a:pt x="9154" y="763476"/>
                </a:lnTo>
                <a:lnTo>
                  <a:pt x="10992" y="744579"/>
                </a:lnTo>
                <a:lnTo>
                  <a:pt x="12821" y="725691"/>
                </a:lnTo>
                <a:lnTo>
                  <a:pt x="14649" y="706793"/>
                </a:lnTo>
                <a:lnTo>
                  <a:pt x="16488" y="687896"/>
                </a:lnTo>
                <a:lnTo>
                  <a:pt x="18317" y="669007"/>
                </a:lnTo>
                <a:lnTo>
                  <a:pt x="20145" y="650110"/>
                </a:lnTo>
                <a:lnTo>
                  <a:pt x="21984" y="631212"/>
                </a:lnTo>
                <a:lnTo>
                  <a:pt x="23813" y="612324"/>
                </a:lnTo>
                <a:lnTo>
                  <a:pt x="25641" y="593427"/>
                </a:lnTo>
                <a:lnTo>
                  <a:pt x="27470" y="574529"/>
                </a:lnTo>
                <a:lnTo>
                  <a:pt x="29308" y="555641"/>
                </a:lnTo>
                <a:lnTo>
                  <a:pt x="31137" y="536743"/>
                </a:lnTo>
                <a:lnTo>
                  <a:pt x="32966" y="517846"/>
                </a:lnTo>
                <a:lnTo>
                  <a:pt x="34804" y="498958"/>
                </a:lnTo>
                <a:lnTo>
                  <a:pt x="36633" y="480060"/>
                </a:lnTo>
                <a:lnTo>
                  <a:pt x="38462" y="461162"/>
                </a:lnTo>
                <a:lnTo>
                  <a:pt x="40291" y="442274"/>
                </a:lnTo>
                <a:lnTo>
                  <a:pt x="42129" y="423377"/>
                </a:lnTo>
                <a:lnTo>
                  <a:pt x="43958" y="404479"/>
                </a:lnTo>
                <a:lnTo>
                  <a:pt x="45787" y="385591"/>
                </a:lnTo>
                <a:lnTo>
                  <a:pt x="47625" y="366693"/>
                </a:lnTo>
                <a:lnTo>
                  <a:pt x="49454" y="347796"/>
                </a:lnTo>
                <a:lnTo>
                  <a:pt x="51283" y="328908"/>
                </a:lnTo>
                <a:lnTo>
                  <a:pt x="53121" y="310010"/>
                </a:lnTo>
                <a:lnTo>
                  <a:pt x="54950" y="291113"/>
                </a:lnTo>
                <a:lnTo>
                  <a:pt x="56779" y="272225"/>
                </a:lnTo>
                <a:lnTo>
                  <a:pt x="58607" y="253327"/>
                </a:lnTo>
                <a:lnTo>
                  <a:pt x="60446" y="234429"/>
                </a:lnTo>
                <a:lnTo>
                  <a:pt x="62274" y="215541"/>
                </a:lnTo>
                <a:lnTo>
                  <a:pt x="64103" y="196644"/>
                </a:lnTo>
                <a:lnTo>
                  <a:pt x="65942" y="177746"/>
                </a:lnTo>
                <a:lnTo>
                  <a:pt x="67770" y="158858"/>
                </a:lnTo>
                <a:lnTo>
                  <a:pt x="69599" y="139960"/>
                </a:lnTo>
                <a:lnTo>
                  <a:pt x="71428" y="121063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B4420EA9-E606-45DF-9A2E-95066439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89089" y="2284695"/>
            <a:ext cx="1202931" cy="867127"/>
          </a:xfrm>
          <a:custGeom xmlns:a="http://schemas.openxmlformats.org/drawingml/2006/main">
            <a:pathLst>
              <a:path w="1202931" h="867127">
                <a:moveTo>
                  <a:pt x="71418" y="121320"/>
                </a:moveTo>
                <a:lnTo>
                  <a:pt x="90287" y="119291"/>
                </a:lnTo>
                <a:lnTo>
                  <a:pt x="109157" y="117253"/>
                </a:lnTo>
                <a:lnTo>
                  <a:pt x="128026" y="115224"/>
                </a:lnTo>
                <a:lnTo>
                  <a:pt x="146895" y="113186"/>
                </a:lnTo>
                <a:lnTo>
                  <a:pt x="165764" y="111157"/>
                </a:lnTo>
                <a:lnTo>
                  <a:pt x="184633" y="109118"/>
                </a:lnTo>
                <a:lnTo>
                  <a:pt x="203502" y="107090"/>
                </a:lnTo>
                <a:lnTo>
                  <a:pt x="222371" y="105051"/>
                </a:lnTo>
                <a:lnTo>
                  <a:pt x="241240" y="103022"/>
                </a:lnTo>
                <a:lnTo>
                  <a:pt x="260109" y="100994"/>
                </a:lnTo>
                <a:lnTo>
                  <a:pt x="278978" y="98955"/>
                </a:lnTo>
                <a:lnTo>
                  <a:pt x="297847" y="96926"/>
                </a:lnTo>
                <a:lnTo>
                  <a:pt x="316716" y="94888"/>
                </a:lnTo>
                <a:lnTo>
                  <a:pt x="335585" y="92859"/>
                </a:lnTo>
                <a:lnTo>
                  <a:pt x="354454" y="90821"/>
                </a:lnTo>
                <a:lnTo>
                  <a:pt x="373332" y="88792"/>
                </a:lnTo>
                <a:lnTo>
                  <a:pt x="392201" y="86754"/>
                </a:lnTo>
                <a:lnTo>
                  <a:pt x="411070" y="84725"/>
                </a:lnTo>
                <a:lnTo>
                  <a:pt x="429939" y="82696"/>
                </a:lnTo>
                <a:lnTo>
                  <a:pt x="448808" y="80658"/>
                </a:lnTo>
                <a:lnTo>
                  <a:pt x="467678" y="78629"/>
                </a:lnTo>
                <a:lnTo>
                  <a:pt x="486547" y="76591"/>
                </a:lnTo>
                <a:lnTo>
                  <a:pt x="505416" y="74562"/>
                </a:lnTo>
                <a:lnTo>
                  <a:pt x="524285" y="72523"/>
                </a:lnTo>
                <a:lnTo>
                  <a:pt x="543154" y="70495"/>
                </a:lnTo>
                <a:lnTo>
                  <a:pt x="562023" y="68456"/>
                </a:lnTo>
                <a:lnTo>
                  <a:pt x="580892" y="66427"/>
                </a:lnTo>
                <a:lnTo>
                  <a:pt x="599761" y="64399"/>
                </a:lnTo>
                <a:lnTo>
                  <a:pt x="618630" y="62360"/>
                </a:lnTo>
                <a:lnTo>
                  <a:pt x="637499" y="60331"/>
                </a:lnTo>
                <a:lnTo>
                  <a:pt x="656368" y="58293"/>
                </a:lnTo>
                <a:lnTo>
                  <a:pt x="675237" y="56264"/>
                </a:lnTo>
                <a:lnTo>
                  <a:pt x="694106" y="54226"/>
                </a:lnTo>
                <a:lnTo>
                  <a:pt x="712975" y="52197"/>
                </a:lnTo>
                <a:lnTo>
                  <a:pt x="731844" y="50159"/>
                </a:lnTo>
                <a:lnTo>
                  <a:pt x="750713" y="48130"/>
                </a:lnTo>
                <a:lnTo>
                  <a:pt x="769591" y="46101"/>
                </a:lnTo>
                <a:lnTo>
                  <a:pt x="788460" y="44063"/>
                </a:lnTo>
                <a:lnTo>
                  <a:pt x="807329" y="42034"/>
                </a:lnTo>
                <a:lnTo>
                  <a:pt x="826199" y="39995"/>
                </a:lnTo>
                <a:lnTo>
                  <a:pt x="845068" y="37967"/>
                </a:lnTo>
                <a:lnTo>
                  <a:pt x="863937" y="35928"/>
                </a:lnTo>
                <a:lnTo>
                  <a:pt x="882806" y="33899"/>
                </a:lnTo>
                <a:lnTo>
                  <a:pt x="901675" y="31861"/>
                </a:lnTo>
                <a:lnTo>
                  <a:pt x="920544" y="29832"/>
                </a:lnTo>
                <a:lnTo>
                  <a:pt x="939413" y="27803"/>
                </a:lnTo>
                <a:lnTo>
                  <a:pt x="958282" y="25765"/>
                </a:lnTo>
                <a:lnTo>
                  <a:pt x="977151" y="23736"/>
                </a:lnTo>
                <a:lnTo>
                  <a:pt x="996020" y="21698"/>
                </a:lnTo>
                <a:lnTo>
                  <a:pt x="1014889" y="19669"/>
                </a:lnTo>
                <a:lnTo>
                  <a:pt x="1033758" y="17631"/>
                </a:lnTo>
                <a:lnTo>
                  <a:pt x="1052627" y="15602"/>
                </a:lnTo>
                <a:lnTo>
                  <a:pt x="1071496" y="13564"/>
                </a:lnTo>
                <a:lnTo>
                  <a:pt x="1090365" y="11535"/>
                </a:lnTo>
                <a:lnTo>
                  <a:pt x="1109234" y="9506"/>
                </a:lnTo>
                <a:lnTo>
                  <a:pt x="1128103" y="7468"/>
                </a:lnTo>
                <a:lnTo>
                  <a:pt x="1146972" y="5439"/>
                </a:lnTo>
                <a:lnTo>
                  <a:pt x="1165850" y="3400"/>
                </a:lnTo>
                <a:lnTo>
                  <a:pt x="1184720" y="1372"/>
                </a:lnTo>
                <a:lnTo>
                  <a:pt x="1202931" y="0"/>
                </a:lnTo>
                <a:lnTo>
                  <a:pt x="1201093" y="18888"/>
                </a:lnTo>
                <a:lnTo>
                  <a:pt x="1199264" y="37776"/>
                </a:lnTo>
                <a:lnTo>
                  <a:pt x="1197435" y="56674"/>
                </a:lnTo>
                <a:lnTo>
                  <a:pt x="1195607" y="75562"/>
                </a:lnTo>
                <a:lnTo>
                  <a:pt x="1193768" y="94450"/>
                </a:lnTo>
                <a:lnTo>
                  <a:pt x="1191939" y="113338"/>
                </a:lnTo>
                <a:lnTo>
                  <a:pt x="1190111" y="132236"/>
                </a:lnTo>
                <a:lnTo>
                  <a:pt x="1188282" y="151124"/>
                </a:lnTo>
                <a:lnTo>
                  <a:pt x="1186444" y="170012"/>
                </a:lnTo>
                <a:lnTo>
                  <a:pt x="1184615" y="188900"/>
                </a:lnTo>
                <a:lnTo>
                  <a:pt x="1182786" y="207788"/>
                </a:lnTo>
                <a:lnTo>
                  <a:pt x="1180957" y="226685"/>
                </a:lnTo>
                <a:lnTo>
                  <a:pt x="1179119" y="245574"/>
                </a:lnTo>
                <a:lnTo>
                  <a:pt x="1177290" y="264462"/>
                </a:lnTo>
                <a:lnTo>
                  <a:pt x="1175461" y="283350"/>
                </a:lnTo>
                <a:lnTo>
                  <a:pt x="1173632" y="302238"/>
                </a:lnTo>
                <a:lnTo>
                  <a:pt x="1171794" y="321135"/>
                </a:lnTo>
                <a:lnTo>
                  <a:pt x="1169965" y="340023"/>
                </a:lnTo>
                <a:lnTo>
                  <a:pt x="1168136" y="358912"/>
                </a:lnTo>
                <a:lnTo>
                  <a:pt x="1166308" y="377800"/>
                </a:lnTo>
                <a:lnTo>
                  <a:pt x="1164469" y="396697"/>
                </a:lnTo>
                <a:lnTo>
                  <a:pt x="1162641" y="415585"/>
                </a:lnTo>
                <a:lnTo>
                  <a:pt x="1160812" y="434473"/>
                </a:lnTo>
                <a:lnTo>
                  <a:pt x="1158983" y="453361"/>
                </a:lnTo>
                <a:lnTo>
                  <a:pt x="1157145" y="472250"/>
                </a:lnTo>
                <a:lnTo>
                  <a:pt x="1155316" y="491147"/>
                </a:lnTo>
                <a:lnTo>
                  <a:pt x="1153487" y="510035"/>
                </a:lnTo>
                <a:lnTo>
                  <a:pt x="1151658" y="528923"/>
                </a:lnTo>
                <a:lnTo>
                  <a:pt x="1149820" y="547811"/>
                </a:lnTo>
                <a:lnTo>
                  <a:pt x="1147991" y="566709"/>
                </a:lnTo>
                <a:lnTo>
                  <a:pt x="1146162" y="585597"/>
                </a:lnTo>
                <a:lnTo>
                  <a:pt x="1144334" y="604485"/>
                </a:lnTo>
                <a:lnTo>
                  <a:pt x="1142495" y="623373"/>
                </a:lnTo>
                <a:lnTo>
                  <a:pt x="1140666" y="642261"/>
                </a:lnTo>
                <a:lnTo>
                  <a:pt x="1138838" y="661159"/>
                </a:lnTo>
                <a:lnTo>
                  <a:pt x="1137009" y="680047"/>
                </a:lnTo>
                <a:lnTo>
                  <a:pt x="1135170" y="698935"/>
                </a:lnTo>
                <a:lnTo>
                  <a:pt x="1133342" y="717823"/>
                </a:lnTo>
                <a:lnTo>
                  <a:pt x="1131513" y="736711"/>
                </a:lnTo>
                <a:lnTo>
                  <a:pt x="1121159" y="747179"/>
                </a:lnTo>
                <a:lnTo>
                  <a:pt x="1102290" y="749208"/>
                </a:lnTo>
                <a:lnTo>
                  <a:pt x="1083421" y="751246"/>
                </a:lnTo>
                <a:lnTo>
                  <a:pt x="1064552" y="753275"/>
                </a:lnTo>
                <a:lnTo>
                  <a:pt x="1045683" y="755313"/>
                </a:lnTo>
                <a:lnTo>
                  <a:pt x="1026814" y="757342"/>
                </a:lnTo>
                <a:lnTo>
                  <a:pt x="1007945" y="759371"/>
                </a:lnTo>
                <a:lnTo>
                  <a:pt x="989076" y="761409"/>
                </a:lnTo>
                <a:lnTo>
                  <a:pt x="970207" y="763438"/>
                </a:lnTo>
                <a:lnTo>
                  <a:pt x="951338" y="765477"/>
                </a:lnTo>
                <a:lnTo>
                  <a:pt x="932469" y="767505"/>
                </a:lnTo>
                <a:lnTo>
                  <a:pt x="913600" y="769544"/>
                </a:lnTo>
                <a:lnTo>
                  <a:pt x="894731" y="771573"/>
                </a:lnTo>
                <a:lnTo>
                  <a:pt x="875862" y="773611"/>
                </a:lnTo>
                <a:lnTo>
                  <a:pt x="856993" y="775640"/>
                </a:lnTo>
                <a:lnTo>
                  <a:pt x="838124" y="777669"/>
                </a:lnTo>
                <a:lnTo>
                  <a:pt x="819245" y="779707"/>
                </a:lnTo>
                <a:lnTo>
                  <a:pt x="800376" y="781736"/>
                </a:lnTo>
                <a:lnTo>
                  <a:pt x="781507" y="783774"/>
                </a:lnTo>
                <a:lnTo>
                  <a:pt x="762638" y="785803"/>
                </a:lnTo>
                <a:lnTo>
                  <a:pt x="743769" y="787841"/>
                </a:lnTo>
                <a:lnTo>
                  <a:pt x="724900" y="789870"/>
                </a:lnTo>
                <a:lnTo>
                  <a:pt x="706031" y="791909"/>
                </a:lnTo>
                <a:lnTo>
                  <a:pt x="687162" y="793937"/>
                </a:lnTo>
                <a:lnTo>
                  <a:pt x="668293" y="795966"/>
                </a:lnTo>
                <a:lnTo>
                  <a:pt x="649424" y="798005"/>
                </a:lnTo>
                <a:lnTo>
                  <a:pt x="630555" y="800033"/>
                </a:lnTo>
                <a:lnTo>
                  <a:pt x="611686" y="802072"/>
                </a:lnTo>
                <a:lnTo>
                  <a:pt x="592817" y="804101"/>
                </a:lnTo>
                <a:lnTo>
                  <a:pt x="573948" y="806139"/>
                </a:lnTo>
                <a:lnTo>
                  <a:pt x="555079" y="808168"/>
                </a:lnTo>
                <a:lnTo>
                  <a:pt x="536210" y="810206"/>
                </a:lnTo>
                <a:lnTo>
                  <a:pt x="517341" y="812235"/>
                </a:lnTo>
                <a:lnTo>
                  <a:pt x="498472" y="814273"/>
                </a:lnTo>
                <a:lnTo>
                  <a:pt x="479603" y="816302"/>
                </a:lnTo>
                <a:lnTo>
                  <a:pt x="460734" y="818331"/>
                </a:lnTo>
                <a:lnTo>
                  <a:pt x="441865" y="820369"/>
                </a:lnTo>
                <a:lnTo>
                  <a:pt x="422986" y="822398"/>
                </a:lnTo>
                <a:lnTo>
                  <a:pt x="404117" y="824436"/>
                </a:lnTo>
                <a:lnTo>
                  <a:pt x="385248" y="826465"/>
                </a:lnTo>
                <a:lnTo>
                  <a:pt x="366379" y="828504"/>
                </a:lnTo>
                <a:lnTo>
                  <a:pt x="347510" y="830532"/>
                </a:lnTo>
                <a:lnTo>
                  <a:pt x="328641" y="832571"/>
                </a:lnTo>
                <a:lnTo>
                  <a:pt x="309772" y="834600"/>
                </a:lnTo>
                <a:lnTo>
                  <a:pt x="290903" y="836628"/>
                </a:lnTo>
                <a:lnTo>
                  <a:pt x="272034" y="838667"/>
                </a:lnTo>
                <a:lnTo>
                  <a:pt x="253165" y="840696"/>
                </a:lnTo>
                <a:lnTo>
                  <a:pt x="234296" y="842734"/>
                </a:lnTo>
                <a:lnTo>
                  <a:pt x="215427" y="844763"/>
                </a:lnTo>
                <a:lnTo>
                  <a:pt x="196558" y="846801"/>
                </a:lnTo>
                <a:lnTo>
                  <a:pt x="177689" y="848830"/>
                </a:lnTo>
                <a:lnTo>
                  <a:pt x="158820" y="850868"/>
                </a:lnTo>
                <a:lnTo>
                  <a:pt x="139951" y="852897"/>
                </a:lnTo>
                <a:lnTo>
                  <a:pt x="121082" y="854926"/>
                </a:lnTo>
                <a:lnTo>
                  <a:pt x="102213" y="856964"/>
                </a:lnTo>
                <a:lnTo>
                  <a:pt x="83344" y="858993"/>
                </a:lnTo>
                <a:lnTo>
                  <a:pt x="64475" y="861031"/>
                </a:lnTo>
                <a:lnTo>
                  <a:pt x="45606" y="863060"/>
                </a:lnTo>
                <a:lnTo>
                  <a:pt x="26727" y="865099"/>
                </a:lnTo>
                <a:lnTo>
                  <a:pt x="7858" y="867127"/>
                </a:lnTo>
                <a:lnTo>
                  <a:pt x="0" y="858041"/>
                </a:lnTo>
                <a:lnTo>
                  <a:pt x="1829" y="839143"/>
                </a:lnTo>
                <a:lnTo>
                  <a:pt x="3658" y="820255"/>
                </a:lnTo>
                <a:lnTo>
                  <a:pt x="5496" y="801367"/>
                </a:lnTo>
                <a:lnTo>
                  <a:pt x="7325" y="782479"/>
                </a:lnTo>
                <a:lnTo>
                  <a:pt x="9154" y="763581"/>
                </a:lnTo>
                <a:lnTo>
                  <a:pt x="10992" y="744693"/>
                </a:lnTo>
                <a:lnTo>
                  <a:pt x="12821" y="725805"/>
                </a:lnTo>
                <a:lnTo>
                  <a:pt x="14649" y="706917"/>
                </a:lnTo>
                <a:lnTo>
                  <a:pt x="16478" y="688029"/>
                </a:lnTo>
                <a:lnTo>
                  <a:pt x="18307" y="669131"/>
                </a:lnTo>
                <a:lnTo>
                  <a:pt x="20145" y="650243"/>
                </a:lnTo>
                <a:lnTo>
                  <a:pt x="21974" y="631355"/>
                </a:lnTo>
                <a:lnTo>
                  <a:pt x="23803" y="612467"/>
                </a:lnTo>
                <a:lnTo>
                  <a:pt x="25632" y="593569"/>
                </a:lnTo>
                <a:lnTo>
                  <a:pt x="27470" y="574681"/>
                </a:lnTo>
                <a:lnTo>
                  <a:pt x="29299" y="555793"/>
                </a:lnTo>
                <a:lnTo>
                  <a:pt x="31128" y="536905"/>
                </a:lnTo>
                <a:lnTo>
                  <a:pt x="32957" y="518017"/>
                </a:lnTo>
                <a:lnTo>
                  <a:pt x="34795" y="499120"/>
                </a:lnTo>
                <a:lnTo>
                  <a:pt x="36624" y="480231"/>
                </a:lnTo>
                <a:lnTo>
                  <a:pt x="38452" y="461343"/>
                </a:lnTo>
                <a:lnTo>
                  <a:pt x="40281" y="442455"/>
                </a:lnTo>
                <a:lnTo>
                  <a:pt x="42120" y="423567"/>
                </a:lnTo>
                <a:lnTo>
                  <a:pt x="43948" y="404670"/>
                </a:lnTo>
                <a:lnTo>
                  <a:pt x="45777" y="385782"/>
                </a:lnTo>
                <a:lnTo>
                  <a:pt x="47615" y="366893"/>
                </a:lnTo>
                <a:lnTo>
                  <a:pt x="49444" y="348005"/>
                </a:lnTo>
                <a:lnTo>
                  <a:pt x="51273" y="329108"/>
                </a:lnTo>
                <a:lnTo>
                  <a:pt x="53102" y="310220"/>
                </a:lnTo>
                <a:lnTo>
                  <a:pt x="54931" y="291332"/>
                </a:lnTo>
                <a:lnTo>
                  <a:pt x="56769" y="272444"/>
                </a:lnTo>
                <a:lnTo>
                  <a:pt x="58598" y="253556"/>
                </a:lnTo>
                <a:lnTo>
                  <a:pt x="60427" y="234658"/>
                </a:lnTo>
                <a:lnTo>
                  <a:pt x="62255" y="215770"/>
                </a:lnTo>
                <a:lnTo>
                  <a:pt x="64094" y="196882"/>
                </a:lnTo>
                <a:lnTo>
                  <a:pt x="65923" y="177994"/>
                </a:lnTo>
                <a:lnTo>
                  <a:pt x="67751" y="159096"/>
                </a:lnTo>
                <a:lnTo>
                  <a:pt x="69580" y="140208"/>
                </a:lnTo>
                <a:lnTo>
                  <a:pt x="71418" y="121320"/>
                </a:lnTo>
              </a:path>
            </a:pathLst>
          </a:custGeom>
          <a:solidFill xmlns:a="http://schemas.openxmlformats.org/drawingml/2006/main">
            <a:srgbClr val="E6ECF2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7F78D6F6-87B9-4461-9416-B6A39FE0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1713" y="3554139"/>
            <a:ext cx="273368" cy="428263"/>
          </a:xfrm>
          <a:custGeom xmlns:a="http://schemas.openxmlformats.org/drawingml/2006/main">
            <a:pathLst>
              <a:path w="273368" h="428263">
                <a:moveTo>
                  <a:pt x="0" y="428263"/>
                </a:moveTo>
                <a:lnTo>
                  <a:pt x="0" y="409489"/>
                </a:lnTo>
                <a:lnTo>
                  <a:pt x="0" y="390706"/>
                </a:lnTo>
                <a:lnTo>
                  <a:pt x="0" y="371932"/>
                </a:lnTo>
                <a:lnTo>
                  <a:pt x="0" y="353158"/>
                </a:lnTo>
                <a:lnTo>
                  <a:pt x="0" y="334385"/>
                </a:lnTo>
                <a:lnTo>
                  <a:pt x="0" y="315601"/>
                </a:lnTo>
                <a:lnTo>
                  <a:pt x="0" y="296828"/>
                </a:lnTo>
                <a:lnTo>
                  <a:pt x="0" y="278054"/>
                </a:lnTo>
                <a:lnTo>
                  <a:pt x="0" y="259280"/>
                </a:lnTo>
                <a:lnTo>
                  <a:pt x="0" y="240497"/>
                </a:lnTo>
                <a:lnTo>
                  <a:pt x="0" y="221723"/>
                </a:lnTo>
                <a:lnTo>
                  <a:pt x="0" y="202949"/>
                </a:lnTo>
                <a:lnTo>
                  <a:pt x="0" y="184175"/>
                </a:lnTo>
                <a:lnTo>
                  <a:pt x="0" y="165392"/>
                </a:lnTo>
                <a:lnTo>
                  <a:pt x="0" y="146618"/>
                </a:lnTo>
                <a:lnTo>
                  <a:pt x="0" y="127845"/>
                </a:lnTo>
                <a:lnTo>
                  <a:pt x="0" y="109071"/>
                </a:lnTo>
                <a:lnTo>
                  <a:pt x="0" y="90287"/>
                </a:lnTo>
                <a:lnTo>
                  <a:pt x="17631" y="84163"/>
                </a:lnTo>
                <a:lnTo>
                  <a:pt x="35414" y="78153"/>
                </a:lnTo>
                <a:lnTo>
                  <a:pt x="53207" y="72142"/>
                </a:lnTo>
                <a:lnTo>
                  <a:pt x="70990" y="66132"/>
                </a:lnTo>
                <a:lnTo>
                  <a:pt x="88783" y="60122"/>
                </a:lnTo>
                <a:lnTo>
                  <a:pt x="106566" y="54112"/>
                </a:lnTo>
                <a:lnTo>
                  <a:pt x="124358" y="48092"/>
                </a:lnTo>
                <a:lnTo>
                  <a:pt x="142142" y="42081"/>
                </a:lnTo>
                <a:lnTo>
                  <a:pt x="159934" y="36071"/>
                </a:lnTo>
                <a:lnTo>
                  <a:pt x="177717" y="30061"/>
                </a:lnTo>
                <a:lnTo>
                  <a:pt x="195510" y="24051"/>
                </a:lnTo>
                <a:lnTo>
                  <a:pt x="213293" y="18040"/>
                </a:lnTo>
                <a:lnTo>
                  <a:pt x="231086" y="12021"/>
                </a:lnTo>
                <a:lnTo>
                  <a:pt x="248869" y="6010"/>
                </a:lnTo>
                <a:lnTo>
                  <a:pt x="266662" y="0"/>
                </a:lnTo>
                <a:lnTo>
                  <a:pt x="273368" y="9430"/>
                </a:lnTo>
                <a:lnTo>
                  <a:pt x="273368" y="28204"/>
                </a:lnTo>
                <a:lnTo>
                  <a:pt x="273368" y="46977"/>
                </a:lnTo>
                <a:lnTo>
                  <a:pt x="273368" y="65751"/>
                </a:lnTo>
                <a:lnTo>
                  <a:pt x="273368" y="84534"/>
                </a:lnTo>
                <a:lnTo>
                  <a:pt x="273368" y="103308"/>
                </a:lnTo>
                <a:lnTo>
                  <a:pt x="273368" y="122082"/>
                </a:lnTo>
                <a:lnTo>
                  <a:pt x="273368" y="140856"/>
                </a:lnTo>
                <a:lnTo>
                  <a:pt x="273368" y="159639"/>
                </a:lnTo>
                <a:lnTo>
                  <a:pt x="273368" y="178413"/>
                </a:lnTo>
                <a:lnTo>
                  <a:pt x="273368" y="197187"/>
                </a:lnTo>
                <a:lnTo>
                  <a:pt x="273368" y="215960"/>
                </a:lnTo>
                <a:lnTo>
                  <a:pt x="273368" y="234744"/>
                </a:lnTo>
                <a:lnTo>
                  <a:pt x="273368" y="253517"/>
                </a:lnTo>
                <a:lnTo>
                  <a:pt x="273368" y="272291"/>
                </a:lnTo>
                <a:lnTo>
                  <a:pt x="273368" y="291065"/>
                </a:lnTo>
                <a:lnTo>
                  <a:pt x="273368" y="309848"/>
                </a:lnTo>
                <a:lnTo>
                  <a:pt x="259842" y="319621"/>
                </a:lnTo>
                <a:lnTo>
                  <a:pt x="242516" y="326860"/>
                </a:lnTo>
                <a:lnTo>
                  <a:pt x="225200" y="334099"/>
                </a:lnTo>
                <a:lnTo>
                  <a:pt x="207874" y="341347"/>
                </a:lnTo>
                <a:lnTo>
                  <a:pt x="190548" y="348586"/>
                </a:lnTo>
                <a:lnTo>
                  <a:pt x="173231" y="355835"/>
                </a:lnTo>
                <a:lnTo>
                  <a:pt x="155905" y="363074"/>
                </a:lnTo>
                <a:lnTo>
                  <a:pt x="138579" y="370322"/>
                </a:lnTo>
                <a:lnTo>
                  <a:pt x="121263" y="377561"/>
                </a:lnTo>
                <a:lnTo>
                  <a:pt x="103937" y="384800"/>
                </a:lnTo>
                <a:lnTo>
                  <a:pt x="86611" y="392049"/>
                </a:lnTo>
                <a:lnTo>
                  <a:pt x="69294" y="399288"/>
                </a:lnTo>
                <a:lnTo>
                  <a:pt x="51968" y="406537"/>
                </a:lnTo>
                <a:lnTo>
                  <a:pt x="34642" y="413776"/>
                </a:lnTo>
                <a:lnTo>
                  <a:pt x="17326" y="421024"/>
                </a:lnTo>
                <a:lnTo>
                  <a:pt x="0" y="428263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9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D66D7CC1-2851-4277-90F1-5BBA908A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9620" y="3868103"/>
            <a:ext cx="1768726" cy="114300"/>
          </a:xfrm>
          <a:custGeom xmlns:a="http://schemas.openxmlformats.org/drawingml/2006/main">
            <a:pathLst>
              <a:path w="1768726" h="114300">
                <a:moveTo>
                  <a:pt x="0" y="114300"/>
                </a:moveTo>
                <a:lnTo>
                  <a:pt x="19002" y="114300"/>
                </a:lnTo>
                <a:lnTo>
                  <a:pt x="38005" y="114300"/>
                </a:lnTo>
                <a:lnTo>
                  <a:pt x="57007" y="114300"/>
                </a:lnTo>
                <a:lnTo>
                  <a:pt x="76010" y="114300"/>
                </a:lnTo>
                <a:lnTo>
                  <a:pt x="95002" y="114300"/>
                </a:lnTo>
                <a:lnTo>
                  <a:pt x="114005" y="114300"/>
                </a:lnTo>
                <a:lnTo>
                  <a:pt x="133007" y="114300"/>
                </a:lnTo>
                <a:lnTo>
                  <a:pt x="152009" y="114300"/>
                </a:lnTo>
                <a:lnTo>
                  <a:pt x="171012" y="114300"/>
                </a:lnTo>
                <a:lnTo>
                  <a:pt x="190014" y="114300"/>
                </a:lnTo>
                <a:lnTo>
                  <a:pt x="209017" y="114300"/>
                </a:lnTo>
                <a:lnTo>
                  <a:pt x="228019" y="114300"/>
                </a:lnTo>
                <a:lnTo>
                  <a:pt x="247021" y="114300"/>
                </a:lnTo>
                <a:lnTo>
                  <a:pt x="266014" y="114300"/>
                </a:lnTo>
                <a:lnTo>
                  <a:pt x="285017" y="114300"/>
                </a:lnTo>
                <a:lnTo>
                  <a:pt x="304019" y="114300"/>
                </a:lnTo>
                <a:lnTo>
                  <a:pt x="323021" y="114300"/>
                </a:lnTo>
                <a:lnTo>
                  <a:pt x="342024" y="114300"/>
                </a:lnTo>
                <a:lnTo>
                  <a:pt x="361026" y="114300"/>
                </a:lnTo>
                <a:lnTo>
                  <a:pt x="380028" y="114300"/>
                </a:lnTo>
                <a:lnTo>
                  <a:pt x="399031" y="114300"/>
                </a:lnTo>
                <a:lnTo>
                  <a:pt x="418033" y="114300"/>
                </a:lnTo>
                <a:lnTo>
                  <a:pt x="437036" y="114300"/>
                </a:lnTo>
                <a:lnTo>
                  <a:pt x="456028" y="114300"/>
                </a:lnTo>
                <a:lnTo>
                  <a:pt x="475031" y="114300"/>
                </a:lnTo>
                <a:lnTo>
                  <a:pt x="494033" y="114300"/>
                </a:lnTo>
                <a:lnTo>
                  <a:pt x="513036" y="114300"/>
                </a:lnTo>
                <a:lnTo>
                  <a:pt x="532038" y="114300"/>
                </a:lnTo>
                <a:lnTo>
                  <a:pt x="551040" y="114300"/>
                </a:lnTo>
                <a:lnTo>
                  <a:pt x="570043" y="114300"/>
                </a:lnTo>
                <a:lnTo>
                  <a:pt x="589045" y="114300"/>
                </a:lnTo>
                <a:lnTo>
                  <a:pt x="608047" y="114300"/>
                </a:lnTo>
                <a:lnTo>
                  <a:pt x="627040" y="114300"/>
                </a:lnTo>
                <a:lnTo>
                  <a:pt x="646043" y="114300"/>
                </a:lnTo>
                <a:lnTo>
                  <a:pt x="665045" y="114300"/>
                </a:lnTo>
                <a:lnTo>
                  <a:pt x="684047" y="114300"/>
                </a:lnTo>
                <a:lnTo>
                  <a:pt x="703050" y="114300"/>
                </a:lnTo>
                <a:lnTo>
                  <a:pt x="722052" y="114300"/>
                </a:lnTo>
                <a:lnTo>
                  <a:pt x="741055" y="114300"/>
                </a:lnTo>
                <a:lnTo>
                  <a:pt x="760057" y="114300"/>
                </a:lnTo>
                <a:lnTo>
                  <a:pt x="779059" y="114300"/>
                </a:lnTo>
                <a:lnTo>
                  <a:pt x="798052" y="114300"/>
                </a:lnTo>
                <a:lnTo>
                  <a:pt x="817055" y="114300"/>
                </a:lnTo>
                <a:lnTo>
                  <a:pt x="836057" y="114300"/>
                </a:lnTo>
                <a:lnTo>
                  <a:pt x="855059" y="114300"/>
                </a:lnTo>
                <a:lnTo>
                  <a:pt x="874062" y="114300"/>
                </a:lnTo>
                <a:lnTo>
                  <a:pt x="893064" y="114300"/>
                </a:lnTo>
                <a:lnTo>
                  <a:pt x="912066" y="114300"/>
                </a:lnTo>
                <a:lnTo>
                  <a:pt x="931069" y="114300"/>
                </a:lnTo>
                <a:lnTo>
                  <a:pt x="950071" y="114300"/>
                </a:lnTo>
                <a:lnTo>
                  <a:pt x="969064" y="114300"/>
                </a:lnTo>
                <a:lnTo>
                  <a:pt x="988066" y="114300"/>
                </a:lnTo>
                <a:lnTo>
                  <a:pt x="1007069" y="114300"/>
                </a:lnTo>
                <a:lnTo>
                  <a:pt x="1026071" y="114300"/>
                </a:lnTo>
                <a:lnTo>
                  <a:pt x="1045073" y="114300"/>
                </a:lnTo>
                <a:lnTo>
                  <a:pt x="1064076" y="114300"/>
                </a:lnTo>
                <a:lnTo>
                  <a:pt x="1083078" y="114300"/>
                </a:lnTo>
                <a:lnTo>
                  <a:pt x="1102081" y="114300"/>
                </a:lnTo>
                <a:lnTo>
                  <a:pt x="1121083" y="114300"/>
                </a:lnTo>
                <a:lnTo>
                  <a:pt x="1140076" y="114300"/>
                </a:lnTo>
                <a:lnTo>
                  <a:pt x="1159078" y="114300"/>
                </a:lnTo>
                <a:lnTo>
                  <a:pt x="1178081" y="114300"/>
                </a:lnTo>
                <a:lnTo>
                  <a:pt x="1197083" y="114300"/>
                </a:lnTo>
                <a:lnTo>
                  <a:pt x="1216085" y="114300"/>
                </a:lnTo>
                <a:lnTo>
                  <a:pt x="1235088" y="114300"/>
                </a:lnTo>
                <a:lnTo>
                  <a:pt x="1254090" y="114300"/>
                </a:lnTo>
                <a:lnTo>
                  <a:pt x="1273092" y="114300"/>
                </a:lnTo>
                <a:lnTo>
                  <a:pt x="1292095" y="114300"/>
                </a:lnTo>
                <a:lnTo>
                  <a:pt x="1311097" y="114300"/>
                </a:lnTo>
                <a:lnTo>
                  <a:pt x="1330090" y="114300"/>
                </a:lnTo>
                <a:lnTo>
                  <a:pt x="1349092" y="114300"/>
                </a:lnTo>
                <a:lnTo>
                  <a:pt x="1368095" y="114300"/>
                </a:lnTo>
                <a:lnTo>
                  <a:pt x="1387097" y="114300"/>
                </a:lnTo>
                <a:lnTo>
                  <a:pt x="1406100" y="114300"/>
                </a:lnTo>
                <a:lnTo>
                  <a:pt x="1425102" y="114300"/>
                </a:lnTo>
                <a:lnTo>
                  <a:pt x="1444104" y="114300"/>
                </a:lnTo>
                <a:lnTo>
                  <a:pt x="1463107" y="114300"/>
                </a:lnTo>
                <a:lnTo>
                  <a:pt x="1482109" y="114300"/>
                </a:lnTo>
                <a:lnTo>
                  <a:pt x="1501102" y="114300"/>
                </a:lnTo>
                <a:lnTo>
                  <a:pt x="1518714" y="107347"/>
                </a:lnTo>
                <a:lnTo>
                  <a:pt x="1536240" y="100022"/>
                </a:lnTo>
                <a:lnTo>
                  <a:pt x="1553775" y="92688"/>
                </a:lnTo>
                <a:lnTo>
                  <a:pt x="1571301" y="85363"/>
                </a:lnTo>
                <a:lnTo>
                  <a:pt x="1588837" y="78029"/>
                </a:lnTo>
                <a:lnTo>
                  <a:pt x="1606363" y="70704"/>
                </a:lnTo>
                <a:lnTo>
                  <a:pt x="1623898" y="63370"/>
                </a:lnTo>
                <a:lnTo>
                  <a:pt x="1641424" y="56045"/>
                </a:lnTo>
                <a:lnTo>
                  <a:pt x="1658960" y="48711"/>
                </a:lnTo>
                <a:lnTo>
                  <a:pt x="1676486" y="41386"/>
                </a:lnTo>
                <a:lnTo>
                  <a:pt x="1694021" y="34052"/>
                </a:lnTo>
                <a:lnTo>
                  <a:pt x="1711547" y="26718"/>
                </a:lnTo>
                <a:lnTo>
                  <a:pt x="1729083" y="19393"/>
                </a:lnTo>
                <a:lnTo>
                  <a:pt x="1746609" y="12059"/>
                </a:lnTo>
                <a:lnTo>
                  <a:pt x="1764144" y="4734"/>
                </a:lnTo>
                <a:lnTo>
                  <a:pt x="1768726" y="0"/>
                </a:lnTo>
                <a:lnTo>
                  <a:pt x="1749723" y="0"/>
                </a:lnTo>
                <a:lnTo>
                  <a:pt x="1730721" y="0"/>
                </a:lnTo>
                <a:lnTo>
                  <a:pt x="1711719" y="0"/>
                </a:lnTo>
                <a:lnTo>
                  <a:pt x="1692716" y="0"/>
                </a:lnTo>
                <a:lnTo>
                  <a:pt x="1673723" y="0"/>
                </a:lnTo>
                <a:lnTo>
                  <a:pt x="1654721" y="0"/>
                </a:lnTo>
                <a:lnTo>
                  <a:pt x="1635719" y="0"/>
                </a:lnTo>
                <a:lnTo>
                  <a:pt x="1616716" y="0"/>
                </a:lnTo>
                <a:lnTo>
                  <a:pt x="1597714" y="0"/>
                </a:lnTo>
                <a:lnTo>
                  <a:pt x="1578712" y="0"/>
                </a:lnTo>
                <a:lnTo>
                  <a:pt x="1559709" y="0"/>
                </a:lnTo>
                <a:lnTo>
                  <a:pt x="1540707" y="0"/>
                </a:lnTo>
                <a:lnTo>
                  <a:pt x="1521704" y="0"/>
                </a:lnTo>
                <a:lnTo>
                  <a:pt x="1502712" y="0"/>
                </a:lnTo>
                <a:lnTo>
                  <a:pt x="1483709" y="0"/>
                </a:lnTo>
                <a:lnTo>
                  <a:pt x="1464707" y="0"/>
                </a:lnTo>
                <a:lnTo>
                  <a:pt x="1445705" y="0"/>
                </a:lnTo>
                <a:lnTo>
                  <a:pt x="1426702" y="0"/>
                </a:lnTo>
                <a:lnTo>
                  <a:pt x="1407700" y="0"/>
                </a:lnTo>
                <a:lnTo>
                  <a:pt x="1388697" y="0"/>
                </a:lnTo>
                <a:lnTo>
                  <a:pt x="1369695" y="0"/>
                </a:lnTo>
                <a:lnTo>
                  <a:pt x="1350693" y="0"/>
                </a:lnTo>
                <a:lnTo>
                  <a:pt x="1331700" y="0"/>
                </a:lnTo>
                <a:lnTo>
                  <a:pt x="1312697" y="0"/>
                </a:lnTo>
                <a:lnTo>
                  <a:pt x="1293695" y="0"/>
                </a:lnTo>
                <a:lnTo>
                  <a:pt x="1274693" y="0"/>
                </a:lnTo>
                <a:lnTo>
                  <a:pt x="1255690" y="0"/>
                </a:lnTo>
                <a:lnTo>
                  <a:pt x="1236688" y="0"/>
                </a:lnTo>
                <a:lnTo>
                  <a:pt x="1217686" y="0"/>
                </a:lnTo>
                <a:lnTo>
                  <a:pt x="1198683" y="0"/>
                </a:lnTo>
                <a:lnTo>
                  <a:pt x="1179681" y="0"/>
                </a:lnTo>
                <a:lnTo>
                  <a:pt x="1160678" y="0"/>
                </a:lnTo>
                <a:lnTo>
                  <a:pt x="1141686" y="0"/>
                </a:lnTo>
                <a:lnTo>
                  <a:pt x="1122683" y="0"/>
                </a:lnTo>
                <a:lnTo>
                  <a:pt x="1103681" y="0"/>
                </a:lnTo>
                <a:lnTo>
                  <a:pt x="1084678" y="0"/>
                </a:lnTo>
                <a:lnTo>
                  <a:pt x="1065676" y="0"/>
                </a:lnTo>
                <a:lnTo>
                  <a:pt x="1046674" y="0"/>
                </a:lnTo>
                <a:lnTo>
                  <a:pt x="1027671" y="0"/>
                </a:lnTo>
                <a:lnTo>
                  <a:pt x="1008669" y="0"/>
                </a:lnTo>
                <a:lnTo>
                  <a:pt x="989667" y="0"/>
                </a:lnTo>
                <a:lnTo>
                  <a:pt x="970674" y="0"/>
                </a:lnTo>
                <a:lnTo>
                  <a:pt x="951671" y="0"/>
                </a:lnTo>
                <a:lnTo>
                  <a:pt x="932669" y="0"/>
                </a:lnTo>
                <a:lnTo>
                  <a:pt x="913667" y="0"/>
                </a:lnTo>
                <a:lnTo>
                  <a:pt x="894664" y="0"/>
                </a:lnTo>
                <a:lnTo>
                  <a:pt x="875662" y="0"/>
                </a:lnTo>
                <a:lnTo>
                  <a:pt x="856659" y="0"/>
                </a:lnTo>
                <a:lnTo>
                  <a:pt x="837657" y="0"/>
                </a:lnTo>
                <a:lnTo>
                  <a:pt x="818655" y="0"/>
                </a:lnTo>
                <a:lnTo>
                  <a:pt x="799662" y="0"/>
                </a:lnTo>
                <a:lnTo>
                  <a:pt x="780659" y="0"/>
                </a:lnTo>
                <a:lnTo>
                  <a:pt x="761657" y="0"/>
                </a:lnTo>
                <a:lnTo>
                  <a:pt x="742655" y="0"/>
                </a:lnTo>
                <a:lnTo>
                  <a:pt x="723652" y="0"/>
                </a:lnTo>
                <a:lnTo>
                  <a:pt x="704650" y="0"/>
                </a:lnTo>
                <a:lnTo>
                  <a:pt x="685648" y="0"/>
                </a:lnTo>
                <a:lnTo>
                  <a:pt x="666645" y="0"/>
                </a:lnTo>
                <a:lnTo>
                  <a:pt x="647643" y="0"/>
                </a:lnTo>
                <a:lnTo>
                  <a:pt x="628650" y="0"/>
                </a:lnTo>
                <a:lnTo>
                  <a:pt x="609648" y="0"/>
                </a:lnTo>
                <a:lnTo>
                  <a:pt x="590645" y="0"/>
                </a:lnTo>
                <a:lnTo>
                  <a:pt x="571643" y="0"/>
                </a:lnTo>
                <a:lnTo>
                  <a:pt x="552641" y="0"/>
                </a:lnTo>
                <a:lnTo>
                  <a:pt x="533638" y="0"/>
                </a:lnTo>
                <a:lnTo>
                  <a:pt x="514636" y="0"/>
                </a:lnTo>
                <a:lnTo>
                  <a:pt x="495633" y="0"/>
                </a:lnTo>
                <a:lnTo>
                  <a:pt x="476631" y="0"/>
                </a:lnTo>
                <a:lnTo>
                  <a:pt x="457638" y="0"/>
                </a:lnTo>
                <a:lnTo>
                  <a:pt x="438636" y="0"/>
                </a:lnTo>
                <a:lnTo>
                  <a:pt x="419633" y="0"/>
                </a:lnTo>
                <a:lnTo>
                  <a:pt x="400631" y="0"/>
                </a:lnTo>
                <a:lnTo>
                  <a:pt x="381629" y="0"/>
                </a:lnTo>
                <a:lnTo>
                  <a:pt x="362807" y="1219"/>
                </a:lnTo>
                <a:lnTo>
                  <a:pt x="344672" y="6868"/>
                </a:lnTo>
                <a:lnTo>
                  <a:pt x="326527" y="12525"/>
                </a:lnTo>
                <a:lnTo>
                  <a:pt x="308391" y="18174"/>
                </a:lnTo>
                <a:lnTo>
                  <a:pt x="290246" y="23832"/>
                </a:lnTo>
                <a:lnTo>
                  <a:pt x="272110" y="29489"/>
                </a:lnTo>
                <a:lnTo>
                  <a:pt x="253965" y="35138"/>
                </a:lnTo>
                <a:lnTo>
                  <a:pt x="235829" y="40796"/>
                </a:lnTo>
                <a:lnTo>
                  <a:pt x="217684" y="46453"/>
                </a:lnTo>
                <a:lnTo>
                  <a:pt x="199549" y="52102"/>
                </a:lnTo>
                <a:lnTo>
                  <a:pt x="181404" y="57760"/>
                </a:lnTo>
                <a:lnTo>
                  <a:pt x="163268" y="63408"/>
                </a:lnTo>
                <a:lnTo>
                  <a:pt x="145123" y="69066"/>
                </a:lnTo>
                <a:lnTo>
                  <a:pt x="126987" y="74724"/>
                </a:lnTo>
                <a:lnTo>
                  <a:pt x="108842" y="80372"/>
                </a:lnTo>
                <a:lnTo>
                  <a:pt x="90707" y="86030"/>
                </a:lnTo>
                <a:lnTo>
                  <a:pt x="72561" y="91688"/>
                </a:lnTo>
                <a:lnTo>
                  <a:pt x="54426" y="97336"/>
                </a:lnTo>
                <a:lnTo>
                  <a:pt x="36281" y="102994"/>
                </a:lnTo>
                <a:lnTo>
                  <a:pt x="18145" y="108642"/>
                </a:lnTo>
                <a:lnTo>
                  <a:pt x="0" y="114300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0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B32C2364-B31F-4A87-B361-06F6F25F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9628" y="3868103"/>
            <a:ext cx="1659255" cy="114300"/>
          </a:xfrm>
          <a:custGeom xmlns:a="http://schemas.openxmlformats.org/drawingml/2006/main">
            <a:pathLst>
              <a:path w="1659255" h="114300">
                <a:moveTo>
                  <a:pt x="0" y="114300"/>
                </a:moveTo>
                <a:lnTo>
                  <a:pt x="18898" y="114300"/>
                </a:lnTo>
                <a:lnTo>
                  <a:pt x="37795" y="114300"/>
                </a:lnTo>
                <a:lnTo>
                  <a:pt x="56693" y="114300"/>
                </a:lnTo>
                <a:lnTo>
                  <a:pt x="75590" y="114300"/>
                </a:lnTo>
                <a:lnTo>
                  <a:pt x="94488" y="114300"/>
                </a:lnTo>
                <a:lnTo>
                  <a:pt x="113395" y="114300"/>
                </a:lnTo>
                <a:lnTo>
                  <a:pt x="132293" y="114300"/>
                </a:lnTo>
                <a:lnTo>
                  <a:pt x="151190" y="114300"/>
                </a:lnTo>
                <a:lnTo>
                  <a:pt x="170088" y="114300"/>
                </a:lnTo>
                <a:lnTo>
                  <a:pt x="188986" y="114300"/>
                </a:lnTo>
                <a:lnTo>
                  <a:pt x="207883" y="114300"/>
                </a:lnTo>
                <a:lnTo>
                  <a:pt x="226781" y="114300"/>
                </a:lnTo>
                <a:lnTo>
                  <a:pt x="245678" y="114300"/>
                </a:lnTo>
                <a:lnTo>
                  <a:pt x="264576" y="114300"/>
                </a:lnTo>
                <a:lnTo>
                  <a:pt x="283474" y="114300"/>
                </a:lnTo>
                <a:lnTo>
                  <a:pt x="302381" y="114300"/>
                </a:lnTo>
                <a:lnTo>
                  <a:pt x="321278" y="114300"/>
                </a:lnTo>
                <a:lnTo>
                  <a:pt x="340176" y="114300"/>
                </a:lnTo>
                <a:lnTo>
                  <a:pt x="359073" y="114300"/>
                </a:lnTo>
                <a:lnTo>
                  <a:pt x="377971" y="114300"/>
                </a:lnTo>
                <a:lnTo>
                  <a:pt x="396869" y="114300"/>
                </a:lnTo>
                <a:lnTo>
                  <a:pt x="415766" y="114300"/>
                </a:lnTo>
                <a:lnTo>
                  <a:pt x="434664" y="114300"/>
                </a:lnTo>
                <a:lnTo>
                  <a:pt x="453561" y="114300"/>
                </a:lnTo>
                <a:lnTo>
                  <a:pt x="472459" y="114300"/>
                </a:lnTo>
                <a:lnTo>
                  <a:pt x="491366" y="114300"/>
                </a:lnTo>
                <a:lnTo>
                  <a:pt x="510264" y="114300"/>
                </a:lnTo>
                <a:lnTo>
                  <a:pt x="529161" y="114300"/>
                </a:lnTo>
                <a:lnTo>
                  <a:pt x="548059" y="114300"/>
                </a:lnTo>
                <a:lnTo>
                  <a:pt x="566957" y="114300"/>
                </a:lnTo>
                <a:lnTo>
                  <a:pt x="585854" y="114300"/>
                </a:lnTo>
                <a:lnTo>
                  <a:pt x="604752" y="114300"/>
                </a:lnTo>
                <a:lnTo>
                  <a:pt x="623649" y="114300"/>
                </a:lnTo>
                <a:lnTo>
                  <a:pt x="642547" y="114300"/>
                </a:lnTo>
                <a:lnTo>
                  <a:pt x="661445" y="114300"/>
                </a:lnTo>
                <a:lnTo>
                  <a:pt x="680352" y="114300"/>
                </a:lnTo>
                <a:lnTo>
                  <a:pt x="699249" y="114300"/>
                </a:lnTo>
                <a:lnTo>
                  <a:pt x="718147" y="114300"/>
                </a:lnTo>
                <a:lnTo>
                  <a:pt x="737045" y="114300"/>
                </a:lnTo>
                <a:lnTo>
                  <a:pt x="755942" y="114300"/>
                </a:lnTo>
                <a:lnTo>
                  <a:pt x="774840" y="114300"/>
                </a:lnTo>
                <a:lnTo>
                  <a:pt x="793737" y="114300"/>
                </a:lnTo>
                <a:lnTo>
                  <a:pt x="812635" y="114300"/>
                </a:lnTo>
                <a:lnTo>
                  <a:pt x="831533" y="114300"/>
                </a:lnTo>
                <a:lnTo>
                  <a:pt x="850430" y="114300"/>
                </a:lnTo>
                <a:lnTo>
                  <a:pt x="869337" y="114300"/>
                </a:lnTo>
                <a:lnTo>
                  <a:pt x="888235" y="114300"/>
                </a:lnTo>
                <a:lnTo>
                  <a:pt x="907132" y="114300"/>
                </a:lnTo>
                <a:lnTo>
                  <a:pt x="926030" y="114300"/>
                </a:lnTo>
                <a:lnTo>
                  <a:pt x="944928" y="114300"/>
                </a:lnTo>
                <a:lnTo>
                  <a:pt x="963825" y="114300"/>
                </a:lnTo>
                <a:lnTo>
                  <a:pt x="982723" y="114300"/>
                </a:lnTo>
                <a:lnTo>
                  <a:pt x="1001620" y="114300"/>
                </a:lnTo>
                <a:lnTo>
                  <a:pt x="1020518" y="114300"/>
                </a:lnTo>
                <a:lnTo>
                  <a:pt x="1039416" y="114300"/>
                </a:lnTo>
                <a:lnTo>
                  <a:pt x="1058313" y="114300"/>
                </a:lnTo>
                <a:lnTo>
                  <a:pt x="1077220" y="114300"/>
                </a:lnTo>
                <a:lnTo>
                  <a:pt x="1096118" y="114300"/>
                </a:lnTo>
                <a:lnTo>
                  <a:pt x="1115016" y="114300"/>
                </a:lnTo>
                <a:lnTo>
                  <a:pt x="1133913" y="114300"/>
                </a:lnTo>
                <a:lnTo>
                  <a:pt x="1152811" y="114300"/>
                </a:lnTo>
                <a:lnTo>
                  <a:pt x="1171708" y="114300"/>
                </a:lnTo>
                <a:lnTo>
                  <a:pt x="1190606" y="114300"/>
                </a:lnTo>
                <a:lnTo>
                  <a:pt x="1209504" y="114300"/>
                </a:lnTo>
                <a:lnTo>
                  <a:pt x="1228401" y="114300"/>
                </a:lnTo>
                <a:lnTo>
                  <a:pt x="1247299" y="114300"/>
                </a:lnTo>
                <a:lnTo>
                  <a:pt x="1266206" y="114300"/>
                </a:lnTo>
                <a:lnTo>
                  <a:pt x="1285103" y="114300"/>
                </a:lnTo>
                <a:lnTo>
                  <a:pt x="1304001" y="114300"/>
                </a:lnTo>
                <a:lnTo>
                  <a:pt x="1322899" y="114300"/>
                </a:lnTo>
                <a:lnTo>
                  <a:pt x="1341796" y="114300"/>
                </a:lnTo>
                <a:lnTo>
                  <a:pt x="1360694" y="114300"/>
                </a:lnTo>
                <a:lnTo>
                  <a:pt x="1379591" y="114300"/>
                </a:lnTo>
                <a:lnTo>
                  <a:pt x="1397318" y="108385"/>
                </a:lnTo>
                <a:lnTo>
                  <a:pt x="1414777" y="101165"/>
                </a:lnTo>
                <a:lnTo>
                  <a:pt x="1432246" y="93936"/>
                </a:lnTo>
                <a:lnTo>
                  <a:pt x="1449705" y="86706"/>
                </a:lnTo>
                <a:lnTo>
                  <a:pt x="1467164" y="79486"/>
                </a:lnTo>
                <a:lnTo>
                  <a:pt x="1484633" y="72257"/>
                </a:lnTo>
                <a:lnTo>
                  <a:pt x="1502093" y="65037"/>
                </a:lnTo>
                <a:lnTo>
                  <a:pt x="1519552" y="57807"/>
                </a:lnTo>
                <a:lnTo>
                  <a:pt x="1537021" y="50578"/>
                </a:lnTo>
                <a:lnTo>
                  <a:pt x="1554480" y="43358"/>
                </a:lnTo>
                <a:lnTo>
                  <a:pt x="1571939" y="36128"/>
                </a:lnTo>
                <a:lnTo>
                  <a:pt x="1589408" y="28899"/>
                </a:lnTo>
                <a:lnTo>
                  <a:pt x="1606868" y="21679"/>
                </a:lnTo>
                <a:lnTo>
                  <a:pt x="1624327" y="14449"/>
                </a:lnTo>
                <a:lnTo>
                  <a:pt x="1641796" y="7229"/>
                </a:lnTo>
                <a:lnTo>
                  <a:pt x="16592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1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EEFF956A-CA9A-4176-86DB-459A2BEB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1578" y="3868103"/>
            <a:ext cx="12973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2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37335526-AF7E-44DF-9D60-4CF99696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2853" y="3237909"/>
            <a:ext cx="180023" cy="406356"/>
          </a:xfrm>
          <a:custGeom xmlns:a="http://schemas.openxmlformats.org/drawingml/2006/main">
            <a:pathLst>
              <a:path w="180023" h="406356">
                <a:moveTo>
                  <a:pt x="0" y="406356"/>
                </a:moveTo>
                <a:lnTo>
                  <a:pt x="0" y="387620"/>
                </a:lnTo>
                <a:lnTo>
                  <a:pt x="0" y="368875"/>
                </a:lnTo>
                <a:lnTo>
                  <a:pt x="0" y="350139"/>
                </a:lnTo>
                <a:lnTo>
                  <a:pt x="0" y="331394"/>
                </a:lnTo>
                <a:lnTo>
                  <a:pt x="0" y="312658"/>
                </a:lnTo>
                <a:lnTo>
                  <a:pt x="0" y="293913"/>
                </a:lnTo>
                <a:lnTo>
                  <a:pt x="0" y="275177"/>
                </a:lnTo>
                <a:lnTo>
                  <a:pt x="0" y="256432"/>
                </a:lnTo>
                <a:lnTo>
                  <a:pt x="0" y="237696"/>
                </a:lnTo>
                <a:lnTo>
                  <a:pt x="0" y="218961"/>
                </a:lnTo>
                <a:lnTo>
                  <a:pt x="0" y="200216"/>
                </a:lnTo>
                <a:lnTo>
                  <a:pt x="0" y="181480"/>
                </a:lnTo>
                <a:lnTo>
                  <a:pt x="0" y="162735"/>
                </a:lnTo>
                <a:lnTo>
                  <a:pt x="0" y="143999"/>
                </a:lnTo>
                <a:lnTo>
                  <a:pt x="0" y="125254"/>
                </a:lnTo>
                <a:lnTo>
                  <a:pt x="0" y="106518"/>
                </a:lnTo>
                <a:lnTo>
                  <a:pt x="0" y="87773"/>
                </a:lnTo>
                <a:lnTo>
                  <a:pt x="124" y="69123"/>
                </a:lnTo>
                <a:lnTo>
                  <a:pt x="17545" y="62208"/>
                </a:lnTo>
                <a:lnTo>
                  <a:pt x="34966" y="55293"/>
                </a:lnTo>
                <a:lnTo>
                  <a:pt x="52378" y="48387"/>
                </a:lnTo>
                <a:lnTo>
                  <a:pt x="69799" y="41472"/>
                </a:lnTo>
                <a:lnTo>
                  <a:pt x="87220" y="34557"/>
                </a:lnTo>
                <a:lnTo>
                  <a:pt x="104642" y="27651"/>
                </a:lnTo>
                <a:lnTo>
                  <a:pt x="122053" y="20736"/>
                </a:lnTo>
                <a:lnTo>
                  <a:pt x="139475" y="13821"/>
                </a:lnTo>
                <a:lnTo>
                  <a:pt x="156896" y="6915"/>
                </a:lnTo>
                <a:lnTo>
                  <a:pt x="174317" y="0"/>
                </a:lnTo>
                <a:lnTo>
                  <a:pt x="180023" y="10335"/>
                </a:lnTo>
                <a:lnTo>
                  <a:pt x="180023" y="29070"/>
                </a:lnTo>
                <a:lnTo>
                  <a:pt x="180023" y="47815"/>
                </a:lnTo>
                <a:lnTo>
                  <a:pt x="180023" y="66551"/>
                </a:lnTo>
                <a:lnTo>
                  <a:pt x="180023" y="85287"/>
                </a:lnTo>
                <a:lnTo>
                  <a:pt x="180023" y="104032"/>
                </a:lnTo>
                <a:lnTo>
                  <a:pt x="180023" y="122768"/>
                </a:lnTo>
                <a:lnTo>
                  <a:pt x="180023" y="141513"/>
                </a:lnTo>
                <a:lnTo>
                  <a:pt x="180023" y="160249"/>
                </a:lnTo>
                <a:lnTo>
                  <a:pt x="180023" y="178994"/>
                </a:lnTo>
                <a:lnTo>
                  <a:pt x="180023" y="197729"/>
                </a:lnTo>
                <a:lnTo>
                  <a:pt x="180023" y="216475"/>
                </a:lnTo>
                <a:lnTo>
                  <a:pt x="180023" y="235210"/>
                </a:lnTo>
                <a:lnTo>
                  <a:pt x="180023" y="253956"/>
                </a:lnTo>
                <a:lnTo>
                  <a:pt x="180023" y="272691"/>
                </a:lnTo>
                <a:lnTo>
                  <a:pt x="180023" y="291427"/>
                </a:lnTo>
                <a:lnTo>
                  <a:pt x="180023" y="310172"/>
                </a:lnTo>
                <a:lnTo>
                  <a:pt x="166726" y="320792"/>
                </a:lnTo>
                <a:lnTo>
                  <a:pt x="150047" y="329346"/>
                </a:lnTo>
                <a:lnTo>
                  <a:pt x="133379" y="337899"/>
                </a:lnTo>
                <a:lnTo>
                  <a:pt x="116710" y="346462"/>
                </a:lnTo>
                <a:lnTo>
                  <a:pt x="100032" y="355016"/>
                </a:lnTo>
                <a:lnTo>
                  <a:pt x="83363" y="363569"/>
                </a:lnTo>
                <a:lnTo>
                  <a:pt x="66694" y="372132"/>
                </a:lnTo>
                <a:lnTo>
                  <a:pt x="50016" y="380686"/>
                </a:lnTo>
                <a:lnTo>
                  <a:pt x="33347" y="389239"/>
                </a:lnTo>
                <a:lnTo>
                  <a:pt x="16669" y="397802"/>
                </a:lnTo>
                <a:lnTo>
                  <a:pt x="0" y="406356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3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53FD26E6-8AE0-440E-9032-96D2697B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71713" y="3551873"/>
            <a:ext cx="1675228" cy="92393"/>
          </a:xfrm>
          <a:custGeom xmlns:a="http://schemas.openxmlformats.org/drawingml/2006/main">
            <a:pathLst>
              <a:path w="1675228" h="92393">
                <a:moveTo>
                  <a:pt x="0" y="92393"/>
                </a:moveTo>
                <a:lnTo>
                  <a:pt x="18993" y="92393"/>
                </a:lnTo>
                <a:lnTo>
                  <a:pt x="37986" y="92393"/>
                </a:lnTo>
                <a:lnTo>
                  <a:pt x="56979" y="92393"/>
                </a:lnTo>
                <a:lnTo>
                  <a:pt x="75971" y="92393"/>
                </a:lnTo>
                <a:lnTo>
                  <a:pt x="94964" y="92393"/>
                </a:lnTo>
                <a:lnTo>
                  <a:pt x="113957" y="92393"/>
                </a:lnTo>
                <a:lnTo>
                  <a:pt x="132950" y="92393"/>
                </a:lnTo>
                <a:lnTo>
                  <a:pt x="151952" y="92393"/>
                </a:lnTo>
                <a:lnTo>
                  <a:pt x="170945" y="92393"/>
                </a:lnTo>
                <a:lnTo>
                  <a:pt x="189938" y="92393"/>
                </a:lnTo>
                <a:lnTo>
                  <a:pt x="208931" y="92393"/>
                </a:lnTo>
                <a:lnTo>
                  <a:pt x="227924" y="92393"/>
                </a:lnTo>
                <a:lnTo>
                  <a:pt x="246917" y="92393"/>
                </a:lnTo>
                <a:lnTo>
                  <a:pt x="265909" y="92393"/>
                </a:lnTo>
                <a:lnTo>
                  <a:pt x="284902" y="92393"/>
                </a:lnTo>
                <a:lnTo>
                  <a:pt x="303895" y="92393"/>
                </a:lnTo>
                <a:lnTo>
                  <a:pt x="322888" y="92393"/>
                </a:lnTo>
                <a:lnTo>
                  <a:pt x="341881" y="92393"/>
                </a:lnTo>
                <a:lnTo>
                  <a:pt x="360874" y="92393"/>
                </a:lnTo>
                <a:lnTo>
                  <a:pt x="379867" y="92393"/>
                </a:lnTo>
                <a:lnTo>
                  <a:pt x="398859" y="92393"/>
                </a:lnTo>
                <a:lnTo>
                  <a:pt x="417862" y="92393"/>
                </a:lnTo>
                <a:lnTo>
                  <a:pt x="436855" y="92393"/>
                </a:lnTo>
                <a:lnTo>
                  <a:pt x="455847" y="92393"/>
                </a:lnTo>
                <a:lnTo>
                  <a:pt x="474840" y="92393"/>
                </a:lnTo>
                <a:lnTo>
                  <a:pt x="493833" y="92393"/>
                </a:lnTo>
                <a:lnTo>
                  <a:pt x="512826" y="92393"/>
                </a:lnTo>
                <a:lnTo>
                  <a:pt x="531819" y="92393"/>
                </a:lnTo>
                <a:lnTo>
                  <a:pt x="550812" y="92393"/>
                </a:lnTo>
                <a:lnTo>
                  <a:pt x="569805" y="92393"/>
                </a:lnTo>
                <a:lnTo>
                  <a:pt x="588797" y="92393"/>
                </a:lnTo>
                <a:lnTo>
                  <a:pt x="607790" y="92393"/>
                </a:lnTo>
                <a:lnTo>
                  <a:pt x="626783" y="92393"/>
                </a:lnTo>
                <a:lnTo>
                  <a:pt x="645776" y="92393"/>
                </a:lnTo>
                <a:lnTo>
                  <a:pt x="664769" y="92393"/>
                </a:lnTo>
                <a:lnTo>
                  <a:pt x="683771" y="92393"/>
                </a:lnTo>
                <a:lnTo>
                  <a:pt x="702764" y="92393"/>
                </a:lnTo>
                <a:lnTo>
                  <a:pt x="721757" y="92393"/>
                </a:lnTo>
                <a:lnTo>
                  <a:pt x="740750" y="92393"/>
                </a:lnTo>
                <a:lnTo>
                  <a:pt x="759743" y="92393"/>
                </a:lnTo>
                <a:lnTo>
                  <a:pt x="778735" y="92393"/>
                </a:lnTo>
                <a:lnTo>
                  <a:pt x="797728" y="92393"/>
                </a:lnTo>
                <a:lnTo>
                  <a:pt x="816721" y="92393"/>
                </a:lnTo>
                <a:lnTo>
                  <a:pt x="835714" y="92393"/>
                </a:lnTo>
                <a:lnTo>
                  <a:pt x="854707" y="92393"/>
                </a:lnTo>
                <a:lnTo>
                  <a:pt x="873700" y="92393"/>
                </a:lnTo>
                <a:lnTo>
                  <a:pt x="892693" y="92393"/>
                </a:lnTo>
                <a:lnTo>
                  <a:pt x="911685" y="92393"/>
                </a:lnTo>
                <a:lnTo>
                  <a:pt x="930678" y="92393"/>
                </a:lnTo>
                <a:lnTo>
                  <a:pt x="949681" y="92393"/>
                </a:lnTo>
                <a:lnTo>
                  <a:pt x="968673" y="92393"/>
                </a:lnTo>
                <a:lnTo>
                  <a:pt x="987666" y="92393"/>
                </a:lnTo>
                <a:lnTo>
                  <a:pt x="1006659" y="92393"/>
                </a:lnTo>
                <a:lnTo>
                  <a:pt x="1025652" y="92393"/>
                </a:lnTo>
                <a:lnTo>
                  <a:pt x="1044645" y="92393"/>
                </a:lnTo>
                <a:lnTo>
                  <a:pt x="1063638" y="92393"/>
                </a:lnTo>
                <a:lnTo>
                  <a:pt x="1082631" y="92393"/>
                </a:lnTo>
                <a:lnTo>
                  <a:pt x="1101623" y="92393"/>
                </a:lnTo>
                <a:lnTo>
                  <a:pt x="1120616" y="92393"/>
                </a:lnTo>
                <a:lnTo>
                  <a:pt x="1139609" y="92393"/>
                </a:lnTo>
                <a:lnTo>
                  <a:pt x="1158602" y="92393"/>
                </a:lnTo>
                <a:lnTo>
                  <a:pt x="1177595" y="92393"/>
                </a:lnTo>
                <a:lnTo>
                  <a:pt x="1196588" y="92393"/>
                </a:lnTo>
                <a:lnTo>
                  <a:pt x="1215590" y="92393"/>
                </a:lnTo>
                <a:lnTo>
                  <a:pt x="1234583" y="92393"/>
                </a:lnTo>
                <a:lnTo>
                  <a:pt x="1253576" y="92393"/>
                </a:lnTo>
                <a:lnTo>
                  <a:pt x="1272569" y="92393"/>
                </a:lnTo>
                <a:lnTo>
                  <a:pt x="1291561" y="92393"/>
                </a:lnTo>
                <a:lnTo>
                  <a:pt x="1310554" y="92393"/>
                </a:lnTo>
                <a:lnTo>
                  <a:pt x="1329547" y="92393"/>
                </a:lnTo>
                <a:lnTo>
                  <a:pt x="1348540" y="92393"/>
                </a:lnTo>
                <a:lnTo>
                  <a:pt x="1367533" y="92393"/>
                </a:lnTo>
                <a:lnTo>
                  <a:pt x="1386526" y="92393"/>
                </a:lnTo>
                <a:lnTo>
                  <a:pt x="1405519" y="92393"/>
                </a:lnTo>
                <a:lnTo>
                  <a:pt x="1424511" y="92393"/>
                </a:lnTo>
                <a:lnTo>
                  <a:pt x="1443504" y="92393"/>
                </a:lnTo>
                <a:lnTo>
                  <a:pt x="1462497" y="92393"/>
                </a:lnTo>
                <a:lnTo>
                  <a:pt x="1481499" y="92393"/>
                </a:lnTo>
                <a:lnTo>
                  <a:pt x="1500492" y="92393"/>
                </a:lnTo>
                <a:lnTo>
                  <a:pt x="1517456" y="84020"/>
                </a:lnTo>
                <a:lnTo>
                  <a:pt x="1534354" y="75343"/>
                </a:lnTo>
                <a:lnTo>
                  <a:pt x="1551251" y="66675"/>
                </a:lnTo>
                <a:lnTo>
                  <a:pt x="1568148" y="57998"/>
                </a:lnTo>
                <a:lnTo>
                  <a:pt x="1585046" y="49330"/>
                </a:lnTo>
                <a:lnTo>
                  <a:pt x="1601953" y="40653"/>
                </a:lnTo>
                <a:lnTo>
                  <a:pt x="1618850" y="31985"/>
                </a:lnTo>
                <a:lnTo>
                  <a:pt x="1635747" y="23308"/>
                </a:lnTo>
                <a:lnTo>
                  <a:pt x="1652645" y="14640"/>
                </a:lnTo>
                <a:lnTo>
                  <a:pt x="1669542" y="5963"/>
                </a:lnTo>
                <a:lnTo>
                  <a:pt x="1675228" y="0"/>
                </a:lnTo>
                <a:lnTo>
                  <a:pt x="1656236" y="0"/>
                </a:lnTo>
                <a:lnTo>
                  <a:pt x="1637243" y="0"/>
                </a:lnTo>
                <a:lnTo>
                  <a:pt x="1618250" y="0"/>
                </a:lnTo>
                <a:lnTo>
                  <a:pt x="1599257" y="0"/>
                </a:lnTo>
                <a:lnTo>
                  <a:pt x="1580264" y="0"/>
                </a:lnTo>
                <a:lnTo>
                  <a:pt x="1561271" y="0"/>
                </a:lnTo>
                <a:lnTo>
                  <a:pt x="1542278" y="0"/>
                </a:lnTo>
                <a:lnTo>
                  <a:pt x="1523286" y="0"/>
                </a:lnTo>
                <a:lnTo>
                  <a:pt x="1504293" y="0"/>
                </a:lnTo>
                <a:lnTo>
                  <a:pt x="1485300" y="0"/>
                </a:lnTo>
                <a:lnTo>
                  <a:pt x="1466307" y="0"/>
                </a:lnTo>
                <a:lnTo>
                  <a:pt x="1447314" y="0"/>
                </a:lnTo>
                <a:lnTo>
                  <a:pt x="1428321" y="0"/>
                </a:lnTo>
                <a:lnTo>
                  <a:pt x="1409319" y="0"/>
                </a:lnTo>
                <a:lnTo>
                  <a:pt x="1390326" y="0"/>
                </a:lnTo>
                <a:lnTo>
                  <a:pt x="1371333" y="0"/>
                </a:lnTo>
                <a:lnTo>
                  <a:pt x="1352340" y="0"/>
                </a:lnTo>
                <a:lnTo>
                  <a:pt x="1333348" y="0"/>
                </a:lnTo>
                <a:lnTo>
                  <a:pt x="1314355" y="0"/>
                </a:lnTo>
                <a:lnTo>
                  <a:pt x="1295362" y="0"/>
                </a:lnTo>
                <a:lnTo>
                  <a:pt x="1276369" y="0"/>
                </a:lnTo>
                <a:lnTo>
                  <a:pt x="1257376" y="0"/>
                </a:lnTo>
                <a:lnTo>
                  <a:pt x="1238383" y="0"/>
                </a:lnTo>
                <a:lnTo>
                  <a:pt x="1219391" y="0"/>
                </a:lnTo>
                <a:lnTo>
                  <a:pt x="1200398" y="0"/>
                </a:lnTo>
                <a:lnTo>
                  <a:pt x="1181405" y="0"/>
                </a:lnTo>
                <a:lnTo>
                  <a:pt x="1162412" y="0"/>
                </a:lnTo>
                <a:lnTo>
                  <a:pt x="1143410" y="0"/>
                </a:lnTo>
                <a:lnTo>
                  <a:pt x="1124417" y="0"/>
                </a:lnTo>
                <a:lnTo>
                  <a:pt x="1105424" y="0"/>
                </a:lnTo>
                <a:lnTo>
                  <a:pt x="1086431" y="0"/>
                </a:lnTo>
                <a:lnTo>
                  <a:pt x="1067438" y="0"/>
                </a:lnTo>
                <a:lnTo>
                  <a:pt x="1048445" y="0"/>
                </a:lnTo>
                <a:lnTo>
                  <a:pt x="1029452" y="0"/>
                </a:lnTo>
                <a:lnTo>
                  <a:pt x="1010460" y="0"/>
                </a:lnTo>
                <a:lnTo>
                  <a:pt x="991467" y="0"/>
                </a:lnTo>
                <a:lnTo>
                  <a:pt x="972474" y="0"/>
                </a:lnTo>
                <a:lnTo>
                  <a:pt x="953481" y="0"/>
                </a:lnTo>
                <a:lnTo>
                  <a:pt x="934488" y="0"/>
                </a:lnTo>
                <a:lnTo>
                  <a:pt x="915495" y="0"/>
                </a:lnTo>
                <a:lnTo>
                  <a:pt x="896503" y="0"/>
                </a:lnTo>
                <a:lnTo>
                  <a:pt x="877500" y="0"/>
                </a:lnTo>
                <a:lnTo>
                  <a:pt x="858507" y="0"/>
                </a:lnTo>
                <a:lnTo>
                  <a:pt x="839514" y="0"/>
                </a:lnTo>
                <a:lnTo>
                  <a:pt x="820522" y="0"/>
                </a:lnTo>
                <a:lnTo>
                  <a:pt x="801529" y="0"/>
                </a:lnTo>
                <a:lnTo>
                  <a:pt x="782536" y="0"/>
                </a:lnTo>
                <a:lnTo>
                  <a:pt x="763543" y="0"/>
                </a:lnTo>
                <a:lnTo>
                  <a:pt x="744550" y="0"/>
                </a:lnTo>
                <a:lnTo>
                  <a:pt x="725557" y="0"/>
                </a:lnTo>
                <a:lnTo>
                  <a:pt x="706565" y="0"/>
                </a:lnTo>
                <a:lnTo>
                  <a:pt x="687572" y="0"/>
                </a:lnTo>
                <a:lnTo>
                  <a:pt x="668579" y="0"/>
                </a:lnTo>
                <a:lnTo>
                  <a:pt x="649586" y="0"/>
                </a:lnTo>
                <a:lnTo>
                  <a:pt x="630593" y="0"/>
                </a:lnTo>
                <a:lnTo>
                  <a:pt x="611591" y="0"/>
                </a:lnTo>
                <a:lnTo>
                  <a:pt x="592598" y="0"/>
                </a:lnTo>
                <a:lnTo>
                  <a:pt x="573605" y="0"/>
                </a:lnTo>
                <a:lnTo>
                  <a:pt x="554612" y="0"/>
                </a:lnTo>
                <a:lnTo>
                  <a:pt x="535619" y="0"/>
                </a:lnTo>
                <a:lnTo>
                  <a:pt x="516626" y="0"/>
                </a:lnTo>
                <a:lnTo>
                  <a:pt x="497634" y="0"/>
                </a:lnTo>
                <a:lnTo>
                  <a:pt x="478641" y="0"/>
                </a:lnTo>
                <a:lnTo>
                  <a:pt x="459648" y="0"/>
                </a:lnTo>
                <a:lnTo>
                  <a:pt x="440655" y="0"/>
                </a:lnTo>
                <a:lnTo>
                  <a:pt x="421662" y="0"/>
                </a:lnTo>
                <a:lnTo>
                  <a:pt x="402669" y="0"/>
                </a:lnTo>
                <a:lnTo>
                  <a:pt x="383677" y="0"/>
                </a:lnTo>
                <a:lnTo>
                  <a:pt x="364684" y="0"/>
                </a:lnTo>
                <a:lnTo>
                  <a:pt x="345681" y="0"/>
                </a:lnTo>
                <a:lnTo>
                  <a:pt x="326688" y="0"/>
                </a:lnTo>
                <a:lnTo>
                  <a:pt x="307696" y="0"/>
                </a:lnTo>
                <a:lnTo>
                  <a:pt x="288703" y="0"/>
                </a:lnTo>
                <a:lnTo>
                  <a:pt x="269900" y="1172"/>
                </a:lnTo>
                <a:lnTo>
                  <a:pt x="251908" y="7249"/>
                </a:lnTo>
                <a:lnTo>
                  <a:pt x="233915" y="13335"/>
                </a:lnTo>
                <a:lnTo>
                  <a:pt x="215922" y="19412"/>
                </a:lnTo>
                <a:lnTo>
                  <a:pt x="197930" y="25498"/>
                </a:lnTo>
                <a:lnTo>
                  <a:pt x="179937" y="31575"/>
                </a:lnTo>
                <a:lnTo>
                  <a:pt x="161944" y="37662"/>
                </a:lnTo>
                <a:lnTo>
                  <a:pt x="143951" y="43739"/>
                </a:lnTo>
                <a:lnTo>
                  <a:pt x="125959" y="49825"/>
                </a:lnTo>
                <a:lnTo>
                  <a:pt x="107966" y="55902"/>
                </a:lnTo>
                <a:lnTo>
                  <a:pt x="89964" y="61989"/>
                </a:lnTo>
                <a:lnTo>
                  <a:pt x="71971" y="68066"/>
                </a:lnTo>
                <a:lnTo>
                  <a:pt x="53978" y="74152"/>
                </a:lnTo>
                <a:lnTo>
                  <a:pt x="35985" y="80229"/>
                </a:lnTo>
                <a:lnTo>
                  <a:pt x="17993" y="86316"/>
                </a:lnTo>
                <a:lnTo>
                  <a:pt x="0" y="92393"/>
                </a:lnTo>
              </a:path>
            </a:pathLst>
          </a:custGeom>
          <a:solidFill xmlns:a="http://schemas.openxmlformats.org/drawingml/2006/main">
            <a:srgbClr val="B7C7D9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4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5ED7AD00-3614-43CA-9A0E-7F6B8143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0768" y="3551873"/>
            <a:ext cx="1566863" cy="92393"/>
          </a:xfrm>
          <a:custGeom xmlns:a="http://schemas.openxmlformats.org/drawingml/2006/main">
            <a:pathLst>
              <a:path w="1566863" h="92393">
                <a:moveTo>
                  <a:pt x="0" y="92393"/>
                </a:moveTo>
                <a:lnTo>
                  <a:pt x="18917" y="92393"/>
                </a:lnTo>
                <a:lnTo>
                  <a:pt x="37824" y="92393"/>
                </a:lnTo>
                <a:lnTo>
                  <a:pt x="56740" y="92393"/>
                </a:lnTo>
                <a:lnTo>
                  <a:pt x="75657" y="92393"/>
                </a:lnTo>
                <a:lnTo>
                  <a:pt x="94574" y="92393"/>
                </a:lnTo>
                <a:lnTo>
                  <a:pt x="113481" y="92393"/>
                </a:lnTo>
                <a:lnTo>
                  <a:pt x="132398" y="92393"/>
                </a:lnTo>
                <a:lnTo>
                  <a:pt x="151314" y="92393"/>
                </a:lnTo>
                <a:lnTo>
                  <a:pt x="170221" y="92393"/>
                </a:lnTo>
                <a:lnTo>
                  <a:pt x="189138" y="92393"/>
                </a:lnTo>
                <a:lnTo>
                  <a:pt x="208055" y="92393"/>
                </a:lnTo>
                <a:lnTo>
                  <a:pt x="226971" y="92393"/>
                </a:lnTo>
                <a:lnTo>
                  <a:pt x="245878" y="92393"/>
                </a:lnTo>
                <a:lnTo>
                  <a:pt x="264795" y="92393"/>
                </a:lnTo>
                <a:lnTo>
                  <a:pt x="283712" y="92393"/>
                </a:lnTo>
                <a:lnTo>
                  <a:pt x="302628" y="92393"/>
                </a:lnTo>
                <a:lnTo>
                  <a:pt x="321535" y="92393"/>
                </a:lnTo>
                <a:lnTo>
                  <a:pt x="340452" y="92393"/>
                </a:lnTo>
                <a:lnTo>
                  <a:pt x="359369" y="92393"/>
                </a:lnTo>
                <a:lnTo>
                  <a:pt x="378276" y="92393"/>
                </a:lnTo>
                <a:lnTo>
                  <a:pt x="397193" y="92393"/>
                </a:lnTo>
                <a:lnTo>
                  <a:pt x="416109" y="92393"/>
                </a:lnTo>
                <a:lnTo>
                  <a:pt x="435026" y="92393"/>
                </a:lnTo>
                <a:lnTo>
                  <a:pt x="453933" y="92393"/>
                </a:lnTo>
                <a:lnTo>
                  <a:pt x="472850" y="92393"/>
                </a:lnTo>
                <a:lnTo>
                  <a:pt x="491766" y="92393"/>
                </a:lnTo>
                <a:lnTo>
                  <a:pt x="510673" y="92393"/>
                </a:lnTo>
                <a:lnTo>
                  <a:pt x="529590" y="92393"/>
                </a:lnTo>
                <a:lnTo>
                  <a:pt x="548507" y="92393"/>
                </a:lnTo>
                <a:lnTo>
                  <a:pt x="567423" y="92393"/>
                </a:lnTo>
                <a:lnTo>
                  <a:pt x="586330" y="92393"/>
                </a:lnTo>
                <a:lnTo>
                  <a:pt x="605247" y="92393"/>
                </a:lnTo>
                <a:lnTo>
                  <a:pt x="624164" y="92393"/>
                </a:lnTo>
                <a:lnTo>
                  <a:pt x="643071" y="92393"/>
                </a:lnTo>
                <a:lnTo>
                  <a:pt x="661988" y="92393"/>
                </a:lnTo>
                <a:lnTo>
                  <a:pt x="680904" y="92393"/>
                </a:lnTo>
                <a:lnTo>
                  <a:pt x="699821" y="92393"/>
                </a:lnTo>
                <a:lnTo>
                  <a:pt x="718728" y="92393"/>
                </a:lnTo>
                <a:lnTo>
                  <a:pt x="737645" y="92393"/>
                </a:lnTo>
                <a:lnTo>
                  <a:pt x="756561" y="92393"/>
                </a:lnTo>
                <a:lnTo>
                  <a:pt x="775478" y="92393"/>
                </a:lnTo>
                <a:lnTo>
                  <a:pt x="794385" y="92393"/>
                </a:lnTo>
                <a:lnTo>
                  <a:pt x="813302" y="92393"/>
                </a:lnTo>
                <a:lnTo>
                  <a:pt x="832218" y="92393"/>
                </a:lnTo>
                <a:lnTo>
                  <a:pt x="851125" y="92393"/>
                </a:lnTo>
                <a:lnTo>
                  <a:pt x="870042" y="92393"/>
                </a:lnTo>
                <a:lnTo>
                  <a:pt x="888959" y="92393"/>
                </a:lnTo>
                <a:lnTo>
                  <a:pt x="907875" y="92393"/>
                </a:lnTo>
                <a:lnTo>
                  <a:pt x="926783" y="92393"/>
                </a:lnTo>
                <a:lnTo>
                  <a:pt x="945699" y="92393"/>
                </a:lnTo>
                <a:lnTo>
                  <a:pt x="964616" y="92393"/>
                </a:lnTo>
                <a:lnTo>
                  <a:pt x="983523" y="92393"/>
                </a:lnTo>
                <a:lnTo>
                  <a:pt x="1002440" y="92393"/>
                </a:lnTo>
                <a:lnTo>
                  <a:pt x="1021356" y="92393"/>
                </a:lnTo>
                <a:lnTo>
                  <a:pt x="1040273" y="92393"/>
                </a:lnTo>
                <a:lnTo>
                  <a:pt x="1059180" y="92393"/>
                </a:lnTo>
                <a:lnTo>
                  <a:pt x="1078097" y="92393"/>
                </a:lnTo>
                <a:lnTo>
                  <a:pt x="1097013" y="92393"/>
                </a:lnTo>
                <a:lnTo>
                  <a:pt x="1115920" y="92393"/>
                </a:lnTo>
                <a:lnTo>
                  <a:pt x="1134837" y="92393"/>
                </a:lnTo>
                <a:lnTo>
                  <a:pt x="1153754" y="92393"/>
                </a:lnTo>
                <a:lnTo>
                  <a:pt x="1172670" y="92393"/>
                </a:lnTo>
                <a:lnTo>
                  <a:pt x="1191578" y="92393"/>
                </a:lnTo>
                <a:lnTo>
                  <a:pt x="1210494" y="92393"/>
                </a:lnTo>
                <a:lnTo>
                  <a:pt x="1229411" y="92393"/>
                </a:lnTo>
                <a:lnTo>
                  <a:pt x="1248327" y="92393"/>
                </a:lnTo>
                <a:lnTo>
                  <a:pt x="1267235" y="92393"/>
                </a:lnTo>
                <a:lnTo>
                  <a:pt x="1286151" y="92393"/>
                </a:lnTo>
                <a:lnTo>
                  <a:pt x="1305068" y="92393"/>
                </a:lnTo>
                <a:lnTo>
                  <a:pt x="1323975" y="92393"/>
                </a:lnTo>
                <a:lnTo>
                  <a:pt x="1342892" y="92393"/>
                </a:lnTo>
                <a:lnTo>
                  <a:pt x="1361808" y="92393"/>
                </a:lnTo>
                <a:lnTo>
                  <a:pt x="1380725" y="92393"/>
                </a:lnTo>
                <a:lnTo>
                  <a:pt x="1397870" y="84934"/>
                </a:lnTo>
                <a:lnTo>
                  <a:pt x="1414767" y="76438"/>
                </a:lnTo>
                <a:lnTo>
                  <a:pt x="1431665" y="67951"/>
                </a:lnTo>
                <a:lnTo>
                  <a:pt x="1448562" y="59455"/>
                </a:lnTo>
                <a:lnTo>
                  <a:pt x="1465469" y="50959"/>
                </a:lnTo>
                <a:lnTo>
                  <a:pt x="1482366" y="42472"/>
                </a:lnTo>
                <a:lnTo>
                  <a:pt x="1499264" y="33976"/>
                </a:lnTo>
                <a:lnTo>
                  <a:pt x="1516161" y="25479"/>
                </a:lnTo>
                <a:lnTo>
                  <a:pt x="1533068" y="16983"/>
                </a:lnTo>
                <a:lnTo>
                  <a:pt x="1549965" y="8496"/>
                </a:lnTo>
                <a:lnTo>
                  <a:pt x="15668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5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84B56FA9-1C0E-405B-8458-3EAD7F4F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00325" y="3551873"/>
            <a:ext cx="12973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6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1EB406BF-B234-4DB6-A987-D215FD0D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3993" y="3237786"/>
            <a:ext cx="87630" cy="149076"/>
          </a:xfrm>
          <a:custGeom xmlns:a="http://schemas.openxmlformats.org/drawingml/2006/main">
            <a:pathLst>
              <a:path w="87630" h="149076">
                <a:moveTo>
                  <a:pt x="0" y="69294"/>
                </a:moveTo>
                <a:lnTo>
                  <a:pt x="0" y="81486"/>
                </a:lnTo>
                <a:lnTo>
                  <a:pt x="0" y="93669"/>
                </a:lnTo>
                <a:lnTo>
                  <a:pt x="0" y="105851"/>
                </a:lnTo>
                <a:lnTo>
                  <a:pt x="0" y="118043"/>
                </a:lnTo>
                <a:lnTo>
                  <a:pt x="0" y="130226"/>
                </a:lnTo>
                <a:lnTo>
                  <a:pt x="0" y="142418"/>
                </a:lnTo>
                <a:lnTo>
                  <a:pt x="2629" y="149076"/>
                </a:lnTo>
                <a:lnTo>
                  <a:pt x="12068" y="141370"/>
                </a:lnTo>
                <a:lnTo>
                  <a:pt x="21517" y="133674"/>
                </a:lnTo>
                <a:lnTo>
                  <a:pt x="30956" y="125978"/>
                </a:lnTo>
                <a:lnTo>
                  <a:pt x="40405" y="118272"/>
                </a:lnTo>
                <a:lnTo>
                  <a:pt x="49854" y="110576"/>
                </a:lnTo>
                <a:lnTo>
                  <a:pt x="59293" y="102880"/>
                </a:lnTo>
                <a:lnTo>
                  <a:pt x="68742" y="95174"/>
                </a:lnTo>
                <a:lnTo>
                  <a:pt x="78181" y="87478"/>
                </a:lnTo>
                <a:lnTo>
                  <a:pt x="87630" y="79772"/>
                </a:lnTo>
                <a:lnTo>
                  <a:pt x="87630" y="67589"/>
                </a:lnTo>
                <a:lnTo>
                  <a:pt x="87630" y="55407"/>
                </a:lnTo>
                <a:lnTo>
                  <a:pt x="87630" y="43215"/>
                </a:lnTo>
                <a:lnTo>
                  <a:pt x="87630" y="31032"/>
                </a:lnTo>
                <a:lnTo>
                  <a:pt x="87630" y="18850"/>
                </a:lnTo>
                <a:lnTo>
                  <a:pt x="87630" y="6658"/>
                </a:lnTo>
                <a:lnTo>
                  <a:pt x="85001" y="0"/>
                </a:lnTo>
                <a:lnTo>
                  <a:pt x="75562" y="7696"/>
                </a:lnTo>
                <a:lnTo>
                  <a:pt x="66113" y="15402"/>
                </a:lnTo>
                <a:lnTo>
                  <a:pt x="56674" y="23098"/>
                </a:lnTo>
                <a:lnTo>
                  <a:pt x="47225" y="30794"/>
                </a:lnTo>
                <a:lnTo>
                  <a:pt x="37776" y="38500"/>
                </a:lnTo>
                <a:lnTo>
                  <a:pt x="28337" y="46196"/>
                </a:lnTo>
                <a:lnTo>
                  <a:pt x="18888" y="53902"/>
                </a:lnTo>
                <a:lnTo>
                  <a:pt x="9449" y="61598"/>
                </a:lnTo>
                <a:lnTo>
                  <a:pt x="0" y="69294"/>
                </a:lnTo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7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65F5A13F-0AD3-4992-B48D-CF9AF10E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2853" y="3235643"/>
            <a:ext cx="1585141" cy="71438"/>
          </a:xfrm>
          <a:custGeom xmlns:a="http://schemas.openxmlformats.org/drawingml/2006/main">
            <a:pathLst>
              <a:path w="1585141" h="71438">
                <a:moveTo>
                  <a:pt x="0" y="71438"/>
                </a:moveTo>
                <a:lnTo>
                  <a:pt x="19031" y="71438"/>
                </a:lnTo>
                <a:lnTo>
                  <a:pt x="38062" y="71438"/>
                </a:lnTo>
                <a:lnTo>
                  <a:pt x="57102" y="71438"/>
                </a:lnTo>
                <a:lnTo>
                  <a:pt x="76133" y="71438"/>
                </a:lnTo>
                <a:lnTo>
                  <a:pt x="95164" y="71438"/>
                </a:lnTo>
                <a:lnTo>
                  <a:pt x="114195" y="71438"/>
                </a:lnTo>
                <a:lnTo>
                  <a:pt x="133236" y="71438"/>
                </a:lnTo>
                <a:lnTo>
                  <a:pt x="152267" y="71438"/>
                </a:lnTo>
                <a:lnTo>
                  <a:pt x="171298" y="71438"/>
                </a:lnTo>
                <a:lnTo>
                  <a:pt x="190329" y="71438"/>
                </a:lnTo>
                <a:lnTo>
                  <a:pt x="209369" y="71438"/>
                </a:lnTo>
                <a:lnTo>
                  <a:pt x="228400" y="71438"/>
                </a:lnTo>
                <a:lnTo>
                  <a:pt x="247431" y="71438"/>
                </a:lnTo>
                <a:lnTo>
                  <a:pt x="266462" y="71438"/>
                </a:lnTo>
                <a:lnTo>
                  <a:pt x="285502" y="71438"/>
                </a:lnTo>
                <a:lnTo>
                  <a:pt x="304533" y="71438"/>
                </a:lnTo>
                <a:lnTo>
                  <a:pt x="323564" y="71438"/>
                </a:lnTo>
                <a:lnTo>
                  <a:pt x="342595" y="71438"/>
                </a:lnTo>
                <a:lnTo>
                  <a:pt x="361636" y="71438"/>
                </a:lnTo>
                <a:lnTo>
                  <a:pt x="380667" y="71438"/>
                </a:lnTo>
                <a:lnTo>
                  <a:pt x="399698" y="71438"/>
                </a:lnTo>
                <a:lnTo>
                  <a:pt x="418729" y="71438"/>
                </a:lnTo>
                <a:lnTo>
                  <a:pt x="437769" y="71438"/>
                </a:lnTo>
                <a:lnTo>
                  <a:pt x="456800" y="71438"/>
                </a:lnTo>
                <a:lnTo>
                  <a:pt x="475831" y="71438"/>
                </a:lnTo>
                <a:lnTo>
                  <a:pt x="494862" y="71438"/>
                </a:lnTo>
                <a:lnTo>
                  <a:pt x="513902" y="71438"/>
                </a:lnTo>
                <a:lnTo>
                  <a:pt x="532933" y="71438"/>
                </a:lnTo>
                <a:lnTo>
                  <a:pt x="551964" y="71438"/>
                </a:lnTo>
                <a:lnTo>
                  <a:pt x="570995" y="71438"/>
                </a:lnTo>
                <a:lnTo>
                  <a:pt x="590036" y="71438"/>
                </a:lnTo>
                <a:lnTo>
                  <a:pt x="609067" y="71438"/>
                </a:lnTo>
                <a:lnTo>
                  <a:pt x="628098" y="71438"/>
                </a:lnTo>
                <a:lnTo>
                  <a:pt x="647129" y="71438"/>
                </a:lnTo>
                <a:lnTo>
                  <a:pt x="666169" y="71438"/>
                </a:lnTo>
                <a:lnTo>
                  <a:pt x="685200" y="71438"/>
                </a:lnTo>
                <a:lnTo>
                  <a:pt x="704231" y="71438"/>
                </a:lnTo>
                <a:lnTo>
                  <a:pt x="723262" y="71438"/>
                </a:lnTo>
                <a:lnTo>
                  <a:pt x="742302" y="71438"/>
                </a:lnTo>
                <a:lnTo>
                  <a:pt x="761333" y="71438"/>
                </a:lnTo>
                <a:lnTo>
                  <a:pt x="780364" y="71438"/>
                </a:lnTo>
                <a:lnTo>
                  <a:pt x="799395" y="71438"/>
                </a:lnTo>
                <a:lnTo>
                  <a:pt x="818436" y="71438"/>
                </a:lnTo>
                <a:lnTo>
                  <a:pt x="837467" y="71438"/>
                </a:lnTo>
                <a:lnTo>
                  <a:pt x="856498" y="71438"/>
                </a:lnTo>
                <a:lnTo>
                  <a:pt x="875528" y="71438"/>
                </a:lnTo>
                <a:lnTo>
                  <a:pt x="894569" y="71438"/>
                </a:lnTo>
                <a:lnTo>
                  <a:pt x="913600" y="71438"/>
                </a:lnTo>
                <a:lnTo>
                  <a:pt x="932631" y="71438"/>
                </a:lnTo>
                <a:lnTo>
                  <a:pt x="951662" y="71438"/>
                </a:lnTo>
                <a:lnTo>
                  <a:pt x="970693" y="71438"/>
                </a:lnTo>
                <a:lnTo>
                  <a:pt x="989733" y="71438"/>
                </a:lnTo>
                <a:lnTo>
                  <a:pt x="1008764" y="71438"/>
                </a:lnTo>
                <a:lnTo>
                  <a:pt x="1027795" y="71438"/>
                </a:lnTo>
                <a:lnTo>
                  <a:pt x="1046826" y="71438"/>
                </a:lnTo>
                <a:lnTo>
                  <a:pt x="1065867" y="71438"/>
                </a:lnTo>
                <a:lnTo>
                  <a:pt x="1084898" y="71438"/>
                </a:lnTo>
                <a:lnTo>
                  <a:pt x="1103928" y="71438"/>
                </a:lnTo>
                <a:lnTo>
                  <a:pt x="1122959" y="71438"/>
                </a:lnTo>
                <a:lnTo>
                  <a:pt x="1142000" y="71438"/>
                </a:lnTo>
                <a:lnTo>
                  <a:pt x="1161031" y="71438"/>
                </a:lnTo>
                <a:lnTo>
                  <a:pt x="1180062" y="71438"/>
                </a:lnTo>
                <a:lnTo>
                  <a:pt x="1199093" y="71438"/>
                </a:lnTo>
                <a:lnTo>
                  <a:pt x="1218133" y="71438"/>
                </a:lnTo>
                <a:lnTo>
                  <a:pt x="1237164" y="71438"/>
                </a:lnTo>
                <a:lnTo>
                  <a:pt x="1256195" y="71438"/>
                </a:lnTo>
                <a:lnTo>
                  <a:pt x="1275226" y="71438"/>
                </a:lnTo>
                <a:lnTo>
                  <a:pt x="1294267" y="71438"/>
                </a:lnTo>
                <a:lnTo>
                  <a:pt x="1313297" y="71438"/>
                </a:lnTo>
                <a:lnTo>
                  <a:pt x="1332328" y="71438"/>
                </a:lnTo>
                <a:lnTo>
                  <a:pt x="1351359" y="71438"/>
                </a:lnTo>
                <a:lnTo>
                  <a:pt x="1370400" y="71438"/>
                </a:lnTo>
                <a:lnTo>
                  <a:pt x="1389431" y="71438"/>
                </a:lnTo>
                <a:lnTo>
                  <a:pt x="1408462" y="71438"/>
                </a:lnTo>
                <a:lnTo>
                  <a:pt x="1427493" y="71438"/>
                </a:lnTo>
                <a:lnTo>
                  <a:pt x="1446533" y="71438"/>
                </a:lnTo>
                <a:lnTo>
                  <a:pt x="1465564" y="71438"/>
                </a:lnTo>
                <a:lnTo>
                  <a:pt x="1484595" y="71438"/>
                </a:lnTo>
                <a:lnTo>
                  <a:pt x="1503074" y="69866"/>
                </a:lnTo>
                <a:lnTo>
                  <a:pt x="1517818" y="57836"/>
                </a:lnTo>
                <a:lnTo>
                  <a:pt x="1532573" y="45815"/>
                </a:lnTo>
                <a:lnTo>
                  <a:pt x="1547327" y="33785"/>
                </a:lnTo>
                <a:lnTo>
                  <a:pt x="1562081" y="21755"/>
                </a:lnTo>
                <a:lnTo>
                  <a:pt x="1576835" y="9735"/>
                </a:lnTo>
                <a:lnTo>
                  <a:pt x="1585141" y="0"/>
                </a:lnTo>
                <a:lnTo>
                  <a:pt x="1566110" y="0"/>
                </a:lnTo>
                <a:lnTo>
                  <a:pt x="1547070" y="0"/>
                </a:lnTo>
                <a:lnTo>
                  <a:pt x="1528039" y="0"/>
                </a:lnTo>
                <a:lnTo>
                  <a:pt x="1509008" y="0"/>
                </a:lnTo>
                <a:lnTo>
                  <a:pt x="1489977" y="0"/>
                </a:lnTo>
                <a:lnTo>
                  <a:pt x="1470936" y="0"/>
                </a:lnTo>
                <a:lnTo>
                  <a:pt x="1451905" y="0"/>
                </a:lnTo>
                <a:lnTo>
                  <a:pt x="1432874" y="0"/>
                </a:lnTo>
                <a:lnTo>
                  <a:pt x="1413843" y="0"/>
                </a:lnTo>
                <a:lnTo>
                  <a:pt x="1394803" y="0"/>
                </a:lnTo>
                <a:lnTo>
                  <a:pt x="1375772" y="0"/>
                </a:lnTo>
                <a:lnTo>
                  <a:pt x="1356741" y="0"/>
                </a:lnTo>
                <a:lnTo>
                  <a:pt x="1337710" y="0"/>
                </a:lnTo>
                <a:lnTo>
                  <a:pt x="1318670" y="0"/>
                </a:lnTo>
                <a:lnTo>
                  <a:pt x="1299639" y="0"/>
                </a:lnTo>
                <a:lnTo>
                  <a:pt x="1280608" y="0"/>
                </a:lnTo>
                <a:lnTo>
                  <a:pt x="1261577" y="0"/>
                </a:lnTo>
                <a:lnTo>
                  <a:pt x="1242536" y="0"/>
                </a:lnTo>
                <a:lnTo>
                  <a:pt x="1223505" y="0"/>
                </a:lnTo>
                <a:lnTo>
                  <a:pt x="1204474" y="0"/>
                </a:lnTo>
                <a:lnTo>
                  <a:pt x="1185443" y="0"/>
                </a:lnTo>
                <a:lnTo>
                  <a:pt x="1166403" y="0"/>
                </a:lnTo>
                <a:lnTo>
                  <a:pt x="1147372" y="0"/>
                </a:lnTo>
                <a:lnTo>
                  <a:pt x="1128341" y="0"/>
                </a:lnTo>
                <a:lnTo>
                  <a:pt x="1109310" y="0"/>
                </a:lnTo>
                <a:lnTo>
                  <a:pt x="1090279" y="0"/>
                </a:lnTo>
                <a:lnTo>
                  <a:pt x="1071239" y="0"/>
                </a:lnTo>
                <a:lnTo>
                  <a:pt x="1052208" y="0"/>
                </a:lnTo>
                <a:lnTo>
                  <a:pt x="1033177" y="0"/>
                </a:lnTo>
                <a:lnTo>
                  <a:pt x="1014146" y="0"/>
                </a:lnTo>
                <a:lnTo>
                  <a:pt x="995105" y="0"/>
                </a:lnTo>
                <a:lnTo>
                  <a:pt x="976074" y="0"/>
                </a:lnTo>
                <a:lnTo>
                  <a:pt x="957043" y="0"/>
                </a:lnTo>
                <a:lnTo>
                  <a:pt x="938012" y="0"/>
                </a:lnTo>
                <a:lnTo>
                  <a:pt x="918972" y="0"/>
                </a:lnTo>
                <a:lnTo>
                  <a:pt x="899941" y="0"/>
                </a:lnTo>
                <a:lnTo>
                  <a:pt x="880910" y="0"/>
                </a:lnTo>
                <a:lnTo>
                  <a:pt x="861879" y="0"/>
                </a:lnTo>
                <a:lnTo>
                  <a:pt x="842839" y="0"/>
                </a:lnTo>
                <a:lnTo>
                  <a:pt x="823808" y="0"/>
                </a:lnTo>
                <a:lnTo>
                  <a:pt x="804777" y="0"/>
                </a:lnTo>
                <a:lnTo>
                  <a:pt x="785746" y="0"/>
                </a:lnTo>
                <a:lnTo>
                  <a:pt x="766705" y="0"/>
                </a:lnTo>
                <a:lnTo>
                  <a:pt x="747674" y="0"/>
                </a:lnTo>
                <a:lnTo>
                  <a:pt x="728643" y="0"/>
                </a:lnTo>
                <a:lnTo>
                  <a:pt x="709613" y="0"/>
                </a:lnTo>
                <a:lnTo>
                  <a:pt x="690572" y="0"/>
                </a:lnTo>
                <a:lnTo>
                  <a:pt x="671541" y="0"/>
                </a:lnTo>
                <a:lnTo>
                  <a:pt x="652510" y="0"/>
                </a:lnTo>
                <a:lnTo>
                  <a:pt x="633479" y="0"/>
                </a:lnTo>
                <a:lnTo>
                  <a:pt x="614439" y="0"/>
                </a:lnTo>
                <a:lnTo>
                  <a:pt x="595408" y="0"/>
                </a:lnTo>
                <a:lnTo>
                  <a:pt x="576377" y="0"/>
                </a:lnTo>
                <a:lnTo>
                  <a:pt x="557346" y="0"/>
                </a:lnTo>
                <a:lnTo>
                  <a:pt x="538305" y="0"/>
                </a:lnTo>
                <a:lnTo>
                  <a:pt x="519274" y="0"/>
                </a:lnTo>
                <a:lnTo>
                  <a:pt x="500243" y="0"/>
                </a:lnTo>
                <a:lnTo>
                  <a:pt x="481213" y="0"/>
                </a:lnTo>
                <a:lnTo>
                  <a:pt x="462172" y="0"/>
                </a:lnTo>
                <a:lnTo>
                  <a:pt x="443141" y="0"/>
                </a:lnTo>
                <a:lnTo>
                  <a:pt x="424110" y="0"/>
                </a:lnTo>
                <a:lnTo>
                  <a:pt x="405079" y="0"/>
                </a:lnTo>
                <a:lnTo>
                  <a:pt x="386039" y="0"/>
                </a:lnTo>
                <a:lnTo>
                  <a:pt x="367008" y="0"/>
                </a:lnTo>
                <a:lnTo>
                  <a:pt x="347977" y="0"/>
                </a:lnTo>
                <a:lnTo>
                  <a:pt x="328946" y="0"/>
                </a:lnTo>
                <a:lnTo>
                  <a:pt x="309905" y="0"/>
                </a:lnTo>
                <a:lnTo>
                  <a:pt x="290874" y="0"/>
                </a:lnTo>
                <a:lnTo>
                  <a:pt x="271844" y="0"/>
                </a:lnTo>
                <a:lnTo>
                  <a:pt x="252813" y="0"/>
                </a:lnTo>
                <a:lnTo>
                  <a:pt x="233772" y="0"/>
                </a:lnTo>
                <a:lnTo>
                  <a:pt x="214741" y="0"/>
                </a:lnTo>
                <a:lnTo>
                  <a:pt x="195710" y="0"/>
                </a:lnTo>
                <a:lnTo>
                  <a:pt x="176917" y="1238"/>
                </a:lnTo>
                <a:lnTo>
                  <a:pt x="159220" y="8258"/>
                </a:lnTo>
                <a:lnTo>
                  <a:pt x="141532" y="15278"/>
                </a:lnTo>
                <a:lnTo>
                  <a:pt x="123835" y="22298"/>
                </a:lnTo>
                <a:lnTo>
                  <a:pt x="106147" y="29318"/>
                </a:lnTo>
                <a:lnTo>
                  <a:pt x="88459" y="36338"/>
                </a:lnTo>
                <a:lnTo>
                  <a:pt x="70761" y="43358"/>
                </a:lnTo>
                <a:lnTo>
                  <a:pt x="53073" y="50378"/>
                </a:lnTo>
                <a:lnTo>
                  <a:pt x="35385" y="57398"/>
                </a:lnTo>
                <a:lnTo>
                  <a:pt x="17688" y="64418"/>
                </a:lnTo>
                <a:lnTo>
                  <a:pt x="0" y="71438"/>
                </a:lnTo>
              </a:path>
            </a:pathLst>
          </a:custGeom>
          <a:solidFill xmlns:a="http://schemas.openxmlformats.org/drawingml/2006/main">
            <a:srgbClr val="7795B6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8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40E443F7-5F33-4DF1-8C5A-CAC8AAC2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31908" y="3235643"/>
            <a:ext cx="1473518" cy="71438"/>
          </a:xfrm>
          <a:custGeom xmlns:a="http://schemas.openxmlformats.org/drawingml/2006/main">
            <a:pathLst>
              <a:path w="1473518" h="71438">
                <a:moveTo>
                  <a:pt x="0" y="71438"/>
                </a:moveTo>
                <a:lnTo>
                  <a:pt x="18964" y="71438"/>
                </a:lnTo>
                <a:lnTo>
                  <a:pt x="37929" y="71438"/>
                </a:lnTo>
                <a:lnTo>
                  <a:pt x="56902" y="71438"/>
                </a:lnTo>
                <a:lnTo>
                  <a:pt x="75867" y="71438"/>
                </a:lnTo>
                <a:lnTo>
                  <a:pt x="94831" y="71438"/>
                </a:lnTo>
                <a:lnTo>
                  <a:pt x="113795" y="71438"/>
                </a:lnTo>
                <a:lnTo>
                  <a:pt x="132759" y="71438"/>
                </a:lnTo>
                <a:lnTo>
                  <a:pt x="151733" y="71438"/>
                </a:lnTo>
                <a:lnTo>
                  <a:pt x="170698" y="71438"/>
                </a:lnTo>
                <a:lnTo>
                  <a:pt x="189662" y="71438"/>
                </a:lnTo>
                <a:lnTo>
                  <a:pt x="208626" y="71438"/>
                </a:lnTo>
                <a:lnTo>
                  <a:pt x="227590" y="71438"/>
                </a:lnTo>
                <a:lnTo>
                  <a:pt x="246555" y="71438"/>
                </a:lnTo>
                <a:lnTo>
                  <a:pt x="265528" y="71438"/>
                </a:lnTo>
                <a:lnTo>
                  <a:pt x="284493" y="71438"/>
                </a:lnTo>
                <a:lnTo>
                  <a:pt x="303457" y="71438"/>
                </a:lnTo>
                <a:lnTo>
                  <a:pt x="322421" y="71438"/>
                </a:lnTo>
                <a:lnTo>
                  <a:pt x="341386" y="71438"/>
                </a:lnTo>
                <a:lnTo>
                  <a:pt x="360359" y="71438"/>
                </a:lnTo>
                <a:lnTo>
                  <a:pt x="379324" y="71438"/>
                </a:lnTo>
                <a:lnTo>
                  <a:pt x="398288" y="71438"/>
                </a:lnTo>
                <a:lnTo>
                  <a:pt x="417252" y="71438"/>
                </a:lnTo>
                <a:lnTo>
                  <a:pt x="436216" y="71438"/>
                </a:lnTo>
                <a:lnTo>
                  <a:pt x="455181" y="71438"/>
                </a:lnTo>
                <a:lnTo>
                  <a:pt x="474155" y="71438"/>
                </a:lnTo>
                <a:lnTo>
                  <a:pt x="493119" y="71438"/>
                </a:lnTo>
                <a:lnTo>
                  <a:pt x="512083" y="71438"/>
                </a:lnTo>
                <a:lnTo>
                  <a:pt x="531047" y="71438"/>
                </a:lnTo>
                <a:lnTo>
                  <a:pt x="550012" y="71438"/>
                </a:lnTo>
                <a:lnTo>
                  <a:pt x="568985" y="71438"/>
                </a:lnTo>
                <a:lnTo>
                  <a:pt x="587950" y="71438"/>
                </a:lnTo>
                <a:lnTo>
                  <a:pt x="606914" y="71438"/>
                </a:lnTo>
                <a:lnTo>
                  <a:pt x="625878" y="71438"/>
                </a:lnTo>
                <a:lnTo>
                  <a:pt x="644843" y="71438"/>
                </a:lnTo>
                <a:lnTo>
                  <a:pt x="663816" y="71438"/>
                </a:lnTo>
                <a:lnTo>
                  <a:pt x="682781" y="71438"/>
                </a:lnTo>
                <a:lnTo>
                  <a:pt x="701745" y="71438"/>
                </a:lnTo>
                <a:lnTo>
                  <a:pt x="720709" y="71438"/>
                </a:lnTo>
                <a:lnTo>
                  <a:pt x="739673" y="71438"/>
                </a:lnTo>
                <a:lnTo>
                  <a:pt x="758638" y="71438"/>
                </a:lnTo>
                <a:lnTo>
                  <a:pt x="777611" y="71438"/>
                </a:lnTo>
                <a:lnTo>
                  <a:pt x="796576" y="71438"/>
                </a:lnTo>
                <a:lnTo>
                  <a:pt x="815540" y="71438"/>
                </a:lnTo>
                <a:lnTo>
                  <a:pt x="834504" y="71438"/>
                </a:lnTo>
                <a:lnTo>
                  <a:pt x="853469" y="71438"/>
                </a:lnTo>
                <a:lnTo>
                  <a:pt x="872442" y="71438"/>
                </a:lnTo>
                <a:lnTo>
                  <a:pt x="891407" y="71438"/>
                </a:lnTo>
                <a:lnTo>
                  <a:pt x="910371" y="71438"/>
                </a:lnTo>
                <a:lnTo>
                  <a:pt x="929335" y="71438"/>
                </a:lnTo>
                <a:lnTo>
                  <a:pt x="948299" y="71438"/>
                </a:lnTo>
                <a:lnTo>
                  <a:pt x="967273" y="71438"/>
                </a:lnTo>
                <a:lnTo>
                  <a:pt x="986238" y="71438"/>
                </a:lnTo>
                <a:lnTo>
                  <a:pt x="1005202" y="71438"/>
                </a:lnTo>
                <a:lnTo>
                  <a:pt x="1024166" y="71438"/>
                </a:lnTo>
                <a:lnTo>
                  <a:pt x="1043130" y="71438"/>
                </a:lnTo>
                <a:lnTo>
                  <a:pt x="1062095" y="71438"/>
                </a:lnTo>
                <a:lnTo>
                  <a:pt x="1081068" y="71438"/>
                </a:lnTo>
                <a:lnTo>
                  <a:pt x="1100033" y="71438"/>
                </a:lnTo>
                <a:lnTo>
                  <a:pt x="1118997" y="71438"/>
                </a:lnTo>
                <a:lnTo>
                  <a:pt x="1137961" y="71438"/>
                </a:lnTo>
                <a:lnTo>
                  <a:pt x="1156926" y="71438"/>
                </a:lnTo>
                <a:lnTo>
                  <a:pt x="1175899" y="71438"/>
                </a:lnTo>
                <a:lnTo>
                  <a:pt x="1194864" y="71438"/>
                </a:lnTo>
                <a:lnTo>
                  <a:pt x="1213828" y="71438"/>
                </a:lnTo>
                <a:lnTo>
                  <a:pt x="1232792" y="71438"/>
                </a:lnTo>
                <a:lnTo>
                  <a:pt x="1251756" y="71438"/>
                </a:lnTo>
                <a:lnTo>
                  <a:pt x="1270721" y="71438"/>
                </a:lnTo>
                <a:lnTo>
                  <a:pt x="1289695" y="71438"/>
                </a:lnTo>
                <a:lnTo>
                  <a:pt x="1308659" y="71438"/>
                </a:lnTo>
                <a:lnTo>
                  <a:pt x="1327623" y="71438"/>
                </a:lnTo>
                <a:lnTo>
                  <a:pt x="1346587" y="71438"/>
                </a:lnTo>
                <a:lnTo>
                  <a:pt x="1365552" y="71438"/>
                </a:lnTo>
                <a:lnTo>
                  <a:pt x="1384202" y="70514"/>
                </a:lnTo>
                <a:lnTo>
                  <a:pt x="1399089" y="58760"/>
                </a:lnTo>
                <a:lnTo>
                  <a:pt x="1413977" y="47006"/>
                </a:lnTo>
                <a:lnTo>
                  <a:pt x="1428855" y="35252"/>
                </a:lnTo>
                <a:lnTo>
                  <a:pt x="1443742" y="23508"/>
                </a:lnTo>
                <a:lnTo>
                  <a:pt x="1458630" y="11754"/>
                </a:lnTo>
                <a:lnTo>
                  <a:pt x="14735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9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807E02DD-5F9B-4386-8E5C-FD9F292B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9073" y="3235643"/>
            <a:ext cx="129635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0" name="cap-1-text-heading">
            <a:extLst xmlns:a="http://schemas.openxmlformats.org/drawingml/2006/main">
              <a:ext uri="{FF2B5EF4-FFF2-40B4-BE49-F238E27FC236}">
                <a16:creationId xmlns:a16="http://schemas.microsoft.com/office/drawing/2014/main" id="{CA90BC73-60C2-45B7-AE37-1F8CFC66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7528" y="3239538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可记录</a:t>
            </a:r>
          </a:p>
        </p:txBody>
      </p:sp>
      <p:sp>
        <p:nvSpPr>
          <p:cNvPr id="31" name="cap-1-text-body">
            <a:extLst xmlns:a="http://schemas.openxmlformats.org/drawingml/2006/main">
              <a:ext uri="{FF2B5EF4-FFF2-40B4-BE49-F238E27FC236}">
                <a16:creationId xmlns:a16="http://schemas.microsoft.com/office/drawing/2014/main" id="{08D1AFDA-1909-4355-B141-39A94307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7528" y="3498952"/>
            <a:ext cx="1005926" cy="170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基本台账齐全</a:t>
            </a:r>
          </a:p>
        </p:txBody>
      </p:sp>
      <p:sp>
        <p:nvSpPr>
          <p:cNvPr id="32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DD88BABE-2EA7-4845-89F5-10F4C87D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0581" y="3765204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3" name="cap-2-text-heading">
            <a:extLst xmlns:a="http://schemas.openxmlformats.org/drawingml/2006/main">
              <a:ext uri="{FF2B5EF4-FFF2-40B4-BE49-F238E27FC236}">
                <a16:creationId xmlns:a16="http://schemas.microsoft.com/office/drawing/2014/main" id="{5A1789C6-9DD9-48C6-951C-DEF6F7C3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2472" y="2742009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sp>
        <p:nvSpPr>
          <p:cNvPr id="34" name="cap-2-text-body">
            <a:extLst xmlns:a="http://schemas.openxmlformats.org/drawingml/2006/main">
              <a:ext uri="{FF2B5EF4-FFF2-40B4-BE49-F238E27FC236}">
                <a16:creationId xmlns:a16="http://schemas.microsoft.com/office/drawing/2014/main" id="{6D445AFD-BDCE-482E-BF9D-A2D95A9C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2472" y="3001413"/>
            <a:ext cx="1005926" cy="341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来源、参数、输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出相互关联</a:t>
            </a:r>
          </a:p>
        </p:txBody>
      </p:sp>
      <p:sp>
        <p:nvSpPr>
          <p:cNvPr id="35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8B998B8E-30BD-4207-9320-6CFFB2FD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75372" y="3438230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6" name="cap-3-text-heading">
            <a:extLst xmlns:a="http://schemas.openxmlformats.org/drawingml/2006/main">
              <a:ext uri="{FF2B5EF4-FFF2-40B4-BE49-F238E27FC236}">
                <a16:creationId xmlns:a16="http://schemas.microsoft.com/office/drawing/2014/main" id="{B6070FB3-7647-4C1A-9668-E4840076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7263" y="2415188"/>
            <a:ext cx="1005926" cy="202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5486E"/>
                </a:solidFill>
                <a:latin typeface="Microsoft YaHei"/>
                <a:ea typeface="Microsoft YaHei"/>
                <a:cs typeface="Microsoft YaHei"/>
              </a:rPr>
              <a:t>可复用</a:t>
            </a:r>
          </a:p>
        </p:txBody>
      </p:sp>
      <p:sp>
        <p:nvSpPr>
          <p:cNvPr id="37" name="cap-3-text-body">
            <a:extLst xmlns:a="http://schemas.openxmlformats.org/drawingml/2006/main">
              <a:ext uri="{FF2B5EF4-FFF2-40B4-BE49-F238E27FC236}">
                <a16:creationId xmlns:a16="http://schemas.microsoft.com/office/drawing/2014/main" id="{DB21F451-142D-44D1-9C72-F41D95D7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7263" y="2674591"/>
            <a:ext cx="1005926" cy="341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关键步骤经复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核，边界明确</a:t>
            </a:r>
          </a:p>
        </p:txBody>
      </p:sp>
      <p:sp>
        <p:nvSpPr>
          <p:cNvPr id="38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3A27BD06-7539-4E5D-BD03-1EEBAEF0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0316" y="3111398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486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9" name="PPAGENT_QA|parent=body-03-fallback|role=heading">
            <a:extLst xmlns:a="http://schemas.openxmlformats.org/drawingml/2006/main">
              <a:ext uri="{FF2B5EF4-FFF2-40B4-BE49-F238E27FC236}">
                <a16:creationId xmlns:a16="http://schemas.microsoft.com/office/drawing/2014/main" id="{A017C002-EC90-4FE4-86D8-2ED73CEC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133600"/>
            <a:ext cx="480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扩围评审边界</a:t>
            </a:r>
          </a:p>
        </p:txBody>
      </p:sp>
      <p:sp>
        <p:nvSpPr>
          <p:cNvPr id="40" name="PPAGENT_QA|parent=body-03-fallback|role=body">
            <a:extLst xmlns:a="http://schemas.openxmlformats.org/drawingml/2006/main">
              <a:ext uri="{FF2B5EF4-FFF2-40B4-BE49-F238E27FC236}">
                <a16:creationId xmlns:a16="http://schemas.microsoft.com/office/drawing/2014/main" id="{44EC6089-0E95-4D9C-B174-BEF700D1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609850"/>
            <a:ext cx="48006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人员：责任人可持续履职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资源：设备与支持能力可覆盖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方法：适用范围与例外清楚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证据：先检查证据是否达标</a:t>
            </a:r>
          </a:p>
        </p:txBody>
      </p:sp>
      <p:sp>
        <p:nvSpPr>
          <p:cNvPr id="41" name="PPAGENT_QA|parent=body-03-outside-evidence|role=container">
            <a:extLst xmlns:a="http://schemas.openxmlformats.org/drawingml/2006/main">
              <a:ext uri="{FF2B5EF4-FFF2-40B4-BE49-F238E27FC236}">
                <a16:creationId xmlns:a16="http://schemas.microsoft.com/office/drawing/2014/main" id="{8790F22A-E4B5-45F3-A181-5AA45EA9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53000"/>
            <a:ext cx="11144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6E1EC"/>
            </a:solidFill>
            <a:prstDash val="solid"/>
          </a:ln>
        </p:spPr>
      </p:sp>
      <p:sp>
        <p:nvSpPr>
          <p:cNvPr id="42" name="PPAGENT_QA|parent=body-03-outside-evidence|role=accent">
            <a:extLst xmlns:a="http://schemas.openxmlformats.org/drawingml/2006/main">
              <a:ext uri="{FF2B5EF4-FFF2-40B4-BE49-F238E27FC236}">
                <a16:creationId xmlns:a16="http://schemas.microsoft.com/office/drawing/2014/main" id="{8B9787F1-72A5-4514-B203-97C0A97A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530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PAGENT_QA|within=body-03-outside-evidence|role=label">
            <a:extLst xmlns:a="http://schemas.openxmlformats.org/drawingml/2006/main">
              <a:ext uri="{FF2B5EF4-FFF2-40B4-BE49-F238E27FC236}">
                <a16:creationId xmlns:a16="http://schemas.microsoft.com/office/drawing/2014/main" id="{326C0205-95D9-4C8B-BD51-E6287DDD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1054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暂停条件</a:t>
            </a:r>
          </a:p>
        </p:txBody>
      </p:sp>
      <p:sp>
        <p:nvSpPr>
          <p:cNvPr id="44" name="PPAGENT_QA|within=body-03-outside-evidence|role=body">
            <a:extLst xmlns:a="http://schemas.openxmlformats.org/drawingml/2006/main">
              <a:ext uri="{FF2B5EF4-FFF2-40B4-BE49-F238E27FC236}">
                <a16:creationId xmlns:a16="http://schemas.microsoft.com/office/drawing/2014/main" id="{52E4C674-239D-4006-AA84-3707C85C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362575"/>
            <a:ext cx="10648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任何边界无法满足则暂停扩围，保留当前试点规模并明确补齐任务。本稿不预设项目数量、时间或收益指标。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BB87CA73-19B0-48D2-85E3-422B54F1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3000">
                <a:latin typeface="HYWenRunSongYun U"/>
                <a:ea typeface="HYWenRunSongYun U"/>
                <a:cs typeface="HYWenRunSongYun U"/>
              </a:defRPr>
            </a:pPr>
            <a:r>
              <a:rPr sz="30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请讨论并确认
准入条件、异常复核责任及扩围门槛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133350" dist="47625" dir="5400000">
              <a:srgbClr val="315F91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5486E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2026-09-08T07:59:21.5140000Z</dcterms:created>
  <dcterms:modified xsi:type="dcterms:W3CDTF">2026-09-08T07:59:21.5140000Z</dcterms:modified>
</coreProperties>
</file>