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fe9fb7fd1c46b7" /><Relationship Type="http://schemas.openxmlformats.org/officeDocument/2006/relationships/extended-properties" Target="/docProps/app.xml" Id="Rf51d8da482ed420b" /><Relationship Type="http://schemas.openxmlformats.org/officeDocument/2006/relationships/officeDocument" Target="/ppt/presentation.xml" Id="R3e3a6cd6fdc1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b6f2de4185457c"/>
    <p:sldMasterId xmlns:r="http://schemas.openxmlformats.org/officeDocument/2006/relationships" id="2147483660" r:id="R5cdc6eb39ede4386"/>
    <p:sldMasterId xmlns:r="http://schemas.openxmlformats.org/officeDocument/2006/relationships" id="2147483663" r:id="R007042d45a4742a3"/>
  </p:sldMasterIdLst>
  <p:notesMasterIdLst>
    <p:notesMasterId xmlns:r="http://schemas.openxmlformats.org/officeDocument/2006/relationships" r:id="Rf2711257780a46f3"/>
  </p:notesMasterIdLst>
  <p:sldIdLst>
    <p:sldId xmlns:r="http://schemas.openxmlformats.org/officeDocument/2006/relationships" id="256" r:id="R2442cec41eb040bc"/>
    <p:sldId xmlns:r="http://schemas.openxmlformats.org/officeDocument/2006/relationships" id="257" r:id="R32f24521defd43f3"/>
    <p:sldId xmlns:r="http://schemas.openxmlformats.org/officeDocument/2006/relationships" id="258" r:id="R47cc1ebf4cb34df6"/>
    <p:sldId xmlns:r="http://schemas.openxmlformats.org/officeDocument/2006/relationships" id="259" r:id="Rb241ff6092854ec1"/>
    <p:sldId xmlns:r="http://schemas.openxmlformats.org/officeDocument/2006/relationships" id="260" r:id="R65e09750ec9643e6"/>
    <p:sldId xmlns:r="http://schemas.openxmlformats.org/officeDocument/2006/relationships" id="261" r:id="Rb0370c4a23c94c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85c000b3d843bc" /><Relationship Type="http://schemas.openxmlformats.org/officeDocument/2006/relationships/slideMaster" Target="/ppt/slideMasters/slideMaster1.xml" Id="R05b6f2de4185457c" /><Relationship Type="http://schemas.openxmlformats.org/officeDocument/2006/relationships/slideMaster" Target="/ppt/slideMasters/slideMaster2.xml" Id="R5cdc6eb39ede4386" /><Relationship Type="http://schemas.openxmlformats.org/officeDocument/2006/relationships/slideMaster" Target="/ppt/slideMasters/slideMaster3.xml" Id="R007042d45a4742a3" /><Relationship Type="http://schemas.openxmlformats.org/officeDocument/2006/relationships/notesMaster" Target="/ppt/notesMasters/notesMaster1.xml" Id="Rf2711257780a46f3" /><Relationship Type="http://schemas.openxmlformats.org/officeDocument/2006/relationships/presProps" Target="/ppt/presProps.xml" Id="R79c98a420d30449e" /><Relationship Type="http://schemas.openxmlformats.org/officeDocument/2006/relationships/viewProps" Target="/ppt/viewProps.xml" Id="R4862aecc96344bf3" /><Relationship Type="http://schemas.openxmlformats.org/officeDocument/2006/relationships/tableStyles" Target="/ppt/tableStyles.xml" Id="R10991a81b4a245e5" /><Relationship Type="http://schemas.openxmlformats.org/officeDocument/2006/relationships/slide" Target="/ppt/slides/slide1.xml" Id="R2442cec41eb040bc" /><Relationship Type="http://schemas.openxmlformats.org/officeDocument/2006/relationships/slide" Target="/ppt/slides/slide2.xml" Id="R32f24521defd43f3" /><Relationship Type="http://schemas.openxmlformats.org/officeDocument/2006/relationships/slide" Target="/ppt/slides/slide3.xml" Id="R47cc1ebf4cb34df6" /><Relationship Type="http://schemas.openxmlformats.org/officeDocument/2006/relationships/slide" Target="/ppt/slides/slide4.xml" Id="Rb241ff6092854ec1" /><Relationship Type="http://schemas.openxmlformats.org/officeDocument/2006/relationships/slide" Target="/ppt/slides/slide5.xml" Id="R65e09750ec9643e6" /><Relationship Type="http://schemas.openxmlformats.org/officeDocument/2006/relationships/slide" Target="/ppt/slides/slide6.xml" Id="Rb0370c4a23c9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197112fbee84d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06d7b99b39422e" /><Relationship Type="http://schemas.openxmlformats.org/officeDocument/2006/relationships/notesMaster" Target="/ppt/notesMasters/notesMaster1.xml" Id="Re9d8cd4a1a05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99492bdcd410c" /><Relationship Type="http://schemas.openxmlformats.org/officeDocument/2006/relationships/notesMaster" Target="/ppt/notesMasters/notesMaster1.xml" Id="R387ab1ed1720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78893cf7c49a9" /><Relationship Type="http://schemas.openxmlformats.org/officeDocument/2006/relationships/notesMaster" Target="/ppt/notesMasters/notesMaster1.xml" Id="R9d5e29a90ab1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59e2e433c403e" /><Relationship Type="http://schemas.openxmlformats.org/officeDocument/2006/relationships/notesMaster" Target="/ppt/notesMasters/notesMaster1.xml" Id="Rd410a4accc0341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bb3a56e19b4550" /><Relationship Type="http://schemas.openxmlformats.org/officeDocument/2006/relationships/notesMaster" Target="/ppt/notesMasters/notesMaster1.xml" Id="Re5c2705cbfb047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245cccf4a44814" /><Relationship Type="http://schemas.openxmlformats.org/officeDocument/2006/relationships/notesMaster" Target="/ppt/notesMasters/notesMaster1.xml" Id="R96468e47d6494b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PPagenT：university-multi-structure-07-cover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PPagenT：university-multi-structure-07-body-01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PPagenT：university-multi-structure-07-body-02 → northeastern-university-body-002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PPagenT：university-multi-structure-07-body-03 → northeastern-university-body-003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PPagenT：university-multi-structure-07-closing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442a81ed143e8" /><Relationship Type="http://schemas.openxmlformats.org/officeDocument/2006/relationships/image" Target="/ppt/media/image.jpeg" Id="Rb7cdcb02c2464c8d" /><Relationship Type="http://schemas.openxmlformats.org/officeDocument/2006/relationships/image" Target="/ppt/media/image.png" Id="R6f340e2850984fbd" /><Relationship Type="http://schemas.openxmlformats.org/officeDocument/2006/relationships/image" Target="/ppt/media/image2.png" Id="Ra3eccfd8846e4f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c2ddad48d44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e1e1335394697" /><Relationship Type="http://schemas.openxmlformats.org/officeDocument/2006/relationships/image" Target="/ppt/media/image3.png" Id="Re3bb71e0237f4a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4d51633f74b2c" /><Relationship Type="http://schemas.openxmlformats.org/officeDocument/2006/relationships/image" Target="/ppt/media/image4.png" Id="R72f97ea6393745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c6f6318d643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71a2c86f24b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4f3f55908474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0137cf91b45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db41c52dc46b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1a9bf15f241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8184f4adb426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9d3f6016914e76" /><Relationship Type="http://schemas.openxmlformats.org/officeDocument/2006/relationships/image" Target="/ppt/media/image5.png" Id="Rff58d5c6f5a0425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de87104277487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5fefba867e4ac1" /><Relationship Type="http://schemas.openxmlformats.org/officeDocument/2006/relationships/image" Target="/ppt/media/image5.png" Id="R4848b6e17985429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ba0ea86dd942b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dcb02c2464c8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40e2850984fb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ccfd8846e4f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b71e0237f4a4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97ea6393745e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8d5c6f5a0425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b6e17985429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49c1ff2ea4186" /><Relationship Type="http://schemas.openxmlformats.org/officeDocument/2006/relationships/slideLayout" Target="/ppt/slideLayouts/slideLayout1.xml" Id="R6a9c8127df6e475a" /><Relationship Type="http://schemas.openxmlformats.org/officeDocument/2006/relationships/slideLayout" Target="/ppt/slideLayouts/slideLayout2.xml" Id="Ra10aaae3a5a540ec" /><Relationship Type="http://schemas.openxmlformats.org/officeDocument/2006/relationships/slideLayout" Target="/ppt/slideLayouts/slideLayout3.xml" Id="R5c14d56232cd4723" /><Relationship Type="http://schemas.openxmlformats.org/officeDocument/2006/relationships/slideLayout" Target="/ppt/slideLayouts/slideLayout4.xml" Id="Ra32ead67a6d04832" /><Relationship Type="http://schemas.openxmlformats.org/officeDocument/2006/relationships/slideLayout" Target="/ppt/slideLayouts/slideLayout5.xml" Id="Rc59b87771abe4f20" /><Relationship Type="http://schemas.openxmlformats.org/officeDocument/2006/relationships/slideLayout" Target="/ppt/slideLayouts/slideLayout6.xml" Id="Rc66e1ab321054a25" /><Relationship Type="http://schemas.openxmlformats.org/officeDocument/2006/relationships/slideLayout" Target="/ppt/slideLayouts/slideLayout7.xml" Id="R4f80aaa08b6940eb" /><Relationship Type="http://schemas.openxmlformats.org/officeDocument/2006/relationships/slideLayout" Target="/ppt/slideLayouts/slideLayout8.xml" Id="Ra341c1596e6c41e0" /><Relationship Type="http://schemas.openxmlformats.org/officeDocument/2006/relationships/slideLayout" Target="/ppt/slideLayouts/slideLayout9.xml" Id="R48b94b2be360479e" /><Relationship Type="http://schemas.openxmlformats.org/officeDocument/2006/relationships/slideLayout" Target="/ppt/slideLayouts/slideLayout10.xml" Id="Re2fd7bf44093419e" /><Relationship Type="http://schemas.openxmlformats.org/officeDocument/2006/relationships/slideLayout" Target="/ppt/slideLayouts/slideLayout11.xml" Id="R36bf0714a31d453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af1d07afb0b4a81" /><Relationship Type="http://schemas.openxmlformats.org/officeDocument/2006/relationships/slideLayout" Target="/ppt/slideLayouts/slideLayout12.xml" Id="R8c6450d757e74e89" /><Relationship Type="http://schemas.openxmlformats.org/officeDocument/2006/relationships/slideLayout" Target="/ppt/slideLayouts/slideLayout13.xml" Id="Re83bba6aee844d3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5045dfcff7e436b" /><Relationship Type="http://schemas.openxmlformats.org/officeDocument/2006/relationships/slideLayout" Target="/ppt/slideLayouts/slideLayout14.xml" Id="R2c564a43018c49e0" /><Relationship Type="http://schemas.openxmlformats.org/officeDocument/2006/relationships/slideLayout" Target="/ppt/slideLayouts/slideLayout15.xml" Id="R75b009e1ff0d46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c8127df6e475a"/>
    <p:sldLayoutId xmlns:r="http://schemas.openxmlformats.org/officeDocument/2006/relationships" id="2147483650" r:id="Ra10aaae3a5a540ec"/>
    <p:sldLayoutId xmlns:r="http://schemas.openxmlformats.org/officeDocument/2006/relationships" id="2147483651" r:id="R5c14d56232cd4723"/>
    <p:sldLayoutId xmlns:r="http://schemas.openxmlformats.org/officeDocument/2006/relationships" id="2147483652" r:id="Ra32ead67a6d04832"/>
    <p:sldLayoutId xmlns:r="http://schemas.openxmlformats.org/officeDocument/2006/relationships" id="2147483653" r:id="Rc59b87771abe4f20"/>
    <p:sldLayoutId xmlns:r="http://schemas.openxmlformats.org/officeDocument/2006/relationships" id="2147483654" r:id="Rc66e1ab321054a25"/>
    <p:sldLayoutId xmlns:r="http://schemas.openxmlformats.org/officeDocument/2006/relationships" id="2147483655" r:id="R4f80aaa08b6940eb"/>
    <p:sldLayoutId xmlns:r="http://schemas.openxmlformats.org/officeDocument/2006/relationships" id="2147483656" r:id="Ra341c1596e6c41e0"/>
    <p:sldLayoutId xmlns:r="http://schemas.openxmlformats.org/officeDocument/2006/relationships" id="2147483657" r:id="R48b94b2be360479e"/>
    <p:sldLayoutId xmlns:r="http://schemas.openxmlformats.org/officeDocument/2006/relationships" id="2147483658" r:id="Re2fd7bf44093419e"/>
    <p:sldLayoutId xmlns:r="http://schemas.openxmlformats.org/officeDocument/2006/relationships" id="2147483659" r:id="R36bf0714a31d453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c6450d757e74e89"/>
    <p:sldLayoutId xmlns:r="http://schemas.openxmlformats.org/officeDocument/2006/relationships" id="2147483662" r:id="Re83bba6aee844d3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c564a43018c49e0"/>
    <p:sldLayoutId xmlns:r="http://schemas.openxmlformats.org/officeDocument/2006/relationships" id="2147483665" r:id="R75b009e1ff0d46b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e32aa9c964012" /><Relationship Type="http://schemas.openxmlformats.org/officeDocument/2006/relationships/notesSlide" Target="/ppt/notesSlides/notesSlide1.xml" Id="R9dee4fe4490e4f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1cce8548134bd8" /><Relationship Type="http://schemas.openxmlformats.org/officeDocument/2006/relationships/notesSlide" Target="/ppt/notesSlides/notesSlide2.xml" Id="R68e1d0ef7ee74d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78766817be4008" /><Relationship Type="http://schemas.openxmlformats.org/officeDocument/2006/relationships/image" Target="/ppt/media/image6.png" Id="R0800c6082ce94109" /><Relationship Type="http://schemas.openxmlformats.org/officeDocument/2006/relationships/image" Target="/ppt/media/image.svg" Id="R7f98783adcfd4c8b" /><Relationship Type="http://schemas.openxmlformats.org/officeDocument/2006/relationships/image" Target="/ppt/media/image7.png" Id="Rd0e5409b08384aa5" /><Relationship Type="http://schemas.openxmlformats.org/officeDocument/2006/relationships/image" Target="/ppt/media/image2.svg" Id="Rabf3fe6ea1604e7f" /><Relationship Type="http://schemas.openxmlformats.org/officeDocument/2006/relationships/image" Target="/ppt/media/image8.png" Id="Rafbee33afb65453c" /><Relationship Type="http://schemas.openxmlformats.org/officeDocument/2006/relationships/image" Target="/ppt/media/image3.svg" Id="R42fa50d4dd9d42ff" /><Relationship Type="http://schemas.openxmlformats.org/officeDocument/2006/relationships/notesSlide" Target="/ppt/notesSlides/notesSlide3.xml" Id="R05e461f029d741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8f4eca0f834ecd" /><Relationship Type="http://schemas.openxmlformats.org/officeDocument/2006/relationships/image" Target="/ppt/media/image9.png" Id="R0ff0696e94ce4850" /><Relationship Type="http://schemas.openxmlformats.org/officeDocument/2006/relationships/image" Target="/ppt/media/image4.svg" Id="Rb93568c2da2b4497" /><Relationship Type="http://schemas.openxmlformats.org/officeDocument/2006/relationships/image" Target="/ppt/media/image10.png" Id="R2ca241752bdc4e47" /><Relationship Type="http://schemas.openxmlformats.org/officeDocument/2006/relationships/image" Target="/ppt/media/image5.svg" Id="Ra3a8980c37a641fb" /><Relationship Type="http://schemas.openxmlformats.org/officeDocument/2006/relationships/image" Target="/ppt/media/image11.png" Id="R2b81b9ec4fb44610" /><Relationship Type="http://schemas.openxmlformats.org/officeDocument/2006/relationships/image" Target="/ppt/media/image6.svg" Id="R51c17fbfcda34871" /><Relationship Type="http://schemas.openxmlformats.org/officeDocument/2006/relationships/image" Target="/ppt/media/image12.png" Id="R488410317836466e" /><Relationship Type="http://schemas.openxmlformats.org/officeDocument/2006/relationships/image" Target="/ppt/media/image7.svg" Id="R43af238e683e4213" /><Relationship Type="http://schemas.openxmlformats.org/officeDocument/2006/relationships/notesSlide" Target="/ppt/notesSlides/notesSlide4.xml" Id="R6b9b06c89028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9c2160e7714b15" /><Relationship Type="http://schemas.openxmlformats.org/officeDocument/2006/relationships/image" Target="/ppt/media/image13.png" Id="R97a27d3580584c83" /><Relationship Type="http://schemas.openxmlformats.org/officeDocument/2006/relationships/image" Target="/ppt/media/image8.svg" Id="R28773edec4f14f52" /><Relationship Type="http://schemas.openxmlformats.org/officeDocument/2006/relationships/image" Target="/ppt/media/image14.png" Id="Rfd36c013d0e5422e" /><Relationship Type="http://schemas.openxmlformats.org/officeDocument/2006/relationships/image" Target="/ppt/media/image9.svg" Id="R19533f1a1d764ca3" /><Relationship Type="http://schemas.openxmlformats.org/officeDocument/2006/relationships/image" Target="/ppt/media/image15.png" Id="R7cb00c91b1904289" /><Relationship Type="http://schemas.openxmlformats.org/officeDocument/2006/relationships/image" Target="/ppt/media/image10.svg" Id="R04e20049cb4b4335" /><Relationship Type="http://schemas.openxmlformats.org/officeDocument/2006/relationships/image" Target="/ppt/media/image16.png" Id="R4733572d5abc4f05" /><Relationship Type="http://schemas.openxmlformats.org/officeDocument/2006/relationships/image" Target="/ppt/media/image11.svg" Id="R23a4ffc406f14e5e" /><Relationship Type="http://schemas.openxmlformats.org/officeDocument/2006/relationships/notesSlide" Target="/ppt/notesSlides/notesSlide5.xml" Id="Rf92c3ad2e56341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6d32536e7458e" /><Relationship Type="http://schemas.openxmlformats.org/officeDocument/2006/relationships/notesSlide" Target="/ppt/notesSlides/notesSlide6.xml" Id="Recb736aa16b548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先验证记录能力，再小步扩大开放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方案讨论稿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34221-E462-44A6-AE21-B4DEB56F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3600F-E05C-4E6D-927E-764AABA8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B4FA7-38E5-4503-9744-38BBF81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准入与推进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D428C-5B39-4BCF-829E-8F8571BD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先筛项目，再按证据逐级扩大开放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7134B-7AAE-47F9-9D2D-6F3212F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1209C-2261-4BAE-8343-60A8FE66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AB4B7-F34E-4DFD-B8CB-A0A3E231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23FC5-641E-4EF9-8920-F3B95C0E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552FC-29EE-4385-85CD-DDA07AC0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06FE5-25F0-4EFF-9776-5B3C9D77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完整记录，异常分级复核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9BF5C-D429-493C-A3C6-AAA97A2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EA0F0-061E-48B2-A40B-A9A636C2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20C27-224C-43C3-A410-0BAC5856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46567-378B-443C-99D5-0D75B74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3C58F-B353-4000-9629-6963DD88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能力与扩围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B660A-608D-4547-AC1F-D26B600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能力达标后扩围，条件不足即暂停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D4732-935F-434F-97B5-273494C7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先筛项目，再按证据逐级扩大开放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241B45CE-C313-4955-88E3-0C18AA21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202371" y="1958435"/>
            <a:ext cx="3310519" cy="23522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5CE95E71-7B6C-4399-93EC-E9561EA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3157" y="2324329"/>
            <a:ext cx="2148935" cy="566738"/>
          </a:xfrm>
          <a:custGeom xmlns:a="http://schemas.openxmlformats.org/drawingml/2006/main">
            <a:pathLst>
              <a:path w="2148935" h="566738">
                <a:moveTo>
                  <a:pt x="0" y="0"/>
                </a:moveTo>
                <a:lnTo>
                  <a:pt x="10992" y="17145"/>
                </a:lnTo>
                <a:lnTo>
                  <a:pt x="21984" y="34290"/>
                </a:lnTo>
                <a:lnTo>
                  <a:pt x="32976" y="51435"/>
                </a:lnTo>
                <a:lnTo>
                  <a:pt x="43967" y="68570"/>
                </a:lnTo>
                <a:lnTo>
                  <a:pt x="54969" y="85715"/>
                </a:lnTo>
                <a:lnTo>
                  <a:pt x="65961" y="102860"/>
                </a:lnTo>
                <a:lnTo>
                  <a:pt x="76952" y="120005"/>
                </a:lnTo>
                <a:lnTo>
                  <a:pt x="87944" y="137150"/>
                </a:lnTo>
                <a:lnTo>
                  <a:pt x="98936" y="154295"/>
                </a:lnTo>
                <a:lnTo>
                  <a:pt x="109928" y="171440"/>
                </a:lnTo>
                <a:lnTo>
                  <a:pt x="120920" y="188576"/>
                </a:lnTo>
                <a:lnTo>
                  <a:pt x="131912" y="205721"/>
                </a:lnTo>
                <a:lnTo>
                  <a:pt x="142904" y="222866"/>
                </a:lnTo>
                <a:lnTo>
                  <a:pt x="153895" y="240011"/>
                </a:lnTo>
                <a:lnTo>
                  <a:pt x="164897" y="257156"/>
                </a:lnTo>
                <a:lnTo>
                  <a:pt x="175889" y="274301"/>
                </a:lnTo>
                <a:lnTo>
                  <a:pt x="186881" y="291446"/>
                </a:lnTo>
                <a:lnTo>
                  <a:pt x="197872" y="308581"/>
                </a:lnTo>
                <a:lnTo>
                  <a:pt x="208864" y="325726"/>
                </a:lnTo>
                <a:lnTo>
                  <a:pt x="219856" y="342871"/>
                </a:lnTo>
                <a:lnTo>
                  <a:pt x="230848" y="360016"/>
                </a:lnTo>
                <a:lnTo>
                  <a:pt x="241840" y="377161"/>
                </a:lnTo>
                <a:lnTo>
                  <a:pt x="252832" y="394306"/>
                </a:lnTo>
                <a:lnTo>
                  <a:pt x="263823" y="411451"/>
                </a:lnTo>
                <a:lnTo>
                  <a:pt x="274825" y="428596"/>
                </a:lnTo>
                <a:lnTo>
                  <a:pt x="285817" y="445732"/>
                </a:lnTo>
                <a:lnTo>
                  <a:pt x="296809" y="462877"/>
                </a:lnTo>
                <a:lnTo>
                  <a:pt x="307800" y="480022"/>
                </a:lnTo>
                <a:lnTo>
                  <a:pt x="318792" y="497167"/>
                </a:lnTo>
                <a:lnTo>
                  <a:pt x="329784" y="514312"/>
                </a:lnTo>
                <a:lnTo>
                  <a:pt x="343633" y="528009"/>
                </a:lnTo>
                <a:lnTo>
                  <a:pt x="363150" y="533762"/>
                </a:lnTo>
                <a:lnTo>
                  <a:pt x="383134" y="537677"/>
                </a:lnTo>
                <a:lnTo>
                  <a:pt x="403260" y="540763"/>
                </a:lnTo>
                <a:lnTo>
                  <a:pt x="423462" y="543335"/>
                </a:lnTo>
                <a:lnTo>
                  <a:pt x="443703" y="545554"/>
                </a:lnTo>
                <a:lnTo>
                  <a:pt x="463982" y="547516"/>
                </a:lnTo>
                <a:lnTo>
                  <a:pt x="484270" y="549269"/>
                </a:lnTo>
                <a:lnTo>
                  <a:pt x="504568" y="550850"/>
                </a:lnTo>
                <a:lnTo>
                  <a:pt x="524885" y="552288"/>
                </a:lnTo>
                <a:lnTo>
                  <a:pt x="545211" y="553603"/>
                </a:lnTo>
                <a:lnTo>
                  <a:pt x="565537" y="554822"/>
                </a:lnTo>
                <a:lnTo>
                  <a:pt x="585873" y="555936"/>
                </a:lnTo>
                <a:lnTo>
                  <a:pt x="606209" y="556965"/>
                </a:lnTo>
                <a:lnTo>
                  <a:pt x="626555" y="557917"/>
                </a:lnTo>
                <a:lnTo>
                  <a:pt x="646900" y="558813"/>
                </a:lnTo>
                <a:lnTo>
                  <a:pt x="667245" y="559632"/>
                </a:lnTo>
                <a:lnTo>
                  <a:pt x="687600" y="560394"/>
                </a:lnTo>
                <a:lnTo>
                  <a:pt x="707955" y="561108"/>
                </a:lnTo>
                <a:lnTo>
                  <a:pt x="728310" y="561756"/>
                </a:lnTo>
                <a:lnTo>
                  <a:pt x="748665" y="562366"/>
                </a:lnTo>
                <a:lnTo>
                  <a:pt x="769020" y="562928"/>
                </a:lnTo>
                <a:lnTo>
                  <a:pt x="789384" y="563442"/>
                </a:lnTo>
                <a:lnTo>
                  <a:pt x="809739" y="563909"/>
                </a:lnTo>
                <a:lnTo>
                  <a:pt x="830104" y="564347"/>
                </a:lnTo>
                <a:lnTo>
                  <a:pt x="850459" y="564737"/>
                </a:lnTo>
                <a:lnTo>
                  <a:pt x="870823" y="565090"/>
                </a:lnTo>
                <a:lnTo>
                  <a:pt x="891188" y="565414"/>
                </a:lnTo>
                <a:lnTo>
                  <a:pt x="911552" y="565690"/>
                </a:lnTo>
                <a:lnTo>
                  <a:pt x="931916" y="565937"/>
                </a:lnTo>
                <a:lnTo>
                  <a:pt x="952281" y="566156"/>
                </a:lnTo>
                <a:lnTo>
                  <a:pt x="972645" y="566328"/>
                </a:lnTo>
                <a:lnTo>
                  <a:pt x="993010" y="566480"/>
                </a:lnTo>
                <a:lnTo>
                  <a:pt x="1013374" y="566595"/>
                </a:lnTo>
                <a:lnTo>
                  <a:pt x="1033739" y="566671"/>
                </a:lnTo>
                <a:lnTo>
                  <a:pt x="1054103" y="566718"/>
                </a:lnTo>
                <a:lnTo>
                  <a:pt x="1074468" y="566738"/>
                </a:lnTo>
                <a:lnTo>
                  <a:pt x="1094832" y="566718"/>
                </a:lnTo>
                <a:lnTo>
                  <a:pt x="1115197" y="566671"/>
                </a:lnTo>
                <a:lnTo>
                  <a:pt x="1135561" y="566585"/>
                </a:lnTo>
                <a:lnTo>
                  <a:pt x="1155935" y="566480"/>
                </a:lnTo>
                <a:lnTo>
                  <a:pt x="1176299" y="566328"/>
                </a:lnTo>
                <a:lnTo>
                  <a:pt x="1196664" y="566156"/>
                </a:lnTo>
                <a:lnTo>
                  <a:pt x="1217028" y="565937"/>
                </a:lnTo>
                <a:lnTo>
                  <a:pt x="1237383" y="565690"/>
                </a:lnTo>
                <a:lnTo>
                  <a:pt x="1257748" y="565414"/>
                </a:lnTo>
                <a:lnTo>
                  <a:pt x="1278112" y="565090"/>
                </a:lnTo>
                <a:lnTo>
                  <a:pt x="1298477" y="564737"/>
                </a:lnTo>
                <a:lnTo>
                  <a:pt x="1318841" y="564347"/>
                </a:lnTo>
                <a:lnTo>
                  <a:pt x="1339196" y="563909"/>
                </a:lnTo>
                <a:lnTo>
                  <a:pt x="1359560" y="563442"/>
                </a:lnTo>
                <a:lnTo>
                  <a:pt x="1379915" y="562928"/>
                </a:lnTo>
                <a:lnTo>
                  <a:pt x="1400280" y="562366"/>
                </a:lnTo>
                <a:lnTo>
                  <a:pt x="1420635" y="561756"/>
                </a:lnTo>
                <a:lnTo>
                  <a:pt x="1440990" y="561108"/>
                </a:lnTo>
                <a:lnTo>
                  <a:pt x="1461335" y="560394"/>
                </a:lnTo>
                <a:lnTo>
                  <a:pt x="1481690" y="559632"/>
                </a:lnTo>
                <a:lnTo>
                  <a:pt x="1502035" y="558813"/>
                </a:lnTo>
                <a:lnTo>
                  <a:pt x="1522381" y="557917"/>
                </a:lnTo>
                <a:lnTo>
                  <a:pt x="1542726" y="556965"/>
                </a:lnTo>
                <a:lnTo>
                  <a:pt x="1563072" y="555936"/>
                </a:lnTo>
                <a:lnTo>
                  <a:pt x="1583398" y="554822"/>
                </a:lnTo>
                <a:lnTo>
                  <a:pt x="1603734" y="553603"/>
                </a:lnTo>
                <a:lnTo>
                  <a:pt x="1624051" y="552288"/>
                </a:lnTo>
                <a:lnTo>
                  <a:pt x="1644367" y="550850"/>
                </a:lnTo>
                <a:lnTo>
                  <a:pt x="1664675" y="549259"/>
                </a:lnTo>
                <a:lnTo>
                  <a:pt x="1684963" y="547516"/>
                </a:lnTo>
                <a:lnTo>
                  <a:pt x="1705232" y="545554"/>
                </a:lnTo>
                <a:lnTo>
                  <a:pt x="1725473" y="543335"/>
                </a:lnTo>
                <a:lnTo>
                  <a:pt x="1745675" y="540763"/>
                </a:lnTo>
                <a:lnTo>
                  <a:pt x="1765811" y="537677"/>
                </a:lnTo>
                <a:lnTo>
                  <a:pt x="1785785" y="533762"/>
                </a:lnTo>
                <a:lnTo>
                  <a:pt x="1805302" y="528009"/>
                </a:lnTo>
                <a:lnTo>
                  <a:pt x="1819151" y="514302"/>
                </a:lnTo>
                <a:lnTo>
                  <a:pt x="1830143" y="497157"/>
                </a:lnTo>
                <a:lnTo>
                  <a:pt x="1841135" y="480022"/>
                </a:lnTo>
                <a:lnTo>
                  <a:pt x="1852127" y="462877"/>
                </a:lnTo>
                <a:lnTo>
                  <a:pt x="1863119" y="445732"/>
                </a:lnTo>
                <a:lnTo>
                  <a:pt x="1874120" y="428587"/>
                </a:lnTo>
                <a:lnTo>
                  <a:pt x="1885112" y="411442"/>
                </a:lnTo>
                <a:lnTo>
                  <a:pt x="1896104" y="394297"/>
                </a:lnTo>
                <a:lnTo>
                  <a:pt x="1907096" y="377152"/>
                </a:lnTo>
                <a:lnTo>
                  <a:pt x="1918087" y="360016"/>
                </a:lnTo>
                <a:lnTo>
                  <a:pt x="1929079" y="342871"/>
                </a:lnTo>
                <a:lnTo>
                  <a:pt x="1940071" y="325726"/>
                </a:lnTo>
                <a:lnTo>
                  <a:pt x="1951063" y="308581"/>
                </a:lnTo>
                <a:lnTo>
                  <a:pt x="1962055" y="291436"/>
                </a:lnTo>
                <a:lnTo>
                  <a:pt x="1973047" y="274291"/>
                </a:lnTo>
                <a:lnTo>
                  <a:pt x="1984048" y="257146"/>
                </a:lnTo>
                <a:lnTo>
                  <a:pt x="1995040" y="240011"/>
                </a:lnTo>
                <a:lnTo>
                  <a:pt x="2006032" y="222866"/>
                </a:lnTo>
                <a:lnTo>
                  <a:pt x="2017024" y="205721"/>
                </a:lnTo>
                <a:lnTo>
                  <a:pt x="2028015" y="188576"/>
                </a:lnTo>
                <a:lnTo>
                  <a:pt x="2039007" y="171431"/>
                </a:lnTo>
                <a:lnTo>
                  <a:pt x="2049999" y="154286"/>
                </a:lnTo>
                <a:lnTo>
                  <a:pt x="2060991" y="137141"/>
                </a:lnTo>
                <a:lnTo>
                  <a:pt x="2071983" y="119996"/>
                </a:lnTo>
                <a:lnTo>
                  <a:pt x="2082975" y="102860"/>
                </a:lnTo>
                <a:lnTo>
                  <a:pt x="2093976" y="85715"/>
                </a:lnTo>
                <a:lnTo>
                  <a:pt x="2104968" y="68570"/>
                </a:lnTo>
                <a:lnTo>
                  <a:pt x="2115960" y="51425"/>
                </a:lnTo>
                <a:lnTo>
                  <a:pt x="2126952" y="34280"/>
                </a:lnTo>
                <a:lnTo>
                  <a:pt x="2137943" y="17135"/>
                </a:lnTo>
                <a:lnTo>
                  <a:pt x="2148935" y="10"/>
                </a:lnTo>
                <a:lnTo>
                  <a:pt x="2131895" y="9506"/>
                </a:lnTo>
                <a:lnTo>
                  <a:pt x="2111978" y="13745"/>
                </a:lnTo>
                <a:lnTo>
                  <a:pt x="2091852" y="16831"/>
                </a:lnTo>
                <a:lnTo>
                  <a:pt x="2071640" y="19345"/>
                </a:lnTo>
                <a:lnTo>
                  <a:pt x="2051390" y="21488"/>
                </a:lnTo>
                <a:lnTo>
                  <a:pt x="2031111" y="23365"/>
                </a:lnTo>
                <a:lnTo>
                  <a:pt x="2010813" y="25041"/>
                </a:lnTo>
                <a:lnTo>
                  <a:pt x="1990506" y="26565"/>
                </a:lnTo>
                <a:lnTo>
                  <a:pt x="1970189" y="27956"/>
                </a:lnTo>
                <a:lnTo>
                  <a:pt x="1949863" y="29242"/>
                </a:lnTo>
                <a:lnTo>
                  <a:pt x="1929536" y="30432"/>
                </a:lnTo>
                <a:lnTo>
                  <a:pt x="1909201" y="31537"/>
                </a:lnTo>
                <a:lnTo>
                  <a:pt x="1888865" y="32585"/>
                </a:lnTo>
                <a:lnTo>
                  <a:pt x="1868519" y="33557"/>
                </a:lnTo>
                <a:lnTo>
                  <a:pt x="1848174" y="34481"/>
                </a:lnTo>
                <a:lnTo>
                  <a:pt x="1827828" y="35338"/>
                </a:lnTo>
                <a:lnTo>
                  <a:pt x="1807483" y="36157"/>
                </a:lnTo>
                <a:lnTo>
                  <a:pt x="1787128" y="36928"/>
                </a:lnTo>
                <a:lnTo>
                  <a:pt x="1766773" y="37662"/>
                </a:lnTo>
                <a:lnTo>
                  <a:pt x="1746428" y="38357"/>
                </a:lnTo>
                <a:lnTo>
                  <a:pt x="1726073" y="39014"/>
                </a:lnTo>
                <a:lnTo>
                  <a:pt x="1705708" y="39634"/>
                </a:lnTo>
                <a:lnTo>
                  <a:pt x="1685354" y="40224"/>
                </a:lnTo>
                <a:lnTo>
                  <a:pt x="1664999" y="40796"/>
                </a:lnTo>
                <a:lnTo>
                  <a:pt x="1644644" y="41329"/>
                </a:lnTo>
                <a:lnTo>
                  <a:pt x="1624279" y="41834"/>
                </a:lnTo>
                <a:lnTo>
                  <a:pt x="1603924" y="42320"/>
                </a:lnTo>
                <a:lnTo>
                  <a:pt x="1583560" y="42777"/>
                </a:lnTo>
                <a:lnTo>
                  <a:pt x="1563205" y="43205"/>
                </a:lnTo>
                <a:lnTo>
                  <a:pt x="1542840" y="43615"/>
                </a:lnTo>
                <a:lnTo>
                  <a:pt x="1522476" y="43996"/>
                </a:lnTo>
                <a:lnTo>
                  <a:pt x="1502112" y="44367"/>
                </a:lnTo>
                <a:lnTo>
                  <a:pt x="1481757" y="44710"/>
                </a:lnTo>
                <a:lnTo>
                  <a:pt x="1461392" y="45034"/>
                </a:lnTo>
                <a:lnTo>
                  <a:pt x="1441028" y="45349"/>
                </a:lnTo>
                <a:lnTo>
                  <a:pt x="1420663" y="45634"/>
                </a:lnTo>
                <a:lnTo>
                  <a:pt x="1400299" y="45891"/>
                </a:lnTo>
                <a:lnTo>
                  <a:pt x="1379934" y="46149"/>
                </a:lnTo>
                <a:lnTo>
                  <a:pt x="1359570" y="46377"/>
                </a:lnTo>
                <a:lnTo>
                  <a:pt x="1339205" y="46587"/>
                </a:lnTo>
                <a:lnTo>
                  <a:pt x="1318841" y="46796"/>
                </a:lnTo>
                <a:lnTo>
                  <a:pt x="1298477" y="46968"/>
                </a:lnTo>
                <a:lnTo>
                  <a:pt x="1278112" y="47139"/>
                </a:lnTo>
                <a:lnTo>
                  <a:pt x="1257748" y="47282"/>
                </a:lnTo>
                <a:lnTo>
                  <a:pt x="1237383" y="47415"/>
                </a:lnTo>
                <a:lnTo>
                  <a:pt x="1217019" y="47530"/>
                </a:lnTo>
                <a:lnTo>
                  <a:pt x="1196654" y="47625"/>
                </a:lnTo>
                <a:lnTo>
                  <a:pt x="1176290" y="47720"/>
                </a:lnTo>
                <a:lnTo>
                  <a:pt x="1155925" y="47777"/>
                </a:lnTo>
                <a:lnTo>
                  <a:pt x="1135561" y="47835"/>
                </a:lnTo>
                <a:lnTo>
                  <a:pt x="1115197" y="47882"/>
                </a:lnTo>
                <a:lnTo>
                  <a:pt x="1094832" y="47901"/>
                </a:lnTo>
                <a:lnTo>
                  <a:pt x="1074468" y="47911"/>
                </a:lnTo>
                <a:lnTo>
                  <a:pt x="1054094" y="47901"/>
                </a:lnTo>
                <a:lnTo>
                  <a:pt x="1033729" y="47882"/>
                </a:lnTo>
                <a:lnTo>
                  <a:pt x="1013365" y="47835"/>
                </a:lnTo>
                <a:lnTo>
                  <a:pt x="993000" y="47777"/>
                </a:lnTo>
                <a:lnTo>
                  <a:pt x="972636" y="47720"/>
                </a:lnTo>
                <a:lnTo>
                  <a:pt x="952271" y="47625"/>
                </a:lnTo>
                <a:lnTo>
                  <a:pt x="931907" y="47530"/>
                </a:lnTo>
                <a:lnTo>
                  <a:pt x="911543" y="47415"/>
                </a:lnTo>
                <a:lnTo>
                  <a:pt x="891178" y="47282"/>
                </a:lnTo>
                <a:lnTo>
                  <a:pt x="870814" y="47139"/>
                </a:lnTo>
                <a:lnTo>
                  <a:pt x="850449" y="46968"/>
                </a:lnTo>
                <a:lnTo>
                  <a:pt x="830085" y="46796"/>
                </a:lnTo>
                <a:lnTo>
                  <a:pt x="809720" y="46587"/>
                </a:lnTo>
                <a:lnTo>
                  <a:pt x="789356" y="46377"/>
                </a:lnTo>
                <a:lnTo>
                  <a:pt x="768991" y="46149"/>
                </a:lnTo>
                <a:lnTo>
                  <a:pt x="748627" y="45891"/>
                </a:lnTo>
                <a:lnTo>
                  <a:pt x="728262" y="45634"/>
                </a:lnTo>
                <a:lnTo>
                  <a:pt x="707898" y="45349"/>
                </a:lnTo>
                <a:lnTo>
                  <a:pt x="687534" y="45034"/>
                </a:lnTo>
                <a:lnTo>
                  <a:pt x="667169" y="44710"/>
                </a:lnTo>
                <a:lnTo>
                  <a:pt x="646814" y="44367"/>
                </a:lnTo>
                <a:lnTo>
                  <a:pt x="626450" y="43996"/>
                </a:lnTo>
                <a:lnTo>
                  <a:pt x="606085" y="43615"/>
                </a:lnTo>
                <a:lnTo>
                  <a:pt x="585721" y="43205"/>
                </a:lnTo>
                <a:lnTo>
                  <a:pt x="565366" y="42777"/>
                </a:lnTo>
                <a:lnTo>
                  <a:pt x="545001" y="42320"/>
                </a:lnTo>
                <a:lnTo>
                  <a:pt x="524647" y="41834"/>
                </a:lnTo>
                <a:lnTo>
                  <a:pt x="504282" y="41329"/>
                </a:lnTo>
                <a:lnTo>
                  <a:pt x="483927" y="40796"/>
                </a:lnTo>
                <a:lnTo>
                  <a:pt x="463572" y="40224"/>
                </a:lnTo>
                <a:lnTo>
                  <a:pt x="443217" y="39634"/>
                </a:lnTo>
                <a:lnTo>
                  <a:pt x="422853" y="39014"/>
                </a:lnTo>
                <a:lnTo>
                  <a:pt x="402498" y="38357"/>
                </a:lnTo>
                <a:lnTo>
                  <a:pt x="382153" y="37662"/>
                </a:lnTo>
                <a:lnTo>
                  <a:pt x="361798" y="36928"/>
                </a:lnTo>
                <a:lnTo>
                  <a:pt x="341443" y="36157"/>
                </a:lnTo>
                <a:lnTo>
                  <a:pt x="321097" y="35338"/>
                </a:lnTo>
                <a:lnTo>
                  <a:pt x="300752" y="34481"/>
                </a:lnTo>
                <a:lnTo>
                  <a:pt x="280406" y="33557"/>
                </a:lnTo>
                <a:lnTo>
                  <a:pt x="260061" y="32585"/>
                </a:lnTo>
                <a:lnTo>
                  <a:pt x="239725" y="31537"/>
                </a:lnTo>
                <a:lnTo>
                  <a:pt x="219389" y="30432"/>
                </a:lnTo>
                <a:lnTo>
                  <a:pt x="199063" y="29242"/>
                </a:lnTo>
                <a:lnTo>
                  <a:pt x="178737" y="27956"/>
                </a:lnTo>
                <a:lnTo>
                  <a:pt x="158420" y="26565"/>
                </a:lnTo>
                <a:lnTo>
                  <a:pt x="138113" y="25041"/>
                </a:lnTo>
                <a:lnTo>
                  <a:pt x="117815" y="23365"/>
                </a:lnTo>
                <a:lnTo>
                  <a:pt x="97536" y="21479"/>
                </a:lnTo>
                <a:lnTo>
                  <a:pt x="77286" y="19345"/>
                </a:lnTo>
                <a:lnTo>
                  <a:pt x="57074" y="16831"/>
                </a:lnTo>
                <a:lnTo>
                  <a:pt x="36947" y="13745"/>
                </a:lnTo>
                <a:lnTo>
                  <a:pt x="17031" y="9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B05D2E39-EAAA-478F-8AD8-65FDB94B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3157" y="2248833"/>
            <a:ext cx="2148935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1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8B8B0D55-585B-4D9E-AC47-8A9922A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5837" y="2953502"/>
            <a:ext cx="1480652" cy="566795"/>
          </a:xfrm>
          <a:custGeom xmlns:a="http://schemas.openxmlformats.org/drawingml/2006/main">
            <a:pathLst>
              <a:path w="1480652" h="566795">
                <a:moveTo>
                  <a:pt x="0" y="0"/>
                </a:moveTo>
                <a:lnTo>
                  <a:pt x="6687" y="13630"/>
                </a:lnTo>
                <a:lnTo>
                  <a:pt x="13373" y="27261"/>
                </a:lnTo>
                <a:lnTo>
                  <a:pt x="20060" y="40891"/>
                </a:lnTo>
                <a:lnTo>
                  <a:pt x="26756" y="54512"/>
                </a:lnTo>
                <a:lnTo>
                  <a:pt x="33442" y="68142"/>
                </a:lnTo>
                <a:lnTo>
                  <a:pt x="40129" y="81772"/>
                </a:lnTo>
                <a:lnTo>
                  <a:pt x="46815" y="95402"/>
                </a:lnTo>
                <a:lnTo>
                  <a:pt x="53502" y="109033"/>
                </a:lnTo>
                <a:lnTo>
                  <a:pt x="60188" y="122663"/>
                </a:lnTo>
                <a:lnTo>
                  <a:pt x="66875" y="136293"/>
                </a:lnTo>
                <a:lnTo>
                  <a:pt x="73562" y="149914"/>
                </a:lnTo>
                <a:lnTo>
                  <a:pt x="80258" y="163544"/>
                </a:lnTo>
                <a:lnTo>
                  <a:pt x="86944" y="177175"/>
                </a:lnTo>
                <a:lnTo>
                  <a:pt x="93631" y="190805"/>
                </a:lnTo>
                <a:lnTo>
                  <a:pt x="100317" y="204435"/>
                </a:lnTo>
                <a:lnTo>
                  <a:pt x="107004" y="218065"/>
                </a:lnTo>
                <a:lnTo>
                  <a:pt x="113690" y="231696"/>
                </a:lnTo>
                <a:lnTo>
                  <a:pt x="120377" y="245316"/>
                </a:lnTo>
                <a:lnTo>
                  <a:pt x="127073" y="258947"/>
                </a:lnTo>
                <a:lnTo>
                  <a:pt x="133760" y="272577"/>
                </a:lnTo>
                <a:lnTo>
                  <a:pt x="140446" y="286207"/>
                </a:lnTo>
                <a:lnTo>
                  <a:pt x="147133" y="299837"/>
                </a:lnTo>
                <a:lnTo>
                  <a:pt x="153819" y="313468"/>
                </a:lnTo>
                <a:lnTo>
                  <a:pt x="160506" y="327098"/>
                </a:lnTo>
                <a:lnTo>
                  <a:pt x="167192" y="340719"/>
                </a:lnTo>
                <a:lnTo>
                  <a:pt x="173888" y="354349"/>
                </a:lnTo>
                <a:lnTo>
                  <a:pt x="180575" y="367979"/>
                </a:lnTo>
                <a:lnTo>
                  <a:pt x="187262" y="381610"/>
                </a:lnTo>
                <a:lnTo>
                  <a:pt x="193948" y="395240"/>
                </a:lnTo>
                <a:lnTo>
                  <a:pt x="200635" y="408870"/>
                </a:lnTo>
                <a:lnTo>
                  <a:pt x="207321" y="422500"/>
                </a:lnTo>
                <a:lnTo>
                  <a:pt x="214008" y="436121"/>
                </a:lnTo>
                <a:lnTo>
                  <a:pt x="220694" y="449751"/>
                </a:lnTo>
                <a:lnTo>
                  <a:pt x="227390" y="463382"/>
                </a:lnTo>
                <a:lnTo>
                  <a:pt x="234077" y="477012"/>
                </a:lnTo>
                <a:lnTo>
                  <a:pt x="240763" y="490642"/>
                </a:lnTo>
                <a:lnTo>
                  <a:pt x="247450" y="504273"/>
                </a:lnTo>
                <a:lnTo>
                  <a:pt x="254137" y="517903"/>
                </a:lnTo>
                <a:lnTo>
                  <a:pt x="263471" y="529028"/>
                </a:lnTo>
                <a:lnTo>
                  <a:pt x="277492" y="534781"/>
                </a:lnTo>
                <a:lnTo>
                  <a:pt x="292122" y="538829"/>
                </a:lnTo>
                <a:lnTo>
                  <a:pt x="306962" y="542030"/>
                </a:lnTo>
                <a:lnTo>
                  <a:pt x="321907" y="544716"/>
                </a:lnTo>
                <a:lnTo>
                  <a:pt x="336909" y="547021"/>
                </a:lnTo>
                <a:lnTo>
                  <a:pt x="351958" y="549050"/>
                </a:lnTo>
                <a:lnTo>
                  <a:pt x="367027" y="550850"/>
                </a:lnTo>
                <a:lnTo>
                  <a:pt x="382124" y="552479"/>
                </a:lnTo>
                <a:lnTo>
                  <a:pt x="397231" y="553945"/>
                </a:lnTo>
                <a:lnTo>
                  <a:pt x="412356" y="555288"/>
                </a:lnTo>
                <a:lnTo>
                  <a:pt x="427482" y="556508"/>
                </a:lnTo>
                <a:lnTo>
                  <a:pt x="442627" y="557632"/>
                </a:lnTo>
                <a:lnTo>
                  <a:pt x="457772" y="558660"/>
                </a:lnTo>
                <a:lnTo>
                  <a:pt x="472926" y="559603"/>
                </a:lnTo>
                <a:lnTo>
                  <a:pt x="488080" y="560470"/>
                </a:lnTo>
                <a:lnTo>
                  <a:pt x="503244" y="561270"/>
                </a:lnTo>
                <a:lnTo>
                  <a:pt x="518408" y="562004"/>
                </a:lnTo>
                <a:lnTo>
                  <a:pt x="533571" y="562670"/>
                </a:lnTo>
                <a:lnTo>
                  <a:pt x="548745" y="563280"/>
                </a:lnTo>
                <a:lnTo>
                  <a:pt x="563909" y="563832"/>
                </a:lnTo>
                <a:lnTo>
                  <a:pt x="579082" y="564337"/>
                </a:lnTo>
                <a:lnTo>
                  <a:pt x="594255" y="564785"/>
                </a:lnTo>
                <a:lnTo>
                  <a:pt x="609438" y="565185"/>
                </a:lnTo>
                <a:lnTo>
                  <a:pt x="624611" y="565537"/>
                </a:lnTo>
                <a:lnTo>
                  <a:pt x="639794" y="565852"/>
                </a:lnTo>
                <a:lnTo>
                  <a:pt x="654968" y="566109"/>
                </a:lnTo>
                <a:lnTo>
                  <a:pt x="670150" y="566328"/>
                </a:lnTo>
                <a:lnTo>
                  <a:pt x="685333" y="566509"/>
                </a:lnTo>
                <a:lnTo>
                  <a:pt x="700516" y="566642"/>
                </a:lnTo>
                <a:lnTo>
                  <a:pt x="715689" y="566728"/>
                </a:lnTo>
                <a:lnTo>
                  <a:pt x="730872" y="566785"/>
                </a:lnTo>
                <a:lnTo>
                  <a:pt x="746055" y="566795"/>
                </a:lnTo>
                <a:lnTo>
                  <a:pt x="761238" y="566757"/>
                </a:lnTo>
                <a:lnTo>
                  <a:pt x="776421" y="566690"/>
                </a:lnTo>
                <a:lnTo>
                  <a:pt x="791594" y="566566"/>
                </a:lnTo>
                <a:lnTo>
                  <a:pt x="806777" y="566414"/>
                </a:lnTo>
                <a:lnTo>
                  <a:pt x="821960" y="566214"/>
                </a:lnTo>
                <a:lnTo>
                  <a:pt x="837143" y="565966"/>
                </a:lnTo>
                <a:lnTo>
                  <a:pt x="852316" y="565680"/>
                </a:lnTo>
                <a:lnTo>
                  <a:pt x="867499" y="565347"/>
                </a:lnTo>
                <a:lnTo>
                  <a:pt x="882672" y="564966"/>
                </a:lnTo>
                <a:lnTo>
                  <a:pt x="897846" y="564537"/>
                </a:lnTo>
                <a:lnTo>
                  <a:pt x="913019" y="564061"/>
                </a:lnTo>
                <a:lnTo>
                  <a:pt x="928192" y="563528"/>
                </a:lnTo>
                <a:lnTo>
                  <a:pt x="943366" y="562947"/>
                </a:lnTo>
                <a:lnTo>
                  <a:pt x="958529" y="562299"/>
                </a:lnTo>
                <a:lnTo>
                  <a:pt x="973693" y="561604"/>
                </a:lnTo>
                <a:lnTo>
                  <a:pt x="988857" y="560832"/>
                </a:lnTo>
                <a:lnTo>
                  <a:pt x="1004021" y="559994"/>
                </a:lnTo>
                <a:lnTo>
                  <a:pt x="1019175" y="559079"/>
                </a:lnTo>
                <a:lnTo>
                  <a:pt x="1034320" y="558089"/>
                </a:lnTo>
                <a:lnTo>
                  <a:pt x="1049465" y="557012"/>
                </a:lnTo>
                <a:lnTo>
                  <a:pt x="1064600" y="555831"/>
                </a:lnTo>
                <a:lnTo>
                  <a:pt x="1079725" y="554546"/>
                </a:lnTo>
                <a:lnTo>
                  <a:pt x="1094842" y="553136"/>
                </a:lnTo>
                <a:lnTo>
                  <a:pt x="1109939" y="551583"/>
                </a:lnTo>
                <a:lnTo>
                  <a:pt x="1125026" y="549859"/>
                </a:lnTo>
                <a:lnTo>
                  <a:pt x="1140085" y="547935"/>
                </a:lnTo>
                <a:lnTo>
                  <a:pt x="1155106" y="545763"/>
                </a:lnTo>
                <a:lnTo>
                  <a:pt x="1170080" y="543258"/>
                </a:lnTo>
                <a:lnTo>
                  <a:pt x="1184977" y="540315"/>
                </a:lnTo>
                <a:lnTo>
                  <a:pt x="1199712" y="536686"/>
                </a:lnTo>
                <a:lnTo>
                  <a:pt x="1214095" y="531866"/>
                </a:lnTo>
                <a:lnTo>
                  <a:pt x="1226877" y="523904"/>
                </a:lnTo>
                <a:lnTo>
                  <a:pt x="1233202" y="510235"/>
                </a:lnTo>
                <a:lnTo>
                  <a:pt x="1239888" y="496605"/>
                </a:lnTo>
                <a:lnTo>
                  <a:pt x="1246575" y="482984"/>
                </a:lnTo>
                <a:lnTo>
                  <a:pt x="1253261" y="469354"/>
                </a:lnTo>
                <a:lnTo>
                  <a:pt x="1259948" y="455724"/>
                </a:lnTo>
                <a:lnTo>
                  <a:pt x="1266635" y="442093"/>
                </a:lnTo>
                <a:lnTo>
                  <a:pt x="1273321" y="428463"/>
                </a:lnTo>
                <a:lnTo>
                  <a:pt x="1280017" y="414833"/>
                </a:lnTo>
                <a:lnTo>
                  <a:pt x="1286704" y="401203"/>
                </a:lnTo>
                <a:lnTo>
                  <a:pt x="1293390" y="387582"/>
                </a:lnTo>
                <a:lnTo>
                  <a:pt x="1300077" y="373952"/>
                </a:lnTo>
                <a:lnTo>
                  <a:pt x="1306763" y="360321"/>
                </a:lnTo>
                <a:lnTo>
                  <a:pt x="1313450" y="346691"/>
                </a:lnTo>
                <a:lnTo>
                  <a:pt x="1320136" y="333061"/>
                </a:lnTo>
                <a:lnTo>
                  <a:pt x="1326833" y="319430"/>
                </a:lnTo>
                <a:lnTo>
                  <a:pt x="1333519" y="305800"/>
                </a:lnTo>
                <a:lnTo>
                  <a:pt x="1340206" y="292179"/>
                </a:lnTo>
                <a:lnTo>
                  <a:pt x="1346892" y="278549"/>
                </a:lnTo>
                <a:lnTo>
                  <a:pt x="1353579" y="264919"/>
                </a:lnTo>
                <a:lnTo>
                  <a:pt x="1360265" y="251289"/>
                </a:lnTo>
                <a:lnTo>
                  <a:pt x="1366952" y="237658"/>
                </a:lnTo>
                <a:lnTo>
                  <a:pt x="1373638" y="224028"/>
                </a:lnTo>
                <a:lnTo>
                  <a:pt x="1380334" y="210398"/>
                </a:lnTo>
                <a:lnTo>
                  <a:pt x="1387021" y="196777"/>
                </a:lnTo>
                <a:lnTo>
                  <a:pt x="1393708" y="183147"/>
                </a:lnTo>
                <a:lnTo>
                  <a:pt x="1400394" y="169516"/>
                </a:lnTo>
                <a:lnTo>
                  <a:pt x="1407081" y="155886"/>
                </a:lnTo>
                <a:lnTo>
                  <a:pt x="1413767" y="142256"/>
                </a:lnTo>
                <a:lnTo>
                  <a:pt x="1420454" y="128626"/>
                </a:lnTo>
                <a:lnTo>
                  <a:pt x="1427150" y="114995"/>
                </a:lnTo>
                <a:lnTo>
                  <a:pt x="1433836" y="101375"/>
                </a:lnTo>
                <a:lnTo>
                  <a:pt x="1440523" y="87744"/>
                </a:lnTo>
                <a:lnTo>
                  <a:pt x="1447209" y="74114"/>
                </a:lnTo>
                <a:lnTo>
                  <a:pt x="1453896" y="60484"/>
                </a:lnTo>
                <a:lnTo>
                  <a:pt x="1460583" y="46853"/>
                </a:lnTo>
                <a:lnTo>
                  <a:pt x="1467269" y="33223"/>
                </a:lnTo>
                <a:lnTo>
                  <a:pt x="1473965" y="19593"/>
                </a:lnTo>
                <a:lnTo>
                  <a:pt x="1480652" y="5972"/>
                </a:lnTo>
                <a:lnTo>
                  <a:pt x="1478432" y="6363"/>
                </a:lnTo>
                <a:lnTo>
                  <a:pt x="1464383" y="12011"/>
                </a:lnTo>
                <a:lnTo>
                  <a:pt x="1449667" y="15707"/>
                </a:lnTo>
                <a:lnTo>
                  <a:pt x="1434760" y="18574"/>
                </a:lnTo>
                <a:lnTo>
                  <a:pt x="1419768" y="20974"/>
                </a:lnTo>
                <a:lnTo>
                  <a:pt x="1404728" y="23041"/>
                </a:lnTo>
                <a:lnTo>
                  <a:pt x="1389659" y="24879"/>
                </a:lnTo>
                <a:lnTo>
                  <a:pt x="1374562" y="26527"/>
                </a:lnTo>
                <a:lnTo>
                  <a:pt x="1359456" y="28023"/>
                </a:lnTo>
                <a:lnTo>
                  <a:pt x="1344339" y="29404"/>
                </a:lnTo>
                <a:lnTo>
                  <a:pt x="1329214" y="30671"/>
                </a:lnTo>
                <a:lnTo>
                  <a:pt x="1314079" y="31852"/>
                </a:lnTo>
                <a:lnTo>
                  <a:pt x="1298934" y="32947"/>
                </a:lnTo>
                <a:lnTo>
                  <a:pt x="1283789" y="33966"/>
                </a:lnTo>
                <a:lnTo>
                  <a:pt x="1268635" y="34928"/>
                </a:lnTo>
                <a:lnTo>
                  <a:pt x="1253480" y="35833"/>
                </a:lnTo>
                <a:lnTo>
                  <a:pt x="1238326" y="36690"/>
                </a:lnTo>
                <a:lnTo>
                  <a:pt x="1223162" y="37490"/>
                </a:lnTo>
                <a:lnTo>
                  <a:pt x="1207999" y="38243"/>
                </a:lnTo>
                <a:lnTo>
                  <a:pt x="1192835" y="38957"/>
                </a:lnTo>
                <a:lnTo>
                  <a:pt x="1177671" y="39634"/>
                </a:lnTo>
                <a:lnTo>
                  <a:pt x="1162507" y="40272"/>
                </a:lnTo>
                <a:lnTo>
                  <a:pt x="1147334" y="40872"/>
                </a:lnTo>
                <a:lnTo>
                  <a:pt x="1132161" y="41443"/>
                </a:lnTo>
                <a:lnTo>
                  <a:pt x="1116987" y="41986"/>
                </a:lnTo>
                <a:lnTo>
                  <a:pt x="1101814" y="42491"/>
                </a:lnTo>
                <a:lnTo>
                  <a:pt x="1086641" y="42977"/>
                </a:lnTo>
                <a:lnTo>
                  <a:pt x="1071467" y="43434"/>
                </a:lnTo>
                <a:lnTo>
                  <a:pt x="1056294" y="43863"/>
                </a:lnTo>
                <a:lnTo>
                  <a:pt x="1041121" y="44263"/>
                </a:lnTo>
                <a:lnTo>
                  <a:pt x="1025938" y="44644"/>
                </a:lnTo>
                <a:lnTo>
                  <a:pt x="1010764" y="44996"/>
                </a:lnTo>
                <a:lnTo>
                  <a:pt x="995591" y="45329"/>
                </a:lnTo>
                <a:lnTo>
                  <a:pt x="980408" y="45644"/>
                </a:lnTo>
                <a:lnTo>
                  <a:pt x="965235" y="45930"/>
                </a:lnTo>
                <a:lnTo>
                  <a:pt x="950052" y="46196"/>
                </a:lnTo>
                <a:lnTo>
                  <a:pt x="934869" y="46444"/>
                </a:lnTo>
                <a:lnTo>
                  <a:pt x="919696" y="46663"/>
                </a:lnTo>
                <a:lnTo>
                  <a:pt x="904513" y="46873"/>
                </a:lnTo>
                <a:lnTo>
                  <a:pt x="889330" y="47063"/>
                </a:lnTo>
                <a:lnTo>
                  <a:pt x="874147" y="47225"/>
                </a:lnTo>
                <a:lnTo>
                  <a:pt x="858974" y="47377"/>
                </a:lnTo>
                <a:lnTo>
                  <a:pt x="843791" y="47511"/>
                </a:lnTo>
                <a:lnTo>
                  <a:pt x="828608" y="47625"/>
                </a:lnTo>
                <a:lnTo>
                  <a:pt x="813425" y="47711"/>
                </a:lnTo>
                <a:lnTo>
                  <a:pt x="798243" y="47787"/>
                </a:lnTo>
                <a:lnTo>
                  <a:pt x="783069" y="47844"/>
                </a:lnTo>
                <a:lnTo>
                  <a:pt x="767886" y="47882"/>
                </a:lnTo>
                <a:lnTo>
                  <a:pt x="752704" y="47911"/>
                </a:lnTo>
                <a:lnTo>
                  <a:pt x="737521" y="47911"/>
                </a:lnTo>
                <a:lnTo>
                  <a:pt x="722338" y="47901"/>
                </a:lnTo>
                <a:lnTo>
                  <a:pt x="707155" y="47873"/>
                </a:lnTo>
                <a:lnTo>
                  <a:pt x="691972" y="47815"/>
                </a:lnTo>
                <a:lnTo>
                  <a:pt x="676799" y="47749"/>
                </a:lnTo>
                <a:lnTo>
                  <a:pt x="661616" y="47663"/>
                </a:lnTo>
                <a:lnTo>
                  <a:pt x="646433" y="47558"/>
                </a:lnTo>
                <a:lnTo>
                  <a:pt x="631250" y="47435"/>
                </a:lnTo>
                <a:lnTo>
                  <a:pt x="616067" y="47292"/>
                </a:lnTo>
                <a:lnTo>
                  <a:pt x="600894" y="47139"/>
                </a:lnTo>
                <a:lnTo>
                  <a:pt x="585711" y="46958"/>
                </a:lnTo>
                <a:lnTo>
                  <a:pt x="570528" y="46758"/>
                </a:lnTo>
                <a:lnTo>
                  <a:pt x="555355" y="46539"/>
                </a:lnTo>
                <a:lnTo>
                  <a:pt x="540172" y="46301"/>
                </a:lnTo>
                <a:lnTo>
                  <a:pt x="524989" y="46044"/>
                </a:lnTo>
                <a:lnTo>
                  <a:pt x="509816" y="45768"/>
                </a:lnTo>
                <a:lnTo>
                  <a:pt x="494633" y="45463"/>
                </a:lnTo>
                <a:lnTo>
                  <a:pt x="479460" y="45139"/>
                </a:lnTo>
                <a:lnTo>
                  <a:pt x="464277" y="44796"/>
                </a:lnTo>
                <a:lnTo>
                  <a:pt x="449104" y="44434"/>
                </a:lnTo>
                <a:lnTo>
                  <a:pt x="433930" y="44044"/>
                </a:lnTo>
                <a:lnTo>
                  <a:pt x="418748" y="43625"/>
                </a:lnTo>
                <a:lnTo>
                  <a:pt x="403574" y="43177"/>
                </a:lnTo>
                <a:lnTo>
                  <a:pt x="388401" y="42710"/>
                </a:lnTo>
                <a:lnTo>
                  <a:pt x="373228" y="42215"/>
                </a:lnTo>
                <a:lnTo>
                  <a:pt x="358054" y="41691"/>
                </a:lnTo>
                <a:lnTo>
                  <a:pt x="342881" y="41129"/>
                </a:lnTo>
                <a:lnTo>
                  <a:pt x="327717" y="40538"/>
                </a:lnTo>
                <a:lnTo>
                  <a:pt x="312544" y="39919"/>
                </a:lnTo>
                <a:lnTo>
                  <a:pt x="297380" y="39262"/>
                </a:lnTo>
                <a:lnTo>
                  <a:pt x="282216" y="38557"/>
                </a:lnTo>
                <a:lnTo>
                  <a:pt x="267052" y="37824"/>
                </a:lnTo>
                <a:lnTo>
                  <a:pt x="251889" y="37043"/>
                </a:lnTo>
                <a:lnTo>
                  <a:pt x="236734" y="36214"/>
                </a:lnTo>
                <a:lnTo>
                  <a:pt x="221571" y="35338"/>
                </a:lnTo>
                <a:lnTo>
                  <a:pt x="206426" y="34404"/>
                </a:lnTo>
                <a:lnTo>
                  <a:pt x="191272" y="33404"/>
                </a:lnTo>
                <a:lnTo>
                  <a:pt x="176127" y="32337"/>
                </a:lnTo>
                <a:lnTo>
                  <a:pt x="160992" y="31194"/>
                </a:lnTo>
                <a:lnTo>
                  <a:pt x="145856" y="29966"/>
                </a:lnTo>
                <a:lnTo>
                  <a:pt x="130740" y="28642"/>
                </a:lnTo>
                <a:lnTo>
                  <a:pt x="115624" y="27203"/>
                </a:lnTo>
                <a:lnTo>
                  <a:pt x="100527" y="25622"/>
                </a:lnTo>
                <a:lnTo>
                  <a:pt x="85439" y="23870"/>
                </a:lnTo>
                <a:lnTo>
                  <a:pt x="70390" y="21908"/>
                </a:lnTo>
                <a:lnTo>
                  <a:pt x="55378" y="19669"/>
                </a:lnTo>
                <a:lnTo>
                  <a:pt x="40424" y="17031"/>
                </a:lnTo>
                <a:lnTo>
                  <a:pt x="25603" y="13764"/>
                </a:lnTo>
                <a:lnTo>
                  <a:pt x="11116" y="9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30A3F79A-2A6A-4D1D-A857-6F74DD3D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5818" y="2878017"/>
            <a:ext cx="1483614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BC075A8-404D-40F9-825D-9F352419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459" y="3582734"/>
            <a:ext cx="972360" cy="566728"/>
          </a:xfrm>
          <a:custGeom xmlns:a="http://schemas.openxmlformats.org/drawingml/2006/main">
            <a:pathLst>
              <a:path w="972360" h="566728">
                <a:moveTo>
                  <a:pt x="0" y="0"/>
                </a:moveTo>
                <a:lnTo>
                  <a:pt x="4724" y="10573"/>
                </a:lnTo>
                <a:lnTo>
                  <a:pt x="9439" y="21155"/>
                </a:lnTo>
                <a:lnTo>
                  <a:pt x="14164" y="31728"/>
                </a:lnTo>
                <a:lnTo>
                  <a:pt x="18888" y="42310"/>
                </a:lnTo>
                <a:lnTo>
                  <a:pt x="23612" y="52883"/>
                </a:lnTo>
                <a:lnTo>
                  <a:pt x="28327" y="63456"/>
                </a:lnTo>
                <a:lnTo>
                  <a:pt x="33052" y="74038"/>
                </a:lnTo>
                <a:lnTo>
                  <a:pt x="37776" y="84611"/>
                </a:lnTo>
                <a:lnTo>
                  <a:pt x="42491" y="95193"/>
                </a:lnTo>
                <a:lnTo>
                  <a:pt x="47215" y="105766"/>
                </a:lnTo>
                <a:lnTo>
                  <a:pt x="51940" y="116338"/>
                </a:lnTo>
                <a:lnTo>
                  <a:pt x="56664" y="126921"/>
                </a:lnTo>
                <a:lnTo>
                  <a:pt x="61379" y="137493"/>
                </a:lnTo>
                <a:lnTo>
                  <a:pt x="66104" y="148076"/>
                </a:lnTo>
                <a:lnTo>
                  <a:pt x="70828" y="158648"/>
                </a:lnTo>
                <a:lnTo>
                  <a:pt x="75552" y="169221"/>
                </a:lnTo>
                <a:lnTo>
                  <a:pt x="80267" y="179803"/>
                </a:lnTo>
                <a:lnTo>
                  <a:pt x="84992" y="190376"/>
                </a:lnTo>
                <a:lnTo>
                  <a:pt x="89716" y="200958"/>
                </a:lnTo>
                <a:lnTo>
                  <a:pt x="94431" y="211531"/>
                </a:lnTo>
                <a:lnTo>
                  <a:pt x="99155" y="222104"/>
                </a:lnTo>
                <a:lnTo>
                  <a:pt x="103880" y="232686"/>
                </a:lnTo>
                <a:lnTo>
                  <a:pt x="108604" y="243259"/>
                </a:lnTo>
                <a:lnTo>
                  <a:pt x="113319" y="253841"/>
                </a:lnTo>
                <a:lnTo>
                  <a:pt x="118043" y="264414"/>
                </a:lnTo>
                <a:lnTo>
                  <a:pt x="122768" y="274987"/>
                </a:lnTo>
                <a:lnTo>
                  <a:pt x="127483" y="285569"/>
                </a:lnTo>
                <a:lnTo>
                  <a:pt x="132207" y="296142"/>
                </a:lnTo>
                <a:lnTo>
                  <a:pt x="136931" y="306724"/>
                </a:lnTo>
                <a:lnTo>
                  <a:pt x="141656" y="317297"/>
                </a:lnTo>
                <a:lnTo>
                  <a:pt x="146371" y="327870"/>
                </a:lnTo>
                <a:lnTo>
                  <a:pt x="151095" y="338452"/>
                </a:lnTo>
                <a:lnTo>
                  <a:pt x="155819" y="349025"/>
                </a:lnTo>
                <a:lnTo>
                  <a:pt x="160534" y="359607"/>
                </a:lnTo>
                <a:lnTo>
                  <a:pt x="165259" y="370180"/>
                </a:lnTo>
                <a:lnTo>
                  <a:pt x="169983" y="380752"/>
                </a:lnTo>
                <a:lnTo>
                  <a:pt x="174708" y="391335"/>
                </a:lnTo>
                <a:lnTo>
                  <a:pt x="179422" y="401907"/>
                </a:lnTo>
                <a:lnTo>
                  <a:pt x="184147" y="412490"/>
                </a:lnTo>
                <a:lnTo>
                  <a:pt x="188871" y="423062"/>
                </a:lnTo>
                <a:lnTo>
                  <a:pt x="193596" y="433635"/>
                </a:lnTo>
                <a:lnTo>
                  <a:pt x="198311" y="444217"/>
                </a:lnTo>
                <a:lnTo>
                  <a:pt x="203035" y="454790"/>
                </a:lnTo>
                <a:lnTo>
                  <a:pt x="207759" y="465363"/>
                </a:lnTo>
                <a:lnTo>
                  <a:pt x="212474" y="475945"/>
                </a:lnTo>
                <a:lnTo>
                  <a:pt x="217199" y="486518"/>
                </a:lnTo>
                <a:lnTo>
                  <a:pt x="221923" y="497100"/>
                </a:lnTo>
                <a:lnTo>
                  <a:pt x="226647" y="507673"/>
                </a:lnTo>
                <a:lnTo>
                  <a:pt x="231362" y="518246"/>
                </a:lnTo>
                <a:lnTo>
                  <a:pt x="235934" y="528609"/>
                </a:lnTo>
                <a:lnTo>
                  <a:pt x="245107" y="535610"/>
                </a:lnTo>
                <a:lnTo>
                  <a:pt x="255546" y="540601"/>
                </a:lnTo>
                <a:lnTo>
                  <a:pt x="266452" y="544506"/>
                </a:lnTo>
                <a:lnTo>
                  <a:pt x="277578" y="547707"/>
                </a:lnTo>
                <a:lnTo>
                  <a:pt x="288846" y="550412"/>
                </a:lnTo>
                <a:lnTo>
                  <a:pt x="300190" y="552745"/>
                </a:lnTo>
                <a:lnTo>
                  <a:pt x="311591" y="554774"/>
                </a:lnTo>
                <a:lnTo>
                  <a:pt x="323031" y="556565"/>
                </a:lnTo>
                <a:lnTo>
                  <a:pt x="334508" y="558136"/>
                </a:lnTo>
                <a:lnTo>
                  <a:pt x="346005" y="559537"/>
                </a:lnTo>
                <a:lnTo>
                  <a:pt x="357521" y="560765"/>
                </a:lnTo>
                <a:lnTo>
                  <a:pt x="369056" y="561861"/>
                </a:lnTo>
                <a:lnTo>
                  <a:pt x="380600" y="562823"/>
                </a:lnTo>
                <a:lnTo>
                  <a:pt x="392144" y="563661"/>
                </a:lnTo>
                <a:lnTo>
                  <a:pt x="403708" y="564385"/>
                </a:lnTo>
                <a:lnTo>
                  <a:pt x="415271" y="565013"/>
                </a:lnTo>
                <a:lnTo>
                  <a:pt x="426844" y="565528"/>
                </a:lnTo>
                <a:lnTo>
                  <a:pt x="438417" y="565956"/>
                </a:lnTo>
                <a:lnTo>
                  <a:pt x="449999" y="566280"/>
                </a:lnTo>
                <a:lnTo>
                  <a:pt x="461582" y="566518"/>
                </a:lnTo>
                <a:lnTo>
                  <a:pt x="473164" y="566671"/>
                </a:lnTo>
                <a:lnTo>
                  <a:pt x="484746" y="566728"/>
                </a:lnTo>
                <a:lnTo>
                  <a:pt x="496329" y="566709"/>
                </a:lnTo>
                <a:lnTo>
                  <a:pt x="507911" y="566595"/>
                </a:lnTo>
                <a:lnTo>
                  <a:pt x="519484" y="566395"/>
                </a:lnTo>
                <a:lnTo>
                  <a:pt x="531066" y="566099"/>
                </a:lnTo>
                <a:lnTo>
                  <a:pt x="542639" y="565718"/>
                </a:lnTo>
                <a:lnTo>
                  <a:pt x="554212" y="565242"/>
                </a:lnTo>
                <a:lnTo>
                  <a:pt x="565785" y="564661"/>
                </a:lnTo>
                <a:lnTo>
                  <a:pt x="577348" y="563975"/>
                </a:lnTo>
                <a:lnTo>
                  <a:pt x="588902" y="563185"/>
                </a:lnTo>
                <a:lnTo>
                  <a:pt x="600446" y="562280"/>
                </a:lnTo>
                <a:lnTo>
                  <a:pt x="611981" y="561242"/>
                </a:lnTo>
                <a:lnTo>
                  <a:pt x="623506" y="560070"/>
                </a:lnTo>
                <a:lnTo>
                  <a:pt x="635013" y="558746"/>
                </a:lnTo>
                <a:lnTo>
                  <a:pt x="646500" y="557241"/>
                </a:lnTo>
                <a:lnTo>
                  <a:pt x="657958" y="555555"/>
                </a:lnTo>
                <a:lnTo>
                  <a:pt x="669379" y="553631"/>
                </a:lnTo>
                <a:lnTo>
                  <a:pt x="680752" y="551431"/>
                </a:lnTo>
                <a:lnTo>
                  <a:pt x="692048" y="548897"/>
                </a:lnTo>
                <a:lnTo>
                  <a:pt x="703240" y="545916"/>
                </a:lnTo>
                <a:lnTo>
                  <a:pt x="714261" y="542344"/>
                </a:lnTo>
                <a:lnTo>
                  <a:pt x="724938" y="537877"/>
                </a:lnTo>
                <a:lnTo>
                  <a:pt x="734825" y="531886"/>
                </a:lnTo>
                <a:lnTo>
                  <a:pt x="741978" y="522961"/>
                </a:lnTo>
                <a:lnTo>
                  <a:pt x="745712" y="512102"/>
                </a:lnTo>
                <a:lnTo>
                  <a:pt x="750437" y="501529"/>
                </a:lnTo>
                <a:lnTo>
                  <a:pt x="755161" y="490957"/>
                </a:lnTo>
                <a:lnTo>
                  <a:pt x="759885" y="480374"/>
                </a:lnTo>
                <a:lnTo>
                  <a:pt x="764600" y="469802"/>
                </a:lnTo>
                <a:lnTo>
                  <a:pt x="769325" y="459219"/>
                </a:lnTo>
                <a:lnTo>
                  <a:pt x="774049" y="448647"/>
                </a:lnTo>
                <a:lnTo>
                  <a:pt x="778764" y="438074"/>
                </a:lnTo>
                <a:lnTo>
                  <a:pt x="783488" y="427492"/>
                </a:lnTo>
                <a:lnTo>
                  <a:pt x="788213" y="416919"/>
                </a:lnTo>
                <a:lnTo>
                  <a:pt x="792937" y="406336"/>
                </a:lnTo>
                <a:lnTo>
                  <a:pt x="797652" y="395764"/>
                </a:lnTo>
                <a:lnTo>
                  <a:pt x="802376" y="385191"/>
                </a:lnTo>
                <a:lnTo>
                  <a:pt x="807101" y="374609"/>
                </a:lnTo>
                <a:lnTo>
                  <a:pt x="811816" y="364036"/>
                </a:lnTo>
                <a:lnTo>
                  <a:pt x="816540" y="353454"/>
                </a:lnTo>
                <a:lnTo>
                  <a:pt x="821265" y="342881"/>
                </a:lnTo>
                <a:lnTo>
                  <a:pt x="825989" y="332308"/>
                </a:lnTo>
                <a:lnTo>
                  <a:pt x="830704" y="321726"/>
                </a:lnTo>
                <a:lnTo>
                  <a:pt x="835428" y="311153"/>
                </a:lnTo>
                <a:lnTo>
                  <a:pt x="840153" y="300571"/>
                </a:lnTo>
                <a:lnTo>
                  <a:pt x="844868" y="289998"/>
                </a:lnTo>
                <a:lnTo>
                  <a:pt x="849592" y="279425"/>
                </a:lnTo>
                <a:lnTo>
                  <a:pt x="854316" y="268843"/>
                </a:lnTo>
                <a:lnTo>
                  <a:pt x="859041" y="258270"/>
                </a:lnTo>
                <a:lnTo>
                  <a:pt x="863756" y="247688"/>
                </a:lnTo>
                <a:lnTo>
                  <a:pt x="868480" y="237115"/>
                </a:lnTo>
                <a:lnTo>
                  <a:pt x="873204" y="226543"/>
                </a:lnTo>
                <a:lnTo>
                  <a:pt x="877929" y="215960"/>
                </a:lnTo>
                <a:lnTo>
                  <a:pt x="882644" y="205388"/>
                </a:lnTo>
                <a:lnTo>
                  <a:pt x="887368" y="194815"/>
                </a:lnTo>
                <a:lnTo>
                  <a:pt x="892092" y="184233"/>
                </a:lnTo>
                <a:lnTo>
                  <a:pt x="896807" y="173660"/>
                </a:lnTo>
                <a:lnTo>
                  <a:pt x="901532" y="163078"/>
                </a:lnTo>
                <a:lnTo>
                  <a:pt x="906256" y="152505"/>
                </a:lnTo>
                <a:lnTo>
                  <a:pt x="910981" y="141932"/>
                </a:lnTo>
                <a:lnTo>
                  <a:pt x="915695" y="131350"/>
                </a:lnTo>
                <a:lnTo>
                  <a:pt x="920420" y="120777"/>
                </a:lnTo>
                <a:lnTo>
                  <a:pt x="925144" y="110195"/>
                </a:lnTo>
                <a:lnTo>
                  <a:pt x="929859" y="99622"/>
                </a:lnTo>
                <a:lnTo>
                  <a:pt x="934583" y="89049"/>
                </a:lnTo>
                <a:lnTo>
                  <a:pt x="939308" y="78467"/>
                </a:lnTo>
                <a:lnTo>
                  <a:pt x="944032" y="67894"/>
                </a:lnTo>
                <a:lnTo>
                  <a:pt x="948747" y="57312"/>
                </a:lnTo>
                <a:lnTo>
                  <a:pt x="953472" y="46739"/>
                </a:lnTo>
                <a:lnTo>
                  <a:pt x="958196" y="36166"/>
                </a:lnTo>
                <a:lnTo>
                  <a:pt x="962911" y="25584"/>
                </a:lnTo>
                <a:lnTo>
                  <a:pt x="967635" y="15011"/>
                </a:lnTo>
                <a:lnTo>
                  <a:pt x="972360" y="4429"/>
                </a:lnTo>
                <a:lnTo>
                  <a:pt x="971464" y="5886"/>
                </a:lnTo>
                <a:lnTo>
                  <a:pt x="961711" y="12021"/>
                </a:lnTo>
                <a:lnTo>
                  <a:pt x="950871" y="16088"/>
                </a:lnTo>
                <a:lnTo>
                  <a:pt x="939727" y="19241"/>
                </a:lnTo>
                <a:lnTo>
                  <a:pt x="928440" y="21841"/>
                </a:lnTo>
                <a:lnTo>
                  <a:pt x="917077" y="24089"/>
                </a:lnTo>
                <a:lnTo>
                  <a:pt x="905666" y="26060"/>
                </a:lnTo>
                <a:lnTo>
                  <a:pt x="894217" y="27823"/>
                </a:lnTo>
                <a:lnTo>
                  <a:pt x="882739" y="29423"/>
                </a:lnTo>
                <a:lnTo>
                  <a:pt x="871252" y="30880"/>
                </a:lnTo>
                <a:lnTo>
                  <a:pt x="859746" y="32214"/>
                </a:lnTo>
                <a:lnTo>
                  <a:pt x="848230" y="33452"/>
                </a:lnTo>
                <a:lnTo>
                  <a:pt x="836705" y="34595"/>
                </a:lnTo>
                <a:lnTo>
                  <a:pt x="825170" y="35662"/>
                </a:lnTo>
                <a:lnTo>
                  <a:pt x="813635" y="36662"/>
                </a:lnTo>
                <a:lnTo>
                  <a:pt x="802081" y="37586"/>
                </a:lnTo>
                <a:lnTo>
                  <a:pt x="790537" y="38452"/>
                </a:lnTo>
                <a:lnTo>
                  <a:pt x="778983" y="39262"/>
                </a:lnTo>
                <a:lnTo>
                  <a:pt x="767420" y="40024"/>
                </a:lnTo>
                <a:lnTo>
                  <a:pt x="755866" y="40738"/>
                </a:lnTo>
                <a:lnTo>
                  <a:pt x="744303" y="41405"/>
                </a:lnTo>
                <a:lnTo>
                  <a:pt x="732730" y="42034"/>
                </a:lnTo>
                <a:lnTo>
                  <a:pt x="721166" y="42615"/>
                </a:lnTo>
                <a:lnTo>
                  <a:pt x="709593" y="43167"/>
                </a:lnTo>
                <a:lnTo>
                  <a:pt x="698030" y="43682"/>
                </a:lnTo>
                <a:lnTo>
                  <a:pt x="686457" y="44158"/>
                </a:lnTo>
                <a:lnTo>
                  <a:pt x="674875" y="44606"/>
                </a:lnTo>
                <a:lnTo>
                  <a:pt x="663302" y="45015"/>
                </a:lnTo>
                <a:lnTo>
                  <a:pt x="651729" y="45396"/>
                </a:lnTo>
                <a:lnTo>
                  <a:pt x="640147" y="45749"/>
                </a:lnTo>
                <a:lnTo>
                  <a:pt x="628574" y="46072"/>
                </a:lnTo>
                <a:lnTo>
                  <a:pt x="616991" y="46368"/>
                </a:lnTo>
                <a:lnTo>
                  <a:pt x="605409" y="46634"/>
                </a:lnTo>
                <a:lnTo>
                  <a:pt x="593836" y="46873"/>
                </a:lnTo>
                <a:lnTo>
                  <a:pt x="582254" y="47092"/>
                </a:lnTo>
                <a:lnTo>
                  <a:pt x="570671" y="47282"/>
                </a:lnTo>
                <a:lnTo>
                  <a:pt x="559089" y="47444"/>
                </a:lnTo>
                <a:lnTo>
                  <a:pt x="547507" y="47587"/>
                </a:lnTo>
                <a:lnTo>
                  <a:pt x="535924" y="47701"/>
                </a:lnTo>
                <a:lnTo>
                  <a:pt x="524342" y="47787"/>
                </a:lnTo>
                <a:lnTo>
                  <a:pt x="512759" y="47854"/>
                </a:lnTo>
                <a:lnTo>
                  <a:pt x="501177" y="47892"/>
                </a:lnTo>
                <a:lnTo>
                  <a:pt x="489595" y="47911"/>
                </a:lnTo>
                <a:lnTo>
                  <a:pt x="478012" y="47911"/>
                </a:lnTo>
                <a:lnTo>
                  <a:pt x="466430" y="47873"/>
                </a:lnTo>
                <a:lnTo>
                  <a:pt x="454847" y="47815"/>
                </a:lnTo>
                <a:lnTo>
                  <a:pt x="443265" y="47739"/>
                </a:lnTo>
                <a:lnTo>
                  <a:pt x="431683" y="47635"/>
                </a:lnTo>
                <a:lnTo>
                  <a:pt x="420100" y="47511"/>
                </a:lnTo>
                <a:lnTo>
                  <a:pt x="408518" y="47358"/>
                </a:lnTo>
                <a:lnTo>
                  <a:pt x="396935" y="47177"/>
                </a:lnTo>
                <a:lnTo>
                  <a:pt x="385362" y="46977"/>
                </a:lnTo>
                <a:lnTo>
                  <a:pt x="373780" y="46739"/>
                </a:lnTo>
                <a:lnTo>
                  <a:pt x="362198" y="46482"/>
                </a:lnTo>
                <a:lnTo>
                  <a:pt x="350615" y="46196"/>
                </a:lnTo>
                <a:lnTo>
                  <a:pt x="339042" y="45891"/>
                </a:lnTo>
                <a:lnTo>
                  <a:pt x="327460" y="45549"/>
                </a:lnTo>
                <a:lnTo>
                  <a:pt x="315887" y="45177"/>
                </a:lnTo>
                <a:lnTo>
                  <a:pt x="304314" y="44777"/>
                </a:lnTo>
                <a:lnTo>
                  <a:pt x="292732" y="44348"/>
                </a:lnTo>
                <a:lnTo>
                  <a:pt x="281159" y="43882"/>
                </a:lnTo>
                <a:lnTo>
                  <a:pt x="269586" y="43386"/>
                </a:lnTo>
                <a:lnTo>
                  <a:pt x="258023" y="42853"/>
                </a:lnTo>
                <a:lnTo>
                  <a:pt x="246450" y="42281"/>
                </a:lnTo>
                <a:lnTo>
                  <a:pt x="234887" y="41672"/>
                </a:lnTo>
                <a:lnTo>
                  <a:pt x="223323" y="41024"/>
                </a:lnTo>
                <a:lnTo>
                  <a:pt x="211760" y="40329"/>
                </a:lnTo>
                <a:lnTo>
                  <a:pt x="200196" y="39586"/>
                </a:lnTo>
                <a:lnTo>
                  <a:pt x="188643" y="38795"/>
                </a:lnTo>
                <a:lnTo>
                  <a:pt x="177089" y="37957"/>
                </a:lnTo>
                <a:lnTo>
                  <a:pt x="165545" y="37052"/>
                </a:lnTo>
                <a:lnTo>
                  <a:pt x="154000" y="36090"/>
                </a:lnTo>
                <a:lnTo>
                  <a:pt x="142465" y="35052"/>
                </a:lnTo>
                <a:lnTo>
                  <a:pt x="130940" y="33938"/>
                </a:lnTo>
                <a:lnTo>
                  <a:pt x="119415" y="32747"/>
                </a:lnTo>
                <a:lnTo>
                  <a:pt x="107909" y="31452"/>
                </a:lnTo>
                <a:lnTo>
                  <a:pt x="96412" y="30051"/>
                </a:lnTo>
                <a:lnTo>
                  <a:pt x="84925" y="28508"/>
                </a:lnTo>
                <a:lnTo>
                  <a:pt x="73466" y="26822"/>
                </a:lnTo>
                <a:lnTo>
                  <a:pt x="62046" y="24936"/>
                </a:lnTo>
                <a:lnTo>
                  <a:pt x="50654" y="22822"/>
                </a:lnTo>
                <a:lnTo>
                  <a:pt x="39329" y="20384"/>
                </a:lnTo>
                <a:lnTo>
                  <a:pt x="28118" y="17488"/>
                </a:lnTo>
                <a:lnTo>
                  <a:pt x="17116" y="13878"/>
                </a:lnTo>
                <a:lnTo>
                  <a:pt x="6696" y="8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A6D46CA8-507B-4263-9B6E-7C2B4198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440" y="3507210"/>
            <a:ext cx="974369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C99C99BD-F6DC-4EDD-AAA1-D0F488F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8898" y="2301097"/>
            <a:ext cx="1117444" cy="1882635"/>
          </a:xfrm>
          <a:custGeom xmlns:a="http://schemas.openxmlformats.org/drawingml/2006/main">
            <a:pathLst>
              <a:path w="1117444" h="1882635">
                <a:moveTo>
                  <a:pt x="0" y="0"/>
                </a:moveTo>
                <a:lnTo>
                  <a:pt x="95" y="23555"/>
                </a:lnTo>
                <a:lnTo>
                  <a:pt x="6544" y="46234"/>
                </a:lnTo>
                <a:lnTo>
                  <a:pt x="12992" y="68904"/>
                </a:lnTo>
                <a:lnTo>
                  <a:pt x="19450" y="91573"/>
                </a:lnTo>
                <a:lnTo>
                  <a:pt x="25898" y="114252"/>
                </a:lnTo>
                <a:lnTo>
                  <a:pt x="32356" y="136922"/>
                </a:lnTo>
                <a:lnTo>
                  <a:pt x="38805" y="159591"/>
                </a:lnTo>
                <a:lnTo>
                  <a:pt x="45253" y="182270"/>
                </a:lnTo>
                <a:lnTo>
                  <a:pt x="51711" y="204940"/>
                </a:lnTo>
                <a:lnTo>
                  <a:pt x="58160" y="227609"/>
                </a:lnTo>
                <a:lnTo>
                  <a:pt x="64608" y="250288"/>
                </a:lnTo>
                <a:lnTo>
                  <a:pt x="71066" y="272958"/>
                </a:lnTo>
                <a:lnTo>
                  <a:pt x="77514" y="295627"/>
                </a:lnTo>
                <a:lnTo>
                  <a:pt x="83963" y="318297"/>
                </a:lnTo>
                <a:lnTo>
                  <a:pt x="90421" y="340976"/>
                </a:lnTo>
                <a:lnTo>
                  <a:pt x="96869" y="363645"/>
                </a:lnTo>
                <a:lnTo>
                  <a:pt x="103318" y="386315"/>
                </a:lnTo>
                <a:lnTo>
                  <a:pt x="109776" y="408994"/>
                </a:lnTo>
                <a:lnTo>
                  <a:pt x="116224" y="431663"/>
                </a:lnTo>
                <a:lnTo>
                  <a:pt x="122672" y="454333"/>
                </a:lnTo>
                <a:lnTo>
                  <a:pt x="129130" y="477012"/>
                </a:lnTo>
                <a:lnTo>
                  <a:pt x="135579" y="499682"/>
                </a:lnTo>
                <a:lnTo>
                  <a:pt x="142027" y="522351"/>
                </a:lnTo>
                <a:lnTo>
                  <a:pt x="148485" y="545030"/>
                </a:lnTo>
                <a:lnTo>
                  <a:pt x="154934" y="567700"/>
                </a:lnTo>
                <a:lnTo>
                  <a:pt x="161382" y="590369"/>
                </a:lnTo>
                <a:lnTo>
                  <a:pt x="167478" y="613134"/>
                </a:lnTo>
                <a:lnTo>
                  <a:pt x="172793" y="636099"/>
                </a:lnTo>
                <a:lnTo>
                  <a:pt x="178003" y="659092"/>
                </a:lnTo>
                <a:lnTo>
                  <a:pt x="182975" y="682133"/>
                </a:lnTo>
                <a:lnTo>
                  <a:pt x="187938" y="705174"/>
                </a:lnTo>
                <a:lnTo>
                  <a:pt x="192910" y="728215"/>
                </a:lnTo>
                <a:lnTo>
                  <a:pt x="197882" y="751265"/>
                </a:lnTo>
                <a:lnTo>
                  <a:pt x="202854" y="774306"/>
                </a:lnTo>
                <a:lnTo>
                  <a:pt x="207816" y="797347"/>
                </a:lnTo>
                <a:lnTo>
                  <a:pt x="212789" y="820388"/>
                </a:lnTo>
                <a:lnTo>
                  <a:pt x="217761" y="843429"/>
                </a:lnTo>
                <a:lnTo>
                  <a:pt x="222733" y="866480"/>
                </a:lnTo>
                <a:lnTo>
                  <a:pt x="227695" y="889521"/>
                </a:lnTo>
                <a:lnTo>
                  <a:pt x="232667" y="912562"/>
                </a:lnTo>
                <a:lnTo>
                  <a:pt x="237639" y="935603"/>
                </a:lnTo>
                <a:lnTo>
                  <a:pt x="242611" y="958644"/>
                </a:lnTo>
                <a:lnTo>
                  <a:pt x="247574" y="981685"/>
                </a:lnTo>
                <a:lnTo>
                  <a:pt x="252546" y="1004735"/>
                </a:lnTo>
                <a:lnTo>
                  <a:pt x="257518" y="1027776"/>
                </a:lnTo>
                <a:lnTo>
                  <a:pt x="262490" y="1050817"/>
                </a:lnTo>
                <a:lnTo>
                  <a:pt x="267452" y="1073858"/>
                </a:lnTo>
                <a:lnTo>
                  <a:pt x="272425" y="1096899"/>
                </a:lnTo>
                <a:lnTo>
                  <a:pt x="277397" y="1119950"/>
                </a:lnTo>
                <a:lnTo>
                  <a:pt x="282359" y="1142990"/>
                </a:lnTo>
                <a:lnTo>
                  <a:pt x="287331" y="1166031"/>
                </a:lnTo>
                <a:lnTo>
                  <a:pt x="292303" y="1189072"/>
                </a:lnTo>
                <a:lnTo>
                  <a:pt x="297275" y="1212113"/>
                </a:lnTo>
                <a:lnTo>
                  <a:pt x="302238" y="1235164"/>
                </a:lnTo>
                <a:lnTo>
                  <a:pt x="306953" y="1258253"/>
                </a:lnTo>
                <a:lnTo>
                  <a:pt x="311658" y="1281351"/>
                </a:lnTo>
                <a:lnTo>
                  <a:pt x="316278" y="1304468"/>
                </a:lnTo>
                <a:lnTo>
                  <a:pt x="320897" y="1327585"/>
                </a:lnTo>
                <a:lnTo>
                  <a:pt x="325517" y="1350702"/>
                </a:lnTo>
                <a:lnTo>
                  <a:pt x="330136" y="1373819"/>
                </a:lnTo>
                <a:lnTo>
                  <a:pt x="334756" y="1396937"/>
                </a:lnTo>
                <a:lnTo>
                  <a:pt x="339376" y="1420044"/>
                </a:lnTo>
                <a:lnTo>
                  <a:pt x="343995" y="1443161"/>
                </a:lnTo>
                <a:lnTo>
                  <a:pt x="348615" y="1466279"/>
                </a:lnTo>
                <a:lnTo>
                  <a:pt x="353235" y="1489396"/>
                </a:lnTo>
                <a:lnTo>
                  <a:pt x="354863" y="1510065"/>
                </a:lnTo>
                <a:lnTo>
                  <a:pt x="331289" y="1510065"/>
                </a:lnTo>
                <a:lnTo>
                  <a:pt x="307724" y="1510065"/>
                </a:lnTo>
                <a:lnTo>
                  <a:pt x="284150" y="1510065"/>
                </a:lnTo>
                <a:lnTo>
                  <a:pt x="260575" y="1510065"/>
                </a:lnTo>
                <a:lnTo>
                  <a:pt x="237001" y="1510065"/>
                </a:lnTo>
                <a:lnTo>
                  <a:pt x="213427" y="1510065"/>
                </a:lnTo>
                <a:lnTo>
                  <a:pt x="189852" y="1510065"/>
                </a:lnTo>
                <a:lnTo>
                  <a:pt x="185156" y="1517818"/>
                </a:lnTo>
                <a:lnTo>
                  <a:pt x="201911" y="1534401"/>
                </a:lnTo>
                <a:lnTo>
                  <a:pt x="218665" y="1550984"/>
                </a:lnTo>
                <a:lnTo>
                  <a:pt x="235420" y="1567567"/>
                </a:lnTo>
                <a:lnTo>
                  <a:pt x="252174" y="1584150"/>
                </a:lnTo>
                <a:lnTo>
                  <a:pt x="268929" y="1600733"/>
                </a:lnTo>
                <a:lnTo>
                  <a:pt x="285674" y="1617316"/>
                </a:lnTo>
                <a:lnTo>
                  <a:pt x="302428" y="1633899"/>
                </a:lnTo>
                <a:lnTo>
                  <a:pt x="319183" y="1650482"/>
                </a:lnTo>
                <a:lnTo>
                  <a:pt x="335937" y="1667066"/>
                </a:lnTo>
                <a:lnTo>
                  <a:pt x="352692" y="1683649"/>
                </a:lnTo>
                <a:lnTo>
                  <a:pt x="369446" y="1700232"/>
                </a:lnTo>
                <a:lnTo>
                  <a:pt x="386201" y="1716815"/>
                </a:lnTo>
                <a:lnTo>
                  <a:pt x="402955" y="1733398"/>
                </a:lnTo>
                <a:lnTo>
                  <a:pt x="419710" y="1749981"/>
                </a:lnTo>
                <a:lnTo>
                  <a:pt x="436464" y="1766564"/>
                </a:lnTo>
                <a:lnTo>
                  <a:pt x="453209" y="1783147"/>
                </a:lnTo>
                <a:lnTo>
                  <a:pt x="469964" y="1799730"/>
                </a:lnTo>
                <a:lnTo>
                  <a:pt x="486718" y="1816313"/>
                </a:lnTo>
                <a:lnTo>
                  <a:pt x="503472" y="1832896"/>
                </a:lnTo>
                <a:lnTo>
                  <a:pt x="520227" y="1849469"/>
                </a:lnTo>
                <a:lnTo>
                  <a:pt x="536981" y="1866052"/>
                </a:lnTo>
                <a:lnTo>
                  <a:pt x="553736" y="1882635"/>
                </a:lnTo>
                <a:lnTo>
                  <a:pt x="570490" y="1875930"/>
                </a:lnTo>
                <a:lnTo>
                  <a:pt x="587245" y="1859347"/>
                </a:lnTo>
                <a:lnTo>
                  <a:pt x="603999" y="1842764"/>
                </a:lnTo>
                <a:lnTo>
                  <a:pt x="620744" y="1826181"/>
                </a:lnTo>
                <a:lnTo>
                  <a:pt x="637499" y="1809598"/>
                </a:lnTo>
                <a:lnTo>
                  <a:pt x="654253" y="1793015"/>
                </a:lnTo>
                <a:lnTo>
                  <a:pt x="671008" y="1776432"/>
                </a:lnTo>
                <a:lnTo>
                  <a:pt x="687762" y="1759849"/>
                </a:lnTo>
                <a:lnTo>
                  <a:pt x="704517" y="1743266"/>
                </a:lnTo>
                <a:lnTo>
                  <a:pt x="721271" y="1726682"/>
                </a:lnTo>
                <a:lnTo>
                  <a:pt x="738026" y="1710109"/>
                </a:lnTo>
                <a:lnTo>
                  <a:pt x="754780" y="1693526"/>
                </a:lnTo>
                <a:lnTo>
                  <a:pt x="771535" y="1676943"/>
                </a:lnTo>
                <a:lnTo>
                  <a:pt x="788289" y="1660360"/>
                </a:lnTo>
                <a:lnTo>
                  <a:pt x="805034" y="1643777"/>
                </a:lnTo>
                <a:lnTo>
                  <a:pt x="821788" y="1627194"/>
                </a:lnTo>
                <a:lnTo>
                  <a:pt x="838543" y="1610611"/>
                </a:lnTo>
                <a:lnTo>
                  <a:pt x="855297" y="1594028"/>
                </a:lnTo>
                <a:lnTo>
                  <a:pt x="872052" y="1577445"/>
                </a:lnTo>
                <a:lnTo>
                  <a:pt x="888806" y="1560862"/>
                </a:lnTo>
                <a:lnTo>
                  <a:pt x="905561" y="1544279"/>
                </a:lnTo>
                <a:lnTo>
                  <a:pt x="922315" y="1527696"/>
                </a:lnTo>
                <a:lnTo>
                  <a:pt x="939070" y="1511113"/>
                </a:lnTo>
                <a:lnTo>
                  <a:pt x="918048" y="1510065"/>
                </a:lnTo>
                <a:lnTo>
                  <a:pt x="894483" y="1510065"/>
                </a:lnTo>
                <a:lnTo>
                  <a:pt x="870909" y="1510065"/>
                </a:lnTo>
                <a:lnTo>
                  <a:pt x="847334" y="1510065"/>
                </a:lnTo>
                <a:lnTo>
                  <a:pt x="823760" y="1510065"/>
                </a:lnTo>
                <a:lnTo>
                  <a:pt x="800186" y="1510065"/>
                </a:lnTo>
                <a:lnTo>
                  <a:pt x="776621" y="1510065"/>
                </a:lnTo>
                <a:lnTo>
                  <a:pt x="761467" y="1503159"/>
                </a:lnTo>
                <a:lnTo>
                  <a:pt x="766086" y="1480042"/>
                </a:lnTo>
                <a:lnTo>
                  <a:pt x="770706" y="1456925"/>
                </a:lnTo>
                <a:lnTo>
                  <a:pt x="775325" y="1433808"/>
                </a:lnTo>
                <a:lnTo>
                  <a:pt x="779945" y="1410700"/>
                </a:lnTo>
                <a:lnTo>
                  <a:pt x="784565" y="1387583"/>
                </a:lnTo>
                <a:lnTo>
                  <a:pt x="789184" y="1364466"/>
                </a:lnTo>
                <a:lnTo>
                  <a:pt x="793804" y="1341349"/>
                </a:lnTo>
                <a:lnTo>
                  <a:pt x="798424" y="1318231"/>
                </a:lnTo>
                <a:lnTo>
                  <a:pt x="803043" y="1295124"/>
                </a:lnTo>
                <a:lnTo>
                  <a:pt x="807691" y="1272007"/>
                </a:lnTo>
                <a:lnTo>
                  <a:pt x="812397" y="1248908"/>
                </a:lnTo>
                <a:lnTo>
                  <a:pt x="817216" y="1225839"/>
                </a:lnTo>
                <a:lnTo>
                  <a:pt x="822179" y="1202798"/>
                </a:lnTo>
                <a:lnTo>
                  <a:pt x="827151" y="1179757"/>
                </a:lnTo>
                <a:lnTo>
                  <a:pt x="832123" y="1156706"/>
                </a:lnTo>
                <a:lnTo>
                  <a:pt x="837095" y="1133666"/>
                </a:lnTo>
                <a:lnTo>
                  <a:pt x="842058" y="1110625"/>
                </a:lnTo>
                <a:lnTo>
                  <a:pt x="847030" y="1087584"/>
                </a:lnTo>
                <a:lnTo>
                  <a:pt x="852002" y="1064543"/>
                </a:lnTo>
                <a:lnTo>
                  <a:pt x="856974" y="1041492"/>
                </a:lnTo>
                <a:lnTo>
                  <a:pt x="861936" y="1018451"/>
                </a:lnTo>
                <a:lnTo>
                  <a:pt x="866908" y="995410"/>
                </a:lnTo>
                <a:lnTo>
                  <a:pt x="871880" y="972369"/>
                </a:lnTo>
                <a:lnTo>
                  <a:pt x="876852" y="949328"/>
                </a:lnTo>
                <a:lnTo>
                  <a:pt x="881815" y="926278"/>
                </a:lnTo>
                <a:lnTo>
                  <a:pt x="886787" y="903237"/>
                </a:lnTo>
                <a:lnTo>
                  <a:pt x="891759" y="880196"/>
                </a:lnTo>
                <a:lnTo>
                  <a:pt x="896722" y="857155"/>
                </a:lnTo>
                <a:lnTo>
                  <a:pt x="901694" y="834114"/>
                </a:lnTo>
                <a:lnTo>
                  <a:pt x="906666" y="811073"/>
                </a:lnTo>
                <a:lnTo>
                  <a:pt x="911638" y="788022"/>
                </a:lnTo>
                <a:lnTo>
                  <a:pt x="916600" y="764981"/>
                </a:lnTo>
                <a:lnTo>
                  <a:pt x="921572" y="741940"/>
                </a:lnTo>
                <a:lnTo>
                  <a:pt x="926544" y="718899"/>
                </a:lnTo>
                <a:lnTo>
                  <a:pt x="931516" y="695858"/>
                </a:lnTo>
                <a:lnTo>
                  <a:pt x="936479" y="672808"/>
                </a:lnTo>
                <a:lnTo>
                  <a:pt x="941489" y="649776"/>
                </a:lnTo>
                <a:lnTo>
                  <a:pt x="946804" y="626812"/>
                </a:lnTo>
                <a:lnTo>
                  <a:pt x="952214" y="603875"/>
                </a:lnTo>
                <a:lnTo>
                  <a:pt x="958672" y="581196"/>
                </a:lnTo>
                <a:lnTo>
                  <a:pt x="965121" y="558527"/>
                </a:lnTo>
                <a:lnTo>
                  <a:pt x="971569" y="535857"/>
                </a:lnTo>
                <a:lnTo>
                  <a:pt x="978027" y="513178"/>
                </a:lnTo>
                <a:lnTo>
                  <a:pt x="984475" y="490509"/>
                </a:lnTo>
                <a:lnTo>
                  <a:pt x="990924" y="467839"/>
                </a:lnTo>
                <a:lnTo>
                  <a:pt x="997382" y="445160"/>
                </a:lnTo>
                <a:lnTo>
                  <a:pt x="1003830" y="422491"/>
                </a:lnTo>
                <a:lnTo>
                  <a:pt x="1010279" y="399821"/>
                </a:lnTo>
                <a:lnTo>
                  <a:pt x="1016737" y="377142"/>
                </a:lnTo>
                <a:lnTo>
                  <a:pt x="1023185" y="354473"/>
                </a:lnTo>
                <a:lnTo>
                  <a:pt x="1029643" y="331803"/>
                </a:lnTo>
                <a:lnTo>
                  <a:pt x="1036091" y="309134"/>
                </a:lnTo>
                <a:lnTo>
                  <a:pt x="1042540" y="286455"/>
                </a:lnTo>
                <a:lnTo>
                  <a:pt x="1048998" y="263785"/>
                </a:lnTo>
                <a:lnTo>
                  <a:pt x="1055446" y="241116"/>
                </a:lnTo>
                <a:lnTo>
                  <a:pt x="1061895" y="218437"/>
                </a:lnTo>
                <a:lnTo>
                  <a:pt x="1068353" y="195767"/>
                </a:lnTo>
                <a:lnTo>
                  <a:pt x="1074801" y="173098"/>
                </a:lnTo>
                <a:lnTo>
                  <a:pt x="1081249" y="150419"/>
                </a:lnTo>
                <a:lnTo>
                  <a:pt x="1087707" y="127749"/>
                </a:lnTo>
                <a:lnTo>
                  <a:pt x="1094156" y="105080"/>
                </a:lnTo>
                <a:lnTo>
                  <a:pt x="1100604" y="82401"/>
                </a:lnTo>
                <a:lnTo>
                  <a:pt x="1107062" y="59731"/>
                </a:lnTo>
                <a:lnTo>
                  <a:pt x="1113511" y="37062"/>
                </a:lnTo>
                <a:lnTo>
                  <a:pt x="1117444" y="14040"/>
                </a:lnTo>
                <a:lnTo>
                  <a:pt x="1107910" y="0"/>
                </a:lnTo>
                <a:lnTo>
                  <a:pt x="1084336" y="0"/>
                </a:lnTo>
                <a:lnTo>
                  <a:pt x="1060761" y="0"/>
                </a:lnTo>
                <a:lnTo>
                  <a:pt x="1037196" y="0"/>
                </a:lnTo>
                <a:lnTo>
                  <a:pt x="1013622" y="0"/>
                </a:lnTo>
                <a:lnTo>
                  <a:pt x="990048" y="0"/>
                </a:lnTo>
                <a:lnTo>
                  <a:pt x="966473" y="0"/>
                </a:lnTo>
                <a:lnTo>
                  <a:pt x="942899" y="0"/>
                </a:lnTo>
                <a:lnTo>
                  <a:pt x="919324" y="0"/>
                </a:lnTo>
                <a:lnTo>
                  <a:pt x="895760" y="0"/>
                </a:lnTo>
                <a:lnTo>
                  <a:pt x="872185" y="0"/>
                </a:lnTo>
                <a:lnTo>
                  <a:pt x="848611" y="0"/>
                </a:lnTo>
                <a:lnTo>
                  <a:pt x="825036" y="0"/>
                </a:lnTo>
                <a:lnTo>
                  <a:pt x="801462" y="0"/>
                </a:lnTo>
                <a:lnTo>
                  <a:pt x="777897" y="0"/>
                </a:lnTo>
                <a:lnTo>
                  <a:pt x="754323" y="0"/>
                </a:lnTo>
                <a:lnTo>
                  <a:pt x="730748" y="0"/>
                </a:lnTo>
                <a:lnTo>
                  <a:pt x="707174" y="0"/>
                </a:lnTo>
                <a:lnTo>
                  <a:pt x="683600" y="0"/>
                </a:lnTo>
                <a:lnTo>
                  <a:pt x="660035" y="0"/>
                </a:lnTo>
                <a:lnTo>
                  <a:pt x="636460" y="0"/>
                </a:lnTo>
                <a:lnTo>
                  <a:pt x="612886" y="0"/>
                </a:lnTo>
                <a:lnTo>
                  <a:pt x="589312" y="0"/>
                </a:lnTo>
                <a:lnTo>
                  <a:pt x="565737" y="0"/>
                </a:lnTo>
                <a:lnTo>
                  <a:pt x="542173" y="0"/>
                </a:lnTo>
                <a:lnTo>
                  <a:pt x="518598" y="0"/>
                </a:lnTo>
                <a:lnTo>
                  <a:pt x="495024" y="0"/>
                </a:lnTo>
                <a:lnTo>
                  <a:pt x="471449" y="0"/>
                </a:lnTo>
                <a:lnTo>
                  <a:pt x="447875" y="0"/>
                </a:lnTo>
                <a:lnTo>
                  <a:pt x="424310" y="0"/>
                </a:lnTo>
                <a:lnTo>
                  <a:pt x="400736" y="0"/>
                </a:lnTo>
                <a:lnTo>
                  <a:pt x="377161" y="0"/>
                </a:lnTo>
                <a:lnTo>
                  <a:pt x="353587" y="0"/>
                </a:lnTo>
                <a:lnTo>
                  <a:pt x="330013" y="0"/>
                </a:lnTo>
                <a:lnTo>
                  <a:pt x="306438" y="0"/>
                </a:lnTo>
                <a:lnTo>
                  <a:pt x="282873" y="0"/>
                </a:lnTo>
                <a:lnTo>
                  <a:pt x="259299" y="0"/>
                </a:lnTo>
                <a:lnTo>
                  <a:pt x="235725" y="0"/>
                </a:lnTo>
                <a:lnTo>
                  <a:pt x="212150" y="0"/>
                </a:lnTo>
                <a:lnTo>
                  <a:pt x="188576" y="0"/>
                </a:lnTo>
                <a:lnTo>
                  <a:pt x="165011" y="0"/>
                </a:lnTo>
                <a:lnTo>
                  <a:pt x="141437" y="0"/>
                </a:lnTo>
                <a:lnTo>
                  <a:pt x="117862" y="0"/>
                </a:lnTo>
                <a:lnTo>
                  <a:pt x="94288" y="0"/>
                </a:lnTo>
                <a:lnTo>
                  <a:pt x="70714" y="0"/>
                </a:lnTo>
                <a:lnTo>
                  <a:pt x="47149" y="0"/>
                </a:lnTo>
                <a:lnTo>
                  <a:pt x="2357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E35D9A2-C296-4746-8AC5-D1B9D2EA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2772" y="2347465"/>
            <a:ext cx="1769716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FC5F9A9C-506A-45A8-9849-9167440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6408" y="2976715"/>
            <a:ext cx="1182443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1A63A6E9-DD76-467B-A92D-ECD75152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515" y="3605813"/>
            <a:ext cx="696220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79E03E7B-F53C-4854-B961-F4E5DD25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3457" y="187702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0c6082ce94109">
            <a:extLst>
              <a:ext uri="{96DAC541-7B7A-43D3-8B79-37D633B846F1}">
                <asvg:svgBlip xmlns:asvg="http://schemas.microsoft.com/office/drawing/2016/SVG/main" r:embed="R7f98783adcfd4c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8707" y="1972275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65C77008-D1FF-4CC9-A021-F468F17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749323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409b08384aa5">
            <a:extLst>
              <a:ext uri="{96DAC541-7B7A-43D3-8B79-37D633B846F1}">
                <asvg:svgBlip xmlns:asvg="http://schemas.microsoft.com/office/drawing/2016/SVG/main" r:embed="Rabf3fe6ea1604e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0475" y="1844573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2AA78BDB-2A83-4E9B-AF8B-10CAF2D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1150" y="1853803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ee33afb65453c">
            <a:extLst>
              <a:ext uri="{96DAC541-7B7A-43D3-8B79-37D633B846F1}">
                <asvg:svgBlip xmlns:asvg="http://schemas.microsoft.com/office/drawing/2016/SVG/main" r:embed="R42fa50d4dd9d42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6400" y="1949053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2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5BD5792E-2EF1-4F83-9F26-06B9B79F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9322" y="2831944"/>
            <a:ext cx="1105586" cy="867289"/>
          </a:xfrm>
          <a:custGeom xmlns:a="http://schemas.openxmlformats.org/drawingml/2006/main">
            <a:pathLst>
              <a:path w="1105586" h="867289">
                <a:moveTo>
                  <a:pt x="65923" y="120806"/>
                </a:moveTo>
                <a:lnTo>
                  <a:pt x="84820" y="118605"/>
                </a:lnTo>
                <a:lnTo>
                  <a:pt x="103727" y="116405"/>
                </a:lnTo>
                <a:lnTo>
                  <a:pt x="122625" y="114214"/>
                </a:lnTo>
                <a:lnTo>
                  <a:pt x="141532" y="112014"/>
                </a:lnTo>
                <a:lnTo>
                  <a:pt x="160439" y="109823"/>
                </a:lnTo>
                <a:lnTo>
                  <a:pt x="179337" y="107623"/>
                </a:lnTo>
                <a:lnTo>
                  <a:pt x="198244" y="105432"/>
                </a:lnTo>
                <a:lnTo>
                  <a:pt x="217141" y="103232"/>
                </a:lnTo>
                <a:lnTo>
                  <a:pt x="236049" y="101032"/>
                </a:lnTo>
                <a:lnTo>
                  <a:pt x="254946" y="98841"/>
                </a:lnTo>
                <a:lnTo>
                  <a:pt x="273853" y="96641"/>
                </a:lnTo>
                <a:lnTo>
                  <a:pt x="292751" y="94450"/>
                </a:lnTo>
                <a:lnTo>
                  <a:pt x="311658" y="92250"/>
                </a:lnTo>
                <a:lnTo>
                  <a:pt x="330565" y="90049"/>
                </a:lnTo>
                <a:lnTo>
                  <a:pt x="349463" y="87859"/>
                </a:lnTo>
                <a:lnTo>
                  <a:pt x="368370" y="85658"/>
                </a:lnTo>
                <a:lnTo>
                  <a:pt x="387267" y="83468"/>
                </a:lnTo>
                <a:lnTo>
                  <a:pt x="406175" y="81267"/>
                </a:lnTo>
                <a:lnTo>
                  <a:pt x="425072" y="79067"/>
                </a:lnTo>
                <a:lnTo>
                  <a:pt x="443979" y="76876"/>
                </a:lnTo>
                <a:lnTo>
                  <a:pt x="462877" y="74676"/>
                </a:lnTo>
                <a:lnTo>
                  <a:pt x="481784" y="72485"/>
                </a:lnTo>
                <a:lnTo>
                  <a:pt x="500691" y="70285"/>
                </a:lnTo>
                <a:lnTo>
                  <a:pt x="519589" y="68085"/>
                </a:lnTo>
                <a:lnTo>
                  <a:pt x="538496" y="65894"/>
                </a:lnTo>
                <a:lnTo>
                  <a:pt x="557393" y="63694"/>
                </a:lnTo>
                <a:lnTo>
                  <a:pt x="576301" y="61503"/>
                </a:lnTo>
                <a:lnTo>
                  <a:pt x="595198" y="59303"/>
                </a:lnTo>
                <a:lnTo>
                  <a:pt x="614105" y="57102"/>
                </a:lnTo>
                <a:lnTo>
                  <a:pt x="633012" y="54912"/>
                </a:lnTo>
                <a:lnTo>
                  <a:pt x="651910" y="52711"/>
                </a:lnTo>
                <a:lnTo>
                  <a:pt x="670817" y="50521"/>
                </a:lnTo>
                <a:lnTo>
                  <a:pt x="689715" y="48320"/>
                </a:lnTo>
                <a:lnTo>
                  <a:pt x="708622" y="46120"/>
                </a:lnTo>
                <a:lnTo>
                  <a:pt x="727520" y="43929"/>
                </a:lnTo>
                <a:lnTo>
                  <a:pt x="746427" y="41729"/>
                </a:lnTo>
                <a:lnTo>
                  <a:pt x="765324" y="39538"/>
                </a:lnTo>
                <a:lnTo>
                  <a:pt x="784231" y="37338"/>
                </a:lnTo>
                <a:lnTo>
                  <a:pt x="803138" y="35147"/>
                </a:lnTo>
                <a:lnTo>
                  <a:pt x="822036" y="32947"/>
                </a:lnTo>
                <a:lnTo>
                  <a:pt x="840943" y="30747"/>
                </a:lnTo>
                <a:lnTo>
                  <a:pt x="859841" y="28556"/>
                </a:lnTo>
                <a:lnTo>
                  <a:pt x="878748" y="26356"/>
                </a:lnTo>
                <a:lnTo>
                  <a:pt x="897646" y="24165"/>
                </a:lnTo>
                <a:lnTo>
                  <a:pt x="916553" y="21965"/>
                </a:lnTo>
                <a:lnTo>
                  <a:pt x="935460" y="19764"/>
                </a:lnTo>
                <a:lnTo>
                  <a:pt x="954357" y="17574"/>
                </a:lnTo>
                <a:lnTo>
                  <a:pt x="973265" y="15373"/>
                </a:lnTo>
                <a:lnTo>
                  <a:pt x="992162" y="13183"/>
                </a:lnTo>
                <a:lnTo>
                  <a:pt x="1011069" y="10982"/>
                </a:lnTo>
                <a:lnTo>
                  <a:pt x="1029967" y="8782"/>
                </a:lnTo>
                <a:lnTo>
                  <a:pt x="1048874" y="6591"/>
                </a:lnTo>
                <a:lnTo>
                  <a:pt x="1067772" y="4391"/>
                </a:lnTo>
                <a:lnTo>
                  <a:pt x="1086679" y="2200"/>
                </a:lnTo>
                <a:lnTo>
                  <a:pt x="1105586" y="0"/>
                </a:lnTo>
                <a:lnTo>
                  <a:pt x="1105433" y="17364"/>
                </a:lnTo>
                <a:lnTo>
                  <a:pt x="1103747" y="36319"/>
                </a:lnTo>
                <a:lnTo>
                  <a:pt x="1102052" y="55274"/>
                </a:lnTo>
                <a:lnTo>
                  <a:pt x="1100357" y="74228"/>
                </a:lnTo>
                <a:lnTo>
                  <a:pt x="1098671" y="93183"/>
                </a:lnTo>
                <a:lnTo>
                  <a:pt x="1096975" y="112138"/>
                </a:lnTo>
                <a:lnTo>
                  <a:pt x="1095280" y="131093"/>
                </a:lnTo>
                <a:lnTo>
                  <a:pt x="1093594" y="150047"/>
                </a:lnTo>
                <a:lnTo>
                  <a:pt x="1091898" y="169002"/>
                </a:lnTo>
                <a:lnTo>
                  <a:pt x="1090203" y="187957"/>
                </a:lnTo>
                <a:lnTo>
                  <a:pt x="1088517" y="206912"/>
                </a:lnTo>
                <a:lnTo>
                  <a:pt x="1086822" y="225866"/>
                </a:lnTo>
                <a:lnTo>
                  <a:pt x="1085126" y="244821"/>
                </a:lnTo>
                <a:lnTo>
                  <a:pt x="1083440" y="263776"/>
                </a:lnTo>
                <a:lnTo>
                  <a:pt x="1081745" y="282731"/>
                </a:lnTo>
                <a:lnTo>
                  <a:pt x="1080049" y="301685"/>
                </a:lnTo>
                <a:lnTo>
                  <a:pt x="1078363" y="320640"/>
                </a:lnTo>
                <a:lnTo>
                  <a:pt x="1076668" y="339595"/>
                </a:lnTo>
                <a:lnTo>
                  <a:pt x="1074972" y="358550"/>
                </a:lnTo>
                <a:lnTo>
                  <a:pt x="1073277" y="377504"/>
                </a:lnTo>
                <a:lnTo>
                  <a:pt x="1071591" y="396459"/>
                </a:lnTo>
                <a:lnTo>
                  <a:pt x="1069896" y="415414"/>
                </a:lnTo>
                <a:lnTo>
                  <a:pt x="1068200" y="434369"/>
                </a:lnTo>
                <a:lnTo>
                  <a:pt x="1066514" y="453323"/>
                </a:lnTo>
                <a:lnTo>
                  <a:pt x="1064819" y="472278"/>
                </a:lnTo>
                <a:lnTo>
                  <a:pt x="1063123" y="491233"/>
                </a:lnTo>
                <a:lnTo>
                  <a:pt x="1061437" y="510188"/>
                </a:lnTo>
                <a:lnTo>
                  <a:pt x="1059742" y="529142"/>
                </a:lnTo>
                <a:lnTo>
                  <a:pt x="1058047" y="548097"/>
                </a:lnTo>
                <a:lnTo>
                  <a:pt x="1056361" y="567052"/>
                </a:lnTo>
                <a:lnTo>
                  <a:pt x="1054665" y="586007"/>
                </a:lnTo>
                <a:lnTo>
                  <a:pt x="1052970" y="604961"/>
                </a:lnTo>
                <a:lnTo>
                  <a:pt x="1051284" y="623916"/>
                </a:lnTo>
                <a:lnTo>
                  <a:pt x="1049588" y="642871"/>
                </a:lnTo>
                <a:lnTo>
                  <a:pt x="1047893" y="661826"/>
                </a:lnTo>
                <a:lnTo>
                  <a:pt x="1046207" y="680780"/>
                </a:lnTo>
                <a:lnTo>
                  <a:pt x="1044512" y="699735"/>
                </a:lnTo>
                <a:lnTo>
                  <a:pt x="1042816" y="718690"/>
                </a:lnTo>
                <a:lnTo>
                  <a:pt x="1041130" y="737645"/>
                </a:lnTo>
                <a:lnTo>
                  <a:pt x="1030348" y="747760"/>
                </a:lnTo>
                <a:lnTo>
                  <a:pt x="1011450" y="749979"/>
                </a:lnTo>
                <a:lnTo>
                  <a:pt x="992553" y="752189"/>
                </a:lnTo>
                <a:lnTo>
                  <a:pt x="973646" y="754399"/>
                </a:lnTo>
                <a:lnTo>
                  <a:pt x="954748" y="756618"/>
                </a:lnTo>
                <a:lnTo>
                  <a:pt x="935850" y="758828"/>
                </a:lnTo>
                <a:lnTo>
                  <a:pt x="916943" y="761048"/>
                </a:lnTo>
                <a:lnTo>
                  <a:pt x="898046" y="763257"/>
                </a:lnTo>
                <a:lnTo>
                  <a:pt x="879138" y="765467"/>
                </a:lnTo>
                <a:lnTo>
                  <a:pt x="860241" y="767686"/>
                </a:lnTo>
                <a:lnTo>
                  <a:pt x="841343" y="769896"/>
                </a:lnTo>
                <a:lnTo>
                  <a:pt x="822436" y="772116"/>
                </a:lnTo>
                <a:lnTo>
                  <a:pt x="803539" y="774325"/>
                </a:lnTo>
                <a:lnTo>
                  <a:pt x="784641" y="776535"/>
                </a:lnTo>
                <a:lnTo>
                  <a:pt x="765734" y="778754"/>
                </a:lnTo>
                <a:lnTo>
                  <a:pt x="746836" y="780964"/>
                </a:lnTo>
                <a:lnTo>
                  <a:pt x="727939" y="783174"/>
                </a:lnTo>
                <a:lnTo>
                  <a:pt x="709031" y="785393"/>
                </a:lnTo>
                <a:lnTo>
                  <a:pt x="690134" y="787603"/>
                </a:lnTo>
                <a:lnTo>
                  <a:pt x="671236" y="789823"/>
                </a:lnTo>
                <a:lnTo>
                  <a:pt x="652329" y="792032"/>
                </a:lnTo>
                <a:lnTo>
                  <a:pt x="633432" y="794242"/>
                </a:lnTo>
                <a:lnTo>
                  <a:pt x="614534" y="796461"/>
                </a:lnTo>
                <a:lnTo>
                  <a:pt x="595627" y="798671"/>
                </a:lnTo>
                <a:lnTo>
                  <a:pt x="576729" y="800891"/>
                </a:lnTo>
                <a:lnTo>
                  <a:pt x="557822" y="803100"/>
                </a:lnTo>
                <a:lnTo>
                  <a:pt x="538925" y="805310"/>
                </a:lnTo>
                <a:lnTo>
                  <a:pt x="520027" y="807530"/>
                </a:lnTo>
                <a:lnTo>
                  <a:pt x="501120" y="809739"/>
                </a:lnTo>
                <a:lnTo>
                  <a:pt x="482222" y="811949"/>
                </a:lnTo>
                <a:lnTo>
                  <a:pt x="463325" y="814168"/>
                </a:lnTo>
                <a:lnTo>
                  <a:pt x="444417" y="816378"/>
                </a:lnTo>
                <a:lnTo>
                  <a:pt x="425520" y="818598"/>
                </a:lnTo>
                <a:lnTo>
                  <a:pt x="406622" y="820807"/>
                </a:lnTo>
                <a:lnTo>
                  <a:pt x="387715" y="823017"/>
                </a:lnTo>
                <a:lnTo>
                  <a:pt x="368818" y="825236"/>
                </a:lnTo>
                <a:lnTo>
                  <a:pt x="349920" y="827446"/>
                </a:lnTo>
                <a:lnTo>
                  <a:pt x="331013" y="829666"/>
                </a:lnTo>
                <a:lnTo>
                  <a:pt x="312115" y="831875"/>
                </a:lnTo>
                <a:lnTo>
                  <a:pt x="293218" y="834085"/>
                </a:lnTo>
                <a:lnTo>
                  <a:pt x="274310" y="836305"/>
                </a:lnTo>
                <a:lnTo>
                  <a:pt x="255413" y="838514"/>
                </a:lnTo>
                <a:lnTo>
                  <a:pt x="236506" y="840734"/>
                </a:lnTo>
                <a:lnTo>
                  <a:pt x="217608" y="842943"/>
                </a:lnTo>
                <a:lnTo>
                  <a:pt x="198711" y="845153"/>
                </a:lnTo>
                <a:lnTo>
                  <a:pt x="179803" y="847373"/>
                </a:lnTo>
                <a:lnTo>
                  <a:pt x="160906" y="849582"/>
                </a:lnTo>
                <a:lnTo>
                  <a:pt x="142008" y="851792"/>
                </a:lnTo>
                <a:lnTo>
                  <a:pt x="123101" y="854012"/>
                </a:lnTo>
                <a:lnTo>
                  <a:pt x="104204" y="856221"/>
                </a:lnTo>
                <a:lnTo>
                  <a:pt x="85306" y="858441"/>
                </a:lnTo>
                <a:lnTo>
                  <a:pt x="66399" y="860650"/>
                </a:lnTo>
                <a:lnTo>
                  <a:pt x="47501" y="862860"/>
                </a:lnTo>
                <a:lnTo>
                  <a:pt x="28604" y="865080"/>
                </a:lnTo>
                <a:lnTo>
                  <a:pt x="9696" y="867289"/>
                </a:lnTo>
                <a:lnTo>
                  <a:pt x="0" y="860041"/>
                </a:lnTo>
                <a:lnTo>
                  <a:pt x="1686" y="841086"/>
                </a:lnTo>
                <a:lnTo>
                  <a:pt x="3381" y="822131"/>
                </a:lnTo>
                <a:lnTo>
                  <a:pt x="5067" y="803177"/>
                </a:lnTo>
                <a:lnTo>
                  <a:pt x="6763" y="784222"/>
                </a:lnTo>
                <a:lnTo>
                  <a:pt x="8449" y="765267"/>
                </a:lnTo>
                <a:lnTo>
                  <a:pt x="10144" y="746312"/>
                </a:lnTo>
                <a:lnTo>
                  <a:pt x="11830" y="727358"/>
                </a:lnTo>
                <a:lnTo>
                  <a:pt x="13526" y="708403"/>
                </a:lnTo>
                <a:lnTo>
                  <a:pt x="15211" y="689448"/>
                </a:lnTo>
                <a:lnTo>
                  <a:pt x="16907" y="670493"/>
                </a:lnTo>
                <a:lnTo>
                  <a:pt x="18593" y="651539"/>
                </a:lnTo>
                <a:lnTo>
                  <a:pt x="20279" y="632584"/>
                </a:lnTo>
                <a:lnTo>
                  <a:pt x="21974" y="613629"/>
                </a:lnTo>
                <a:lnTo>
                  <a:pt x="23660" y="594674"/>
                </a:lnTo>
                <a:lnTo>
                  <a:pt x="25356" y="575720"/>
                </a:lnTo>
                <a:lnTo>
                  <a:pt x="27041" y="556765"/>
                </a:lnTo>
                <a:lnTo>
                  <a:pt x="28737" y="537810"/>
                </a:lnTo>
                <a:lnTo>
                  <a:pt x="30423" y="518855"/>
                </a:lnTo>
                <a:lnTo>
                  <a:pt x="32118" y="499901"/>
                </a:lnTo>
                <a:lnTo>
                  <a:pt x="33804" y="480946"/>
                </a:lnTo>
                <a:lnTo>
                  <a:pt x="35500" y="461991"/>
                </a:lnTo>
                <a:lnTo>
                  <a:pt x="37186" y="443036"/>
                </a:lnTo>
                <a:lnTo>
                  <a:pt x="38872" y="424082"/>
                </a:lnTo>
                <a:lnTo>
                  <a:pt x="40567" y="405127"/>
                </a:lnTo>
                <a:lnTo>
                  <a:pt x="42253" y="386172"/>
                </a:lnTo>
                <a:lnTo>
                  <a:pt x="43948" y="367217"/>
                </a:lnTo>
                <a:lnTo>
                  <a:pt x="45634" y="348263"/>
                </a:lnTo>
                <a:lnTo>
                  <a:pt x="47330" y="329308"/>
                </a:lnTo>
                <a:lnTo>
                  <a:pt x="49016" y="310353"/>
                </a:lnTo>
                <a:lnTo>
                  <a:pt x="50711" y="291398"/>
                </a:lnTo>
                <a:lnTo>
                  <a:pt x="52397" y="272444"/>
                </a:lnTo>
                <a:lnTo>
                  <a:pt x="54092" y="253489"/>
                </a:lnTo>
                <a:lnTo>
                  <a:pt x="55778" y="234534"/>
                </a:lnTo>
                <a:lnTo>
                  <a:pt x="57464" y="215579"/>
                </a:lnTo>
                <a:lnTo>
                  <a:pt x="59160" y="196625"/>
                </a:lnTo>
                <a:lnTo>
                  <a:pt x="60846" y="177670"/>
                </a:lnTo>
                <a:lnTo>
                  <a:pt x="62541" y="158715"/>
                </a:lnTo>
                <a:lnTo>
                  <a:pt x="64227" y="139760"/>
                </a:lnTo>
                <a:lnTo>
                  <a:pt x="65923" y="12080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44D803F-036C-4E14-AE59-25CA668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427" y="2557624"/>
            <a:ext cx="1105586" cy="867289"/>
          </a:xfrm>
          <a:custGeom xmlns:a="http://schemas.openxmlformats.org/drawingml/2006/main">
            <a:pathLst>
              <a:path w="1105586" h="867289">
                <a:moveTo>
                  <a:pt x="65923" y="120806"/>
                </a:moveTo>
                <a:lnTo>
                  <a:pt x="84820" y="118605"/>
                </a:lnTo>
                <a:lnTo>
                  <a:pt x="103727" y="116405"/>
                </a:lnTo>
                <a:lnTo>
                  <a:pt x="122625" y="114214"/>
                </a:lnTo>
                <a:lnTo>
                  <a:pt x="141532" y="112014"/>
                </a:lnTo>
                <a:lnTo>
                  <a:pt x="160439" y="109823"/>
                </a:lnTo>
                <a:lnTo>
                  <a:pt x="179337" y="107623"/>
                </a:lnTo>
                <a:lnTo>
                  <a:pt x="198244" y="105432"/>
                </a:lnTo>
                <a:lnTo>
                  <a:pt x="217141" y="103232"/>
                </a:lnTo>
                <a:lnTo>
                  <a:pt x="236049" y="101032"/>
                </a:lnTo>
                <a:lnTo>
                  <a:pt x="254946" y="98841"/>
                </a:lnTo>
                <a:lnTo>
                  <a:pt x="273853" y="96641"/>
                </a:lnTo>
                <a:lnTo>
                  <a:pt x="292751" y="94450"/>
                </a:lnTo>
                <a:lnTo>
                  <a:pt x="311658" y="92250"/>
                </a:lnTo>
                <a:lnTo>
                  <a:pt x="330565" y="90049"/>
                </a:lnTo>
                <a:lnTo>
                  <a:pt x="349463" y="87859"/>
                </a:lnTo>
                <a:lnTo>
                  <a:pt x="368370" y="85658"/>
                </a:lnTo>
                <a:lnTo>
                  <a:pt x="387267" y="83468"/>
                </a:lnTo>
                <a:lnTo>
                  <a:pt x="406175" y="81267"/>
                </a:lnTo>
                <a:lnTo>
                  <a:pt x="425072" y="79067"/>
                </a:lnTo>
                <a:lnTo>
                  <a:pt x="443979" y="76876"/>
                </a:lnTo>
                <a:lnTo>
                  <a:pt x="462877" y="74676"/>
                </a:lnTo>
                <a:lnTo>
                  <a:pt x="481784" y="72485"/>
                </a:lnTo>
                <a:lnTo>
                  <a:pt x="500691" y="70285"/>
                </a:lnTo>
                <a:lnTo>
                  <a:pt x="519589" y="68085"/>
                </a:lnTo>
                <a:lnTo>
                  <a:pt x="538496" y="65894"/>
                </a:lnTo>
                <a:lnTo>
                  <a:pt x="557393" y="63694"/>
                </a:lnTo>
                <a:lnTo>
                  <a:pt x="576301" y="61503"/>
                </a:lnTo>
                <a:lnTo>
                  <a:pt x="595198" y="59303"/>
                </a:lnTo>
                <a:lnTo>
                  <a:pt x="614105" y="57102"/>
                </a:lnTo>
                <a:lnTo>
                  <a:pt x="633012" y="54912"/>
                </a:lnTo>
                <a:lnTo>
                  <a:pt x="651910" y="52711"/>
                </a:lnTo>
                <a:lnTo>
                  <a:pt x="670817" y="50521"/>
                </a:lnTo>
                <a:lnTo>
                  <a:pt x="689715" y="48320"/>
                </a:lnTo>
                <a:lnTo>
                  <a:pt x="708622" y="46120"/>
                </a:lnTo>
                <a:lnTo>
                  <a:pt x="727520" y="43929"/>
                </a:lnTo>
                <a:lnTo>
                  <a:pt x="746427" y="41729"/>
                </a:lnTo>
                <a:lnTo>
                  <a:pt x="765324" y="39538"/>
                </a:lnTo>
                <a:lnTo>
                  <a:pt x="784231" y="37338"/>
                </a:lnTo>
                <a:lnTo>
                  <a:pt x="803138" y="35147"/>
                </a:lnTo>
                <a:lnTo>
                  <a:pt x="822036" y="32947"/>
                </a:lnTo>
                <a:lnTo>
                  <a:pt x="840943" y="30747"/>
                </a:lnTo>
                <a:lnTo>
                  <a:pt x="859841" y="28556"/>
                </a:lnTo>
                <a:lnTo>
                  <a:pt x="878748" y="26356"/>
                </a:lnTo>
                <a:lnTo>
                  <a:pt x="897646" y="24165"/>
                </a:lnTo>
                <a:lnTo>
                  <a:pt x="916553" y="21965"/>
                </a:lnTo>
                <a:lnTo>
                  <a:pt x="935460" y="19764"/>
                </a:lnTo>
                <a:lnTo>
                  <a:pt x="954357" y="17574"/>
                </a:lnTo>
                <a:lnTo>
                  <a:pt x="973265" y="15373"/>
                </a:lnTo>
                <a:lnTo>
                  <a:pt x="992162" y="13183"/>
                </a:lnTo>
                <a:lnTo>
                  <a:pt x="1011069" y="10982"/>
                </a:lnTo>
                <a:lnTo>
                  <a:pt x="1029967" y="8782"/>
                </a:lnTo>
                <a:lnTo>
                  <a:pt x="1048874" y="6591"/>
                </a:lnTo>
                <a:lnTo>
                  <a:pt x="1067772" y="4391"/>
                </a:lnTo>
                <a:lnTo>
                  <a:pt x="1086679" y="2200"/>
                </a:lnTo>
                <a:lnTo>
                  <a:pt x="1105586" y="0"/>
                </a:lnTo>
                <a:lnTo>
                  <a:pt x="1105433" y="17364"/>
                </a:lnTo>
                <a:lnTo>
                  <a:pt x="1103747" y="36319"/>
                </a:lnTo>
                <a:lnTo>
                  <a:pt x="1102052" y="55274"/>
                </a:lnTo>
                <a:lnTo>
                  <a:pt x="1100357" y="74228"/>
                </a:lnTo>
                <a:lnTo>
                  <a:pt x="1098671" y="93183"/>
                </a:lnTo>
                <a:lnTo>
                  <a:pt x="1096975" y="112138"/>
                </a:lnTo>
                <a:lnTo>
                  <a:pt x="1095280" y="131093"/>
                </a:lnTo>
                <a:lnTo>
                  <a:pt x="1093594" y="150047"/>
                </a:lnTo>
                <a:lnTo>
                  <a:pt x="1091898" y="169002"/>
                </a:lnTo>
                <a:lnTo>
                  <a:pt x="1090203" y="187957"/>
                </a:lnTo>
                <a:lnTo>
                  <a:pt x="1088517" y="206912"/>
                </a:lnTo>
                <a:lnTo>
                  <a:pt x="1086822" y="225866"/>
                </a:lnTo>
                <a:lnTo>
                  <a:pt x="1085126" y="244821"/>
                </a:lnTo>
                <a:lnTo>
                  <a:pt x="1083440" y="263776"/>
                </a:lnTo>
                <a:lnTo>
                  <a:pt x="1081745" y="282731"/>
                </a:lnTo>
                <a:lnTo>
                  <a:pt x="1080049" y="301685"/>
                </a:lnTo>
                <a:lnTo>
                  <a:pt x="1078363" y="320640"/>
                </a:lnTo>
                <a:lnTo>
                  <a:pt x="1076668" y="339595"/>
                </a:lnTo>
                <a:lnTo>
                  <a:pt x="1074972" y="358550"/>
                </a:lnTo>
                <a:lnTo>
                  <a:pt x="1073277" y="377504"/>
                </a:lnTo>
                <a:lnTo>
                  <a:pt x="1071591" y="396459"/>
                </a:lnTo>
                <a:lnTo>
                  <a:pt x="1069896" y="415414"/>
                </a:lnTo>
                <a:lnTo>
                  <a:pt x="1068200" y="434369"/>
                </a:lnTo>
                <a:lnTo>
                  <a:pt x="1066514" y="453323"/>
                </a:lnTo>
                <a:lnTo>
                  <a:pt x="1064819" y="472278"/>
                </a:lnTo>
                <a:lnTo>
                  <a:pt x="1063123" y="491233"/>
                </a:lnTo>
                <a:lnTo>
                  <a:pt x="1061437" y="510188"/>
                </a:lnTo>
                <a:lnTo>
                  <a:pt x="1059742" y="529142"/>
                </a:lnTo>
                <a:lnTo>
                  <a:pt x="1058047" y="548097"/>
                </a:lnTo>
                <a:lnTo>
                  <a:pt x="1056361" y="567052"/>
                </a:lnTo>
                <a:lnTo>
                  <a:pt x="1054665" y="586007"/>
                </a:lnTo>
                <a:lnTo>
                  <a:pt x="1052970" y="604961"/>
                </a:lnTo>
                <a:lnTo>
                  <a:pt x="1051284" y="623916"/>
                </a:lnTo>
                <a:lnTo>
                  <a:pt x="1049588" y="642871"/>
                </a:lnTo>
                <a:lnTo>
                  <a:pt x="1047893" y="661826"/>
                </a:lnTo>
                <a:lnTo>
                  <a:pt x="1046207" y="680780"/>
                </a:lnTo>
                <a:lnTo>
                  <a:pt x="1044512" y="699735"/>
                </a:lnTo>
                <a:lnTo>
                  <a:pt x="1042816" y="718690"/>
                </a:lnTo>
                <a:lnTo>
                  <a:pt x="1041130" y="737645"/>
                </a:lnTo>
                <a:lnTo>
                  <a:pt x="1030348" y="747760"/>
                </a:lnTo>
                <a:lnTo>
                  <a:pt x="1011450" y="749979"/>
                </a:lnTo>
                <a:lnTo>
                  <a:pt x="992553" y="752189"/>
                </a:lnTo>
                <a:lnTo>
                  <a:pt x="973646" y="754399"/>
                </a:lnTo>
                <a:lnTo>
                  <a:pt x="954748" y="756618"/>
                </a:lnTo>
                <a:lnTo>
                  <a:pt x="935850" y="758828"/>
                </a:lnTo>
                <a:lnTo>
                  <a:pt x="916943" y="761048"/>
                </a:lnTo>
                <a:lnTo>
                  <a:pt x="898046" y="763257"/>
                </a:lnTo>
                <a:lnTo>
                  <a:pt x="879138" y="765467"/>
                </a:lnTo>
                <a:lnTo>
                  <a:pt x="860241" y="767686"/>
                </a:lnTo>
                <a:lnTo>
                  <a:pt x="841343" y="769896"/>
                </a:lnTo>
                <a:lnTo>
                  <a:pt x="822436" y="772116"/>
                </a:lnTo>
                <a:lnTo>
                  <a:pt x="803539" y="774325"/>
                </a:lnTo>
                <a:lnTo>
                  <a:pt x="784641" y="776535"/>
                </a:lnTo>
                <a:lnTo>
                  <a:pt x="765734" y="778754"/>
                </a:lnTo>
                <a:lnTo>
                  <a:pt x="746836" y="780964"/>
                </a:lnTo>
                <a:lnTo>
                  <a:pt x="727939" y="783174"/>
                </a:lnTo>
                <a:lnTo>
                  <a:pt x="709031" y="785393"/>
                </a:lnTo>
                <a:lnTo>
                  <a:pt x="690134" y="787603"/>
                </a:lnTo>
                <a:lnTo>
                  <a:pt x="671236" y="789823"/>
                </a:lnTo>
                <a:lnTo>
                  <a:pt x="652329" y="792032"/>
                </a:lnTo>
                <a:lnTo>
                  <a:pt x="633432" y="794242"/>
                </a:lnTo>
                <a:lnTo>
                  <a:pt x="614534" y="796461"/>
                </a:lnTo>
                <a:lnTo>
                  <a:pt x="595627" y="798671"/>
                </a:lnTo>
                <a:lnTo>
                  <a:pt x="576729" y="800891"/>
                </a:lnTo>
                <a:lnTo>
                  <a:pt x="557822" y="803100"/>
                </a:lnTo>
                <a:lnTo>
                  <a:pt x="538925" y="805310"/>
                </a:lnTo>
                <a:lnTo>
                  <a:pt x="520027" y="807530"/>
                </a:lnTo>
                <a:lnTo>
                  <a:pt x="501120" y="809739"/>
                </a:lnTo>
                <a:lnTo>
                  <a:pt x="482222" y="811949"/>
                </a:lnTo>
                <a:lnTo>
                  <a:pt x="463325" y="814168"/>
                </a:lnTo>
                <a:lnTo>
                  <a:pt x="444417" y="816378"/>
                </a:lnTo>
                <a:lnTo>
                  <a:pt x="425520" y="818598"/>
                </a:lnTo>
                <a:lnTo>
                  <a:pt x="406622" y="820807"/>
                </a:lnTo>
                <a:lnTo>
                  <a:pt x="387715" y="823017"/>
                </a:lnTo>
                <a:lnTo>
                  <a:pt x="368818" y="825236"/>
                </a:lnTo>
                <a:lnTo>
                  <a:pt x="349920" y="827446"/>
                </a:lnTo>
                <a:lnTo>
                  <a:pt x="331013" y="829666"/>
                </a:lnTo>
                <a:lnTo>
                  <a:pt x="312115" y="831875"/>
                </a:lnTo>
                <a:lnTo>
                  <a:pt x="293218" y="834085"/>
                </a:lnTo>
                <a:lnTo>
                  <a:pt x="274310" y="836305"/>
                </a:lnTo>
                <a:lnTo>
                  <a:pt x="255413" y="838514"/>
                </a:lnTo>
                <a:lnTo>
                  <a:pt x="236506" y="840734"/>
                </a:lnTo>
                <a:lnTo>
                  <a:pt x="217608" y="842943"/>
                </a:lnTo>
                <a:lnTo>
                  <a:pt x="198711" y="845153"/>
                </a:lnTo>
                <a:lnTo>
                  <a:pt x="179803" y="847373"/>
                </a:lnTo>
                <a:lnTo>
                  <a:pt x="160906" y="849582"/>
                </a:lnTo>
                <a:lnTo>
                  <a:pt x="142008" y="851792"/>
                </a:lnTo>
                <a:lnTo>
                  <a:pt x="123101" y="854012"/>
                </a:lnTo>
                <a:lnTo>
                  <a:pt x="104204" y="856221"/>
                </a:lnTo>
                <a:lnTo>
                  <a:pt x="85306" y="858441"/>
                </a:lnTo>
                <a:lnTo>
                  <a:pt x="66399" y="860650"/>
                </a:lnTo>
                <a:lnTo>
                  <a:pt x="47501" y="862860"/>
                </a:lnTo>
                <a:lnTo>
                  <a:pt x="28604" y="865080"/>
                </a:lnTo>
                <a:lnTo>
                  <a:pt x="9696" y="867289"/>
                </a:lnTo>
                <a:lnTo>
                  <a:pt x="0" y="860041"/>
                </a:lnTo>
                <a:lnTo>
                  <a:pt x="1686" y="841086"/>
                </a:lnTo>
                <a:lnTo>
                  <a:pt x="3381" y="822131"/>
                </a:lnTo>
                <a:lnTo>
                  <a:pt x="5067" y="803177"/>
                </a:lnTo>
                <a:lnTo>
                  <a:pt x="6763" y="784222"/>
                </a:lnTo>
                <a:lnTo>
                  <a:pt x="8449" y="765267"/>
                </a:lnTo>
                <a:lnTo>
                  <a:pt x="10144" y="746312"/>
                </a:lnTo>
                <a:lnTo>
                  <a:pt x="11830" y="727358"/>
                </a:lnTo>
                <a:lnTo>
                  <a:pt x="13526" y="708403"/>
                </a:lnTo>
                <a:lnTo>
                  <a:pt x="15211" y="689448"/>
                </a:lnTo>
                <a:lnTo>
                  <a:pt x="16907" y="670493"/>
                </a:lnTo>
                <a:lnTo>
                  <a:pt x="18593" y="651539"/>
                </a:lnTo>
                <a:lnTo>
                  <a:pt x="20279" y="632584"/>
                </a:lnTo>
                <a:lnTo>
                  <a:pt x="21974" y="613629"/>
                </a:lnTo>
                <a:lnTo>
                  <a:pt x="23660" y="594674"/>
                </a:lnTo>
                <a:lnTo>
                  <a:pt x="25356" y="575720"/>
                </a:lnTo>
                <a:lnTo>
                  <a:pt x="27041" y="556765"/>
                </a:lnTo>
                <a:lnTo>
                  <a:pt x="28737" y="537810"/>
                </a:lnTo>
                <a:lnTo>
                  <a:pt x="30423" y="518855"/>
                </a:lnTo>
                <a:lnTo>
                  <a:pt x="32118" y="499901"/>
                </a:lnTo>
                <a:lnTo>
                  <a:pt x="33804" y="480946"/>
                </a:lnTo>
                <a:lnTo>
                  <a:pt x="35500" y="461991"/>
                </a:lnTo>
                <a:lnTo>
                  <a:pt x="37186" y="443036"/>
                </a:lnTo>
                <a:lnTo>
                  <a:pt x="38872" y="424082"/>
                </a:lnTo>
                <a:lnTo>
                  <a:pt x="40567" y="405127"/>
                </a:lnTo>
                <a:lnTo>
                  <a:pt x="42253" y="386172"/>
                </a:lnTo>
                <a:lnTo>
                  <a:pt x="43948" y="367217"/>
                </a:lnTo>
                <a:lnTo>
                  <a:pt x="45634" y="348263"/>
                </a:lnTo>
                <a:lnTo>
                  <a:pt x="47330" y="329308"/>
                </a:lnTo>
                <a:lnTo>
                  <a:pt x="49016" y="310353"/>
                </a:lnTo>
                <a:lnTo>
                  <a:pt x="50711" y="291398"/>
                </a:lnTo>
                <a:lnTo>
                  <a:pt x="52397" y="272444"/>
                </a:lnTo>
                <a:lnTo>
                  <a:pt x="54092" y="253489"/>
                </a:lnTo>
                <a:lnTo>
                  <a:pt x="55778" y="234534"/>
                </a:lnTo>
                <a:lnTo>
                  <a:pt x="57464" y="215579"/>
                </a:lnTo>
                <a:lnTo>
                  <a:pt x="59160" y="196625"/>
                </a:lnTo>
                <a:lnTo>
                  <a:pt x="60846" y="177670"/>
                </a:lnTo>
                <a:lnTo>
                  <a:pt x="62541" y="158715"/>
                </a:lnTo>
                <a:lnTo>
                  <a:pt x="64227" y="139760"/>
                </a:lnTo>
                <a:lnTo>
                  <a:pt x="65923" y="12080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F7E8129A-D3AE-45AA-80C9-6E89D3B0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1504" y="2283390"/>
            <a:ext cx="1105529" cy="867175"/>
          </a:xfrm>
          <a:custGeom xmlns:a="http://schemas.openxmlformats.org/drawingml/2006/main">
            <a:pathLst>
              <a:path w="1105529" h="867175">
                <a:moveTo>
                  <a:pt x="64999" y="120720"/>
                </a:moveTo>
                <a:lnTo>
                  <a:pt x="83906" y="118529"/>
                </a:lnTo>
                <a:lnTo>
                  <a:pt x="102813" y="116329"/>
                </a:lnTo>
                <a:lnTo>
                  <a:pt x="121720" y="114138"/>
                </a:lnTo>
                <a:lnTo>
                  <a:pt x="140627" y="111947"/>
                </a:lnTo>
                <a:lnTo>
                  <a:pt x="159544" y="109747"/>
                </a:lnTo>
                <a:lnTo>
                  <a:pt x="178451" y="107556"/>
                </a:lnTo>
                <a:lnTo>
                  <a:pt x="197358" y="105356"/>
                </a:lnTo>
                <a:lnTo>
                  <a:pt x="216265" y="103165"/>
                </a:lnTo>
                <a:lnTo>
                  <a:pt x="235172" y="100965"/>
                </a:lnTo>
                <a:lnTo>
                  <a:pt x="254079" y="98774"/>
                </a:lnTo>
                <a:lnTo>
                  <a:pt x="272987" y="96574"/>
                </a:lnTo>
                <a:lnTo>
                  <a:pt x="291894" y="94383"/>
                </a:lnTo>
                <a:lnTo>
                  <a:pt x="310801" y="92192"/>
                </a:lnTo>
                <a:lnTo>
                  <a:pt x="329708" y="89992"/>
                </a:lnTo>
                <a:lnTo>
                  <a:pt x="348615" y="87801"/>
                </a:lnTo>
                <a:lnTo>
                  <a:pt x="367522" y="85601"/>
                </a:lnTo>
                <a:lnTo>
                  <a:pt x="386429" y="83410"/>
                </a:lnTo>
                <a:lnTo>
                  <a:pt x="405336" y="81210"/>
                </a:lnTo>
                <a:lnTo>
                  <a:pt x="424244" y="79019"/>
                </a:lnTo>
                <a:lnTo>
                  <a:pt x="443151" y="76819"/>
                </a:lnTo>
                <a:lnTo>
                  <a:pt x="462058" y="74628"/>
                </a:lnTo>
                <a:lnTo>
                  <a:pt x="480974" y="72438"/>
                </a:lnTo>
                <a:lnTo>
                  <a:pt x="499882" y="70237"/>
                </a:lnTo>
                <a:lnTo>
                  <a:pt x="518789" y="68047"/>
                </a:lnTo>
                <a:lnTo>
                  <a:pt x="537696" y="65846"/>
                </a:lnTo>
                <a:lnTo>
                  <a:pt x="556603" y="63656"/>
                </a:lnTo>
                <a:lnTo>
                  <a:pt x="575510" y="61455"/>
                </a:lnTo>
                <a:lnTo>
                  <a:pt x="594417" y="59265"/>
                </a:lnTo>
                <a:lnTo>
                  <a:pt x="613324" y="57064"/>
                </a:lnTo>
                <a:lnTo>
                  <a:pt x="632231" y="54874"/>
                </a:lnTo>
                <a:lnTo>
                  <a:pt x="651139" y="52683"/>
                </a:lnTo>
                <a:lnTo>
                  <a:pt x="670046" y="50483"/>
                </a:lnTo>
                <a:lnTo>
                  <a:pt x="688953" y="48292"/>
                </a:lnTo>
                <a:lnTo>
                  <a:pt x="707860" y="46091"/>
                </a:lnTo>
                <a:lnTo>
                  <a:pt x="726767" y="43901"/>
                </a:lnTo>
                <a:lnTo>
                  <a:pt x="745674" y="41700"/>
                </a:lnTo>
                <a:lnTo>
                  <a:pt x="764591" y="39510"/>
                </a:lnTo>
                <a:lnTo>
                  <a:pt x="783498" y="37319"/>
                </a:lnTo>
                <a:lnTo>
                  <a:pt x="802405" y="35119"/>
                </a:lnTo>
                <a:lnTo>
                  <a:pt x="821312" y="32928"/>
                </a:lnTo>
                <a:lnTo>
                  <a:pt x="840219" y="30728"/>
                </a:lnTo>
                <a:lnTo>
                  <a:pt x="859126" y="28537"/>
                </a:lnTo>
                <a:lnTo>
                  <a:pt x="878034" y="26337"/>
                </a:lnTo>
                <a:lnTo>
                  <a:pt x="896941" y="24146"/>
                </a:lnTo>
                <a:lnTo>
                  <a:pt x="915848" y="21946"/>
                </a:lnTo>
                <a:lnTo>
                  <a:pt x="934755" y="19755"/>
                </a:lnTo>
                <a:lnTo>
                  <a:pt x="953662" y="17564"/>
                </a:lnTo>
                <a:lnTo>
                  <a:pt x="972569" y="15364"/>
                </a:lnTo>
                <a:lnTo>
                  <a:pt x="991476" y="13173"/>
                </a:lnTo>
                <a:lnTo>
                  <a:pt x="1010383" y="10973"/>
                </a:lnTo>
                <a:lnTo>
                  <a:pt x="1029291" y="8782"/>
                </a:lnTo>
                <a:lnTo>
                  <a:pt x="1048198" y="6582"/>
                </a:lnTo>
                <a:lnTo>
                  <a:pt x="1067105" y="4391"/>
                </a:lnTo>
                <a:lnTo>
                  <a:pt x="1086021" y="2191"/>
                </a:lnTo>
                <a:lnTo>
                  <a:pt x="1104929" y="0"/>
                </a:lnTo>
                <a:lnTo>
                  <a:pt x="1105529" y="16602"/>
                </a:lnTo>
                <a:lnTo>
                  <a:pt x="1103843" y="35557"/>
                </a:lnTo>
                <a:lnTo>
                  <a:pt x="1102147" y="54512"/>
                </a:lnTo>
                <a:lnTo>
                  <a:pt x="1100452" y="73476"/>
                </a:lnTo>
                <a:lnTo>
                  <a:pt x="1098756" y="92431"/>
                </a:lnTo>
                <a:lnTo>
                  <a:pt x="1097070" y="111395"/>
                </a:lnTo>
                <a:lnTo>
                  <a:pt x="1095375" y="130350"/>
                </a:lnTo>
                <a:lnTo>
                  <a:pt x="1093680" y="149314"/>
                </a:lnTo>
                <a:lnTo>
                  <a:pt x="1091994" y="168269"/>
                </a:lnTo>
                <a:lnTo>
                  <a:pt x="1090298" y="187233"/>
                </a:lnTo>
                <a:lnTo>
                  <a:pt x="1088603" y="206188"/>
                </a:lnTo>
                <a:lnTo>
                  <a:pt x="1086907" y="225152"/>
                </a:lnTo>
                <a:lnTo>
                  <a:pt x="1085221" y="244107"/>
                </a:lnTo>
                <a:lnTo>
                  <a:pt x="1083526" y="263071"/>
                </a:lnTo>
                <a:lnTo>
                  <a:pt x="1081830" y="282026"/>
                </a:lnTo>
                <a:lnTo>
                  <a:pt x="1080145" y="300990"/>
                </a:lnTo>
                <a:lnTo>
                  <a:pt x="1078449" y="319945"/>
                </a:lnTo>
                <a:lnTo>
                  <a:pt x="1076754" y="338909"/>
                </a:lnTo>
                <a:lnTo>
                  <a:pt x="1075058" y="357864"/>
                </a:lnTo>
                <a:lnTo>
                  <a:pt x="1073372" y="376828"/>
                </a:lnTo>
                <a:lnTo>
                  <a:pt x="1071677" y="395783"/>
                </a:lnTo>
                <a:lnTo>
                  <a:pt x="1069981" y="414738"/>
                </a:lnTo>
                <a:lnTo>
                  <a:pt x="1068286" y="433702"/>
                </a:lnTo>
                <a:lnTo>
                  <a:pt x="1066600" y="452657"/>
                </a:lnTo>
                <a:lnTo>
                  <a:pt x="1064905" y="471621"/>
                </a:lnTo>
                <a:lnTo>
                  <a:pt x="1063209" y="490576"/>
                </a:lnTo>
                <a:lnTo>
                  <a:pt x="1061523" y="509540"/>
                </a:lnTo>
                <a:lnTo>
                  <a:pt x="1059828" y="528495"/>
                </a:lnTo>
                <a:lnTo>
                  <a:pt x="1058132" y="547459"/>
                </a:lnTo>
                <a:lnTo>
                  <a:pt x="1056437" y="566414"/>
                </a:lnTo>
                <a:lnTo>
                  <a:pt x="1054751" y="585378"/>
                </a:lnTo>
                <a:lnTo>
                  <a:pt x="1053055" y="604333"/>
                </a:lnTo>
                <a:lnTo>
                  <a:pt x="1051360" y="623297"/>
                </a:lnTo>
                <a:lnTo>
                  <a:pt x="1049674" y="642252"/>
                </a:lnTo>
                <a:lnTo>
                  <a:pt x="1047979" y="661216"/>
                </a:lnTo>
                <a:lnTo>
                  <a:pt x="1046283" y="680171"/>
                </a:lnTo>
                <a:lnTo>
                  <a:pt x="1044588" y="699135"/>
                </a:lnTo>
                <a:lnTo>
                  <a:pt x="1042902" y="718090"/>
                </a:lnTo>
                <a:lnTo>
                  <a:pt x="1041206" y="737054"/>
                </a:lnTo>
                <a:lnTo>
                  <a:pt x="1030891" y="747627"/>
                </a:lnTo>
                <a:lnTo>
                  <a:pt x="1011984" y="749837"/>
                </a:lnTo>
                <a:lnTo>
                  <a:pt x="993086" y="752056"/>
                </a:lnTo>
                <a:lnTo>
                  <a:pt x="974179" y="754266"/>
                </a:lnTo>
                <a:lnTo>
                  <a:pt x="955272" y="756476"/>
                </a:lnTo>
                <a:lnTo>
                  <a:pt x="936365" y="758695"/>
                </a:lnTo>
                <a:lnTo>
                  <a:pt x="917458" y="760905"/>
                </a:lnTo>
                <a:lnTo>
                  <a:pt x="898550" y="763124"/>
                </a:lnTo>
                <a:lnTo>
                  <a:pt x="879653" y="765334"/>
                </a:lnTo>
                <a:lnTo>
                  <a:pt x="860746" y="767553"/>
                </a:lnTo>
                <a:lnTo>
                  <a:pt x="841839" y="769763"/>
                </a:lnTo>
                <a:lnTo>
                  <a:pt x="822931" y="771982"/>
                </a:lnTo>
                <a:lnTo>
                  <a:pt x="804024" y="774192"/>
                </a:lnTo>
                <a:lnTo>
                  <a:pt x="785127" y="776402"/>
                </a:lnTo>
                <a:lnTo>
                  <a:pt x="766220" y="778621"/>
                </a:lnTo>
                <a:lnTo>
                  <a:pt x="747312" y="780831"/>
                </a:lnTo>
                <a:lnTo>
                  <a:pt x="728405" y="783050"/>
                </a:lnTo>
                <a:lnTo>
                  <a:pt x="709498" y="785260"/>
                </a:lnTo>
                <a:lnTo>
                  <a:pt x="690591" y="787479"/>
                </a:lnTo>
                <a:lnTo>
                  <a:pt x="671693" y="789689"/>
                </a:lnTo>
                <a:lnTo>
                  <a:pt x="652786" y="791899"/>
                </a:lnTo>
                <a:lnTo>
                  <a:pt x="633879" y="794118"/>
                </a:lnTo>
                <a:lnTo>
                  <a:pt x="614972" y="796328"/>
                </a:lnTo>
                <a:lnTo>
                  <a:pt x="596065" y="798547"/>
                </a:lnTo>
                <a:lnTo>
                  <a:pt x="577158" y="800757"/>
                </a:lnTo>
                <a:lnTo>
                  <a:pt x="558260" y="802977"/>
                </a:lnTo>
                <a:lnTo>
                  <a:pt x="539353" y="805186"/>
                </a:lnTo>
                <a:lnTo>
                  <a:pt x="520446" y="807406"/>
                </a:lnTo>
                <a:lnTo>
                  <a:pt x="501539" y="809615"/>
                </a:lnTo>
                <a:lnTo>
                  <a:pt x="482632" y="811825"/>
                </a:lnTo>
                <a:lnTo>
                  <a:pt x="463725" y="814045"/>
                </a:lnTo>
                <a:lnTo>
                  <a:pt x="444827" y="816254"/>
                </a:lnTo>
                <a:lnTo>
                  <a:pt x="425920" y="818474"/>
                </a:lnTo>
                <a:lnTo>
                  <a:pt x="407013" y="820684"/>
                </a:lnTo>
                <a:lnTo>
                  <a:pt x="388106" y="822903"/>
                </a:lnTo>
                <a:lnTo>
                  <a:pt x="369199" y="825113"/>
                </a:lnTo>
                <a:lnTo>
                  <a:pt x="350291" y="827332"/>
                </a:lnTo>
                <a:lnTo>
                  <a:pt x="331394" y="829542"/>
                </a:lnTo>
                <a:lnTo>
                  <a:pt x="312487" y="831752"/>
                </a:lnTo>
                <a:lnTo>
                  <a:pt x="293580" y="833971"/>
                </a:lnTo>
                <a:lnTo>
                  <a:pt x="274672" y="836181"/>
                </a:lnTo>
                <a:lnTo>
                  <a:pt x="255765" y="838400"/>
                </a:lnTo>
                <a:lnTo>
                  <a:pt x="236868" y="840610"/>
                </a:lnTo>
                <a:lnTo>
                  <a:pt x="217961" y="842829"/>
                </a:lnTo>
                <a:lnTo>
                  <a:pt x="199053" y="845039"/>
                </a:lnTo>
                <a:lnTo>
                  <a:pt x="180146" y="847258"/>
                </a:lnTo>
                <a:lnTo>
                  <a:pt x="161239" y="849468"/>
                </a:lnTo>
                <a:lnTo>
                  <a:pt x="142332" y="851678"/>
                </a:lnTo>
                <a:lnTo>
                  <a:pt x="123434" y="853897"/>
                </a:lnTo>
                <a:lnTo>
                  <a:pt x="104527" y="856107"/>
                </a:lnTo>
                <a:lnTo>
                  <a:pt x="85620" y="858326"/>
                </a:lnTo>
                <a:lnTo>
                  <a:pt x="66713" y="860536"/>
                </a:lnTo>
                <a:lnTo>
                  <a:pt x="47806" y="862755"/>
                </a:lnTo>
                <a:lnTo>
                  <a:pt x="28899" y="864965"/>
                </a:lnTo>
                <a:lnTo>
                  <a:pt x="10001" y="867175"/>
                </a:lnTo>
                <a:lnTo>
                  <a:pt x="0" y="860222"/>
                </a:lnTo>
                <a:lnTo>
                  <a:pt x="1667" y="841258"/>
                </a:lnTo>
                <a:lnTo>
                  <a:pt x="3334" y="822303"/>
                </a:lnTo>
                <a:lnTo>
                  <a:pt x="5001" y="803339"/>
                </a:lnTo>
                <a:lnTo>
                  <a:pt x="6668" y="784374"/>
                </a:lnTo>
                <a:lnTo>
                  <a:pt x="8334" y="765419"/>
                </a:lnTo>
                <a:lnTo>
                  <a:pt x="10001" y="746455"/>
                </a:lnTo>
                <a:lnTo>
                  <a:pt x="11668" y="727491"/>
                </a:lnTo>
                <a:lnTo>
                  <a:pt x="13335" y="708527"/>
                </a:lnTo>
                <a:lnTo>
                  <a:pt x="15002" y="689572"/>
                </a:lnTo>
                <a:lnTo>
                  <a:pt x="16669" y="670608"/>
                </a:lnTo>
                <a:lnTo>
                  <a:pt x="18336" y="651643"/>
                </a:lnTo>
                <a:lnTo>
                  <a:pt x="20003" y="632689"/>
                </a:lnTo>
                <a:lnTo>
                  <a:pt x="21669" y="613724"/>
                </a:lnTo>
                <a:lnTo>
                  <a:pt x="23336" y="594760"/>
                </a:lnTo>
                <a:lnTo>
                  <a:pt x="25003" y="575796"/>
                </a:lnTo>
                <a:lnTo>
                  <a:pt x="26670" y="556841"/>
                </a:lnTo>
                <a:lnTo>
                  <a:pt x="28337" y="537877"/>
                </a:lnTo>
                <a:lnTo>
                  <a:pt x="30004" y="518912"/>
                </a:lnTo>
                <a:lnTo>
                  <a:pt x="31671" y="499958"/>
                </a:lnTo>
                <a:lnTo>
                  <a:pt x="33338" y="480993"/>
                </a:lnTo>
                <a:lnTo>
                  <a:pt x="35004" y="462029"/>
                </a:lnTo>
                <a:lnTo>
                  <a:pt x="36671" y="443065"/>
                </a:lnTo>
                <a:lnTo>
                  <a:pt x="38338" y="424110"/>
                </a:lnTo>
                <a:lnTo>
                  <a:pt x="40005" y="405146"/>
                </a:lnTo>
                <a:lnTo>
                  <a:pt x="41662" y="386182"/>
                </a:lnTo>
                <a:lnTo>
                  <a:pt x="43329" y="367227"/>
                </a:lnTo>
                <a:lnTo>
                  <a:pt x="44996" y="348263"/>
                </a:lnTo>
                <a:lnTo>
                  <a:pt x="46663" y="329298"/>
                </a:lnTo>
                <a:lnTo>
                  <a:pt x="48330" y="310334"/>
                </a:lnTo>
                <a:lnTo>
                  <a:pt x="49997" y="291379"/>
                </a:lnTo>
                <a:lnTo>
                  <a:pt x="51664" y="272415"/>
                </a:lnTo>
                <a:lnTo>
                  <a:pt x="53330" y="253451"/>
                </a:lnTo>
                <a:lnTo>
                  <a:pt x="54997" y="234496"/>
                </a:lnTo>
                <a:lnTo>
                  <a:pt x="56664" y="215532"/>
                </a:lnTo>
                <a:lnTo>
                  <a:pt x="58331" y="196567"/>
                </a:lnTo>
                <a:lnTo>
                  <a:pt x="59998" y="177603"/>
                </a:lnTo>
                <a:lnTo>
                  <a:pt x="61665" y="158648"/>
                </a:lnTo>
                <a:lnTo>
                  <a:pt x="63332" y="139684"/>
                </a:lnTo>
                <a:lnTo>
                  <a:pt x="64999" y="1207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49354AEF-FA63-477C-A69B-B6FA26C0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3490055"/>
            <a:ext cx="229553" cy="357092"/>
          </a:xfrm>
          <a:custGeom xmlns:a="http://schemas.openxmlformats.org/drawingml/2006/main">
            <a:pathLst>
              <a:path w="229553" h="357092">
                <a:moveTo>
                  <a:pt x="0" y="357092"/>
                </a:moveTo>
                <a:lnTo>
                  <a:pt x="0" y="338185"/>
                </a:lnTo>
                <a:lnTo>
                  <a:pt x="0" y="319288"/>
                </a:lnTo>
                <a:lnTo>
                  <a:pt x="0" y="300380"/>
                </a:lnTo>
                <a:lnTo>
                  <a:pt x="0" y="281483"/>
                </a:lnTo>
                <a:lnTo>
                  <a:pt x="0" y="262576"/>
                </a:lnTo>
                <a:lnTo>
                  <a:pt x="0" y="243678"/>
                </a:lnTo>
                <a:lnTo>
                  <a:pt x="0" y="224771"/>
                </a:lnTo>
                <a:lnTo>
                  <a:pt x="0" y="205873"/>
                </a:lnTo>
                <a:lnTo>
                  <a:pt x="0" y="186966"/>
                </a:lnTo>
                <a:lnTo>
                  <a:pt x="0" y="168069"/>
                </a:lnTo>
                <a:lnTo>
                  <a:pt x="0" y="149162"/>
                </a:lnTo>
                <a:lnTo>
                  <a:pt x="0" y="130264"/>
                </a:lnTo>
                <a:lnTo>
                  <a:pt x="0" y="111357"/>
                </a:lnTo>
                <a:lnTo>
                  <a:pt x="0" y="92459"/>
                </a:lnTo>
                <a:lnTo>
                  <a:pt x="610" y="73990"/>
                </a:lnTo>
                <a:lnTo>
                  <a:pt x="18507" y="67904"/>
                </a:lnTo>
                <a:lnTo>
                  <a:pt x="36405" y="61817"/>
                </a:lnTo>
                <a:lnTo>
                  <a:pt x="54302" y="55721"/>
                </a:lnTo>
                <a:lnTo>
                  <a:pt x="72190" y="49635"/>
                </a:lnTo>
                <a:lnTo>
                  <a:pt x="90087" y="43548"/>
                </a:lnTo>
                <a:lnTo>
                  <a:pt x="107985" y="37462"/>
                </a:lnTo>
                <a:lnTo>
                  <a:pt x="125882" y="31366"/>
                </a:lnTo>
                <a:lnTo>
                  <a:pt x="143770" y="25279"/>
                </a:lnTo>
                <a:lnTo>
                  <a:pt x="161668" y="19193"/>
                </a:lnTo>
                <a:lnTo>
                  <a:pt x="179565" y="13106"/>
                </a:lnTo>
                <a:lnTo>
                  <a:pt x="197463" y="7010"/>
                </a:lnTo>
                <a:lnTo>
                  <a:pt x="215351" y="924"/>
                </a:lnTo>
                <a:lnTo>
                  <a:pt x="229553" y="0"/>
                </a:lnTo>
                <a:lnTo>
                  <a:pt x="229553" y="18907"/>
                </a:lnTo>
                <a:lnTo>
                  <a:pt x="229553" y="37805"/>
                </a:lnTo>
                <a:lnTo>
                  <a:pt x="229553" y="56712"/>
                </a:lnTo>
                <a:lnTo>
                  <a:pt x="229553" y="75609"/>
                </a:lnTo>
                <a:lnTo>
                  <a:pt x="229553" y="94517"/>
                </a:lnTo>
                <a:lnTo>
                  <a:pt x="229553" y="113414"/>
                </a:lnTo>
                <a:lnTo>
                  <a:pt x="229553" y="132321"/>
                </a:lnTo>
                <a:lnTo>
                  <a:pt x="229553" y="151219"/>
                </a:lnTo>
                <a:lnTo>
                  <a:pt x="229553" y="170126"/>
                </a:lnTo>
                <a:lnTo>
                  <a:pt x="229553" y="189024"/>
                </a:lnTo>
                <a:lnTo>
                  <a:pt x="229553" y="207931"/>
                </a:lnTo>
                <a:lnTo>
                  <a:pt x="229553" y="226828"/>
                </a:lnTo>
                <a:lnTo>
                  <a:pt x="229553" y="245735"/>
                </a:lnTo>
                <a:lnTo>
                  <a:pt x="226971" y="262909"/>
                </a:lnTo>
                <a:lnTo>
                  <a:pt x="209512" y="270158"/>
                </a:lnTo>
                <a:lnTo>
                  <a:pt x="192053" y="277406"/>
                </a:lnTo>
                <a:lnTo>
                  <a:pt x="174593" y="284645"/>
                </a:lnTo>
                <a:lnTo>
                  <a:pt x="157134" y="291894"/>
                </a:lnTo>
                <a:lnTo>
                  <a:pt x="139675" y="299133"/>
                </a:lnTo>
                <a:lnTo>
                  <a:pt x="122215" y="306381"/>
                </a:lnTo>
                <a:lnTo>
                  <a:pt x="104756" y="313620"/>
                </a:lnTo>
                <a:lnTo>
                  <a:pt x="87297" y="320869"/>
                </a:lnTo>
                <a:lnTo>
                  <a:pt x="69837" y="328117"/>
                </a:lnTo>
                <a:lnTo>
                  <a:pt x="52378" y="335356"/>
                </a:lnTo>
                <a:lnTo>
                  <a:pt x="34919" y="342605"/>
                </a:lnTo>
                <a:lnTo>
                  <a:pt x="17459" y="349844"/>
                </a:lnTo>
                <a:lnTo>
                  <a:pt x="0" y="35709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39AB5A1C-696D-4EF9-AD9E-F96F72D1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8068" y="3751898"/>
            <a:ext cx="1482519" cy="95250"/>
          </a:xfrm>
          <a:custGeom xmlns:a="http://schemas.openxmlformats.org/drawingml/2006/main">
            <a:pathLst>
              <a:path w="1482519" h="95250">
                <a:moveTo>
                  <a:pt x="0" y="95250"/>
                </a:moveTo>
                <a:lnTo>
                  <a:pt x="18945" y="95250"/>
                </a:lnTo>
                <a:lnTo>
                  <a:pt x="37900" y="95250"/>
                </a:lnTo>
                <a:lnTo>
                  <a:pt x="56845" y="95250"/>
                </a:lnTo>
                <a:lnTo>
                  <a:pt x="75790" y="95250"/>
                </a:lnTo>
                <a:lnTo>
                  <a:pt x="94745" y="95250"/>
                </a:lnTo>
                <a:lnTo>
                  <a:pt x="113690" y="95250"/>
                </a:lnTo>
                <a:lnTo>
                  <a:pt x="132636" y="95250"/>
                </a:lnTo>
                <a:lnTo>
                  <a:pt x="151590" y="95250"/>
                </a:lnTo>
                <a:lnTo>
                  <a:pt x="170536" y="95250"/>
                </a:lnTo>
                <a:lnTo>
                  <a:pt x="189481" y="95250"/>
                </a:lnTo>
                <a:lnTo>
                  <a:pt x="208436" y="95250"/>
                </a:lnTo>
                <a:lnTo>
                  <a:pt x="227381" y="95250"/>
                </a:lnTo>
                <a:lnTo>
                  <a:pt x="246326" y="95250"/>
                </a:lnTo>
                <a:lnTo>
                  <a:pt x="265281" y="95250"/>
                </a:lnTo>
                <a:lnTo>
                  <a:pt x="284226" y="95250"/>
                </a:lnTo>
                <a:lnTo>
                  <a:pt x="303171" y="95250"/>
                </a:lnTo>
                <a:lnTo>
                  <a:pt x="322126" y="95250"/>
                </a:lnTo>
                <a:lnTo>
                  <a:pt x="341071" y="95250"/>
                </a:lnTo>
                <a:lnTo>
                  <a:pt x="360016" y="95250"/>
                </a:lnTo>
                <a:lnTo>
                  <a:pt x="378971" y="95250"/>
                </a:lnTo>
                <a:lnTo>
                  <a:pt x="397916" y="95250"/>
                </a:lnTo>
                <a:lnTo>
                  <a:pt x="416862" y="95250"/>
                </a:lnTo>
                <a:lnTo>
                  <a:pt x="435816" y="95250"/>
                </a:lnTo>
                <a:lnTo>
                  <a:pt x="454762" y="95250"/>
                </a:lnTo>
                <a:lnTo>
                  <a:pt x="473707" y="95250"/>
                </a:lnTo>
                <a:lnTo>
                  <a:pt x="492662" y="95250"/>
                </a:lnTo>
                <a:lnTo>
                  <a:pt x="511607" y="95250"/>
                </a:lnTo>
                <a:lnTo>
                  <a:pt x="530552" y="95250"/>
                </a:lnTo>
                <a:lnTo>
                  <a:pt x="549507" y="95250"/>
                </a:lnTo>
                <a:lnTo>
                  <a:pt x="568452" y="95250"/>
                </a:lnTo>
                <a:lnTo>
                  <a:pt x="587407" y="95250"/>
                </a:lnTo>
                <a:lnTo>
                  <a:pt x="606352" y="95250"/>
                </a:lnTo>
                <a:lnTo>
                  <a:pt x="625297" y="95250"/>
                </a:lnTo>
                <a:lnTo>
                  <a:pt x="644252" y="95250"/>
                </a:lnTo>
                <a:lnTo>
                  <a:pt x="663197" y="95250"/>
                </a:lnTo>
                <a:lnTo>
                  <a:pt x="682142" y="95250"/>
                </a:lnTo>
                <a:lnTo>
                  <a:pt x="701097" y="95250"/>
                </a:lnTo>
                <a:lnTo>
                  <a:pt x="720042" y="95250"/>
                </a:lnTo>
                <a:lnTo>
                  <a:pt x="738988" y="95250"/>
                </a:lnTo>
                <a:lnTo>
                  <a:pt x="757942" y="95250"/>
                </a:lnTo>
                <a:lnTo>
                  <a:pt x="776888" y="95250"/>
                </a:lnTo>
                <a:lnTo>
                  <a:pt x="795833" y="95250"/>
                </a:lnTo>
                <a:lnTo>
                  <a:pt x="814788" y="95250"/>
                </a:lnTo>
                <a:lnTo>
                  <a:pt x="833733" y="95250"/>
                </a:lnTo>
                <a:lnTo>
                  <a:pt x="852678" y="95250"/>
                </a:lnTo>
                <a:lnTo>
                  <a:pt x="871633" y="95250"/>
                </a:lnTo>
                <a:lnTo>
                  <a:pt x="890578" y="95250"/>
                </a:lnTo>
                <a:lnTo>
                  <a:pt x="909523" y="95250"/>
                </a:lnTo>
                <a:lnTo>
                  <a:pt x="928478" y="95250"/>
                </a:lnTo>
                <a:lnTo>
                  <a:pt x="947423" y="95250"/>
                </a:lnTo>
                <a:lnTo>
                  <a:pt x="966368" y="95250"/>
                </a:lnTo>
                <a:lnTo>
                  <a:pt x="985323" y="95250"/>
                </a:lnTo>
                <a:lnTo>
                  <a:pt x="1004268" y="95250"/>
                </a:lnTo>
                <a:lnTo>
                  <a:pt x="1023214" y="95250"/>
                </a:lnTo>
                <a:lnTo>
                  <a:pt x="1042168" y="95250"/>
                </a:lnTo>
                <a:lnTo>
                  <a:pt x="1061114" y="95250"/>
                </a:lnTo>
                <a:lnTo>
                  <a:pt x="1080059" y="95250"/>
                </a:lnTo>
                <a:lnTo>
                  <a:pt x="1099014" y="95250"/>
                </a:lnTo>
                <a:lnTo>
                  <a:pt x="1117959" y="95250"/>
                </a:lnTo>
                <a:lnTo>
                  <a:pt x="1136904" y="95250"/>
                </a:lnTo>
                <a:lnTo>
                  <a:pt x="1155859" y="95250"/>
                </a:lnTo>
                <a:lnTo>
                  <a:pt x="1174804" y="95250"/>
                </a:lnTo>
                <a:lnTo>
                  <a:pt x="1193749" y="95250"/>
                </a:lnTo>
                <a:lnTo>
                  <a:pt x="1212704" y="95250"/>
                </a:lnTo>
                <a:lnTo>
                  <a:pt x="1231649" y="95250"/>
                </a:lnTo>
                <a:lnTo>
                  <a:pt x="1250594" y="95250"/>
                </a:lnTo>
                <a:lnTo>
                  <a:pt x="1268825" y="91650"/>
                </a:lnTo>
                <a:lnTo>
                  <a:pt x="1286332" y="84392"/>
                </a:lnTo>
                <a:lnTo>
                  <a:pt x="1303830" y="77124"/>
                </a:lnTo>
                <a:lnTo>
                  <a:pt x="1321337" y="69866"/>
                </a:lnTo>
                <a:lnTo>
                  <a:pt x="1338834" y="62608"/>
                </a:lnTo>
                <a:lnTo>
                  <a:pt x="1356341" y="55340"/>
                </a:lnTo>
                <a:lnTo>
                  <a:pt x="1373838" y="48082"/>
                </a:lnTo>
                <a:lnTo>
                  <a:pt x="1391345" y="40815"/>
                </a:lnTo>
                <a:lnTo>
                  <a:pt x="1408843" y="33557"/>
                </a:lnTo>
                <a:lnTo>
                  <a:pt x="1426340" y="26289"/>
                </a:lnTo>
                <a:lnTo>
                  <a:pt x="1443847" y="19031"/>
                </a:lnTo>
                <a:lnTo>
                  <a:pt x="1461345" y="11773"/>
                </a:lnTo>
                <a:lnTo>
                  <a:pt x="1478852" y="4505"/>
                </a:lnTo>
                <a:lnTo>
                  <a:pt x="1482519" y="0"/>
                </a:lnTo>
                <a:lnTo>
                  <a:pt x="1463573" y="0"/>
                </a:lnTo>
                <a:lnTo>
                  <a:pt x="1444628" y="0"/>
                </a:lnTo>
                <a:lnTo>
                  <a:pt x="1425673" y="0"/>
                </a:lnTo>
                <a:lnTo>
                  <a:pt x="1406728" y="0"/>
                </a:lnTo>
                <a:lnTo>
                  <a:pt x="1387783" y="0"/>
                </a:lnTo>
                <a:lnTo>
                  <a:pt x="1368828" y="0"/>
                </a:lnTo>
                <a:lnTo>
                  <a:pt x="1349883" y="0"/>
                </a:lnTo>
                <a:lnTo>
                  <a:pt x="1330938" y="0"/>
                </a:lnTo>
                <a:lnTo>
                  <a:pt x="1311983" y="0"/>
                </a:lnTo>
                <a:lnTo>
                  <a:pt x="1293038" y="0"/>
                </a:lnTo>
                <a:lnTo>
                  <a:pt x="1274083" y="0"/>
                </a:lnTo>
                <a:lnTo>
                  <a:pt x="1255138" y="0"/>
                </a:lnTo>
                <a:lnTo>
                  <a:pt x="1236193" y="0"/>
                </a:lnTo>
                <a:lnTo>
                  <a:pt x="1217238" y="0"/>
                </a:lnTo>
                <a:lnTo>
                  <a:pt x="1198293" y="0"/>
                </a:lnTo>
                <a:lnTo>
                  <a:pt x="1179347" y="0"/>
                </a:lnTo>
                <a:lnTo>
                  <a:pt x="1160393" y="0"/>
                </a:lnTo>
                <a:lnTo>
                  <a:pt x="1141447" y="0"/>
                </a:lnTo>
                <a:lnTo>
                  <a:pt x="1122502" y="0"/>
                </a:lnTo>
                <a:lnTo>
                  <a:pt x="1103547" y="0"/>
                </a:lnTo>
                <a:lnTo>
                  <a:pt x="1084602" y="0"/>
                </a:lnTo>
                <a:lnTo>
                  <a:pt x="1065657" y="0"/>
                </a:lnTo>
                <a:lnTo>
                  <a:pt x="1046702" y="0"/>
                </a:lnTo>
                <a:lnTo>
                  <a:pt x="1027757" y="0"/>
                </a:lnTo>
                <a:lnTo>
                  <a:pt x="1008812" y="0"/>
                </a:lnTo>
                <a:lnTo>
                  <a:pt x="989857" y="0"/>
                </a:lnTo>
                <a:lnTo>
                  <a:pt x="970912" y="0"/>
                </a:lnTo>
                <a:lnTo>
                  <a:pt x="951967" y="0"/>
                </a:lnTo>
                <a:lnTo>
                  <a:pt x="933012" y="0"/>
                </a:lnTo>
                <a:lnTo>
                  <a:pt x="914067" y="0"/>
                </a:lnTo>
                <a:lnTo>
                  <a:pt x="895121" y="0"/>
                </a:lnTo>
                <a:lnTo>
                  <a:pt x="876167" y="0"/>
                </a:lnTo>
                <a:lnTo>
                  <a:pt x="857221" y="0"/>
                </a:lnTo>
                <a:lnTo>
                  <a:pt x="838276" y="0"/>
                </a:lnTo>
                <a:lnTo>
                  <a:pt x="819321" y="0"/>
                </a:lnTo>
                <a:lnTo>
                  <a:pt x="800376" y="0"/>
                </a:lnTo>
                <a:lnTo>
                  <a:pt x="781431" y="0"/>
                </a:lnTo>
                <a:lnTo>
                  <a:pt x="762476" y="0"/>
                </a:lnTo>
                <a:lnTo>
                  <a:pt x="743531" y="0"/>
                </a:lnTo>
                <a:lnTo>
                  <a:pt x="724586" y="0"/>
                </a:lnTo>
                <a:lnTo>
                  <a:pt x="705631" y="0"/>
                </a:lnTo>
                <a:lnTo>
                  <a:pt x="686686" y="0"/>
                </a:lnTo>
                <a:lnTo>
                  <a:pt x="667741" y="0"/>
                </a:lnTo>
                <a:lnTo>
                  <a:pt x="648786" y="0"/>
                </a:lnTo>
                <a:lnTo>
                  <a:pt x="629841" y="0"/>
                </a:lnTo>
                <a:lnTo>
                  <a:pt x="610895" y="0"/>
                </a:lnTo>
                <a:lnTo>
                  <a:pt x="591941" y="0"/>
                </a:lnTo>
                <a:lnTo>
                  <a:pt x="572995" y="0"/>
                </a:lnTo>
                <a:lnTo>
                  <a:pt x="554050" y="0"/>
                </a:lnTo>
                <a:lnTo>
                  <a:pt x="535095" y="0"/>
                </a:lnTo>
                <a:lnTo>
                  <a:pt x="516150" y="0"/>
                </a:lnTo>
                <a:lnTo>
                  <a:pt x="497205" y="0"/>
                </a:lnTo>
                <a:lnTo>
                  <a:pt x="478250" y="0"/>
                </a:lnTo>
                <a:lnTo>
                  <a:pt x="459305" y="0"/>
                </a:lnTo>
                <a:lnTo>
                  <a:pt x="440360" y="0"/>
                </a:lnTo>
                <a:lnTo>
                  <a:pt x="421405" y="0"/>
                </a:lnTo>
                <a:lnTo>
                  <a:pt x="402460" y="0"/>
                </a:lnTo>
                <a:lnTo>
                  <a:pt x="383515" y="0"/>
                </a:lnTo>
                <a:lnTo>
                  <a:pt x="364560" y="0"/>
                </a:lnTo>
                <a:lnTo>
                  <a:pt x="345615" y="0"/>
                </a:lnTo>
                <a:lnTo>
                  <a:pt x="326669" y="0"/>
                </a:lnTo>
                <a:lnTo>
                  <a:pt x="307715" y="0"/>
                </a:lnTo>
                <a:lnTo>
                  <a:pt x="289617" y="5591"/>
                </a:lnTo>
                <a:lnTo>
                  <a:pt x="271510" y="11192"/>
                </a:lnTo>
                <a:lnTo>
                  <a:pt x="253413" y="16793"/>
                </a:lnTo>
                <a:lnTo>
                  <a:pt x="235315" y="22403"/>
                </a:lnTo>
                <a:lnTo>
                  <a:pt x="217208" y="28004"/>
                </a:lnTo>
                <a:lnTo>
                  <a:pt x="199111" y="33604"/>
                </a:lnTo>
                <a:lnTo>
                  <a:pt x="181004" y="39214"/>
                </a:lnTo>
                <a:lnTo>
                  <a:pt x="162906" y="44815"/>
                </a:lnTo>
                <a:lnTo>
                  <a:pt x="144809" y="50416"/>
                </a:lnTo>
                <a:lnTo>
                  <a:pt x="126702" y="56026"/>
                </a:lnTo>
                <a:lnTo>
                  <a:pt x="108604" y="61627"/>
                </a:lnTo>
                <a:lnTo>
                  <a:pt x="90507" y="67227"/>
                </a:lnTo>
                <a:lnTo>
                  <a:pt x="72400" y="72838"/>
                </a:lnTo>
                <a:lnTo>
                  <a:pt x="54302" y="78438"/>
                </a:lnTo>
                <a:lnTo>
                  <a:pt x="36205" y="84039"/>
                </a:lnTo>
                <a:lnTo>
                  <a:pt x="18098" y="89649"/>
                </a:lnTo>
                <a:lnTo>
                  <a:pt x="0" y="9525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CC2150D-3C22-462F-A3FF-0C9A27F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598" y="3751898"/>
            <a:ext cx="1393508" cy="95250"/>
          </a:xfrm>
          <a:custGeom xmlns:a="http://schemas.openxmlformats.org/drawingml/2006/main">
            <a:pathLst>
              <a:path w="1393508" h="95250">
                <a:moveTo>
                  <a:pt x="0" y="95250"/>
                </a:moveTo>
                <a:lnTo>
                  <a:pt x="18831" y="95250"/>
                </a:lnTo>
                <a:lnTo>
                  <a:pt x="37662" y="95250"/>
                </a:lnTo>
                <a:lnTo>
                  <a:pt x="56493" y="95250"/>
                </a:lnTo>
                <a:lnTo>
                  <a:pt x="75324" y="95250"/>
                </a:lnTo>
                <a:lnTo>
                  <a:pt x="94155" y="95250"/>
                </a:lnTo>
                <a:lnTo>
                  <a:pt x="112986" y="95250"/>
                </a:lnTo>
                <a:lnTo>
                  <a:pt x="131816" y="95250"/>
                </a:lnTo>
                <a:lnTo>
                  <a:pt x="150638" y="95250"/>
                </a:lnTo>
                <a:lnTo>
                  <a:pt x="169469" y="95250"/>
                </a:lnTo>
                <a:lnTo>
                  <a:pt x="188300" y="95250"/>
                </a:lnTo>
                <a:lnTo>
                  <a:pt x="207131" y="95250"/>
                </a:lnTo>
                <a:lnTo>
                  <a:pt x="225962" y="95250"/>
                </a:lnTo>
                <a:lnTo>
                  <a:pt x="244793" y="95250"/>
                </a:lnTo>
                <a:lnTo>
                  <a:pt x="263623" y="95250"/>
                </a:lnTo>
                <a:lnTo>
                  <a:pt x="282454" y="95250"/>
                </a:lnTo>
                <a:lnTo>
                  <a:pt x="301285" y="95250"/>
                </a:lnTo>
                <a:lnTo>
                  <a:pt x="320116" y="95250"/>
                </a:lnTo>
                <a:lnTo>
                  <a:pt x="338947" y="95250"/>
                </a:lnTo>
                <a:lnTo>
                  <a:pt x="357778" y="95250"/>
                </a:lnTo>
                <a:lnTo>
                  <a:pt x="376609" y="95250"/>
                </a:lnTo>
                <a:lnTo>
                  <a:pt x="395440" y="95250"/>
                </a:lnTo>
                <a:lnTo>
                  <a:pt x="414261" y="95250"/>
                </a:lnTo>
                <a:lnTo>
                  <a:pt x="433092" y="95250"/>
                </a:lnTo>
                <a:lnTo>
                  <a:pt x="451923" y="95250"/>
                </a:lnTo>
                <a:lnTo>
                  <a:pt x="470754" y="95250"/>
                </a:lnTo>
                <a:lnTo>
                  <a:pt x="489585" y="95250"/>
                </a:lnTo>
                <a:lnTo>
                  <a:pt x="508416" y="95250"/>
                </a:lnTo>
                <a:lnTo>
                  <a:pt x="527247" y="95250"/>
                </a:lnTo>
                <a:lnTo>
                  <a:pt x="546078" y="95250"/>
                </a:lnTo>
                <a:lnTo>
                  <a:pt x="564909" y="95250"/>
                </a:lnTo>
                <a:lnTo>
                  <a:pt x="583740" y="95250"/>
                </a:lnTo>
                <a:lnTo>
                  <a:pt x="602571" y="95250"/>
                </a:lnTo>
                <a:lnTo>
                  <a:pt x="621401" y="95250"/>
                </a:lnTo>
                <a:lnTo>
                  <a:pt x="640232" y="95250"/>
                </a:lnTo>
                <a:lnTo>
                  <a:pt x="659063" y="95250"/>
                </a:lnTo>
                <a:lnTo>
                  <a:pt x="677885" y="95250"/>
                </a:lnTo>
                <a:lnTo>
                  <a:pt x="696716" y="95250"/>
                </a:lnTo>
                <a:lnTo>
                  <a:pt x="715547" y="95250"/>
                </a:lnTo>
                <a:lnTo>
                  <a:pt x="734378" y="95250"/>
                </a:lnTo>
                <a:lnTo>
                  <a:pt x="753208" y="95250"/>
                </a:lnTo>
                <a:lnTo>
                  <a:pt x="772039" y="95250"/>
                </a:lnTo>
                <a:lnTo>
                  <a:pt x="790870" y="95250"/>
                </a:lnTo>
                <a:lnTo>
                  <a:pt x="809701" y="95250"/>
                </a:lnTo>
                <a:lnTo>
                  <a:pt x="828532" y="95250"/>
                </a:lnTo>
                <a:lnTo>
                  <a:pt x="847363" y="95250"/>
                </a:lnTo>
                <a:lnTo>
                  <a:pt x="866194" y="95250"/>
                </a:lnTo>
                <a:lnTo>
                  <a:pt x="885025" y="95250"/>
                </a:lnTo>
                <a:lnTo>
                  <a:pt x="903856" y="95250"/>
                </a:lnTo>
                <a:lnTo>
                  <a:pt x="922687" y="95250"/>
                </a:lnTo>
                <a:lnTo>
                  <a:pt x="941508" y="95250"/>
                </a:lnTo>
                <a:lnTo>
                  <a:pt x="960339" y="95250"/>
                </a:lnTo>
                <a:lnTo>
                  <a:pt x="979170" y="95250"/>
                </a:lnTo>
                <a:lnTo>
                  <a:pt x="998001" y="95250"/>
                </a:lnTo>
                <a:lnTo>
                  <a:pt x="1016832" y="95250"/>
                </a:lnTo>
                <a:lnTo>
                  <a:pt x="1035663" y="95250"/>
                </a:lnTo>
                <a:lnTo>
                  <a:pt x="1054494" y="95250"/>
                </a:lnTo>
                <a:lnTo>
                  <a:pt x="1073325" y="95250"/>
                </a:lnTo>
                <a:lnTo>
                  <a:pt x="1092156" y="95250"/>
                </a:lnTo>
                <a:lnTo>
                  <a:pt x="1110986" y="95250"/>
                </a:lnTo>
                <a:lnTo>
                  <a:pt x="1129817" y="95250"/>
                </a:lnTo>
                <a:lnTo>
                  <a:pt x="1148648" y="95250"/>
                </a:lnTo>
                <a:lnTo>
                  <a:pt x="1167003" y="92831"/>
                </a:lnTo>
                <a:lnTo>
                  <a:pt x="1184424" y="85687"/>
                </a:lnTo>
                <a:lnTo>
                  <a:pt x="1201845" y="78553"/>
                </a:lnTo>
                <a:lnTo>
                  <a:pt x="1219267" y="71409"/>
                </a:lnTo>
                <a:lnTo>
                  <a:pt x="1236697" y="64265"/>
                </a:lnTo>
                <a:lnTo>
                  <a:pt x="1254119" y="57131"/>
                </a:lnTo>
                <a:lnTo>
                  <a:pt x="1271540" y="49987"/>
                </a:lnTo>
                <a:lnTo>
                  <a:pt x="1288961" y="42843"/>
                </a:lnTo>
                <a:lnTo>
                  <a:pt x="1306392" y="35700"/>
                </a:lnTo>
                <a:lnTo>
                  <a:pt x="1323813" y="28565"/>
                </a:lnTo>
                <a:lnTo>
                  <a:pt x="1341234" y="21422"/>
                </a:lnTo>
                <a:lnTo>
                  <a:pt x="1358656" y="14278"/>
                </a:lnTo>
                <a:lnTo>
                  <a:pt x="1376086" y="7144"/>
                </a:lnTo>
                <a:lnTo>
                  <a:pt x="1393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D2A3B34-112D-4561-A7D1-8C16BC8E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2398" y="3751898"/>
            <a:ext cx="1088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A7474C9D-CCF0-4050-9EC1-79A1CEFC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8383" y="3224794"/>
            <a:ext cx="151448" cy="339461"/>
          </a:xfrm>
          <a:custGeom xmlns:a="http://schemas.openxmlformats.org/drawingml/2006/main">
            <a:pathLst>
              <a:path w="151448" h="339461">
                <a:moveTo>
                  <a:pt x="0" y="339461"/>
                </a:moveTo>
                <a:lnTo>
                  <a:pt x="0" y="320697"/>
                </a:lnTo>
                <a:lnTo>
                  <a:pt x="0" y="301923"/>
                </a:lnTo>
                <a:lnTo>
                  <a:pt x="0" y="283150"/>
                </a:lnTo>
                <a:lnTo>
                  <a:pt x="0" y="264376"/>
                </a:lnTo>
                <a:lnTo>
                  <a:pt x="0" y="245602"/>
                </a:lnTo>
                <a:lnTo>
                  <a:pt x="0" y="226828"/>
                </a:lnTo>
                <a:lnTo>
                  <a:pt x="0" y="208064"/>
                </a:lnTo>
                <a:lnTo>
                  <a:pt x="0" y="189290"/>
                </a:lnTo>
                <a:lnTo>
                  <a:pt x="0" y="170517"/>
                </a:lnTo>
                <a:lnTo>
                  <a:pt x="0" y="151743"/>
                </a:lnTo>
                <a:lnTo>
                  <a:pt x="0" y="132969"/>
                </a:lnTo>
                <a:lnTo>
                  <a:pt x="0" y="114195"/>
                </a:lnTo>
                <a:lnTo>
                  <a:pt x="0" y="95421"/>
                </a:lnTo>
                <a:lnTo>
                  <a:pt x="0" y="76657"/>
                </a:lnTo>
                <a:lnTo>
                  <a:pt x="0" y="57883"/>
                </a:lnTo>
                <a:lnTo>
                  <a:pt x="16202" y="50054"/>
                </a:lnTo>
                <a:lnTo>
                  <a:pt x="33614" y="43043"/>
                </a:lnTo>
                <a:lnTo>
                  <a:pt x="51025" y="36033"/>
                </a:lnTo>
                <a:lnTo>
                  <a:pt x="68447" y="29023"/>
                </a:lnTo>
                <a:lnTo>
                  <a:pt x="85858" y="22012"/>
                </a:lnTo>
                <a:lnTo>
                  <a:pt x="103270" y="15002"/>
                </a:lnTo>
                <a:lnTo>
                  <a:pt x="120691" y="7991"/>
                </a:lnTo>
                <a:lnTo>
                  <a:pt x="138103" y="981"/>
                </a:lnTo>
                <a:lnTo>
                  <a:pt x="151448" y="0"/>
                </a:lnTo>
                <a:lnTo>
                  <a:pt x="151448" y="18774"/>
                </a:lnTo>
                <a:lnTo>
                  <a:pt x="151448" y="37548"/>
                </a:lnTo>
                <a:lnTo>
                  <a:pt x="151448" y="56321"/>
                </a:lnTo>
                <a:lnTo>
                  <a:pt x="151448" y="75086"/>
                </a:lnTo>
                <a:lnTo>
                  <a:pt x="151448" y="93859"/>
                </a:lnTo>
                <a:lnTo>
                  <a:pt x="151448" y="112633"/>
                </a:lnTo>
                <a:lnTo>
                  <a:pt x="151448" y="131407"/>
                </a:lnTo>
                <a:lnTo>
                  <a:pt x="151448" y="150181"/>
                </a:lnTo>
                <a:lnTo>
                  <a:pt x="151448" y="168954"/>
                </a:lnTo>
                <a:lnTo>
                  <a:pt x="151448" y="187719"/>
                </a:lnTo>
                <a:lnTo>
                  <a:pt x="151448" y="206492"/>
                </a:lnTo>
                <a:lnTo>
                  <a:pt x="151448" y="225266"/>
                </a:lnTo>
                <a:lnTo>
                  <a:pt x="151448" y="244040"/>
                </a:lnTo>
                <a:lnTo>
                  <a:pt x="150162" y="262023"/>
                </a:lnTo>
                <a:lnTo>
                  <a:pt x="133474" y="270634"/>
                </a:lnTo>
                <a:lnTo>
                  <a:pt x="116786" y="279235"/>
                </a:lnTo>
                <a:lnTo>
                  <a:pt x="100108" y="287836"/>
                </a:lnTo>
                <a:lnTo>
                  <a:pt x="83420" y="296447"/>
                </a:lnTo>
                <a:lnTo>
                  <a:pt x="66742" y="305048"/>
                </a:lnTo>
                <a:lnTo>
                  <a:pt x="50054" y="313649"/>
                </a:lnTo>
                <a:lnTo>
                  <a:pt x="33366" y="322259"/>
                </a:lnTo>
                <a:lnTo>
                  <a:pt x="16688" y="330860"/>
                </a:lnTo>
                <a:lnTo>
                  <a:pt x="0" y="33946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4183CD24-05EB-48EC-ADD3-263649CB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3486150"/>
            <a:ext cx="1408928" cy="78105"/>
          </a:xfrm>
          <a:custGeom xmlns:a="http://schemas.openxmlformats.org/drawingml/2006/main">
            <a:pathLst>
              <a:path w="1408928" h="78105">
                <a:moveTo>
                  <a:pt x="0" y="78105"/>
                </a:moveTo>
                <a:lnTo>
                  <a:pt x="19031" y="78105"/>
                </a:lnTo>
                <a:lnTo>
                  <a:pt x="38071" y="78105"/>
                </a:lnTo>
                <a:lnTo>
                  <a:pt x="57102" y="78105"/>
                </a:lnTo>
                <a:lnTo>
                  <a:pt x="76133" y="78105"/>
                </a:lnTo>
                <a:lnTo>
                  <a:pt x="95174" y="78105"/>
                </a:lnTo>
                <a:lnTo>
                  <a:pt x="114205" y="78105"/>
                </a:lnTo>
                <a:lnTo>
                  <a:pt x="133236" y="78105"/>
                </a:lnTo>
                <a:lnTo>
                  <a:pt x="152267" y="78105"/>
                </a:lnTo>
                <a:lnTo>
                  <a:pt x="171307" y="78105"/>
                </a:lnTo>
                <a:lnTo>
                  <a:pt x="190338" y="78105"/>
                </a:lnTo>
                <a:lnTo>
                  <a:pt x="209369" y="78105"/>
                </a:lnTo>
                <a:lnTo>
                  <a:pt x="228410" y="78105"/>
                </a:lnTo>
                <a:lnTo>
                  <a:pt x="247440" y="78105"/>
                </a:lnTo>
                <a:lnTo>
                  <a:pt x="266471" y="78105"/>
                </a:lnTo>
                <a:lnTo>
                  <a:pt x="285512" y="78105"/>
                </a:lnTo>
                <a:lnTo>
                  <a:pt x="304543" y="78105"/>
                </a:lnTo>
                <a:lnTo>
                  <a:pt x="323574" y="78105"/>
                </a:lnTo>
                <a:lnTo>
                  <a:pt x="342614" y="78105"/>
                </a:lnTo>
                <a:lnTo>
                  <a:pt x="361645" y="78105"/>
                </a:lnTo>
                <a:lnTo>
                  <a:pt x="380676" y="78105"/>
                </a:lnTo>
                <a:lnTo>
                  <a:pt x="399717" y="78105"/>
                </a:lnTo>
                <a:lnTo>
                  <a:pt x="418748" y="78105"/>
                </a:lnTo>
                <a:lnTo>
                  <a:pt x="437779" y="78105"/>
                </a:lnTo>
                <a:lnTo>
                  <a:pt x="456809" y="78105"/>
                </a:lnTo>
                <a:lnTo>
                  <a:pt x="475850" y="78105"/>
                </a:lnTo>
                <a:lnTo>
                  <a:pt x="494881" y="78105"/>
                </a:lnTo>
                <a:lnTo>
                  <a:pt x="513912" y="78105"/>
                </a:lnTo>
                <a:lnTo>
                  <a:pt x="532952" y="78105"/>
                </a:lnTo>
                <a:lnTo>
                  <a:pt x="551983" y="78105"/>
                </a:lnTo>
                <a:lnTo>
                  <a:pt x="571014" y="78105"/>
                </a:lnTo>
                <a:lnTo>
                  <a:pt x="590055" y="78105"/>
                </a:lnTo>
                <a:lnTo>
                  <a:pt x="609086" y="78105"/>
                </a:lnTo>
                <a:lnTo>
                  <a:pt x="628117" y="78105"/>
                </a:lnTo>
                <a:lnTo>
                  <a:pt x="647157" y="78105"/>
                </a:lnTo>
                <a:lnTo>
                  <a:pt x="666188" y="78105"/>
                </a:lnTo>
                <a:lnTo>
                  <a:pt x="685219" y="78105"/>
                </a:lnTo>
                <a:lnTo>
                  <a:pt x="704259" y="78105"/>
                </a:lnTo>
                <a:lnTo>
                  <a:pt x="723290" y="78105"/>
                </a:lnTo>
                <a:lnTo>
                  <a:pt x="742321" y="78105"/>
                </a:lnTo>
                <a:lnTo>
                  <a:pt x="761352" y="78105"/>
                </a:lnTo>
                <a:lnTo>
                  <a:pt x="780393" y="78105"/>
                </a:lnTo>
                <a:lnTo>
                  <a:pt x="799424" y="78105"/>
                </a:lnTo>
                <a:lnTo>
                  <a:pt x="818455" y="78105"/>
                </a:lnTo>
                <a:lnTo>
                  <a:pt x="837495" y="78105"/>
                </a:lnTo>
                <a:lnTo>
                  <a:pt x="856526" y="78105"/>
                </a:lnTo>
                <a:lnTo>
                  <a:pt x="875557" y="78105"/>
                </a:lnTo>
                <a:lnTo>
                  <a:pt x="894598" y="78105"/>
                </a:lnTo>
                <a:lnTo>
                  <a:pt x="913628" y="78105"/>
                </a:lnTo>
                <a:lnTo>
                  <a:pt x="932659" y="78105"/>
                </a:lnTo>
                <a:lnTo>
                  <a:pt x="951700" y="78105"/>
                </a:lnTo>
                <a:lnTo>
                  <a:pt x="970731" y="78105"/>
                </a:lnTo>
                <a:lnTo>
                  <a:pt x="989762" y="78105"/>
                </a:lnTo>
                <a:lnTo>
                  <a:pt x="1008802" y="78105"/>
                </a:lnTo>
                <a:lnTo>
                  <a:pt x="1027833" y="78105"/>
                </a:lnTo>
                <a:lnTo>
                  <a:pt x="1046864" y="78105"/>
                </a:lnTo>
                <a:lnTo>
                  <a:pt x="1065895" y="78105"/>
                </a:lnTo>
                <a:lnTo>
                  <a:pt x="1084936" y="78105"/>
                </a:lnTo>
                <a:lnTo>
                  <a:pt x="1103967" y="78105"/>
                </a:lnTo>
                <a:lnTo>
                  <a:pt x="1122998" y="78105"/>
                </a:lnTo>
                <a:lnTo>
                  <a:pt x="1142038" y="78105"/>
                </a:lnTo>
                <a:lnTo>
                  <a:pt x="1161069" y="78105"/>
                </a:lnTo>
                <a:lnTo>
                  <a:pt x="1180100" y="78105"/>
                </a:lnTo>
                <a:lnTo>
                  <a:pt x="1199140" y="78105"/>
                </a:lnTo>
                <a:lnTo>
                  <a:pt x="1218171" y="78105"/>
                </a:lnTo>
                <a:lnTo>
                  <a:pt x="1237202" y="78105"/>
                </a:lnTo>
                <a:lnTo>
                  <a:pt x="1256243" y="78105"/>
                </a:lnTo>
                <a:lnTo>
                  <a:pt x="1273588" y="71180"/>
                </a:lnTo>
                <a:lnTo>
                  <a:pt x="1290504" y="62455"/>
                </a:lnTo>
                <a:lnTo>
                  <a:pt x="1307421" y="53731"/>
                </a:lnTo>
                <a:lnTo>
                  <a:pt x="1324337" y="45006"/>
                </a:lnTo>
                <a:lnTo>
                  <a:pt x="1341263" y="36281"/>
                </a:lnTo>
                <a:lnTo>
                  <a:pt x="1358179" y="27556"/>
                </a:lnTo>
                <a:lnTo>
                  <a:pt x="1375096" y="18831"/>
                </a:lnTo>
                <a:lnTo>
                  <a:pt x="1392012" y="10106"/>
                </a:lnTo>
                <a:lnTo>
                  <a:pt x="1408928" y="1381"/>
                </a:lnTo>
                <a:lnTo>
                  <a:pt x="1395584" y="0"/>
                </a:lnTo>
                <a:lnTo>
                  <a:pt x="1376553" y="0"/>
                </a:lnTo>
                <a:lnTo>
                  <a:pt x="1357522" y="0"/>
                </a:lnTo>
                <a:lnTo>
                  <a:pt x="1338482" y="0"/>
                </a:lnTo>
                <a:lnTo>
                  <a:pt x="1319451" y="0"/>
                </a:lnTo>
                <a:lnTo>
                  <a:pt x="1300420" y="0"/>
                </a:lnTo>
                <a:lnTo>
                  <a:pt x="1281379" y="0"/>
                </a:lnTo>
                <a:lnTo>
                  <a:pt x="1262348" y="0"/>
                </a:lnTo>
                <a:lnTo>
                  <a:pt x="1243317" y="0"/>
                </a:lnTo>
                <a:lnTo>
                  <a:pt x="1224277" y="0"/>
                </a:lnTo>
                <a:lnTo>
                  <a:pt x="1205246" y="0"/>
                </a:lnTo>
                <a:lnTo>
                  <a:pt x="1186215" y="0"/>
                </a:lnTo>
                <a:lnTo>
                  <a:pt x="1167184" y="0"/>
                </a:lnTo>
                <a:lnTo>
                  <a:pt x="1148144" y="0"/>
                </a:lnTo>
                <a:lnTo>
                  <a:pt x="1129113" y="0"/>
                </a:lnTo>
                <a:lnTo>
                  <a:pt x="1110082" y="0"/>
                </a:lnTo>
                <a:lnTo>
                  <a:pt x="1091041" y="0"/>
                </a:lnTo>
                <a:lnTo>
                  <a:pt x="1072010" y="0"/>
                </a:lnTo>
                <a:lnTo>
                  <a:pt x="1052979" y="0"/>
                </a:lnTo>
                <a:lnTo>
                  <a:pt x="1033939" y="0"/>
                </a:lnTo>
                <a:lnTo>
                  <a:pt x="1014908" y="0"/>
                </a:lnTo>
                <a:lnTo>
                  <a:pt x="995877" y="0"/>
                </a:lnTo>
                <a:lnTo>
                  <a:pt x="976836" y="0"/>
                </a:lnTo>
                <a:lnTo>
                  <a:pt x="957805" y="0"/>
                </a:lnTo>
                <a:lnTo>
                  <a:pt x="938774" y="0"/>
                </a:lnTo>
                <a:lnTo>
                  <a:pt x="919734" y="0"/>
                </a:lnTo>
                <a:lnTo>
                  <a:pt x="900703" y="0"/>
                </a:lnTo>
                <a:lnTo>
                  <a:pt x="881672" y="0"/>
                </a:lnTo>
                <a:lnTo>
                  <a:pt x="862641" y="0"/>
                </a:lnTo>
                <a:lnTo>
                  <a:pt x="843601" y="0"/>
                </a:lnTo>
                <a:lnTo>
                  <a:pt x="824570" y="0"/>
                </a:lnTo>
                <a:lnTo>
                  <a:pt x="805539" y="0"/>
                </a:lnTo>
                <a:lnTo>
                  <a:pt x="786498" y="0"/>
                </a:lnTo>
                <a:lnTo>
                  <a:pt x="767467" y="0"/>
                </a:lnTo>
                <a:lnTo>
                  <a:pt x="748436" y="0"/>
                </a:lnTo>
                <a:lnTo>
                  <a:pt x="729396" y="0"/>
                </a:lnTo>
                <a:lnTo>
                  <a:pt x="710365" y="0"/>
                </a:lnTo>
                <a:lnTo>
                  <a:pt x="691334" y="0"/>
                </a:lnTo>
                <a:lnTo>
                  <a:pt x="672294" y="0"/>
                </a:lnTo>
                <a:lnTo>
                  <a:pt x="653263" y="0"/>
                </a:lnTo>
                <a:lnTo>
                  <a:pt x="634232" y="0"/>
                </a:lnTo>
                <a:lnTo>
                  <a:pt x="615191" y="0"/>
                </a:lnTo>
                <a:lnTo>
                  <a:pt x="596160" y="0"/>
                </a:lnTo>
                <a:lnTo>
                  <a:pt x="577129" y="0"/>
                </a:lnTo>
                <a:lnTo>
                  <a:pt x="558098" y="0"/>
                </a:lnTo>
                <a:lnTo>
                  <a:pt x="539058" y="0"/>
                </a:lnTo>
                <a:lnTo>
                  <a:pt x="520027" y="0"/>
                </a:lnTo>
                <a:lnTo>
                  <a:pt x="500996" y="0"/>
                </a:lnTo>
                <a:lnTo>
                  <a:pt x="481955" y="0"/>
                </a:lnTo>
                <a:lnTo>
                  <a:pt x="462925" y="0"/>
                </a:lnTo>
                <a:lnTo>
                  <a:pt x="443894" y="0"/>
                </a:lnTo>
                <a:lnTo>
                  <a:pt x="424853" y="0"/>
                </a:lnTo>
                <a:lnTo>
                  <a:pt x="405822" y="0"/>
                </a:lnTo>
                <a:lnTo>
                  <a:pt x="386791" y="0"/>
                </a:lnTo>
                <a:lnTo>
                  <a:pt x="367751" y="0"/>
                </a:lnTo>
                <a:lnTo>
                  <a:pt x="348720" y="0"/>
                </a:lnTo>
                <a:lnTo>
                  <a:pt x="329689" y="0"/>
                </a:lnTo>
                <a:lnTo>
                  <a:pt x="310658" y="0"/>
                </a:lnTo>
                <a:lnTo>
                  <a:pt x="291617" y="0"/>
                </a:lnTo>
                <a:lnTo>
                  <a:pt x="272586" y="0"/>
                </a:lnTo>
                <a:lnTo>
                  <a:pt x="253556" y="0"/>
                </a:lnTo>
                <a:lnTo>
                  <a:pt x="234515" y="0"/>
                </a:lnTo>
                <a:lnTo>
                  <a:pt x="216237" y="4534"/>
                </a:lnTo>
                <a:lnTo>
                  <a:pt x="198215" y="10658"/>
                </a:lnTo>
                <a:lnTo>
                  <a:pt x="180194" y="16793"/>
                </a:lnTo>
                <a:lnTo>
                  <a:pt x="162173" y="22927"/>
                </a:lnTo>
                <a:lnTo>
                  <a:pt x="144151" y="29061"/>
                </a:lnTo>
                <a:lnTo>
                  <a:pt x="126140" y="35185"/>
                </a:lnTo>
                <a:lnTo>
                  <a:pt x="108118" y="41319"/>
                </a:lnTo>
                <a:lnTo>
                  <a:pt x="90097" y="47454"/>
                </a:lnTo>
                <a:lnTo>
                  <a:pt x="72076" y="53578"/>
                </a:lnTo>
                <a:lnTo>
                  <a:pt x="54054" y="59712"/>
                </a:lnTo>
                <a:lnTo>
                  <a:pt x="36043" y="65846"/>
                </a:lnTo>
                <a:lnTo>
                  <a:pt x="18021" y="71971"/>
                </a:lnTo>
                <a:lnTo>
                  <a:pt x="0" y="7810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5A72A2F9-67C5-4121-8780-7CCDA01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755" y="3486150"/>
            <a:ext cx="1315403" cy="78105"/>
          </a:xfrm>
          <a:custGeom xmlns:a="http://schemas.openxmlformats.org/drawingml/2006/main">
            <a:pathLst>
              <a:path w="1315403" h="78105">
                <a:moveTo>
                  <a:pt x="0" y="78105"/>
                </a:moveTo>
                <a:lnTo>
                  <a:pt x="18793" y="78105"/>
                </a:lnTo>
                <a:lnTo>
                  <a:pt x="37576" y="78105"/>
                </a:lnTo>
                <a:lnTo>
                  <a:pt x="56369" y="78105"/>
                </a:lnTo>
                <a:lnTo>
                  <a:pt x="75162" y="78105"/>
                </a:lnTo>
                <a:lnTo>
                  <a:pt x="93945" y="78105"/>
                </a:lnTo>
                <a:lnTo>
                  <a:pt x="112738" y="78105"/>
                </a:lnTo>
                <a:lnTo>
                  <a:pt x="131521" y="78105"/>
                </a:lnTo>
                <a:lnTo>
                  <a:pt x="150314" y="78105"/>
                </a:lnTo>
                <a:lnTo>
                  <a:pt x="169107" y="78105"/>
                </a:lnTo>
                <a:lnTo>
                  <a:pt x="187890" y="78105"/>
                </a:lnTo>
                <a:lnTo>
                  <a:pt x="206683" y="78105"/>
                </a:lnTo>
                <a:lnTo>
                  <a:pt x="225476" y="78105"/>
                </a:lnTo>
                <a:lnTo>
                  <a:pt x="244259" y="78105"/>
                </a:lnTo>
                <a:lnTo>
                  <a:pt x="263052" y="78105"/>
                </a:lnTo>
                <a:lnTo>
                  <a:pt x="281845" y="78105"/>
                </a:lnTo>
                <a:lnTo>
                  <a:pt x="300628" y="78105"/>
                </a:lnTo>
                <a:lnTo>
                  <a:pt x="319421" y="78105"/>
                </a:lnTo>
                <a:lnTo>
                  <a:pt x="338204" y="78105"/>
                </a:lnTo>
                <a:lnTo>
                  <a:pt x="356997" y="78105"/>
                </a:lnTo>
                <a:lnTo>
                  <a:pt x="375790" y="78105"/>
                </a:lnTo>
                <a:lnTo>
                  <a:pt x="394573" y="78105"/>
                </a:lnTo>
                <a:lnTo>
                  <a:pt x="413366" y="78105"/>
                </a:lnTo>
                <a:lnTo>
                  <a:pt x="432159" y="78105"/>
                </a:lnTo>
                <a:lnTo>
                  <a:pt x="450942" y="78105"/>
                </a:lnTo>
                <a:lnTo>
                  <a:pt x="469735" y="78105"/>
                </a:lnTo>
                <a:lnTo>
                  <a:pt x="488528" y="78105"/>
                </a:lnTo>
                <a:lnTo>
                  <a:pt x="507311" y="78105"/>
                </a:lnTo>
                <a:lnTo>
                  <a:pt x="526104" y="78105"/>
                </a:lnTo>
                <a:lnTo>
                  <a:pt x="544887" y="78105"/>
                </a:lnTo>
                <a:lnTo>
                  <a:pt x="563680" y="78105"/>
                </a:lnTo>
                <a:lnTo>
                  <a:pt x="582473" y="78105"/>
                </a:lnTo>
                <a:lnTo>
                  <a:pt x="601256" y="78105"/>
                </a:lnTo>
                <a:lnTo>
                  <a:pt x="620049" y="78105"/>
                </a:lnTo>
                <a:lnTo>
                  <a:pt x="638842" y="78105"/>
                </a:lnTo>
                <a:lnTo>
                  <a:pt x="657625" y="78105"/>
                </a:lnTo>
                <a:lnTo>
                  <a:pt x="676418" y="78105"/>
                </a:lnTo>
                <a:lnTo>
                  <a:pt x="695211" y="78105"/>
                </a:lnTo>
                <a:lnTo>
                  <a:pt x="713994" y="78105"/>
                </a:lnTo>
                <a:lnTo>
                  <a:pt x="732787" y="78105"/>
                </a:lnTo>
                <a:lnTo>
                  <a:pt x="751570" y="78105"/>
                </a:lnTo>
                <a:lnTo>
                  <a:pt x="770363" y="78105"/>
                </a:lnTo>
                <a:lnTo>
                  <a:pt x="789156" y="78105"/>
                </a:lnTo>
                <a:lnTo>
                  <a:pt x="807939" y="78105"/>
                </a:lnTo>
                <a:lnTo>
                  <a:pt x="826732" y="78105"/>
                </a:lnTo>
                <a:lnTo>
                  <a:pt x="845525" y="78105"/>
                </a:lnTo>
                <a:lnTo>
                  <a:pt x="864308" y="78105"/>
                </a:lnTo>
                <a:lnTo>
                  <a:pt x="883101" y="78105"/>
                </a:lnTo>
                <a:lnTo>
                  <a:pt x="901884" y="78105"/>
                </a:lnTo>
                <a:lnTo>
                  <a:pt x="920677" y="78105"/>
                </a:lnTo>
                <a:lnTo>
                  <a:pt x="939470" y="78105"/>
                </a:lnTo>
                <a:lnTo>
                  <a:pt x="958253" y="78105"/>
                </a:lnTo>
                <a:lnTo>
                  <a:pt x="977046" y="78105"/>
                </a:lnTo>
                <a:lnTo>
                  <a:pt x="995839" y="78105"/>
                </a:lnTo>
                <a:lnTo>
                  <a:pt x="1014622" y="78105"/>
                </a:lnTo>
                <a:lnTo>
                  <a:pt x="1033415" y="78105"/>
                </a:lnTo>
                <a:lnTo>
                  <a:pt x="1052208" y="78105"/>
                </a:lnTo>
                <a:lnTo>
                  <a:pt x="1070991" y="78105"/>
                </a:lnTo>
                <a:lnTo>
                  <a:pt x="1089784" y="78105"/>
                </a:lnTo>
                <a:lnTo>
                  <a:pt x="1108567" y="78105"/>
                </a:lnTo>
                <a:lnTo>
                  <a:pt x="1127360" y="78105"/>
                </a:lnTo>
                <a:lnTo>
                  <a:pt x="1146153" y="78105"/>
                </a:lnTo>
                <a:lnTo>
                  <a:pt x="1164527" y="76371"/>
                </a:lnTo>
                <a:lnTo>
                  <a:pt x="1181291" y="67885"/>
                </a:lnTo>
                <a:lnTo>
                  <a:pt x="1198055" y="59398"/>
                </a:lnTo>
                <a:lnTo>
                  <a:pt x="1214819" y="50911"/>
                </a:lnTo>
                <a:lnTo>
                  <a:pt x="1231583" y="42424"/>
                </a:lnTo>
                <a:lnTo>
                  <a:pt x="1248347" y="33938"/>
                </a:lnTo>
                <a:lnTo>
                  <a:pt x="1265111" y="25460"/>
                </a:lnTo>
                <a:lnTo>
                  <a:pt x="1281875" y="16974"/>
                </a:lnTo>
                <a:lnTo>
                  <a:pt x="1298639" y="8487"/>
                </a:lnTo>
                <a:lnTo>
                  <a:pt x="13154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0A807C33-58BB-42FF-A8CC-098A584E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486150"/>
            <a:ext cx="1088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4EE82F1B-A9E5-48A4-8F2E-C4597A48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8540" y="3222355"/>
            <a:ext cx="73343" cy="125549"/>
          </a:xfrm>
          <a:custGeom xmlns:a="http://schemas.openxmlformats.org/drawingml/2006/main">
            <a:pathLst>
              <a:path w="73343" h="125549">
                <a:moveTo>
                  <a:pt x="0" y="59007"/>
                </a:moveTo>
                <a:lnTo>
                  <a:pt x="0" y="69266"/>
                </a:lnTo>
                <a:lnTo>
                  <a:pt x="0" y="79524"/>
                </a:lnTo>
                <a:lnTo>
                  <a:pt x="0" y="89783"/>
                </a:lnTo>
                <a:lnTo>
                  <a:pt x="0" y="100041"/>
                </a:lnTo>
                <a:lnTo>
                  <a:pt x="0" y="110300"/>
                </a:lnTo>
                <a:lnTo>
                  <a:pt x="0" y="120558"/>
                </a:lnTo>
                <a:lnTo>
                  <a:pt x="2496" y="125549"/>
                </a:lnTo>
                <a:lnTo>
                  <a:pt x="10430" y="119053"/>
                </a:lnTo>
                <a:lnTo>
                  <a:pt x="18374" y="112557"/>
                </a:lnTo>
                <a:lnTo>
                  <a:pt x="26308" y="106061"/>
                </a:lnTo>
                <a:lnTo>
                  <a:pt x="34252" y="99565"/>
                </a:lnTo>
                <a:lnTo>
                  <a:pt x="42186" y="93069"/>
                </a:lnTo>
                <a:lnTo>
                  <a:pt x="50130" y="86573"/>
                </a:lnTo>
                <a:lnTo>
                  <a:pt x="58064" y="80077"/>
                </a:lnTo>
                <a:lnTo>
                  <a:pt x="66008" y="73581"/>
                </a:lnTo>
                <a:lnTo>
                  <a:pt x="73343" y="66799"/>
                </a:lnTo>
                <a:lnTo>
                  <a:pt x="73343" y="56550"/>
                </a:lnTo>
                <a:lnTo>
                  <a:pt x="73343" y="46292"/>
                </a:lnTo>
                <a:lnTo>
                  <a:pt x="73343" y="36033"/>
                </a:lnTo>
                <a:lnTo>
                  <a:pt x="73343" y="25775"/>
                </a:lnTo>
                <a:lnTo>
                  <a:pt x="73343" y="15516"/>
                </a:lnTo>
                <a:lnTo>
                  <a:pt x="73343" y="5258"/>
                </a:lnTo>
                <a:lnTo>
                  <a:pt x="70999" y="0"/>
                </a:lnTo>
                <a:lnTo>
                  <a:pt x="63113" y="6553"/>
                </a:lnTo>
                <a:lnTo>
                  <a:pt x="55216" y="13116"/>
                </a:lnTo>
                <a:lnTo>
                  <a:pt x="47330" y="19669"/>
                </a:lnTo>
                <a:lnTo>
                  <a:pt x="39443" y="26222"/>
                </a:lnTo>
                <a:lnTo>
                  <a:pt x="31556" y="32785"/>
                </a:lnTo>
                <a:lnTo>
                  <a:pt x="23670" y="39338"/>
                </a:lnTo>
                <a:lnTo>
                  <a:pt x="15773" y="45901"/>
                </a:lnTo>
                <a:lnTo>
                  <a:pt x="7887" y="52454"/>
                </a:lnTo>
                <a:lnTo>
                  <a:pt x="0" y="59007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A44F458D-38D9-42B6-B955-C04E21EA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8383" y="3220403"/>
            <a:ext cx="1329566" cy="60960"/>
          </a:xfrm>
          <a:custGeom xmlns:a="http://schemas.openxmlformats.org/drawingml/2006/main">
            <a:pathLst>
              <a:path w="1329566" h="60960">
                <a:moveTo>
                  <a:pt x="0" y="60960"/>
                </a:moveTo>
                <a:lnTo>
                  <a:pt x="19021" y="60960"/>
                </a:lnTo>
                <a:lnTo>
                  <a:pt x="38043" y="60960"/>
                </a:lnTo>
                <a:lnTo>
                  <a:pt x="57064" y="60960"/>
                </a:lnTo>
                <a:lnTo>
                  <a:pt x="76076" y="60960"/>
                </a:lnTo>
                <a:lnTo>
                  <a:pt x="95098" y="60960"/>
                </a:lnTo>
                <a:lnTo>
                  <a:pt x="114119" y="60960"/>
                </a:lnTo>
                <a:lnTo>
                  <a:pt x="133140" y="60960"/>
                </a:lnTo>
                <a:lnTo>
                  <a:pt x="152162" y="60960"/>
                </a:lnTo>
                <a:lnTo>
                  <a:pt x="171183" y="60960"/>
                </a:lnTo>
                <a:lnTo>
                  <a:pt x="190195" y="60960"/>
                </a:lnTo>
                <a:lnTo>
                  <a:pt x="209217" y="60960"/>
                </a:lnTo>
                <a:lnTo>
                  <a:pt x="228238" y="60960"/>
                </a:lnTo>
                <a:lnTo>
                  <a:pt x="247259" y="60960"/>
                </a:lnTo>
                <a:lnTo>
                  <a:pt x="266281" y="60960"/>
                </a:lnTo>
                <a:lnTo>
                  <a:pt x="285302" y="60960"/>
                </a:lnTo>
                <a:lnTo>
                  <a:pt x="304324" y="60960"/>
                </a:lnTo>
                <a:lnTo>
                  <a:pt x="323336" y="60960"/>
                </a:lnTo>
                <a:lnTo>
                  <a:pt x="342357" y="60960"/>
                </a:lnTo>
                <a:lnTo>
                  <a:pt x="361379" y="60960"/>
                </a:lnTo>
                <a:lnTo>
                  <a:pt x="380400" y="60960"/>
                </a:lnTo>
                <a:lnTo>
                  <a:pt x="399421" y="60960"/>
                </a:lnTo>
                <a:lnTo>
                  <a:pt x="418443" y="60960"/>
                </a:lnTo>
                <a:lnTo>
                  <a:pt x="437455" y="60960"/>
                </a:lnTo>
                <a:lnTo>
                  <a:pt x="456476" y="60960"/>
                </a:lnTo>
                <a:lnTo>
                  <a:pt x="475498" y="60960"/>
                </a:lnTo>
                <a:lnTo>
                  <a:pt x="494519" y="60960"/>
                </a:lnTo>
                <a:lnTo>
                  <a:pt x="513540" y="60960"/>
                </a:lnTo>
                <a:lnTo>
                  <a:pt x="532562" y="60960"/>
                </a:lnTo>
                <a:lnTo>
                  <a:pt x="551583" y="60960"/>
                </a:lnTo>
                <a:lnTo>
                  <a:pt x="570595" y="60960"/>
                </a:lnTo>
                <a:lnTo>
                  <a:pt x="589617" y="60960"/>
                </a:lnTo>
                <a:lnTo>
                  <a:pt x="608638" y="60960"/>
                </a:lnTo>
                <a:lnTo>
                  <a:pt x="627659" y="60960"/>
                </a:lnTo>
                <a:lnTo>
                  <a:pt x="646681" y="60960"/>
                </a:lnTo>
                <a:lnTo>
                  <a:pt x="665702" y="60960"/>
                </a:lnTo>
                <a:lnTo>
                  <a:pt x="684714" y="60960"/>
                </a:lnTo>
                <a:lnTo>
                  <a:pt x="703736" y="60960"/>
                </a:lnTo>
                <a:lnTo>
                  <a:pt x="722757" y="60960"/>
                </a:lnTo>
                <a:lnTo>
                  <a:pt x="741778" y="60960"/>
                </a:lnTo>
                <a:lnTo>
                  <a:pt x="760800" y="60960"/>
                </a:lnTo>
                <a:lnTo>
                  <a:pt x="779821" y="60960"/>
                </a:lnTo>
                <a:lnTo>
                  <a:pt x="798843" y="60960"/>
                </a:lnTo>
                <a:lnTo>
                  <a:pt x="817855" y="60960"/>
                </a:lnTo>
                <a:lnTo>
                  <a:pt x="836876" y="60960"/>
                </a:lnTo>
                <a:lnTo>
                  <a:pt x="855897" y="60960"/>
                </a:lnTo>
                <a:lnTo>
                  <a:pt x="874919" y="60960"/>
                </a:lnTo>
                <a:lnTo>
                  <a:pt x="893940" y="60960"/>
                </a:lnTo>
                <a:lnTo>
                  <a:pt x="912962" y="60960"/>
                </a:lnTo>
                <a:lnTo>
                  <a:pt x="931974" y="60960"/>
                </a:lnTo>
                <a:lnTo>
                  <a:pt x="950995" y="60960"/>
                </a:lnTo>
                <a:lnTo>
                  <a:pt x="970016" y="60960"/>
                </a:lnTo>
                <a:lnTo>
                  <a:pt x="989038" y="60960"/>
                </a:lnTo>
                <a:lnTo>
                  <a:pt x="1008059" y="60960"/>
                </a:lnTo>
                <a:lnTo>
                  <a:pt x="1027081" y="60960"/>
                </a:lnTo>
                <a:lnTo>
                  <a:pt x="1046102" y="60960"/>
                </a:lnTo>
                <a:lnTo>
                  <a:pt x="1065114" y="60960"/>
                </a:lnTo>
                <a:lnTo>
                  <a:pt x="1084136" y="60960"/>
                </a:lnTo>
                <a:lnTo>
                  <a:pt x="1103157" y="60960"/>
                </a:lnTo>
                <a:lnTo>
                  <a:pt x="1122178" y="60960"/>
                </a:lnTo>
                <a:lnTo>
                  <a:pt x="1141200" y="60960"/>
                </a:lnTo>
                <a:lnTo>
                  <a:pt x="1160221" y="60960"/>
                </a:lnTo>
                <a:lnTo>
                  <a:pt x="1179243" y="60960"/>
                </a:lnTo>
                <a:lnTo>
                  <a:pt x="1198255" y="60960"/>
                </a:lnTo>
                <a:lnTo>
                  <a:pt x="1217276" y="60960"/>
                </a:lnTo>
                <a:lnTo>
                  <a:pt x="1236297" y="60960"/>
                </a:lnTo>
                <a:lnTo>
                  <a:pt x="1255319" y="60960"/>
                </a:lnTo>
                <a:lnTo>
                  <a:pt x="1271064" y="51892"/>
                </a:lnTo>
                <a:lnTo>
                  <a:pt x="1285694" y="39738"/>
                </a:lnTo>
                <a:lnTo>
                  <a:pt x="1300315" y="27584"/>
                </a:lnTo>
                <a:lnTo>
                  <a:pt x="1314945" y="15421"/>
                </a:lnTo>
                <a:lnTo>
                  <a:pt x="1329566" y="3267"/>
                </a:lnTo>
                <a:lnTo>
                  <a:pt x="1319594" y="0"/>
                </a:lnTo>
                <a:lnTo>
                  <a:pt x="1300572" y="0"/>
                </a:lnTo>
                <a:lnTo>
                  <a:pt x="1281551" y="0"/>
                </a:lnTo>
                <a:lnTo>
                  <a:pt x="1262529" y="0"/>
                </a:lnTo>
                <a:lnTo>
                  <a:pt x="1243508" y="0"/>
                </a:lnTo>
                <a:lnTo>
                  <a:pt x="1224486" y="0"/>
                </a:lnTo>
                <a:lnTo>
                  <a:pt x="1205465" y="0"/>
                </a:lnTo>
                <a:lnTo>
                  <a:pt x="1186453" y="0"/>
                </a:lnTo>
                <a:lnTo>
                  <a:pt x="1167432" y="0"/>
                </a:lnTo>
                <a:lnTo>
                  <a:pt x="1148410" y="0"/>
                </a:lnTo>
                <a:lnTo>
                  <a:pt x="1129389" y="0"/>
                </a:lnTo>
                <a:lnTo>
                  <a:pt x="1110367" y="0"/>
                </a:lnTo>
                <a:lnTo>
                  <a:pt x="1091346" y="0"/>
                </a:lnTo>
                <a:lnTo>
                  <a:pt x="1072334" y="0"/>
                </a:lnTo>
                <a:lnTo>
                  <a:pt x="1053313" y="0"/>
                </a:lnTo>
                <a:lnTo>
                  <a:pt x="1034291" y="0"/>
                </a:lnTo>
                <a:lnTo>
                  <a:pt x="1015270" y="0"/>
                </a:lnTo>
                <a:lnTo>
                  <a:pt x="996248" y="0"/>
                </a:lnTo>
                <a:lnTo>
                  <a:pt x="977227" y="0"/>
                </a:lnTo>
                <a:lnTo>
                  <a:pt x="958205" y="0"/>
                </a:lnTo>
                <a:lnTo>
                  <a:pt x="939194" y="0"/>
                </a:lnTo>
                <a:lnTo>
                  <a:pt x="920172" y="0"/>
                </a:lnTo>
                <a:lnTo>
                  <a:pt x="901151" y="0"/>
                </a:lnTo>
                <a:lnTo>
                  <a:pt x="882129" y="0"/>
                </a:lnTo>
                <a:lnTo>
                  <a:pt x="863108" y="0"/>
                </a:lnTo>
                <a:lnTo>
                  <a:pt x="844086" y="0"/>
                </a:lnTo>
                <a:lnTo>
                  <a:pt x="825075" y="0"/>
                </a:lnTo>
                <a:lnTo>
                  <a:pt x="806053" y="0"/>
                </a:lnTo>
                <a:lnTo>
                  <a:pt x="787032" y="0"/>
                </a:lnTo>
                <a:lnTo>
                  <a:pt x="768010" y="0"/>
                </a:lnTo>
                <a:lnTo>
                  <a:pt x="748989" y="0"/>
                </a:lnTo>
                <a:lnTo>
                  <a:pt x="729967" y="0"/>
                </a:lnTo>
                <a:lnTo>
                  <a:pt x="710946" y="0"/>
                </a:lnTo>
                <a:lnTo>
                  <a:pt x="691934" y="0"/>
                </a:lnTo>
                <a:lnTo>
                  <a:pt x="672913" y="0"/>
                </a:lnTo>
                <a:lnTo>
                  <a:pt x="653891" y="0"/>
                </a:lnTo>
                <a:lnTo>
                  <a:pt x="634870" y="0"/>
                </a:lnTo>
                <a:lnTo>
                  <a:pt x="615848" y="0"/>
                </a:lnTo>
                <a:lnTo>
                  <a:pt x="596827" y="0"/>
                </a:lnTo>
                <a:lnTo>
                  <a:pt x="577815" y="0"/>
                </a:lnTo>
                <a:lnTo>
                  <a:pt x="558794" y="0"/>
                </a:lnTo>
                <a:lnTo>
                  <a:pt x="539772" y="0"/>
                </a:lnTo>
                <a:lnTo>
                  <a:pt x="520751" y="0"/>
                </a:lnTo>
                <a:lnTo>
                  <a:pt x="501729" y="0"/>
                </a:lnTo>
                <a:lnTo>
                  <a:pt x="482708" y="0"/>
                </a:lnTo>
                <a:lnTo>
                  <a:pt x="463687" y="0"/>
                </a:lnTo>
                <a:lnTo>
                  <a:pt x="444675" y="0"/>
                </a:lnTo>
                <a:lnTo>
                  <a:pt x="425653" y="0"/>
                </a:lnTo>
                <a:lnTo>
                  <a:pt x="406632" y="0"/>
                </a:lnTo>
                <a:lnTo>
                  <a:pt x="387610" y="0"/>
                </a:lnTo>
                <a:lnTo>
                  <a:pt x="368589" y="0"/>
                </a:lnTo>
                <a:lnTo>
                  <a:pt x="349568" y="0"/>
                </a:lnTo>
                <a:lnTo>
                  <a:pt x="330556" y="0"/>
                </a:lnTo>
                <a:lnTo>
                  <a:pt x="311534" y="0"/>
                </a:lnTo>
                <a:lnTo>
                  <a:pt x="292513" y="0"/>
                </a:lnTo>
                <a:lnTo>
                  <a:pt x="273491" y="0"/>
                </a:lnTo>
                <a:lnTo>
                  <a:pt x="254470" y="0"/>
                </a:lnTo>
                <a:lnTo>
                  <a:pt x="235448" y="0"/>
                </a:lnTo>
                <a:lnTo>
                  <a:pt x="216427" y="0"/>
                </a:lnTo>
                <a:lnTo>
                  <a:pt x="197415" y="0"/>
                </a:lnTo>
                <a:lnTo>
                  <a:pt x="178394" y="0"/>
                </a:lnTo>
                <a:lnTo>
                  <a:pt x="159372" y="0"/>
                </a:lnTo>
                <a:lnTo>
                  <a:pt x="141151" y="4143"/>
                </a:lnTo>
                <a:lnTo>
                  <a:pt x="123511" y="11249"/>
                </a:lnTo>
                <a:lnTo>
                  <a:pt x="105870" y="18345"/>
                </a:lnTo>
                <a:lnTo>
                  <a:pt x="88221" y="25451"/>
                </a:lnTo>
                <a:lnTo>
                  <a:pt x="70580" y="32547"/>
                </a:lnTo>
                <a:lnTo>
                  <a:pt x="52930" y="39653"/>
                </a:lnTo>
                <a:lnTo>
                  <a:pt x="35290" y="46758"/>
                </a:lnTo>
                <a:lnTo>
                  <a:pt x="17640" y="53854"/>
                </a:lnTo>
                <a:lnTo>
                  <a:pt x="0" y="6096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1FC11581-78E0-45DB-AA0D-F45EC17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7913" y="3220403"/>
            <a:ext cx="1237298" cy="60960"/>
          </a:xfrm>
          <a:custGeom xmlns:a="http://schemas.openxmlformats.org/drawingml/2006/main">
            <a:pathLst>
              <a:path w="1237298" h="60960">
                <a:moveTo>
                  <a:pt x="0" y="60960"/>
                </a:moveTo>
                <a:lnTo>
                  <a:pt x="18783" y="60960"/>
                </a:lnTo>
                <a:lnTo>
                  <a:pt x="37576" y="60960"/>
                </a:lnTo>
                <a:lnTo>
                  <a:pt x="56359" y="60960"/>
                </a:lnTo>
                <a:lnTo>
                  <a:pt x="75143" y="60960"/>
                </a:lnTo>
                <a:lnTo>
                  <a:pt x="93936" y="60960"/>
                </a:lnTo>
                <a:lnTo>
                  <a:pt x="112719" y="60960"/>
                </a:lnTo>
                <a:lnTo>
                  <a:pt x="131502" y="60960"/>
                </a:lnTo>
                <a:lnTo>
                  <a:pt x="150295" y="60960"/>
                </a:lnTo>
                <a:lnTo>
                  <a:pt x="169078" y="60960"/>
                </a:lnTo>
                <a:lnTo>
                  <a:pt x="187862" y="60960"/>
                </a:lnTo>
                <a:lnTo>
                  <a:pt x="206645" y="60960"/>
                </a:lnTo>
                <a:lnTo>
                  <a:pt x="225438" y="60960"/>
                </a:lnTo>
                <a:lnTo>
                  <a:pt x="244221" y="60960"/>
                </a:lnTo>
                <a:lnTo>
                  <a:pt x="263004" y="60960"/>
                </a:lnTo>
                <a:lnTo>
                  <a:pt x="281797" y="60960"/>
                </a:lnTo>
                <a:lnTo>
                  <a:pt x="300580" y="60960"/>
                </a:lnTo>
                <a:lnTo>
                  <a:pt x="319364" y="60960"/>
                </a:lnTo>
                <a:lnTo>
                  <a:pt x="338157" y="60960"/>
                </a:lnTo>
                <a:lnTo>
                  <a:pt x="356940" y="60960"/>
                </a:lnTo>
                <a:lnTo>
                  <a:pt x="375723" y="60960"/>
                </a:lnTo>
                <a:lnTo>
                  <a:pt x="394516" y="60960"/>
                </a:lnTo>
                <a:lnTo>
                  <a:pt x="413299" y="60960"/>
                </a:lnTo>
                <a:lnTo>
                  <a:pt x="432083" y="60960"/>
                </a:lnTo>
                <a:lnTo>
                  <a:pt x="450875" y="60960"/>
                </a:lnTo>
                <a:lnTo>
                  <a:pt x="469659" y="60960"/>
                </a:lnTo>
                <a:lnTo>
                  <a:pt x="488442" y="60960"/>
                </a:lnTo>
                <a:lnTo>
                  <a:pt x="507225" y="60960"/>
                </a:lnTo>
                <a:lnTo>
                  <a:pt x="526018" y="60960"/>
                </a:lnTo>
                <a:lnTo>
                  <a:pt x="544801" y="60960"/>
                </a:lnTo>
                <a:lnTo>
                  <a:pt x="563585" y="60960"/>
                </a:lnTo>
                <a:lnTo>
                  <a:pt x="582378" y="60960"/>
                </a:lnTo>
                <a:lnTo>
                  <a:pt x="601161" y="60960"/>
                </a:lnTo>
                <a:lnTo>
                  <a:pt x="619944" y="60960"/>
                </a:lnTo>
                <a:lnTo>
                  <a:pt x="638737" y="60960"/>
                </a:lnTo>
                <a:lnTo>
                  <a:pt x="657520" y="60960"/>
                </a:lnTo>
                <a:lnTo>
                  <a:pt x="676304" y="60960"/>
                </a:lnTo>
                <a:lnTo>
                  <a:pt x="695096" y="60960"/>
                </a:lnTo>
                <a:lnTo>
                  <a:pt x="713880" y="60960"/>
                </a:lnTo>
                <a:lnTo>
                  <a:pt x="732663" y="60960"/>
                </a:lnTo>
                <a:lnTo>
                  <a:pt x="751456" y="60960"/>
                </a:lnTo>
                <a:lnTo>
                  <a:pt x="770239" y="60960"/>
                </a:lnTo>
                <a:lnTo>
                  <a:pt x="789022" y="60960"/>
                </a:lnTo>
                <a:lnTo>
                  <a:pt x="807806" y="60960"/>
                </a:lnTo>
                <a:lnTo>
                  <a:pt x="826599" y="60960"/>
                </a:lnTo>
                <a:lnTo>
                  <a:pt x="845382" y="60960"/>
                </a:lnTo>
                <a:lnTo>
                  <a:pt x="864165" y="60960"/>
                </a:lnTo>
                <a:lnTo>
                  <a:pt x="882958" y="60960"/>
                </a:lnTo>
                <a:lnTo>
                  <a:pt x="901741" y="60960"/>
                </a:lnTo>
                <a:lnTo>
                  <a:pt x="920525" y="60960"/>
                </a:lnTo>
                <a:lnTo>
                  <a:pt x="939317" y="60960"/>
                </a:lnTo>
                <a:lnTo>
                  <a:pt x="958101" y="60960"/>
                </a:lnTo>
                <a:lnTo>
                  <a:pt x="976884" y="60960"/>
                </a:lnTo>
                <a:lnTo>
                  <a:pt x="995677" y="60960"/>
                </a:lnTo>
                <a:lnTo>
                  <a:pt x="1014460" y="60960"/>
                </a:lnTo>
                <a:lnTo>
                  <a:pt x="1033243" y="60960"/>
                </a:lnTo>
                <a:lnTo>
                  <a:pt x="1052036" y="60960"/>
                </a:lnTo>
                <a:lnTo>
                  <a:pt x="1070820" y="60960"/>
                </a:lnTo>
                <a:lnTo>
                  <a:pt x="1089603" y="60960"/>
                </a:lnTo>
                <a:lnTo>
                  <a:pt x="1108386" y="60960"/>
                </a:lnTo>
                <a:lnTo>
                  <a:pt x="1127179" y="60960"/>
                </a:lnTo>
                <a:lnTo>
                  <a:pt x="1145962" y="60960"/>
                </a:lnTo>
                <a:lnTo>
                  <a:pt x="1163945" y="58674"/>
                </a:lnTo>
                <a:lnTo>
                  <a:pt x="1178624" y="46939"/>
                </a:lnTo>
                <a:lnTo>
                  <a:pt x="1193292" y="35204"/>
                </a:lnTo>
                <a:lnTo>
                  <a:pt x="1207961" y="23470"/>
                </a:lnTo>
                <a:lnTo>
                  <a:pt x="1222629" y="11735"/>
                </a:lnTo>
                <a:lnTo>
                  <a:pt x="1237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7ED458DE-BA62-4D22-9B70-031C497A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503" y="3220403"/>
            <a:ext cx="1088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7" name="capability-1-text-heading">
            <a:extLst xmlns:a="http://schemas.openxmlformats.org/drawingml/2006/main">
              <a:ext uri="{FF2B5EF4-FFF2-40B4-BE49-F238E27FC236}">
                <a16:creationId xmlns:a16="http://schemas.microsoft.com/office/drawing/2014/main" id="{DF4A8626-3DF9-485D-B4AD-8EF723CB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211" y="3132830"/>
            <a:ext cx="909638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48" name="capability-1-text-body">
            <a:extLst xmlns:a="http://schemas.openxmlformats.org/drawingml/2006/main">
              <a:ext uri="{FF2B5EF4-FFF2-40B4-BE49-F238E27FC236}">
                <a16:creationId xmlns:a16="http://schemas.microsoft.com/office/drawing/2014/main" id="{10BB0945-D5D9-4AC3-B649-91EB4AF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211" y="3392243"/>
            <a:ext cx="909638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</p:txBody>
      </p:sp>
      <p:sp>
        <p:nvSpPr>
          <p:cNvPr id="4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62D2F151-A538-4925-A8E2-273C64C7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2191" y="363944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0" name="capability-2-text-heading">
            <a:extLst xmlns:a="http://schemas.openxmlformats.org/drawingml/2006/main">
              <a:ext uri="{FF2B5EF4-FFF2-40B4-BE49-F238E27FC236}">
                <a16:creationId xmlns:a16="http://schemas.microsoft.com/office/drawing/2014/main" id="{3B48F231-9ACC-45E3-92C3-9E6E368B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344" y="2687984"/>
            <a:ext cx="909638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1" name="capability-2-text-body">
            <a:extLst xmlns:a="http://schemas.openxmlformats.org/drawingml/2006/main">
              <a:ext uri="{FF2B5EF4-FFF2-40B4-BE49-F238E27FC236}">
                <a16:creationId xmlns:a16="http://schemas.microsoft.com/office/drawing/2014/main" id="{82572E2B-E4B1-458A-86FC-74EF1B2B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344" y="2947397"/>
            <a:ext cx="909638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关联来源、参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数、输出</a:t>
            </a:r>
          </a:p>
        </p:txBody>
      </p:sp>
      <p:sp>
        <p:nvSpPr>
          <p:cNvPr id="5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E30EE6F1-4C5A-43C2-9DEF-B104378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3181" y="336515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3" name="capability-3-text-heading">
            <a:extLst xmlns:a="http://schemas.openxmlformats.org/drawingml/2006/main">
              <a:ext uri="{FF2B5EF4-FFF2-40B4-BE49-F238E27FC236}">
                <a16:creationId xmlns:a16="http://schemas.microsoft.com/office/drawing/2014/main" id="{D811DB67-386A-4FF1-A243-FB46380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9335" y="2584104"/>
            <a:ext cx="909638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54" name="capability-3-text-body">
            <a:extLst xmlns:a="http://schemas.openxmlformats.org/drawingml/2006/main">
              <a:ext uri="{FF2B5EF4-FFF2-40B4-BE49-F238E27FC236}">
                <a16:creationId xmlns:a16="http://schemas.microsoft.com/office/drawing/2014/main" id="{6F1855CF-7B54-4A0E-A467-428F955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9335" y="2843508"/>
            <a:ext cx="909638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复核后复用</a:t>
            </a:r>
          </a:p>
        </p:txBody>
      </p:sp>
      <p:sp>
        <p:nvSpPr>
          <p:cNvPr id="5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EC68DD2-F47D-4F95-8291-6CB9135F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4315" y="309071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6" name="PPAGENT_QA|parent=body-01-outside-evidence|role=container">
            <a:extLst xmlns:a="http://schemas.openxmlformats.org/drawingml/2006/main">
              <a:ext uri="{FF2B5EF4-FFF2-40B4-BE49-F238E27FC236}">
                <a16:creationId xmlns:a16="http://schemas.microsoft.com/office/drawing/2014/main" id="{4DB8EFC2-6608-4B9B-8627-BD25A9C9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57" name="PPAGENT_QA|parent=body-01-outside-evidence|role=accent">
            <a:extLst xmlns:a="http://schemas.openxmlformats.org/drawingml/2006/main">
              <a:ext uri="{FF2B5EF4-FFF2-40B4-BE49-F238E27FC236}">
                <a16:creationId xmlns:a16="http://schemas.microsoft.com/office/drawing/2014/main" id="{F1456BBC-FA05-400D-AF60-45C89669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within=body-01-outside-evidence|role=label">
            <a:extLst xmlns:a="http://schemas.openxmlformats.org/drawingml/2006/main">
              <a:ext uri="{FF2B5EF4-FFF2-40B4-BE49-F238E27FC236}">
                <a16:creationId xmlns:a16="http://schemas.microsoft.com/office/drawing/2014/main" id="{239A28B2-5303-4DB1-8A5F-9EB9839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准入规则</a:t>
            </a:r>
          </a:p>
        </p:txBody>
      </p:sp>
      <p:sp>
        <p:nvSpPr>
          <p:cNvPr id="59" name="PPAGENT_QA|within=body-01-outside-evidence|role=body">
            <a:extLst xmlns:a="http://schemas.openxmlformats.org/drawingml/2006/main">
              <a:ext uri="{FF2B5EF4-FFF2-40B4-BE49-F238E27FC236}">
                <a16:creationId xmlns:a16="http://schemas.microsoft.com/office/drawing/2014/main" id="{73F7F250-81D2-4B28-AA59-43EC56B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2575"/>
            <a:ext cx="1064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申请来自课题自荐、平台推荐与合作项目，且不按先后直接开放；资格、责任、记录缺一项则暂缓。进入后还须逐级具备证据，达可复用前不宣称跨项目推广。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完整记录与分级处置，守住异常责任归属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F864DC47-A959-4A07-B505-581E0A6E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563" y="2772004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647F1ED7-4866-4965-9BDE-E353E853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1900838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4A7E0184-4525-4137-B774-324FB696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1900838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F270ABFD-950D-4BD0-9B7A-E749EAF2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036" y="2799264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842E849B-7902-4161-945E-77A310D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404" y="2772004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035F2FEA-DBC8-43EA-9BF5-8B89CD9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1900838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C7A5E6DF-E66A-4A52-9EE3-943DA77C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1900838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73667848-603C-4F06-ACCF-6E494B0D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876" y="2799264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BF5C31CA-D1BC-4D5C-84B6-000F12C0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563" y="4071128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DDBDD013-716C-4C73-A635-A52878BD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199952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5ABEBDEC-A83B-46B2-9883-FC4569C6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199952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41CB49DF-48AF-40B5-97E7-C5EE8643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036" y="4098388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DF727EE0-7FCB-45A7-8763-01D9AD4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404" y="4071128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A98F4E51-AE73-4291-B9E9-E8CE139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199952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FD651FC0-2FD9-40DE-8E4C-BFBA75ED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199952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793C1483-62CC-4B03-B8F9-7A7950B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876" y="4098388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A35D0C87-BD3D-4552-9AD8-BDA9529B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511" y="1900838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DB01FC2B-82B3-4D1F-8856-C638D65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489" y="2180034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00954B71-A844-43C7-8828-7C47EF4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352" y="1900838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C4F42E03-9E0E-48C3-BCE4-EA1CFBA7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5330" y="2180034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53DAE767-8AD1-4563-A54E-181D9C0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511" y="3199952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2C857628-1E1D-4D2E-A1A7-3D35C9D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489" y="3479159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5F2347D7-591E-4CE5-B639-65BC50F1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352" y="3199952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3A1EF21D-8ED8-47C3-9989-F23EDF2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5330" y="3479159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13A0A780-C7C0-40AD-8666-69918D47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1900838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0696e94ce4850">
            <a:extLst>
              <a:ext uri="{96DAC541-7B7A-43D3-8B79-37D633B846F1}">
                <asvg:svgBlip xmlns:asvg="http://schemas.microsoft.com/office/drawing/2016/SVG/main" r:embed="Rb93568c2da2b44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5186" y="19024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3725E93F-19E8-4B2E-A3EE-A820599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1900838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241752bdc4e47">
            <a:extLst>
              <a:ext uri="{96DAC541-7B7A-43D3-8B79-37D633B846F1}">
                <asvg:svgBlip xmlns:asvg="http://schemas.microsoft.com/office/drawing/2016/SVG/main" r:embed="Ra3a8980c37a641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9027" y="19024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306D001E-86C0-4C88-89BF-ABE34E0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199952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1b9ec4fb44610">
            <a:extLst>
              <a:ext uri="{96DAC541-7B7A-43D3-8B79-37D633B846F1}">
                <asvg:svgBlip xmlns:asvg="http://schemas.microsoft.com/office/drawing/2016/SVG/main" r:embed="R51c17fbfcda348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5186" y="320159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A9B9FC87-FE96-4BF6-9D23-9D63D1C9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199952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410317836466e">
            <a:extLst>
              <a:ext uri="{96DAC541-7B7A-43D3-8B79-37D633B846F1}">
                <asvg:svgBlip xmlns:asvg="http://schemas.microsoft.com/office/drawing/2016/SVG/main" r:embed="R43af238e683e42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9027" y="320159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4662033-9CAE-4880-9ED5-18A48D21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7774496" y="1958435"/>
            <a:ext cx="3310519" cy="23522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48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F3993866-AE7D-4106-B56A-1A69ECB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5282" y="2324329"/>
            <a:ext cx="2148935" cy="566738"/>
          </a:xfrm>
          <a:custGeom xmlns:a="http://schemas.openxmlformats.org/drawingml/2006/main">
            <a:pathLst>
              <a:path w="2148935" h="566738">
                <a:moveTo>
                  <a:pt x="0" y="0"/>
                </a:moveTo>
                <a:lnTo>
                  <a:pt x="10992" y="17145"/>
                </a:lnTo>
                <a:lnTo>
                  <a:pt x="21984" y="34290"/>
                </a:lnTo>
                <a:lnTo>
                  <a:pt x="32976" y="51435"/>
                </a:lnTo>
                <a:lnTo>
                  <a:pt x="43967" y="68570"/>
                </a:lnTo>
                <a:lnTo>
                  <a:pt x="54969" y="85715"/>
                </a:lnTo>
                <a:lnTo>
                  <a:pt x="65961" y="102860"/>
                </a:lnTo>
                <a:lnTo>
                  <a:pt x="76952" y="120005"/>
                </a:lnTo>
                <a:lnTo>
                  <a:pt x="87944" y="137150"/>
                </a:lnTo>
                <a:lnTo>
                  <a:pt x="98936" y="154295"/>
                </a:lnTo>
                <a:lnTo>
                  <a:pt x="109928" y="171440"/>
                </a:lnTo>
                <a:lnTo>
                  <a:pt x="120920" y="188576"/>
                </a:lnTo>
                <a:lnTo>
                  <a:pt x="131912" y="205721"/>
                </a:lnTo>
                <a:lnTo>
                  <a:pt x="142904" y="222866"/>
                </a:lnTo>
                <a:lnTo>
                  <a:pt x="153895" y="240011"/>
                </a:lnTo>
                <a:lnTo>
                  <a:pt x="164897" y="257156"/>
                </a:lnTo>
                <a:lnTo>
                  <a:pt x="175889" y="274301"/>
                </a:lnTo>
                <a:lnTo>
                  <a:pt x="186881" y="291446"/>
                </a:lnTo>
                <a:lnTo>
                  <a:pt x="197872" y="308581"/>
                </a:lnTo>
                <a:lnTo>
                  <a:pt x="208864" y="325726"/>
                </a:lnTo>
                <a:lnTo>
                  <a:pt x="219856" y="342871"/>
                </a:lnTo>
                <a:lnTo>
                  <a:pt x="230848" y="360016"/>
                </a:lnTo>
                <a:lnTo>
                  <a:pt x="241840" y="377161"/>
                </a:lnTo>
                <a:lnTo>
                  <a:pt x="252832" y="394306"/>
                </a:lnTo>
                <a:lnTo>
                  <a:pt x="263823" y="411451"/>
                </a:lnTo>
                <a:lnTo>
                  <a:pt x="274825" y="428596"/>
                </a:lnTo>
                <a:lnTo>
                  <a:pt x="285817" y="445732"/>
                </a:lnTo>
                <a:lnTo>
                  <a:pt x="296809" y="462877"/>
                </a:lnTo>
                <a:lnTo>
                  <a:pt x="307800" y="480022"/>
                </a:lnTo>
                <a:lnTo>
                  <a:pt x="318792" y="497167"/>
                </a:lnTo>
                <a:lnTo>
                  <a:pt x="329784" y="514312"/>
                </a:lnTo>
                <a:lnTo>
                  <a:pt x="343633" y="528009"/>
                </a:lnTo>
                <a:lnTo>
                  <a:pt x="363150" y="533762"/>
                </a:lnTo>
                <a:lnTo>
                  <a:pt x="383134" y="537677"/>
                </a:lnTo>
                <a:lnTo>
                  <a:pt x="403260" y="540763"/>
                </a:lnTo>
                <a:lnTo>
                  <a:pt x="423462" y="543335"/>
                </a:lnTo>
                <a:lnTo>
                  <a:pt x="443703" y="545554"/>
                </a:lnTo>
                <a:lnTo>
                  <a:pt x="463982" y="547516"/>
                </a:lnTo>
                <a:lnTo>
                  <a:pt x="484270" y="549269"/>
                </a:lnTo>
                <a:lnTo>
                  <a:pt x="504568" y="550850"/>
                </a:lnTo>
                <a:lnTo>
                  <a:pt x="524885" y="552288"/>
                </a:lnTo>
                <a:lnTo>
                  <a:pt x="545211" y="553603"/>
                </a:lnTo>
                <a:lnTo>
                  <a:pt x="565537" y="554822"/>
                </a:lnTo>
                <a:lnTo>
                  <a:pt x="585873" y="555936"/>
                </a:lnTo>
                <a:lnTo>
                  <a:pt x="606209" y="556965"/>
                </a:lnTo>
                <a:lnTo>
                  <a:pt x="626555" y="557917"/>
                </a:lnTo>
                <a:lnTo>
                  <a:pt x="646900" y="558813"/>
                </a:lnTo>
                <a:lnTo>
                  <a:pt x="667245" y="559632"/>
                </a:lnTo>
                <a:lnTo>
                  <a:pt x="687600" y="560394"/>
                </a:lnTo>
                <a:lnTo>
                  <a:pt x="707955" y="561108"/>
                </a:lnTo>
                <a:lnTo>
                  <a:pt x="728310" y="561756"/>
                </a:lnTo>
                <a:lnTo>
                  <a:pt x="748665" y="562366"/>
                </a:lnTo>
                <a:lnTo>
                  <a:pt x="769020" y="562928"/>
                </a:lnTo>
                <a:lnTo>
                  <a:pt x="789384" y="563442"/>
                </a:lnTo>
                <a:lnTo>
                  <a:pt x="809739" y="563909"/>
                </a:lnTo>
                <a:lnTo>
                  <a:pt x="830104" y="564347"/>
                </a:lnTo>
                <a:lnTo>
                  <a:pt x="850459" y="564737"/>
                </a:lnTo>
                <a:lnTo>
                  <a:pt x="870823" y="565090"/>
                </a:lnTo>
                <a:lnTo>
                  <a:pt x="891188" y="565414"/>
                </a:lnTo>
                <a:lnTo>
                  <a:pt x="911552" y="565690"/>
                </a:lnTo>
                <a:lnTo>
                  <a:pt x="931916" y="565937"/>
                </a:lnTo>
                <a:lnTo>
                  <a:pt x="952281" y="566156"/>
                </a:lnTo>
                <a:lnTo>
                  <a:pt x="972645" y="566328"/>
                </a:lnTo>
                <a:lnTo>
                  <a:pt x="993010" y="566480"/>
                </a:lnTo>
                <a:lnTo>
                  <a:pt x="1013374" y="566595"/>
                </a:lnTo>
                <a:lnTo>
                  <a:pt x="1033739" y="566671"/>
                </a:lnTo>
                <a:lnTo>
                  <a:pt x="1054103" y="566718"/>
                </a:lnTo>
                <a:lnTo>
                  <a:pt x="1074468" y="566738"/>
                </a:lnTo>
                <a:lnTo>
                  <a:pt x="1094832" y="566718"/>
                </a:lnTo>
                <a:lnTo>
                  <a:pt x="1115197" y="566671"/>
                </a:lnTo>
                <a:lnTo>
                  <a:pt x="1135561" y="566585"/>
                </a:lnTo>
                <a:lnTo>
                  <a:pt x="1155935" y="566480"/>
                </a:lnTo>
                <a:lnTo>
                  <a:pt x="1176299" y="566328"/>
                </a:lnTo>
                <a:lnTo>
                  <a:pt x="1196664" y="566156"/>
                </a:lnTo>
                <a:lnTo>
                  <a:pt x="1217028" y="565937"/>
                </a:lnTo>
                <a:lnTo>
                  <a:pt x="1237383" y="565690"/>
                </a:lnTo>
                <a:lnTo>
                  <a:pt x="1257748" y="565414"/>
                </a:lnTo>
                <a:lnTo>
                  <a:pt x="1278112" y="565090"/>
                </a:lnTo>
                <a:lnTo>
                  <a:pt x="1298477" y="564737"/>
                </a:lnTo>
                <a:lnTo>
                  <a:pt x="1318841" y="564347"/>
                </a:lnTo>
                <a:lnTo>
                  <a:pt x="1339196" y="563909"/>
                </a:lnTo>
                <a:lnTo>
                  <a:pt x="1359560" y="563442"/>
                </a:lnTo>
                <a:lnTo>
                  <a:pt x="1379915" y="562928"/>
                </a:lnTo>
                <a:lnTo>
                  <a:pt x="1400280" y="562366"/>
                </a:lnTo>
                <a:lnTo>
                  <a:pt x="1420635" y="561756"/>
                </a:lnTo>
                <a:lnTo>
                  <a:pt x="1440990" y="561108"/>
                </a:lnTo>
                <a:lnTo>
                  <a:pt x="1461335" y="560394"/>
                </a:lnTo>
                <a:lnTo>
                  <a:pt x="1481690" y="559632"/>
                </a:lnTo>
                <a:lnTo>
                  <a:pt x="1502035" y="558813"/>
                </a:lnTo>
                <a:lnTo>
                  <a:pt x="1522381" y="557917"/>
                </a:lnTo>
                <a:lnTo>
                  <a:pt x="1542726" y="556965"/>
                </a:lnTo>
                <a:lnTo>
                  <a:pt x="1563072" y="555936"/>
                </a:lnTo>
                <a:lnTo>
                  <a:pt x="1583398" y="554822"/>
                </a:lnTo>
                <a:lnTo>
                  <a:pt x="1603734" y="553603"/>
                </a:lnTo>
                <a:lnTo>
                  <a:pt x="1624051" y="552288"/>
                </a:lnTo>
                <a:lnTo>
                  <a:pt x="1644367" y="550850"/>
                </a:lnTo>
                <a:lnTo>
                  <a:pt x="1664675" y="549259"/>
                </a:lnTo>
                <a:lnTo>
                  <a:pt x="1684963" y="547516"/>
                </a:lnTo>
                <a:lnTo>
                  <a:pt x="1705232" y="545554"/>
                </a:lnTo>
                <a:lnTo>
                  <a:pt x="1725473" y="543335"/>
                </a:lnTo>
                <a:lnTo>
                  <a:pt x="1745675" y="540763"/>
                </a:lnTo>
                <a:lnTo>
                  <a:pt x="1765811" y="537677"/>
                </a:lnTo>
                <a:lnTo>
                  <a:pt x="1785785" y="533762"/>
                </a:lnTo>
                <a:lnTo>
                  <a:pt x="1805302" y="528009"/>
                </a:lnTo>
                <a:lnTo>
                  <a:pt x="1819151" y="514302"/>
                </a:lnTo>
                <a:lnTo>
                  <a:pt x="1830143" y="497157"/>
                </a:lnTo>
                <a:lnTo>
                  <a:pt x="1841135" y="480022"/>
                </a:lnTo>
                <a:lnTo>
                  <a:pt x="1852127" y="462877"/>
                </a:lnTo>
                <a:lnTo>
                  <a:pt x="1863119" y="445732"/>
                </a:lnTo>
                <a:lnTo>
                  <a:pt x="1874120" y="428587"/>
                </a:lnTo>
                <a:lnTo>
                  <a:pt x="1885112" y="411442"/>
                </a:lnTo>
                <a:lnTo>
                  <a:pt x="1896104" y="394297"/>
                </a:lnTo>
                <a:lnTo>
                  <a:pt x="1907096" y="377152"/>
                </a:lnTo>
                <a:lnTo>
                  <a:pt x="1918087" y="360016"/>
                </a:lnTo>
                <a:lnTo>
                  <a:pt x="1929079" y="342871"/>
                </a:lnTo>
                <a:lnTo>
                  <a:pt x="1940071" y="325726"/>
                </a:lnTo>
                <a:lnTo>
                  <a:pt x="1951063" y="308581"/>
                </a:lnTo>
                <a:lnTo>
                  <a:pt x="1962055" y="291436"/>
                </a:lnTo>
                <a:lnTo>
                  <a:pt x="1973047" y="274291"/>
                </a:lnTo>
                <a:lnTo>
                  <a:pt x="1984048" y="257146"/>
                </a:lnTo>
                <a:lnTo>
                  <a:pt x="1995040" y="240011"/>
                </a:lnTo>
                <a:lnTo>
                  <a:pt x="2006032" y="222866"/>
                </a:lnTo>
                <a:lnTo>
                  <a:pt x="2017024" y="205721"/>
                </a:lnTo>
                <a:lnTo>
                  <a:pt x="2028015" y="188576"/>
                </a:lnTo>
                <a:lnTo>
                  <a:pt x="2039007" y="171431"/>
                </a:lnTo>
                <a:lnTo>
                  <a:pt x="2049999" y="154286"/>
                </a:lnTo>
                <a:lnTo>
                  <a:pt x="2060991" y="137141"/>
                </a:lnTo>
                <a:lnTo>
                  <a:pt x="2071983" y="119996"/>
                </a:lnTo>
                <a:lnTo>
                  <a:pt x="2082975" y="102860"/>
                </a:lnTo>
                <a:lnTo>
                  <a:pt x="2093976" y="85715"/>
                </a:lnTo>
                <a:lnTo>
                  <a:pt x="2104968" y="68570"/>
                </a:lnTo>
                <a:lnTo>
                  <a:pt x="2115960" y="51425"/>
                </a:lnTo>
                <a:lnTo>
                  <a:pt x="2126952" y="34280"/>
                </a:lnTo>
                <a:lnTo>
                  <a:pt x="2137943" y="17135"/>
                </a:lnTo>
                <a:lnTo>
                  <a:pt x="2148935" y="10"/>
                </a:lnTo>
                <a:lnTo>
                  <a:pt x="2131895" y="9506"/>
                </a:lnTo>
                <a:lnTo>
                  <a:pt x="2111978" y="13745"/>
                </a:lnTo>
                <a:lnTo>
                  <a:pt x="2091852" y="16831"/>
                </a:lnTo>
                <a:lnTo>
                  <a:pt x="2071640" y="19345"/>
                </a:lnTo>
                <a:lnTo>
                  <a:pt x="2051390" y="21488"/>
                </a:lnTo>
                <a:lnTo>
                  <a:pt x="2031111" y="23365"/>
                </a:lnTo>
                <a:lnTo>
                  <a:pt x="2010813" y="25041"/>
                </a:lnTo>
                <a:lnTo>
                  <a:pt x="1990506" y="26565"/>
                </a:lnTo>
                <a:lnTo>
                  <a:pt x="1970189" y="27956"/>
                </a:lnTo>
                <a:lnTo>
                  <a:pt x="1949863" y="29242"/>
                </a:lnTo>
                <a:lnTo>
                  <a:pt x="1929536" y="30432"/>
                </a:lnTo>
                <a:lnTo>
                  <a:pt x="1909201" y="31537"/>
                </a:lnTo>
                <a:lnTo>
                  <a:pt x="1888865" y="32585"/>
                </a:lnTo>
                <a:lnTo>
                  <a:pt x="1868519" y="33557"/>
                </a:lnTo>
                <a:lnTo>
                  <a:pt x="1848174" y="34481"/>
                </a:lnTo>
                <a:lnTo>
                  <a:pt x="1827828" y="35338"/>
                </a:lnTo>
                <a:lnTo>
                  <a:pt x="1807483" y="36157"/>
                </a:lnTo>
                <a:lnTo>
                  <a:pt x="1787128" y="36928"/>
                </a:lnTo>
                <a:lnTo>
                  <a:pt x="1766773" y="37662"/>
                </a:lnTo>
                <a:lnTo>
                  <a:pt x="1746428" y="38357"/>
                </a:lnTo>
                <a:lnTo>
                  <a:pt x="1726073" y="39014"/>
                </a:lnTo>
                <a:lnTo>
                  <a:pt x="1705708" y="39634"/>
                </a:lnTo>
                <a:lnTo>
                  <a:pt x="1685354" y="40224"/>
                </a:lnTo>
                <a:lnTo>
                  <a:pt x="1664999" y="40796"/>
                </a:lnTo>
                <a:lnTo>
                  <a:pt x="1644644" y="41329"/>
                </a:lnTo>
                <a:lnTo>
                  <a:pt x="1624279" y="41834"/>
                </a:lnTo>
                <a:lnTo>
                  <a:pt x="1603924" y="42320"/>
                </a:lnTo>
                <a:lnTo>
                  <a:pt x="1583560" y="42777"/>
                </a:lnTo>
                <a:lnTo>
                  <a:pt x="1563205" y="43205"/>
                </a:lnTo>
                <a:lnTo>
                  <a:pt x="1542840" y="43615"/>
                </a:lnTo>
                <a:lnTo>
                  <a:pt x="1522476" y="43996"/>
                </a:lnTo>
                <a:lnTo>
                  <a:pt x="1502112" y="44367"/>
                </a:lnTo>
                <a:lnTo>
                  <a:pt x="1481757" y="44710"/>
                </a:lnTo>
                <a:lnTo>
                  <a:pt x="1461392" y="45034"/>
                </a:lnTo>
                <a:lnTo>
                  <a:pt x="1441028" y="45349"/>
                </a:lnTo>
                <a:lnTo>
                  <a:pt x="1420663" y="45634"/>
                </a:lnTo>
                <a:lnTo>
                  <a:pt x="1400299" y="45891"/>
                </a:lnTo>
                <a:lnTo>
                  <a:pt x="1379934" y="46149"/>
                </a:lnTo>
                <a:lnTo>
                  <a:pt x="1359570" y="46377"/>
                </a:lnTo>
                <a:lnTo>
                  <a:pt x="1339205" y="46587"/>
                </a:lnTo>
                <a:lnTo>
                  <a:pt x="1318841" y="46796"/>
                </a:lnTo>
                <a:lnTo>
                  <a:pt x="1298477" y="46968"/>
                </a:lnTo>
                <a:lnTo>
                  <a:pt x="1278112" y="47139"/>
                </a:lnTo>
                <a:lnTo>
                  <a:pt x="1257748" y="47282"/>
                </a:lnTo>
                <a:lnTo>
                  <a:pt x="1237383" y="47415"/>
                </a:lnTo>
                <a:lnTo>
                  <a:pt x="1217019" y="47530"/>
                </a:lnTo>
                <a:lnTo>
                  <a:pt x="1196654" y="47625"/>
                </a:lnTo>
                <a:lnTo>
                  <a:pt x="1176290" y="47720"/>
                </a:lnTo>
                <a:lnTo>
                  <a:pt x="1155925" y="47777"/>
                </a:lnTo>
                <a:lnTo>
                  <a:pt x="1135561" y="47835"/>
                </a:lnTo>
                <a:lnTo>
                  <a:pt x="1115197" y="47882"/>
                </a:lnTo>
                <a:lnTo>
                  <a:pt x="1094832" y="47901"/>
                </a:lnTo>
                <a:lnTo>
                  <a:pt x="1074468" y="47911"/>
                </a:lnTo>
                <a:lnTo>
                  <a:pt x="1054094" y="47901"/>
                </a:lnTo>
                <a:lnTo>
                  <a:pt x="1033729" y="47882"/>
                </a:lnTo>
                <a:lnTo>
                  <a:pt x="1013365" y="47835"/>
                </a:lnTo>
                <a:lnTo>
                  <a:pt x="993000" y="47777"/>
                </a:lnTo>
                <a:lnTo>
                  <a:pt x="972636" y="47720"/>
                </a:lnTo>
                <a:lnTo>
                  <a:pt x="952271" y="47625"/>
                </a:lnTo>
                <a:lnTo>
                  <a:pt x="931907" y="47530"/>
                </a:lnTo>
                <a:lnTo>
                  <a:pt x="911543" y="47415"/>
                </a:lnTo>
                <a:lnTo>
                  <a:pt x="891178" y="47282"/>
                </a:lnTo>
                <a:lnTo>
                  <a:pt x="870814" y="47139"/>
                </a:lnTo>
                <a:lnTo>
                  <a:pt x="850449" y="46968"/>
                </a:lnTo>
                <a:lnTo>
                  <a:pt x="830085" y="46796"/>
                </a:lnTo>
                <a:lnTo>
                  <a:pt x="809720" y="46587"/>
                </a:lnTo>
                <a:lnTo>
                  <a:pt x="789356" y="46377"/>
                </a:lnTo>
                <a:lnTo>
                  <a:pt x="768991" y="46149"/>
                </a:lnTo>
                <a:lnTo>
                  <a:pt x="748627" y="45891"/>
                </a:lnTo>
                <a:lnTo>
                  <a:pt x="728262" y="45634"/>
                </a:lnTo>
                <a:lnTo>
                  <a:pt x="707898" y="45349"/>
                </a:lnTo>
                <a:lnTo>
                  <a:pt x="687534" y="45034"/>
                </a:lnTo>
                <a:lnTo>
                  <a:pt x="667169" y="44710"/>
                </a:lnTo>
                <a:lnTo>
                  <a:pt x="646814" y="44367"/>
                </a:lnTo>
                <a:lnTo>
                  <a:pt x="626450" y="43996"/>
                </a:lnTo>
                <a:lnTo>
                  <a:pt x="606085" y="43615"/>
                </a:lnTo>
                <a:lnTo>
                  <a:pt x="585721" y="43205"/>
                </a:lnTo>
                <a:lnTo>
                  <a:pt x="565366" y="42777"/>
                </a:lnTo>
                <a:lnTo>
                  <a:pt x="545001" y="42320"/>
                </a:lnTo>
                <a:lnTo>
                  <a:pt x="524647" y="41834"/>
                </a:lnTo>
                <a:lnTo>
                  <a:pt x="504282" y="41329"/>
                </a:lnTo>
                <a:lnTo>
                  <a:pt x="483927" y="40796"/>
                </a:lnTo>
                <a:lnTo>
                  <a:pt x="463572" y="40224"/>
                </a:lnTo>
                <a:lnTo>
                  <a:pt x="443217" y="39634"/>
                </a:lnTo>
                <a:lnTo>
                  <a:pt x="422853" y="39014"/>
                </a:lnTo>
                <a:lnTo>
                  <a:pt x="402498" y="38357"/>
                </a:lnTo>
                <a:lnTo>
                  <a:pt x="382153" y="37662"/>
                </a:lnTo>
                <a:lnTo>
                  <a:pt x="361798" y="36928"/>
                </a:lnTo>
                <a:lnTo>
                  <a:pt x="341443" y="36157"/>
                </a:lnTo>
                <a:lnTo>
                  <a:pt x="321097" y="35338"/>
                </a:lnTo>
                <a:lnTo>
                  <a:pt x="300752" y="34481"/>
                </a:lnTo>
                <a:lnTo>
                  <a:pt x="280406" y="33557"/>
                </a:lnTo>
                <a:lnTo>
                  <a:pt x="260061" y="32585"/>
                </a:lnTo>
                <a:lnTo>
                  <a:pt x="239725" y="31537"/>
                </a:lnTo>
                <a:lnTo>
                  <a:pt x="219389" y="30432"/>
                </a:lnTo>
                <a:lnTo>
                  <a:pt x="199063" y="29242"/>
                </a:lnTo>
                <a:lnTo>
                  <a:pt x="178737" y="27956"/>
                </a:lnTo>
                <a:lnTo>
                  <a:pt x="158420" y="26565"/>
                </a:lnTo>
                <a:lnTo>
                  <a:pt x="138113" y="25041"/>
                </a:lnTo>
                <a:lnTo>
                  <a:pt x="117815" y="23365"/>
                </a:lnTo>
                <a:lnTo>
                  <a:pt x="97536" y="21479"/>
                </a:lnTo>
                <a:lnTo>
                  <a:pt x="77286" y="19345"/>
                </a:lnTo>
                <a:lnTo>
                  <a:pt x="57074" y="16831"/>
                </a:lnTo>
                <a:lnTo>
                  <a:pt x="36947" y="13745"/>
                </a:lnTo>
                <a:lnTo>
                  <a:pt x="17031" y="9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9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85704779-EA67-406A-914F-5D72977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5282" y="2248833"/>
            <a:ext cx="2148935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50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EA649295-78C9-4CB6-9B20-CC7CC15C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7962" y="2953502"/>
            <a:ext cx="1480652" cy="566795"/>
          </a:xfrm>
          <a:custGeom xmlns:a="http://schemas.openxmlformats.org/drawingml/2006/main">
            <a:pathLst>
              <a:path w="1480652" h="566795">
                <a:moveTo>
                  <a:pt x="0" y="0"/>
                </a:moveTo>
                <a:lnTo>
                  <a:pt x="6687" y="13630"/>
                </a:lnTo>
                <a:lnTo>
                  <a:pt x="13373" y="27261"/>
                </a:lnTo>
                <a:lnTo>
                  <a:pt x="20060" y="40891"/>
                </a:lnTo>
                <a:lnTo>
                  <a:pt x="26756" y="54512"/>
                </a:lnTo>
                <a:lnTo>
                  <a:pt x="33442" y="68142"/>
                </a:lnTo>
                <a:lnTo>
                  <a:pt x="40129" y="81772"/>
                </a:lnTo>
                <a:lnTo>
                  <a:pt x="46815" y="95402"/>
                </a:lnTo>
                <a:lnTo>
                  <a:pt x="53502" y="109033"/>
                </a:lnTo>
                <a:lnTo>
                  <a:pt x="60188" y="122663"/>
                </a:lnTo>
                <a:lnTo>
                  <a:pt x="66875" y="136293"/>
                </a:lnTo>
                <a:lnTo>
                  <a:pt x="73562" y="149914"/>
                </a:lnTo>
                <a:lnTo>
                  <a:pt x="80258" y="163544"/>
                </a:lnTo>
                <a:lnTo>
                  <a:pt x="86944" y="177175"/>
                </a:lnTo>
                <a:lnTo>
                  <a:pt x="93631" y="190805"/>
                </a:lnTo>
                <a:lnTo>
                  <a:pt x="100317" y="204435"/>
                </a:lnTo>
                <a:lnTo>
                  <a:pt x="107004" y="218065"/>
                </a:lnTo>
                <a:lnTo>
                  <a:pt x="113690" y="231696"/>
                </a:lnTo>
                <a:lnTo>
                  <a:pt x="120377" y="245316"/>
                </a:lnTo>
                <a:lnTo>
                  <a:pt x="127073" y="258947"/>
                </a:lnTo>
                <a:lnTo>
                  <a:pt x="133760" y="272577"/>
                </a:lnTo>
                <a:lnTo>
                  <a:pt x="140446" y="286207"/>
                </a:lnTo>
                <a:lnTo>
                  <a:pt x="147133" y="299837"/>
                </a:lnTo>
                <a:lnTo>
                  <a:pt x="153819" y="313468"/>
                </a:lnTo>
                <a:lnTo>
                  <a:pt x="160506" y="327098"/>
                </a:lnTo>
                <a:lnTo>
                  <a:pt x="167192" y="340719"/>
                </a:lnTo>
                <a:lnTo>
                  <a:pt x="173888" y="354349"/>
                </a:lnTo>
                <a:lnTo>
                  <a:pt x="180575" y="367979"/>
                </a:lnTo>
                <a:lnTo>
                  <a:pt x="187262" y="381610"/>
                </a:lnTo>
                <a:lnTo>
                  <a:pt x="193948" y="395240"/>
                </a:lnTo>
                <a:lnTo>
                  <a:pt x="200635" y="408870"/>
                </a:lnTo>
                <a:lnTo>
                  <a:pt x="207321" y="422500"/>
                </a:lnTo>
                <a:lnTo>
                  <a:pt x="214008" y="436121"/>
                </a:lnTo>
                <a:lnTo>
                  <a:pt x="220694" y="449751"/>
                </a:lnTo>
                <a:lnTo>
                  <a:pt x="227390" y="463382"/>
                </a:lnTo>
                <a:lnTo>
                  <a:pt x="234077" y="477012"/>
                </a:lnTo>
                <a:lnTo>
                  <a:pt x="240763" y="490642"/>
                </a:lnTo>
                <a:lnTo>
                  <a:pt x="247450" y="504273"/>
                </a:lnTo>
                <a:lnTo>
                  <a:pt x="254137" y="517903"/>
                </a:lnTo>
                <a:lnTo>
                  <a:pt x="263471" y="529028"/>
                </a:lnTo>
                <a:lnTo>
                  <a:pt x="277492" y="534781"/>
                </a:lnTo>
                <a:lnTo>
                  <a:pt x="292122" y="538829"/>
                </a:lnTo>
                <a:lnTo>
                  <a:pt x="306962" y="542030"/>
                </a:lnTo>
                <a:lnTo>
                  <a:pt x="321907" y="544716"/>
                </a:lnTo>
                <a:lnTo>
                  <a:pt x="336909" y="547021"/>
                </a:lnTo>
                <a:lnTo>
                  <a:pt x="351958" y="549050"/>
                </a:lnTo>
                <a:lnTo>
                  <a:pt x="367027" y="550850"/>
                </a:lnTo>
                <a:lnTo>
                  <a:pt x="382124" y="552479"/>
                </a:lnTo>
                <a:lnTo>
                  <a:pt x="397231" y="553945"/>
                </a:lnTo>
                <a:lnTo>
                  <a:pt x="412356" y="555288"/>
                </a:lnTo>
                <a:lnTo>
                  <a:pt x="427482" y="556508"/>
                </a:lnTo>
                <a:lnTo>
                  <a:pt x="442627" y="557632"/>
                </a:lnTo>
                <a:lnTo>
                  <a:pt x="457772" y="558660"/>
                </a:lnTo>
                <a:lnTo>
                  <a:pt x="472926" y="559603"/>
                </a:lnTo>
                <a:lnTo>
                  <a:pt x="488080" y="560470"/>
                </a:lnTo>
                <a:lnTo>
                  <a:pt x="503244" y="561270"/>
                </a:lnTo>
                <a:lnTo>
                  <a:pt x="518408" y="562004"/>
                </a:lnTo>
                <a:lnTo>
                  <a:pt x="533571" y="562670"/>
                </a:lnTo>
                <a:lnTo>
                  <a:pt x="548745" y="563280"/>
                </a:lnTo>
                <a:lnTo>
                  <a:pt x="563909" y="563832"/>
                </a:lnTo>
                <a:lnTo>
                  <a:pt x="579082" y="564337"/>
                </a:lnTo>
                <a:lnTo>
                  <a:pt x="594255" y="564785"/>
                </a:lnTo>
                <a:lnTo>
                  <a:pt x="609438" y="565185"/>
                </a:lnTo>
                <a:lnTo>
                  <a:pt x="624611" y="565537"/>
                </a:lnTo>
                <a:lnTo>
                  <a:pt x="639794" y="565852"/>
                </a:lnTo>
                <a:lnTo>
                  <a:pt x="654968" y="566109"/>
                </a:lnTo>
                <a:lnTo>
                  <a:pt x="670150" y="566328"/>
                </a:lnTo>
                <a:lnTo>
                  <a:pt x="685333" y="566509"/>
                </a:lnTo>
                <a:lnTo>
                  <a:pt x="700516" y="566642"/>
                </a:lnTo>
                <a:lnTo>
                  <a:pt x="715689" y="566728"/>
                </a:lnTo>
                <a:lnTo>
                  <a:pt x="730872" y="566785"/>
                </a:lnTo>
                <a:lnTo>
                  <a:pt x="746055" y="566795"/>
                </a:lnTo>
                <a:lnTo>
                  <a:pt x="761238" y="566757"/>
                </a:lnTo>
                <a:lnTo>
                  <a:pt x="776421" y="566690"/>
                </a:lnTo>
                <a:lnTo>
                  <a:pt x="791594" y="566566"/>
                </a:lnTo>
                <a:lnTo>
                  <a:pt x="806777" y="566414"/>
                </a:lnTo>
                <a:lnTo>
                  <a:pt x="821960" y="566214"/>
                </a:lnTo>
                <a:lnTo>
                  <a:pt x="837143" y="565966"/>
                </a:lnTo>
                <a:lnTo>
                  <a:pt x="852316" y="565680"/>
                </a:lnTo>
                <a:lnTo>
                  <a:pt x="867499" y="565347"/>
                </a:lnTo>
                <a:lnTo>
                  <a:pt x="882672" y="564966"/>
                </a:lnTo>
                <a:lnTo>
                  <a:pt x="897846" y="564537"/>
                </a:lnTo>
                <a:lnTo>
                  <a:pt x="913019" y="564061"/>
                </a:lnTo>
                <a:lnTo>
                  <a:pt x="928192" y="563528"/>
                </a:lnTo>
                <a:lnTo>
                  <a:pt x="943366" y="562947"/>
                </a:lnTo>
                <a:lnTo>
                  <a:pt x="958529" y="562299"/>
                </a:lnTo>
                <a:lnTo>
                  <a:pt x="973693" y="561604"/>
                </a:lnTo>
                <a:lnTo>
                  <a:pt x="988857" y="560832"/>
                </a:lnTo>
                <a:lnTo>
                  <a:pt x="1004021" y="559994"/>
                </a:lnTo>
                <a:lnTo>
                  <a:pt x="1019175" y="559079"/>
                </a:lnTo>
                <a:lnTo>
                  <a:pt x="1034320" y="558089"/>
                </a:lnTo>
                <a:lnTo>
                  <a:pt x="1049465" y="557012"/>
                </a:lnTo>
                <a:lnTo>
                  <a:pt x="1064600" y="555831"/>
                </a:lnTo>
                <a:lnTo>
                  <a:pt x="1079725" y="554546"/>
                </a:lnTo>
                <a:lnTo>
                  <a:pt x="1094842" y="553136"/>
                </a:lnTo>
                <a:lnTo>
                  <a:pt x="1109939" y="551583"/>
                </a:lnTo>
                <a:lnTo>
                  <a:pt x="1125026" y="549859"/>
                </a:lnTo>
                <a:lnTo>
                  <a:pt x="1140085" y="547935"/>
                </a:lnTo>
                <a:lnTo>
                  <a:pt x="1155106" y="545763"/>
                </a:lnTo>
                <a:lnTo>
                  <a:pt x="1170080" y="543258"/>
                </a:lnTo>
                <a:lnTo>
                  <a:pt x="1184977" y="540315"/>
                </a:lnTo>
                <a:lnTo>
                  <a:pt x="1199712" y="536686"/>
                </a:lnTo>
                <a:lnTo>
                  <a:pt x="1214095" y="531866"/>
                </a:lnTo>
                <a:lnTo>
                  <a:pt x="1226877" y="523904"/>
                </a:lnTo>
                <a:lnTo>
                  <a:pt x="1233202" y="510235"/>
                </a:lnTo>
                <a:lnTo>
                  <a:pt x="1239888" y="496605"/>
                </a:lnTo>
                <a:lnTo>
                  <a:pt x="1246575" y="482984"/>
                </a:lnTo>
                <a:lnTo>
                  <a:pt x="1253261" y="469354"/>
                </a:lnTo>
                <a:lnTo>
                  <a:pt x="1259948" y="455724"/>
                </a:lnTo>
                <a:lnTo>
                  <a:pt x="1266635" y="442093"/>
                </a:lnTo>
                <a:lnTo>
                  <a:pt x="1273321" y="428463"/>
                </a:lnTo>
                <a:lnTo>
                  <a:pt x="1280017" y="414833"/>
                </a:lnTo>
                <a:lnTo>
                  <a:pt x="1286704" y="401203"/>
                </a:lnTo>
                <a:lnTo>
                  <a:pt x="1293390" y="387582"/>
                </a:lnTo>
                <a:lnTo>
                  <a:pt x="1300077" y="373952"/>
                </a:lnTo>
                <a:lnTo>
                  <a:pt x="1306763" y="360321"/>
                </a:lnTo>
                <a:lnTo>
                  <a:pt x="1313450" y="346691"/>
                </a:lnTo>
                <a:lnTo>
                  <a:pt x="1320136" y="333061"/>
                </a:lnTo>
                <a:lnTo>
                  <a:pt x="1326833" y="319430"/>
                </a:lnTo>
                <a:lnTo>
                  <a:pt x="1333519" y="305800"/>
                </a:lnTo>
                <a:lnTo>
                  <a:pt x="1340206" y="292179"/>
                </a:lnTo>
                <a:lnTo>
                  <a:pt x="1346892" y="278549"/>
                </a:lnTo>
                <a:lnTo>
                  <a:pt x="1353579" y="264919"/>
                </a:lnTo>
                <a:lnTo>
                  <a:pt x="1360265" y="251289"/>
                </a:lnTo>
                <a:lnTo>
                  <a:pt x="1366952" y="237658"/>
                </a:lnTo>
                <a:lnTo>
                  <a:pt x="1373638" y="224028"/>
                </a:lnTo>
                <a:lnTo>
                  <a:pt x="1380334" y="210398"/>
                </a:lnTo>
                <a:lnTo>
                  <a:pt x="1387021" y="196777"/>
                </a:lnTo>
                <a:lnTo>
                  <a:pt x="1393708" y="183147"/>
                </a:lnTo>
                <a:lnTo>
                  <a:pt x="1400394" y="169516"/>
                </a:lnTo>
                <a:lnTo>
                  <a:pt x="1407081" y="155886"/>
                </a:lnTo>
                <a:lnTo>
                  <a:pt x="1413767" y="142256"/>
                </a:lnTo>
                <a:lnTo>
                  <a:pt x="1420454" y="128626"/>
                </a:lnTo>
                <a:lnTo>
                  <a:pt x="1427150" y="114995"/>
                </a:lnTo>
                <a:lnTo>
                  <a:pt x="1433836" y="101375"/>
                </a:lnTo>
                <a:lnTo>
                  <a:pt x="1440523" y="87744"/>
                </a:lnTo>
                <a:lnTo>
                  <a:pt x="1447209" y="74114"/>
                </a:lnTo>
                <a:lnTo>
                  <a:pt x="1453896" y="60484"/>
                </a:lnTo>
                <a:lnTo>
                  <a:pt x="1460583" y="46853"/>
                </a:lnTo>
                <a:lnTo>
                  <a:pt x="1467269" y="33223"/>
                </a:lnTo>
                <a:lnTo>
                  <a:pt x="1473965" y="19593"/>
                </a:lnTo>
                <a:lnTo>
                  <a:pt x="1480652" y="5972"/>
                </a:lnTo>
                <a:lnTo>
                  <a:pt x="1478432" y="6363"/>
                </a:lnTo>
                <a:lnTo>
                  <a:pt x="1464383" y="12011"/>
                </a:lnTo>
                <a:lnTo>
                  <a:pt x="1449667" y="15707"/>
                </a:lnTo>
                <a:lnTo>
                  <a:pt x="1434760" y="18574"/>
                </a:lnTo>
                <a:lnTo>
                  <a:pt x="1419768" y="20974"/>
                </a:lnTo>
                <a:lnTo>
                  <a:pt x="1404728" y="23041"/>
                </a:lnTo>
                <a:lnTo>
                  <a:pt x="1389659" y="24879"/>
                </a:lnTo>
                <a:lnTo>
                  <a:pt x="1374562" y="26527"/>
                </a:lnTo>
                <a:lnTo>
                  <a:pt x="1359456" y="28023"/>
                </a:lnTo>
                <a:lnTo>
                  <a:pt x="1344339" y="29404"/>
                </a:lnTo>
                <a:lnTo>
                  <a:pt x="1329214" y="30671"/>
                </a:lnTo>
                <a:lnTo>
                  <a:pt x="1314079" y="31852"/>
                </a:lnTo>
                <a:lnTo>
                  <a:pt x="1298934" y="32947"/>
                </a:lnTo>
                <a:lnTo>
                  <a:pt x="1283789" y="33966"/>
                </a:lnTo>
                <a:lnTo>
                  <a:pt x="1268635" y="34928"/>
                </a:lnTo>
                <a:lnTo>
                  <a:pt x="1253480" y="35833"/>
                </a:lnTo>
                <a:lnTo>
                  <a:pt x="1238326" y="36690"/>
                </a:lnTo>
                <a:lnTo>
                  <a:pt x="1223162" y="37490"/>
                </a:lnTo>
                <a:lnTo>
                  <a:pt x="1207999" y="38243"/>
                </a:lnTo>
                <a:lnTo>
                  <a:pt x="1192835" y="38957"/>
                </a:lnTo>
                <a:lnTo>
                  <a:pt x="1177671" y="39634"/>
                </a:lnTo>
                <a:lnTo>
                  <a:pt x="1162507" y="40272"/>
                </a:lnTo>
                <a:lnTo>
                  <a:pt x="1147334" y="40872"/>
                </a:lnTo>
                <a:lnTo>
                  <a:pt x="1132161" y="41443"/>
                </a:lnTo>
                <a:lnTo>
                  <a:pt x="1116987" y="41986"/>
                </a:lnTo>
                <a:lnTo>
                  <a:pt x="1101814" y="42491"/>
                </a:lnTo>
                <a:lnTo>
                  <a:pt x="1086641" y="42977"/>
                </a:lnTo>
                <a:lnTo>
                  <a:pt x="1071467" y="43434"/>
                </a:lnTo>
                <a:lnTo>
                  <a:pt x="1056294" y="43863"/>
                </a:lnTo>
                <a:lnTo>
                  <a:pt x="1041121" y="44263"/>
                </a:lnTo>
                <a:lnTo>
                  <a:pt x="1025938" y="44644"/>
                </a:lnTo>
                <a:lnTo>
                  <a:pt x="1010764" y="44996"/>
                </a:lnTo>
                <a:lnTo>
                  <a:pt x="995591" y="45329"/>
                </a:lnTo>
                <a:lnTo>
                  <a:pt x="980408" y="45644"/>
                </a:lnTo>
                <a:lnTo>
                  <a:pt x="965235" y="45930"/>
                </a:lnTo>
                <a:lnTo>
                  <a:pt x="950052" y="46196"/>
                </a:lnTo>
                <a:lnTo>
                  <a:pt x="934869" y="46444"/>
                </a:lnTo>
                <a:lnTo>
                  <a:pt x="919696" y="46663"/>
                </a:lnTo>
                <a:lnTo>
                  <a:pt x="904513" y="46873"/>
                </a:lnTo>
                <a:lnTo>
                  <a:pt x="889330" y="47063"/>
                </a:lnTo>
                <a:lnTo>
                  <a:pt x="874147" y="47225"/>
                </a:lnTo>
                <a:lnTo>
                  <a:pt x="858974" y="47377"/>
                </a:lnTo>
                <a:lnTo>
                  <a:pt x="843791" y="47511"/>
                </a:lnTo>
                <a:lnTo>
                  <a:pt x="828608" y="47625"/>
                </a:lnTo>
                <a:lnTo>
                  <a:pt x="813425" y="47711"/>
                </a:lnTo>
                <a:lnTo>
                  <a:pt x="798243" y="47787"/>
                </a:lnTo>
                <a:lnTo>
                  <a:pt x="783069" y="47844"/>
                </a:lnTo>
                <a:lnTo>
                  <a:pt x="767886" y="47882"/>
                </a:lnTo>
                <a:lnTo>
                  <a:pt x="752704" y="47911"/>
                </a:lnTo>
                <a:lnTo>
                  <a:pt x="737521" y="47911"/>
                </a:lnTo>
                <a:lnTo>
                  <a:pt x="722338" y="47901"/>
                </a:lnTo>
                <a:lnTo>
                  <a:pt x="707155" y="47873"/>
                </a:lnTo>
                <a:lnTo>
                  <a:pt x="691972" y="47815"/>
                </a:lnTo>
                <a:lnTo>
                  <a:pt x="676799" y="47749"/>
                </a:lnTo>
                <a:lnTo>
                  <a:pt x="661616" y="47663"/>
                </a:lnTo>
                <a:lnTo>
                  <a:pt x="646433" y="47558"/>
                </a:lnTo>
                <a:lnTo>
                  <a:pt x="631250" y="47435"/>
                </a:lnTo>
                <a:lnTo>
                  <a:pt x="616067" y="47292"/>
                </a:lnTo>
                <a:lnTo>
                  <a:pt x="600894" y="47139"/>
                </a:lnTo>
                <a:lnTo>
                  <a:pt x="585711" y="46958"/>
                </a:lnTo>
                <a:lnTo>
                  <a:pt x="570528" y="46758"/>
                </a:lnTo>
                <a:lnTo>
                  <a:pt x="555355" y="46539"/>
                </a:lnTo>
                <a:lnTo>
                  <a:pt x="540172" y="46301"/>
                </a:lnTo>
                <a:lnTo>
                  <a:pt x="524989" y="46044"/>
                </a:lnTo>
                <a:lnTo>
                  <a:pt x="509816" y="45768"/>
                </a:lnTo>
                <a:lnTo>
                  <a:pt x="494633" y="45463"/>
                </a:lnTo>
                <a:lnTo>
                  <a:pt x="479460" y="45139"/>
                </a:lnTo>
                <a:lnTo>
                  <a:pt x="464277" y="44796"/>
                </a:lnTo>
                <a:lnTo>
                  <a:pt x="449104" y="44434"/>
                </a:lnTo>
                <a:lnTo>
                  <a:pt x="433930" y="44044"/>
                </a:lnTo>
                <a:lnTo>
                  <a:pt x="418748" y="43625"/>
                </a:lnTo>
                <a:lnTo>
                  <a:pt x="403574" y="43177"/>
                </a:lnTo>
                <a:lnTo>
                  <a:pt x="388401" y="42710"/>
                </a:lnTo>
                <a:lnTo>
                  <a:pt x="373228" y="42215"/>
                </a:lnTo>
                <a:lnTo>
                  <a:pt x="358054" y="41691"/>
                </a:lnTo>
                <a:lnTo>
                  <a:pt x="342881" y="41129"/>
                </a:lnTo>
                <a:lnTo>
                  <a:pt x="327717" y="40538"/>
                </a:lnTo>
                <a:lnTo>
                  <a:pt x="312544" y="39919"/>
                </a:lnTo>
                <a:lnTo>
                  <a:pt x="297380" y="39262"/>
                </a:lnTo>
                <a:lnTo>
                  <a:pt x="282216" y="38557"/>
                </a:lnTo>
                <a:lnTo>
                  <a:pt x="267052" y="37824"/>
                </a:lnTo>
                <a:lnTo>
                  <a:pt x="251889" y="37043"/>
                </a:lnTo>
                <a:lnTo>
                  <a:pt x="236734" y="36214"/>
                </a:lnTo>
                <a:lnTo>
                  <a:pt x="221571" y="35338"/>
                </a:lnTo>
                <a:lnTo>
                  <a:pt x="206426" y="34404"/>
                </a:lnTo>
                <a:lnTo>
                  <a:pt x="191272" y="33404"/>
                </a:lnTo>
                <a:lnTo>
                  <a:pt x="176127" y="32337"/>
                </a:lnTo>
                <a:lnTo>
                  <a:pt x="160992" y="31194"/>
                </a:lnTo>
                <a:lnTo>
                  <a:pt x="145856" y="29966"/>
                </a:lnTo>
                <a:lnTo>
                  <a:pt x="130740" y="28642"/>
                </a:lnTo>
                <a:lnTo>
                  <a:pt x="115624" y="27203"/>
                </a:lnTo>
                <a:lnTo>
                  <a:pt x="100527" y="25622"/>
                </a:lnTo>
                <a:lnTo>
                  <a:pt x="85439" y="23870"/>
                </a:lnTo>
                <a:lnTo>
                  <a:pt x="70390" y="21908"/>
                </a:lnTo>
                <a:lnTo>
                  <a:pt x="55378" y="19669"/>
                </a:lnTo>
                <a:lnTo>
                  <a:pt x="40424" y="17031"/>
                </a:lnTo>
                <a:lnTo>
                  <a:pt x="25603" y="13764"/>
                </a:lnTo>
                <a:lnTo>
                  <a:pt x="11116" y="9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1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0BA7A5AB-166F-4600-91A3-96439450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7943" y="2878017"/>
            <a:ext cx="1483614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52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1C873925-EE50-44D4-B666-A5FF77F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584" y="3582734"/>
            <a:ext cx="972360" cy="566728"/>
          </a:xfrm>
          <a:custGeom xmlns:a="http://schemas.openxmlformats.org/drawingml/2006/main">
            <a:pathLst>
              <a:path w="972360" h="566728">
                <a:moveTo>
                  <a:pt x="0" y="0"/>
                </a:moveTo>
                <a:lnTo>
                  <a:pt x="4724" y="10573"/>
                </a:lnTo>
                <a:lnTo>
                  <a:pt x="9439" y="21155"/>
                </a:lnTo>
                <a:lnTo>
                  <a:pt x="14164" y="31728"/>
                </a:lnTo>
                <a:lnTo>
                  <a:pt x="18888" y="42310"/>
                </a:lnTo>
                <a:lnTo>
                  <a:pt x="23612" y="52883"/>
                </a:lnTo>
                <a:lnTo>
                  <a:pt x="28327" y="63456"/>
                </a:lnTo>
                <a:lnTo>
                  <a:pt x="33052" y="74038"/>
                </a:lnTo>
                <a:lnTo>
                  <a:pt x="37776" y="84611"/>
                </a:lnTo>
                <a:lnTo>
                  <a:pt x="42491" y="95193"/>
                </a:lnTo>
                <a:lnTo>
                  <a:pt x="47215" y="105766"/>
                </a:lnTo>
                <a:lnTo>
                  <a:pt x="51940" y="116338"/>
                </a:lnTo>
                <a:lnTo>
                  <a:pt x="56664" y="126921"/>
                </a:lnTo>
                <a:lnTo>
                  <a:pt x="61379" y="137493"/>
                </a:lnTo>
                <a:lnTo>
                  <a:pt x="66104" y="148076"/>
                </a:lnTo>
                <a:lnTo>
                  <a:pt x="70828" y="158648"/>
                </a:lnTo>
                <a:lnTo>
                  <a:pt x="75552" y="169221"/>
                </a:lnTo>
                <a:lnTo>
                  <a:pt x="80267" y="179803"/>
                </a:lnTo>
                <a:lnTo>
                  <a:pt x="84992" y="190376"/>
                </a:lnTo>
                <a:lnTo>
                  <a:pt x="89716" y="200958"/>
                </a:lnTo>
                <a:lnTo>
                  <a:pt x="94431" y="211531"/>
                </a:lnTo>
                <a:lnTo>
                  <a:pt x="99155" y="222104"/>
                </a:lnTo>
                <a:lnTo>
                  <a:pt x="103880" y="232686"/>
                </a:lnTo>
                <a:lnTo>
                  <a:pt x="108604" y="243259"/>
                </a:lnTo>
                <a:lnTo>
                  <a:pt x="113319" y="253841"/>
                </a:lnTo>
                <a:lnTo>
                  <a:pt x="118043" y="264414"/>
                </a:lnTo>
                <a:lnTo>
                  <a:pt x="122768" y="274987"/>
                </a:lnTo>
                <a:lnTo>
                  <a:pt x="127483" y="285569"/>
                </a:lnTo>
                <a:lnTo>
                  <a:pt x="132207" y="296142"/>
                </a:lnTo>
                <a:lnTo>
                  <a:pt x="136931" y="306724"/>
                </a:lnTo>
                <a:lnTo>
                  <a:pt x="141656" y="317297"/>
                </a:lnTo>
                <a:lnTo>
                  <a:pt x="146371" y="327870"/>
                </a:lnTo>
                <a:lnTo>
                  <a:pt x="151095" y="338452"/>
                </a:lnTo>
                <a:lnTo>
                  <a:pt x="155819" y="349025"/>
                </a:lnTo>
                <a:lnTo>
                  <a:pt x="160534" y="359607"/>
                </a:lnTo>
                <a:lnTo>
                  <a:pt x="165259" y="370180"/>
                </a:lnTo>
                <a:lnTo>
                  <a:pt x="169983" y="380752"/>
                </a:lnTo>
                <a:lnTo>
                  <a:pt x="174708" y="391335"/>
                </a:lnTo>
                <a:lnTo>
                  <a:pt x="179422" y="401907"/>
                </a:lnTo>
                <a:lnTo>
                  <a:pt x="184147" y="412490"/>
                </a:lnTo>
                <a:lnTo>
                  <a:pt x="188871" y="423062"/>
                </a:lnTo>
                <a:lnTo>
                  <a:pt x="193596" y="433635"/>
                </a:lnTo>
                <a:lnTo>
                  <a:pt x="198311" y="444217"/>
                </a:lnTo>
                <a:lnTo>
                  <a:pt x="203035" y="454790"/>
                </a:lnTo>
                <a:lnTo>
                  <a:pt x="207759" y="465363"/>
                </a:lnTo>
                <a:lnTo>
                  <a:pt x="212474" y="475945"/>
                </a:lnTo>
                <a:lnTo>
                  <a:pt x="217199" y="486518"/>
                </a:lnTo>
                <a:lnTo>
                  <a:pt x="221923" y="497100"/>
                </a:lnTo>
                <a:lnTo>
                  <a:pt x="226647" y="507673"/>
                </a:lnTo>
                <a:lnTo>
                  <a:pt x="231362" y="518246"/>
                </a:lnTo>
                <a:lnTo>
                  <a:pt x="235934" y="528609"/>
                </a:lnTo>
                <a:lnTo>
                  <a:pt x="245107" y="535610"/>
                </a:lnTo>
                <a:lnTo>
                  <a:pt x="255546" y="540601"/>
                </a:lnTo>
                <a:lnTo>
                  <a:pt x="266452" y="544506"/>
                </a:lnTo>
                <a:lnTo>
                  <a:pt x="277578" y="547707"/>
                </a:lnTo>
                <a:lnTo>
                  <a:pt x="288846" y="550412"/>
                </a:lnTo>
                <a:lnTo>
                  <a:pt x="300190" y="552745"/>
                </a:lnTo>
                <a:lnTo>
                  <a:pt x="311591" y="554774"/>
                </a:lnTo>
                <a:lnTo>
                  <a:pt x="323031" y="556565"/>
                </a:lnTo>
                <a:lnTo>
                  <a:pt x="334508" y="558136"/>
                </a:lnTo>
                <a:lnTo>
                  <a:pt x="346005" y="559537"/>
                </a:lnTo>
                <a:lnTo>
                  <a:pt x="357521" y="560765"/>
                </a:lnTo>
                <a:lnTo>
                  <a:pt x="369056" y="561861"/>
                </a:lnTo>
                <a:lnTo>
                  <a:pt x="380600" y="562823"/>
                </a:lnTo>
                <a:lnTo>
                  <a:pt x="392144" y="563661"/>
                </a:lnTo>
                <a:lnTo>
                  <a:pt x="403708" y="564385"/>
                </a:lnTo>
                <a:lnTo>
                  <a:pt x="415271" y="565013"/>
                </a:lnTo>
                <a:lnTo>
                  <a:pt x="426844" y="565528"/>
                </a:lnTo>
                <a:lnTo>
                  <a:pt x="438417" y="565956"/>
                </a:lnTo>
                <a:lnTo>
                  <a:pt x="449999" y="566280"/>
                </a:lnTo>
                <a:lnTo>
                  <a:pt x="461582" y="566518"/>
                </a:lnTo>
                <a:lnTo>
                  <a:pt x="473164" y="566671"/>
                </a:lnTo>
                <a:lnTo>
                  <a:pt x="484746" y="566728"/>
                </a:lnTo>
                <a:lnTo>
                  <a:pt x="496329" y="566709"/>
                </a:lnTo>
                <a:lnTo>
                  <a:pt x="507911" y="566595"/>
                </a:lnTo>
                <a:lnTo>
                  <a:pt x="519484" y="566395"/>
                </a:lnTo>
                <a:lnTo>
                  <a:pt x="531066" y="566099"/>
                </a:lnTo>
                <a:lnTo>
                  <a:pt x="542639" y="565718"/>
                </a:lnTo>
                <a:lnTo>
                  <a:pt x="554212" y="565242"/>
                </a:lnTo>
                <a:lnTo>
                  <a:pt x="565785" y="564661"/>
                </a:lnTo>
                <a:lnTo>
                  <a:pt x="577348" y="563975"/>
                </a:lnTo>
                <a:lnTo>
                  <a:pt x="588902" y="563185"/>
                </a:lnTo>
                <a:lnTo>
                  <a:pt x="600446" y="562280"/>
                </a:lnTo>
                <a:lnTo>
                  <a:pt x="611981" y="561242"/>
                </a:lnTo>
                <a:lnTo>
                  <a:pt x="623506" y="560070"/>
                </a:lnTo>
                <a:lnTo>
                  <a:pt x="635013" y="558746"/>
                </a:lnTo>
                <a:lnTo>
                  <a:pt x="646500" y="557241"/>
                </a:lnTo>
                <a:lnTo>
                  <a:pt x="657958" y="555555"/>
                </a:lnTo>
                <a:lnTo>
                  <a:pt x="669379" y="553631"/>
                </a:lnTo>
                <a:lnTo>
                  <a:pt x="680752" y="551431"/>
                </a:lnTo>
                <a:lnTo>
                  <a:pt x="692048" y="548897"/>
                </a:lnTo>
                <a:lnTo>
                  <a:pt x="703240" y="545916"/>
                </a:lnTo>
                <a:lnTo>
                  <a:pt x="714261" y="542344"/>
                </a:lnTo>
                <a:lnTo>
                  <a:pt x="724938" y="537877"/>
                </a:lnTo>
                <a:lnTo>
                  <a:pt x="734825" y="531886"/>
                </a:lnTo>
                <a:lnTo>
                  <a:pt x="741978" y="522961"/>
                </a:lnTo>
                <a:lnTo>
                  <a:pt x="745712" y="512102"/>
                </a:lnTo>
                <a:lnTo>
                  <a:pt x="750437" y="501529"/>
                </a:lnTo>
                <a:lnTo>
                  <a:pt x="755161" y="490957"/>
                </a:lnTo>
                <a:lnTo>
                  <a:pt x="759885" y="480374"/>
                </a:lnTo>
                <a:lnTo>
                  <a:pt x="764600" y="469802"/>
                </a:lnTo>
                <a:lnTo>
                  <a:pt x="769325" y="459219"/>
                </a:lnTo>
                <a:lnTo>
                  <a:pt x="774049" y="448647"/>
                </a:lnTo>
                <a:lnTo>
                  <a:pt x="778764" y="438074"/>
                </a:lnTo>
                <a:lnTo>
                  <a:pt x="783488" y="427492"/>
                </a:lnTo>
                <a:lnTo>
                  <a:pt x="788213" y="416919"/>
                </a:lnTo>
                <a:lnTo>
                  <a:pt x="792937" y="406336"/>
                </a:lnTo>
                <a:lnTo>
                  <a:pt x="797652" y="395764"/>
                </a:lnTo>
                <a:lnTo>
                  <a:pt x="802376" y="385191"/>
                </a:lnTo>
                <a:lnTo>
                  <a:pt x="807101" y="374609"/>
                </a:lnTo>
                <a:lnTo>
                  <a:pt x="811816" y="364036"/>
                </a:lnTo>
                <a:lnTo>
                  <a:pt x="816540" y="353454"/>
                </a:lnTo>
                <a:lnTo>
                  <a:pt x="821265" y="342881"/>
                </a:lnTo>
                <a:lnTo>
                  <a:pt x="825989" y="332308"/>
                </a:lnTo>
                <a:lnTo>
                  <a:pt x="830704" y="321726"/>
                </a:lnTo>
                <a:lnTo>
                  <a:pt x="835428" y="311153"/>
                </a:lnTo>
                <a:lnTo>
                  <a:pt x="840153" y="300571"/>
                </a:lnTo>
                <a:lnTo>
                  <a:pt x="844868" y="289998"/>
                </a:lnTo>
                <a:lnTo>
                  <a:pt x="849592" y="279425"/>
                </a:lnTo>
                <a:lnTo>
                  <a:pt x="854316" y="268843"/>
                </a:lnTo>
                <a:lnTo>
                  <a:pt x="859041" y="258270"/>
                </a:lnTo>
                <a:lnTo>
                  <a:pt x="863756" y="247688"/>
                </a:lnTo>
                <a:lnTo>
                  <a:pt x="868480" y="237115"/>
                </a:lnTo>
                <a:lnTo>
                  <a:pt x="873204" y="226543"/>
                </a:lnTo>
                <a:lnTo>
                  <a:pt x="877929" y="215960"/>
                </a:lnTo>
                <a:lnTo>
                  <a:pt x="882644" y="205388"/>
                </a:lnTo>
                <a:lnTo>
                  <a:pt x="887368" y="194815"/>
                </a:lnTo>
                <a:lnTo>
                  <a:pt x="892092" y="184233"/>
                </a:lnTo>
                <a:lnTo>
                  <a:pt x="896807" y="173660"/>
                </a:lnTo>
                <a:lnTo>
                  <a:pt x="901532" y="163078"/>
                </a:lnTo>
                <a:lnTo>
                  <a:pt x="906256" y="152505"/>
                </a:lnTo>
                <a:lnTo>
                  <a:pt x="910981" y="141932"/>
                </a:lnTo>
                <a:lnTo>
                  <a:pt x="915695" y="131350"/>
                </a:lnTo>
                <a:lnTo>
                  <a:pt x="920420" y="120777"/>
                </a:lnTo>
                <a:lnTo>
                  <a:pt x="925144" y="110195"/>
                </a:lnTo>
                <a:lnTo>
                  <a:pt x="929859" y="99622"/>
                </a:lnTo>
                <a:lnTo>
                  <a:pt x="934583" y="89049"/>
                </a:lnTo>
                <a:lnTo>
                  <a:pt x="939308" y="78467"/>
                </a:lnTo>
                <a:lnTo>
                  <a:pt x="944032" y="67894"/>
                </a:lnTo>
                <a:lnTo>
                  <a:pt x="948747" y="57312"/>
                </a:lnTo>
                <a:lnTo>
                  <a:pt x="953472" y="46739"/>
                </a:lnTo>
                <a:lnTo>
                  <a:pt x="958196" y="36166"/>
                </a:lnTo>
                <a:lnTo>
                  <a:pt x="962911" y="25584"/>
                </a:lnTo>
                <a:lnTo>
                  <a:pt x="967635" y="15011"/>
                </a:lnTo>
                <a:lnTo>
                  <a:pt x="972360" y="4429"/>
                </a:lnTo>
                <a:lnTo>
                  <a:pt x="971464" y="5886"/>
                </a:lnTo>
                <a:lnTo>
                  <a:pt x="961711" y="12021"/>
                </a:lnTo>
                <a:lnTo>
                  <a:pt x="950871" y="16088"/>
                </a:lnTo>
                <a:lnTo>
                  <a:pt x="939727" y="19241"/>
                </a:lnTo>
                <a:lnTo>
                  <a:pt x="928440" y="21841"/>
                </a:lnTo>
                <a:lnTo>
                  <a:pt x="917077" y="24089"/>
                </a:lnTo>
                <a:lnTo>
                  <a:pt x="905666" y="26060"/>
                </a:lnTo>
                <a:lnTo>
                  <a:pt x="894217" y="27823"/>
                </a:lnTo>
                <a:lnTo>
                  <a:pt x="882739" y="29423"/>
                </a:lnTo>
                <a:lnTo>
                  <a:pt x="871252" y="30880"/>
                </a:lnTo>
                <a:lnTo>
                  <a:pt x="859746" y="32214"/>
                </a:lnTo>
                <a:lnTo>
                  <a:pt x="848230" y="33452"/>
                </a:lnTo>
                <a:lnTo>
                  <a:pt x="836705" y="34595"/>
                </a:lnTo>
                <a:lnTo>
                  <a:pt x="825170" y="35662"/>
                </a:lnTo>
                <a:lnTo>
                  <a:pt x="813635" y="36662"/>
                </a:lnTo>
                <a:lnTo>
                  <a:pt x="802081" y="37586"/>
                </a:lnTo>
                <a:lnTo>
                  <a:pt x="790537" y="38452"/>
                </a:lnTo>
                <a:lnTo>
                  <a:pt x="778983" y="39262"/>
                </a:lnTo>
                <a:lnTo>
                  <a:pt x="767420" y="40024"/>
                </a:lnTo>
                <a:lnTo>
                  <a:pt x="755866" y="40738"/>
                </a:lnTo>
                <a:lnTo>
                  <a:pt x="744303" y="41405"/>
                </a:lnTo>
                <a:lnTo>
                  <a:pt x="732730" y="42034"/>
                </a:lnTo>
                <a:lnTo>
                  <a:pt x="721166" y="42615"/>
                </a:lnTo>
                <a:lnTo>
                  <a:pt x="709593" y="43167"/>
                </a:lnTo>
                <a:lnTo>
                  <a:pt x="698030" y="43682"/>
                </a:lnTo>
                <a:lnTo>
                  <a:pt x="686457" y="44158"/>
                </a:lnTo>
                <a:lnTo>
                  <a:pt x="674875" y="44606"/>
                </a:lnTo>
                <a:lnTo>
                  <a:pt x="663302" y="45015"/>
                </a:lnTo>
                <a:lnTo>
                  <a:pt x="651729" y="45396"/>
                </a:lnTo>
                <a:lnTo>
                  <a:pt x="640147" y="45749"/>
                </a:lnTo>
                <a:lnTo>
                  <a:pt x="628574" y="46072"/>
                </a:lnTo>
                <a:lnTo>
                  <a:pt x="616991" y="46368"/>
                </a:lnTo>
                <a:lnTo>
                  <a:pt x="605409" y="46634"/>
                </a:lnTo>
                <a:lnTo>
                  <a:pt x="593836" y="46873"/>
                </a:lnTo>
                <a:lnTo>
                  <a:pt x="582254" y="47092"/>
                </a:lnTo>
                <a:lnTo>
                  <a:pt x="570671" y="47282"/>
                </a:lnTo>
                <a:lnTo>
                  <a:pt x="559089" y="47444"/>
                </a:lnTo>
                <a:lnTo>
                  <a:pt x="547507" y="47587"/>
                </a:lnTo>
                <a:lnTo>
                  <a:pt x="535924" y="47701"/>
                </a:lnTo>
                <a:lnTo>
                  <a:pt x="524342" y="47787"/>
                </a:lnTo>
                <a:lnTo>
                  <a:pt x="512759" y="47854"/>
                </a:lnTo>
                <a:lnTo>
                  <a:pt x="501177" y="47892"/>
                </a:lnTo>
                <a:lnTo>
                  <a:pt x="489595" y="47911"/>
                </a:lnTo>
                <a:lnTo>
                  <a:pt x="478012" y="47911"/>
                </a:lnTo>
                <a:lnTo>
                  <a:pt x="466430" y="47873"/>
                </a:lnTo>
                <a:lnTo>
                  <a:pt x="454847" y="47815"/>
                </a:lnTo>
                <a:lnTo>
                  <a:pt x="443265" y="47739"/>
                </a:lnTo>
                <a:lnTo>
                  <a:pt x="431683" y="47635"/>
                </a:lnTo>
                <a:lnTo>
                  <a:pt x="420100" y="47511"/>
                </a:lnTo>
                <a:lnTo>
                  <a:pt x="408518" y="47358"/>
                </a:lnTo>
                <a:lnTo>
                  <a:pt x="396935" y="47177"/>
                </a:lnTo>
                <a:lnTo>
                  <a:pt x="385362" y="46977"/>
                </a:lnTo>
                <a:lnTo>
                  <a:pt x="373780" y="46739"/>
                </a:lnTo>
                <a:lnTo>
                  <a:pt x="362198" y="46482"/>
                </a:lnTo>
                <a:lnTo>
                  <a:pt x="350615" y="46196"/>
                </a:lnTo>
                <a:lnTo>
                  <a:pt x="339042" y="45891"/>
                </a:lnTo>
                <a:lnTo>
                  <a:pt x="327460" y="45549"/>
                </a:lnTo>
                <a:lnTo>
                  <a:pt x="315887" y="45177"/>
                </a:lnTo>
                <a:lnTo>
                  <a:pt x="304314" y="44777"/>
                </a:lnTo>
                <a:lnTo>
                  <a:pt x="292732" y="44348"/>
                </a:lnTo>
                <a:lnTo>
                  <a:pt x="281159" y="43882"/>
                </a:lnTo>
                <a:lnTo>
                  <a:pt x="269586" y="43386"/>
                </a:lnTo>
                <a:lnTo>
                  <a:pt x="258023" y="42853"/>
                </a:lnTo>
                <a:lnTo>
                  <a:pt x="246450" y="42281"/>
                </a:lnTo>
                <a:lnTo>
                  <a:pt x="234887" y="41672"/>
                </a:lnTo>
                <a:lnTo>
                  <a:pt x="223323" y="41024"/>
                </a:lnTo>
                <a:lnTo>
                  <a:pt x="211760" y="40329"/>
                </a:lnTo>
                <a:lnTo>
                  <a:pt x="200196" y="39586"/>
                </a:lnTo>
                <a:lnTo>
                  <a:pt x="188643" y="38795"/>
                </a:lnTo>
                <a:lnTo>
                  <a:pt x="177089" y="37957"/>
                </a:lnTo>
                <a:lnTo>
                  <a:pt x="165545" y="37052"/>
                </a:lnTo>
                <a:lnTo>
                  <a:pt x="154000" y="36090"/>
                </a:lnTo>
                <a:lnTo>
                  <a:pt x="142465" y="35052"/>
                </a:lnTo>
                <a:lnTo>
                  <a:pt x="130940" y="33938"/>
                </a:lnTo>
                <a:lnTo>
                  <a:pt x="119415" y="32747"/>
                </a:lnTo>
                <a:lnTo>
                  <a:pt x="107909" y="31452"/>
                </a:lnTo>
                <a:lnTo>
                  <a:pt x="96412" y="30051"/>
                </a:lnTo>
                <a:lnTo>
                  <a:pt x="84925" y="28508"/>
                </a:lnTo>
                <a:lnTo>
                  <a:pt x="73466" y="26822"/>
                </a:lnTo>
                <a:lnTo>
                  <a:pt x="62046" y="24936"/>
                </a:lnTo>
                <a:lnTo>
                  <a:pt x="50654" y="22822"/>
                </a:lnTo>
                <a:lnTo>
                  <a:pt x="39329" y="20384"/>
                </a:lnTo>
                <a:lnTo>
                  <a:pt x="28118" y="17488"/>
                </a:lnTo>
                <a:lnTo>
                  <a:pt x="17116" y="13878"/>
                </a:lnTo>
                <a:lnTo>
                  <a:pt x="6696" y="8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3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871483E4-2543-44BB-B120-45A7688F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565" y="3507210"/>
            <a:ext cx="974369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54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FAAD4C00-EDA7-4B17-B361-C8F8668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023" y="2301097"/>
            <a:ext cx="1117444" cy="1882635"/>
          </a:xfrm>
          <a:custGeom xmlns:a="http://schemas.openxmlformats.org/drawingml/2006/main">
            <a:pathLst>
              <a:path w="1117444" h="1882635">
                <a:moveTo>
                  <a:pt x="0" y="0"/>
                </a:moveTo>
                <a:lnTo>
                  <a:pt x="95" y="23555"/>
                </a:lnTo>
                <a:lnTo>
                  <a:pt x="6544" y="46234"/>
                </a:lnTo>
                <a:lnTo>
                  <a:pt x="12992" y="68904"/>
                </a:lnTo>
                <a:lnTo>
                  <a:pt x="19450" y="91573"/>
                </a:lnTo>
                <a:lnTo>
                  <a:pt x="25898" y="114252"/>
                </a:lnTo>
                <a:lnTo>
                  <a:pt x="32356" y="136922"/>
                </a:lnTo>
                <a:lnTo>
                  <a:pt x="38805" y="159591"/>
                </a:lnTo>
                <a:lnTo>
                  <a:pt x="45253" y="182270"/>
                </a:lnTo>
                <a:lnTo>
                  <a:pt x="51711" y="204940"/>
                </a:lnTo>
                <a:lnTo>
                  <a:pt x="58160" y="227609"/>
                </a:lnTo>
                <a:lnTo>
                  <a:pt x="64608" y="250288"/>
                </a:lnTo>
                <a:lnTo>
                  <a:pt x="71066" y="272958"/>
                </a:lnTo>
                <a:lnTo>
                  <a:pt x="77514" y="295627"/>
                </a:lnTo>
                <a:lnTo>
                  <a:pt x="83963" y="318297"/>
                </a:lnTo>
                <a:lnTo>
                  <a:pt x="90421" y="340976"/>
                </a:lnTo>
                <a:lnTo>
                  <a:pt x="96869" y="363645"/>
                </a:lnTo>
                <a:lnTo>
                  <a:pt x="103318" y="386315"/>
                </a:lnTo>
                <a:lnTo>
                  <a:pt x="109776" y="408994"/>
                </a:lnTo>
                <a:lnTo>
                  <a:pt x="116224" y="431663"/>
                </a:lnTo>
                <a:lnTo>
                  <a:pt x="122672" y="454333"/>
                </a:lnTo>
                <a:lnTo>
                  <a:pt x="129130" y="477012"/>
                </a:lnTo>
                <a:lnTo>
                  <a:pt x="135579" y="499682"/>
                </a:lnTo>
                <a:lnTo>
                  <a:pt x="142027" y="522351"/>
                </a:lnTo>
                <a:lnTo>
                  <a:pt x="148485" y="545030"/>
                </a:lnTo>
                <a:lnTo>
                  <a:pt x="154934" y="567700"/>
                </a:lnTo>
                <a:lnTo>
                  <a:pt x="161382" y="590369"/>
                </a:lnTo>
                <a:lnTo>
                  <a:pt x="167478" y="613134"/>
                </a:lnTo>
                <a:lnTo>
                  <a:pt x="172793" y="636099"/>
                </a:lnTo>
                <a:lnTo>
                  <a:pt x="178003" y="659092"/>
                </a:lnTo>
                <a:lnTo>
                  <a:pt x="182975" y="682133"/>
                </a:lnTo>
                <a:lnTo>
                  <a:pt x="187938" y="705174"/>
                </a:lnTo>
                <a:lnTo>
                  <a:pt x="192910" y="728215"/>
                </a:lnTo>
                <a:lnTo>
                  <a:pt x="197882" y="751265"/>
                </a:lnTo>
                <a:lnTo>
                  <a:pt x="202854" y="774306"/>
                </a:lnTo>
                <a:lnTo>
                  <a:pt x="207816" y="797347"/>
                </a:lnTo>
                <a:lnTo>
                  <a:pt x="212789" y="820388"/>
                </a:lnTo>
                <a:lnTo>
                  <a:pt x="217761" y="843429"/>
                </a:lnTo>
                <a:lnTo>
                  <a:pt x="222733" y="866480"/>
                </a:lnTo>
                <a:lnTo>
                  <a:pt x="227695" y="889521"/>
                </a:lnTo>
                <a:lnTo>
                  <a:pt x="232667" y="912562"/>
                </a:lnTo>
                <a:lnTo>
                  <a:pt x="237639" y="935603"/>
                </a:lnTo>
                <a:lnTo>
                  <a:pt x="242611" y="958644"/>
                </a:lnTo>
                <a:lnTo>
                  <a:pt x="247574" y="981685"/>
                </a:lnTo>
                <a:lnTo>
                  <a:pt x="252546" y="1004735"/>
                </a:lnTo>
                <a:lnTo>
                  <a:pt x="257518" y="1027776"/>
                </a:lnTo>
                <a:lnTo>
                  <a:pt x="262490" y="1050817"/>
                </a:lnTo>
                <a:lnTo>
                  <a:pt x="267452" y="1073858"/>
                </a:lnTo>
                <a:lnTo>
                  <a:pt x="272425" y="1096899"/>
                </a:lnTo>
                <a:lnTo>
                  <a:pt x="277397" y="1119950"/>
                </a:lnTo>
                <a:lnTo>
                  <a:pt x="282359" y="1142990"/>
                </a:lnTo>
                <a:lnTo>
                  <a:pt x="287331" y="1166031"/>
                </a:lnTo>
                <a:lnTo>
                  <a:pt x="292303" y="1189072"/>
                </a:lnTo>
                <a:lnTo>
                  <a:pt x="297275" y="1212113"/>
                </a:lnTo>
                <a:lnTo>
                  <a:pt x="302238" y="1235164"/>
                </a:lnTo>
                <a:lnTo>
                  <a:pt x="306953" y="1258253"/>
                </a:lnTo>
                <a:lnTo>
                  <a:pt x="311658" y="1281351"/>
                </a:lnTo>
                <a:lnTo>
                  <a:pt x="316278" y="1304468"/>
                </a:lnTo>
                <a:lnTo>
                  <a:pt x="320897" y="1327585"/>
                </a:lnTo>
                <a:lnTo>
                  <a:pt x="325517" y="1350702"/>
                </a:lnTo>
                <a:lnTo>
                  <a:pt x="330136" y="1373819"/>
                </a:lnTo>
                <a:lnTo>
                  <a:pt x="334756" y="1396937"/>
                </a:lnTo>
                <a:lnTo>
                  <a:pt x="339376" y="1420044"/>
                </a:lnTo>
                <a:lnTo>
                  <a:pt x="343995" y="1443161"/>
                </a:lnTo>
                <a:lnTo>
                  <a:pt x="348615" y="1466279"/>
                </a:lnTo>
                <a:lnTo>
                  <a:pt x="353235" y="1489396"/>
                </a:lnTo>
                <a:lnTo>
                  <a:pt x="354863" y="1510065"/>
                </a:lnTo>
                <a:lnTo>
                  <a:pt x="331289" y="1510065"/>
                </a:lnTo>
                <a:lnTo>
                  <a:pt x="307724" y="1510065"/>
                </a:lnTo>
                <a:lnTo>
                  <a:pt x="284150" y="1510065"/>
                </a:lnTo>
                <a:lnTo>
                  <a:pt x="260575" y="1510065"/>
                </a:lnTo>
                <a:lnTo>
                  <a:pt x="237001" y="1510065"/>
                </a:lnTo>
                <a:lnTo>
                  <a:pt x="213427" y="1510065"/>
                </a:lnTo>
                <a:lnTo>
                  <a:pt x="189852" y="1510065"/>
                </a:lnTo>
                <a:lnTo>
                  <a:pt x="185156" y="1517818"/>
                </a:lnTo>
                <a:lnTo>
                  <a:pt x="201911" y="1534401"/>
                </a:lnTo>
                <a:lnTo>
                  <a:pt x="218665" y="1550984"/>
                </a:lnTo>
                <a:lnTo>
                  <a:pt x="235420" y="1567567"/>
                </a:lnTo>
                <a:lnTo>
                  <a:pt x="252174" y="1584150"/>
                </a:lnTo>
                <a:lnTo>
                  <a:pt x="268929" y="1600733"/>
                </a:lnTo>
                <a:lnTo>
                  <a:pt x="285674" y="1617316"/>
                </a:lnTo>
                <a:lnTo>
                  <a:pt x="302428" y="1633899"/>
                </a:lnTo>
                <a:lnTo>
                  <a:pt x="319183" y="1650482"/>
                </a:lnTo>
                <a:lnTo>
                  <a:pt x="335937" y="1667066"/>
                </a:lnTo>
                <a:lnTo>
                  <a:pt x="352692" y="1683649"/>
                </a:lnTo>
                <a:lnTo>
                  <a:pt x="369446" y="1700232"/>
                </a:lnTo>
                <a:lnTo>
                  <a:pt x="386201" y="1716815"/>
                </a:lnTo>
                <a:lnTo>
                  <a:pt x="402955" y="1733398"/>
                </a:lnTo>
                <a:lnTo>
                  <a:pt x="419710" y="1749981"/>
                </a:lnTo>
                <a:lnTo>
                  <a:pt x="436464" y="1766564"/>
                </a:lnTo>
                <a:lnTo>
                  <a:pt x="453209" y="1783147"/>
                </a:lnTo>
                <a:lnTo>
                  <a:pt x="469964" y="1799730"/>
                </a:lnTo>
                <a:lnTo>
                  <a:pt x="486718" y="1816313"/>
                </a:lnTo>
                <a:lnTo>
                  <a:pt x="503472" y="1832896"/>
                </a:lnTo>
                <a:lnTo>
                  <a:pt x="520227" y="1849469"/>
                </a:lnTo>
                <a:lnTo>
                  <a:pt x="536981" y="1866052"/>
                </a:lnTo>
                <a:lnTo>
                  <a:pt x="553736" y="1882635"/>
                </a:lnTo>
                <a:lnTo>
                  <a:pt x="570490" y="1875930"/>
                </a:lnTo>
                <a:lnTo>
                  <a:pt x="587245" y="1859347"/>
                </a:lnTo>
                <a:lnTo>
                  <a:pt x="603999" y="1842764"/>
                </a:lnTo>
                <a:lnTo>
                  <a:pt x="620744" y="1826181"/>
                </a:lnTo>
                <a:lnTo>
                  <a:pt x="637499" y="1809598"/>
                </a:lnTo>
                <a:lnTo>
                  <a:pt x="654253" y="1793015"/>
                </a:lnTo>
                <a:lnTo>
                  <a:pt x="671008" y="1776432"/>
                </a:lnTo>
                <a:lnTo>
                  <a:pt x="687762" y="1759849"/>
                </a:lnTo>
                <a:lnTo>
                  <a:pt x="704517" y="1743266"/>
                </a:lnTo>
                <a:lnTo>
                  <a:pt x="721271" y="1726682"/>
                </a:lnTo>
                <a:lnTo>
                  <a:pt x="738026" y="1710109"/>
                </a:lnTo>
                <a:lnTo>
                  <a:pt x="754780" y="1693526"/>
                </a:lnTo>
                <a:lnTo>
                  <a:pt x="771535" y="1676943"/>
                </a:lnTo>
                <a:lnTo>
                  <a:pt x="788289" y="1660360"/>
                </a:lnTo>
                <a:lnTo>
                  <a:pt x="805034" y="1643777"/>
                </a:lnTo>
                <a:lnTo>
                  <a:pt x="821788" y="1627194"/>
                </a:lnTo>
                <a:lnTo>
                  <a:pt x="838543" y="1610611"/>
                </a:lnTo>
                <a:lnTo>
                  <a:pt x="855297" y="1594028"/>
                </a:lnTo>
                <a:lnTo>
                  <a:pt x="872052" y="1577445"/>
                </a:lnTo>
                <a:lnTo>
                  <a:pt x="888806" y="1560862"/>
                </a:lnTo>
                <a:lnTo>
                  <a:pt x="905561" y="1544279"/>
                </a:lnTo>
                <a:lnTo>
                  <a:pt x="922315" y="1527696"/>
                </a:lnTo>
                <a:lnTo>
                  <a:pt x="939070" y="1511113"/>
                </a:lnTo>
                <a:lnTo>
                  <a:pt x="918048" y="1510065"/>
                </a:lnTo>
                <a:lnTo>
                  <a:pt x="894483" y="1510065"/>
                </a:lnTo>
                <a:lnTo>
                  <a:pt x="870909" y="1510065"/>
                </a:lnTo>
                <a:lnTo>
                  <a:pt x="847334" y="1510065"/>
                </a:lnTo>
                <a:lnTo>
                  <a:pt x="823760" y="1510065"/>
                </a:lnTo>
                <a:lnTo>
                  <a:pt x="800186" y="1510065"/>
                </a:lnTo>
                <a:lnTo>
                  <a:pt x="776621" y="1510065"/>
                </a:lnTo>
                <a:lnTo>
                  <a:pt x="761467" y="1503159"/>
                </a:lnTo>
                <a:lnTo>
                  <a:pt x="766086" y="1480042"/>
                </a:lnTo>
                <a:lnTo>
                  <a:pt x="770706" y="1456925"/>
                </a:lnTo>
                <a:lnTo>
                  <a:pt x="775325" y="1433808"/>
                </a:lnTo>
                <a:lnTo>
                  <a:pt x="779945" y="1410700"/>
                </a:lnTo>
                <a:lnTo>
                  <a:pt x="784565" y="1387583"/>
                </a:lnTo>
                <a:lnTo>
                  <a:pt x="789184" y="1364466"/>
                </a:lnTo>
                <a:lnTo>
                  <a:pt x="793804" y="1341349"/>
                </a:lnTo>
                <a:lnTo>
                  <a:pt x="798424" y="1318231"/>
                </a:lnTo>
                <a:lnTo>
                  <a:pt x="803043" y="1295124"/>
                </a:lnTo>
                <a:lnTo>
                  <a:pt x="807691" y="1272007"/>
                </a:lnTo>
                <a:lnTo>
                  <a:pt x="812397" y="1248908"/>
                </a:lnTo>
                <a:lnTo>
                  <a:pt x="817216" y="1225839"/>
                </a:lnTo>
                <a:lnTo>
                  <a:pt x="822179" y="1202798"/>
                </a:lnTo>
                <a:lnTo>
                  <a:pt x="827151" y="1179757"/>
                </a:lnTo>
                <a:lnTo>
                  <a:pt x="832123" y="1156706"/>
                </a:lnTo>
                <a:lnTo>
                  <a:pt x="837095" y="1133666"/>
                </a:lnTo>
                <a:lnTo>
                  <a:pt x="842058" y="1110625"/>
                </a:lnTo>
                <a:lnTo>
                  <a:pt x="847030" y="1087584"/>
                </a:lnTo>
                <a:lnTo>
                  <a:pt x="852002" y="1064543"/>
                </a:lnTo>
                <a:lnTo>
                  <a:pt x="856974" y="1041492"/>
                </a:lnTo>
                <a:lnTo>
                  <a:pt x="861936" y="1018451"/>
                </a:lnTo>
                <a:lnTo>
                  <a:pt x="866908" y="995410"/>
                </a:lnTo>
                <a:lnTo>
                  <a:pt x="871880" y="972369"/>
                </a:lnTo>
                <a:lnTo>
                  <a:pt x="876852" y="949328"/>
                </a:lnTo>
                <a:lnTo>
                  <a:pt x="881815" y="926278"/>
                </a:lnTo>
                <a:lnTo>
                  <a:pt x="886787" y="903237"/>
                </a:lnTo>
                <a:lnTo>
                  <a:pt x="891759" y="880196"/>
                </a:lnTo>
                <a:lnTo>
                  <a:pt x="896722" y="857155"/>
                </a:lnTo>
                <a:lnTo>
                  <a:pt x="901694" y="834114"/>
                </a:lnTo>
                <a:lnTo>
                  <a:pt x="906666" y="811073"/>
                </a:lnTo>
                <a:lnTo>
                  <a:pt x="911638" y="788022"/>
                </a:lnTo>
                <a:lnTo>
                  <a:pt x="916600" y="764981"/>
                </a:lnTo>
                <a:lnTo>
                  <a:pt x="921572" y="741940"/>
                </a:lnTo>
                <a:lnTo>
                  <a:pt x="926544" y="718899"/>
                </a:lnTo>
                <a:lnTo>
                  <a:pt x="931516" y="695858"/>
                </a:lnTo>
                <a:lnTo>
                  <a:pt x="936479" y="672808"/>
                </a:lnTo>
                <a:lnTo>
                  <a:pt x="941489" y="649776"/>
                </a:lnTo>
                <a:lnTo>
                  <a:pt x="946804" y="626812"/>
                </a:lnTo>
                <a:lnTo>
                  <a:pt x="952214" y="603875"/>
                </a:lnTo>
                <a:lnTo>
                  <a:pt x="958672" y="581196"/>
                </a:lnTo>
                <a:lnTo>
                  <a:pt x="965121" y="558527"/>
                </a:lnTo>
                <a:lnTo>
                  <a:pt x="971569" y="535857"/>
                </a:lnTo>
                <a:lnTo>
                  <a:pt x="978027" y="513178"/>
                </a:lnTo>
                <a:lnTo>
                  <a:pt x="984475" y="490509"/>
                </a:lnTo>
                <a:lnTo>
                  <a:pt x="990924" y="467839"/>
                </a:lnTo>
                <a:lnTo>
                  <a:pt x="997382" y="445160"/>
                </a:lnTo>
                <a:lnTo>
                  <a:pt x="1003830" y="422491"/>
                </a:lnTo>
                <a:lnTo>
                  <a:pt x="1010279" y="399821"/>
                </a:lnTo>
                <a:lnTo>
                  <a:pt x="1016737" y="377142"/>
                </a:lnTo>
                <a:lnTo>
                  <a:pt x="1023185" y="354473"/>
                </a:lnTo>
                <a:lnTo>
                  <a:pt x="1029643" y="331803"/>
                </a:lnTo>
                <a:lnTo>
                  <a:pt x="1036091" y="309134"/>
                </a:lnTo>
                <a:lnTo>
                  <a:pt x="1042540" y="286455"/>
                </a:lnTo>
                <a:lnTo>
                  <a:pt x="1048998" y="263785"/>
                </a:lnTo>
                <a:lnTo>
                  <a:pt x="1055446" y="241116"/>
                </a:lnTo>
                <a:lnTo>
                  <a:pt x="1061895" y="218437"/>
                </a:lnTo>
                <a:lnTo>
                  <a:pt x="1068353" y="195767"/>
                </a:lnTo>
                <a:lnTo>
                  <a:pt x="1074801" y="173098"/>
                </a:lnTo>
                <a:lnTo>
                  <a:pt x="1081249" y="150419"/>
                </a:lnTo>
                <a:lnTo>
                  <a:pt x="1087707" y="127749"/>
                </a:lnTo>
                <a:lnTo>
                  <a:pt x="1094156" y="105080"/>
                </a:lnTo>
                <a:lnTo>
                  <a:pt x="1100604" y="82401"/>
                </a:lnTo>
                <a:lnTo>
                  <a:pt x="1107062" y="59731"/>
                </a:lnTo>
                <a:lnTo>
                  <a:pt x="1113511" y="37062"/>
                </a:lnTo>
                <a:lnTo>
                  <a:pt x="1117444" y="14040"/>
                </a:lnTo>
                <a:lnTo>
                  <a:pt x="1107910" y="0"/>
                </a:lnTo>
                <a:lnTo>
                  <a:pt x="1084336" y="0"/>
                </a:lnTo>
                <a:lnTo>
                  <a:pt x="1060761" y="0"/>
                </a:lnTo>
                <a:lnTo>
                  <a:pt x="1037196" y="0"/>
                </a:lnTo>
                <a:lnTo>
                  <a:pt x="1013622" y="0"/>
                </a:lnTo>
                <a:lnTo>
                  <a:pt x="990048" y="0"/>
                </a:lnTo>
                <a:lnTo>
                  <a:pt x="966473" y="0"/>
                </a:lnTo>
                <a:lnTo>
                  <a:pt x="942899" y="0"/>
                </a:lnTo>
                <a:lnTo>
                  <a:pt x="919324" y="0"/>
                </a:lnTo>
                <a:lnTo>
                  <a:pt x="895760" y="0"/>
                </a:lnTo>
                <a:lnTo>
                  <a:pt x="872185" y="0"/>
                </a:lnTo>
                <a:lnTo>
                  <a:pt x="848611" y="0"/>
                </a:lnTo>
                <a:lnTo>
                  <a:pt x="825036" y="0"/>
                </a:lnTo>
                <a:lnTo>
                  <a:pt x="801462" y="0"/>
                </a:lnTo>
                <a:lnTo>
                  <a:pt x="777897" y="0"/>
                </a:lnTo>
                <a:lnTo>
                  <a:pt x="754323" y="0"/>
                </a:lnTo>
                <a:lnTo>
                  <a:pt x="730748" y="0"/>
                </a:lnTo>
                <a:lnTo>
                  <a:pt x="707174" y="0"/>
                </a:lnTo>
                <a:lnTo>
                  <a:pt x="683600" y="0"/>
                </a:lnTo>
                <a:lnTo>
                  <a:pt x="660035" y="0"/>
                </a:lnTo>
                <a:lnTo>
                  <a:pt x="636460" y="0"/>
                </a:lnTo>
                <a:lnTo>
                  <a:pt x="612886" y="0"/>
                </a:lnTo>
                <a:lnTo>
                  <a:pt x="589312" y="0"/>
                </a:lnTo>
                <a:lnTo>
                  <a:pt x="565737" y="0"/>
                </a:lnTo>
                <a:lnTo>
                  <a:pt x="542173" y="0"/>
                </a:lnTo>
                <a:lnTo>
                  <a:pt x="518598" y="0"/>
                </a:lnTo>
                <a:lnTo>
                  <a:pt x="495024" y="0"/>
                </a:lnTo>
                <a:lnTo>
                  <a:pt x="471449" y="0"/>
                </a:lnTo>
                <a:lnTo>
                  <a:pt x="447875" y="0"/>
                </a:lnTo>
                <a:lnTo>
                  <a:pt x="424310" y="0"/>
                </a:lnTo>
                <a:lnTo>
                  <a:pt x="400736" y="0"/>
                </a:lnTo>
                <a:lnTo>
                  <a:pt x="377161" y="0"/>
                </a:lnTo>
                <a:lnTo>
                  <a:pt x="353587" y="0"/>
                </a:lnTo>
                <a:lnTo>
                  <a:pt x="330013" y="0"/>
                </a:lnTo>
                <a:lnTo>
                  <a:pt x="306438" y="0"/>
                </a:lnTo>
                <a:lnTo>
                  <a:pt x="282873" y="0"/>
                </a:lnTo>
                <a:lnTo>
                  <a:pt x="259299" y="0"/>
                </a:lnTo>
                <a:lnTo>
                  <a:pt x="235725" y="0"/>
                </a:lnTo>
                <a:lnTo>
                  <a:pt x="212150" y="0"/>
                </a:lnTo>
                <a:lnTo>
                  <a:pt x="188576" y="0"/>
                </a:lnTo>
                <a:lnTo>
                  <a:pt x="165011" y="0"/>
                </a:lnTo>
                <a:lnTo>
                  <a:pt x="141437" y="0"/>
                </a:lnTo>
                <a:lnTo>
                  <a:pt x="117862" y="0"/>
                </a:lnTo>
                <a:lnTo>
                  <a:pt x="94288" y="0"/>
                </a:lnTo>
                <a:lnTo>
                  <a:pt x="70714" y="0"/>
                </a:lnTo>
                <a:lnTo>
                  <a:pt x="47149" y="0"/>
                </a:lnTo>
                <a:lnTo>
                  <a:pt x="2357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55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0BE334A1-6FD6-4EB9-B88D-F95B6EB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4897" y="2347465"/>
            <a:ext cx="1769716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56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3E06BD57-66A4-4E38-AB16-DF43F69F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8533" y="2976715"/>
            <a:ext cx="1182443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57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D6648536-1E62-43B4-897E-7DA8B6E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640" y="3605813"/>
            <a:ext cx="696220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58" name="PPAGENT_QA|parent=body-02-outside-evidence|role=container">
            <a:extLst xmlns:a="http://schemas.openxmlformats.org/drawingml/2006/main">
              <a:ext uri="{FF2B5EF4-FFF2-40B4-BE49-F238E27FC236}">
                <a16:creationId xmlns:a16="http://schemas.microsoft.com/office/drawing/2014/main" id="{4D46EAF5-C0FA-489E-911B-53DFB04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59" name="PPAGENT_QA|parent=body-02-outside-evidence|role=accent">
            <a:extLst xmlns:a="http://schemas.openxmlformats.org/drawingml/2006/main">
              <a:ext uri="{FF2B5EF4-FFF2-40B4-BE49-F238E27FC236}">
                <a16:creationId xmlns:a16="http://schemas.microsoft.com/office/drawing/2014/main" id="{CA148DD4-AB31-4624-9CB4-6F2D78E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PAGENT_QA|within=body-02-outside-evidence|role=label">
            <a:extLst xmlns:a="http://schemas.openxmlformats.org/drawingml/2006/main">
              <a:ext uri="{FF2B5EF4-FFF2-40B4-BE49-F238E27FC236}">
                <a16:creationId xmlns:a16="http://schemas.microsoft.com/office/drawing/2014/main" id="{F32919B6-15B0-435B-8BE3-29A8814F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61" name="PPAGENT_QA|within=body-02-outside-evidence|role=body">
            <a:extLst xmlns:a="http://schemas.openxmlformats.org/drawingml/2006/main">
              <a:ext uri="{FF2B5EF4-FFF2-40B4-BE49-F238E27FC236}">
                <a16:creationId xmlns:a16="http://schemas.microsoft.com/office/drawing/2014/main" id="{B56B597E-27DE-4312-9403-2DD7EED1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2575"/>
            <a:ext cx="1064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记录不完整、责任不明确或复核未通过时补齐后再提交，不直接关闭异常。课题负责人确认事实，平台管理者复核结论；意见不一致则保留异常状态并协调。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8DF6A6D9-C68B-49A5-B7DB-A356FE38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9322" y="2831944"/>
            <a:ext cx="1105586" cy="867289"/>
          </a:xfrm>
          <a:custGeom xmlns:a="http://schemas.openxmlformats.org/drawingml/2006/main">
            <a:pathLst>
              <a:path w="1105586" h="867289">
                <a:moveTo>
                  <a:pt x="65923" y="120806"/>
                </a:moveTo>
                <a:lnTo>
                  <a:pt x="84820" y="118605"/>
                </a:lnTo>
                <a:lnTo>
                  <a:pt x="103727" y="116405"/>
                </a:lnTo>
                <a:lnTo>
                  <a:pt x="122625" y="114214"/>
                </a:lnTo>
                <a:lnTo>
                  <a:pt x="141532" y="112014"/>
                </a:lnTo>
                <a:lnTo>
                  <a:pt x="160439" y="109823"/>
                </a:lnTo>
                <a:lnTo>
                  <a:pt x="179337" y="107623"/>
                </a:lnTo>
                <a:lnTo>
                  <a:pt x="198244" y="105432"/>
                </a:lnTo>
                <a:lnTo>
                  <a:pt x="217141" y="103232"/>
                </a:lnTo>
                <a:lnTo>
                  <a:pt x="236049" y="101032"/>
                </a:lnTo>
                <a:lnTo>
                  <a:pt x="254946" y="98841"/>
                </a:lnTo>
                <a:lnTo>
                  <a:pt x="273853" y="96641"/>
                </a:lnTo>
                <a:lnTo>
                  <a:pt x="292751" y="94450"/>
                </a:lnTo>
                <a:lnTo>
                  <a:pt x="311658" y="92250"/>
                </a:lnTo>
                <a:lnTo>
                  <a:pt x="330565" y="90049"/>
                </a:lnTo>
                <a:lnTo>
                  <a:pt x="349463" y="87859"/>
                </a:lnTo>
                <a:lnTo>
                  <a:pt x="368370" y="85658"/>
                </a:lnTo>
                <a:lnTo>
                  <a:pt x="387267" y="83468"/>
                </a:lnTo>
                <a:lnTo>
                  <a:pt x="406175" y="81267"/>
                </a:lnTo>
                <a:lnTo>
                  <a:pt x="425072" y="79067"/>
                </a:lnTo>
                <a:lnTo>
                  <a:pt x="443979" y="76876"/>
                </a:lnTo>
                <a:lnTo>
                  <a:pt x="462877" y="74676"/>
                </a:lnTo>
                <a:lnTo>
                  <a:pt x="481784" y="72485"/>
                </a:lnTo>
                <a:lnTo>
                  <a:pt x="500691" y="70285"/>
                </a:lnTo>
                <a:lnTo>
                  <a:pt x="519589" y="68085"/>
                </a:lnTo>
                <a:lnTo>
                  <a:pt x="538496" y="65894"/>
                </a:lnTo>
                <a:lnTo>
                  <a:pt x="557393" y="63694"/>
                </a:lnTo>
                <a:lnTo>
                  <a:pt x="576301" y="61503"/>
                </a:lnTo>
                <a:lnTo>
                  <a:pt x="595198" y="59303"/>
                </a:lnTo>
                <a:lnTo>
                  <a:pt x="614105" y="57102"/>
                </a:lnTo>
                <a:lnTo>
                  <a:pt x="633012" y="54912"/>
                </a:lnTo>
                <a:lnTo>
                  <a:pt x="651910" y="52711"/>
                </a:lnTo>
                <a:lnTo>
                  <a:pt x="670817" y="50521"/>
                </a:lnTo>
                <a:lnTo>
                  <a:pt x="689715" y="48320"/>
                </a:lnTo>
                <a:lnTo>
                  <a:pt x="708622" y="46120"/>
                </a:lnTo>
                <a:lnTo>
                  <a:pt x="727520" y="43929"/>
                </a:lnTo>
                <a:lnTo>
                  <a:pt x="746427" y="41729"/>
                </a:lnTo>
                <a:lnTo>
                  <a:pt x="765324" y="39538"/>
                </a:lnTo>
                <a:lnTo>
                  <a:pt x="784231" y="37338"/>
                </a:lnTo>
                <a:lnTo>
                  <a:pt x="803138" y="35147"/>
                </a:lnTo>
                <a:lnTo>
                  <a:pt x="822036" y="32947"/>
                </a:lnTo>
                <a:lnTo>
                  <a:pt x="840943" y="30747"/>
                </a:lnTo>
                <a:lnTo>
                  <a:pt x="859841" y="28556"/>
                </a:lnTo>
                <a:lnTo>
                  <a:pt x="878748" y="26356"/>
                </a:lnTo>
                <a:lnTo>
                  <a:pt x="897646" y="24165"/>
                </a:lnTo>
                <a:lnTo>
                  <a:pt x="916553" y="21965"/>
                </a:lnTo>
                <a:lnTo>
                  <a:pt x="935460" y="19764"/>
                </a:lnTo>
                <a:lnTo>
                  <a:pt x="954357" y="17574"/>
                </a:lnTo>
                <a:lnTo>
                  <a:pt x="973265" y="15373"/>
                </a:lnTo>
                <a:lnTo>
                  <a:pt x="992162" y="13183"/>
                </a:lnTo>
                <a:lnTo>
                  <a:pt x="1011069" y="10982"/>
                </a:lnTo>
                <a:lnTo>
                  <a:pt x="1029967" y="8782"/>
                </a:lnTo>
                <a:lnTo>
                  <a:pt x="1048874" y="6591"/>
                </a:lnTo>
                <a:lnTo>
                  <a:pt x="1067772" y="4391"/>
                </a:lnTo>
                <a:lnTo>
                  <a:pt x="1086679" y="2200"/>
                </a:lnTo>
                <a:lnTo>
                  <a:pt x="1105586" y="0"/>
                </a:lnTo>
                <a:lnTo>
                  <a:pt x="1105433" y="17364"/>
                </a:lnTo>
                <a:lnTo>
                  <a:pt x="1103747" y="36319"/>
                </a:lnTo>
                <a:lnTo>
                  <a:pt x="1102052" y="55274"/>
                </a:lnTo>
                <a:lnTo>
                  <a:pt x="1100357" y="74228"/>
                </a:lnTo>
                <a:lnTo>
                  <a:pt x="1098671" y="93183"/>
                </a:lnTo>
                <a:lnTo>
                  <a:pt x="1096975" y="112138"/>
                </a:lnTo>
                <a:lnTo>
                  <a:pt x="1095280" y="131093"/>
                </a:lnTo>
                <a:lnTo>
                  <a:pt x="1093594" y="150047"/>
                </a:lnTo>
                <a:lnTo>
                  <a:pt x="1091898" y="169002"/>
                </a:lnTo>
                <a:lnTo>
                  <a:pt x="1090203" y="187957"/>
                </a:lnTo>
                <a:lnTo>
                  <a:pt x="1088517" y="206912"/>
                </a:lnTo>
                <a:lnTo>
                  <a:pt x="1086822" y="225866"/>
                </a:lnTo>
                <a:lnTo>
                  <a:pt x="1085126" y="244821"/>
                </a:lnTo>
                <a:lnTo>
                  <a:pt x="1083440" y="263776"/>
                </a:lnTo>
                <a:lnTo>
                  <a:pt x="1081745" y="282731"/>
                </a:lnTo>
                <a:lnTo>
                  <a:pt x="1080049" y="301685"/>
                </a:lnTo>
                <a:lnTo>
                  <a:pt x="1078363" y="320640"/>
                </a:lnTo>
                <a:lnTo>
                  <a:pt x="1076668" y="339595"/>
                </a:lnTo>
                <a:lnTo>
                  <a:pt x="1074972" y="358550"/>
                </a:lnTo>
                <a:lnTo>
                  <a:pt x="1073277" y="377504"/>
                </a:lnTo>
                <a:lnTo>
                  <a:pt x="1071591" y="396459"/>
                </a:lnTo>
                <a:lnTo>
                  <a:pt x="1069896" y="415414"/>
                </a:lnTo>
                <a:lnTo>
                  <a:pt x="1068200" y="434369"/>
                </a:lnTo>
                <a:lnTo>
                  <a:pt x="1066514" y="453323"/>
                </a:lnTo>
                <a:lnTo>
                  <a:pt x="1064819" y="472278"/>
                </a:lnTo>
                <a:lnTo>
                  <a:pt x="1063123" y="491233"/>
                </a:lnTo>
                <a:lnTo>
                  <a:pt x="1061437" y="510188"/>
                </a:lnTo>
                <a:lnTo>
                  <a:pt x="1059742" y="529142"/>
                </a:lnTo>
                <a:lnTo>
                  <a:pt x="1058047" y="548097"/>
                </a:lnTo>
                <a:lnTo>
                  <a:pt x="1056361" y="567052"/>
                </a:lnTo>
                <a:lnTo>
                  <a:pt x="1054665" y="586007"/>
                </a:lnTo>
                <a:lnTo>
                  <a:pt x="1052970" y="604961"/>
                </a:lnTo>
                <a:lnTo>
                  <a:pt x="1051284" y="623916"/>
                </a:lnTo>
                <a:lnTo>
                  <a:pt x="1049588" y="642871"/>
                </a:lnTo>
                <a:lnTo>
                  <a:pt x="1047893" y="661826"/>
                </a:lnTo>
                <a:lnTo>
                  <a:pt x="1046207" y="680780"/>
                </a:lnTo>
                <a:lnTo>
                  <a:pt x="1044512" y="699735"/>
                </a:lnTo>
                <a:lnTo>
                  <a:pt x="1042816" y="718690"/>
                </a:lnTo>
                <a:lnTo>
                  <a:pt x="1041130" y="737645"/>
                </a:lnTo>
                <a:lnTo>
                  <a:pt x="1030348" y="747760"/>
                </a:lnTo>
                <a:lnTo>
                  <a:pt x="1011450" y="749979"/>
                </a:lnTo>
                <a:lnTo>
                  <a:pt x="992553" y="752189"/>
                </a:lnTo>
                <a:lnTo>
                  <a:pt x="973646" y="754399"/>
                </a:lnTo>
                <a:lnTo>
                  <a:pt x="954748" y="756618"/>
                </a:lnTo>
                <a:lnTo>
                  <a:pt x="935850" y="758828"/>
                </a:lnTo>
                <a:lnTo>
                  <a:pt x="916943" y="761048"/>
                </a:lnTo>
                <a:lnTo>
                  <a:pt x="898046" y="763257"/>
                </a:lnTo>
                <a:lnTo>
                  <a:pt x="879138" y="765467"/>
                </a:lnTo>
                <a:lnTo>
                  <a:pt x="860241" y="767686"/>
                </a:lnTo>
                <a:lnTo>
                  <a:pt x="841343" y="769896"/>
                </a:lnTo>
                <a:lnTo>
                  <a:pt x="822436" y="772116"/>
                </a:lnTo>
                <a:lnTo>
                  <a:pt x="803539" y="774325"/>
                </a:lnTo>
                <a:lnTo>
                  <a:pt x="784641" y="776535"/>
                </a:lnTo>
                <a:lnTo>
                  <a:pt x="765734" y="778754"/>
                </a:lnTo>
                <a:lnTo>
                  <a:pt x="746836" y="780964"/>
                </a:lnTo>
                <a:lnTo>
                  <a:pt x="727939" y="783174"/>
                </a:lnTo>
                <a:lnTo>
                  <a:pt x="709031" y="785393"/>
                </a:lnTo>
                <a:lnTo>
                  <a:pt x="690134" y="787603"/>
                </a:lnTo>
                <a:lnTo>
                  <a:pt x="671236" y="789823"/>
                </a:lnTo>
                <a:lnTo>
                  <a:pt x="652329" y="792032"/>
                </a:lnTo>
                <a:lnTo>
                  <a:pt x="633432" y="794242"/>
                </a:lnTo>
                <a:lnTo>
                  <a:pt x="614534" y="796461"/>
                </a:lnTo>
                <a:lnTo>
                  <a:pt x="595627" y="798671"/>
                </a:lnTo>
                <a:lnTo>
                  <a:pt x="576729" y="800891"/>
                </a:lnTo>
                <a:lnTo>
                  <a:pt x="557822" y="803100"/>
                </a:lnTo>
                <a:lnTo>
                  <a:pt x="538925" y="805310"/>
                </a:lnTo>
                <a:lnTo>
                  <a:pt x="520027" y="807530"/>
                </a:lnTo>
                <a:lnTo>
                  <a:pt x="501120" y="809739"/>
                </a:lnTo>
                <a:lnTo>
                  <a:pt x="482222" y="811949"/>
                </a:lnTo>
                <a:lnTo>
                  <a:pt x="463325" y="814168"/>
                </a:lnTo>
                <a:lnTo>
                  <a:pt x="444417" y="816378"/>
                </a:lnTo>
                <a:lnTo>
                  <a:pt x="425520" y="818598"/>
                </a:lnTo>
                <a:lnTo>
                  <a:pt x="406622" y="820807"/>
                </a:lnTo>
                <a:lnTo>
                  <a:pt x="387715" y="823017"/>
                </a:lnTo>
                <a:lnTo>
                  <a:pt x="368818" y="825236"/>
                </a:lnTo>
                <a:lnTo>
                  <a:pt x="349920" y="827446"/>
                </a:lnTo>
                <a:lnTo>
                  <a:pt x="331013" y="829666"/>
                </a:lnTo>
                <a:lnTo>
                  <a:pt x="312115" y="831875"/>
                </a:lnTo>
                <a:lnTo>
                  <a:pt x="293218" y="834085"/>
                </a:lnTo>
                <a:lnTo>
                  <a:pt x="274310" y="836305"/>
                </a:lnTo>
                <a:lnTo>
                  <a:pt x="255413" y="838514"/>
                </a:lnTo>
                <a:lnTo>
                  <a:pt x="236506" y="840734"/>
                </a:lnTo>
                <a:lnTo>
                  <a:pt x="217608" y="842943"/>
                </a:lnTo>
                <a:lnTo>
                  <a:pt x="198711" y="845153"/>
                </a:lnTo>
                <a:lnTo>
                  <a:pt x="179803" y="847373"/>
                </a:lnTo>
                <a:lnTo>
                  <a:pt x="160906" y="849582"/>
                </a:lnTo>
                <a:lnTo>
                  <a:pt x="142008" y="851792"/>
                </a:lnTo>
                <a:lnTo>
                  <a:pt x="123101" y="854012"/>
                </a:lnTo>
                <a:lnTo>
                  <a:pt x="104204" y="856221"/>
                </a:lnTo>
                <a:lnTo>
                  <a:pt x="85306" y="858441"/>
                </a:lnTo>
                <a:lnTo>
                  <a:pt x="66399" y="860650"/>
                </a:lnTo>
                <a:lnTo>
                  <a:pt x="47501" y="862860"/>
                </a:lnTo>
                <a:lnTo>
                  <a:pt x="28604" y="865080"/>
                </a:lnTo>
                <a:lnTo>
                  <a:pt x="9696" y="867289"/>
                </a:lnTo>
                <a:lnTo>
                  <a:pt x="0" y="860041"/>
                </a:lnTo>
                <a:lnTo>
                  <a:pt x="1686" y="841086"/>
                </a:lnTo>
                <a:lnTo>
                  <a:pt x="3381" y="822131"/>
                </a:lnTo>
                <a:lnTo>
                  <a:pt x="5067" y="803177"/>
                </a:lnTo>
                <a:lnTo>
                  <a:pt x="6763" y="784222"/>
                </a:lnTo>
                <a:lnTo>
                  <a:pt x="8449" y="765267"/>
                </a:lnTo>
                <a:lnTo>
                  <a:pt x="10144" y="746312"/>
                </a:lnTo>
                <a:lnTo>
                  <a:pt x="11830" y="727358"/>
                </a:lnTo>
                <a:lnTo>
                  <a:pt x="13526" y="708403"/>
                </a:lnTo>
                <a:lnTo>
                  <a:pt x="15211" y="689448"/>
                </a:lnTo>
                <a:lnTo>
                  <a:pt x="16907" y="670493"/>
                </a:lnTo>
                <a:lnTo>
                  <a:pt x="18593" y="651539"/>
                </a:lnTo>
                <a:lnTo>
                  <a:pt x="20279" y="632584"/>
                </a:lnTo>
                <a:lnTo>
                  <a:pt x="21974" y="613629"/>
                </a:lnTo>
                <a:lnTo>
                  <a:pt x="23660" y="594674"/>
                </a:lnTo>
                <a:lnTo>
                  <a:pt x="25356" y="575720"/>
                </a:lnTo>
                <a:lnTo>
                  <a:pt x="27041" y="556765"/>
                </a:lnTo>
                <a:lnTo>
                  <a:pt x="28737" y="537810"/>
                </a:lnTo>
                <a:lnTo>
                  <a:pt x="30423" y="518855"/>
                </a:lnTo>
                <a:lnTo>
                  <a:pt x="32118" y="499901"/>
                </a:lnTo>
                <a:lnTo>
                  <a:pt x="33804" y="480946"/>
                </a:lnTo>
                <a:lnTo>
                  <a:pt x="35500" y="461991"/>
                </a:lnTo>
                <a:lnTo>
                  <a:pt x="37186" y="443036"/>
                </a:lnTo>
                <a:lnTo>
                  <a:pt x="38872" y="424082"/>
                </a:lnTo>
                <a:lnTo>
                  <a:pt x="40567" y="405127"/>
                </a:lnTo>
                <a:lnTo>
                  <a:pt x="42253" y="386172"/>
                </a:lnTo>
                <a:lnTo>
                  <a:pt x="43948" y="367217"/>
                </a:lnTo>
                <a:lnTo>
                  <a:pt x="45634" y="348263"/>
                </a:lnTo>
                <a:lnTo>
                  <a:pt x="47330" y="329308"/>
                </a:lnTo>
                <a:lnTo>
                  <a:pt x="49016" y="310353"/>
                </a:lnTo>
                <a:lnTo>
                  <a:pt x="50711" y="291398"/>
                </a:lnTo>
                <a:lnTo>
                  <a:pt x="52397" y="272444"/>
                </a:lnTo>
                <a:lnTo>
                  <a:pt x="54092" y="253489"/>
                </a:lnTo>
                <a:lnTo>
                  <a:pt x="55778" y="234534"/>
                </a:lnTo>
                <a:lnTo>
                  <a:pt x="57464" y="215579"/>
                </a:lnTo>
                <a:lnTo>
                  <a:pt x="59160" y="196625"/>
                </a:lnTo>
                <a:lnTo>
                  <a:pt x="60846" y="177670"/>
                </a:lnTo>
                <a:lnTo>
                  <a:pt x="62541" y="158715"/>
                </a:lnTo>
                <a:lnTo>
                  <a:pt x="64227" y="139760"/>
                </a:lnTo>
                <a:lnTo>
                  <a:pt x="65923" y="12080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D5F4F97-E757-45A6-A6D5-DB65D396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427" y="2557624"/>
            <a:ext cx="1105586" cy="867289"/>
          </a:xfrm>
          <a:custGeom xmlns:a="http://schemas.openxmlformats.org/drawingml/2006/main">
            <a:pathLst>
              <a:path w="1105586" h="867289">
                <a:moveTo>
                  <a:pt x="65923" y="120806"/>
                </a:moveTo>
                <a:lnTo>
                  <a:pt x="84820" y="118605"/>
                </a:lnTo>
                <a:lnTo>
                  <a:pt x="103727" y="116405"/>
                </a:lnTo>
                <a:lnTo>
                  <a:pt x="122625" y="114214"/>
                </a:lnTo>
                <a:lnTo>
                  <a:pt x="141532" y="112014"/>
                </a:lnTo>
                <a:lnTo>
                  <a:pt x="160439" y="109823"/>
                </a:lnTo>
                <a:lnTo>
                  <a:pt x="179337" y="107623"/>
                </a:lnTo>
                <a:lnTo>
                  <a:pt x="198244" y="105432"/>
                </a:lnTo>
                <a:lnTo>
                  <a:pt x="217141" y="103232"/>
                </a:lnTo>
                <a:lnTo>
                  <a:pt x="236049" y="101032"/>
                </a:lnTo>
                <a:lnTo>
                  <a:pt x="254946" y="98841"/>
                </a:lnTo>
                <a:lnTo>
                  <a:pt x="273853" y="96641"/>
                </a:lnTo>
                <a:lnTo>
                  <a:pt x="292751" y="94450"/>
                </a:lnTo>
                <a:lnTo>
                  <a:pt x="311658" y="92250"/>
                </a:lnTo>
                <a:lnTo>
                  <a:pt x="330565" y="90049"/>
                </a:lnTo>
                <a:lnTo>
                  <a:pt x="349463" y="87859"/>
                </a:lnTo>
                <a:lnTo>
                  <a:pt x="368370" y="85658"/>
                </a:lnTo>
                <a:lnTo>
                  <a:pt x="387267" y="83468"/>
                </a:lnTo>
                <a:lnTo>
                  <a:pt x="406175" y="81267"/>
                </a:lnTo>
                <a:lnTo>
                  <a:pt x="425072" y="79067"/>
                </a:lnTo>
                <a:lnTo>
                  <a:pt x="443979" y="76876"/>
                </a:lnTo>
                <a:lnTo>
                  <a:pt x="462877" y="74676"/>
                </a:lnTo>
                <a:lnTo>
                  <a:pt x="481784" y="72485"/>
                </a:lnTo>
                <a:lnTo>
                  <a:pt x="500691" y="70285"/>
                </a:lnTo>
                <a:lnTo>
                  <a:pt x="519589" y="68085"/>
                </a:lnTo>
                <a:lnTo>
                  <a:pt x="538496" y="65894"/>
                </a:lnTo>
                <a:lnTo>
                  <a:pt x="557393" y="63694"/>
                </a:lnTo>
                <a:lnTo>
                  <a:pt x="576301" y="61503"/>
                </a:lnTo>
                <a:lnTo>
                  <a:pt x="595198" y="59303"/>
                </a:lnTo>
                <a:lnTo>
                  <a:pt x="614105" y="57102"/>
                </a:lnTo>
                <a:lnTo>
                  <a:pt x="633012" y="54912"/>
                </a:lnTo>
                <a:lnTo>
                  <a:pt x="651910" y="52711"/>
                </a:lnTo>
                <a:lnTo>
                  <a:pt x="670817" y="50521"/>
                </a:lnTo>
                <a:lnTo>
                  <a:pt x="689715" y="48320"/>
                </a:lnTo>
                <a:lnTo>
                  <a:pt x="708622" y="46120"/>
                </a:lnTo>
                <a:lnTo>
                  <a:pt x="727520" y="43929"/>
                </a:lnTo>
                <a:lnTo>
                  <a:pt x="746427" y="41729"/>
                </a:lnTo>
                <a:lnTo>
                  <a:pt x="765324" y="39538"/>
                </a:lnTo>
                <a:lnTo>
                  <a:pt x="784231" y="37338"/>
                </a:lnTo>
                <a:lnTo>
                  <a:pt x="803138" y="35147"/>
                </a:lnTo>
                <a:lnTo>
                  <a:pt x="822036" y="32947"/>
                </a:lnTo>
                <a:lnTo>
                  <a:pt x="840943" y="30747"/>
                </a:lnTo>
                <a:lnTo>
                  <a:pt x="859841" y="28556"/>
                </a:lnTo>
                <a:lnTo>
                  <a:pt x="878748" y="26356"/>
                </a:lnTo>
                <a:lnTo>
                  <a:pt x="897646" y="24165"/>
                </a:lnTo>
                <a:lnTo>
                  <a:pt x="916553" y="21965"/>
                </a:lnTo>
                <a:lnTo>
                  <a:pt x="935460" y="19764"/>
                </a:lnTo>
                <a:lnTo>
                  <a:pt x="954357" y="17574"/>
                </a:lnTo>
                <a:lnTo>
                  <a:pt x="973265" y="15373"/>
                </a:lnTo>
                <a:lnTo>
                  <a:pt x="992162" y="13183"/>
                </a:lnTo>
                <a:lnTo>
                  <a:pt x="1011069" y="10982"/>
                </a:lnTo>
                <a:lnTo>
                  <a:pt x="1029967" y="8782"/>
                </a:lnTo>
                <a:lnTo>
                  <a:pt x="1048874" y="6591"/>
                </a:lnTo>
                <a:lnTo>
                  <a:pt x="1067772" y="4391"/>
                </a:lnTo>
                <a:lnTo>
                  <a:pt x="1086679" y="2200"/>
                </a:lnTo>
                <a:lnTo>
                  <a:pt x="1105586" y="0"/>
                </a:lnTo>
                <a:lnTo>
                  <a:pt x="1105433" y="17364"/>
                </a:lnTo>
                <a:lnTo>
                  <a:pt x="1103747" y="36319"/>
                </a:lnTo>
                <a:lnTo>
                  <a:pt x="1102052" y="55274"/>
                </a:lnTo>
                <a:lnTo>
                  <a:pt x="1100357" y="74228"/>
                </a:lnTo>
                <a:lnTo>
                  <a:pt x="1098671" y="93183"/>
                </a:lnTo>
                <a:lnTo>
                  <a:pt x="1096975" y="112138"/>
                </a:lnTo>
                <a:lnTo>
                  <a:pt x="1095280" y="131093"/>
                </a:lnTo>
                <a:lnTo>
                  <a:pt x="1093594" y="150047"/>
                </a:lnTo>
                <a:lnTo>
                  <a:pt x="1091898" y="169002"/>
                </a:lnTo>
                <a:lnTo>
                  <a:pt x="1090203" y="187957"/>
                </a:lnTo>
                <a:lnTo>
                  <a:pt x="1088517" y="206912"/>
                </a:lnTo>
                <a:lnTo>
                  <a:pt x="1086822" y="225866"/>
                </a:lnTo>
                <a:lnTo>
                  <a:pt x="1085126" y="244821"/>
                </a:lnTo>
                <a:lnTo>
                  <a:pt x="1083440" y="263776"/>
                </a:lnTo>
                <a:lnTo>
                  <a:pt x="1081745" y="282731"/>
                </a:lnTo>
                <a:lnTo>
                  <a:pt x="1080049" y="301685"/>
                </a:lnTo>
                <a:lnTo>
                  <a:pt x="1078363" y="320640"/>
                </a:lnTo>
                <a:lnTo>
                  <a:pt x="1076668" y="339595"/>
                </a:lnTo>
                <a:lnTo>
                  <a:pt x="1074972" y="358550"/>
                </a:lnTo>
                <a:lnTo>
                  <a:pt x="1073277" y="377504"/>
                </a:lnTo>
                <a:lnTo>
                  <a:pt x="1071591" y="396459"/>
                </a:lnTo>
                <a:lnTo>
                  <a:pt x="1069896" y="415414"/>
                </a:lnTo>
                <a:lnTo>
                  <a:pt x="1068200" y="434369"/>
                </a:lnTo>
                <a:lnTo>
                  <a:pt x="1066514" y="453323"/>
                </a:lnTo>
                <a:lnTo>
                  <a:pt x="1064819" y="472278"/>
                </a:lnTo>
                <a:lnTo>
                  <a:pt x="1063123" y="491233"/>
                </a:lnTo>
                <a:lnTo>
                  <a:pt x="1061437" y="510188"/>
                </a:lnTo>
                <a:lnTo>
                  <a:pt x="1059742" y="529142"/>
                </a:lnTo>
                <a:lnTo>
                  <a:pt x="1058047" y="548097"/>
                </a:lnTo>
                <a:lnTo>
                  <a:pt x="1056361" y="567052"/>
                </a:lnTo>
                <a:lnTo>
                  <a:pt x="1054665" y="586007"/>
                </a:lnTo>
                <a:lnTo>
                  <a:pt x="1052970" y="604961"/>
                </a:lnTo>
                <a:lnTo>
                  <a:pt x="1051284" y="623916"/>
                </a:lnTo>
                <a:lnTo>
                  <a:pt x="1049588" y="642871"/>
                </a:lnTo>
                <a:lnTo>
                  <a:pt x="1047893" y="661826"/>
                </a:lnTo>
                <a:lnTo>
                  <a:pt x="1046207" y="680780"/>
                </a:lnTo>
                <a:lnTo>
                  <a:pt x="1044512" y="699735"/>
                </a:lnTo>
                <a:lnTo>
                  <a:pt x="1042816" y="718690"/>
                </a:lnTo>
                <a:lnTo>
                  <a:pt x="1041130" y="737645"/>
                </a:lnTo>
                <a:lnTo>
                  <a:pt x="1030348" y="747760"/>
                </a:lnTo>
                <a:lnTo>
                  <a:pt x="1011450" y="749979"/>
                </a:lnTo>
                <a:lnTo>
                  <a:pt x="992553" y="752189"/>
                </a:lnTo>
                <a:lnTo>
                  <a:pt x="973646" y="754399"/>
                </a:lnTo>
                <a:lnTo>
                  <a:pt x="954748" y="756618"/>
                </a:lnTo>
                <a:lnTo>
                  <a:pt x="935850" y="758828"/>
                </a:lnTo>
                <a:lnTo>
                  <a:pt x="916943" y="761048"/>
                </a:lnTo>
                <a:lnTo>
                  <a:pt x="898046" y="763257"/>
                </a:lnTo>
                <a:lnTo>
                  <a:pt x="879138" y="765467"/>
                </a:lnTo>
                <a:lnTo>
                  <a:pt x="860241" y="767686"/>
                </a:lnTo>
                <a:lnTo>
                  <a:pt x="841343" y="769896"/>
                </a:lnTo>
                <a:lnTo>
                  <a:pt x="822436" y="772116"/>
                </a:lnTo>
                <a:lnTo>
                  <a:pt x="803539" y="774325"/>
                </a:lnTo>
                <a:lnTo>
                  <a:pt x="784641" y="776535"/>
                </a:lnTo>
                <a:lnTo>
                  <a:pt x="765734" y="778754"/>
                </a:lnTo>
                <a:lnTo>
                  <a:pt x="746836" y="780964"/>
                </a:lnTo>
                <a:lnTo>
                  <a:pt x="727939" y="783174"/>
                </a:lnTo>
                <a:lnTo>
                  <a:pt x="709031" y="785393"/>
                </a:lnTo>
                <a:lnTo>
                  <a:pt x="690134" y="787603"/>
                </a:lnTo>
                <a:lnTo>
                  <a:pt x="671236" y="789823"/>
                </a:lnTo>
                <a:lnTo>
                  <a:pt x="652329" y="792032"/>
                </a:lnTo>
                <a:lnTo>
                  <a:pt x="633432" y="794242"/>
                </a:lnTo>
                <a:lnTo>
                  <a:pt x="614534" y="796461"/>
                </a:lnTo>
                <a:lnTo>
                  <a:pt x="595627" y="798671"/>
                </a:lnTo>
                <a:lnTo>
                  <a:pt x="576729" y="800891"/>
                </a:lnTo>
                <a:lnTo>
                  <a:pt x="557822" y="803100"/>
                </a:lnTo>
                <a:lnTo>
                  <a:pt x="538925" y="805310"/>
                </a:lnTo>
                <a:lnTo>
                  <a:pt x="520027" y="807530"/>
                </a:lnTo>
                <a:lnTo>
                  <a:pt x="501120" y="809739"/>
                </a:lnTo>
                <a:lnTo>
                  <a:pt x="482222" y="811949"/>
                </a:lnTo>
                <a:lnTo>
                  <a:pt x="463325" y="814168"/>
                </a:lnTo>
                <a:lnTo>
                  <a:pt x="444417" y="816378"/>
                </a:lnTo>
                <a:lnTo>
                  <a:pt x="425520" y="818598"/>
                </a:lnTo>
                <a:lnTo>
                  <a:pt x="406622" y="820807"/>
                </a:lnTo>
                <a:lnTo>
                  <a:pt x="387715" y="823017"/>
                </a:lnTo>
                <a:lnTo>
                  <a:pt x="368818" y="825236"/>
                </a:lnTo>
                <a:lnTo>
                  <a:pt x="349920" y="827446"/>
                </a:lnTo>
                <a:lnTo>
                  <a:pt x="331013" y="829666"/>
                </a:lnTo>
                <a:lnTo>
                  <a:pt x="312115" y="831875"/>
                </a:lnTo>
                <a:lnTo>
                  <a:pt x="293218" y="834085"/>
                </a:lnTo>
                <a:lnTo>
                  <a:pt x="274310" y="836305"/>
                </a:lnTo>
                <a:lnTo>
                  <a:pt x="255413" y="838514"/>
                </a:lnTo>
                <a:lnTo>
                  <a:pt x="236506" y="840734"/>
                </a:lnTo>
                <a:lnTo>
                  <a:pt x="217608" y="842943"/>
                </a:lnTo>
                <a:lnTo>
                  <a:pt x="198711" y="845153"/>
                </a:lnTo>
                <a:lnTo>
                  <a:pt x="179803" y="847373"/>
                </a:lnTo>
                <a:lnTo>
                  <a:pt x="160906" y="849582"/>
                </a:lnTo>
                <a:lnTo>
                  <a:pt x="142008" y="851792"/>
                </a:lnTo>
                <a:lnTo>
                  <a:pt x="123101" y="854012"/>
                </a:lnTo>
                <a:lnTo>
                  <a:pt x="104204" y="856221"/>
                </a:lnTo>
                <a:lnTo>
                  <a:pt x="85306" y="858441"/>
                </a:lnTo>
                <a:lnTo>
                  <a:pt x="66399" y="860650"/>
                </a:lnTo>
                <a:lnTo>
                  <a:pt x="47501" y="862860"/>
                </a:lnTo>
                <a:lnTo>
                  <a:pt x="28604" y="865080"/>
                </a:lnTo>
                <a:lnTo>
                  <a:pt x="9696" y="867289"/>
                </a:lnTo>
                <a:lnTo>
                  <a:pt x="0" y="860041"/>
                </a:lnTo>
                <a:lnTo>
                  <a:pt x="1686" y="841086"/>
                </a:lnTo>
                <a:lnTo>
                  <a:pt x="3381" y="822131"/>
                </a:lnTo>
                <a:lnTo>
                  <a:pt x="5067" y="803177"/>
                </a:lnTo>
                <a:lnTo>
                  <a:pt x="6763" y="784222"/>
                </a:lnTo>
                <a:lnTo>
                  <a:pt x="8449" y="765267"/>
                </a:lnTo>
                <a:lnTo>
                  <a:pt x="10144" y="746312"/>
                </a:lnTo>
                <a:lnTo>
                  <a:pt x="11830" y="727358"/>
                </a:lnTo>
                <a:lnTo>
                  <a:pt x="13526" y="708403"/>
                </a:lnTo>
                <a:lnTo>
                  <a:pt x="15211" y="689448"/>
                </a:lnTo>
                <a:lnTo>
                  <a:pt x="16907" y="670493"/>
                </a:lnTo>
                <a:lnTo>
                  <a:pt x="18593" y="651539"/>
                </a:lnTo>
                <a:lnTo>
                  <a:pt x="20279" y="632584"/>
                </a:lnTo>
                <a:lnTo>
                  <a:pt x="21974" y="613629"/>
                </a:lnTo>
                <a:lnTo>
                  <a:pt x="23660" y="594674"/>
                </a:lnTo>
                <a:lnTo>
                  <a:pt x="25356" y="575720"/>
                </a:lnTo>
                <a:lnTo>
                  <a:pt x="27041" y="556765"/>
                </a:lnTo>
                <a:lnTo>
                  <a:pt x="28737" y="537810"/>
                </a:lnTo>
                <a:lnTo>
                  <a:pt x="30423" y="518855"/>
                </a:lnTo>
                <a:lnTo>
                  <a:pt x="32118" y="499901"/>
                </a:lnTo>
                <a:lnTo>
                  <a:pt x="33804" y="480946"/>
                </a:lnTo>
                <a:lnTo>
                  <a:pt x="35500" y="461991"/>
                </a:lnTo>
                <a:lnTo>
                  <a:pt x="37186" y="443036"/>
                </a:lnTo>
                <a:lnTo>
                  <a:pt x="38872" y="424082"/>
                </a:lnTo>
                <a:lnTo>
                  <a:pt x="40567" y="405127"/>
                </a:lnTo>
                <a:lnTo>
                  <a:pt x="42253" y="386172"/>
                </a:lnTo>
                <a:lnTo>
                  <a:pt x="43948" y="367217"/>
                </a:lnTo>
                <a:lnTo>
                  <a:pt x="45634" y="348263"/>
                </a:lnTo>
                <a:lnTo>
                  <a:pt x="47330" y="329308"/>
                </a:lnTo>
                <a:lnTo>
                  <a:pt x="49016" y="310353"/>
                </a:lnTo>
                <a:lnTo>
                  <a:pt x="50711" y="291398"/>
                </a:lnTo>
                <a:lnTo>
                  <a:pt x="52397" y="272444"/>
                </a:lnTo>
                <a:lnTo>
                  <a:pt x="54092" y="253489"/>
                </a:lnTo>
                <a:lnTo>
                  <a:pt x="55778" y="234534"/>
                </a:lnTo>
                <a:lnTo>
                  <a:pt x="57464" y="215579"/>
                </a:lnTo>
                <a:lnTo>
                  <a:pt x="59160" y="196625"/>
                </a:lnTo>
                <a:lnTo>
                  <a:pt x="60846" y="177670"/>
                </a:lnTo>
                <a:lnTo>
                  <a:pt x="62541" y="158715"/>
                </a:lnTo>
                <a:lnTo>
                  <a:pt x="64227" y="139760"/>
                </a:lnTo>
                <a:lnTo>
                  <a:pt x="65923" y="12080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C0C7BC98-8E8C-4EC8-8DEE-905709D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1504" y="2283390"/>
            <a:ext cx="1105529" cy="867175"/>
          </a:xfrm>
          <a:custGeom xmlns:a="http://schemas.openxmlformats.org/drawingml/2006/main">
            <a:pathLst>
              <a:path w="1105529" h="867175">
                <a:moveTo>
                  <a:pt x="64999" y="120720"/>
                </a:moveTo>
                <a:lnTo>
                  <a:pt x="83906" y="118529"/>
                </a:lnTo>
                <a:lnTo>
                  <a:pt x="102813" y="116329"/>
                </a:lnTo>
                <a:lnTo>
                  <a:pt x="121720" y="114138"/>
                </a:lnTo>
                <a:lnTo>
                  <a:pt x="140627" y="111947"/>
                </a:lnTo>
                <a:lnTo>
                  <a:pt x="159544" y="109747"/>
                </a:lnTo>
                <a:lnTo>
                  <a:pt x="178451" y="107556"/>
                </a:lnTo>
                <a:lnTo>
                  <a:pt x="197358" y="105356"/>
                </a:lnTo>
                <a:lnTo>
                  <a:pt x="216265" y="103165"/>
                </a:lnTo>
                <a:lnTo>
                  <a:pt x="235172" y="100965"/>
                </a:lnTo>
                <a:lnTo>
                  <a:pt x="254079" y="98774"/>
                </a:lnTo>
                <a:lnTo>
                  <a:pt x="272987" y="96574"/>
                </a:lnTo>
                <a:lnTo>
                  <a:pt x="291894" y="94383"/>
                </a:lnTo>
                <a:lnTo>
                  <a:pt x="310801" y="92192"/>
                </a:lnTo>
                <a:lnTo>
                  <a:pt x="329708" y="89992"/>
                </a:lnTo>
                <a:lnTo>
                  <a:pt x="348615" y="87801"/>
                </a:lnTo>
                <a:lnTo>
                  <a:pt x="367522" y="85601"/>
                </a:lnTo>
                <a:lnTo>
                  <a:pt x="386429" y="83410"/>
                </a:lnTo>
                <a:lnTo>
                  <a:pt x="405336" y="81210"/>
                </a:lnTo>
                <a:lnTo>
                  <a:pt x="424244" y="79019"/>
                </a:lnTo>
                <a:lnTo>
                  <a:pt x="443151" y="76819"/>
                </a:lnTo>
                <a:lnTo>
                  <a:pt x="462058" y="74628"/>
                </a:lnTo>
                <a:lnTo>
                  <a:pt x="480974" y="72438"/>
                </a:lnTo>
                <a:lnTo>
                  <a:pt x="499882" y="70237"/>
                </a:lnTo>
                <a:lnTo>
                  <a:pt x="518789" y="68047"/>
                </a:lnTo>
                <a:lnTo>
                  <a:pt x="537696" y="65846"/>
                </a:lnTo>
                <a:lnTo>
                  <a:pt x="556603" y="63656"/>
                </a:lnTo>
                <a:lnTo>
                  <a:pt x="575510" y="61455"/>
                </a:lnTo>
                <a:lnTo>
                  <a:pt x="594417" y="59265"/>
                </a:lnTo>
                <a:lnTo>
                  <a:pt x="613324" y="57064"/>
                </a:lnTo>
                <a:lnTo>
                  <a:pt x="632231" y="54874"/>
                </a:lnTo>
                <a:lnTo>
                  <a:pt x="651139" y="52683"/>
                </a:lnTo>
                <a:lnTo>
                  <a:pt x="670046" y="50483"/>
                </a:lnTo>
                <a:lnTo>
                  <a:pt x="688953" y="48292"/>
                </a:lnTo>
                <a:lnTo>
                  <a:pt x="707860" y="46091"/>
                </a:lnTo>
                <a:lnTo>
                  <a:pt x="726767" y="43901"/>
                </a:lnTo>
                <a:lnTo>
                  <a:pt x="745674" y="41700"/>
                </a:lnTo>
                <a:lnTo>
                  <a:pt x="764591" y="39510"/>
                </a:lnTo>
                <a:lnTo>
                  <a:pt x="783498" y="37319"/>
                </a:lnTo>
                <a:lnTo>
                  <a:pt x="802405" y="35119"/>
                </a:lnTo>
                <a:lnTo>
                  <a:pt x="821312" y="32928"/>
                </a:lnTo>
                <a:lnTo>
                  <a:pt x="840219" y="30728"/>
                </a:lnTo>
                <a:lnTo>
                  <a:pt x="859126" y="28537"/>
                </a:lnTo>
                <a:lnTo>
                  <a:pt x="878034" y="26337"/>
                </a:lnTo>
                <a:lnTo>
                  <a:pt x="896941" y="24146"/>
                </a:lnTo>
                <a:lnTo>
                  <a:pt x="915848" y="21946"/>
                </a:lnTo>
                <a:lnTo>
                  <a:pt x="934755" y="19755"/>
                </a:lnTo>
                <a:lnTo>
                  <a:pt x="953662" y="17564"/>
                </a:lnTo>
                <a:lnTo>
                  <a:pt x="972569" y="15364"/>
                </a:lnTo>
                <a:lnTo>
                  <a:pt x="991476" y="13173"/>
                </a:lnTo>
                <a:lnTo>
                  <a:pt x="1010383" y="10973"/>
                </a:lnTo>
                <a:lnTo>
                  <a:pt x="1029291" y="8782"/>
                </a:lnTo>
                <a:lnTo>
                  <a:pt x="1048198" y="6582"/>
                </a:lnTo>
                <a:lnTo>
                  <a:pt x="1067105" y="4391"/>
                </a:lnTo>
                <a:lnTo>
                  <a:pt x="1086021" y="2191"/>
                </a:lnTo>
                <a:lnTo>
                  <a:pt x="1104929" y="0"/>
                </a:lnTo>
                <a:lnTo>
                  <a:pt x="1105529" y="16602"/>
                </a:lnTo>
                <a:lnTo>
                  <a:pt x="1103843" y="35557"/>
                </a:lnTo>
                <a:lnTo>
                  <a:pt x="1102147" y="54512"/>
                </a:lnTo>
                <a:lnTo>
                  <a:pt x="1100452" y="73476"/>
                </a:lnTo>
                <a:lnTo>
                  <a:pt x="1098756" y="92431"/>
                </a:lnTo>
                <a:lnTo>
                  <a:pt x="1097070" y="111395"/>
                </a:lnTo>
                <a:lnTo>
                  <a:pt x="1095375" y="130350"/>
                </a:lnTo>
                <a:lnTo>
                  <a:pt x="1093680" y="149314"/>
                </a:lnTo>
                <a:lnTo>
                  <a:pt x="1091994" y="168269"/>
                </a:lnTo>
                <a:lnTo>
                  <a:pt x="1090298" y="187233"/>
                </a:lnTo>
                <a:lnTo>
                  <a:pt x="1088603" y="206188"/>
                </a:lnTo>
                <a:lnTo>
                  <a:pt x="1086907" y="225152"/>
                </a:lnTo>
                <a:lnTo>
                  <a:pt x="1085221" y="244107"/>
                </a:lnTo>
                <a:lnTo>
                  <a:pt x="1083526" y="263071"/>
                </a:lnTo>
                <a:lnTo>
                  <a:pt x="1081830" y="282026"/>
                </a:lnTo>
                <a:lnTo>
                  <a:pt x="1080145" y="300990"/>
                </a:lnTo>
                <a:lnTo>
                  <a:pt x="1078449" y="319945"/>
                </a:lnTo>
                <a:lnTo>
                  <a:pt x="1076754" y="338909"/>
                </a:lnTo>
                <a:lnTo>
                  <a:pt x="1075058" y="357864"/>
                </a:lnTo>
                <a:lnTo>
                  <a:pt x="1073372" y="376828"/>
                </a:lnTo>
                <a:lnTo>
                  <a:pt x="1071677" y="395783"/>
                </a:lnTo>
                <a:lnTo>
                  <a:pt x="1069981" y="414738"/>
                </a:lnTo>
                <a:lnTo>
                  <a:pt x="1068286" y="433702"/>
                </a:lnTo>
                <a:lnTo>
                  <a:pt x="1066600" y="452657"/>
                </a:lnTo>
                <a:lnTo>
                  <a:pt x="1064905" y="471621"/>
                </a:lnTo>
                <a:lnTo>
                  <a:pt x="1063209" y="490576"/>
                </a:lnTo>
                <a:lnTo>
                  <a:pt x="1061523" y="509540"/>
                </a:lnTo>
                <a:lnTo>
                  <a:pt x="1059828" y="528495"/>
                </a:lnTo>
                <a:lnTo>
                  <a:pt x="1058132" y="547459"/>
                </a:lnTo>
                <a:lnTo>
                  <a:pt x="1056437" y="566414"/>
                </a:lnTo>
                <a:lnTo>
                  <a:pt x="1054751" y="585378"/>
                </a:lnTo>
                <a:lnTo>
                  <a:pt x="1053055" y="604333"/>
                </a:lnTo>
                <a:lnTo>
                  <a:pt x="1051360" y="623297"/>
                </a:lnTo>
                <a:lnTo>
                  <a:pt x="1049674" y="642252"/>
                </a:lnTo>
                <a:lnTo>
                  <a:pt x="1047979" y="661216"/>
                </a:lnTo>
                <a:lnTo>
                  <a:pt x="1046283" y="680171"/>
                </a:lnTo>
                <a:lnTo>
                  <a:pt x="1044588" y="699135"/>
                </a:lnTo>
                <a:lnTo>
                  <a:pt x="1042902" y="718090"/>
                </a:lnTo>
                <a:lnTo>
                  <a:pt x="1041206" y="737054"/>
                </a:lnTo>
                <a:lnTo>
                  <a:pt x="1030891" y="747627"/>
                </a:lnTo>
                <a:lnTo>
                  <a:pt x="1011984" y="749837"/>
                </a:lnTo>
                <a:lnTo>
                  <a:pt x="993086" y="752056"/>
                </a:lnTo>
                <a:lnTo>
                  <a:pt x="974179" y="754266"/>
                </a:lnTo>
                <a:lnTo>
                  <a:pt x="955272" y="756476"/>
                </a:lnTo>
                <a:lnTo>
                  <a:pt x="936365" y="758695"/>
                </a:lnTo>
                <a:lnTo>
                  <a:pt x="917458" y="760905"/>
                </a:lnTo>
                <a:lnTo>
                  <a:pt x="898550" y="763124"/>
                </a:lnTo>
                <a:lnTo>
                  <a:pt x="879653" y="765334"/>
                </a:lnTo>
                <a:lnTo>
                  <a:pt x="860746" y="767553"/>
                </a:lnTo>
                <a:lnTo>
                  <a:pt x="841839" y="769763"/>
                </a:lnTo>
                <a:lnTo>
                  <a:pt x="822931" y="771982"/>
                </a:lnTo>
                <a:lnTo>
                  <a:pt x="804024" y="774192"/>
                </a:lnTo>
                <a:lnTo>
                  <a:pt x="785127" y="776402"/>
                </a:lnTo>
                <a:lnTo>
                  <a:pt x="766220" y="778621"/>
                </a:lnTo>
                <a:lnTo>
                  <a:pt x="747312" y="780831"/>
                </a:lnTo>
                <a:lnTo>
                  <a:pt x="728405" y="783050"/>
                </a:lnTo>
                <a:lnTo>
                  <a:pt x="709498" y="785260"/>
                </a:lnTo>
                <a:lnTo>
                  <a:pt x="690591" y="787479"/>
                </a:lnTo>
                <a:lnTo>
                  <a:pt x="671693" y="789689"/>
                </a:lnTo>
                <a:lnTo>
                  <a:pt x="652786" y="791899"/>
                </a:lnTo>
                <a:lnTo>
                  <a:pt x="633879" y="794118"/>
                </a:lnTo>
                <a:lnTo>
                  <a:pt x="614972" y="796328"/>
                </a:lnTo>
                <a:lnTo>
                  <a:pt x="596065" y="798547"/>
                </a:lnTo>
                <a:lnTo>
                  <a:pt x="577158" y="800757"/>
                </a:lnTo>
                <a:lnTo>
                  <a:pt x="558260" y="802977"/>
                </a:lnTo>
                <a:lnTo>
                  <a:pt x="539353" y="805186"/>
                </a:lnTo>
                <a:lnTo>
                  <a:pt x="520446" y="807406"/>
                </a:lnTo>
                <a:lnTo>
                  <a:pt x="501539" y="809615"/>
                </a:lnTo>
                <a:lnTo>
                  <a:pt x="482632" y="811825"/>
                </a:lnTo>
                <a:lnTo>
                  <a:pt x="463725" y="814045"/>
                </a:lnTo>
                <a:lnTo>
                  <a:pt x="444827" y="816254"/>
                </a:lnTo>
                <a:lnTo>
                  <a:pt x="425920" y="818474"/>
                </a:lnTo>
                <a:lnTo>
                  <a:pt x="407013" y="820684"/>
                </a:lnTo>
                <a:lnTo>
                  <a:pt x="388106" y="822903"/>
                </a:lnTo>
                <a:lnTo>
                  <a:pt x="369199" y="825113"/>
                </a:lnTo>
                <a:lnTo>
                  <a:pt x="350291" y="827332"/>
                </a:lnTo>
                <a:lnTo>
                  <a:pt x="331394" y="829542"/>
                </a:lnTo>
                <a:lnTo>
                  <a:pt x="312487" y="831752"/>
                </a:lnTo>
                <a:lnTo>
                  <a:pt x="293580" y="833971"/>
                </a:lnTo>
                <a:lnTo>
                  <a:pt x="274672" y="836181"/>
                </a:lnTo>
                <a:lnTo>
                  <a:pt x="255765" y="838400"/>
                </a:lnTo>
                <a:lnTo>
                  <a:pt x="236868" y="840610"/>
                </a:lnTo>
                <a:lnTo>
                  <a:pt x="217961" y="842829"/>
                </a:lnTo>
                <a:lnTo>
                  <a:pt x="199053" y="845039"/>
                </a:lnTo>
                <a:lnTo>
                  <a:pt x="180146" y="847258"/>
                </a:lnTo>
                <a:lnTo>
                  <a:pt x="161239" y="849468"/>
                </a:lnTo>
                <a:lnTo>
                  <a:pt x="142332" y="851678"/>
                </a:lnTo>
                <a:lnTo>
                  <a:pt x="123434" y="853897"/>
                </a:lnTo>
                <a:lnTo>
                  <a:pt x="104527" y="856107"/>
                </a:lnTo>
                <a:lnTo>
                  <a:pt x="85620" y="858326"/>
                </a:lnTo>
                <a:lnTo>
                  <a:pt x="66713" y="860536"/>
                </a:lnTo>
                <a:lnTo>
                  <a:pt x="47806" y="862755"/>
                </a:lnTo>
                <a:lnTo>
                  <a:pt x="28899" y="864965"/>
                </a:lnTo>
                <a:lnTo>
                  <a:pt x="10001" y="867175"/>
                </a:lnTo>
                <a:lnTo>
                  <a:pt x="0" y="860222"/>
                </a:lnTo>
                <a:lnTo>
                  <a:pt x="1667" y="841258"/>
                </a:lnTo>
                <a:lnTo>
                  <a:pt x="3334" y="822303"/>
                </a:lnTo>
                <a:lnTo>
                  <a:pt x="5001" y="803339"/>
                </a:lnTo>
                <a:lnTo>
                  <a:pt x="6668" y="784374"/>
                </a:lnTo>
                <a:lnTo>
                  <a:pt x="8334" y="765419"/>
                </a:lnTo>
                <a:lnTo>
                  <a:pt x="10001" y="746455"/>
                </a:lnTo>
                <a:lnTo>
                  <a:pt x="11668" y="727491"/>
                </a:lnTo>
                <a:lnTo>
                  <a:pt x="13335" y="708527"/>
                </a:lnTo>
                <a:lnTo>
                  <a:pt x="15002" y="689572"/>
                </a:lnTo>
                <a:lnTo>
                  <a:pt x="16669" y="670608"/>
                </a:lnTo>
                <a:lnTo>
                  <a:pt x="18336" y="651643"/>
                </a:lnTo>
                <a:lnTo>
                  <a:pt x="20003" y="632689"/>
                </a:lnTo>
                <a:lnTo>
                  <a:pt x="21669" y="613724"/>
                </a:lnTo>
                <a:lnTo>
                  <a:pt x="23336" y="594760"/>
                </a:lnTo>
                <a:lnTo>
                  <a:pt x="25003" y="575796"/>
                </a:lnTo>
                <a:lnTo>
                  <a:pt x="26670" y="556841"/>
                </a:lnTo>
                <a:lnTo>
                  <a:pt x="28337" y="537877"/>
                </a:lnTo>
                <a:lnTo>
                  <a:pt x="30004" y="518912"/>
                </a:lnTo>
                <a:lnTo>
                  <a:pt x="31671" y="499958"/>
                </a:lnTo>
                <a:lnTo>
                  <a:pt x="33338" y="480993"/>
                </a:lnTo>
                <a:lnTo>
                  <a:pt x="35004" y="462029"/>
                </a:lnTo>
                <a:lnTo>
                  <a:pt x="36671" y="443065"/>
                </a:lnTo>
                <a:lnTo>
                  <a:pt x="38338" y="424110"/>
                </a:lnTo>
                <a:lnTo>
                  <a:pt x="40005" y="405146"/>
                </a:lnTo>
                <a:lnTo>
                  <a:pt x="41662" y="386182"/>
                </a:lnTo>
                <a:lnTo>
                  <a:pt x="43329" y="367227"/>
                </a:lnTo>
                <a:lnTo>
                  <a:pt x="44996" y="348263"/>
                </a:lnTo>
                <a:lnTo>
                  <a:pt x="46663" y="329298"/>
                </a:lnTo>
                <a:lnTo>
                  <a:pt x="48330" y="310334"/>
                </a:lnTo>
                <a:lnTo>
                  <a:pt x="49997" y="291379"/>
                </a:lnTo>
                <a:lnTo>
                  <a:pt x="51664" y="272415"/>
                </a:lnTo>
                <a:lnTo>
                  <a:pt x="53330" y="253451"/>
                </a:lnTo>
                <a:lnTo>
                  <a:pt x="54997" y="234496"/>
                </a:lnTo>
                <a:lnTo>
                  <a:pt x="56664" y="215532"/>
                </a:lnTo>
                <a:lnTo>
                  <a:pt x="58331" y="196567"/>
                </a:lnTo>
                <a:lnTo>
                  <a:pt x="59998" y="177603"/>
                </a:lnTo>
                <a:lnTo>
                  <a:pt x="61665" y="158648"/>
                </a:lnTo>
                <a:lnTo>
                  <a:pt x="63332" y="139684"/>
                </a:lnTo>
                <a:lnTo>
                  <a:pt x="64999" y="1207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5E0E498E-B959-4724-B2A2-059C316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3490055"/>
            <a:ext cx="229553" cy="357092"/>
          </a:xfrm>
          <a:custGeom xmlns:a="http://schemas.openxmlformats.org/drawingml/2006/main">
            <a:pathLst>
              <a:path w="229553" h="357092">
                <a:moveTo>
                  <a:pt x="0" y="357092"/>
                </a:moveTo>
                <a:lnTo>
                  <a:pt x="0" y="338185"/>
                </a:lnTo>
                <a:lnTo>
                  <a:pt x="0" y="319288"/>
                </a:lnTo>
                <a:lnTo>
                  <a:pt x="0" y="300380"/>
                </a:lnTo>
                <a:lnTo>
                  <a:pt x="0" y="281483"/>
                </a:lnTo>
                <a:lnTo>
                  <a:pt x="0" y="262576"/>
                </a:lnTo>
                <a:lnTo>
                  <a:pt x="0" y="243678"/>
                </a:lnTo>
                <a:lnTo>
                  <a:pt x="0" y="224771"/>
                </a:lnTo>
                <a:lnTo>
                  <a:pt x="0" y="205873"/>
                </a:lnTo>
                <a:lnTo>
                  <a:pt x="0" y="186966"/>
                </a:lnTo>
                <a:lnTo>
                  <a:pt x="0" y="168069"/>
                </a:lnTo>
                <a:lnTo>
                  <a:pt x="0" y="149162"/>
                </a:lnTo>
                <a:lnTo>
                  <a:pt x="0" y="130264"/>
                </a:lnTo>
                <a:lnTo>
                  <a:pt x="0" y="111357"/>
                </a:lnTo>
                <a:lnTo>
                  <a:pt x="0" y="92459"/>
                </a:lnTo>
                <a:lnTo>
                  <a:pt x="610" y="73990"/>
                </a:lnTo>
                <a:lnTo>
                  <a:pt x="18507" y="67904"/>
                </a:lnTo>
                <a:lnTo>
                  <a:pt x="36405" y="61817"/>
                </a:lnTo>
                <a:lnTo>
                  <a:pt x="54302" y="55721"/>
                </a:lnTo>
                <a:lnTo>
                  <a:pt x="72190" y="49635"/>
                </a:lnTo>
                <a:lnTo>
                  <a:pt x="90087" y="43548"/>
                </a:lnTo>
                <a:lnTo>
                  <a:pt x="107985" y="37462"/>
                </a:lnTo>
                <a:lnTo>
                  <a:pt x="125882" y="31366"/>
                </a:lnTo>
                <a:lnTo>
                  <a:pt x="143770" y="25279"/>
                </a:lnTo>
                <a:lnTo>
                  <a:pt x="161668" y="19193"/>
                </a:lnTo>
                <a:lnTo>
                  <a:pt x="179565" y="13106"/>
                </a:lnTo>
                <a:lnTo>
                  <a:pt x="197463" y="7010"/>
                </a:lnTo>
                <a:lnTo>
                  <a:pt x="215351" y="924"/>
                </a:lnTo>
                <a:lnTo>
                  <a:pt x="229553" y="0"/>
                </a:lnTo>
                <a:lnTo>
                  <a:pt x="229553" y="18907"/>
                </a:lnTo>
                <a:lnTo>
                  <a:pt x="229553" y="37805"/>
                </a:lnTo>
                <a:lnTo>
                  <a:pt x="229553" y="56712"/>
                </a:lnTo>
                <a:lnTo>
                  <a:pt x="229553" y="75609"/>
                </a:lnTo>
                <a:lnTo>
                  <a:pt x="229553" y="94517"/>
                </a:lnTo>
                <a:lnTo>
                  <a:pt x="229553" y="113414"/>
                </a:lnTo>
                <a:lnTo>
                  <a:pt x="229553" y="132321"/>
                </a:lnTo>
                <a:lnTo>
                  <a:pt x="229553" y="151219"/>
                </a:lnTo>
                <a:lnTo>
                  <a:pt x="229553" y="170126"/>
                </a:lnTo>
                <a:lnTo>
                  <a:pt x="229553" y="189024"/>
                </a:lnTo>
                <a:lnTo>
                  <a:pt x="229553" y="207931"/>
                </a:lnTo>
                <a:lnTo>
                  <a:pt x="229553" y="226828"/>
                </a:lnTo>
                <a:lnTo>
                  <a:pt x="229553" y="245735"/>
                </a:lnTo>
                <a:lnTo>
                  <a:pt x="226971" y="262909"/>
                </a:lnTo>
                <a:lnTo>
                  <a:pt x="209512" y="270158"/>
                </a:lnTo>
                <a:lnTo>
                  <a:pt x="192053" y="277406"/>
                </a:lnTo>
                <a:lnTo>
                  <a:pt x="174593" y="284645"/>
                </a:lnTo>
                <a:lnTo>
                  <a:pt x="157134" y="291894"/>
                </a:lnTo>
                <a:lnTo>
                  <a:pt x="139675" y="299133"/>
                </a:lnTo>
                <a:lnTo>
                  <a:pt x="122215" y="306381"/>
                </a:lnTo>
                <a:lnTo>
                  <a:pt x="104756" y="313620"/>
                </a:lnTo>
                <a:lnTo>
                  <a:pt x="87297" y="320869"/>
                </a:lnTo>
                <a:lnTo>
                  <a:pt x="69837" y="328117"/>
                </a:lnTo>
                <a:lnTo>
                  <a:pt x="52378" y="335356"/>
                </a:lnTo>
                <a:lnTo>
                  <a:pt x="34919" y="342605"/>
                </a:lnTo>
                <a:lnTo>
                  <a:pt x="17459" y="349844"/>
                </a:lnTo>
                <a:lnTo>
                  <a:pt x="0" y="357092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8997A5C2-C989-457D-A516-6D7D2C57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8068" y="3751898"/>
            <a:ext cx="1482519" cy="95250"/>
          </a:xfrm>
          <a:custGeom xmlns:a="http://schemas.openxmlformats.org/drawingml/2006/main">
            <a:pathLst>
              <a:path w="1482519" h="95250">
                <a:moveTo>
                  <a:pt x="0" y="95250"/>
                </a:moveTo>
                <a:lnTo>
                  <a:pt x="18945" y="95250"/>
                </a:lnTo>
                <a:lnTo>
                  <a:pt x="37900" y="95250"/>
                </a:lnTo>
                <a:lnTo>
                  <a:pt x="56845" y="95250"/>
                </a:lnTo>
                <a:lnTo>
                  <a:pt x="75790" y="95250"/>
                </a:lnTo>
                <a:lnTo>
                  <a:pt x="94745" y="95250"/>
                </a:lnTo>
                <a:lnTo>
                  <a:pt x="113690" y="95250"/>
                </a:lnTo>
                <a:lnTo>
                  <a:pt x="132636" y="95250"/>
                </a:lnTo>
                <a:lnTo>
                  <a:pt x="151590" y="95250"/>
                </a:lnTo>
                <a:lnTo>
                  <a:pt x="170536" y="95250"/>
                </a:lnTo>
                <a:lnTo>
                  <a:pt x="189481" y="95250"/>
                </a:lnTo>
                <a:lnTo>
                  <a:pt x="208436" y="95250"/>
                </a:lnTo>
                <a:lnTo>
                  <a:pt x="227381" y="95250"/>
                </a:lnTo>
                <a:lnTo>
                  <a:pt x="246326" y="95250"/>
                </a:lnTo>
                <a:lnTo>
                  <a:pt x="265281" y="95250"/>
                </a:lnTo>
                <a:lnTo>
                  <a:pt x="284226" y="95250"/>
                </a:lnTo>
                <a:lnTo>
                  <a:pt x="303171" y="95250"/>
                </a:lnTo>
                <a:lnTo>
                  <a:pt x="322126" y="95250"/>
                </a:lnTo>
                <a:lnTo>
                  <a:pt x="341071" y="95250"/>
                </a:lnTo>
                <a:lnTo>
                  <a:pt x="360016" y="95250"/>
                </a:lnTo>
                <a:lnTo>
                  <a:pt x="378971" y="95250"/>
                </a:lnTo>
                <a:lnTo>
                  <a:pt x="397916" y="95250"/>
                </a:lnTo>
                <a:lnTo>
                  <a:pt x="416862" y="95250"/>
                </a:lnTo>
                <a:lnTo>
                  <a:pt x="435816" y="95250"/>
                </a:lnTo>
                <a:lnTo>
                  <a:pt x="454762" y="95250"/>
                </a:lnTo>
                <a:lnTo>
                  <a:pt x="473707" y="95250"/>
                </a:lnTo>
                <a:lnTo>
                  <a:pt x="492662" y="95250"/>
                </a:lnTo>
                <a:lnTo>
                  <a:pt x="511607" y="95250"/>
                </a:lnTo>
                <a:lnTo>
                  <a:pt x="530552" y="95250"/>
                </a:lnTo>
                <a:lnTo>
                  <a:pt x="549507" y="95250"/>
                </a:lnTo>
                <a:lnTo>
                  <a:pt x="568452" y="95250"/>
                </a:lnTo>
                <a:lnTo>
                  <a:pt x="587407" y="95250"/>
                </a:lnTo>
                <a:lnTo>
                  <a:pt x="606352" y="95250"/>
                </a:lnTo>
                <a:lnTo>
                  <a:pt x="625297" y="95250"/>
                </a:lnTo>
                <a:lnTo>
                  <a:pt x="644252" y="95250"/>
                </a:lnTo>
                <a:lnTo>
                  <a:pt x="663197" y="95250"/>
                </a:lnTo>
                <a:lnTo>
                  <a:pt x="682142" y="95250"/>
                </a:lnTo>
                <a:lnTo>
                  <a:pt x="701097" y="95250"/>
                </a:lnTo>
                <a:lnTo>
                  <a:pt x="720042" y="95250"/>
                </a:lnTo>
                <a:lnTo>
                  <a:pt x="738988" y="95250"/>
                </a:lnTo>
                <a:lnTo>
                  <a:pt x="757942" y="95250"/>
                </a:lnTo>
                <a:lnTo>
                  <a:pt x="776888" y="95250"/>
                </a:lnTo>
                <a:lnTo>
                  <a:pt x="795833" y="95250"/>
                </a:lnTo>
                <a:lnTo>
                  <a:pt x="814788" y="95250"/>
                </a:lnTo>
                <a:lnTo>
                  <a:pt x="833733" y="95250"/>
                </a:lnTo>
                <a:lnTo>
                  <a:pt x="852678" y="95250"/>
                </a:lnTo>
                <a:lnTo>
                  <a:pt x="871633" y="95250"/>
                </a:lnTo>
                <a:lnTo>
                  <a:pt x="890578" y="95250"/>
                </a:lnTo>
                <a:lnTo>
                  <a:pt x="909523" y="95250"/>
                </a:lnTo>
                <a:lnTo>
                  <a:pt x="928478" y="95250"/>
                </a:lnTo>
                <a:lnTo>
                  <a:pt x="947423" y="95250"/>
                </a:lnTo>
                <a:lnTo>
                  <a:pt x="966368" y="95250"/>
                </a:lnTo>
                <a:lnTo>
                  <a:pt x="985323" y="95250"/>
                </a:lnTo>
                <a:lnTo>
                  <a:pt x="1004268" y="95250"/>
                </a:lnTo>
                <a:lnTo>
                  <a:pt x="1023214" y="95250"/>
                </a:lnTo>
                <a:lnTo>
                  <a:pt x="1042168" y="95250"/>
                </a:lnTo>
                <a:lnTo>
                  <a:pt x="1061114" y="95250"/>
                </a:lnTo>
                <a:lnTo>
                  <a:pt x="1080059" y="95250"/>
                </a:lnTo>
                <a:lnTo>
                  <a:pt x="1099014" y="95250"/>
                </a:lnTo>
                <a:lnTo>
                  <a:pt x="1117959" y="95250"/>
                </a:lnTo>
                <a:lnTo>
                  <a:pt x="1136904" y="95250"/>
                </a:lnTo>
                <a:lnTo>
                  <a:pt x="1155859" y="95250"/>
                </a:lnTo>
                <a:lnTo>
                  <a:pt x="1174804" y="95250"/>
                </a:lnTo>
                <a:lnTo>
                  <a:pt x="1193749" y="95250"/>
                </a:lnTo>
                <a:lnTo>
                  <a:pt x="1212704" y="95250"/>
                </a:lnTo>
                <a:lnTo>
                  <a:pt x="1231649" y="95250"/>
                </a:lnTo>
                <a:lnTo>
                  <a:pt x="1250594" y="95250"/>
                </a:lnTo>
                <a:lnTo>
                  <a:pt x="1268825" y="91650"/>
                </a:lnTo>
                <a:lnTo>
                  <a:pt x="1286332" y="84392"/>
                </a:lnTo>
                <a:lnTo>
                  <a:pt x="1303830" y="77124"/>
                </a:lnTo>
                <a:lnTo>
                  <a:pt x="1321337" y="69866"/>
                </a:lnTo>
                <a:lnTo>
                  <a:pt x="1338834" y="62608"/>
                </a:lnTo>
                <a:lnTo>
                  <a:pt x="1356341" y="55340"/>
                </a:lnTo>
                <a:lnTo>
                  <a:pt x="1373838" y="48082"/>
                </a:lnTo>
                <a:lnTo>
                  <a:pt x="1391345" y="40815"/>
                </a:lnTo>
                <a:lnTo>
                  <a:pt x="1408843" y="33557"/>
                </a:lnTo>
                <a:lnTo>
                  <a:pt x="1426340" y="26289"/>
                </a:lnTo>
                <a:lnTo>
                  <a:pt x="1443847" y="19031"/>
                </a:lnTo>
                <a:lnTo>
                  <a:pt x="1461345" y="11773"/>
                </a:lnTo>
                <a:lnTo>
                  <a:pt x="1478852" y="4505"/>
                </a:lnTo>
                <a:lnTo>
                  <a:pt x="1482519" y="0"/>
                </a:lnTo>
                <a:lnTo>
                  <a:pt x="1463573" y="0"/>
                </a:lnTo>
                <a:lnTo>
                  <a:pt x="1444628" y="0"/>
                </a:lnTo>
                <a:lnTo>
                  <a:pt x="1425673" y="0"/>
                </a:lnTo>
                <a:lnTo>
                  <a:pt x="1406728" y="0"/>
                </a:lnTo>
                <a:lnTo>
                  <a:pt x="1387783" y="0"/>
                </a:lnTo>
                <a:lnTo>
                  <a:pt x="1368828" y="0"/>
                </a:lnTo>
                <a:lnTo>
                  <a:pt x="1349883" y="0"/>
                </a:lnTo>
                <a:lnTo>
                  <a:pt x="1330938" y="0"/>
                </a:lnTo>
                <a:lnTo>
                  <a:pt x="1311983" y="0"/>
                </a:lnTo>
                <a:lnTo>
                  <a:pt x="1293038" y="0"/>
                </a:lnTo>
                <a:lnTo>
                  <a:pt x="1274083" y="0"/>
                </a:lnTo>
                <a:lnTo>
                  <a:pt x="1255138" y="0"/>
                </a:lnTo>
                <a:lnTo>
                  <a:pt x="1236193" y="0"/>
                </a:lnTo>
                <a:lnTo>
                  <a:pt x="1217238" y="0"/>
                </a:lnTo>
                <a:lnTo>
                  <a:pt x="1198293" y="0"/>
                </a:lnTo>
                <a:lnTo>
                  <a:pt x="1179347" y="0"/>
                </a:lnTo>
                <a:lnTo>
                  <a:pt x="1160393" y="0"/>
                </a:lnTo>
                <a:lnTo>
                  <a:pt x="1141447" y="0"/>
                </a:lnTo>
                <a:lnTo>
                  <a:pt x="1122502" y="0"/>
                </a:lnTo>
                <a:lnTo>
                  <a:pt x="1103547" y="0"/>
                </a:lnTo>
                <a:lnTo>
                  <a:pt x="1084602" y="0"/>
                </a:lnTo>
                <a:lnTo>
                  <a:pt x="1065657" y="0"/>
                </a:lnTo>
                <a:lnTo>
                  <a:pt x="1046702" y="0"/>
                </a:lnTo>
                <a:lnTo>
                  <a:pt x="1027757" y="0"/>
                </a:lnTo>
                <a:lnTo>
                  <a:pt x="1008812" y="0"/>
                </a:lnTo>
                <a:lnTo>
                  <a:pt x="989857" y="0"/>
                </a:lnTo>
                <a:lnTo>
                  <a:pt x="970912" y="0"/>
                </a:lnTo>
                <a:lnTo>
                  <a:pt x="951967" y="0"/>
                </a:lnTo>
                <a:lnTo>
                  <a:pt x="933012" y="0"/>
                </a:lnTo>
                <a:lnTo>
                  <a:pt x="914067" y="0"/>
                </a:lnTo>
                <a:lnTo>
                  <a:pt x="895121" y="0"/>
                </a:lnTo>
                <a:lnTo>
                  <a:pt x="876167" y="0"/>
                </a:lnTo>
                <a:lnTo>
                  <a:pt x="857221" y="0"/>
                </a:lnTo>
                <a:lnTo>
                  <a:pt x="838276" y="0"/>
                </a:lnTo>
                <a:lnTo>
                  <a:pt x="819321" y="0"/>
                </a:lnTo>
                <a:lnTo>
                  <a:pt x="800376" y="0"/>
                </a:lnTo>
                <a:lnTo>
                  <a:pt x="781431" y="0"/>
                </a:lnTo>
                <a:lnTo>
                  <a:pt x="762476" y="0"/>
                </a:lnTo>
                <a:lnTo>
                  <a:pt x="743531" y="0"/>
                </a:lnTo>
                <a:lnTo>
                  <a:pt x="724586" y="0"/>
                </a:lnTo>
                <a:lnTo>
                  <a:pt x="705631" y="0"/>
                </a:lnTo>
                <a:lnTo>
                  <a:pt x="686686" y="0"/>
                </a:lnTo>
                <a:lnTo>
                  <a:pt x="667741" y="0"/>
                </a:lnTo>
                <a:lnTo>
                  <a:pt x="648786" y="0"/>
                </a:lnTo>
                <a:lnTo>
                  <a:pt x="629841" y="0"/>
                </a:lnTo>
                <a:lnTo>
                  <a:pt x="610895" y="0"/>
                </a:lnTo>
                <a:lnTo>
                  <a:pt x="591941" y="0"/>
                </a:lnTo>
                <a:lnTo>
                  <a:pt x="572995" y="0"/>
                </a:lnTo>
                <a:lnTo>
                  <a:pt x="554050" y="0"/>
                </a:lnTo>
                <a:lnTo>
                  <a:pt x="535095" y="0"/>
                </a:lnTo>
                <a:lnTo>
                  <a:pt x="516150" y="0"/>
                </a:lnTo>
                <a:lnTo>
                  <a:pt x="497205" y="0"/>
                </a:lnTo>
                <a:lnTo>
                  <a:pt x="478250" y="0"/>
                </a:lnTo>
                <a:lnTo>
                  <a:pt x="459305" y="0"/>
                </a:lnTo>
                <a:lnTo>
                  <a:pt x="440360" y="0"/>
                </a:lnTo>
                <a:lnTo>
                  <a:pt x="421405" y="0"/>
                </a:lnTo>
                <a:lnTo>
                  <a:pt x="402460" y="0"/>
                </a:lnTo>
                <a:lnTo>
                  <a:pt x="383515" y="0"/>
                </a:lnTo>
                <a:lnTo>
                  <a:pt x="364560" y="0"/>
                </a:lnTo>
                <a:lnTo>
                  <a:pt x="345615" y="0"/>
                </a:lnTo>
                <a:lnTo>
                  <a:pt x="326669" y="0"/>
                </a:lnTo>
                <a:lnTo>
                  <a:pt x="307715" y="0"/>
                </a:lnTo>
                <a:lnTo>
                  <a:pt x="289617" y="5591"/>
                </a:lnTo>
                <a:lnTo>
                  <a:pt x="271510" y="11192"/>
                </a:lnTo>
                <a:lnTo>
                  <a:pt x="253413" y="16793"/>
                </a:lnTo>
                <a:lnTo>
                  <a:pt x="235315" y="22403"/>
                </a:lnTo>
                <a:lnTo>
                  <a:pt x="217208" y="28004"/>
                </a:lnTo>
                <a:lnTo>
                  <a:pt x="199111" y="33604"/>
                </a:lnTo>
                <a:lnTo>
                  <a:pt x="181004" y="39214"/>
                </a:lnTo>
                <a:lnTo>
                  <a:pt x="162906" y="44815"/>
                </a:lnTo>
                <a:lnTo>
                  <a:pt x="144809" y="50416"/>
                </a:lnTo>
                <a:lnTo>
                  <a:pt x="126702" y="56026"/>
                </a:lnTo>
                <a:lnTo>
                  <a:pt x="108604" y="61627"/>
                </a:lnTo>
                <a:lnTo>
                  <a:pt x="90507" y="67227"/>
                </a:lnTo>
                <a:lnTo>
                  <a:pt x="72400" y="72838"/>
                </a:lnTo>
                <a:lnTo>
                  <a:pt x="54302" y="78438"/>
                </a:lnTo>
                <a:lnTo>
                  <a:pt x="36205" y="84039"/>
                </a:lnTo>
                <a:lnTo>
                  <a:pt x="18098" y="89649"/>
                </a:lnTo>
                <a:lnTo>
                  <a:pt x="0" y="9525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81680072-F232-4475-A870-0A6A9DB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598" y="3751898"/>
            <a:ext cx="1393508" cy="95250"/>
          </a:xfrm>
          <a:custGeom xmlns:a="http://schemas.openxmlformats.org/drawingml/2006/main">
            <a:pathLst>
              <a:path w="1393508" h="95250">
                <a:moveTo>
                  <a:pt x="0" y="95250"/>
                </a:moveTo>
                <a:lnTo>
                  <a:pt x="18831" y="95250"/>
                </a:lnTo>
                <a:lnTo>
                  <a:pt x="37662" y="95250"/>
                </a:lnTo>
                <a:lnTo>
                  <a:pt x="56493" y="95250"/>
                </a:lnTo>
                <a:lnTo>
                  <a:pt x="75324" y="95250"/>
                </a:lnTo>
                <a:lnTo>
                  <a:pt x="94155" y="95250"/>
                </a:lnTo>
                <a:lnTo>
                  <a:pt x="112986" y="95250"/>
                </a:lnTo>
                <a:lnTo>
                  <a:pt x="131816" y="95250"/>
                </a:lnTo>
                <a:lnTo>
                  <a:pt x="150638" y="95250"/>
                </a:lnTo>
                <a:lnTo>
                  <a:pt x="169469" y="95250"/>
                </a:lnTo>
                <a:lnTo>
                  <a:pt x="188300" y="95250"/>
                </a:lnTo>
                <a:lnTo>
                  <a:pt x="207131" y="95250"/>
                </a:lnTo>
                <a:lnTo>
                  <a:pt x="225962" y="95250"/>
                </a:lnTo>
                <a:lnTo>
                  <a:pt x="244793" y="95250"/>
                </a:lnTo>
                <a:lnTo>
                  <a:pt x="263623" y="95250"/>
                </a:lnTo>
                <a:lnTo>
                  <a:pt x="282454" y="95250"/>
                </a:lnTo>
                <a:lnTo>
                  <a:pt x="301285" y="95250"/>
                </a:lnTo>
                <a:lnTo>
                  <a:pt x="320116" y="95250"/>
                </a:lnTo>
                <a:lnTo>
                  <a:pt x="338947" y="95250"/>
                </a:lnTo>
                <a:lnTo>
                  <a:pt x="357778" y="95250"/>
                </a:lnTo>
                <a:lnTo>
                  <a:pt x="376609" y="95250"/>
                </a:lnTo>
                <a:lnTo>
                  <a:pt x="395440" y="95250"/>
                </a:lnTo>
                <a:lnTo>
                  <a:pt x="414261" y="95250"/>
                </a:lnTo>
                <a:lnTo>
                  <a:pt x="433092" y="95250"/>
                </a:lnTo>
                <a:lnTo>
                  <a:pt x="451923" y="95250"/>
                </a:lnTo>
                <a:lnTo>
                  <a:pt x="470754" y="95250"/>
                </a:lnTo>
                <a:lnTo>
                  <a:pt x="489585" y="95250"/>
                </a:lnTo>
                <a:lnTo>
                  <a:pt x="508416" y="95250"/>
                </a:lnTo>
                <a:lnTo>
                  <a:pt x="527247" y="95250"/>
                </a:lnTo>
                <a:lnTo>
                  <a:pt x="546078" y="95250"/>
                </a:lnTo>
                <a:lnTo>
                  <a:pt x="564909" y="95250"/>
                </a:lnTo>
                <a:lnTo>
                  <a:pt x="583740" y="95250"/>
                </a:lnTo>
                <a:lnTo>
                  <a:pt x="602571" y="95250"/>
                </a:lnTo>
                <a:lnTo>
                  <a:pt x="621401" y="95250"/>
                </a:lnTo>
                <a:lnTo>
                  <a:pt x="640232" y="95250"/>
                </a:lnTo>
                <a:lnTo>
                  <a:pt x="659063" y="95250"/>
                </a:lnTo>
                <a:lnTo>
                  <a:pt x="677885" y="95250"/>
                </a:lnTo>
                <a:lnTo>
                  <a:pt x="696716" y="95250"/>
                </a:lnTo>
                <a:lnTo>
                  <a:pt x="715547" y="95250"/>
                </a:lnTo>
                <a:lnTo>
                  <a:pt x="734378" y="95250"/>
                </a:lnTo>
                <a:lnTo>
                  <a:pt x="753208" y="95250"/>
                </a:lnTo>
                <a:lnTo>
                  <a:pt x="772039" y="95250"/>
                </a:lnTo>
                <a:lnTo>
                  <a:pt x="790870" y="95250"/>
                </a:lnTo>
                <a:lnTo>
                  <a:pt x="809701" y="95250"/>
                </a:lnTo>
                <a:lnTo>
                  <a:pt x="828532" y="95250"/>
                </a:lnTo>
                <a:lnTo>
                  <a:pt x="847363" y="95250"/>
                </a:lnTo>
                <a:lnTo>
                  <a:pt x="866194" y="95250"/>
                </a:lnTo>
                <a:lnTo>
                  <a:pt x="885025" y="95250"/>
                </a:lnTo>
                <a:lnTo>
                  <a:pt x="903856" y="95250"/>
                </a:lnTo>
                <a:lnTo>
                  <a:pt x="922687" y="95250"/>
                </a:lnTo>
                <a:lnTo>
                  <a:pt x="941508" y="95250"/>
                </a:lnTo>
                <a:lnTo>
                  <a:pt x="960339" y="95250"/>
                </a:lnTo>
                <a:lnTo>
                  <a:pt x="979170" y="95250"/>
                </a:lnTo>
                <a:lnTo>
                  <a:pt x="998001" y="95250"/>
                </a:lnTo>
                <a:lnTo>
                  <a:pt x="1016832" y="95250"/>
                </a:lnTo>
                <a:lnTo>
                  <a:pt x="1035663" y="95250"/>
                </a:lnTo>
                <a:lnTo>
                  <a:pt x="1054494" y="95250"/>
                </a:lnTo>
                <a:lnTo>
                  <a:pt x="1073325" y="95250"/>
                </a:lnTo>
                <a:lnTo>
                  <a:pt x="1092156" y="95250"/>
                </a:lnTo>
                <a:lnTo>
                  <a:pt x="1110986" y="95250"/>
                </a:lnTo>
                <a:lnTo>
                  <a:pt x="1129817" y="95250"/>
                </a:lnTo>
                <a:lnTo>
                  <a:pt x="1148648" y="95250"/>
                </a:lnTo>
                <a:lnTo>
                  <a:pt x="1167003" y="92831"/>
                </a:lnTo>
                <a:lnTo>
                  <a:pt x="1184424" y="85687"/>
                </a:lnTo>
                <a:lnTo>
                  <a:pt x="1201845" y="78553"/>
                </a:lnTo>
                <a:lnTo>
                  <a:pt x="1219267" y="71409"/>
                </a:lnTo>
                <a:lnTo>
                  <a:pt x="1236697" y="64265"/>
                </a:lnTo>
                <a:lnTo>
                  <a:pt x="1254119" y="57131"/>
                </a:lnTo>
                <a:lnTo>
                  <a:pt x="1271540" y="49987"/>
                </a:lnTo>
                <a:lnTo>
                  <a:pt x="1288961" y="42843"/>
                </a:lnTo>
                <a:lnTo>
                  <a:pt x="1306392" y="35700"/>
                </a:lnTo>
                <a:lnTo>
                  <a:pt x="1323813" y="28565"/>
                </a:lnTo>
                <a:lnTo>
                  <a:pt x="1341234" y="21422"/>
                </a:lnTo>
                <a:lnTo>
                  <a:pt x="1358656" y="14278"/>
                </a:lnTo>
                <a:lnTo>
                  <a:pt x="1376086" y="7144"/>
                </a:lnTo>
                <a:lnTo>
                  <a:pt x="1393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BA5BF479-3B71-4643-8FF4-A772CC7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2398" y="3751898"/>
            <a:ext cx="1088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FE288C4F-8DF8-42B5-8D46-D645465B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8383" y="3224794"/>
            <a:ext cx="151448" cy="339461"/>
          </a:xfrm>
          <a:custGeom xmlns:a="http://schemas.openxmlformats.org/drawingml/2006/main">
            <a:pathLst>
              <a:path w="151448" h="339461">
                <a:moveTo>
                  <a:pt x="0" y="339461"/>
                </a:moveTo>
                <a:lnTo>
                  <a:pt x="0" y="320697"/>
                </a:lnTo>
                <a:lnTo>
                  <a:pt x="0" y="301923"/>
                </a:lnTo>
                <a:lnTo>
                  <a:pt x="0" y="283150"/>
                </a:lnTo>
                <a:lnTo>
                  <a:pt x="0" y="264376"/>
                </a:lnTo>
                <a:lnTo>
                  <a:pt x="0" y="245602"/>
                </a:lnTo>
                <a:lnTo>
                  <a:pt x="0" y="226828"/>
                </a:lnTo>
                <a:lnTo>
                  <a:pt x="0" y="208064"/>
                </a:lnTo>
                <a:lnTo>
                  <a:pt x="0" y="189290"/>
                </a:lnTo>
                <a:lnTo>
                  <a:pt x="0" y="170517"/>
                </a:lnTo>
                <a:lnTo>
                  <a:pt x="0" y="151743"/>
                </a:lnTo>
                <a:lnTo>
                  <a:pt x="0" y="132969"/>
                </a:lnTo>
                <a:lnTo>
                  <a:pt x="0" y="114195"/>
                </a:lnTo>
                <a:lnTo>
                  <a:pt x="0" y="95421"/>
                </a:lnTo>
                <a:lnTo>
                  <a:pt x="0" y="76657"/>
                </a:lnTo>
                <a:lnTo>
                  <a:pt x="0" y="57883"/>
                </a:lnTo>
                <a:lnTo>
                  <a:pt x="16202" y="50054"/>
                </a:lnTo>
                <a:lnTo>
                  <a:pt x="33614" y="43043"/>
                </a:lnTo>
                <a:lnTo>
                  <a:pt x="51025" y="36033"/>
                </a:lnTo>
                <a:lnTo>
                  <a:pt x="68447" y="29023"/>
                </a:lnTo>
                <a:lnTo>
                  <a:pt x="85858" y="22012"/>
                </a:lnTo>
                <a:lnTo>
                  <a:pt x="103270" y="15002"/>
                </a:lnTo>
                <a:lnTo>
                  <a:pt x="120691" y="7991"/>
                </a:lnTo>
                <a:lnTo>
                  <a:pt x="138103" y="981"/>
                </a:lnTo>
                <a:lnTo>
                  <a:pt x="151448" y="0"/>
                </a:lnTo>
                <a:lnTo>
                  <a:pt x="151448" y="18774"/>
                </a:lnTo>
                <a:lnTo>
                  <a:pt x="151448" y="37548"/>
                </a:lnTo>
                <a:lnTo>
                  <a:pt x="151448" y="56321"/>
                </a:lnTo>
                <a:lnTo>
                  <a:pt x="151448" y="75086"/>
                </a:lnTo>
                <a:lnTo>
                  <a:pt x="151448" y="93859"/>
                </a:lnTo>
                <a:lnTo>
                  <a:pt x="151448" y="112633"/>
                </a:lnTo>
                <a:lnTo>
                  <a:pt x="151448" y="131407"/>
                </a:lnTo>
                <a:lnTo>
                  <a:pt x="151448" y="150181"/>
                </a:lnTo>
                <a:lnTo>
                  <a:pt x="151448" y="168954"/>
                </a:lnTo>
                <a:lnTo>
                  <a:pt x="151448" y="187719"/>
                </a:lnTo>
                <a:lnTo>
                  <a:pt x="151448" y="206492"/>
                </a:lnTo>
                <a:lnTo>
                  <a:pt x="151448" y="225266"/>
                </a:lnTo>
                <a:lnTo>
                  <a:pt x="151448" y="244040"/>
                </a:lnTo>
                <a:lnTo>
                  <a:pt x="150162" y="262023"/>
                </a:lnTo>
                <a:lnTo>
                  <a:pt x="133474" y="270634"/>
                </a:lnTo>
                <a:lnTo>
                  <a:pt x="116786" y="279235"/>
                </a:lnTo>
                <a:lnTo>
                  <a:pt x="100108" y="287836"/>
                </a:lnTo>
                <a:lnTo>
                  <a:pt x="83420" y="296447"/>
                </a:lnTo>
                <a:lnTo>
                  <a:pt x="66742" y="305048"/>
                </a:lnTo>
                <a:lnTo>
                  <a:pt x="50054" y="313649"/>
                </a:lnTo>
                <a:lnTo>
                  <a:pt x="33366" y="322259"/>
                </a:lnTo>
                <a:lnTo>
                  <a:pt x="16688" y="330860"/>
                </a:lnTo>
                <a:lnTo>
                  <a:pt x="0" y="33946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0131D591-BB0A-4504-80F5-7A164BD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3486150"/>
            <a:ext cx="1408928" cy="78105"/>
          </a:xfrm>
          <a:custGeom xmlns:a="http://schemas.openxmlformats.org/drawingml/2006/main">
            <a:pathLst>
              <a:path w="1408928" h="78105">
                <a:moveTo>
                  <a:pt x="0" y="78105"/>
                </a:moveTo>
                <a:lnTo>
                  <a:pt x="19031" y="78105"/>
                </a:lnTo>
                <a:lnTo>
                  <a:pt x="38071" y="78105"/>
                </a:lnTo>
                <a:lnTo>
                  <a:pt x="57102" y="78105"/>
                </a:lnTo>
                <a:lnTo>
                  <a:pt x="76133" y="78105"/>
                </a:lnTo>
                <a:lnTo>
                  <a:pt x="95174" y="78105"/>
                </a:lnTo>
                <a:lnTo>
                  <a:pt x="114205" y="78105"/>
                </a:lnTo>
                <a:lnTo>
                  <a:pt x="133236" y="78105"/>
                </a:lnTo>
                <a:lnTo>
                  <a:pt x="152267" y="78105"/>
                </a:lnTo>
                <a:lnTo>
                  <a:pt x="171307" y="78105"/>
                </a:lnTo>
                <a:lnTo>
                  <a:pt x="190338" y="78105"/>
                </a:lnTo>
                <a:lnTo>
                  <a:pt x="209369" y="78105"/>
                </a:lnTo>
                <a:lnTo>
                  <a:pt x="228410" y="78105"/>
                </a:lnTo>
                <a:lnTo>
                  <a:pt x="247440" y="78105"/>
                </a:lnTo>
                <a:lnTo>
                  <a:pt x="266471" y="78105"/>
                </a:lnTo>
                <a:lnTo>
                  <a:pt x="285512" y="78105"/>
                </a:lnTo>
                <a:lnTo>
                  <a:pt x="304543" y="78105"/>
                </a:lnTo>
                <a:lnTo>
                  <a:pt x="323574" y="78105"/>
                </a:lnTo>
                <a:lnTo>
                  <a:pt x="342614" y="78105"/>
                </a:lnTo>
                <a:lnTo>
                  <a:pt x="361645" y="78105"/>
                </a:lnTo>
                <a:lnTo>
                  <a:pt x="380676" y="78105"/>
                </a:lnTo>
                <a:lnTo>
                  <a:pt x="399717" y="78105"/>
                </a:lnTo>
                <a:lnTo>
                  <a:pt x="418748" y="78105"/>
                </a:lnTo>
                <a:lnTo>
                  <a:pt x="437779" y="78105"/>
                </a:lnTo>
                <a:lnTo>
                  <a:pt x="456809" y="78105"/>
                </a:lnTo>
                <a:lnTo>
                  <a:pt x="475850" y="78105"/>
                </a:lnTo>
                <a:lnTo>
                  <a:pt x="494881" y="78105"/>
                </a:lnTo>
                <a:lnTo>
                  <a:pt x="513912" y="78105"/>
                </a:lnTo>
                <a:lnTo>
                  <a:pt x="532952" y="78105"/>
                </a:lnTo>
                <a:lnTo>
                  <a:pt x="551983" y="78105"/>
                </a:lnTo>
                <a:lnTo>
                  <a:pt x="571014" y="78105"/>
                </a:lnTo>
                <a:lnTo>
                  <a:pt x="590055" y="78105"/>
                </a:lnTo>
                <a:lnTo>
                  <a:pt x="609086" y="78105"/>
                </a:lnTo>
                <a:lnTo>
                  <a:pt x="628117" y="78105"/>
                </a:lnTo>
                <a:lnTo>
                  <a:pt x="647157" y="78105"/>
                </a:lnTo>
                <a:lnTo>
                  <a:pt x="666188" y="78105"/>
                </a:lnTo>
                <a:lnTo>
                  <a:pt x="685219" y="78105"/>
                </a:lnTo>
                <a:lnTo>
                  <a:pt x="704259" y="78105"/>
                </a:lnTo>
                <a:lnTo>
                  <a:pt x="723290" y="78105"/>
                </a:lnTo>
                <a:lnTo>
                  <a:pt x="742321" y="78105"/>
                </a:lnTo>
                <a:lnTo>
                  <a:pt x="761352" y="78105"/>
                </a:lnTo>
                <a:lnTo>
                  <a:pt x="780393" y="78105"/>
                </a:lnTo>
                <a:lnTo>
                  <a:pt x="799424" y="78105"/>
                </a:lnTo>
                <a:lnTo>
                  <a:pt x="818455" y="78105"/>
                </a:lnTo>
                <a:lnTo>
                  <a:pt x="837495" y="78105"/>
                </a:lnTo>
                <a:lnTo>
                  <a:pt x="856526" y="78105"/>
                </a:lnTo>
                <a:lnTo>
                  <a:pt x="875557" y="78105"/>
                </a:lnTo>
                <a:lnTo>
                  <a:pt x="894598" y="78105"/>
                </a:lnTo>
                <a:lnTo>
                  <a:pt x="913628" y="78105"/>
                </a:lnTo>
                <a:lnTo>
                  <a:pt x="932659" y="78105"/>
                </a:lnTo>
                <a:lnTo>
                  <a:pt x="951700" y="78105"/>
                </a:lnTo>
                <a:lnTo>
                  <a:pt x="970731" y="78105"/>
                </a:lnTo>
                <a:lnTo>
                  <a:pt x="989762" y="78105"/>
                </a:lnTo>
                <a:lnTo>
                  <a:pt x="1008802" y="78105"/>
                </a:lnTo>
                <a:lnTo>
                  <a:pt x="1027833" y="78105"/>
                </a:lnTo>
                <a:lnTo>
                  <a:pt x="1046864" y="78105"/>
                </a:lnTo>
                <a:lnTo>
                  <a:pt x="1065895" y="78105"/>
                </a:lnTo>
                <a:lnTo>
                  <a:pt x="1084936" y="78105"/>
                </a:lnTo>
                <a:lnTo>
                  <a:pt x="1103967" y="78105"/>
                </a:lnTo>
                <a:lnTo>
                  <a:pt x="1122998" y="78105"/>
                </a:lnTo>
                <a:lnTo>
                  <a:pt x="1142038" y="78105"/>
                </a:lnTo>
                <a:lnTo>
                  <a:pt x="1161069" y="78105"/>
                </a:lnTo>
                <a:lnTo>
                  <a:pt x="1180100" y="78105"/>
                </a:lnTo>
                <a:lnTo>
                  <a:pt x="1199140" y="78105"/>
                </a:lnTo>
                <a:lnTo>
                  <a:pt x="1218171" y="78105"/>
                </a:lnTo>
                <a:lnTo>
                  <a:pt x="1237202" y="78105"/>
                </a:lnTo>
                <a:lnTo>
                  <a:pt x="1256243" y="78105"/>
                </a:lnTo>
                <a:lnTo>
                  <a:pt x="1273588" y="71180"/>
                </a:lnTo>
                <a:lnTo>
                  <a:pt x="1290504" y="62455"/>
                </a:lnTo>
                <a:lnTo>
                  <a:pt x="1307421" y="53731"/>
                </a:lnTo>
                <a:lnTo>
                  <a:pt x="1324337" y="45006"/>
                </a:lnTo>
                <a:lnTo>
                  <a:pt x="1341263" y="36281"/>
                </a:lnTo>
                <a:lnTo>
                  <a:pt x="1358179" y="27556"/>
                </a:lnTo>
                <a:lnTo>
                  <a:pt x="1375096" y="18831"/>
                </a:lnTo>
                <a:lnTo>
                  <a:pt x="1392012" y="10106"/>
                </a:lnTo>
                <a:lnTo>
                  <a:pt x="1408928" y="1381"/>
                </a:lnTo>
                <a:lnTo>
                  <a:pt x="1395584" y="0"/>
                </a:lnTo>
                <a:lnTo>
                  <a:pt x="1376553" y="0"/>
                </a:lnTo>
                <a:lnTo>
                  <a:pt x="1357522" y="0"/>
                </a:lnTo>
                <a:lnTo>
                  <a:pt x="1338482" y="0"/>
                </a:lnTo>
                <a:lnTo>
                  <a:pt x="1319451" y="0"/>
                </a:lnTo>
                <a:lnTo>
                  <a:pt x="1300420" y="0"/>
                </a:lnTo>
                <a:lnTo>
                  <a:pt x="1281379" y="0"/>
                </a:lnTo>
                <a:lnTo>
                  <a:pt x="1262348" y="0"/>
                </a:lnTo>
                <a:lnTo>
                  <a:pt x="1243317" y="0"/>
                </a:lnTo>
                <a:lnTo>
                  <a:pt x="1224277" y="0"/>
                </a:lnTo>
                <a:lnTo>
                  <a:pt x="1205246" y="0"/>
                </a:lnTo>
                <a:lnTo>
                  <a:pt x="1186215" y="0"/>
                </a:lnTo>
                <a:lnTo>
                  <a:pt x="1167184" y="0"/>
                </a:lnTo>
                <a:lnTo>
                  <a:pt x="1148144" y="0"/>
                </a:lnTo>
                <a:lnTo>
                  <a:pt x="1129113" y="0"/>
                </a:lnTo>
                <a:lnTo>
                  <a:pt x="1110082" y="0"/>
                </a:lnTo>
                <a:lnTo>
                  <a:pt x="1091041" y="0"/>
                </a:lnTo>
                <a:lnTo>
                  <a:pt x="1072010" y="0"/>
                </a:lnTo>
                <a:lnTo>
                  <a:pt x="1052979" y="0"/>
                </a:lnTo>
                <a:lnTo>
                  <a:pt x="1033939" y="0"/>
                </a:lnTo>
                <a:lnTo>
                  <a:pt x="1014908" y="0"/>
                </a:lnTo>
                <a:lnTo>
                  <a:pt x="995877" y="0"/>
                </a:lnTo>
                <a:lnTo>
                  <a:pt x="976836" y="0"/>
                </a:lnTo>
                <a:lnTo>
                  <a:pt x="957805" y="0"/>
                </a:lnTo>
                <a:lnTo>
                  <a:pt x="938774" y="0"/>
                </a:lnTo>
                <a:lnTo>
                  <a:pt x="919734" y="0"/>
                </a:lnTo>
                <a:lnTo>
                  <a:pt x="900703" y="0"/>
                </a:lnTo>
                <a:lnTo>
                  <a:pt x="881672" y="0"/>
                </a:lnTo>
                <a:lnTo>
                  <a:pt x="862641" y="0"/>
                </a:lnTo>
                <a:lnTo>
                  <a:pt x="843601" y="0"/>
                </a:lnTo>
                <a:lnTo>
                  <a:pt x="824570" y="0"/>
                </a:lnTo>
                <a:lnTo>
                  <a:pt x="805539" y="0"/>
                </a:lnTo>
                <a:lnTo>
                  <a:pt x="786498" y="0"/>
                </a:lnTo>
                <a:lnTo>
                  <a:pt x="767467" y="0"/>
                </a:lnTo>
                <a:lnTo>
                  <a:pt x="748436" y="0"/>
                </a:lnTo>
                <a:lnTo>
                  <a:pt x="729396" y="0"/>
                </a:lnTo>
                <a:lnTo>
                  <a:pt x="710365" y="0"/>
                </a:lnTo>
                <a:lnTo>
                  <a:pt x="691334" y="0"/>
                </a:lnTo>
                <a:lnTo>
                  <a:pt x="672294" y="0"/>
                </a:lnTo>
                <a:lnTo>
                  <a:pt x="653263" y="0"/>
                </a:lnTo>
                <a:lnTo>
                  <a:pt x="634232" y="0"/>
                </a:lnTo>
                <a:lnTo>
                  <a:pt x="615191" y="0"/>
                </a:lnTo>
                <a:lnTo>
                  <a:pt x="596160" y="0"/>
                </a:lnTo>
                <a:lnTo>
                  <a:pt x="577129" y="0"/>
                </a:lnTo>
                <a:lnTo>
                  <a:pt x="558098" y="0"/>
                </a:lnTo>
                <a:lnTo>
                  <a:pt x="539058" y="0"/>
                </a:lnTo>
                <a:lnTo>
                  <a:pt x="520027" y="0"/>
                </a:lnTo>
                <a:lnTo>
                  <a:pt x="500996" y="0"/>
                </a:lnTo>
                <a:lnTo>
                  <a:pt x="481955" y="0"/>
                </a:lnTo>
                <a:lnTo>
                  <a:pt x="462925" y="0"/>
                </a:lnTo>
                <a:lnTo>
                  <a:pt x="443894" y="0"/>
                </a:lnTo>
                <a:lnTo>
                  <a:pt x="424853" y="0"/>
                </a:lnTo>
                <a:lnTo>
                  <a:pt x="405822" y="0"/>
                </a:lnTo>
                <a:lnTo>
                  <a:pt x="386791" y="0"/>
                </a:lnTo>
                <a:lnTo>
                  <a:pt x="367751" y="0"/>
                </a:lnTo>
                <a:lnTo>
                  <a:pt x="348720" y="0"/>
                </a:lnTo>
                <a:lnTo>
                  <a:pt x="329689" y="0"/>
                </a:lnTo>
                <a:lnTo>
                  <a:pt x="310658" y="0"/>
                </a:lnTo>
                <a:lnTo>
                  <a:pt x="291617" y="0"/>
                </a:lnTo>
                <a:lnTo>
                  <a:pt x="272586" y="0"/>
                </a:lnTo>
                <a:lnTo>
                  <a:pt x="253556" y="0"/>
                </a:lnTo>
                <a:lnTo>
                  <a:pt x="234515" y="0"/>
                </a:lnTo>
                <a:lnTo>
                  <a:pt x="216237" y="4534"/>
                </a:lnTo>
                <a:lnTo>
                  <a:pt x="198215" y="10658"/>
                </a:lnTo>
                <a:lnTo>
                  <a:pt x="180194" y="16793"/>
                </a:lnTo>
                <a:lnTo>
                  <a:pt x="162173" y="22927"/>
                </a:lnTo>
                <a:lnTo>
                  <a:pt x="144151" y="29061"/>
                </a:lnTo>
                <a:lnTo>
                  <a:pt x="126140" y="35185"/>
                </a:lnTo>
                <a:lnTo>
                  <a:pt x="108118" y="41319"/>
                </a:lnTo>
                <a:lnTo>
                  <a:pt x="90097" y="47454"/>
                </a:lnTo>
                <a:lnTo>
                  <a:pt x="72076" y="53578"/>
                </a:lnTo>
                <a:lnTo>
                  <a:pt x="54054" y="59712"/>
                </a:lnTo>
                <a:lnTo>
                  <a:pt x="36043" y="65846"/>
                </a:lnTo>
                <a:lnTo>
                  <a:pt x="18021" y="71971"/>
                </a:lnTo>
                <a:lnTo>
                  <a:pt x="0" y="7810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BDBE893-D37D-44ED-85F3-360E56F9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755" y="3486150"/>
            <a:ext cx="1315403" cy="78105"/>
          </a:xfrm>
          <a:custGeom xmlns:a="http://schemas.openxmlformats.org/drawingml/2006/main">
            <a:pathLst>
              <a:path w="1315403" h="78105">
                <a:moveTo>
                  <a:pt x="0" y="78105"/>
                </a:moveTo>
                <a:lnTo>
                  <a:pt x="18793" y="78105"/>
                </a:lnTo>
                <a:lnTo>
                  <a:pt x="37576" y="78105"/>
                </a:lnTo>
                <a:lnTo>
                  <a:pt x="56369" y="78105"/>
                </a:lnTo>
                <a:lnTo>
                  <a:pt x="75162" y="78105"/>
                </a:lnTo>
                <a:lnTo>
                  <a:pt x="93945" y="78105"/>
                </a:lnTo>
                <a:lnTo>
                  <a:pt x="112738" y="78105"/>
                </a:lnTo>
                <a:lnTo>
                  <a:pt x="131521" y="78105"/>
                </a:lnTo>
                <a:lnTo>
                  <a:pt x="150314" y="78105"/>
                </a:lnTo>
                <a:lnTo>
                  <a:pt x="169107" y="78105"/>
                </a:lnTo>
                <a:lnTo>
                  <a:pt x="187890" y="78105"/>
                </a:lnTo>
                <a:lnTo>
                  <a:pt x="206683" y="78105"/>
                </a:lnTo>
                <a:lnTo>
                  <a:pt x="225476" y="78105"/>
                </a:lnTo>
                <a:lnTo>
                  <a:pt x="244259" y="78105"/>
                </a:lnTo>
                <a:lnTo>
                  <a:pt x="263052" y="78105"/>
                </a:lnTo>
                <a:lnTo>
                  <a:pt x="281845" y="78105"/>
                </a:lnTo>
                <a:lnTo>
                  <a:pt x="300628" y="78105"/>
                </a:lnTo>
                <a:lnTo>
                  <a:pt x="319421" y="78105"/>
                </a:lnTo>
                <a:lnTo>
                  <a:pt x="338204" y="78105"/>
                </a:lnTo>
                <a:lnTo>
                  <a:pt x="356997" y="78105"/>
                </a:lnTo>
                <a:lnTo>
                  <a:pt x="375790" y="78105"/>
                </a:lnTo>
                <a:lnTo>
                  <a:pt x="394573" y="78105"/>
                </a:lnTo>
                <a:lnTo>
                  <a:pt x="413366" y="78105"/>
                </a:lnTo>
                <a:lnTo>
                  <a:pt x="432159" y="78105"/>
                </a:lnTo>
                <a:lnTo>
                  <a:pt x="450942" y="78105"/>
                </a:lnTo>
                <a:lnTo>
                  <a:pt x="469735" y="78105"/>
                </a:lnTo>
                <a:lnTo>
                  <a:pt x="488528" y="78105"/>
                </a:lnTo>
                <a:lnTo>
                  <a:pt x="507311" y="78105"/>
                </a:lnTo>
                <a:lnTo>
                  <a:pt x="526104" y="78105"/>
                </a:lnTo>
                <a:lnTo>
                  <a:pt x="544887" y="78105"/>
                </a:lnTo>
                <a:lnTo>
                  <a:pt x="563680" y="78105"/>
                </a:lnTo>
                <a:lnTo>
                  <a:pt x="582473" y="78105"/>
                </a:lnTo>
                <a:lnTo>
                  <a:pt x="601256" y="78105"/>
                </a:lnTo>
                <a:lnTo>
                  <a:pt x="620049" y="78105"/>
                </a:lnTo>
                <a:lnTo>
                  <a:pt x="638842" y="78105"/>
                </a:lnTo>
                <a:lnTo>
                  <a:pt x="657625" y="78105"/>
                </a:lnTo>
                <a:lnTo>
                  <a:pt x="676418" y="78105"/>
                </a:lnTo>
                <a:lnTo>
                  <a:pt x="695211" y="78105"/>
                </a:lnTo>
                <a:lnTo>
                  <a:pt x="713994" y="78105"/>
                </a:lnTo>
                <a:lnTo>
                  <a:pt x="732787" y="78105"/>
                </a:lnTo>
                <a:lnTo>
                  <a:pt x="751570" y="78105"/>
                </a:lnTo>
                <a:lnTo>
                  <a:pt x="770363" y="78105"/>
                </a:lnTo>
                <a:lnTo>
                  <a:pt x="789156" y="78105"/>
                </a:lnTo>
                <a:lnTo>
                  <a:pt x="807939" y="78105"/>
                </a:lnTo>
                <a:lnTo>
                  <a:pt x="826732" y="78105"/>
                </a:lnTo>
                <a:lnTo>
                  <a:pt x="845525" y="78105"/>
                </a:lnTo>
                <a:lnTo>
                  <a:pt x="864308" y="78105"/>
                </a:lnTo>
                <a:lnTo>
                  <a:pt x="883101" y="78105"/>
                </a:lnTo>
                <a:lnTo>
                  <a:pt x="901884" y="78105"/>
                </a:lnTo>
                <a:lnTo>
                  <a:pt x="920677" y="78105"/>
                </a:lnTo>
                <a:lnTo>
                  <a:pt x="939470" y="78105"/>
                </a:lnTo>
                <a:lnTo>
                  <a:pt x="958253" y="78105"/>
                </a:lnTo>
                <a:lnTo>
                  <a:pt x="977046" y="78105"/>
                </a:lnTo>
                <a:lnTo>
                  <a:pt x="995839" y="78105"/>
                </a:lnTo>
                <a:lnTo>
                  <a:pt x="1014622" y="78105"/>
                </a:lnTo>
                <a:lnTo>
                  <a:pt x="1033415" y="78105"/>
                </a:lnTo>
                <a:lnTo>
                  <a:pt x="1052208" y="78105"/>
                </a:lnTo>
                <a:lnTo>
                  <a:pt x="1070991" y="78105"/>
                </a:lnTo>
                <a:lnTo>
                  <a:pt x="1089784" y="78105"/>
                </a:lnTo>
                <a:lnTo>
                  <a:pt x="1108567" y="78105"/>
                </a:lnTo>
                <a:lnTo>
                  <a:pt x="1127360" y="78105"/>
                </a:lnTo>
                <a:lnTo>
                  <a:pt x="1146153" y="78105"/>
                </a:lnTo>
                <a:lnTo>
                  <a:pt x="1164527" y="76371"/>
                </a:lnTo>
                <a:lnTo>
                  <a:pt x="1181291" y="67885"/>
                </a:lnTo>
                <a:lnTo>
                  <a:pt x="1198055" y="59398"/>
                </a:lnTo>
                <a:lnTo>
                  <a:pt x="1214819" y="50911"/>
                </a:lnTo>
                <a:lnTo>
                  <a:pt x="1231583" y="42424"/>
                </a:lnTo>
                <a:lnTo>
                  <a:pt x="1248347" y="33938"/>
                </a:lnTo>
                <a:lnTo>
                  <a:pt x="1265111" y="25460"/>
                </a:lnTo>
                <a:lnTo>
                  <a:pt x="1281875" y="16974"/>
                </a:lnTo>
                <a:lnTo>
                  <a:pt x="1298639" y="8487"/>
                </a:lnTo>
                <a:lnTo>
                  <a:pt x="13154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73829BAF-C27C-492A-BACC-CFEFEEB3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486150"/>
            <a:ext cx="1088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B3F3D556-6A78-458C-AE49-04851291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8540" y="3222355"/>
            <a:ext cx="73343" cy="125549"/>
          </a:xfrm>
          <a:custGeom xmlns:a="http://schemas.openxmlformats.org/drawingml/2006/main">
            <a:pathLst>
              <a:path w="73343" h="125549">
                <a:moveTo>
                  <a:pt x="0" y="59007"/>
                </a:moveTo>
                <a:lnTo>
                  <a:pt x="0" y="69266"/>
                </a:lnTo>
                <a:lnTo>
                  <a:pt x="0" y="79524"/>
                </a:lnTo>
                <a:lnTo>
                  <a:pt x="0" y="89783"/>
                </a:lnTo>
                <a:lnTo>
                  <a:pt x="0" y="100041"/>
                </a:lnTo>
                <a:lnTo>
                  <a:pt x="0" y="110300"/>
                </a:lnTo>
                <a:lnTo>
                  <a:pt x="0" y="120558"/>
                </a:lnTo>
                <a:lnTo>
                  <a:pt x="2496" y="125549"/>
                </a:lnTo>
                <a:lnTo>
                  <a:pt x="10430" y="119053"/>
                </a:lnTo>
                <a:lnTo>
                  <a:pt x="18374" y="112557"/>
                </a:lnTo>
                <a:lnTo>
                  <a:pt x="26308" y="106061"/>
                </a:lnTo>
                <a:lnTo>
                  <a:pt x="34252" y="99565"/>
                </a:lnTo>
                <a:lnTo>
                  <a:pt x="42186" y="93069"/>
                </a:lnTo>
                <a:lnTo>
                  <a:pt x="50130" y="86573"/>
                </a:lnTo>
                <a:lnTo>
                  <a:pt x="58064" y="80077"/>
                </a:lnTo>
                <a:lnTo>
                  <a:pt x="66008" y="73581"/>
                </a:lnTo>
                <a:lnTo>
                  <a:pt x="73343" y="66799"/>
                </a:lnTo>
                <a:lnTo>
                  <a:pt x="73343" y="56550"/>
                </a:lnTo>
                <a:lnTo>
                  <a:pt x="73343" y="46292"/>
                </a:lnTo>
                <a:lnTo>
                  <a:pt x="73343" y="36033"/>
                </a:lnTo>
                <a:lnTo>
                  <a:pt x="73343" y="25775"/>
                </a:lnTo>
                <a:lnTo>
                  <a:pt x="73343" y="15516"/>
                </a:lnTo>
                <a:lnTo>
                  <a:pt x="73343" y="5258"/>
                </a:lnTo>
                <a:lnTo>
                  <a:pt x="70999" y="0"/>
                </a:lnTo>
                <a:lnTo>
                  <a:pt x="63113" y="6553"/>
                </a:lnTo>
                <a:lnTo>
                  <a:pt x="55216" y="13116"/>
                </a:lnTo>
                <a:lnTo>
                  <a:pt x="47330" y="19669"/>
                </a:lnTo>
                <a:lnTo>
                  <a:pt x="39443" y="26222"/>
                </a:lnTo>
                <a:lnTo>
                  <a:pt x="31556" y="32785"/>
                </a:lnTo>
                <a:lnTo>
                  <a:pt x="23670" y="39338"/>
                </a:lnTo>
                <a:lnTo>
                  <a:pt x="15773" y="45901"/>
                </a:lnTo>
                <a:lnTo>
                  <a:pt x="7887" y="52454"/>
                </a:lnTo>
                <a:lnTo>
                  <a:pt x="0" y="59007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BFD0F102-78F5-4986-A69A-6B59EDB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8383" y="3220403"/>
            <a:ext cx="1329566" cy="60960"/>
          </a:xfrm>
          <a:custGeom xmlns:a="http://schemas.openxmlformats.org/drawingml/2006/main">
            <a:pathLst>
              <a:path w="1329566" h="60960">
                <a:moveTo>
                  <a:pt x="0" y="60960"/>
                </a:moveTo>
                <a:lnTo>
                  <a:pt x="19021" y="60960"/>
                </a:lnTo>
                <a:lnTo>
                  <a:pt x="38043" y="60960"/>
                </a:lnTo>
                <a:lnTo>
                  <a:pt x="57064" y="60960"/>
                </a:lnTo>
                <a:lnTo>
                  <a:pt x="76076" y="60960"/>
                </a:lnTo>
                <a:lnTo>
                  <a:pt x="95098" y="60960"/>
                </a:lnTo>
                <a:lnTo>
                  <a:pt x="114119" y="60960"/>
                </a:lnTo>
                <a:lnTo>
                  <a:pt x="133140" y="60960"/>
                </a:lnTo>
                <a:lnTo>
                  <a:pt x="152162" y="60960"/>
                </a:lnTo>
                <a:lnTo>
                  <a:pt x="171183" y="60960"/>
                </a:lnTo>
                <a:lnTo>
                  <a:pt x="190195" y="60960"/>
                </a:lnTo>
                <a:lnTo>
                  <a:pt x="209217" y="60960"/>
                </a:lnTo>
                <a:lnTo>
                  <a:pt x="228238" y="60960"/>
                </a:lnTo>
                <a:lnTo>
                  <a:pt x="247259" y="60960"/>
                </a:lnTo>
                <a:lnTo>
                  <a:pt x="266281" y="60960"/>
                </a:lnTo>
                <a:lnTo>
                  <a:pt x="285302" y="60960"/>
                </a:lnTo>
                <a:lnTo>
                  <a:pt x="304324" y="60960"/>
                </a:lnTo>
                <a:lnTo>
                  <a:pt x="323336" y="60960"/>
                </a:lnTo>
                <a:lnTo>
                  <a:pt x="342357" y="60960"/>
                </a:lnTo>
                <a:lnTo>
                  <a:pt x="361379" y="60960"/>
                </a:lnTo>
                <a:lnTo>
                  <a:pt x="380400" y="60960"/>
                </a:lnTo>
                <a:lnTo>
                  <a:pt x="399421" y="60960"/>
                </a:lnTo>
                <a:lnTo>
                  <a:pt x="418443" y="60960"/>
                </a:lnTo>
                <a:lnTo>
                  <a:pt x="437455" y="60960"/>
                </a:lnTo>
                <a:lnTo>
                  <a:pt x="456476" y="60960"/>
                </a:lnTo>
                <a:lnTo>
                  <a:pt x="475498" y="60960"/>
                </a:lnTo>
                <a:lnTo>
                  <a:pt x="494519" y="60960"/>
                </a:lnTo>
                <a:lnTo>
                  <a:pt x="513540" y="60960"/>
                </a:lnTo>
                <a:lnTo>
                  <a:pt x="532562" y="60960"/>
                </a:lnTo>
                <a:lnTo>
                  <a:pt x="551583" y="60960"/>
                </a:lnTo>
                <a:lnTo>
                  <a:pt x="570595" y="60960"/>
                </a:lnTo>
                <a:lnTo>
                  <a:pt x="589617" y="60960"/>
                </a:lnTo>
                <a:lnTo>
                  <a:pt x="608638" y="60960"/>
                </a:lnTo>
                <a:lnTo>
                  <a:pt x="627659" y="60960"/>
                </a:lnTo>
                <a:lnTo>
                  <a:pt x="646681" y="60960"/>
                </a:lnTo>
                <a:lnTo>
                  <a:pt x="665702" y="60960"/>
                </a:lnTo>
                <a:lnTo>
                  <a:pt x="684714" y="60960"/>
                </a:lnTo>
                <a:lnTo>
                  <a:pt x="703736" y="60960"/>
                </a:lnTo>
                <a:lnTo>
                  <a:pt x="722757" y="60960"/>
                </a:lnTo>
                <a:lnTo>
                  <a:pt x="741778" y="60960"/>
                </a:lnTo>
                <a:lnTo>
                  <a:pt x="760800" y="60960"/>
                </a:lnTo>
                <a:lnTo>
                  <a:pt x="779821" y="60960"/>
                </a:lnTo>
                <a:lnTo>
                  <a:pt x="798843" y="60960"/>
                </a:lnTo>
                <a:lnTo>
                  <a:pt x="817855" y="60960"/>
                </a:lnTo>
                <a:lnTo>
                  <a:pt x="836876" y="60960"/>
                </a:lnTo>
                <a:lnTo>
                  <a:pt x="855897" y="60960"/>
                </a:lnTo>
                <a:lnTo>
                  <a:pt x="874919" y="60960"/>
                </a:lnTo>
                <a:lnTo>
                  <a:pt x="893940" y="60960"/>
                </a:lnTo>
                <a:lnTo>
                  <a:pt x="912962" y="60960"/>
                </a:lnTo>
                <a:lnTo>
                  <a:pt x="931974" y="60960"/>
                </a:lnTo>
                <a:lnTo>
                  <a:pt x="950995" y="60960"/>
                </a:lnTo>
                <a:lnTo>
                  <a:pt x="970016" y="60960"/>
                </a:lnTo>
                <a:lnTo>
                  <a:pt x="989038" y="60960"/>
                </a:lnTo>
                <a:lnTo>
                  <a:pt x="1008059" y="60960"/>
                </a:lnTo>
                <a:lnTo>
                  <a:pt x="1027081" y="60960"/>
                </a:lnTo>
                <a:lnTo>
                  <a:pt x="1046102" y="60960"/>
                </a:lnTo>
                <a:lnTo>
                  <a:pt x="1065114" y="60960"/>
                </a:lnTo>
                <a:lnTo>
                  <a:pt x="1084136" y="60960"/>
                </a:lnTo>
                <a:lnTo>
                  <a:pt x="1103157" y="60960"/>
                </a:lnTo>
                <a:lnTo>
                  <a:pt x="1122178" y="60960"/>
                </a:lnTo>
                <a:lnTo>
                  <a:pt x="1141200" y="60960"/>
                </a:lnTo>
                <a:lnTo>
                  <a:pt x="1160221" y="60960"/>
                </a:lnTo>
                <a:lnTo>
                  <a:pt x="1179243" y="60960"/>
                </a:lnTo>
                <a:lnTo>
                  <a:pt x="1198255" y="60960"/>
                </a:lnTo>
                <a:lnTo>
                  <a:pt x="1217276" y="60960"/>
                </a:lnTo>
                <a:lnTo>
                  <a:pt x="1236297" y="60960"/>
                </a:lnTo>
                <a:lnTo>
                  <a:pt x="1255319" y="60960"/>
                </a:lnTo>
                <a:lnTo>
                  <a:pt x="1271064" y="51892"/>
                </a:lnTo>
                <a:lnTo>
                  <a:pt x="1285694" y="39738"/>
                </a:lnTo>
                <a:lnTo>
                  <a:pt x="1300315" y="27584"/>
                </a:lnTo>
                <a:lnTo>
                  <a:pt x="1314945" y="15421"/>
                </a:lnTo>
                <a:lnTo>
                  <a:pt x="1329566" y="3267"/>
                </a:lnTo>
                <a:lnTo>
                  <a:pt x="1319594" y="0"/>
                </a:lnTo>
                <a:lnTo>
                  <a:pt x="1300572" y="0"/>
                </a:lnTo>
                <a:lnTo>
                  <a:pt x="1281551" y="0"/>
                </a:lnTo>
                <a:lnTo>
                  <a:pt x="1262529" y="0"/>
                </a:lnTo>
                <a:lnTo>
                  <a:pt x="1243508" y="0"/>
                </a:lnTo>
                <a:lnTo>
                  <a:pt x="1224486" y="0"/>
                </a:lnTo>
                <a:lnTo>
                  <a:pt x="1205465" y="0"/>
                </a:lnTo>
                <a:lnTo>
                  <a:pt x="1186453" y="0"/>
                </a:lnTo>
                <a:lnTo>
                  <a:pt x="1167432" y="0"/>
                </a:lnTo>
                <a:lnTo>
                  <a:pt x="1148410" y="0"/>
                </a:lnTo>
                <a:lnTo>
                  <a:pt x="1129389" y="0"/>
                </a:lnTo>
                <a:lnTo>
                  <a:pt x="1110367" y="0"/>
                </a:lnTo>
                <a:lnTo>
                  <a:pt x="1091346" y="0"/>
                </a:lnTo>
                <a:lnTo>
                  <a:pt x="1072334" y="0"/>
                </a:lnTo>
                <a:lnTo>
                  <a:pt x="1053313" y="0"/>
                </a:lnTo>
                <a:lnTo>
                  <a:pt x="1034291" y="0"/>
                </a:lnTo>
                <a:lnTo>
                  <a:pt x="1015270" y="0"/>
                </a:lnTo>
                <a:lnTo>
                  <a:pt x="996248" y="0"/>
                </a:lnTo>
                <a:lnTo>
                  <a:pt x="977227" y="0"/>
                </a:lnTo>
                <a:lnTo>
                  <a:pt x="958205" y="0"/>
                </a:lnTo>
                <a:lnTo>
                  <a:pt x="939194" y="0"/>
                </a:lnTo>
                <a:lnTo>
                  <a:pt x="920172" y="0"/>
                </a:lnTo>
                <a:lnTo>
                  <a:pt x="901151" y="0"/>
                </a:lnTo>
                <a:lnTo>
                  <a:pt x="882129" y="0"/>
                </a:lnTo>
                <a:lnTo>
                  <a:pt x="863108" y="0"/>
                </a:lnTo>
                <a:lnTo>
                  <a:pt x="844086" y="0"/>
                </a:lnTo>
                <a:lnTo>
                  <a:pt x="825075" y="0"/>
                </a:lnTo>
                <a:lnTo>
                  <a:pt x="806053" y="0"/>
                </a:lnTo>
                <a:lnTo>
                  <a:pt x="787032" y="0"/>
                </a:lnTo>
                <a:lnTo>
                  <a:pt x="768010" y="0"/>
                </a:lnTo>
                <a:lnTo>
                  <a:pt x="748989" y="0"/>
                </a:lnTo>
                <a:lnTo>
                  <a:pt x="729967" y="0"/>
                </a:lnTo>
                <a:lnTo>
                  <a:pt x="710946" y="0"/>
                </a:lnTo>
                <a:lnTo>
                  <a:pt x="691934" y="0"/>
                </a:lnTo>
                <a:lnTo>
                  <a:pt x="672913" y="0"/>
                </a:lnTo>
                <a:lnTo>
                  <a:pt x="653891" y="0"/>
                </a:lnTo>
                <a:lnTo>
                  <a:pt x="634870" y="0"/>
                </a:lnTo>
                <a:lnTo>
                  <a:pt x="615848" y="0"/>
                </a:lnTo>
                <a:lnTo>
                  <a:pt x="596827" y="0"/>
                </a:lnTo>
                <a:lnTo>
                  <a:pt x="577815" y="0"/>
                </a:lnTo>
                <a:lnTo>
                  <a:pt x="558794" y="0"/>
                </a:lnTo>
                <a:lnTo>
                  <a:pt x="539772" y="0"/>
                </a:lnTo>
                <a:lnTo>
                  <a:pt x="520751" y="0"/>
                </a:lnTo>
                <a:lnTo>
                  <a:pt x="501729" y="0"/>
                </a:lnTo>
                <a:lnTo>
                  <a:pt x="482708" y="0"/>
                </a:lnTo>
                <a:lnTo>
                  <a:pt x="463687" y="0"/>
                </a:lnTo>
                <a:lnTo>
                  <a:pt x="444675" y="0"/>
                </a:lnTo>
                <a:lnTo>
                  <a:pt x="425653" y="0"/>
                </a:lnTo>
                <a:lnTo>
                  <a:pt x="406632" y="0"/>
                </a:lnTo>
                <a:lnTo>
                  <a:pt x="387610" y="0"/>
                </a:lnTo>
                <a:lnTo>
                  <a:pt x="368589" y="0"/>
                </a:lnTo>
                <a:lnTo>
                  <a:pt x="349568" y="0"/>
                </a:lnTo>
                <a:lnTo>
                  <a:pt x="330556" y="0"/>
                </a:lnTo>
                <a:lnTo>
                  <a:pt x="311534" y="0"/>
                </a:lnTo>
                <a:lnTo>
                  <a:pt x="292513" y="0"/>
                </a:lnTo>
                <a:lnTo>
                  <a:pt x="273491" y="0"/>
                </a:lnTo>
                <a:lnTo>
                  <a:pt x="254470" y="0"/>
                </a:lnTo>
                <a:lnTo>
                  <a:pt x="235448" y="0"/>
                </a:lnTo>
                <a:lnTo>
                  <a:pt x="216427" y="0"/>
                </a:lnTo>
                <a:lnTo>
                  <a:pt x="197415" y="0"/>
                </a:lnTo>
                <a:lnTo>
                  <a:pt x="178394" y="0"/>
                </a:lnTo>
                <a:lnTo>
                  <a:pt x="159372" y="0"/>
                </a:lnTo>
                <a:lnTo>
                  <a:pt x="141151" y="4143"/>
                </a:lnTo>
                <a:lnTo>
                  <a:pt x="123511" y="11249"/>
                </a:lnTo>
                <a:lnTo>
                  <a:pt x="105870" y="18345"/>
                </a:lnTo>
                <a:lnTo>
                  <a:pt x="88221" y="25451"/>
                </a:lnTo>
                <a:lnTo>
                  <a:pt x="70580" y="32547"/>
                </a:lnTo>
                <a:lnTo>
                  <a:pt x="52930" y="39653"/>
                </a:lnTo>
                <a:lnTo>
                  <a:pt x="35290" y="46758"/>
                </a:lnTo>
                <a:lnTo>
                  <a:pt x="17640" y="53854"/>
                </a:lnTo>
                <a:lnTo>
                  <a:pt x="0" y="60960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0975BEA5-695D-4658-B748-149115EC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7913" y="3220403"/>
            <a:ext cx="1237298" cy="60960"/>
          </a:xfrm>
          <a:custGeom xmlns:a="http://schemas.openxmlformats.org/drawingml/2006/main">
            <a:pathLst>
              <a:path w="1237298" h="60960">
                <a:moveTo>
                  <a:pt x="0" y="60960"/>
                </a:moveTo>
                <a:lnTo>
                  <a:pt x="18783" y="60960"/>
                </a:lnTo>
                <a:lnTo>
                  <a:pt x="37576" y="60960"/>
                </a:lnTo>
                <a:lnTo>
                  <a:pt x="56359" y="60960"/>
                </a:lnTo>
                <a:lnTo>
                  <a:pt x="75143" y="60960"/>
                </a:lnTo>
                <a:lnTo>
                  <a:pt x="93936" y="60960"/>
                </a:lnTo>
                <a:lnTo>
                  <a:pt x="112719" y="60960"/>
                </a:lnTo>
                <a:lnTo>
                  <a:pt x="131502" y="60960"/>
                </a:lnTo>
                <a:lnTo>
                  <a:pt x="150295" y="60960"/>
                </a:lnTo>
                <a:lnTo>
                  <a:pt x="169078" y="60960"/>
                </a:lnTo>
                <a:lnTo>
                  <a:pt x="187862" y="60960"/>
                </a:lnTo>
                <a:lnTo>
                  <a:pt x="206645" y="60960"/>
                </a:lnTo>
                <a:lnTo>
                  <a:pt x="225438" y="60960"/>
                </a:lnTo>
                <a:lnTo>
                  <a:pt x="244221" y="60960"/>
                </a:lnTo>
                <a:lnTo>
                  <a:pt x="263004" y="60960"/>
                </a:lnTo>
                <a:lnTo>
                  <a:pt x="281797" y="60960"/>
                </a:lnTo>
                <a:lnTo>
                  <a:pt x="300580" y="60960"/>
                </a:lnTo>
                <a:lnTo>
                  <a:pt x="319364" y="60960"/>
                </a:lnTo>
                <a:lnTo>
                  <a:pt x="338157" y="60960"/>
                </a:lnTo>
                <a:lnTo>
                  <a:pt x="356940" y="60960"/>
                </a:lnTo>
                <a:lnTo>
                  <a:pt x="375723" y="60960"/>
                </a:lnTo>
                <a:lnTo>
                  <a:pt x="394516" y="60960"/>
                </a:lnTo>
                <a:lnTo>
                  <a:pt x="413299" y="60960"/>
                </a:lnTo>
                <a:lnTo>
                  <a:pt x="432083" y="60960"/>
                </a:lnTo>
                <a:lnTo>
                  <a:pt x="450875" y="60960"/>
                </a:lnTo>
                <a:lnTo>
                  <a:pt x="469659" y="60960"/>
                </a:lnTo>
                <a:lnTo>
                  <a:pt x="488442" y="60960"/>
                </a:lnTo>
                <a:lnTo>
                  <a:pt x="507225" y="60960"/>
                </a:lnTo>
                <a:lnTo>
                  <a:pt x="526018" y="60960"/>
                </a:lnTo>
                <a:lnTo>
                  <a:pt x="544801" y="60960"/>
                </a:lnTo>
                <a:lnTo>
                  <a:pt x="563585" y="60960"/>
                </a:lnTo>
                <a:lnTo>
                  <a:pt x="582378" y="60960"/>
                </a:lnTo>
                <a:lnTo>
                  <a:pt x="601161" y="60960"/>
                </a:lnTo>
                <a:lnTo>
                  <a:pt x="619944" y="60960"/>
                </a:lnTo>
                <a:lnTo>
                  <a:pt x="638737" y="60960"/>
                </a:lnTo>
                <a:lnTo>
                  <a:pt x="657520" y="60960"/>
                </a:lnTo>
                <a:lnTo>
                  <a:pt x="676304" y="60960"/>
                </a:lnTo>
                <a:lnTo>
                  <a:pt x="695096" y="60960"/>
                </a:lnTo>
                <a:lnTo>
                  <a:pt x="713880" y="60960"/>
                </a:lnTo>
                <a:lnTo>
                  <a:pt x="732663" y="60960"/>
                </a:lnTo>
                <a:lnTo>
                  <a:pt x="751456" y="60960"/>
                </a:lnTo>
                <a:lnTo>
                  <a:pt x="770239" y="60960"/>
                </a:lnTo>
                <a:lnTo>
                  <a:pt x="789022" y="60960"/>
                </a:lnTo>
                <a:lnTo>
                  <a:pt x="807806" y="60960"/>
                </a:lnTo>
                <a:lnTo>
                  <a:pt x="826599" y="60960"/>
                </a:lnTo>
                <a:lnTo>
                  <a:pt x="845382" y="60960"/>
                </a:lnTo>
                <a:lnTo>
                  <a:pt x="864165" y="60960"/>
                </a:lnTo>
                <a:lnTo>
                  <a:pt x="882958" y="60960"/>
                </a:lnTo>
                <a:lnTo>
                  <a:pt x="901741" y="60960"/>
                </a:lnTo>
                <a:lnTo>
                  <a:pt x="920525" y="60960"/>
                </a:lnTo>
                <a:lnTo>
                  <a:pt x="939317" y="60960"/>
                </a:lnTo>
                <a:lnTo>
                  <a:pt x="958101" y="60960"/>
                </a:lnTo>
                <a:lnTo>
                  <a:pt x="976884" y="60960"/>
                </a:lnTo>
                <a:lnTo>
                  <a:pt x="995677" y="60960"/>
                </a:lnTo>
                <a:lnTo>
                  <a:pt x="1014460" y="60960"/>
                </a:lnTo>
                <a:lnTo>
                  <a:pt x="1033243" y="60960"/>
                </a:lnTo>
                <a:lnTo>
                  <a:pt x="1052036" y="60960"/>
                </a:lnTo>
                <a:lnTo>
                  <a:pt x="1070820" y="60960"/>
                </a:lnTo>
                <a:lnTo>
                  <a:pt x="1089603" y="60960"/>
                </a:lnTo>
                <a:lnTo>
                  <a:pt x="1108386" y="60960"/>
                </a:lnTo>
                <a:lnTo>
                  <a:pt x="1127179" y="60960"/>
                </a:lnTo>
                <a:lnTo>
                  <a:pt x="1145962" y="60960"/>
                </a:lnTo>
                <a:lnTo>
                  <a:pt x="1163945" y="58674"/>
                </a:lnTo>
                <a:lnTo>
                  <a:pt x="1178624" y="46939"/>
                </a:lnTo>
                <a:lnTo>
                  <a:pt x="1193292" y="35204"/>
                </a:lnTo>
                <a:lnTo>
                  <a:pt x="1207961" y="23470"/>
                </a:lnTo>
                <a:lnTo>
                  <a:pt x="1222629" y="11735"/>
                </a:lnTo>
                <a:lnTo>
                  <a:pt x="1237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02B5174F-B79A-41E9-81D1-72E7EB8D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503" y="3220403"/>
            <a:ext cx="1088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cap-1-text-heading">
            <a:extLst xmlns:a="http://schemas.openxmlformats.org/drawingml/2006/main">
              <a:ext uri="{FF2B5EF4-FFF2-40B4-BE49-F238E27FC236}">
                <a16:creationId xmlns:a16="http://schemas.microsoft.com/office/drawing/2014/main" id="{397B842F-1FB8-4FD9-B55E-0CA3F8B2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211" y="3132830"/>
            <a:ext cx="909638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cap-1-text-body">
            <a:extLst xmlns:a="http://schemas.openxmlformats.org/drawingml/2006/main">
              <a:ext uri="{FF2B5EF4-FFF2-40B4-BE49-F238E27FC236}">
                <a16:creationId xmlns:a16="http://schemas.microsoft.com/office/drawing/2014/main" id="{48AC33FC-25BF-496E-950E-632BF76D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211" y="3392243"/>
            <a:ext cx="909638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0AE2681-C7A9-45E0-B9E7-4BFF7C4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2191" y="363944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cap-2-text-heading">
            <a:extLst xmlns:a="http://schemas.openxmlformats.org/drawingml/2006/main">
              <a:ext uri="{FF2B5EF4-FFF2-40B4-BE49-F238E27FC236}">
                <a16:creationId xmlns:a16="http://schemas.microsoft.com/office/drawing/2014/main" id="{2CA51128-323E-4F84-8C9B-84AB7C7C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344" y="2687984"/>
            <a:ext cx="909638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cap-2-text-body">
            <a:extLst xmlns:a="http://schemas.openxmlformats.org/drawingml/2006/main">
              <a:ext uri="{FF2B5EF4-FFF2-40B4-BE49-F238E27FC236}">
                <a16:creationId xmlns:a16="http://schemas.microsoft.com/office/drawing/2014/main" id="{12824DD6-1CFB-4944-A188-DB33808B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344" y="2947397"/>
            <a:ext cx="909638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输出相互关联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6E1345C6-377A-4A09-B2DB-4AB3F44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3181" y="336515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cap-3-text-heading">
            <a:extLst xmlns:a="http://schemas.openxmlformats.org/drawingml/2006/main">
              <a:ext uri="{FF2B5EF4-FFF2-40B4-BE49-F238E27FC236}">
                <a16:creationId xmlns:a16="http://schemas.microsoft.com/office/drawing/2014/main" id="{50118B77-C182-4738-B46E-569362C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9335" y="2413549"/>
            <a:ext cx="909638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cap-3-text-body">
            <a:extLst xmlns:a="http://schemas.openxmlformats.org/drawingml/2006/main">
              <a:ext uri="{FF2B5EF4-FFF2-40B4-BE49-F238E27FC236}">
                <a16:creationId xmlns:a16="http://schemas.microsoft.com/office/drawing/2014/main" id="{2788F285-8057-44C7-A6E6-D6966066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9335" y="2672953"/>
            <a:ext cx="909638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核，边界明确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195DAF0-4C3E-45DC-BA90-1FDAAC8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4315" y="309071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81A74C49-05DA-4F10-B560-B6B7B89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563" y="2772004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0B05EAD9-2182-451E-93CB-280E6579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1900838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41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47B13FB8-AD71-4633-8EA7-6F314665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1900838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49311861-6518-4938-90AA-AD1AE93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036" y="2799264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43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C4B421F2-BD52-4468-B819-32196E5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404" y="2772004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80C222E3-F0AA-4969-8809-C36EDAE8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1900838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45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9AA37337-40F1-41CF-8459-03DC4037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1900838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78037CA-1893-46C9-BCCC-AB99FB5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876" y="2799264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47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2FCB571F-7651-42D0-8D89-73C8E21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563" y="4071128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E89C5552-D50B-4524-B883-D5CDD0B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199952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49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3B1BE72A-AEEF-4952-9497-AF3475F6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199952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873067DF-66C7-407D-A1F8-52BCECB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036" y="4098388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51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61F3F6B9-8113-474B-98A3-C1EB2E90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404" y="4071128"/>
            <a:ext cx="1880873" cy="315144"/>
          </a:xfrm>
          <a:custGeom xmlns:a="http://schemas.openxmlformats.org/drawingml/2006/main">
            <a:pathLst>
              <a:path w="1880873" h="315144">
                <a:moveTo>
                  <a:pt x="1880292" y="0"/>
                </a:moveTo>
                <a:lnTo>
                  <a:pt x="1880873" y="11601"/>
                </a:lnTo>
                <a:lnTo>
                  <a:pt x="1880616" y="23212"/>
                </a:lnTo>
                <a:lnTo>
                  <a:pt x="1879702" y="34814"/>
                </a:lnTo>
                <a:lnTo>
                  <a:pt x="1878187" y="46387"/>
                </a:lnTo>
                <a:lnTo>
                  <a:pt x="1876092" y="57922"/>
                </a:lnTo>
                <a:lnTo>
                  <a:pt x="1873415" y="69409"/>
                </a:lnTo>
                <a:lnTo>
                  <a:pt x="1870148" y="80839"/>
                </a:lnTo>
                <a:lnTo>
                  <a:pt x="1866309" y="92202"/>
                </a:lnTo>
                <a:lnTo>
                  <a:pt x="1861861" y="103470"/>
                </a:lnTo>
                <a:lnTo>
                  <a:pt x="1856813" y="114633"/>
                </a:lnTo>
                <a:lnTo>
                  <a:pt x="1851136" y="125682"/>
                </a:lnTo>
                <a:lnTo>
                  <a:pt x="1844821" y="136589"/>
                </a:lnTo>
                <a:lnTo>
                  <a:pt x="1837868" y="147342"/>
                </a:lnTo>
                <a:lnTo>
                  <a:pt x="1830248" y="157915"/>
                </a:lnTo>
                <a:lnTo>
                  <a:pt x="1821952" y="168288"/>
                </a:lnTo>
                <a:lnTo>
                  <a:pt x="1812979" y="178422"/>
                </a:lnTo>
                <a:lnTo>
                  <a:pt x="1803330" y="188319"/>
                </a:lnTo>
                <a:lnTo>
                  <a:pt x="1792996" y="197930"/>
                </a:lnTo>
                <a:lnTo>
                  <a:pt x="1781985" y="207235"/>
                </a:lnTo>
                <a:lnTo>
                  <a:pt x="1770307" y="216218"/>
                </a:lnTo>
                <a:lnTo>
                  <a:pt x="1757982" y="224847"/>
                </a:lnTo>
                <a:lnTo>
                  <a:pt x="1745018" y="233105"/>
                </a:lnTo>
                <a:lnTo>
                  <a:pt x="1731464" y="240963"/>
                </a:lnTo>
                <a:lnTo>
                  <a:pt x="1717338" y="248412"/>
                </a:lnTo>
                <a:lnTo>
                  <a:pt x="1702670" y="255441"/>
                </a:lnTo>
                <a:lnTo>
                  <a:pt x="1687506" y="262042"/>
                </a:lnTo>
                <a:lnTo>
                  <a:pt x="1671885" y="268195"/>
                </a:lnTo>
                <a:lnTo>
                  <a:pt x="1655855" y="273910"/>
                </a:lnTo>
                <a:lnTo>
                  <a:pt x="1639443" y="279187"/>
                </a:lnTo>
                <a:lnTo>
                  <a:pt x="1622698" y="284026"/>
                </a:lnTo>
                <a:lnTo>
                  <a:pt x="1605658" y="288446"/>
                </a:lnTo>
                <a:lnTo>
                  <a:pt x="1588360" y="292446"/>
                </a:lnTo>
                <a:lnTo>
                  <a:pt x="1570844" y="296037"/>
                </a:lnTo>
                <a:lnTo>
                  <a:pt x="1553137" y="299247"/>
                </a:lnTo>
                <a:lnTo>
                  <a:pt x="1535268" y="302066"/>
                </a:lnTo>
                <a:lnTo>
                  <a:pt x="1517266" y="304533"/>
                </a:lnTo>
                <a:lnTo>
                  <a:pt x="1499149" y="306648"/>
                </a:lnTo>
                <a:lnTo>
                  <a:pt x="1480947" y="308429"/>
                </a:lnTo>
                <a:lnTo>
                  <a:pt x="1462669" y="309896"/>
                </a:lnTo>
                <a:lnTo>
                  <a:pt x="1444342" y="311058"/>
                </a:lnTo>
                <a:lnTo>
                  <a:pt x="1425969" y="311925"/>
                </a:lnTo>
                <a:lnTo>
                  <a:pt x="1407557" y="312334"/>
                </a:lnTo>
                <a:lnTo>
                  <a:pt x="1389136" y="312611"/>
                </a:lnTo>
                <a:lnTo>
                  <a:pt x="1370714" y="312820"/>
                </a:lnTo>
                <a:lnTo>
                  <a:pt x="1352293" y="313011"/>
                </a:lnTo>
                <a:lnTo>
                  <a:pt x="1333871" y="313172"/>
                </a:lnTo>
                <a:lnTo>
                  <a:pt x="1315450" y="313315"/>
                </a:lnTo>
                <a:lnTo>
                  <a:pt x="1297029" y="313449"/>
                </a:lnTo>
                <a:lnTo>
                  <a:pt x="1278607" y="313573"/>
                </a:lnTo>
                <a:lnTo>
                  <a:pt x="1260177" y="313677"/>
                </a:lnTo>
                <a:lnTo>
                  <a:pt x="1241755" y="313792"/>
                </a:lnTo>
                <a:lnTo>
                  <a:pt x="1223334" y="313887"/>
                </a:lnTo>
                <a:lnTo>
                  <a:pt x="1204913" y="313982"/>
                </a:lnTo>
                <a:lnTo>
                  <a:pt x="1186491" y="314068"/>
                </a:lnTo>
                <a:lnTo>
                  <a:pt x="1168070" y="314144"/>
                </a:lnTo>
                <a:lnTo>
                  <a:pt x="1149639" y="314230"/>
                </a:lnTo>
                <a:lnTo>
                  <a:pt x="1131218" y="314296"/>
                </a:lnTo>
                <a:lnTo>
                  <a:pt x="1112796" y="314373"/>
                </a:lnTo>
                <a:lnTo>
                  <a:pt x="1094375" y="314439"/>
                </a:lnTo>
                <a:lnTo>
                  <a:pt x="1075944" y="314496"/>
                </a:lnTo>
                <a:lnTo>
                  <a:pt x="1057523" y="314554"/>
                </a:lnTo>
                <a:lnTo>
                  <a:pt x="1039101" y="314611"/>
                </a:lnTo>
                <a:lnTo>
                  <a:pt x="1020680" y="314668"/>
                </a:lnTo>
                <a:lnTo>
                  <a:pt x="1002249" y="314716"/>
                </a:lnTo>
                <a:lnTo>
                  <a:pt x="983828" y="314763"/>
                </a:lnTo>
                <a:lnTo>
                  <a:pt x="965406" y="314801"/>
                </a:lnTo>
                <a:lnTo>
                  <a:pt x="946985" y="314839"/>
                </a:lnTo>
                <a:lnTo>
                  <a:pt x="928554" y="314887"/>
                </a:lnTo>
                <a:lnTo>
                  <a:pt x="910133" y="314925"/>
                </a:lnTo>
                <a:lnTo>
                  <a:pt x="891711" y="314954"/>
                </a:lnTo>
                <a:lnTo>
                  <a:pt x="873290" y="314982"/>
                </a:lnTo>
                <a:lnTo>
                  <a:pt x="854859" y="315011"/>
                </a:lnTo>
                <a:lnTo>
                  <a:pt x="836438" y="315030"/>
                </a:lnTo>
                <a:lnTo>
                  <a:pt x="818017" y="315058"/>
                </a:lnTo>
                <a:lnTo>
                  <a:pt x="799595" y="315077"/>
                </a:lnTo>
                <a:lnTo>
                  <a:pt x="781164" y="315097"/>
                </a:lnTo>
                <a:lnTo>
                  <a:pt x="762743" y="315106"/>
                </a:lnTo>
                <a:lnTo>
                  <a:pt x="744322" y="315116"/>
                </a:lnTo>
                <a:lnTo>
                  <a:pt x="725900" y="315135"/>
                </a:lnTo>
                <a:lnTo>
                  <a:pt x="707469" y="315135"/>
                </a:lnTo>
                <a:lnTo>
                  <a:pt x="689048" y="315144"/>
                </a:lnTo>
                <a:lnTo>
                  <a:pt x="670627" y="315144"/>
                </a:lnTo>
                <a:lnTo>
                  <a:pt x="652205" y="315144"/>
                </a:lnTo>
                <a:lnTo>
                  <a:pt x="633774" y="315135"/>
                </a:lnTo>
                <a:lnTo>
                  <a:pt x="615353" y="315125"/>
                </a:lnTo>
                <a:lnTo>
                  <a:pt x="596932" y="315125"/>
                </a:lnTo>
                <a:lnTo>
                  <a:pt x="578510" y="315106"/>
                </a:lnTo>
                <a:lnTo>
                  <a:pt x="560080" y="315087"/>
                </a:lnTo>
                <a:lnTo>
                  <a:pt x="541658" y="315077"/>
                </a:lnTo>
                <a:lnTo>
                  <a:pt x="523237" y="315049"/>
                </a:lnTo>
                <a:lnTo>
                  <a:pt x="504806" y="315020"/>
                </a:lnTo>
                <a:lnTo>
                  <a:pt x="486385" y="314992"/>
                </a:lnTo>
                <a:lnTo>
                  <a:pt x="467963" y="314963"/>
                </a:lnTo>
                <a:lnTo>
                  <a:pt x="449542" y="314925"/>
                </a:lnTo>
                <a:lnTo>
                  <a:pt x="431111" y="314877"/>
                </a:lnTo>
                <a:lnTo>
                  <a:pt x="412690" y="314839"/>
                </a:lnTo>
                <a:lnTo>
                  <a:pt x="394268" y="314782"/>
                </a:lnTo>
                <a:lnTo>
                  <a:pt x="375847" y="314735"/>
                </a:lnTo>
                <a:lnTo>
                  <a:pt x="357426" y="314677"/>
                </a:lnTo>
                <a:lnTo>
                  <a:pt x="338995" y="314611"/>
                </a:lnTo>
                <a:lnTo>
                  <a:pt x="320573" y="314535"/>
                </a:lnTo>
                <a:lnTo>
                  <a:pt x="302152" y="314458"/>
                </a:lnTo>
                <a:lnTo>
                  <a:pt x="283731" y="314382"/>
                </a:lnTo>
                <a:lnTo>
                  <a:pt x="265300" y="314287"/>
                </a:lnTo>
                <a:lnTo>
                  <a:pt x="246878" y="314192"/>
                </a:lnTo>
                <a:lnTo>
                  <a:pt x="228457" y="314077"/>
                </a:lnTo>
                <a:lnTo>
                  <a:pt x="210036" y="313963"/>
                </a:lnTo>
                <a:lnTo>
                  <a:pt x="191614" y="313830"/>
                </a:lnTo>
                <a:lnTo>
                  <a:pt x="173193" y="313696"/>
                </a:lnTo>
                <a:lnTo>
                  <a:pt x="154772" y="313534"/>
                </a:lnTo>
                <a:lnTo>
                  <a:pt x="136350" y="313363"/>
                </a:lnTo>
                <a:lnTo>
                  <a:pt x="117929" y="313172"/>
                </a:lnTo>
                <a:lnTo>
                  <a:pt x="99508" y="312953"/>
                </a:lnTo>
                <a:lnTo>
                  <a:pt x="81086" y="312696"/>
                </a:lnTo>
                <a:lnTo>
                  <a:pt x="62665" y="312401"/>
                </a:lnTo>
                <a:lnTo>
                  <a:pt x="44253" y="312039"/>
                </a:lnTo>
                <a:lnTo>
                  <a:pt x="25841" y="311563"/>
                </a:lnTo>
                <a:lnTo>
                  <a:pt x="7458" y="310810"/>
                </a:lnTo>
                <a:lnTo>
                  <a:pt x="3419" y="301371"/>
                </a:lnTo>
                <a:lnTo>
                  <a:pt x="3172" y="289760"/>
                </a:lnTo>
                <a:lnTo>
                  <a:pt x="2924" y="278149"/>
                </a:lnTo>
                <a:lnTo>
                  <a:pt x="2686" y="266538"/>
                </a:lnTo>
                <a:lnTo>
                  <a:pt x="2438" y="254927"/>
                </a:lnTo>
                <a:lnTo>
                  <a:pt x="2200" y="243316"/>
                </a:lnTo>
                <a:lnTo>
                  <a:pt x="1953" y="231696"/>
                </a:lnTo>
                <a:lnTo>
                  <a:pt x="1705" y="220085"/>
                </a:lnTo>
                <a:lnTo>
                  <a:pt x="1467" y="208474"/>
                </a:lnTo>
                <a:lnTo>
                  <a:pt x="1219" y="196863"/>
                </a:lnTo>
                <a:lnTo>
                  <a:pt x="972" y="185252"/>
                </a:lnTo>
                <a:lnTo>
                  <a:pt x="733" y="173641"/>
                </a:lnTo>
                <a:lnTo>
                  <a:pt x="486" y="162030"/>
                </a:lnTo>
                <a:lnTo>
                  <a:pt x="248" y="150419"/>
                </a:lnTo>
                <a:lnTo>
                  <a:pt x="0" y="138808"/>
                </a:lnTo>
                <a:lnTo>
                  <a:pt x="6763" y="131207"/>
                </a:lnTo>
                <a:lnTo>
                  <a:pt x="25136" y="130369"/>
                </a:lnTo>
                <a:lnTo>
                  <a:pt x="43520" y="129654"/>
                </a:lnTo>
                <a:lnTo>
                  <a:pt x="61922" y="129064"/>
                </a:lnTo>
                <a:lnTo>
                  <a:pt x="80334" y="128578"/>
                </a:lnTo>
                <a:lnTo>
                  <a:pt x="98746" y="128187"/>
                </a:lnTo>
                <a:lnTo>
                  <a:pt x="117158" y="127892"/>
                </a:lnTo>
                <a:lnTo>
                  <a:pt x="135579" y="127673"/>
                </a:lnTo>
                <a:lnTo>
                  <a:pt x="154000" y="127521"/>
                </a:lnTo>
                <a:lnTo>
                  <a:pt x="172431" y="127435"/>
                </a:lnTo>
                <a:lnTo>
                  <a:pt x="190852" y="127416"/>
                </a:lnTo>
                <a:lnTo>
                  <a:pt x="209274" y="127445"/>
                </a:lnTo>
                <a:lnTo>
                  <a:pt x="227695" y="127530"/>
                </a:lnTo>
                <a:lnTo>
                  <a:pt x="246126" y="127654"/>
                </a:lnTo>
                <a:lnTo>
                  <a:pt x="264547" y="127835"/>
                </a:lnTo>
                <a:lnTo>
                  <a:pt x="282969" y="128045"/>
                </a:lnTo>
                <a:lnTo>
                  <a:pt x="301381" y="128302"/>
                </a:lnTo>
                <a:lnTo>
                  <a:pt x="319802" y="128588"/>
                </a:lnTo>
                <a:lnTo>
                  <a:pt x="338223" y="128902"/>
                </a:lnTo>
                <a:lnTo>
                  <a:pt x="356635" y="129254"/>
                </a:lnTo>
                <a:lnTo>
                  <a:pt x="375047" y="129626"/>
                </a:lnTo>
                <a:lnTo>
                  <a:pt x="393459" y="130026"/>
                </a:lnTo>
                <a:lnTo>
                  <a:pt x="411871" y="130454"/>
                </a:lnTo>
                <a:lnTo>
                  <a:pt x="430282" y="130902"/>
                </a:lnTo>
                <a:lnTo>
                  <a:pt x="448694" y="131369"/>
                </a:lnTo>
                <a:lnTo>
                  <a:pt x="467096" y="131855"/>
                </a:lnTo>
                <a:lnTo>
                  <a:pt x="485508" y="132350"/>
                </a:lnTo>
                <a:lnTo>
                  <a:pt x="503911" y="132874"/>
                </a:lnTo>
                <a:lnTo>
                  <a:pt x="522313" y="133398"/>
                </a:lnTo>
                <a:lnTo>
                  <a:pt x="540725" y="133941"/>
                </a:lnTo>
                <a:lnTo>
                  <a:pt x="559127" y="134503"/>
                </a:lnTo>
                <a:lnTo>
                  <a:pt x="577529" y="135065"/>
                </a:lnTo>
                <a:lnTo>
                  <a:pt x="595922" y="135636"/>
                </a:lnTo>
                <a:lnTo>
                  <a:pt x="614324" y="136217"/>
                </a:lnTo>
                <a:lnTo>
                  <a:pt x="632727" y="136808"/>
                </a:lnTo>
                <a:lnTo>
                  <a:pt x="651129" y="137398"/>
                </a:lnTo>
                <a:lnTo>
                  <a:pt x="669531" y="137998"/>
                </a:lnTo>
                <a:lnTo>
                  <a:pt x="687924" y="138598"/>
                </a:lnTo>
                <a:lnTo>
                  <a:pt x="706326" y="139198"/>
                </a:lnTo>
                <a:lnTo>
                  <a:pt x="724719" y="139798"/>
                </a:lnTo>
                <a:lnTo>
                  <a:pt x="743121" y="140399"/>
                </a:lnTo>
                <a:lnTo>
                  <a:pt x="761524" y="140999"/>
                </a:lnTo>
                <a:lnTo>
                  <a:pt x="779926" y="141599"/>
                </a:lnTo>
                <a:lnTo>
                  <a:pt x="798319" y="142199"/>
                </a:lnTo>
                <a:lnTo>
                  <a:pt x="816721" y="142789"/>
                </a:lnTo>
                <a:lnTo>
                  <a:pt x="835123" y="143380"/>
                </a:lnTo>
                <a:lnTo>
                  <a:pt x="853526" y="143951"/>
                </a:lnTo>
                <a:lnTo>
                  <a:pt x="871928" y="144523"/>
                </a:lnTo>
                <a:lnTo>
                  <a:pt x="890330" y="145085"/>
                </a:lnTo>
                <a:lnTo>
                  <a:pt x="908733" y="145637"/>
                </a:lnTo>
                <a:lnTo>
                  <a:pt x="927135" y="146180"/>
                </a:lnTo>
                <a:lnTo>
                  <a:pt x="945537" y="146704"/>
                </a:lnTo>
                <a:lnTo>
                  <a:pt x="963940" y="147209"/>
                </a:lnTo>
                <a:lnTo>
                  <a:pt x="982351" y="147704"/>
                </a:lnTo>
                <a:lnTo>
                  <a:pt x="1000763" y="148180"/>
                </a:lnTo>
                <a:lnTo>
                  <a:pt x="1019165" y="148638"/>
                </a:lnTo>
                <a:lnTo>
                  <a:pt x="1037577" y="149076"/>
                </a:lnTo>
                <a:lnTo>
                  <a:pt x="1055989" y="149485"/>
                </a:lnTo>
                <a:lnTo>
                  <a:pt x="1074410" y="149876"/>
                </a:lnTo>
                <a:lnTo>
                  <a:pt x="1092822" y="150238"/>
                </a:lnTo>
                <a:lnTo>
                  <a:pt x="1111234" y="150562"/>
                </a:lnTo>
                <a:lnTo>
                  <a:pt x="1129655" y="150866"/>
                </a:lnTo>
                <a:lnTo>
                  <a:pt x="1148077" y="151133"/>
                </a:lnTo>
                <a:lnTo>
                  <a:pt x="1166498" y="151362"/>
                </a:lnTo>
                <a:lnTo>
                  <a:pt x="1184920" y="151543"/>
                </a:lnTo>
                <a:lnTo>
                  <a:pt x="1203341" y="151695"/>
                </a:lnTo>
                <a:lnTo>
                  <a:pt x="1221762" y="151790"/>
                </a:lnTo>
                <a:lnTo>
                  <a:pt x="1240184" y="151829"/>
                </a:lnTo>
                <a:lnTo>
                  <a:pt x="1258605" y="151819"/>
                </a:lnTo>
                <a:lnTo>
                  <a:pt x="1277036" y="151743"/>
                </a:lnTo>
                <a:lnTo>
                  <a:pt x="1295457" y="151609"/>
                </a:lnTo>
                <a:lnTo>
                  <a:pt x="1313879" y="151390"/>
                </a:lnTo>
                <a:lnTo>
                  <a:pt x="1332290" y="151095"/>
                </a:lnTo>
                <a:lnTo>
                  <a:pt x="1350712" y="150714"/>
                </a:lnTo>
                <a:lnTo>
                  <a:pt x="1369114" y="150228"/>
                </a:lnTo>
                <a:lnTo>
                  <a:pt x="1387516" y="149628"/>
                </a:lnTo>
                <a:lnTo>
                  <a:pt x="1405900" y="148904"/>
                </a:lnTo>
                <a:lnTo>
                  <a:pt x="1424273" y="148047"/>
                </a:lnTo>
                <a:lnTo>
                  <a:pt x="1442628" y="147018"/>
                </a:lnTo>
                <a:lnTo>
                  <a:pt x="1460954" y="145809"/>
                </a:lnTo>
                <a:lnTo>
                  <a:pt x="1479233" y="144380"/>
                </a:lnTo>
                <a:lnTo>
                  <a:pt x="1497463" y="142694"/>
                </a:lnTo>
                <a:lnTo>
                  <a:pt x="1515608" y="140694"/>
                </a:lnTo>
                <a:lnTo>
                  <a:pt x="1533639" y="138322"/>
                </a:lnTo>
                <a:lnTo>
                  <a:pt x="1551499" y="135474"/>
                </a:lnTo>
                <a:lnTo>
                  <a:pt x="1569082" y="132007"/>
                </a:lnTo>
                <a:lnTo>
                  <a:pt x="1586198" y="127711"/>
                </a:lnTo>
                <a:lnTo>
                  <a:pt x="1602448" y="122263"/>
                </a:lnTo>
                <a:lnTo>
                  <a:pt x="1616964" y="115157"/>
                </a:lnTo>
                <a:lnTo>
                  <a:pt x="1627823" y="105842"/>
                </a:lnTo>
                <a:lnTo>
                  <a:pt x="1632194" y="94650"/>
                </a:lnTo>
                <a:lnTo>
                  <a:pt x="1644539" y="88830"/>
                </a:lnTo>
                <a:lnTo>
                  <a:pt x="1661884" y="84906"/>
                </a:lnTo>
                <a:lnTo>
                  <a:pt x="1678981" y="80591"/>
                </a:lnTo>
                <a:lnTo>
                  <a:pt x="1695869" y="75943"/>
                </a:lnTo>
                <a:lnTo>
                  <a:pt x="1712528" y="70990"/>
                </a:lnTo>
                <a:lnTo>
                  <a:pt x="1728978" y="65751"/>
                </a:lnTo>
                <a:lnTo>
                  <a:pt x="1745199" y="60255"/>
                </a:lnTo>
                <a:lnTo>
                  <a:pt x="1761201" y="54493"/>
                </a:lnTo>
                <a:lnTo>
                  <a:pt x="1776965" y="48492"/>
                </a:lnTo>
                <a:lnTo>
                  <a:pt x="1792491" y="42243"/>
                </a:lnTo>
                <a:lnTo>
                  <a:pt x="1807778" y="35757"/>
                </a:lnTo>
                <a:lnTo>
                  <a:pt x="1822809" y="29042"/>
                </a:lnTo>
                <a:lnTo>
                  <a:pt x="1837592" y="22108"/>
                </a:lnTo>
                <a:lnTo>
                  <a:pt x="1852098" y="14954"/>
                </a:lnTo>
                <a:lnTo>
                  <a:pt x="1866329" y="7582"/>
                </a:lnTo>
                <a:lnTo>
                  <a:pt x="1880292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DEB5595C-316C-4334-A53E-69E91F82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199952"/>
            <a:ext cx="1880445" cy="1185262"/>
          </a:xfrm>
          <a:custGeom xmlns:a="http://schemas.openxmlformats.org/drawingml/2006/main">
            <a:pathLst>
              <a:path w="1880445" h="1185262">
                <a:moveTo>
                  <a:pt x="0" y="1185262"/>
                </a:moveTo>
                <a:lnTo>
                  <a:pt x="30194" y="1185262"/>
                </a:lnTo>
                <a:lnTo>
                  <a:pt x="60389" y="1185262"/>
                </a:lnTo>
                <a:lnTo>
                  <a:pt x="90573" y="1185262"/>
                </a:lnTo>
                <a:lnTo>
                  <a:pt x="120767" y="1185262"/>
                </a:lnTo>
                <a:lnTo>
                  <a:pt x="150962" y="1185262"/>
                </a:lnTo>
                <a:lnTo>
                  <a:pt x="181156" y="1185262"/>
                </a:lnTo>
                <a:lnTo>
                  <a:pt x="211350" y="1185262"/>
                </a:lnTo>
                <a:lnTo>
                  <a:pt x="241544" y="1185262"/>
                </a:lnTo>
                <a:lnTo>
                  <a:pt x="271729" y="1185262"/>
                </a:lnTo>
                <a:lnTo>
                  <a:pt x="301923" y="1185262"/>
                </a:lnTo>
                <a:lnTo>
                  <a:pt x="332118" y="1185262"/>
                </a:lnTo>
                <a:lnTo>
                  <a:pt x="362312" y="1185262"/>
                </a:lnTo>
                <a:lnTo>
                  <a:pt x="392506" y="1185262"/>
                </a:lnTo>
                <a:lnTo>
                  <a:pt x="422691" y="1185262"/>
                </a:lnTo>
                <a:lnTo>
                  <a:pt x="452885" y="1185262"/>
                </a:lnTo>
                <a:lnTo>
                  <a:pt x="483079" y="1185262"/>
                </a:lnTo>
                <a:lnTo>
                  <a:pt x="513274" y="1185262"/>
                </a:lnTo>
                <a:lnTo>
                  <a:pt x="543468" y="1185262"/>
                </a:lnTo>
                <a:lnTo>
                  <a:pt x="573662" y="1185262"/>
                </a:lnTo>
                <a:lnTo>
                  <a:pt x="603847" y="1185262"/>
                </a:lnTo>
                <a:lnTo>
                  <a:pt x="634041" y="1185262"/>
                </a:lnTo>
                <a:lnTo>
                  <a:pt x="664235" y="1185262"/>
                </a:lnTo>
                <a:lnTo>
                  <a:pt x="694430" y="1185262"/>
                </a:lnTo>
                <a:lnTo>
                  <a:pt x="724624" y="1185262"/>
                </a:lnTo>
                <a:lnTo>
                  <a:pt x="754818" y="1185262"/>
                </a:lnTo>
                <a:lnTo>
                  <a:pt x="785003" y="1185262"/>
                </a:lnTo>
                <a:lnTo>
                  <a:pt x="815197" y="1185262"/>
                </a:lnTo>
                <a:lnTo>
                  <a:pt x="845391" y="1185262"/>
                </a:lnTo>
                <a:lnTo>
                  <a:pt x="875586" y="1185262"/>
                </a:lnTo>
                <a:lnTo>
                  <a:pt x="905780" y="1185262"/>
                </a:lnTo>
                <a:lnTo>
                  <a:pt x="935965" y="1185262"/>
                </a:lnTo>
                <a:lnTo>
                  <a:pt x="966159" y="1185262"/>
                </a:lnTo>
                <a:lnTo>
                  <a:pt x="996353" y="1185262"/>
                </a:lnTo>
                <a:lnTo>
                  <a:pt x="1026547" y="1185262"/>
                </a:lnTo>
                <a:lnTo>
                  <a:pt x="1056742" y="1185262"/>
                </a:lnTo>
                <a:lnTo>
                  <a:pt x="1086936" y="1185262"/>
                </a:lnTo>
                <a:lnTo>
                  <a:pt x="1117121" y="1185262"/>
                </a:lnTo>
                <a:lnTo>
                  <a:pt x="1147315" y="1185262"/>
                </a:lnTo>
                <a:lnTo>
                  <a:pt x="1177509" y="1185262"/>
                </a:lnTo>
                <a:lnTo>
                  <a:pt x="1207703" y="1185262"/>
                </a:lnTo>
                <a:lnTo>
                  <a:pt x="1237898" y="1185262"/>
                </a:lnTo>
                <a:lnTo>
                  <a:pt x="1267787" y="1183119"/>
                </a:lnTo>
                <a:lnTo>
                  <a:pt x="1297515" y="1179795"/>
                </a:lnTo>
                <a:lnTo>
                  <a:pt x="1327242" y="1176471"/>
                </a:lnTo>
                <a:lnTo>
                  <a:pt x="1356970" y="1173147"/>
                </a:lnTo>
                <a:lnTo>
                  <a:pt x="1386697" y="1169822"/>
                </a:lnTo>
                <a:lnTo>
                  <a:pt x="1416425" y="1166498"/>
                </a:lnTo>
                <a:lnTo>
                  <a:pt x="1446162" y="1163174"/>
                </a:lnTo>
                <a:lnTo>
                  <a:pt x="1475889" y="1159850"/>
                </a:lnTo>
                <a:lnTo>
                  <a:pt x="1498578" y="1148210"/>
                </a:lnTo>
                <a:lnTo>
                  <a:pt x="1519533" y="1134504"/>
                </a:lnTo>
                <a:lnTo>
                  <a:pt x="1540478" y="1120797"/>
                </a:lnTo>
                <a:lnTo>
                  <a:pt x="1561433" y="1107100"/>
                </a:lnTo>
                <a:lnTo>
                  <a:pt x="1582379" y="1093394"/>
                </a:lnTo>
                <a:lnTo>
                  <a:pt x="1603334" y="1079687"/>
                </a:lnTo>
                <a:lnTo>
                  <a:pt x="1624279" y="1065990"/>
                </a:lnTo>
                <a:lnTo>
                  <a:pt x="1645234" y="1052284"/>
                </a:lnTo>
                <a:lnTo>
                  <a:pt x="1666180" y="1038577"/>
                </a:lnTo>
                <a:lnTo>
                  <a:pt x="1687135" y="1024880"/>
                </a:lnTo>
                <a:lnTo>
                  <a:pt x="1708080" y="1011174"/>
                </a:lnTo>
                <a:lnTo>
                  <a:pt x="1729035" y="997468"/>
                </a:lnTo>
                <a:lnTo>
                  <a:pt x="1749981" y="983761"/>
                </a:lnTo>
                <a:lnTo>
                  <a:pt x="1770936" y="970064"/>
                </a:lnTo>
                <a:lnTo>
                  <a:pt x="1791881" y="956358"/>
                </a:lnTo>
                <a:lnTo>
                  <a:pt x="1812836" y="942651"/>
                </a:lnTo>
                <a:lnTo>
                  <a:pt x="1833782" y="928954"/>
                </a:lnTo>
                <a:lnTo>
                  <a:pt x="1854737" y="915248"/>
                </a:lnTo>
                <a:lnTo>
                  <a:pt x="1875682" y="901541"/>
                </a:lnTo>
                <a:lnTo>
                  <a:pt x="1880445" y="883720"/>
                </a:lnTo>
                <a:lnTo>
                  <a:pt x="1880445" y="864689"/>
                </a:lnTo>
                <a:lnTo>
                  <a:pt x="1880445" y="845658"/>
                </a:lnTo>
                <a:lnTo>
                  <a:pt x="1880445" y="826627"/>
                </a:lnTo>
                <a:lnTo>
                  <a:pt x="1880445" y="807596"/>
                </a:lnTo>
                <a:lnTo>
                  <a:pt x="1880445" y="788565"/>
                </a:lnTo>
                <a:lnTo>
                  <a:pt x="1880445" y="769534"/>
                </a:lnTo>
                <a:lnTo>
                  <a:pt x="1880445" y="750503"/>
                </a:lnTo>
                <a:lnTo>
                  <a:pt x="1880445" y="731472"/>
                </a:lnTo>
                <a:lnTo>
                  <a:pt x="1880445" y="712441"/>
                </a:lnTo>
                <a:lnTo>
                  <a:pt x="1880445" y="693420"/>
                </a:lnTo>
                <a:lnTo>
                  <a:pt x="1880445" y="674389"/>
                </a:lnTo>
                <a:lnTo>
                  <a:pt x="1880445" y="655358"/>
                </a:lnTo>
                <a:lnTo>
                  <a:pt x="1880445" y="636327"/>
                </a:lnTo>
                <a:lnTo>
                  <a:pt x="1880445" y="617296"/>
                </a:lnTo>
                <a:lnTo>
                  <a:pt x="1880445" y="598265"/>
                </a:lnTo>
                <a:lnTo>
                  <a:pt x="1880445" y="579234"/>
                </a:lnTo>
                <a:lnTo>
                  <a:pt x="1880445" y="560203"/>
                </a:lnTo>
                <a:lnTo>
                  <a:pt x="1880445" y="541172"/>
                </a:lnTo>
                <a:lnTo>
                  <a:pt x="1880445" y="522141"/>
                </a:lnTo>
                <a:lnTo>
                  <a:pt x="1880445" y="503111"/>
                </a:lnTo>
                <a:lnTo>
                  <a:pt x="1880445" y="484080"/>
                </a:lnTo>
                <a:lnTo>
                  <a:pt x="1880445" y="465049"/>
                </a:lnTo>
                <a:lnTo>
                  <a:pt x="1880445" y="446018"/>
                </a:lnTo>
                <a:lnTo>
                  <a:pt x="1880445" y="426987"/>
                </a:lnTo>
                <a:lnTo>
                  <a:pt x="1880445" y="407956"/>
                </a:lnTo>
                <a:lnTo>
                  <a:pt x="1880445" y="388925"/>
                </a:lnTo>
                <a:lnTo>
                  <a:pt x="1880445" y="369894"/>
                </a:lnTo>
                <a:lnTo>
                  <a:pt x="1880445" y="350863"/>
                </a:lnTo>
                <a:lnTo>
                  <a:pt x="1880445" y="331832"/>
                </a:lnTo>
                <a:lnTo>
                  <a:pt x="1880445" y="312801"/>
                </a:lnTo>
                <a:lnTo>
                  <a:pt x="1880445" y="293770"/>
                </a:lnTo>
                <a:lnTo>
                  <a:pt x="1880445" y="274739"/>
                </a:lnTo>
                <a:lnTo>
                  <a:pt x="1880445" y="255708"/>
                </a:lnTo>
                <a:lnTo>
                  <a:pt x="1880445" y="236677"/>
                </a:lnTo>
                <a:lnTo>
                  <a:pt x="1880445" y="217646"/>
                </a:lnTo>
                <a:lnTo>
                  <a:pt x="1880445" y="198615"/>
                </a:lnTo>
                <a:lnTo>
                  <a:pt x="1880445" y="179584"/>
                </a:lnTo>
                <a:lnTo>
                  <a:pt x="1880445" y="160553"/>
                </a:lnTo>
                <a:lnTo>
                  <a:pt x="1880445" y="141522"/>
                </a:lnTo>
                <a:lnTo>
                  <a:pt x="1880445" y="122492"/>
                </a:lnTo>
                <a:lnTo>
                  <a:pt x="1880445" y="103461"/>
                </a:lnTo>
                <a:lnTo>
                  <a:pt x="1880445" y="84430"/>
                </a:lnTo>
                <a:lnTo>
                  <a:pt x="1880445" y="65399"/>
                </a:lnTo>
                <a:lnTo>
                  <a:pt x="1880445" y="46368"/>
                </a:lnTo>
                <a:lnTo>
                  <a:pt x="1880445" y="27337"/>
                </a:lnTo>
                <a:lnTo>
                  <a:pt x="1880445" y="8306"/>
                </a:lnTo>
                <a:lnTo>
                  <a:pt x="1863433" y="0"/>
                </a:lnTo>
                <a:lnTo>
                  <a:pt x="1833239" y="0"/>
                </a:lnTo>
                <a:lnTo>
                  <a:pt x="1803044" y="0"/>
                </a:lnTo>
                <a:lnTo>
                  <a:pt x="1772850" y="0"/>
                </a:lnTo>
                <a:lnTo>
                  <a:pt x="1742665" y="0"/>
                </a:lnTo>
                <a:lnTo>
                  <a:pt x="1712471" y="0"/>
                </a:lnTo>
                <a:lnTo>
                  <a:pt x="1682277" y="0"/>
                </a:lnTo>
                <a:lnTo>
                  <a:pt x="1652083" y="0"/>
                </a:lnTo>
                <a:lnTo>
                  <a:pt x="1621888" y="0"/>
                </a:lnTo>
                <a:lnTo>
                  <a:pt x="1591704" y="0"/>
                </a:lnTo>
                <a:lnTo>
                  <a:pt x="1561509" y="0"/>
                </a:lnTo>
                <a:lnTo>
                  <a:pt x="1531315" y="0"/>
                </a:lnTo>
                <a:lnTo>
                  <a:pt x="1501121" y="0"/>
                </a:lnTo>
                <a:lnTo>
                  <a:pt x="1470927" y="0"/>
                </a:lnTo>
                <a:lnTo>
                  <a:pt x="1440732" y="0"/>
                </a:lnTo>
                <a:lnTo>
                  <a:pt x="1410548" y="0"/>
                </a:lnTo>
                <a:lnTo>
                  <a:pt x="1380353" y="0"/>
                </a:lnTo>
                <a:lnTo>
                  <a:pt x="1350159" y="0"/>
                </a:lnTo>
                <a:lnTo>
                  <a:pt x="1319965" y="0"/>
                </a:lnTo>
                <a:lnTo>
                  <a:pt x="1289771" y="0"/>
                </a:lnTo>
                <a:lnTo>
                  <a:pt x="1259586" y="0"/>
                </a:lnTo>
                <a:lnTo>
                  <a:pt x="1229392" y="0"/>
                </a:lnTo>
                <a:lnTo>
                  <a:pt x="1199198" y="0"/>
                </a:lnTo>
                <a:lnTo>
                  <a:pt x="1169003" y="0"/>
                </a:lnTo>
                <a:lnTo>
                  <a:pt x="1138809" y="0"/>
                </a:lnTo>
                <a:lnTo>
                  <a:pt x="1108615" y="0"/>
                </a:lnTo>
                <a:lnTo>
                  <a:pt x="1078430" y="0"/>
                </a:lnTo>
                <a:lnTo>
                  <a:pt x="1048236" y="0"/>
                </a:lnTo>
                <a:lnTo>
                  <a:pt x="1018042" y="0"/>
                </a:lnTo>
                <a:lnTo>
                  <a:pt x="987847" y="0"/>
                </a:lnTo>
                <a:lnTo>
                  <a:pt x="957653" y="0"/>
                </a:lnTo>
                <a:lnTo>
                  <a:pt x="927459" y="0"/>
                </a:lnTo>
                <a:lnTo>
                  <a:pt x="897274" y="0"/>
                </a:lnTo>
                <a:lnTo>
                  <a:pt x="867080" y="0"/>
                </a:lnTo>
                <a:lnTo>
                  <a:pt x="836886" y="0"/>
                </a:lnTo>
                <a:lnTo>
                  <a:pt x="806691" y="0"/>
                </a:lnTo>
                <a:lnTo>
                  <a:pt x="776497" y="0"/>
                </a:lnTo>
                <a:lnTo>
                  <a:pt x="746312" y="0"/>
                </a:lnTo>
                <a:lnTo>
                  <a:pt x="716118" y="0"/>
                </a:lnTo>
                <a:lnTo>
                  <a:pt x="685924" y="0"/>
                </a:lnTo>
                <a:lnTo>
                  <a:pt x="655730" y="0"/>
                </a:lnTo>
                <a:lnTo>
                  <a:pt x="625535" y="0"/>
                </a:lnTo>
                <a:lnTo>
                  <a:pt x="595341" y="0"/>
                </a:lnTo>
                <a:lnTo>
                  <a:pt x="565156" y="0"/>
                </a:lnTo>
                <a:lnTo>
                  <a:pt x="534962" y="0"/>
                </a:lnTo>
                <a:lnTo>
                  <a:pt x="504768" y="0"/>
                </a:lnTo>
                <a:lnTo>
                  <a:pt x="474574" y="0"/>
                </a:lnTo>
                <a:lnTo>
                  <a:pt x="444379" y="0"/>
                </a:lnTo>
                <a:lnTo>
                  <a:pt x="414195" y="0"/>
                </a:lnTo>
                <a:lnTo>
                  <a:pt x="384000" y="0"/>
                </a:lnTo>
                <a:lnTo>
                  <a:pt x="353806" y="0"/>
                </a:lnTo>
                <a:lnTo>
                  <a:pt x="323612" y="0"/>
                </a:lnTo>
                <a:lnTo>
                  <a:pt x="293418" y="0"/>
                </a:lnTo>
                <a:lnTo>
                  <a:pt x="263223" y="0"/>
                </a:lnTo>
                <a:lnTo>
                  <a:pt x="233039" y="0"/>
                </a:lnTo>
                <a:lnTo>
                  <a:pt x="202844" y="0"/>
                </a:lnTo>
                <a:lnTo>
                  <a:pt x="172650" y="0"/>
                </a:lnTo>
                <a:lnTo>
                  <a:pt x="142456" y="0"/>
                </a:lnTo>
                <a:lnTo>
                  <a:pt x="112262" y="0"/>
                </a:lnTo>
                <a:lnTo>
                  <a:pt x="82067" y="0"/>
                </a:lnTo>
                <a:lnTo>
                  <a:pt x="51883" y="0"/>
                </a:lnTo>
                <a:lnTo>
                  <a:pt x="21688" y="0"/>
                </a:lnTo>
                <a:lnTo>
                  <a:pt x="0" y="5363"/>
                </a:lnTo>
                <a:lnTo>
                  <a:pt x="0" y="24394"/>
                </a:lnTo>
                <a:lnTo>
                  <a:pt x="0" y="43424"/>
                </a:lnTo>
                <a:lnTo>
                  <a:pt x="0" y="62455"/>
                </a:lnTo>
                <a:lnTo>
                  <a:pt x="0" y="81486"/>
                </a:lnTo>
                <a:lnTo>
                  <a:pt x="0" y="100517"/>
                </a:lnTo>
                <a:lnTo>
                  <a:pt x="0" y="119548"/>
                </a:lnTo>
                <a:lnTo>
                  <a:pt x="0" y="138579"/>
                </a:lnTo>
                <a:lnTo>
                  <a:pt x="0" y="157610"/>
                </a:lnTo>
                <a:lnTo>
                  <a:pt x="0" y="176641"/>
                </a:lnTo>
                <a:lnTo>
                  <a:pt x="0" y="195672"/>
                </a:lnTo>
                <a:lnTo>
                  <a:pt x="0" y="214703"/>
                </a:lnTo>
                <a:lnTo>
                  <a:pt x="0" y="233734"/>
                </a:lnTo>
                <a:lnTo>
                  <a:pt x="0" y="252765"/>
                </a:lnTo>
                <a:lnTo>
                  <a:pt x="0" y="271796"/>
                </a:lnTo>
                <a:lnTo>
                  <a:pt x="0" y="290827"/>
                </a:lnTo>
                <a:lnTo>
                  <a:pt x="0" y="309858"/>
                </a:lnTo>
                <a:lnTo>
                  <a:pt x="0" y="328879"/>
                </a:lnTo>
                <a:lnTo>
                  <a:pt x="0" y="347910"/>
                </a:lnTo>
                <a:lnTo>
                  <a:pt x="0" y="366941"/>
                </a:lnTo>
                <a:lnTo>
                  <a:pt x="0" y="385972"/>
                </a:lnTo>
                <a:lnTo>
                  <a:pt x="0" y="405003"/>
                </a:lnTo>
                <a:lnTo>
                  <a:pt x="0" y="424034"/>
                </a:lnTo>
                <a:lnTo>
                  <a:pt x="0" y="443065"/>
                </a:lnTo>
                <a:lnTo>
                  <a:pt x="0" y="462096"/>
                </a:lnTo>
                <a:lnTo>
                  <a:pt x="0" y="481127"/>
                </a:lnTo>
                <a:lnTo>
                  <a:pt x="0" y="500158"/>
                </a:lnTo>
                <a:lnTo>
                  <a:pt x="0" y="519189"/>
                </a:lnTo>
                <a:lnTo>
                  <a:pt x="0" y="538220"/>
                </a:lnTo>
                <a:lnTo>
                  <a:pt x="0" y="557251"/>
                </a:lnTo>
                <a:lnTo>
                  <a:pt x="0" y="576282"/>
                </a:lnTo>
                <a:lnTo>
                  <a:pt x="0" y="595313"/>
                </a:lnTo>
                <a:lnTo>
                  <a:pt x="0" y="614343"/>
                </a:lnTo>
                <a:lnTo>
                  <a:pt x="0" y="633374"/>
                </a:lnTo>
                <a:lnTo>
                  <a:pt x="0" y="652405"/>
                </a:lnTo>
                <a:lnTo>
                  <a:pt x="0" y="671436"/>
                </a:lnTo>
                <a:lnTo>
                  <a:pt x="0" y="690467"/>
                </a:lnTo>
                <a:lnTo>
                  <a:pt x="0" y="709498"/>
                </a:lnTo>
                <a:lnTo>
                  <a:pt x="0" y="728529"/>
                </a:lnTo>
                <a:lnTo>
                  <a:pt x="0" y="747560"/>
                </a:lnTo>
                <a:lnTo>
                  <a:pt x="0" y="766591"/>
                </a:lnTo>
                <a:lnTo>
                  <a:pt x="0" y="785622"/>
                </a:lnTo>
                <a:lnTo>
                  <a:pt x="0" y="804653"/>
                </a:lnTo>
                <a:lnTo>
                  <a:pt x="0" y="823684"/>
                </a:lnTo>
                <a:lnTo>
                  <a:pt x="0" y="842715"/>
                </a:lnTo>
                <a:lnTo>
                  <a:pt x="0" y="861746"/>
                </a:lnTo>
                <a:lnTo>
                  <a:pt x="0" y="880777"/>
                </a:lnTo>
                <a:lnTo>
                  <a:pt x="0" y="899808"/>
                </a:lnTo>
                <a:lnTo>
                  <a:pt x="0" y="918839"/>
                </a:lnTo>
                <a:lnTo>
                  <a:pt x="0" y="937870"/>
                </a:lnTo>
                <a:lnTo>
                  <a:pt x="0" y="956901"/>
                </a:lnTo>
                <a:lnTo>
                  <a:pt x="0" y="975931"/>
                </a:lnTo>
                <a:lnTo>
                  <a:pt x="0" y="994962"/>
                </a:lnTo>
                <a:lnTo>
                  <a:pt x="0" y="1013993"/>
                </a:lnTo>
                <a:lnTo>
                  <a:pt x="0" y="1033024"/>
                </a:lnTo>
                <a:lnTo>
                  <a:pt x="0" y="1052055"/>
                </a:lnTo>
                <a:lnTo>
                  <a:pt x="0" y="1071086"/>
                </a:lnTo>
                <a:lnTo>
                  <a:pt x="0" y="1090117"/>
                </a:lnTo>
                <a:lnTo>
                  <a:pt x="0" y="1109148"/>
                </a:lnTo>
                <a:lnTo>
                  <a:pt x="0" y="1128179"/>
                </a:lnTo>
                <a:lnTo>
                  <a:pt x="0" y="1147210"/>
                </a:lnTo>
                <a:lnTo>
                  <a:pt x="0" y="1166241"/>
                </a:lnTo>
                <a:lnTo>
                  <a:pt x="0" y="118526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53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897F5836-D4C7-4BE0-B1C6-A2A4B87C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199952"/>
            <a:ext cx="1880445" cy="203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893B7BD4-B310-4233-B7AC-F427C1C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876" y="4098388"/>
            <a:ext cx="692810" cy="287055"/>
          </a:xfrm>
          <a:custGeom xmlns:a="http://schemas.openxmlformats.org/drawingml/2006/main">
            <a:pathLst>
              <a:path w="692810" h="287055">
                <a:moveTo>
                  <a:pt x="692810" y="0"/>
                </a:moveTo>
                <a:lnTo>
                  <a:pt x="691991" y="4763"/>
                </a:lnTo>
                <a:lnTo>
                  <a:pt x="690905" y="9506"/>
                </a:lnTo>
                <a:lnTo>
                  <a:pt x="689639" y="14221"/>
                </a:lnTo>
                <a:lnTo>
                  <a:pt x="688219" y="18926"/>
                </a:lnTo>
                <a:lnTo>
                  <a:pt x="686648" y="23622"/>
                </a:lnTo>
                <a:lnTo>
                  <a:pt x="684952" y="28289"/>
                </a:lnTo>
                <a:lnTo>
                  <a:pt x="683114" y="32937"/>
                </a:lnTo>
                <a:lnTo>
                  <a:pt x="681161" y="37567"/>
                </a:lnTo>
                <a:lnTo>
                  <a:pt x="679085" y="42167"/>
                </a:lnTo>
                <a:lnTo>
                  <a:pt x="676885" y="46758"/>
                </a:lnTo>
                <a:lnTo>
                  <a:pt x="674570" y="51321"/>
                </a:lnTo>
                <a:lnTo>
                  <a:pt x="672151" y="55855"/>
                </a:lnTo>
                <a:lnTo>
                  <a:pt x="669608" y="60369"/>
                </a:lnTo>
                <a:lnTo>
                  <a:pt x="666960" y="64865"/>
                </a:lnTo>
                <a:lnTo>
                  <a:pt x="664197" y="69323"/>
                </a:lnTo>
                <a:lnTo>
                  <a:pt x="661330" y="73762"/>
                </a:lnTo>
                <a:lnTo>
                  <a:pt x="658358" y="78172"/>
                </a:lnTo>
                <a:lnTo>
                  <a:pt x="655282" y="82544"/>
                </a:lnTo>
                <a:lnTo>
                  <a:pt x="652091" y="86897"/>
                </a:lnTo>
                <a:lnTo>
                  <a:pt x="648795" y="91211"/>
                </a:lnTo>
                <a:lnTo>
                  <a:pt x="645404" y="95498"/>
                </a:lnTo>
                <a:lnTo>
                  <a:pt x="641899" y="99746"/>
                </a:lnTo>
                <a:lnTo>
                  <a:pt x="638299" y="103965"/>
                </a:lnTo>
                <a:lnTo>
                  <a:pt x="634594" y="108147"/>
                </a:lnTo>
                <a:lnTo>
                  <a:pt x="630784" y="112290"/>
                </a:lnTo>
                <a:lnTo>
                  <a:pt x="626878" y="116405"/>
                </a:lnTo>
                <a:lnTo>
                  <a:pt x="622868" y="120472"/>
                </a:lnTo>
                <a:lnTo>
                  <a:pt x="618763" y="124501"/>
                </a:lnTo>
                <a:lnTo>
                  <a:pt x="614563" y="128492"/>
                </a:lnTo>
                <a:lnTo>
                  <a:pt x="610267" y="132445"/>
                </a:lnTo>
                <a:lnTo>
                  <a:pt x="605866" y="136350"/>
                </a:lnTo>
                <a:lnTo>
                  <a:pt x="601370" y="140208"/>
                </a:lnTo>
                <a:lnTo>
                  <a:pt x="596789" y="144028"/>
                </a:lnTo>
                <a:lnTo>
                  <a:pt x="592103" y="147809"/>
                </a:lnTo>
                <a:lnTo>
                  <a:pt x="587331" y="151533"/>
                </a:lnTo>
                <a:lnTo>
                  <a:pt x="582473" y="155210"/>
                </a:lnTo>
                <a:lnTo>
                  <a:pt x="577520" y="158848"/>
                </a:lnTo>
                <a:lnTo>
                  <a:pt x="572481" y="162430"/>
                </a:lnTo>
                <a:lnTo>
                  <a:pt x="567347" y="165964"/>
                </a:lnTo>
                <a:lnTo>
                  <a:pt x="562137" y="169450"/>
                </a:lnTo>
                <a:lnTo>
                  <a:pt x="556841" y="172888"/>
                </a:lnTo>
                <a:lnTo>
                  <a:pt x="551459" y="176270"/>
                </a:lnTo>
                <a:lnTo>
                  <a:pt x="546002" y="179603"/>
                </a:lnTo>
                <a:lnTo>
                  <a:pt x="540468" y="182880"/>
                </a:lnTo>
                <a:lnTo>
                  <a:pt x="534848" y="186109"/>
                </a:lnTo>
                <a:lnTo>
                  <a:pt x="529152" y="189281"/>
                </a:lnTo>
                <a:lnTo>
                  <a:pt x="523389" y="192405"/>
                </a:lnTo>
                <a:lnTo>
                  <a:pt x="517550" y="195463"/>
                </a:lnTo>
                <a:lnTo>
                  <a:pt x="511635" y="198472"/>
                </a:lnTo>
                <a:lnTo>
                  <a:pt x="505654" y="201435"/>
                </a:lnTo>
                <a:lnTo>
                  <a:pt x="499605" y="204330"/>
                </a:lnTo>
                <a:lnTo>
                  <a:pt x="493490" y="207178"/>
                </a:lnTo>
                <a:lnTo>
                  <a:pt x="487309" y="209960"/>
                </a:lnTo>
                <a:lnTo>
                  <a:pt x="481070" y="212693"/>
                </a:lnTo>
                <a:lnTo>
                  <a:pt x="474774" y="215370"/>
                </a:lnTo>
                <a:lnTo>
                  <a:pt x="468411" y="217999"/>
                </a:lnTo>
                <a:lnTo>
                  <a:pt x="461991" y="220561"/>
                </a:lnTo>
                <a:lnTo>
                  <a:pt x="455524" y="223076"/>
                </a:lnTo>
                <a:lnTo>
                  <a:pt x="448999" y="225523"/>
                </a:lnTo>
                <a:lnTo>
                  <a:pt x="442417" y="227924"/>
                </a:lnTo>
                <a:lnTo>
                  <a:pt x="435788" y="230267"/>
                </a:lnTo>
                <a:lnTo>
                  <a:pt x="429111" y="232562"/>
                </a:lnTo>
                <a:lnTo>
                  <a:pt x="422396" y="234791"/>
                </a:lnTo>
                <a:lnTo>
                  <a:pt x="415623" y="236972"/>
                </a:lnTo>
                <a:lnTo>
                  <a:pt x="408813" y="239097"/>
                </a:lnTo>
                <a:lnTo>
                  <a:pt x="401965" y="241163"/>
                </a:lnTo>
                <a:lnTo>
                  <a:pt x="395068" y="243183"/>
                </a:lnTo>
                <a:lnTo>
                  <a:pt x="388144" y="245145"/>
                </a:lnTo>
                <a:lnTo>
                  <a:pt x="381171" y="247059"/>
                </a:lnTo>
                <a:lnTo>
                  <a:pt x="374171" y="248917"/>
                </a:lnTo>
                <a:lnTo>
                  <a:pt x="367132" y="250727"/>
                </a:lnTo>
                <a:lnTo>
                  <a:pt x="360055" y="252479"/>
                </a:lnTo>
                <a:lnTo>
                  <a:pt x="352958" y="254184"/>
                </a:lnTo>
                <a:lnTo>
                  <a:pt x="345824" y="255842"/>
                </a:lnTo>
                <a:lnTo>
                  <a:pt x="338661" y="257442"/>
                </a:lnTo>
                <a:lnTo>
                  <a:pt x="331480" y="259004"/>
                </a:lnTo>
                <a:lnTo>
                  <a:pt x="324260" y="260509"/>
                </a:lnTo>
                <a:lnTo>
                  <a:pt x="317021" y="261966"/>
                </a:lnTo>
                <a:lnTo>
                  <a:pt x="309763" y="263376"/>
                </a:lnTo>
                <a:lnTo>
                  <a:pt x="302476" y="264738"/>
                </a:lnTo>
                <a:lnTo>
                  <a:pt x="295170" y="266052"/>
                </a:lnTo>
                <a:lnTo>
                  <a:pt x="287836" y="267319"/>
                </a:lnTo>
                <a:lnTo>
                  <a:pt x="280492" y="268548"/>
                </a:lnTo>
                <a:lnTo>
                  <a:pt x="273129" y="269719"/>
                </a:lnTo>
                <a:lnTo>
                  <a:pt x="265748" y="270853"/>
                </a:lnTo>
                <a:lnTo>
                  <a:pt x="258347" y="271948"/>
                </a:lnTo>
                <a:lnTo>
                  <a:pt x="250927" y="272996"/>
                </a:lnTo>
                <a:lnTo>
                  <a:pt x="243497" y="273996"/>
                </a:lnTo>
                <a:lnTo>
                  <a:pt x="236058" y="274958"/>
                </a:lnTo>
                <a:lnTo>
                  <a:pt x="228600" y="275882"/>
                </a:lnTo>
                <a:lnTo>
                  <a:pt x="221123" y="276758"/>
                </a:lnTo>
                <a:lnTo>
                  <a:pt x="213646" y="277606"/>
                </a:lnTo>
                <a:lnTo>
                  <a:pt x="206150" y="278406"/>
                </a:lnTo>
                <a:lnTo>
                  <a:pt x="198653" y="279159"/>
                </a:lnTo>
                <a:lnTo>
                  <a:pt x="191138" y="279883"/>
                </a:lnTo>
                <a:lnTo>
                  <a:pt x="183613" y="280568"/>
                </a:lnTo>
                <a:lnTo>
                  <a:pt x="176089" y="281216"/>
                </a:lnTo>
                <a:lnTo>
                  <a:pt x="168545" y="281826"/>
                </a:lnTo>
                <a:lnTo>
                  <a:pt x="161001" y="282397"/>
                </a:lnTo>
                <a:lnTo>
                  <a:pt x="153448" y="282931"/>
                </a:lnTo>
                <a:lnTo>
                  <a:pt x="145894" y="283435"/>
                </a:lnTo>
                <a:lnTo>
                  <a:pt x="138332" y="283902"/>
                </a:lnTo>
                <a:lnTo>
                  <a:pt x="130759" y="284340"/>
                </a:lnTo>
                <a:lnTo>
                  <a:pt x="123187" y="284731"/>
                </a:lnTo>
                <a:lnTo>
                  <a:pt x="115614" y="285102"/>
                </a:lnTo>
                <a:lnTo>
                  <a:pt x="108033" y="285436"/>
                </a:lnTo>
                <a:lnTo>
                  <a:pt x="100451" y="285731"/>
                </a:lnTo>
                <a:lnTo>
                  <a:pt x="92859" y="285998"/>
                </a:lnTo>
                <a:lnTo>
                  <a:pt x="85268" y="286236"/>
                </a:lnTo>
                <a:lnTo>
                  <a:pt x="77676" y="286445"/>
                </a:lnTo>
                <a:lnTo>
                  <a:pt x="70085" y="286617"/>
                </a:lnTo>
                <a:lnTo>
                  <a:pt x="62484" y="286760"/>
                </a:lnTo>
                <a:lnTo>
                  <a:pt x="54893" y="286874"/>
                </a:lnTo>
                <a:lnTo>
                  <a:pt x="47292" y="286969"/>
                </a:lnTo>
                <a:lnTo>
                  <a:pt x="39691" y="287026"/>
                </a:lnTo>
                <a:lnTo>
                  <a:pt x="32090" y="287055"/>
                </a:lnTo>
                <a:lnTo>
                  <a:pt x="24489" y="287055"/>
                </a:lnTo>
                <a:lnTo>
                  <a:pt x="16897" y="287026"/>
                </a:lnTo>
                <a:lnTo>
                  <a:pt x="9296" y="286979"/>
                </a:lnTo>
                <a:lnTo>
                  <a:pt x="1695" y="286893"/>
                </a:lnTo>
                <a:lnTo>
                  <a:pt x="0" y="286817"/>
                </a:lnTo>
                <a:lnTo>
                  <a:pt x="7601" y="286703"/>
                </a:lnTo>
                <a:lnTo>
                  <a:pt x="15192" y="286502"/>
                </a:lnTo>
                <a:lnTo>
                  <a:pt x="22774" y="286236"/>
                </a:lnTo>
                <a:lnTo>
                  <a:pt x="30356" y="285921"/>
                </a:lnTo>
                <a:lnTo>
                  <a:pt x="37938" y="285540"/>
                </a:lnTo>
                <a:lnTo>
                  <a:pt x="45501" y="285112"/>
                </a:lnTo>
                <a:lnTo>
                  <a:pt x="53064" y="284636"/>
                </a:lnTo>
                <a:lnTo>
                  <a:pt x="60617" y="284102"/>
                </a:lnTo>
                <a:lnTo>
                  <a:pt x="68161" y="283521"/>
                </a:lnTo>
                <a:lnTo>
                  <a:pt x="75695" y="282893"/>
                </a:lnTo>
                <a:lnTo>
                  <a:pt x="83220" y="282216"/>
                </a:lnTo>
                <a:lnTo>
                  <a:pt x="90726" y="281483"/>
                </a:lnTo>
                <a:lnTo>
                  <a:pt x="98222" y="280702"/>
                </a:lnTo>
                <a:lnTo>
                  <a:pt x="105708" y="279873"/>
                </a:lnTo>
                <a:lnTo>
                  <a:pt x="113176" y="278987"/>
                </a:lnTo>
                <a:lnTo>
                  <a:pt x="120634" y="278044"/>
                </a:lnTo>
                <a:lnTo>
                  <a:pt x="128064" y="277054"/>
                </a:lnTo>
                <a:lnTo>
                  <a:pt x="135474" y="276006"/>
                </a:lnTo>
                <a:lnTo>
                  <a:pt x="142875" y="274901"/>
                </a:lnTo>
                <a:lnTo>
                  <a:pt x="150247" y="273739"/>
                </a:lnTo>
                <a:lnTo>
                  <a:pt x="157591" y="272510"/>
                </a:lnTo>
                <a:lnTo>
                  <a:pt x="164916" y="271234"/>
                </a:lnTo>
                <a:lnTo>
                  <a:pt x="172212" y="269891"/>
                </a:lnTo>
                <a:lnTo>
                  <a:pt x="179480" y="268481"/>
                </a:lnTo>
                <a:lnTo>
                  <a:pt x="186709" y="267014"/>
                </a:lnTo>
                <a:lnTo>
                  <a:pt x="193910" y="265481"/>
                </a:lnTo>
                <a:lnTo>
                  <a:pt x="201063" y="263871"/>
                </a:lnTo>
                <a:lnTo>
                  <a:pt x="208188" y="262204"/>
                </a:lnTo>
                <a:lnTo>
                  <a:pt x="215265" y="260452"/>
                </a:lnTo>
                <a:lnTo>
                  <a:pt x="222294" y="258632"/>
                </a:lnTo>
                <a:lnTo>
                  <a:pt x="229276" y="256737"/>
                </a:lnTo>
                <a:lnTo>
                  <a:pt x="236201" y="254765"/>
                </a:lnTo>
                <a:lnTo>
                  <a:pt x="243068" y="252717"/>
                </a:lnTo>
                <a:lnTo>
                  <a:pt x="249869" y="250584"/>
                </a:lnTo>
                <a:lnTo>
                  <a:pt x="256604" y="248364"/>
                </a:lnTo>
                <a:lnTo>
                  <a:pt x="263261" y="246059"/>
                </a:lnTo>
                <a:lnTo>
                  <a:pt x="269853" y="243669"/>
                </a:lnTo>
                <a:lnTo>
                  <a:pt x="276349" y="241183"/>
                </a:lnTo>
                <a:lnTo>
                  <a:pt x="282759" y="238611"/>
                </a:lnTo>
                <a:lnTo>
                  <a:pt x="289065" y="235944"/>
                </a:lnTo>
                <a:lnTo>
                  <a:pt x="295275" y="233172"/>
                </a:lnTo>
                <a:lnTo>
                  <a:pt x="301361" y="230315"/>
                </a:lnTo>
                <a:lnTo>
                  <a:pt x="307334" y="227352"/>
                </a:lnTo>
                <a:lnTo>
                  <a:pt x="313182" y="224295"/>
                </a:lnTo>
                <a:lnTo>
                  <a:pt x="318887" y="221132"/>
                </a:lnTo>
                <a:lnTo>
                  <a:pt x="324450" y="217865"/>
                </a:lnTo>
                <a:lnTo>
                  <a:pt x="329860" y="214503"/>
                </a:lnTo>
                <a:lnTo>
                  <a:pt x="335099" y="211036"/>
                </a:lnTo>
                <a:lnTo>
                  <a:pt x="340176" y="207464"/>
                </a:lnTo>
                <a:lnTo>
                  <a:pt x="345062" y="203797"/>
                </a:lnTo>
                <a:lnTo>
                  <a:pt x="349768" y="200035"/>
                </a:lnTo>
                <a:lnTo>
                  <a:pt x="354263" y="196177"/>
                </a:lnTo>
                <a:lnTo>
                  <a:pt x="358559" y="192224"/>
                </a:lnTo>
                <a:lnTo>
                  <a:pt x="362636" y="188185"/>
                </a:lnTo>
                <a:lnTo>
                  <a:pt x="366503" y="184061"/>
                </a:lnTo>
                <a:lnTo>
                  <a:pt x="370132" y="179851"/>
                </a:lnTo>
                <a:lnTo>
                  <a:pt x="373532" y="175574"/>
                </a:lnTo>
                <a:lnTo>
                  <a:pt x="376704" y="171212"/>
                </a:lnTo>
                <a:lnTo>
                  <a:pt x="379638" y="166792"/>
                </a:lnTo>
                <a:lnTo>
                  <a:pt x="382324" y="162316"/>
                </a:lnTo>
                <a:lnTo>
                  <a:pt x="384781" y="157782"/>
                </a:lnTo>
                <a:lnTo>
                  <a:pt x="386991" y="153200"/>
                </a:lnTo>
                <a:lnTo>
                  <a:pt x="388963" y="148580"/>
                </a:lnTo>
                <a:lnTo>
                  <a:pt x="390706" y="143913"/>
                </a:lnTo>
                <a:lnTo>
                  <a:pt x="392211" y="139217"/>
                </a:lnTo>
                <a:lnTo>
                  <a:pt x="393497" y="134503"/>
                </a:lnTo>
                <a:lnTo>
                  <a:pt x="394554" y="129759"/>
                </a:lnTo>
                <a:lnTo>
                  <a:pt x="395392" y="124997"/>
                </a:lnTo>
                <a:lnTo>
                  <a:pt x="396021" y="120225"/>
                </a:lnTo>
                <a:lnTo>
                  <a:pt x="396450" y="115443"/>
                </a:lnTo>
                <a:lnTo>
                  <a:pt x="396678" y="110652"/>
                </a:lnTo>
                <a:lnTo>
                  <a:pt x="396716" y="105861"/>
                </a:lnTo>
                <a:lnTo>
                  <a:pt x="396564" y="101070"/>
                </a:lnTo>
                <a:lnTo>
                  <a:pt x="396230" y="96288"/>
                </a:lnTo>
                <a:lnTo>
                  <a:pt x="395735" y="91507"/>
                </a:lnTo>
                <a:lnTo>
                  <a:pt x="402765" y="90335"/>
                </a:lnTo>
                <a:lnTo>
                  <a:pt x="410175" y="89259"/>
                </a:lnTo>
                <a:lnTo>
                  <a:pt x="417547" y="88125"/>
                </a:lnTo>
                <a:lnTo>
                  <a:pt x="424910" y="86925"/>
                </a:lnTo>
                <a:lnTo>
                  <a:pt x="432245" y="85668"/>
                </a:lnTo>
                <a:lnTo>
                  <a:pt x="439550" y="84363"/>
                </a:lnTo>
                <a:lnTo>
                  <a:pt x="446846" y="83010"/>
                </a:lnTo>
                <a:lnTo>
                  <a:pt x="454114" y="81610"/>
                </a:lnTo>
                <a:lnTo>
                  <a:pt x="461353" y="80162"/>
                </a:lnTo>
                <a:lnTo>
                  <a:pt x="468573" y="78667"/>
                </a:lnTo>
                <a:lnTo>
                  <a:pt x="475774" y="77133"/>
                </a:lnTo>
                <a:lnTo>
                  <a:pt x="482946" y="75552"/>
                </a:lnTo>
                <a:lnTo>
                  <a:pt x="490090" y="73924"/>
                </a:lnTo>
                <a:lnTo>
                  <a:pt x="497215" y="72257"/>
                </a:lnTo>
                <a:lnTo>
                  <a:pt x="504311" y="70533"/>
                </a:lnTo>
                <a:lnTo>
                  <a:pt x="511378" y="68780"/>
                </a:lnTo>
                <a:lnTo>
                  <a:pt x="518417" y="66970"/>
                </a:lnTo>
                <a:lnTo>
                  <a:pt x="525428" y="65122"/>
                </a:lnTo>
                <a:lnTo>
                  <a:pt x="532409" y="63227"/>
                </a:lnTo>
                <a:lnTo>
                  <a:pt x="539363" y="61293"/>
                </a:lnTo>
                <a:lnTo>
                  <a:pt x="546278" y="59312"/>
                </a:lnTo>
                <a:lnTo>
                  <a:pt x="553155" y="57274"/>
                </a:lnTo>
                <a:lnTo>
                  <a:pt x="560003" y="55197"/>
                </a:lnTo>
                <a:lnTo>
                  <a:pt x="566814" y="53073"/>
                </a:lnTo>
                <a:lnTo>
                  <a:pt x="573596" y="50911"/>
                </a:lnTo>
                <a:lnTo>
                  <a:pt x="580330" y="48692"/>
                </a:lnTo>
                <a:lnTo>
                  <a:pt x="587026" y="46425"/>
                </a:lnTo>
                <a:lnTo>
                  <a:pt x="593674" y="44110"/>
                </a:lnTo>
                <a:lnTo>
                  <a:pt x="600285" y="41739"/>
                </a:lnTo>
                <a:lnTo>
                  <a:pt x="606847" y="39329"/>
                </a:lnTo>
                <a:lnTo>
                  <a:pt x="613362" y="36862"/>
                </a:lnTo>
                <a:lnTo>
                  <a:pt x="619830" y="34347"/>
                </a:lnTo>
                <a:lnTo>
                  <a:pt x="626250" y="31785"/>
                </a:lnTo>
                <a:lnTo>
                  <a:pt x="632612" y="29166"/>
                </a:lnTo>
                <a:lnTo>
                  <a:pt x="638918" y="26489"/>
                </a:lnTo>
                <a:lnTo>
                  <a:pt x="645166" y="23765"/>
                </a:lnTo>
                <a:lnTo>
                  <a:pt x="651358" y="20993"/>
                </a:lnTo>
                <a:lnTo>
                  <a:pt x="657492" y="18155"/>
                </a:lnTo>
                <a:lnTo>
                  <a:pt x="663550" y="15269"/>
                </a:lnTo>
                <a:lnTo>
                  <a:pt x="669550" y="12325"/>
                </a:lnTo>
                <a:lnTo>
                  <a:pt x="675475" y="9335"/>
                </a:lnTo>
                <a:lnTo>
                  <a:pt x="681333" y="6277"/>
                </a:lnTo>
                <a:lnTo>
                  <a:pt x="687114" y="3162"/>
                </a:lnTo>
                <a:lnTo>
                  <a:pt x="692810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55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0F7F1308-22A7-41B8-B02B-AEB2595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511" y="1900838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台账</a:t>
            </a:r>
          </a:p>
        </p:txBody>
      </p:sp>
      <p:sp>
        <p:nvSpPr>
          <p:cNvPr id="56" name="note-body-0">
            <a:extLst xmlns:a="http://schemas.openxmlformats.org/drawingml/2006/main">
              <a:ext uri="{FF2B5EF4-FFF2-40B4-BE49-F238E27FC236}">
                <a16:creationId xmlns:a16="http://schemas.microsoft.com/office/drawing/2014/main" id="{573501B2-9991-43C0-8AA1-5EA03D7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489" y="2180034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基本记录齐全</a:t>
            </a:r>
          </a:p>
        </p:txBody>
      </p:sp>
      <p:sp>
        <p:nvSpPr>
          <p:cNvPr id="57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5530EEF0-1F58-478A-9E75-041D50C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352" y="1900838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58" name="note-body-1">
            <a:extLst xmlns:a="http://schemas.openxmlformats.org/drawingml/2006/main">
              <a:ext uri="{FF2B5EF4-FFF2-40B4-BE49-F238E27FC236}">
                <a16:creationId xmlns:a16="http://schemas.microsoft.com/office/drawing/2014/main" id="{DE73A2CE-7D2D-4E89-B129-AFB179D7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5330" y="2180034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来源可关联</a:t>
            </a:r>
          </a:p>
        </p:txBody>
      </p:sp>
      <p:sp>
        <p:nvSpPr>
          <p:cNvPr id="59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C4D36F33-D7A2-44CD-BDDA-03306ADC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511" y="3199952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</a:t>
            </a:r>
          </a:p>
        </p:txBody>
      </p:sp>
      <p:sp>
        <p:nvSpPr>
          <p:cNvPr id="60" name="note-body-2">
            <a:extLst xmlns:a="http://schemas.openxmlformats.org/drawingml/2006/main">
              <a:ext uri="{FF2B5EF4-FFF2-40B4-BE49-F238E27FC236}">
                <a16:creationId xmlns:a16="http://schemas.microsoft.com/office/drawing/2014/main" id="{9D46E25F-D057-46BF-8259-FBD29682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489" y="3479159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执行参数可关联</a:t>
            </a:r>
          </a:p>
        </p:txBody>
      </p:sp>
      <p:sp>
        <p:nvSpPr>
          <p:cNvPr id="61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4311C4BC-ECF4-41ED-91C2-01E3CA65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352" y="3199952"/>
            <a:ext cx="1235716" cy="199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2" name="note-body-3">
            <a:extLst xmlns:a="http://schemas.openxmlformats.org/drawingml/2006/main">
              <a:ext uri="{FF2B5EF4-FFF2-40B4-BE49-F238E27FC236}">
                <a16:creationId xmlns:a16="http://schemas.microsoft.com/office/drawing/2014/main" id="{326FF1EE-BB05-4775-A5EA-877D94E8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5330" y="3479159"/>
            <a:ext cx="1472651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输出结果可关联</a:t>
            </a:r>
          </a:p>
        </p:txBody>
      </p:sp>
      <p:sp>
        <p:nvSpPr>
          <p:cNvPr id="63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4F10CB2F-7053-47D5-BBA5-6ECA00CB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1900838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27d3580584c83">
            <a:extLst>
              <a:ext uri="{96DAC541-7B7A-43D3-8B79-37D633B846F1}">
                <asvg:svgBlip xmlns:asvg="http://schemas.microsoft.com/office/drawing/2016/SVG/main" r:embed="R28773edec4f14f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5186" y="19024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5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613CB3D4-5227-4938-AD5D-0CED704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1900838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6c013d0e5422e">
            <a:extLst>
              <a:ext uri="{96DAC541-7B7A-43D3-8B79-37D633B846F1}">
                <asvg:svgBlip xmlns:asvg="http://schemas.microsoft.com/office/drawing/2016/SVG/main" r:embed="R19533f1a1d764c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9027" y="19024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7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2893A3D1-E3A5-4FB6-A165-77BB9DA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11" y="3199952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00c91b1904289">
            <a:extLst>
              <a:ext uri="{96DAC541-7B7A-43D3-8B79-37D633B846F1}">
                <asvg:svgBlip xmlns:asvg="http://schemas.microsoft.com/office/drawing/2016/SVG/main" r:embed="R04e20049cb4b43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45186" y="320159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9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4B8868F3-44C6-4B97-A7C8-8565D766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252" y="3199952"/>
            <a:ext cx="419100" cy="1994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3572d5abc4f05">
            <a:extLst>
              <a:ext uri="{96DAC541-7B7A-43D3-8B79-37D633B846F1}">
                <asvg:svgBlip xmlns:asvg="http://schemas.microsoft.com/office/drawing/2016/SVG/main" r:embed="R23a4ffc406f14e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99027" y="3201591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1" name="PPAGENT_QA|parent=body-03-outside-evidence|role=container">
            <a:extLst xmlns:a="http://schemas.openxmlformats.org/drawingml/2006/main">
              <a:ext uri="{FF2B5EF4-FFF2-40B4-BE49-F238E27FC236}">
                <a16:creationId xmlns:a16="http://schemas.microsoft.com/office/drawing/2014/main" id="{BF91DBF7-769E-4642-B792-71A0032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2" name="PPAGENT_QA|parent=body-03-outside-evidence|role=accent">
            <a:extLst xmlns:a="http://schemas.openxmlformats.org/drawingml/2006/main">
              <a:ext uri="{FF2B5EF4-FFF2-40B4-BE49-F238E27FC236}">
                <a16:creationId xmlns:a16="http://schemas.microsoft.com/office/drawing/2014/main" id="{447101DE-DDC4-4CE9-B4DE-D2ABCDD9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PAGENT_QA|within=body-03-outside-evidence|role=label">
            <a:extLst xmlns:a="http://schemas.openxmlformats.org/drawingml/2006/main">
              <a:ext uri="{FF2B5EF4-FFF2-40B4-BE49-F238E27FC236}">
                <a16:creationId xmlns:a16="http://schemas.microsoft.com/office/drawing/2014/main" id="{2C1E0E1D-7384-4499-9209-2F56A2B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74" name="PPAGENT_QA|within=body-03-outside-evidence|role=body">
            <a:extLst xmlns:a="http://schemas.openxmlformats.org/drawingml/2006/main">
              <a:ext uri="{FF2B5EF4-FFF2-40B4-BE49-F238E27FC236}">
                <a16:creationId xmlns:a16="http://schemas.microsoft.com/office/drawing/2014/main" id="{3FA61256-59E2-4C82-970C-E6C618D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2575"/>
            <a:ext cx="1064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围评审核对三项并列边界：人员（责任人可持续履职）、资源（设备与支持能力可覆盖）、方法（适用范围与例外清楚）。任一项不满足则暂停扩围，保留当前试点并明确补齐任务；达可复用前不宣称跨项目推广。本稿不预设数量、时间与收益指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
准入条件、异常复核责任及扩围门槛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2026-09-08T08:18:38.4560000Z</dcterms:created>
  <dcterms:modified xsi:type="dcterms:W3CDTF">2026-09-08T08:18:38.4560000Z</dcterms:modified>
</coreProperties>
</file>