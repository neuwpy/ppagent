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c6f74b27874509" /><Relationship Type="http://schemas.openxmlformats.org/officeDocument/2006/relationships/extended-properties" Target="/docProps/app.xml" Id="Rd1997080d2df424b" /><Relationship Type="http://schemas.openxmlformats.org/officeDocument/2006/relationships/officeDocument" Target="/ppt/presentation.xml" Id="R25879f4f4cd441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64d30c0b014958"/>
    <p:sldMasterId xmlns:r="http://schemas.openxmlformats.org/officeDocument/2006/relationships" id="2147483660" r:id="Rbaba7e262e2a4bc8"/>
    <p:sldMasterId xmlns:r="http://schemas.openxmlformats.org/officeDocument/2006/relationships" id="2147483663" r:id="R2df5cb55441f455b"/>
  </p:sldMasterIdLst>
  <p:notesMasterIdLst>
    <p:notesMasterId xmlns:r="http://schemas.openxmlformats.org/officeDocument/2006/relationships" r:id="R577176a7164c4b30"/>
  </p:notesMasterIdLst>
  <p:sldIdLst>
    <p:sldId xmlns:r="http://schemas.openxmlformats.org/officeDocument/2006/relationships" id="256" r:id="Rb442f6dddbf9400c"/>
    <p:sldId xmlns:r="http://schemas.openxmlformats.org/officeDocument/2006/relationships" id="257" r:id="R4335a1c5fac54e0b"/>
    <p:sldId xmlns:r="http://schemas.openxmlformats.org/officeDocument/2006/relationships" id="258" r:id="R13e302b1abee406e"/>
    <p:sldId xmlns:r="http://schemas.openxmlformats.org/officeDocument/2006/relationships" id="259" r:id="R4059e966b4b84b85"/>
    <p:sldId xmlns:r="http://schemas.openxmlformats.org/officeDocument/2006/relationships" id="260" r:id="R25526bba36d54cac"/>
    <p:sldId xmlns:r="http://schemas.openxmlformats.org/officeDocument/2006/relationships" id="261" r:id="Rc1994ab015a84b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03809b7e4440c8" /><Relationship Type="http://schemas.openxmlformats.org/officeDocument/2006/relationships/slideMaster" Target="/ppt/slideMasters/slideMaster1.xml" Id="R8564d30c0b014958" /><Relationship Type="http://schemas.openxmlformats.org/officeDocument/2006/relationships/slideMaster" Target="/ppt/slideMasters/slideMaster2.xml" Id="Rbaba7e262e2a4bc8" /><Relationship Type="http://schemas.openxmlformats.org/officeDocument/2006/relationships/slideMaster" Target="/ppt/slideMasters/slideMaster3.xml" Id="R2df5cb55441f455b" /><Relationship Type="http://schemas.openxmlformats.org/officeDocument/2006/relationships/notesMaster" Target="/ppt/notesMasters/notesMaster1.xml" Id="R577176a7164c4b30" /><Relationship Type="http://schemas.openxmlformats.org/officeDocument/2006/relationships/presProps" Target="/ppt/presProps.xml" Id="R19a5b0015b4b4062" /><Relationship Type="http://schemas.openxmlformats.org/officeDocument/2006/relationships/viewProps" Target="/ppt/viewProps.xml" Id="R009ff9ee48ba41cf" /><Relationship Type="http://schemas.openxmlformats.org/officeDocument/2006/relationships/tableStyles" Target="/ppt/tableStyles.xml" Id="Rc55f965d76a84a4f" /><Relationship Type="http://schemas.openxmlformats.org/officeDocument/2006/relationships/slide" Target="/ppt/slides/slide1.xml" Id="Rb442f6dddbf9400c" /><Relationship Type="http://schemas.openxmlformats.org/officeDocument/2006/relationships/slide" Target="/ppt/slides/slide2.xml" Id="R4335a1c5fac54e0b" /><Relationship Type="http://schemas.openxmlformats.org/officeDocument/2006/relationships/slide" Target="/ppt/slides/slide3.xml" Id="R13e302b1abee406e" /><Relationship Type="http://schemas.openxmlformats.org/officeDocument/2006/relationships/slide" Target="/ppt/slides/slide4.xml" Id="R4059e966b4b84b85" /><Relationship Type="http://schemas.openxmlformats.org/officeDocument/2006/relationships/slide" Target="/ppt/slides/slide5.xml" Id="R25526bba36d54cac" /><Relationship Type="http://schemas.openxmlformats.org/officeDocument/2006/relationships/slide" Target="/ppt/slides/slide6.xml" Id="Rc1994ab015a8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5cfd7687dda41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7c58262e334958" /><Relationship Type="http://schemas.openxmlformats.org/officeDocument/2006/relationships/notesMaster" Target="/ppt/notesMasters/notesMaster1.xml" Id="Rd75d2c2f173549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5159108b645ff" /><Relationship Type="http://schemas.openxmlformats.org/officeDocument/2006/relationships/notesMaster" Target="/ppt/notesMasters/notesMaster1.xml" Id="Ra11a2af368f3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afdcb92d394919" /><Relationship Type="http://schemas.openxmlformats.org/officeDocument/2006/relationships/notesMaster" Target="/ppt/notesMasters/notesMaster1.xml" Id="R7b9788cba7184f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d8568c6abc4ec7" /><Relationship Type="http://schemas.openxmlformats.org/officeDocument/2006/relationships/notesMaster" Target="/ppt/notesMasters/notesMaster1.xml" Id="R86b1591216f845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bc7c94b70648a5" /><Relationship Type="http://schemas.openxmlformats.org/officeDocument/2006/relationships/notesMaster" Target="/ppt/notesMasters/notesMaster1.xml" Id="R84998ee8339448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ccbeb8912a428d" /><Relationship Type="http://schemas.openxmlformats.org/officeDocument/2006/relationships/notesMaster" Target="/ppt/notesMasters/notesMaster1.xml" Id="R07f64c17b40844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59db2e2424fcd" /><Relationship Type="http://schemas.openxmlformats.org/officeDocument/2006/relationships/image" Target="/ppt/media/image.jpeg" Id="R6ab8033412db448f" /><Relationship Type="http://schemas.openxmlformats.org/officeDocument/2006/relationships/image" Target="/ppt/media/image.png" Id="R3a29ede83c594f15" /><Relationship Type="http://schemas.openxmlformats.org/officeDocument/2006/relationships/image" Target="/ppt/media/image2.png" Id="R1e8933ffcfa544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278d2e98c44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643b00b9241ec" /><Relationship Type="http://schemas.openxmlformats.org/officeDocument/2006/relationships/image" Target="/ppt/media/image3.png" Id="Ra2039ad8ac0345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741e01b424f1f" /><Relationship Type="http://schemas.openxmlformats.org/officeDocument/2006/relationships/image" Target="/ppt/media/image4.png" Id="R3915e43fdeb745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5e3569c1d4e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cc5bd80ba4d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81465b6fc49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f4bf49d514b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17f6fe03d44b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a9575bd7d41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e5832146b41a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3ee933c54d4272" /><Relationship Type="http://schemas.openxmlformats.org/officeDocument/2006/relationships/image" Target="/ppt/media/image5.png" Id="R9535a69a60a94f2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f78fbaf015464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da26fca12994f48" /><Relationship Type="http://schemas.openxmlformats.org/officeDocument/2006/relationships/image" Target="/ppt/media/image5.png" Id="Rd3b9b1585282427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87619502ee646d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8033412db448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9ede83c594f1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933ffcfa544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39ad8ac03456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5e43fdeb745a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5a69a60a94f2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9b1585282427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1029dd79ea47f6" /><Relationship Type="http://schemas.openxmlformats.org/officeDocument/2006/relationships/slideLayout" Target="/ppt/slideLayouts/slideLayout1.xml" Id="Rb70cbd4267a04f6e" /><Relationship Type="http://schemas.openxmlformats.org/officeDocument/2006/relationships/slideLayout" Target="/ppt/slideLayouts/slideLayout2.xml" Id="R2dc99491d3bd48e4" /><Relationship Type="http://schemas.openxmlformats.org/officeDocument/2006/relationships/slideLayout" Target="/ppt/slideLayouts/slideLayout3.xml" Id="R8c30662312544e84" /><Relationship Type="http://schemas.openxmlformats.org/officeDocument/2006/relationships/slideLayout" Target="/ppt/slideLayouts/slideLayout4.xml" Id="R3b6291aa05864421" /><Relationship Type="http://schemas.openxmlformats.org/officeDocument/2006/relationships/slideLayout" Target="/ppt/slideLayouts/slideLayout5.xml" Id="R39d562741280481a" /><Relationship Type="http://schemas.openxmlformats.org/officeDocument/2006/relationships/slideLayout" Target="/ppt/slideLayouts/slideLayout6.xml" Id="R90dd2d2acbda4abf" /><Relationship Type="http://schemas.openxmlformats.org/officeDocument/2006/relationships/slideLayout" Target="/ppt/slideLayouts/slideLayout7.xml" Id="R25b7f6e94de74ca0" /><Relationship Type="http://schemas.openxmlformats.org/officeDocument/2006/relationships/slideLayout" Target="/ppt/slideLayouts/slideLayout8.xml" Id="R20712db90e31449f" /><Relationship Type="http://schemas.openxmlformats.org/officeDocument/2006/relationships/slideLayout" Target="/ppt/slideLayouts/slideLayout9.xml" Id="R1e0b1401d64b4953" /><Relationship Type="http://schemas.openxmlformats.org/officeDocument/2006/relationships/slideLayout" Target="/ppt/slideLayouts/slideLayout10.xml" Id="R4d9b1ab546a34c6d" /><Relationship Type="http://schemas.openxmlformats.org/officeDocument/2006/relationships/slideLayout" Target="/ppt/slideLayouts/slideLayout11.xml" Id="R3166cc49f47e410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970723b76b145e1" /><Relationship Type="http://schemas.openxmlformats.org/officeDocument/2006/relationships/slideLayout" Target="/ppt/slideLayouts/slideLayout12.xml" Id="R7bed6695255b4ca0" /><Relationship Type="http://schemas.openxmlformats.org/officeDocument/2006/relationships/slideLayout" Target="/ppt/slideLayouts/slideLayout13.xml" Id="R32eca0a5cfa44b5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75c9500390d4f72" /><Relationship Type="http://schemas.openxmlformats.org/officeDocument/2006/relationships/slideLayout" Target="/ppt/slideLayouts/slideLayout14.xml" Id="Rf53ee0c887f64145" /><Relationship Type="http://schemas.openxmlformats.org/officeDocument/2006/relationships/slideLayout" Target="/ppt/slideLayouts/slideLayout15.xml" Id="R33ea012bbaf641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0cbd4267a04f6e"/>
    <p:sldLayoutId xmlns:r="http://schemas.openxmlformats.org/officeDocument/2006/relationships" id="2147483650" r:id="R2dc99491d3bd48e4"/>
    <p:sldLayoutId xmlns:r="http://schemas.openxmlformats.org/officeDocument/2006/relationships" id="2147483651" r:id="R8c30662312544e84"/>
    <p:sldLayoutId xmlns:r="http://schemas.openxmlformats.org/officeDocument/2006/relationships" id="2147483652" r:id="R3b6291aa05864421"/>
    <p:sldLayoutId xmlns:r="http://schemas.openxmlformats.org/officeDocument/2006/relationships" id="2147483653" r:id="R39d562741280481a"/>
    <p:sldLayoutId xmlns:r="http://schemas.openxmlformats.org/officeDocument/2006/relationships" id="2147483654" r:id="R90dd2d2acbda4abf"/>
    <p:sldLayoutId xmlns:r="http://schemas.openxmlformats.org/officeDocument/2006/relationships" id="2147483655" r:id="R25b7f6e94de74ca0"/>
    <p:sldLayoutId xmlns:r="http://schemas.openxmlformats.org/officeDocument/2006/relationships" id="2147483656" r:id="R20712db90e31449f"/>
    <p:sldLayoutId xmlns:r="http://schemas.openxmlformats.org/officeDocument/2006/relationships" id="2147483657" r:id="R1e0b1401d64b4953"/>
    <p:sldLayoutId xmlns:r="http://schemas.openxmlformats.org/officeDocument/2006/relationships" id="2147483658" r:id="R4d9b1ab546a34c6d"/>
    <p:sldLayoutId xmlns:r="http://schemas.openxmlformats.org/officeDocument/2006/relationships" id="2147483659" r:id="R3166cc49f47e410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bed6695255b4ca0"/>
    <p:sldLayoutId xmlns:r="http://schemas.openxmlformats.org/officeDocument/2006/relationships" id="2147483662" r:id="R32eca0a5cfa44b53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f53ee0c887f64145"/>
    <p:sldLayoutId xmlns:r="http://schemas.openxmlformats.org/officeDocument/2006/relationships" id="2147483665" r:id="R33ea012bbaf6413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3b087e1284a0e" /><Relationship Type="http://schemas.openxmlformats.org/officeDocument/2006/relationships/notesSlide" Target="/ppt/notesSlides/notesSlide1.xml" Id="Rc66a67a29118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2201b0b4b44e25" /><Relationship Type="http://schemas.openxmlformats.org/officeDocument/2006/relationships/notesSlide" Target="/ppt/notesSlides/notesSlide2.xml" Id="R26f7a33f866342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4cfa931d324908" /><Relationship Type="http://schemas.openxmlformats.org/officeDocument/2006/relationships/image" Target="/ppt/media/image6.png" Id="Rd780dc0cf1d44440" /><Relationship Type="http://schemas.openxmlformats.org/officeDocument/2006/relationships/notesSlide" Target="/ppt/notesSlides/notesSlide3.xml" Id="Rc01022dbfc3d46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9145538d5b4ed1" /><Relationship Type="http://schemas.openxmlformats.org/officeDocument/2006/relationships/image" Target="/ppt/media/image6.png" Id="R85adae96deac4792" /><Relationship Type="http://schemas.openxmlformats.org/officeDocument/2006/relationships/notesSlide" Target="/ppt/notesSlides/notesSlide4.xml" Id="R916d32ee9fd643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f7f2e1b3514e5e" /><Relationship Type="http://schemas.openxmlformats.org/officeDocument/2006/relationships/image" Target="/ppt/media/image6.png" Id="R575a303894b14bc4" /><Relationship Type="http://schemas.openxmlformats.org/officeDocument/2006/relationships/notesSlide" Target="/ppt/notesSlides/notesSlide5.xml" Id="Rbe73d9441d334f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3082b158c49f8" /><Relationship Type="http://schemas.openxmlformats.org/officeDocument/2006/relationships/notesSlide" Target="/ppt/notesSlides/notesSlide6.xml" Id="Re24d77e0096e46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0dc0cf1d44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dae96deac4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a303894b14b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2026-09-08T08:18:34.9410000Z</dcterms:created>
  <dcterms:modified xsi:type="dcterms:W3CDTF">2026-09-08T08:18:34.9410000Z</dcterms:modified>
</coreProperties>
</file>