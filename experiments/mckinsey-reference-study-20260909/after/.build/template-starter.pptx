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17558d82b14239" /><Relationship Type="http://schemas.openxmlformats.org/officeDocument/2006/relationships/extended-properties" Target="/docProps/app.xml" Id="R2563c0c30e134624" /><Relationship Type="http://schemas.openxmlformats.org/officeDocument/2006/relationships/officeDocument" Target="/ppt/presentation.xml" Id="Rb59fd268f77042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af3dd1a9dc4e20"/>
    <p:sldMasterId xmlns:r="http://schemas.openxmlformats.org/officeDocument/2006/relationships" id="2147483660" r:id="R1c1fb68ec34d4e70"/>
    <p:sldMasterId xmlns:r="http://schemas.openxmlformats.org/officeDocument/2006/relationships" id="2147483663" r:id="R5df45264ec204423"/>
  </p:sldMasterIdLst>
  <p:notesMasterIdLst>
    <p:notesMasterId xmlns:r="http://schemas.openxmlformats.org/officeDocument/2006/relationships" r:id="R0d04990a413c4f72"/>
  </p:notesMasterIdLst>
  <p:sldIdLst>
    <p:sldId xmlns:r="http://schemas.openxmlformats.org/officeDocument/2006/relationships" id="256" r:id="Rcecefb9547ef45e8"/>
    <p:sldId xmlns:r="http://schemas.openxmlformats.org/officeDocument/2006/relationships" id="257" r:id="Rcc7e35cf3892430d"/>
    <p:sldId xmlns:r="http://schemas.openxmlformats.org/officeDocument/2006/relationships" id="258" r:id="R17ebaf57fd8a46b3"/>
    <p:sldId xmlns:r="http://schemas.openxmlformats.org/officeDocument/2006/relationships" id="259" r:id="R2c2e87a0a0d241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7e389b4efa478b" /><Relationship Type="http://schemas.openxmlformats.org/officeDocument/2006/relationships/slideMaster" Target="/ppt/slideMasters/slideMaster1.xml" Id="R00af3dd1a9dc4e20" /><Relationship Type="http://schemas.openxmlformats.org/officeDocument/2006/relationships/slideMaster" Target="/ppt/slideMasters/slideMaster2.xml" Id="R1c1fb68ec34d4e70" /><Relationship Type="http://schemas.openxmlformats.org/officeDocument/2006/relationships/slideMaster" Target="/ppt/slideMasters/slideMaster3.xml" Id="R5df45264ec204423" /><Relationship Type="http://schemas.openxmlformats.org/officeDocument/2006/relationships/notesMaster" Target="/ppt/notesMasters/notesMaster1.xml" Id="R0d04990a413c4f72" /><Relationship Type="http://schemas.openxmlformats.org/officeDocument/2006/relationships/presProps" Target="/ppt/presProps.xml" Id="R169473c7f1d245d0" /><Relationship Type="http://schemas.openxmlformats.org/officeDocument/2006/relationships/viewProps" Target="/ppt/viewProps.xml" Id="R8d7ac11ca5e94bcd" /><Relationship Type="http://schemas.openxmlformats.org/officeDocument/2006/relationships/tableStyles" Target="/ppt/tableStyles.xml" Id="R8a47a7c2681143cf" /><Relationship Type="http://schemas.openxmlformats.org/officeDocument/2006/relationships/slide" Target="/ppt/slides/slide1.xml" Id="Rcecefb9547ef45e8" /><Relationship Type="http://schemas.openxmlformats.org/officeDocument/2006/relationships/slide" Target="/ppt/slides/slide2.xml" Id="Rcc7e35cf3892430d" /><Relationship Type="http://schemas.openxmlformats.org/officeDocument/2006/relationships/slide" Target="/ppt/slides/slide3.xml" Id="R17ebaf57fd8a46b3" /><Relationship Type="http://schemas.openxmlformats.org/officeDocument/2006/relationships/slide" Target="/ppt/slides/slide4.xml" Id="R2c2e87a0a0d241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9ee8e8960eae4f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ac1a98991a4501" /><Relationship Type="http://schemas.openxmlformats.org/officeDocument/2006/relationships/notesMaster" Target="/ppt/notesMasters/notesMaster1.xml" Id="R2fc6c090464a4c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8445db501748aa" /><Relationship Type="http://schemas.openxmlformats.org/officeDocument/2006/relationships/notesMaster" Target="/ppt/notesMasters/notesMaster1.xml" Id="Rabe00225ccfd46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b87abc29a14823" /><Relationship Type="http://schemas.openxmlformats.org/officeDocument/2006/relationships/notesMaster" Target="/ppt/notesMasters/notesMaster1.xml" Id="Raa2eb1d27caa46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5af5ae339dc4c4b" /><Relationship Type="http://schemas.openxmlformats.org/officeDocument/2006/relationships/notesMaster" Target="/ppt/notesMasters/notesMaster1.xml" Id="Rda3d9d6bb1ca43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7835c46ac24512" /><Relationship Type="http://schemas.openxmlformats.org/officeDocument/2006/relationships/image" Target="/ppt/media/image.jpeg" Id="R500a4673446041e9" /><Relationship Type="http://schemas.openxmlformats.org/officeDocument/2006/relationships/image" Target="/ppt/media/image.png" Id="R878929312424428a" /><Relationship Type="http://schemas.openxmlformats.org/officeDocument/2006/relationships/image" Target="/ppt/media/image2.png" Id="R7f281fe47ddf43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32e3e1b1d84c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f02ac9915b4a3a" /><Relationship Type="http://schemas.openxmlformats.org/officeDocument/2006/relationships/image" Target="/ppt/media/image3.png" Id="Rec308088818543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32f1089094366" /><Relationship Type="http://schemas.openxmlformats.org/officeDocument/2006/relationships/image" Target="/ppt/media/image4.png" Id="Re0ba8c81f20b40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81472d14f4a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18ced5f168498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97e9c78b5a4c1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7aa8a02b22469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00e21884949b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d1f9ef37642d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77f8a9095b498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7639241c4c4fed" /><Relationship Type="http://schemas.openxmlformats.org/officeDocument/2006/relationships/image" Target="/ppt/media/image5.png" Id="R388dfc054052418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f3f08d544448c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64da94cf284455f" /><Relationship Type="http://schemas.openxmlformats.org/officeDocument/2006/relationships/image" Target="/ppt/media/image5.png" Id="R2ccd9cc5e8cb44c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3f621dd3beb4935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a4673446041e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929312424428a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81fe47ddf43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08088818543bd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a8c81f20b4047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dfc054052418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cd9cc5e8cb44ca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6056cc5fc9437d" /><Relationship Type="http://schemas.openxmlformats.org/officeDocument/2006/relationships/slideLayout" Target="/ppt/slideLayouts/slideLayout1.xml" Id="Rbd6d2b89111b49a1" /><Relationship Type="http://schemas.openxmlformats.org/officeDocument/2006/relationships/slideLayout" Target="/ppt/slideLayouts/slideLayout2.xml" Id="R9a14952d125f448d" /><Relationship Type="http://schemas.openxmlformats.org/officeDocument/2006/relationships/slideLayout" Target="/ppt/slideLayouts/slideLayout3.xml" Id="R3103e28b64624e0a" /><Relationship Type="http://schemas.openxmlformats.org/officeDocument/2006/relationships/slideLayout" Target="/ppt/slideLayouts/slideLayout4.xml" Id="R5f74108b18094974" /><Relationship Type="http://schemas.openxmlformats.org/officeDocument/2006/relationships/slideLayout" Target="/ppt/slideLayouts/slideLayout5.xml" Id="R18f2a227dfe84fe7" /><Relationship Type="http://schemas.openxmlformats.org/officeDocument/2006/relationships/slideLayout" Target="/ppt/slideLayouts/slideLayout6.xml" Id="R15a6893631744027" /><Relationship Type="http://schemas.openxmlformats.org/officeDocument/2006/relationships/slideLayout" Target="/ppt/slideLayouts/slideLayout7.xml" Id="Rae957d3e23f9443d" /><Relationship Type="http://schemas.openxmlformats.org/officeDocument/2006/relationships/slideLayout" Target="/ppt/slideLayouts/slideLayout8.xml" Id="Rfffcad6fd1944c31" /><Relationship Type="http://schemas.openxmlformats.org/officeDocument/2006/relationships/slideLayout" Target="/ppt/slideLayouts/slideLayout9.xml" Id="Rc437a96eaa8e4a15" /><Relationship Type="http://schemas.openxmlformats.org/officeDocument/2006/relationships/slideLayout" Target="/ppt/slideLayouts/slideLayout10.xml" Id="R45efc6bef05a4e33" /><Relationship Type="http://schemas.openxmlformats.org/officeDocument/2006/relationships/slideLayout" Target="/ppt/slideLayouts/slideLayout11.xml" Id="Rf0190fdc7267423a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ea9c51a18f54b82" /><Relationship Type="http://schemas.openxmlformats.org/officeDocument/2006/relationships/slideLayout" Target="/ppt/slideLayouts/slideLayout12.xml" Id="R954db49249504b41" /><Relationship Type="http://schemas.openxmlformats.org/officeDocument/2006/relationships/slideLayout" Target="/ppt/slideLayouts/slideLayout13.xml" Id="R3e052ef65f3a41d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44a0688381a44805" /><Relationship Type="http://schemas.openxmlformats.org/officeDocument/2006/relationships/slideLayout" Target="/ppt/slideLayouts/slideLayout14.xml" Id="Rbd977ade8d51422c" /><Relationship Type="http://schemas.openxmlformats.org/officeDocument/2006/relationships/slideLayout" Target="/ppt/slideLayouts/slideLayout15.xml" Id="Ra136b8ac68e14da1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6d2b89111b49a1"/>
    <p:sldLayoutId xmlns:r="http://schemas.openxmlformats.org/officeDocument/2006/relationships" id="2147483650" r:id="R9a14952d125f448d"/>
    <p:sldLayoutId xmlns:r="http://schemas.openxmlformats.org/officeDocument/2006/relationships" id="2147483651" r:id="R3103e28b64624e0a"/>
    <p:sldLayoutId xmlns:r="http://schemas.openxmlformats.org/officeDocument/2006/relationships" id="2147483652" r:id="R5f74108b18094974"/>
    <p:sldLayoutId xmlns:r="http://schemas.openxmlformats.org/officeDocument/2006/relationships" id="2147483653" r:id="R18f2a227dfe84fe7"/>
    <p:sldLayoutId xmlns:r="http://schemas.openxmlformats.org/officeDocument/2006/relationships" id="2147483654" r:id="R15a6893631744027"/>
    <p:sldLayoutId xmlns:r="http://schemas.openxmlformats.org/officeDocument/2006/relationships" id="2147483655" r:id="Rae957d3e23f9443d"/>
    <p:sldLayoutId xmlns:r="http://schemas.openxmlformats.org/officeDocument/2006/relationships" id="2147483656" r:id="Rfffcad6fd1944c31"/>
    <p:sldLayoutId xmlns:r="http://schemas.openxmlformats.org/officeDocument/2006/relationships" id="2147483657" r:id="Rc437a96eaa8e4a15"/>
    <p:sldLayoutId xmlns:r="http://schemas.openxmlformats.org/officeDocument/2006/relationships" id="2147483658" r:id="R45efc6bef05a4e33"/>
    <p:sldLayoutId xmlns:r="http://schemas.openxmlformats.org/officeDocument/2006/relationships" id="2147483659" r:id="Rf0190fdc7267423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54db49249504b41"/>
    <p:sldLayoutId xmlns:r="http://schemas.openxmlformats.org/officeDocument/2006/relationships" id="2147483662" r:id="R3e052ef65f3a41d7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bd977ade8d51422c"/>
    <p:sldLayoutId xmlns:r="http://schemas.openxmlformats.org/officeDocument/2006/relationships" id="2147483665" r:id="Ra136b8ac68e14da1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138ed42d8e24be9" /><Relationship Type="http://schemas.openxmlformats.org/officeDocument/2006/relationships/image" Target="/ppt/media/image6.png" Id="Rd02fca2e0da641d3" /><Relationship Type="http://schemas.openxmlformats.org/officeDocument/2006/relationships/notesSlide" Target="/ppt/notesSlides/notesSlide1.xml" Id="Rbd4e7ed4b26c4b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0a4f34317264603" /><Relationship Type="http://schemas.openxmlformats.org/officeDocument/2006/relationships/image" Target="/ppt/media/image6.png" Id="R42ede6e1bdce4795" /><Relationship Type="http://schemas.openxmlformats.org/officeDocument/2006/relationships/notesSlide" Target="/ppt/notesSlides/notesSlide2.xml" Id="R594e2ac1b87543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8ce86c16f2466a" /><Relationship Type="http://schemas.openxmlformats.org/officeDocument/2006/relationships/image" Target="/ppt/media/image6.png" Id="Rca82221f1bd948d5" /><Relationship Type="http://schemas.openxmlformats.org/officeDocument/2006/relationships/notesSlide" Target="/ppt/notesSlides/notesSlide3.xml" Id="R8e1f3524858947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283b97029f4010" /><Relationship Type="http://schemas.openxmlformats.org/officeDocument/2006/relationships/image" Target="/ppt/media/image6.png" Id="R95e536c53c4543d0" /><Relationship Type="http://schemas.openxmlformats.org/officeDocument/2006/relationships/notesSlide" Target="/ppt/notesSlides/notesSlide4.xml" Id="Rda84be48ec83443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fca2e0da641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de6e1bdce4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2221f1bd948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536c53c4543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2026-09-09T00:44:45.4640000Z</dcterms:created>
  <dcterms:modified xsi:type="dcterms:W3CDTF">2026-09-09T00:44:45.4640000Z</dcterms:modified>
</coreProperties>
</file>