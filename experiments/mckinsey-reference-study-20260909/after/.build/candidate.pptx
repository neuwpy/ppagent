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8e9b8386e4b5b" /><Relationship Type="http://schemas.openxmlformats.org/officeDocument/2006/relationships/extended-properties" Target="/docProps/app.xml" Id="R44b315b1716f4fa3" /><Relationship Type="http://schemas.openxmlformats.org/officeDocument/2006/relationships/officeDocument" Target="/ppt/presentation.xml" Id="Rb88b82bb1dca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fa40523b840b2"/>
    <p:sldMasterId xmlns:r="http://schemas.openxmlformats.org/officeDocument/2006/relationships" id="2147483660" r:id="Rd9c7477a9aab47a1"/>
    <p:sldMasterId xmlns:r="http://schemas.openxmlformats.org/officeDocument/2006/relationships" id="2147483663" r:id="Rae3b05d1f26f4c08"/>
  </p:sldMasterIdLst>
  <p:notesMasterIdLst>
    <p:notesMasterId xmlns:r="http://schemas.openxmlformats.org/officeDocument/2006/relationships" r:id="R0df1ea9e1a1f4dfe"/>
  </p:notesMasterIdLst>
  <p:sldIdLst>
    <p:sldId xmlns:r="http://schemas.openxmlformats.org/officeDocument/2006/relationships" id="256" r:id="Rb487a348e03c4ff8"/>
    <p:sldId xmlns:r="http://schemas.openxmlformats.org/officeDocument/2006/relationships" id="257" r:id="Rbc58c826725a4d8f"/>
    <p:sldId xmlns:r="http://schemas.openxmlformats.org/officeDocument/2006/relationships" id="258" r:id="R970fad19b5ee43fd"/>
    <p:sldId xmlns:r="http://schemas.openxmlformats.org/officeDocument/2006/relationships" id="259" r:id="R47024aefe2794d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44278684b402d" /><Relationship Type="http://schemas.openxmlformats.org/officeDocument/2006/relationships/slideMaster" Target="/ppt/slideMasters/slideMaster1.xml" Id="R4d4fa40523b840b2" /><Relationship Type="http://schemas.openxmlformats.org/officeDocument/2006/relationships/slideMaster" Target="/ppt/slideMasters/slideMaster2.xml" Id="Rd9c7477a9aab47a1" /><Relationship Type="http://schemas.openxmlformats.org/officeDocument/2006/relationships/slideMaster" Target="/ppt/slideMasters/slideMaster3.xml" Id="Rae3b05d1f26f4c08" /><Relationship Type="http://schemas.openxmlformats.org/officeDocument/2006/relationships/notesMaster" Target="/ppt/notesMasters/notesMaster1.xml" Id="R0df1ea9e1a1f4dfe" /><Relationship Type="http://schemas.openxmlformats.org/officeDocument/2006/relationships/presProps" Target="/ppt/presProps.xml" Id="R879a343ef84a4c95" /><Relationship Type="http://schemas.openxmlformats.org/officeDocument/2006/relationships/viewProps" Target="/ppt/viewProps.xml" Id="R9cb25ea65466433b" /><Relationship Type="http://schemas.openxmlformats.org/officeDocument/2006/relationships/tableStyles" Target="/ppt/tableStyles.xml" Id="R80a1e29fc6164c49" /><Relationship Type="http://schemas.openxmlformats.org/officeDocument/2006/relationships/slide" Target="/ppt/slides/slide1.xml" Id="Rb487a348e03c4ff8" /><Relationship Type="http://schemas.openxmlformats.org/officeDocument/2006/relationships/slide" Target="/ppt/slides/slide2.xml" Id="Rbc58c826725a4d8f" /><Relationship Type="http://schemas.openxmlformats.org/officeDocument/2006/relationships/slide" Target="/ppt/slides/slide3.xml" Id="R970fad19b5ee43fd" /><Relationship Type="http://schemas.openxmlformats.org/officeDocument/2006/relationships/slide" Target="/ppt/slides/slide4.xml" Id="R47024aefe2794d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279b85de632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1afaab86c4c14" /><Relationship Type="http://schemas.openxmlformats.org/officeDocument/2006/relationships/notesMaster" Target="/ppt/notesMasters/notesMaster1.xml" Id="R7dd20767363a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5b56623aa4fc6" /><Relationship Type="http://schemas.openxmlformats.org/officeDocument/2006/relationships/notesMaster" Target="/ppt/notesMasters/notesMaster1.xml" Id="Rf490ede2e5db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33179ce8c4bdb" /><Relationship Type="http://schemas.openxmlformats.org/officeDocument/2006/relationships/notesMaster" Target="/ppt/notesMasters/notesMaster1.xml" Id="R36e317f3ae79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58c5056e9d4b3c" /><Relationship Type="http://schemas.openxmlformats.org/officeDocument/2006/relationships/notesMaster" Target="/ppt/notesMasters/notesMaster1.xml" Id="R9a10f8c6f0d34f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视觉：assets/主题/东北大学-001/runtime-template.pptx（大学 Skin＋麦肯锡式）</a:t>
            </a:r>
            <a:endParaRPr/>
          </a:p>
          <a:p xmlns:a="http://schemas.openxmlformats.org/drawingml/2006/main">
            <a:r>
              <a:t>- PPagenT：fixed-rules-p1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本页采纳参考观察：将密集表格转为共同口径的横向比较，直接显示数量、比例和中位时间。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视觉：assets/主题/东北大学-001/runtime-template.pptx（大学 Skin＋麦肯锡式）</a:t>
            </a:r>
            <a:endParaRPr/>
          </a:p>
          <a:p xmlns:a="http://schemas.openxmlformats.org/drawingml/2006/main">
            <a:r>
              <a:t>- PPagenT：fixed-rules-p2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本页采纳参考观察：把原因复核变成完整构成条，并保留4月请求构成作为上下文。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视觉：assets/主题/东北大学-001/runtime-template.pptx（大学 Skin＋麦肯锡式）</a:t>
            </a:r>
            <a:endParaRPr/>
          </a:p>
          <a:p xmlns:a="http://schemas.openxmlformats.org/drawingml/2006/main">
            <a:r>
              <a:t>- PPagenT：fixed-rules-p3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本页采纳参考观察：比较页保留共同维度表，用强调列标出推荐依据，不把估计改成结果。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视觉：assets/主题/东北大学-001/runtime-template.pptx（大学 Skin＋麦肯锡式）</a:t>
            </a:r>
            <a:endParaRPr/>
          </a:p>
          <a:p xmlns:a="http://schemas.openxmlformats.org/drawingml/2006/main">
            <a:r>
              <a:t>- PPagenT：fixed-rules-p4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本页采纳参考观察：用真实阶段和门槛组织流程，保留回退条件与评估指标的区别。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38ac009054da1" /><Relationship Type="http://schemas.openxmlformats.org/officeDocument/2006/relationships/image" Target="/ppt/media/image.jpeg" Id="R85b96e9856984000" /><Relationship Type="http://schemas.openxmlformats.org/officeDocument/2006/relationships/image" Target="/ppt/media/image.png" Id="R7a5575810bd44f6b" /><Relationship Type="http://schemas.openxmlformats.org/officeDocument/2006/relationships/image" Target="/ppt/media/image2.png" Id="R392781cfc16c4f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9cff93fd74e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558f833974c9d" /><Relationship Type="http://schemas.openxmlformats.org/officeDocument/2006/relationships/image" Target="/ppt/media/image3.png" Id="R8abc13fbf5284b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c5653df154127" /><Relationship Type="http://schemas.openxmlformats.org/officeDocument/2006/relationships/image" Target="/ppt/media/image4.png" Id="R3e52d9a3dd2f4a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ff09b901f4c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013f8cb9847c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c0f48694342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130dac77d4d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74e94505c45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e35f820e941b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a9d8884a94c8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d24f284a34458e" /><Relationship Type="http://schemas.openxmlformats.org/officeDocument/2006/relationships/image" Target="/ppt/media/image5.png" Id="R94538b771473415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dbd118c5e4496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5d3205ef95e4d00" /><Relationship Type="http://schemas.openxmlformats.org/officeDocument/2006/relationships/image" Target="/ppt/media/image5.png" Id="R036b7950f57f4f0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1f86d9d600448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96e985698400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575810bd44f6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781cfc16c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c13fbf5284b7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2d9a3dd2f4af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38b771473415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b7950f57f4f0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6ea72e107a41be" /><Relationship Type="http://schemas.openxmlformats.org/officeDocument/2006/relationships/slideLayout" Target="/ppt/slideLayouts/slideLayout1.xml" Id="Rd680cfd036114ef8" /><Relationship Type="http://schemas.openxmlformats.org/officeDocument/2006/relationships/slideLayout" Target="/ppt/slideLayouts/slideLayout2.xml" Id="R57a056b425104669" /><Relationship Type="http://schemas.openxmlformats.org/officeDocument/2006/relationships/slideLayout" Target="/ppt/slideLayouts/slideLayout3.xml" Id="Re9f55156c25c4d2d" /><Relationship Type="http://schemas.openxmlformats.org/officeDocument/2006/relationships/slideLayout" Target="/ppt/slideLayouts/slideLayout4.xml" Id="R41f62587a0de4bdf" /><Relationship Type="http://schemas.openxmlformats.org/officeDocument/2006/relationships/slideLayout" Target="/ppt/slideLayouts/slideLayout5.xml" Id="Rfdecd556983b495b" /><Relationship Type="http://schemas.openxmlformats.org/officeDocument/2006/relationships/slideLayout" Target="/ppt/slideLayouts/slideLayout6.xml" Id="R966b8cf344bd40a8" /><Relationship Type="http://schemas.openxmlformats.org/officeDocument/2006/relationships/slideLayout" Target="/ppt/slideLayouts/slideLayout7.xml" Id="R203e6409b5814e62" /><Relationship Type="http://schemas.openxmlformats.org/officeDocument/2006/relationships/slideLayout" Target="/ppt/slideLayouts/slideLayout8.xml" Id="R4f7847ff5c114401" /><Relationship Type="http://schemas.openxmlformats.org/officeDocument/2006/relationships/slideLayout" Target="/ppt/slideLayouts/slideLayout9.xml" Id="R1f919fcbbab24581" /><Relationship Type="http://schemas.openxmlformats.org/officeDocument/2006/relationships/slideLayout" Target="/ppt/slideLayouts/slideLayout10.xml" Id="R112683a4afc7412c" /><Relationship Type="http://schemas.openxmlformats.org/officeDocument/2006/relationships/slideLayout" Target="/ppt/slideLayouts/slideLayout11.xml" Id="R805bfc5ac28d405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d183f2346e48a8" /><Relationship Type="http://schemas.openxmlformats.org/officeDocument/2006/relationships/slideLayout" Target="/ppt/slideLayouts/slideLayout12.xml" Id="R9faccd0a294d40ab" /><Relationship Type="http://schemas.openxmlformats.org/officeDocument/2006/relationships/slideLayout" Target="/ppt/slideLayouts/slideLayout13.xml" Id="R723e4c7d08d84ee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7381237581c4596" /><Relationship Type="http://schemas.openxmlformats.org/officeDocument/2006/relationships/slideLayout" Target="/ppt/slideLayouts/slideLayout14.xml" Id="R45299cf523204e7e" /><Relationship Type="http://schemas.openxmlformats.org/officeDocument/2006/relationships/slideLayout" Target="/ppt/slideLayouts/slideLayout15.xml" Id="R61bfb3e5a8624f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0cfd036114ef8"/>
    <p:sldLayoutId xmlns:r="http://schemas.openxmlformats.org/officeDocument/2006/relationships" id="2147483650" r:id="R57a056b425104669"/>
    <p:sldLayoutId xmlns:r="http://schemas.openxmlformats.org/officeDocument/2006/relationships" id="2147483651" r:id="Re9f55156c25c4d2d"/>
    <p:sldLayoutId xmlns:r="http://schemas.openxmlformats.org/officeDocument/2006/relationships" id="2147483652" r:id="R41f62587a0de4bdf"/>
    <p:sldLayoutId xmlns:r="http://schemas.openxmlformats.org/officeDocument/2006/relationships" id="2147483653" r:id="Rfdecd556983b495b"/>
    <p:sldLayoutId xmlns:r="http://schemas.openxmlformats.org/officeDocument/2006/relationships" id="2147483654" r:id="R966b8cf344bd40a8"/>
    <p:sldLayoutId xmlns:r="http://schemas.openxmlformats.org/officeDocument/2006/relationships" id="2147483655" r:id="R203e6409b5814e62"/>
    <p:sldLayoutId xmlns:r="http://schemas.openxmlformats.org/officeDocument/2006/relationships" id="2147483656" r:id="R4f7847ff5c114401"/>
    <p:sldLayoutId xmlns:r="http://schemas.openxmlformats.org/officeDocument/2006/relationships" id="2147483657" r:id="R1f919fcbbab24581"/>
    <p:sldLayoutId xmlns:r="http://schemas.openxmlformats.org/officeDocument/2006/relationships" id="2147483658" r:id="R112683a4afc7412c"/>
    <p:sldLayoutId xmlns:r="http://schemas.openxmlformats.org/officeDocument/2006/relationships" id="2147483659" r:id="R805bfc5ac28d40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faccd0a294d40ab"/>
    <p:sldLayoutId xmlns:r="http://schemas.openxmlformats.org/officeDocument/2006/relationships" id="2147483662" r:id="R723e4c7d08d84ee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5299cf523204e7e"/>
    <p:sldLayoutId xmlns:r="http://schemas.openxmlformats.org/officeDocument/2006/relationships" id="2147483665" r:id="R61bfb3e5a8624f3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c380f66cff48f7" /><Relationship Type="http://schemas.openxmlformats.org/officeDocument/2006/relationships/notesSlide" Target="/ppt/notesSlides/notesSlide1.xml" Id="R264cbb2f48a7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3e16323ff94e71" /><Relationship Type="http://schemas.openxmlformats.org/officeDocument/2006/relationships/notesSlide" Target="/ppt/notesSlides/notesSlide2.xml" Id="Rbf219af70060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7d79032fc546f7" /><Relationship Type="http://schemas.openxmlformats.org/officeDocument/2006/relationships/notesSlide" Target="/ppt/notesSlides/notesSlide3.xml" Id="R46a2c04ba8ee47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a54d62e6a648a4" /><Relationship Type="http://schemas.openxmlformats.org/officeDocument/2006/relationships/notesSlide" Target="/ppt/notesSlides/notesSlide4.xml" Id="Rd8606cc8613245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001F3-76FC-4056-89C2-D910C803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口径一致：每月当月收到的请求，回看是否在两个工作日内首次给出可执行答复。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AF590-2701-43CB-8BD1-CF6FFA4E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2DEE9-38C5-4383-90B5-289EE899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620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01544-2262-4B62-A224-14382EC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请求量上升，及时响应比例下降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18CBA-53EA-43D3-B03C-40C988F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每月请求量与其中及时首次响应的数量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C3644-DDCA-4626-B524-6D36AC4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2C127-2804-4DDD-87B8-942B2EBB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中位首次响应时间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278BE-9BD8-4750-86EC-5DB09FB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F595-9EAD-4E5F-B56D-4AF2E8C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26860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FB30E-B221-4E47-9D11-FDF731AC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214884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2267C-6CE9-44AF-926D-0C71F2D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96/120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1D241-7E67-4E2F-B72B-E49F54F0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242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4397C-25B1-4E45-B53C-F190969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 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9600F-3610-4D52-A9F7-AA4F0A5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71C21-BF60-4D7D-9555-5E10041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782B-01AF-4825-BDA4-ED5A539A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3357563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E255F-94AD-4137-B13A-D3C62E18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2551748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C5C5D3-2B42-43EC-AAA2-A1BF026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481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114/150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16B5A-8FD9-4221-8B80-BF30BA7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481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461BC-A841-46E9-A3C6-D03A896D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 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DD084-BC5F-4AC4-BFF5-FFD52D0E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A089E1-4505-45B0-B8ED-433819E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66AAFE-A2B6-49B1-A888-810983D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4029075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492348-FE82-4C32-B807-3B070F0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2820353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051A97-8A42-4830-A61C-FD6B85A8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719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126/180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CCE4FF-794D-4362-8764-422A799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719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01FABB-81C0-4C40-8631-7C71D404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719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 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A9A8E-80EC-41BF-AB15-C8833ED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5939D0-7979-4075-B067-6D0701C7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739F61-946C-4524-BA8B-18D213E4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24425"/>
            <a:ext cx="53721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9C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43A44E-C332-46CD-B7E0-C6F1018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24425"/>
            <a:ext cx="322326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65E8C-A1E1-472D-A67C-82BC29B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958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144/240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A1CB51-C061-4ED4-AD00-C4716E10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A5EED6-4858-4A9C-AA5B-C734111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rPr>
              <a:t>2.4 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6D94E5-6ED5-4E83-8871-441CE92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蓝色：两工作日内首次可执行答复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3CE463-30A8-4F78-8FCE-1DF3DF15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灰色部分：其余请求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159499-59F4-4E90-A404-FAE23EF1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19087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E5C500-4003-433D-A3A6-39A752A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读图结论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A797F2-9630-4682-A75B-072AA2D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工作量翻倍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F83919-B7FF-4CA6-966F-D8EC20E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432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120 → 240 个请求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3009ED-6617-4A4E-973E-E99AC9F4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147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2F24AF-C2CE-4EC9-AC79-5A6546D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及时比例下降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9DA8FA-4E30-4E81-87D0-EAB34DB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80% → 60%（下降20个百分点）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D6CA4D-C1D5-440C-8F3D-6167609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rPr>
              <a:t>中位时间升至2.4个工作日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CA74BA-E41D-438B-A563-359CBFC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673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人员数保持不变；无对照实验，不能断言工作量增长是响应变慢的唯一原因。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C0777F-616C-4216-AF55-26B1ECE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8F32F-7119-4884-BC13-A454404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复核对象：4月未达到两个工作日响应标准的96个请求；分类互斥且合计完整。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027DB-8A8B-4B87-8E29-CBE8BD8E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8C1AE-3C74-4CE0-8C49-9BCE28F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620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CFD13-F95E-4A45-9BD4-CC3A67B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阻塞原因集中在材料与权限环节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1056B-D1B9-4E5E-A43A-AFD85204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96个未达标请求，每个请求只记一个主要原因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E8D5E-6F11-4E5D-A4DB-B9EDC30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000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E7E5B-DF1D-4CF8-9971-149DA7A3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924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43D91-A72A-4DAD-97FE-3D1D881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29000"/>
            <a:ext cx="2143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C4865-6724-4368-A8EA-5DF40229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24250"/>
            <a:ext cx="2066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8D610-49B3-40E9-BD74-348F496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290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25994-D61B-4119-B0DE-C71F339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91B2A-4052-40EE-9C33-6E16CA4E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57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C21B5-B692-4AA3-9127-9CF2D92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50E65-61DA-4386-B457-36357F2C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B1352-7BCD-4B9A-B04B-D116AA3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42 + 30 = 72 个请求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D8286-9F70-41DC-9DE8-E492BEB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占未达标请求 75%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873F47-0F68-485F-B079-D64B201D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4月请求构成（全部240个）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05D7F-F3D9-40AA-ACA8-9B40367B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65B62-09D5-4FA0-8188-AF11E09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578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数据提取 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1CE57A-3D14-48C9-BE83-EA4A6D4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19700"/>
            <a:ext cx="10629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99F96-9BCA-46AE-B8A6-C7E2305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57825"/>
            <a:ext cx="106299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数据清洗 72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DA7A5-F14E-4680-8DD8-6795E0BC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5219700"/>
            <a:ext cx="7086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D8AC44-0CC0-4BD0-9755-1AA44986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5457825"/>
            <a:ext cx="7086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权限开通 48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F81D0E-6BEE-4CBD-B90D-8DA97A5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19087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A55F0-AABC-4961-AD98-71A23A77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这组数据支持的判断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83B43B-30FD-4B82-B33F-962A3F58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材料与权限是主要阻塞环节，统一入口与这两个环节有直接对应关系。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C1049B-9DCD-473A-BB34-1F9213B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8EB31-996F-4DC3-9A4C-9C95A9C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EF87D3-A992-46EF-8B6B-4962266F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复核分类不等于措施可消除的数量，也不能据此预测节省工时。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7014-7B44-4CFD-90B2-E1A6FAD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投入与周期为内部方案估计；B尚未实施，人日是实施工作量，不能换算响应改善。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55642-388F-4D4B-BCB1-0C8A6D0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7EE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B24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DF6E5-8FC0-4BA5-90C5-5E2177B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114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3F7A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81BD3-0ADA-4161-8CBC-009C3CF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建议先试行 B 统一申请入口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25759-0662-487C-95C4-E8E5ADC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86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72/96 个未达标请求属于材料或权限阻塞，B直接作用于提交时字段与授权校验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B510E-9817-4A64-BC45-3776439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38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DDD0C-2F39-464C-A984-7224106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527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F976E-BD80-48FD-9BF4-15C8FA1E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575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F133C-D3A4-48DC-9AB3-61D27EB3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D1487-6D09-4D85-BBE0-DB1A530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575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2B7CC-579B-424B-B08A-DD0778D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527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DD841-DF10-406D-A779-F78C104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575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AB888-FFCC-4CC4-A537-95C42E78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99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92B8D-CA0C-462D-B802-0940BC3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32983-345D-4E39-8166-6FCAA76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9FE87-D88B-439B-91E4-0F654D8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E12051-58A1-4BB3-9197-4730A283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C4C7CC-A196-4E97-942D-DEBC96A9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952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E6C66-A6BD-4AA1-BE14-D89FBEC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0525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419776-15E3-4D51-91E5-A9B437E5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95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240BF-8D69-4A55-974C-011C3CB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95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7792F-B557-42D5-B824-FDF2DFB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8957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1A009B-B03D-4C83-8ECD-5A8EC55D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2910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03D85C-EC25-4FAA-ADF4-FF0AA03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FE47F3-3419-4C89-BC4F-16EE3A0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05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33390A-092D-41FA-A567-D1C6143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05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235DF3-621A-43E8-BD0D-7FE8AFE6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05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A34BC7-A3BC-4529-870E-ADD047D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D97C1D-CED6-46BE-ACA5-67DE976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44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BAC7C0-887E-4577-9F54-E29228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FD904B-F0DB-4531-9D95-ADC326E2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E3BD18-5CA2-4AA0-AF53-E0C6BB3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14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1E04E7-C22F-4602-94DC-B77EDFF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2F19AD-DB09-4B6F-8BC9-DEA7688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C71208-00A4-4892-AF1E-8906337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E42A7C-A473-49AB-B766-108F212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124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FE9FF7-4762-466C-8723-D8CDDF7B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24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AE3FF0-77BD-445C-9558-A1164914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57825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C1D42E-2105-41B4-A006-0AE5AAD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944E0C-3ADE-4A03-BECE-295222C7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5340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C6A1D3-F39A-417A-97E1-16A97623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5340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CB1DD2-8057-43DA-B720-52E779B8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5340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5D466E-5A2F-4644-82FA-BCAC42D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A保留为短期高峰应急；C待入口规则稳定后再评估。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78D30-2D6F-4902-B4D5-99A47064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六周试点按先统一字段、再单类试用、后复核扩围推进；每阶段都有进入条件。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386B0-C3A4-4043-95BE-CE4FB1C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6E346-DA08-4A05-B6D5-37DA9EE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33813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C41DE-4CE2-4478-AB22-65A0EEB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E5BDF-96D7-4804-BEBF-7CDC308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877AE-15FF-4530-9DA1-240D2C57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520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负责人联合三类请求经办人，形成字段字典、授权清单和统一入口。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1EC4A-6561-453C-A3CE-77AE4B79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1F58E-E9AC-4639-A3D0-2B770A0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进入下一阶段：三类请求均完成一轮实际样本填写检查，无关键必填字段缺失。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098A6-897D-40C8-AC1A-52654C87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33813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DBACA-45CD-4890-86CB-86BFD76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F7A67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C53EF-912E-4825-B807-3F50EAAF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05F80-7882-48D0-A75B-86BAF874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0520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保存缺失字段、退回原因和首次响应记录，不同时覆盖其他两类。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86A04-5419-4B0B-B961-E5C8824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0B637C-D3B2-4C1D-8695-D1F04D6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扩大条件：记录完整，且未发现会阻断提交的高频规则错误。否则回到字段和规则修订。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22D3CF-D580-447A-845D-C2CBC8B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39052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B8B60-5591-4E1A-B488-B53A6397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7B24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0D483-A59B-46DB-8C51-5FDC6E6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480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负责人复核后决定扩围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04876-FFEA-45DA-8689-305216E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05200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复核试点数据，再决定是否扩大到数据清洗和权限开通。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9BC6EA-8099-485F-8881-CC581BE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862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391BF-1F13-4FFC-8E94-2C9966FA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38650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评估：两工作日内响应比例、材料退回比例、经办人维护时间。目标值根据试点基线确定。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D7DAE2-8EBF-42C4-9DC9-2A059A59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95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AFA440-B031-42BF-A2FC-A123177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62375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A8F3A-3922-41F4-8B3F-E1C4E93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95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DA3CC8-DEFC-4E6F-9D83-B281E5B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62375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892995-1886-4E56-9D88-3B33672A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5504B"/>
                </a:solidFill>
                <a:latin typeface="Microsoft YaHei"/>
                <a:ea typeface="Microsoft YaHei"/>
                <a:cs typeface="Microsoft YaHei"/>
              </a:rPr>
              <a:t>若出现高频规则错误，回到字段和规则修订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468D4-A9FB-4DB7-955F-B448F74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50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F8E182-03AF-4872-8888-DD7196D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50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CA8E96-A9CE-492F-BAF3-9348E8ED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550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02BE76-19CB-488D-98A8-136DE43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38750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550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2C095-8A04-4E95-B39B-73FF58A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2026-09-09T00:44:46.9740000Z</dcterms:created>
  <dcterms:modified xsi:type="dcterms:W3CDTF">2026-09-09T00:44:46.9740000Z</dcterms:modified>
</coreProperties>
</file>