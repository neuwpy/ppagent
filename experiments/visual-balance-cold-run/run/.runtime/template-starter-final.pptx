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190924b1284ce0" /><Relationship Type="http://schemas.openxmlformats.org/officeDocument/2006/relationships/extended-properties" Target="/docProps/app.xml" Id="R0403a2749fec43b9" /><Relationship Type="http://schemas.openxmlformats.org/officeDocument/2006/relationships/officeDocument" Target="/ppt/presentation.xml" Id="R1b5ba834328f44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93c37721a429e"/>
    <p:sldMasterId xmlns:r="http://schemas.openxmlformats.org/officeDocument/2006/relationships" id="2147483660" r:id="Rc813b5996b8b4963"/>
    <p:sldMasterId xmlns:r="http://schemas.openxmlformats.org/officeDocument/2006/relationships" id="2147483663" r:id="R32ce2c0b3d264dc6"/>
  </p:sldMasterIdLst>
  <p:notesMasterIdLst>
    <p:notesMasterId xmlns:r="http://schemas.openxmlformats.org/officeDocument/2006/relationships" r:id="R82eba2c6ce414bc1"/>
  </p:notesMasterIdLst>
  <p:sldIdLst>
    <p:sldId xmlns:r="http://schemas.openxmlformats.org/officeDocument/2006/relationships" id="256" r:id="R639a4e8ea7864cd6"/>
    <p:sldId xmlns:r="http://schemas.openxmlformats.org/officeDocument/2006/relationships" id="257" r:id="R2ae138687e0f41e0"/>
    <p:sldId xmlns:r="http://schemas.openxmlformats.org/officeDocument/2006/relationships" id="258" r:id="R0200df2e89c74a7f"/>
    <p:sldId xmlns:r="http://schemas.openxmlformats.org/officeDocument/2006/relationships" id="259" r:id="R16390b8492e24bf3"/>
    <p:sldId xmlns:r="http://schemas.openxmlformats.org/officeDocument/2006/relationships" id="260" r:id="Ra841b424f82740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ac42380a294beb" /><Relationship Type="http://schemas.openxmlformats.org/officeDocument/2006/relationships/slideMaster" Target="/ppt/slideMasters/slideMaster1.xml" Id="R6c893c37721a429e" /><Relationship Type="http://schemas.openxmlformats.org/officeDocument/2006/relationships/slideMaster" Target="/ppt/slideMasters/slideMaster2.xml" Id="Rc813b5996b8b4963" /><Relationship Type="http://schemas.openxmlformats.org/officeDocument/2006/relationships/slideMaster" Target="/ppt/slideMasters/slideMaster3.xml" Id="R32ce2c0b3d264dc6" /><Relationship Type="http://schemas.openxmlformats.org/officeDocument/2006/relationships/notesMaster" Target="/ppt/notesMasters/notesMaster1.xml" Id="R82eba2c6ce414bc1" /><Relationship Type="http://schemas.openxmlformats.org/officeDocument/2006/relationships/presProps" Target="/ppt/presProps.xml" Id="R8beb245363684e99" /><Relationship Type="http://schemas.openxmlformats.org/officeDocument/2006/relationships/viewProps" Target="/ppt/viewProps.xml" Id="Rc04e2d1621244a61" /><Relationship Type="http://schemas.openxmlformats.org/officeDocument/2006/relationships/tableStyles" Target="/ppt/tableStyles.xml" Id="R7254826f170544b6" /><Relationship Type="http://schemas.openxmlformats.org/officeDocument/2006/relationships/slide" Target="/ppt/slides/slide1.xml" Id="R639a4e8ea7864cd6" /><Relationship Type="http://schemas.openxmlformats.org/officeDocument/2006/relationships/slide" Target="/ppt/slides/slide2.xml" Id="R2ae138687e0f41e0" /><Relationship Type="http://schemas.openxmlformats.org/officeDocument/2006/relationships/slide" Target="/ppt/slides/slide3.xml" Id="R0200df2e89c74a7f" /><Relationship Type="http://schemas.openxmlformats.org/officeDocument/2006/relationships/slide" Target="/ppt/slides/slide4.xml" Id="R16390b8492e24bf3" /><Relationship Type="http://schemas.openxmlformats.org/officeDocument/2006/relationships/slide" Target="/ppt/slides/slide5.xml" Id="Ra841b424f82740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8fa5f5e74a34a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38dcfc176e43ab" /><Relationship Type="http://schemas.openxmlformats.org/officeDocument/2006/relationships/notesMaster" Target="/ppt/notesMasters/notesMaster1.xml" Id="R2cf1a485eea64f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cbd4a1590d43d9" /><Relationship Type="http://schemas.openxmlformats.org/officeDocument/2006/relationships/notesMaster" Target="/ppt/notesMasters/notesMaster1.xml" Id="R7eaeedb49daa4b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2d3b322764767" /><Relationship Type="http://schemas.openxmlformats.org/officeDocument/2006/relationships/notesMaster" Target="/ppt/notesMasters/notesMaster1.xml" Id="R1c744f73012d4c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c9d9b16b95471e" /><Relationship Type="http://schemas.openxmlformats.org/officeDocument/2006/relationships/notesMaster" Target="/ppt/notesMasters/notesMaster1.xml" Id="R0d61addeabdd4c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65cde412d2483a" /><Relationship Type="http://schemas.openxmlformats.org/officeDocument/2006/relationships/notesMaster" Target="/ppt/notesMasters/notesMaster1.xml" Id="Rc27e56fe914048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1a0b323844979" /><Relationship Type="http://schemas.openxmlformats.org/officeDocument/2006/relationships/image" Target="/ppt/media/image.jpeg" Id="R9eb63650785d4e42" /><Relationship Type="http://schemas.openxmlformats.org/officeDocument/2006/relationships/image" Target="/ppt/media/image.png" Id="R34540656155f49e6" /><Relationship Type="http://schemas.openxmlformats.org/officeDocument/2006/relationships/image" Target="/ppt/media/image2.png" Id="R8122a8b4df5146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08b0048884d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55083ca2d43ac" /><Relationship Type="http://schemas.openxmlformats.org/officeDocument/2006/relationships/image" Target="/ppt/media/image3.png" Id="R8560ba1ed45b4b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2aed4bb8445c5" /><Relationship Type="http://schemas.openxmlformats.org/officeDocument/2006/relationships/image" Target="/ppt/media/image4.png" Id="R7e3c09f81af044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8a6437fd242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daeb3bec342e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0cd443639457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95c257c0941e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b81e0fdc548f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abd99f41a4c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09c61d96a429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4c70205e96421c" /><Relationship Type="http://schemas.openxmlformats.org/officeDocument/2006/relationships/image" Target="/ppt/media/image5.png" Id="R1b2602ff7e0147a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42d70debc2401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fd15ff6f2d84325" /><Relationship Type="http://schemas.openxmlformats.org/officeDocument/2006/relationships/image" Target="/ppt/media/image5.png" Id="Rb22057e12e1848e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89656eaef8a432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63650785d4e4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40656155f49e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2a8b4df5146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0ba1ed45b4bf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c09f81af044c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602ff7e0147a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057e12e1848e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d222afdcc2459e" /><Relationship Type="http://schemas.openxmlformats.org/officeDocument/2006/relationships/slideLayout" Target="/ppt/slideLayouts/slideLayout1.xml" Id="R1acf57ca1c0c4534" /><Relationship Type="http://schemas.openxmlformats.org/officeDocument/2006/relationships/slideLayout" Target="/ppt/slideLayouts/slideLayout2.xml" Id="R199b42b2b22c43a8" /><Relationship Type="http://schemas.openxmlformats.org/officeDocument/2006/relationships/slideLayout" Target="/ppt/slideLayouts/slideLayout3.xml" Id="R920b0ae6157e40db" /><Relationship Type="http://schemas.openxmlformats.org/officeDocument/2006/relationships/slideLayout" Target="/ppt/slideLayouts/slideLayout4.xml" Id="Rf592ada5c4d34d64" /><Relationship Type="http://schemas.openxmlformats.org/officeDocument/2006/relationships/slideLayout" Target="/ppt/slideLayouts/slideLayout5.xml" Id="R4281c3f39f804a39" /><Relationship Type="http://schemas.openxmlformats.org/officeDocument/2006/relationships/slideLayout" Target="/ppt/slideLayouts/slideLayout6.xml" Id="R9a516eea2b84433f" /><Relationship Type="http://schemas.openxmlformats.org/officeDocument/2006/relationships/slideLayout" Target="/ppt/slideLayouts/slideLayout7.xml" Id="R17c6a8da36ff4c5c" /><Relationship Type="http://schemas.openxmlformats.org/officeDocument/2006/relationships/slideLayout" Target="/ppt/slideLayouts/slideLayout8.xml" Id="R1c065427fe91402c" /><Relationship Type="http://schemas.openxmlformats.org/officeDocument/2006/relationships/slideLayout" Target="/ppt/slideLayouts/slideLayout9.xml" Id="R324168f321874790" /><Relationship Type="http://schemas.openxmlformats.org/officeDocument/2006/relationships/slideLayout" Target="/ppt/slideLayouts/slideLayout10.xml" Id="R61f0ad4dd8e94290" /><Relationship Type="http://schemas.openxmlformats.org/officeDocument/2006/relationships/slideLayout" Target="/ppt/slideLayouts/slideLayout11.xml" Id="R8962e3aa0d27415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ef86a4391364b57" /><Relationship Type="http://schemas.openxmlformats.org/officeDocument/2006/relationships/slideLayout" Target="/ppt/slideLayouts/slideLayout12.xml" Id="Rba386c9555f64f52" /><Relationship Type="http://schemas.openxmlformats.org/officeDocument/2006/relationships/slideLayout" Target="/ppt/slideLayouts/slideLayout13.xml" Id="R2acd3046e15646a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330434727b04138" /><Relationship Type="http://schemas.openxmlformats.org/officeDocument/2006/relationships/slideLayout" Target="/ppt/slideLayouts/slideLayout14.xml" Id="Rd9aa840cc8d3418d" /><Relationship Type="http://schemas.openxmlformats.org/officeDocument/2006/relationships/slideLayout" Target="/ppt/slideLayouts/slideLayout15.xml" Id="R58a0c6471fcb4b7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cf57ca1c0c4534"/>
    <p:sldLayoutId xmlns:r="http://schemas.openxmlformats.org/officeDocument/2006/relationships" id="2147483650" r:id="R199b42b2b22c43a8"/>
    <p:sldLayoutId xmlns:r="http://schemas.openxmlformats.org/officeDocument/2006/relationships" id="2147483651" r:id="R920b0ae6157e40db"/>
    <p:sldLayoutId xmlns:r="http://schemas.openxmlformats.org/officeDocument/2006/relationships" id="2147483652" r:id="Rf592ada5c4d34d64"/>
    <p:sldLayoutId xmlns:r="http://schemas.openxmlformats.org/officeDocument/2006/relationships" id="2147483653" r:id="R4281c3f39f804a39"/>
    <p:sldLayoutId xmlns:r="http://schemas.openxmlformats.org/officeDocument/2006/relationships" id="2147483654" r:id="R9a516eea2b84433f"/>
    <p:sldLayoutId xmlns:r="http://schemas.openxmlformats.org/officeDocument/2006/relationships" id="2147483655" r:id="R17c6a8da36ff4c5c"/>
    <p:sldLayoutId xmlns:r="http://schemas.openxmlformats.org/officeDocument/2006/relationships" id="2147483656" r:id="R1c065427fe91402c"/>
    <p:sldLayoutId xmlns:r="http://schemas.openxmlformats.org/officeDocument/2006/relationships" id="2147483657" r:id="R324168f321874790"/>
    <p:sldLayoutId xmlns:r="http://schemas.openxmlformats.org/officeDocument/2006/relationships" id="2147483658" r:id="R61f0ad4dd8e94290"/>
    <p:sldLayoutId xmlns:r="http://schemas.openxmlformats.org/officeDocument/2006/relationships" id="2147483659" r:id="R8962e3aa0d27415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a386c9555f64f52"/>
    <p:sldLayoutId xmlns:r="http://schemas.openxmlformats.org/officeDocument/2006/relationships" id="2147483662" r:id="R2acd3046e15646a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9aa840cc8d3418d"/>
    <p:sldLayoutId xmlns:r="http://schemas.openxmlformats.org/officeDocument/2006/relationships" id="2147483665" r:id="R58a0c6471fcb4b7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d5cf9a88814653" /><Relationship Type="http://schemas.openxmlformats.org/officeDocument/2006/relationships/image" Target="/ppt/media/image6.png" Id="R56d3a7b52a6f4716" /><Relationship Type="http://schemas.openxmlformats.org/officeDocument/2006/relationships/notesSlide" Target="/ppt/notesSlides/notesSlide1.xml" Id="Rd6c629fd1a5e41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2f8a366fad4d64" /><Relationship Type="http://schemas.openxmlformats.org/officeDocument/2006/relationships/image" Target="/ppt/media/image6.png" Id="R7c7bb18515e64c4a" /><Relationship Type="http://schemas.openxmlformats.org/officeDocument/2006/relationships/notesSlide" Target="/ppt/notesSlides/notesSlide2.xml" Id="Rf6661b6ee13e45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c2c763d5954034" /><Relationship Type="http://schemas.openxmlformats.org/officeDocument/2006/relationships/image" Target="/ppt/media/image6.png" Id="Ra644bcc3a15d45ae" /><Relationship Type="http://schemas.openxmlformats.org/officeDocument/2006/relationships/notesSlide" Target="/ppt/notesSlides/notesSlide3.xml" Id="R7da16b2679e840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2dff1e72dc4872" /><Relationship Type="http://schemas.openxmlformats.org/officeDocument/2006/relationships/image" Target="/ppt/media/image6.png" Id="Rd187b29eedd4419c" /><Relationship Type="http://schemas.openxmlformats.org/officeDocument/2006/relationships/notesSlide" Target="/ppt/notesSlides/notesSlide4.xml" Id="R82d901a6678340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edfe15bf5e4952" /><Relationship Type="http://schemas.openxmlformats.org/officeDocument/2006/relationships/image" Target="/ppt/media/image6.png" Id="R1ca6b08d5f5b4171" /><Relationship Type="http://schemas.openxmlformats.org/officeDocument/2006/relationships/notesSlide" Target="/ppt/notesSlides/notesSlide5.xml" Id="R36ee560badff41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3a7b52a6f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bb18515e6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4bcc3a15d45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7b29eedd4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6b08d5f5b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2026-09-09T12:45:34.2130000Z</dcterms:created>
  <dcterms:modified xsi:type="dcterms:W3CDTF">2026-09-09T12:45:34.2130000Z</dcterms:modified>
</coreProperties>
</file>