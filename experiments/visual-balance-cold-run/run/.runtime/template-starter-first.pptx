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07448b023446d9" /><Relationship Type="http://schemas.openxmlformats.org/officeDocument/2006/relationships/extended-properties" Target="/docProps/app.xml" Id="R92ab178a00ea4638" /><Relationship Type="http://schemas.openxmlformats.org/officeDocument/2006/relationships/officeDocument" Target="/ppt/presentation.xml" Id="R29754e0a87914d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4e25f992264786"/>
    <p:sldMasterId xmlns:r="http://schemas.openxmlformats.org/officeDocument/2006/relationships" id="2147483660" r:id="Re6e377a5adae481c"/>
    <p:sldMasterId xmlns:r="http://schemas.openxmlformats.org/officeDocument/2006/relationships" id="2147483663" r:id="Rff3c11cc32a34051"/>
  </p:sldMasterIdLst>
  <p:notesMasterIdLst>
    <p:notesMasterId xmlns:r="http://schemas.openxmlformats.org/officeDocument/2006/relationships" r:id="R7092246992484ccc"/>
  </p:notesMasterIdLst>
  <p:sldIdLst>
    <p:sldId xmlns:r="http://schemas.openxmlformats.org/officeDocument/2006/relationships" id="256" r:id="R231c8ccb6531478b"/>
    <p:sldId xmlns:r="http://schemas.openxmlformats.org/officeDocument/2006/relationships" id="257" r:id="Rabe3f553a645455c"/>
    <p:sldId xmlns:r="http://schemas.openxmlformats.org/officeDocument/2006/relationships" id="258" r:id="Rcab85965a5a547d8"/>
    <p:sldId xmlns:r="http://schemas.openxmlformats.org/officeDocument/2006/relationships" id="259" r:id="Rc2abb68211984cfe"/>
    <p:sldId xmlns:r="http://schemas.openxmlformats.org/officeDocument/2006/relationships" id="260" r:id="R2e195a96472941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50039e0cd74ac2" /><Relationship Type="http://schemas.openxmlformats.org/officeDocument/2006/relationships/slideMaster" Target="/ppt/slideMasters/slideMaster1.xml" Id="Rcf4e25f992264786" /><Relationship Type="http://schemas.openxmlformats.org/officeDocument/2006/relationships/slideMaster" Target="/ppt/slideMasters/slideMaster2.xml" Id="Re6e377a5adae481c" /><Relationship Type="http://schemas.openxmlformats.org/officeDocument/2006/relationships/slideMaster" Target="/ppt/slideMasters/slideMaster3.xml" Id="Rff3c11cc32a34051" /><Relationship Type="http://schemas.openxmlformats.org/officeDocument/2006/relationships/notesMaster" Target="/ppt/notesMasters/notesMaster1.xml" Id="R7092246992484ccc" /><Relationship Type="http://schemas.openxmlformats.org/officeDocument/2006/relationships/presProps" Target="/ppt/presProps.xml" Id="R1b982e848c9146db" /><Relationship Type="http://schemas.openxmlformats.org/officeDocument/2006/relationships/viewProps" Target="/ppt/viewProps.xml" Id="R3633bfc822c44fe2" /><Relationship Type="http://schemas.openxmlformats.org/officeDocument/2006/relationships/tableStyles" Target="/ppt/tableStyles.xml" Id="R941d55e650a94c04" /><Relationship Type="http://schemas.openxmlformats.org/officeDocument/2006/relationships/slide" Target="/ppt/slides/slide1.xml" Id="R231c8ccb6531478b" /><Relationship Type="http://schemas.openxmlformats.org/officeDocument/2006/relationships/slide" Target="/ppt/slides/slide2.xml" Id="Rabe3f553a645455c" /><Relationship Type="http://schemas.openxmlformats.org/officeDocument/2006/relationships/slide" Target="/ppt/slides/slide3.xml" Id="Rcab85965a5a547d8" /><Relationship Type="http://schemas.openxmlformats.org/officeDocument/2006/relationships/slide" Target="/ppt/slides/slide4.xml" Id="Rc2abb68211984cfe" /><Relationship Type="http://schemas.openxmlformats.org/officeDocument/2006/relationships/slide" Target="/ppt/slides/slide5.xml" Id="R2e195a96472941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fdf4e4a458d4c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064058d76e4f0e" /><Relationship Type="http://schemas.openxmlformats.org/officeDocument/2006/relationships/notesMaster" Target="/ppt/notesMasters/notesMaster1.xml" Id="R0ffad72c705344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4adb1bb7294590" /><Relationship Type="http://schemas.openxmlformats.org/officeDocument/2006/relationships/notesMaster" Target="/ppt/notesMasters/notesMaster1.xml" Id="Ra7afa2056a1043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23dbc03f2f41c6" /><Relationship Type="http://schemas.openxmlformats.org/officeDocument/2006/relationships/notesMaster" Target="/ppt/notesMasters/notesMaster1.xml" Id="R4874e18630bc4c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72d68e54424312" /><Relationship Type="http://schemas.openxmlformats.org/officeDocument/2006/relationships/notesMaster" Target="/ppt/notesMasters/notesMaster1.xml" Id="R0a9198d0e2504d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f8aa202169498e" /><Relationship Type="http://schemas.openxmlformats.org/officeDocument/2006/relationships/notesMaster" Target="/ppt/notesMasters/notesMaster1.xml" Id="Rc62c7cf0c21a4b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68af5182c4bfd" /><Relationship Type="http://schemas.openxmlformats.org/officeDocument/2006/relationships/image" Target="/ppt/media/image.jpeg" Id="R079a5ca33fba4b92" /><Relationship Type="http://schemas.openxmlformats.org/officeDocument/2006/relationships/image" Target="/ppt/media/image.png" Id="Rb99be16fd7954c15" /><Relationship Type="http://schemas.openxmlformats.org/officeDocument/2006/relationships/image" Target="/ppt/media/image2.png" Id="Ra98c0e1a7c874e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b54fefe454f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1a2729be82454c" /><Relationship Type="http://schemas.openxmlformats.org/officeDocument/2006/relationships/image" Target="/ppt/media/image3.png" Id="R0db6284beac243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bbf3923a74253" /><Relationship Type="http://schemas.openxmlformats.org/officeDocument/2006/relationships/image" Target="/ppt/media/image4.png" Id="Rcec01f56f20243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b7d75c7e044c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7d936a816b440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8f84a8f6d427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db17697c24ac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60ad91d9b4d1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d580ca927405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b5a1580644aa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fa3ab28a294739" /><Relationship Type="http://schemas.openxmlformats.org/officeDocument/2006/relationships/image" Target="/ppt/media/image5.png" Id="Ra223b722ff184cf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8794e629c949c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8cdb193f6e14394" /><Relationship Type="http://schemas.openxmlformats.org/officeDocument/2006/relationships/image" Target="/ppt/media/image5.png" Id="R89ab1ba8d5f643d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4ba7a0aaca2465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a5ca33fba4b9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be16fd7954c1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c0e1a7c874e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6284beac243c4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01f56f20243cf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3b722ff184cf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b1ba8d5f643d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75538805074f9d" /><Relationship Type="http://schemas.openxmlformats.org/officeDocument/2006/relationships/slideLayout" Target="/ppt/slideLayouts/slideLayout1.xml" Id="R49034da7e8c947ba" /><Relationship Type="http://schemas.openxmlformats.org/officeDocument/2006/relationships/slideLayout" Target="/ppt/slideLayouts/slideLayout2.xml" Id="R2fae2ffc52fb489b" /><Relationship Type="http://schemas.openxmlformats.org/officeDocument/2006/relationships/slideLayout" Target="/ppt/slideLayouts/slideLayout3.xml" Id="R430e343b500f45b6" /><Relationship Type="http://schemas.openxmlformats.org/officeDocument/2006/relationships/slideLayout" Target="/ppt/slideLayouts/slideLayout4.xml" Id="Rd94f529accf84031" /><Relationship Type="http://schemas.openxmlformats.org/officeDocument/2006/relationships/slideLayout" Target="/ppt/slideLayouts/slideLayout5.xml" Id="Raf81d2a55881454c" /><Relationship Type="http://schemas.openxmlformats.org/officeDocument/2006/relationships/slideLayout" Target="/ppt/slideLayouts/slideLayout6.xml" Id="R0ec34cc3e1de4a21" /><Relationship Type="http://schemas.openxmlformats.org/officeDocument/2006/relationships/slideLayout" Target="/ppt/slideLayouts/slideLayout7.xml" Id="R0cf9559e29134acc" /><Relationship Type="http://schemas.openxmlformats.org/officeDocument/2006/relationships/slideLayout" Target="/ppt/slideLayouts/slideLayout8.xml" Id="R516edbc03b5e4ca3" /><Relationship Type="http://schemas.openxmlformats.org/officeDocument/2006/relationships/slideLayout" Target="/ppt/slideLayouts/slideLayout9.xml" Id="Ra8c7421a0e4842b9" /><Relationship Type="http://schemas.openxmlformats.org/officeDocument/2006/relationships/slideLayout" Target="/ppt/slideLayouts/slideLayout10.xml" Id="R855aadad14164ef1" /><Relationship Type="http://schemas.openxmlformats.org/officeDocument/2006/relationships/slideLayout" Target="/ppt/slideLayouts/slideLayout11.xml" Id="R533435d66e11434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d466d5d83504c05" /><Relationship Type="http://schemas.openxmlformats.org/officeDocument/2006/relationships/slideLayout" Target="/ppt/slideLayouts/slideLayout12.xml" Id="Raeefb91ca0e44934" /><Relationship Type="http://schemas.openxmlformats.org/officeDocument/2006/relationships/slideLayout" Target="/ppt/slideLayouts/slideLayout13.xml" Id="R1f207aa1ef6543e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44e86df3e45444a" /><Relationship Type="http://schemas.openxmlformats.org/officeDocument/2006/relationships/slideLayout" Target="/ppt/slideLayouts/slideLayout14.xml" Id="Re9e446fb01354ab2" /><Relationship Type="http://schemas.openxmlformats.org/officeDocument/2006/relationships/slideLayout" Target="/ppt/slideLayouts/slideLayout15.xml" Id="Rfae9a42691874ce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034da7e8c947ba"/>
    <p:sldLayoutId xmlns:r="http://schemas.openxmlformats.org/officeDocument/2006/relationships" id="2147483650" r:id="R2fae2ffc52fb489b"/>
    <p:sldLayoutId xmlns:r="http://schemas.openxmlformats.org/officeDocument/2006/relationships" id="2147483651" r:id="R430e343b500f45b6"/>
    <p:sldLayoutId xmlns:r="http://schemas.openxmlformats.org/officeDocument/2006/relationships" id="2147483652" r:id="Rd94f529accf84031"/>
    <p:sldLayoutId xmlns:r="http://schemas.openxmlformats.org/officeDocument/2006/relationships" id="2147483653" r:id="Raf81d2a55881454c"/>
    <p:sldLayoutId xmlns:r="http://schemas.openxmlformats.org/officeDocument/2006/relationships" id="2147483654" r:id="R0ec34cc3e1de4a21"/>
    <p:sldLayoutId xmlns:r="http://schemas.openxmlformats.org/officeDocument/2006/relationships" id="2147483655" r:id="R0cf9559e29134acc"/>
    <p:sldLayoutId xmlns:r="http://schemas.openxmlformats.org/officeDocument/2006/relationships" id="2147483656" r:id="R516edbc03b5e4ca3"/>
    <p:sldLayoutId xmlns:r="http://schemas.openxmlformats.org/officeDocument/2006/relationships" id="2147483657" r:id="Ra8c7421a0e4842b9"/>
    <p:sldLayoutId xmlns:r="http://schemas.openxmlformats.org/officeDocument/2006/relationships" id="2147483658" r:id="R855aadad14164ef1"/>
    <p:sldLayoutId xmlns:r="http://schemas.openxmlformats.org/officeDocument/2006/relationships" id="2147483659" r:id="R533435d66e11434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eefb91ca0e44934"/>
    <p:sldLayoutId xmlns:r="http://schemas.openxmlformats.org/officeDocument/2006/relationships" id="2147483662" r:id="R1f207aa1ef6543e8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e9e446fb01354ab2"/>
    <p:sldLayoutId xmlns:r="http://schemas.openxmlformats.org/officeDocument/2006/relationships" id="2147483665" r:id="Rfae9a42691874ce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7594900f134caa" /><Relationship Type="http://schemas.openxmlformats.org/officeDocument/2006/relationships/image" Target="/ppt/media/image6.png" Id="R2191b4426abb44f0" /><Relationship Type="http://schemas.openxmlformats.org/officeDocument/2006/relationships/notesSlide" Target="/ppt/notesSlides/notesSlide1.xml" Id="R7716faa368ff45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68d12e866b4608" /><Relationship Type="http://schemas.openxmlformats.org/officeDocument/2006/relationships/image" Target="/ppt/media/image6.png" Id="R489a2997ea494bb1" /><Relationship Type="http://schemas.openxmlformats.org/officeDocument/2006/relationships/notesSlide" Target="/ppt/notesSlides/notesSlide2.xml" Id="Rb401c03191cc47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7798f13f2f48b7" /><Relationship Type="http://schemas.openxmlformats.org/officeDocument/2006/relationships/image" Target="/ppt/media/image6.png" Id="R367721a236c74271" /><Relationship Type="http://schemas.openxmlformats.org/officeDocument/2006/relationships/notesSlide" Target="/ppt/notesSlides/notesSlide3.xml" Id="R89cd5e7bc3ee4a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606bcf50a54e91" /><Relationship Type="http://schemas.openxmlformats.org/officeDocument/2006/relationships/image" Target="/ppt/media/image6.png" Id="R73f4a0acfa284029" /><Relationship Type="http://schemas.openxmlformats.org/officeDocument/2006/relationships/notesSlide" Target="/ppt/notesSlides/notesSlide4.xml" Id="R7a368eee997c40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e1cafcb15345da" /><Relationship Type="http://schemas.openxmlformats.org/officeDocument/2006/relationships/image" Target="/ppt/media/image6.png" Id="Rb49e02c24f3140a7" /><Relationship Type="http://schemas.openxmlformats.org/officeDocument/2006/relationships/notesSlide" Target="/ppt/notesSlides/notesSlide5.xml" Id="R7afcc45859b3471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1b4426abb44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a2997ea494b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721a236c742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4a0acfa2840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e02c24f3140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2026-09-09T12:40:33.6920000Z</dcterms:created>
  <dcterms:modified xsi:type="dcterms:W3CDTF">2026-09-09T12:40:33.6920000Z</dcterms:modified>
</coreProperties>
</file>