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475d958dfb4a34" /><Relationship Type="http://schemas.openxmlformats.org/officeDocument/2006/relationships/extended-properties" Target="/docProps/app.xml" Id="R3350f550ee074b5e" /><Relationship Type="http://schemas.openxmlformats.org/officeDocument/2006/relationships/officeDocument" Target="/ppt/presentation.xml" Id="R7315164eb7f14e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02239375264269"/>
    <p:sldMasterId xmlns:r="http://schemas.openxmlformats.org/officeDocument/2006/relationships" id="2147483660" r:id="Rd7dbcf7f9c384343"/>
    <p:sldMasterId xmlns:r="http://schemas.openxmlformats.org/officeDocument/2006/relationships" id="2147483663" r:id="R18bdaf4615664047"/>
  </p:sldMasterIdLst>
  <p:notesMasterIdLst>
    <p:notesMasterId xmlns:r="http://schemas.openxmlformats.org/officeDocument/2006/relationships" r:id="Rc30a8b1fb8ae4589"/>
  </p:notesMasterIdLst>
  <p:sldIdLst>
    <p:sldId xmlns:r="http://schemas.openxmlformats.org/officeDocument/2006/relationships" id="256" r:id="R2bdf97e8ba2346b0"/>
    <p:sldId xmlns:r="http://schemas.openxmlformats.org/officeDocument/2006/relationships" id="257" r:id="R33a1e3409e3d438c"/>
    <p:sldId xmlns:r="http://schemas.openxmlformats.org/officeDocument/2006/relationships" id="258" r:id="R37b10cb7bc1a44de"/>
    <p:sldId xmlns:r="http://schemas.openxmlformats.org/officeDocument/2006/relationships" id="259" r:id="R5af1dec554614ba3"/>
    <p:sldId xmlns:r="http://schemas.openxmlformats.org/officeDocument/2006/relationships" id="260" r:id="Rf813edd6bf8645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2573c945b489e" /><Relationship Type="http://schemas.openxmlformats.org/officeDocument/2006/relationships/slideMaster" Target="/ppt/slideMasters/slideMaster1.xml" Id="Rcc02239375264269" /><Relationship Type="http://schemas.openxmlformats.org/officeDocument/2006/relationships/slideMaster" Target="/ppt/slideMasters/slideMaster2.xml" Id="Rd7dbcf7f9c384343" /><Relationship Type="http://schemas.openxmlformats.org/officeDocument/2006/relationships/slideMaster" Target="/ppt/slideMasters/slideMaster3.xml" Id="R18bdaf4615664047" /><Relationship Type="http://schemas.openxmlformats.org/officeDocument/2006/relationships/notesMaster" Target="/ppt/notesMasters/notesMaster1.xml" Id="Rc30a8b1fb8ae4589" /><Relationship Type="http://schemas.openxmlformats.org/officeDocument/2006/relationships/presProps" Target="/ppt/presProps.xml" Id="Rce180d2e4d0c4176" /><Relationship Type="http://schemas.openxmlformats.org/officeDocument/2006/relationships/viewProps" Target="/ppt/viewProps.xml" Id="R34c0d41487da4ccc" /><Relationship Type="http://schemas.openxmlformats.org/officeDocument/2006/relationships/tableStyles" Target="/ppt/tableStyles.xml" Id="R02dbb04ba5244ff0" /><Relationship Type="http://schemas.openxmlformats.org/officeDocument/2006/relationships/slide" Target="/ppt/slides/slide1.xml" Id="R2bdf97e8ba2346b0" /><Relationship Type="http://schemas.openxmlformats.org/officeDocument/2006/relationships/slide" Target="/ppt/slides/slide2.xml" Id="R33a1e3409e3d438c" /><Relationship Type="http://schemas.openxmlformats.org/officeDocument/2006/relationships/slide" Target="/ppt/slides/slide3.xml" Id="R37b10cb7bc1a44de" /><Relationship Type="http://schemas.openxmlformats.org/officeDocument/2006/relationships/slide" Target="/ppt/slides/slide4.xml" Id="R5af1dec554614ba3" /><Relationship Type="http://schemas.openxmlformats.org/officeDocument/2006/relationships/slide" Target="/ppt/slides/slide5.xml" Id="Rf813edd6bf86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ec3ac003b98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cbca18a643485d" /><Relationship Type="http://schemas.openxmlformats.org/officeDocument/2006/relationships/notesMaster" Target="/ppt/notesMasters/notesMaster1.xml" Id="R591d2755ecb543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4e0936ad24cf2" /><Relationship Type="http://schemas.openxmlformats.org/officeDocument/2006/relationships/notesMaster" Target="/ppt/notesMasters/notesMaster1.xml" Id="R008c732360054b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69e026db36421e" /><Relationship Type="http://schemas.openxmlformats.org/officeDocument/2006/relationships/notesMaster" Target="/ppt/notesMasters/notesMaster1.xml" Id="Rdc24b2a0c09045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e19a77ef644b2" /><Relationship Type="http://schemas.openxmlformats.org/officeDocument/2006/relationships/notesMaster" Target="/ppt/notesMasters/notesMaster1.xml" Id="R839fc3dedfb8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dc2ea8b1bf456a" /><Relationship Type="http://schemas.openxmlformats.org/officeDocument/2006/relationships/notesMaster" Target="/ppt/notesMasters/notesMaster1.xml" Id="Rea254c4b00ab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结构与编排：P2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结构与编排：P3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结构与编排：N1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结构与编排：N2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结构与编排：N3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235d3265d4313" /><Relationship Type="http://schemas.openxmlformats.org/officeDocument/2006/relationships/image" Target="/ppt/media/image.jpeg" Id="Re9e44767fdbb452e" /><Relationship Type="http://schemas.openxmlformats.org/officeDocument/2006/relationships/image" Target="/ppt/media/image.png" Id="R991f279cc049452b" /><Relationship Type="http://schemas.openxmlformats.org/officeDocument/2006/relationships/image" Target="/ppt/media/image2.png" Id="R58bfc1aaf64c49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9da52d1a546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4c06d0af043ae" /><Relationship Type="http://schemas.openxmlformats.org/officeDocument/2006/relationships/image" Target="/ppt/media/image3.png" Id="Ree10a61d324645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72b1fb6c64f0b" /><Relationship Type="http://schemas.openxmlformats.org/officeDocument/2006/relationships/image" Target="/ppt/media/image4.png" Id="Ra64853a338b64d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ed09f9dac42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dc8041db844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badbbe96c4d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13b790918409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3072aa5fc4e5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668b2aeb8450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d68d2c5374b9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ee840d95fd4b08" /><Relationship Type="http://schemas.openxmlformats.org/officeDocument/2006/relationships/image" Target="/ppt/media/image5.png" Id="R962a09335c304e4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88920285f24f9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9c96ec7770a42bb" /><Relationship Type="http://schemas.openxmlformats.org/officeDocument/2006/relationships/image" Target="/ppt/media/image5.png" Id="R3a94c379e193433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68e15bf31c3462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44767fdbb452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f279cc049452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fc1aaf64c49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0a61d324645e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853a338b64d9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a09335c304e4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4c379e193433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280bf8793e457a" /><Relationship Type="http://schemas.openxmlformats.org/officeDocument/2006/relationships/slideLayout" Target="/ppt/slideLayouts/slideLayout1.xml" Id="Racfff34ac124464c" /><Relationship Type="http://schemas.openxmlformats.org/officeDocument/2006/relationships/slideLayout" Target="/ppt/slideLayouts/slideLayout2.xml" Id="R4c57f572fc844957" /><Relationship Type="http://schemas.openxmlformats.org/officeDocument/2006/relationships/slideLayout" Target="/ppt/slideLayouts/slideLayout3.xml" Id="R8ec84074197d475d" /><Relationship Type="http://schemas.openxmlformats.org/officeDocument/2006/relationships/slideLayout" Target="/ppt/slideLayouts/slideLayout4.xml" Id="R0e8334e859a540b6" /><Relationship Type="http://schemas.openxmlformats.org/officeDocument/2006/relationships/slideLayout" Target="/ppt/slideLayouts/slideLayout5.xml" Id="R7b7ba10e6ab044c3" /><Relationship Type="http://schemas.openxmlformats.org/officeDocument/2006/relationships/slideLayout" Target="/ppt/slideLayouts/slideLayout6.xml" Id="R8bf263760d994412" /><Relationship Type="http://schemas.openxmlformats.org/officeDocument/2006/relationships/slideLayout" Target="/ppt/slideLayouts/slideLayout7.xml" Id="Rd14308e94b324d3b" /><Relationship Type="http://schemas.openxmlformats.org/officeDocument/2006/relationships/slideLayout" Target="/ppt/slideLayouts/slideLayout8.xml" Id="R862b76539bb94f06" /><Relationship Type="http://schemas.openxmlformats.org/officeDocument/2006/relationships/slideLayout" Target="/ppt/slideLayouts/slideLayout9.xml" Id="Rc0078044ca374e39" /><Relationship Type="http://schemas.openxmlformats.org/officeDocument/2006/relationships/slideLayout" Target="/ppt/slideLayouts/slideLayout10.xml" Id="R8165037c63fb471d" /><Relationship Type="http://schemas.openxmlformats.org/officeDocument/2006/relationships/slideLayout" Target="/ppt/slideLayouts/slideLayout11.xml" Id="R84269981eab8436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e862fc9b7804947" /><Relationship Type="http://schemas.openxmlformats.org/officeDocument/2006/relationships/slideLayout" Target="/ppt/slideLayouts/slideLayout12.xml" Id="R43cf1977b184415a" /><Relationship Type="http://schemas.openxmlformats.org/officeDocument/2006/relationships/slideLayout" Target="/ppt/slideLayouts/slideLayout13.xml" Id="R452c3347bbfe461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cbc1d59e7664dfe" /><Relationship Type="http://schemas.openxmlformats.org/officeDocument/2006/relationships/slideLayout" Target="/ppt/slideLayouts/slideLayout14.xml" Id="R4be36a6419474f10" /><Relationship Type="http://schemas.openxmlformats.org/officeDocument/2006/relationships/slideLayout" Target="/ppt/slideLayouts/slideLayout15.xml" Id="R0a1fd62cdb4e4a2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ff34ac124464c"/>
    <p:sldLayoutId xmlns:r="http://schemas.openxmlformats.org/officeDocument/2006/relationships" id="2147483650" r:id="R4c57f572fc844957"/>
    <p:sldLayoutId xmlns:r="http://schemas.openxmlformats.org/officeDocument/2006/relationships" id="2147483651" r:id="R8ec84074197d475d"/>
    <p:sldLayoutId xmlns:r="http://schemas.openxmlformats.org/officeDocument/2006/relationships" id="2147483652" r:id="R0e8334e859a540b6"/>
    <p:sldLayoutId xmlns:r="http://schemas.openxmlformats.org/officeDocument/2006/relationships" id="2147483653" r:id="R7b7ba10e6ab044c3"/>
    <p:sldLayoutId xmlns:r="http://schemas.openxmlformats.org/officeDocument/2006/relationships" id="2147483654" r:id="R8bf263760d994412"/>
    <p:sldLayoutId xmlns:r="http://schemas.openxmlformats.org/officeDocument/2006/relationships" id="2147483655" r:id="Rd14308e94b324d3b"/>
    <p:sldLayoutId xmlns:r="http://schemas.openxmlformats.org/officeDocument/2006/relationships" id="2147483656" r:id="R862b76539bb94f06"/>
    <p:sldLayoutId xmlns:r="http://schemas.openxmlformats.org/officeDocument/2006/relationships" id="2147483657" r:id="Rc0078044ca374e39"/>
    <p:sldLayoutId xmlns:r="http://schemas.openxmlformats.org/officeDocument/2006/relationships" id="2147483658" r:id="R8165037c63fb471d"/>
    <p:sldLayoutId xmlns:r="http://schemas.openxmlformats.org/officeDocument/2006/relationships" id="2147483659" r:id="R84269981eab8436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3cf1977b184415a"/>
    <p:sldLayoutId xmlns:r="http://schemas.openxmlformats.org/officeDocument/2006/relationships" id="2147483662" r:id="R452c3347bbfe461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be36a6419474f10"/>
    <p:sldLayoutId xmlns:r="http://schemas.openxmlformats.org/officeDocument/2006/relationships" id="2147483665" r:id="R0a1fd62cdb4e4a2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0463d8c38e4325" /><Relationship Type="http://schemas.openxmlformats.org/officeDocument/2006/relationships/notesSlide" Target="/ppt/notesSlides/notesSlide1.xml" Id="R2f9666360049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9913aad4f34388" /><Relationship Type="http://schemas.openxmlformats.org/officeDocument/2006/relationships/image" Target="/ppt/media/image6.png" Id="R3b7e6c7c69fb4048" /><Relationship Type="http://schemas.openxmlformats.org/officeDocument/2006/relationships/image" Target="/ppt/media/image.svg" Id="R2717a84ec517426b" /><Relationship Type="http://schemas.openxmlformats.org/officeDocument/2006/relationships/image" Target="/ppt/media/image7.png" Id="Re19024c669ba4971" /><Relationship Type="http://schemas.openxmlformats.org/officeDocument/2006/relationships/image" Target="/ppt/media/image2.svg" Id="Rc24b1dbe7e3644c9" /><Relationship Type="http://schemas.openxmlformats.org/officeDocument/2006/relationships/image" Target="/ppt/media/image8.png" Id="Rbd1a1b1efcfd4c39" /><Relationship Type="http://schemas.openxmlformats.org/officeDocument/2006/relationships/image" Target="/ppt/media/image3.svg" Id="R11e213dba9a94dc8" /><Relationship Type="http://schemas.openxmlformats.org/officeDocument/2006/relationships/image" Target="/ppt/media/image9.png" Id="R65849881a1d5401c" /><Relationship Type="http://schemas.openxmlformats.org/officeDocument/2006/relationships/image" Target="/ppt/media/image4.svg" Id="Rbed953f049a94b1b" /><Relationship Type="http://schemas.openxmlformats.org/officeDocument/2006/relationships/image" Target="/ppt/media/image10.png" Id="R704a130537d54e43" /><Relationship Type="http://schemas.openxmlformats.org/officeDocument/2006/relationships/image" Target="/ppt/media/image5.svg" Id="R84652cd4d5ed489c" /><Relationship Type="http://schemas.openxmlformats.org/officeDocument/2006/relationships/notesSlide" Target="/ppt/notesSlides/notesSlide2.xml" Id="R67233758552344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103b3a48634e12" /><Relationship Type="http://schemas.openxmlformats.org/officeDocument/2006/relationships/notesSlide" Target="/ppt/notesSlides/notesSlide3.xml" Id="Rd21cd5ef9ed444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4c57ba025d49fc" /><Relationship Type="http://schemas.openxmlformats.org/officeDocument/2006/relationships/image" Target="/ppt/media/image11.png" Id="R83ff86819c2e4d08" /><Relationship Type="http://schemas.openxmlformats.org/officeDocument/2006/relationships/image" Target="/ppt/media/image6.svg" Id="Rb51f192cc5c94603" /><Relationship Type="http://schemas.openxmlformats.org/officeDocument/2006/relationships/image" Target="/ppt/media/image12.png" Id="Raffa941143f74b88" /><Relationship Type="http://schemas.openxmlformats.org/officeDocument/2006/relationships/image" Target="/ppt/media/image7.svg" Id="Rc689c9baea1b4361" /><Relationship Type="http://schemas.openxmlformats.org/officeDocument/2006/relationships/image" Target="/ppt/media/image13.png" Id="R142f0f743e7943c2" /><Relationship Type="http://schemas.openxmlformats.org/officeDocument/2006/relationships/image" Target="/ppt/media/image8.svg" Id="R1ca3aaf9c31e49a2" /><Relationship Type="http://schemas.openxmlformats.org/officeDocument/2006/relationships/image" Target="/ppt/media/image14.png" Id="R623a8ef211304d0c" /><Relationship Type="http://schemas.openxmlformats.org/officeDocument/2006/relationships/image" Target="/ppt/media/image9.svg" Id="R72300cb5d4f743c3" /><Relationship Type="http://schemas.openxmlformats.org/officeDocument/2006/relationships/notesSlide" Target="/ppt/notesSlides/notesSlide4.xml" Id="R2ee2a05e3f1942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3b2c63dee9439d" /><Relationship Type="http://schemas.openxmlformats.org/officeDocument/2006/relationships/notesSlide" Target="/ppt/notesSlides/notesSlide5.xml" Id="R43300827a98c41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分级准入让每个阶段产生下一阶段需要的证据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D89FE-F308-436A-A2D8-A95C40DB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三阶段过程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69F57-76DF-42F9-AD40-889FAC9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01  登记与资格核对｜第1—2天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56F4D-86AD-49E1-9D99-0E40616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收集六项信息；责任人确认数据使用范围，项目属于低风险试点。交付带编号申请记录，缺项退回补齐且不占名额。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C0057-B970-4E4E-B441-D414FFFE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36875"/>
            <a:ext cx="667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F4CEA-1317-4550-ADC6-D27A91E1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35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02  限量运行与异常记录｜第1—2周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61D88-5F14-4671-843B-5F75904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274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最多纳入5个项目，使用统一环境模板；记录实际参数、输出位置和异常处理人。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19A49-B57A-47EE-A38B-19B85D0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7775"/>
            <a:ext cx="667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242C0-F13F-4D12-AB8C-643D0297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44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03  复核与有限扩围｜第3周评审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6C325-4ECE-4B69-B2BD-304126B3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783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复核两周记录、异常闭环和管理员工作量，决定是否增加项目类型或名额。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C316B-C5D4-498F-8103-2C56C38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1581150"/>
            <a:ext cx="3937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018DD-33AF-4045-93C4-30DA689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1752600"/>
            <a:ext cx="359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进入与扩围门槛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05A88-59E2-447E-9C64-AD92C6E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2133600"/>
            <a:ext cx="35941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阶段一→二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六项信息齐全，责任人完成环境确认。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阶段二→三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记录完整率达到90%以上；高风险异常在1个工作日内有责任人和处置结论。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扩围条件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连续两周完整率达到95%以上；无未关闭高风险异常；管理员负荷不超过每周3个工作日。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60DA0A-4757-442A-B36D-CA34900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0150"/>
            <a:ext cx="11144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0DCD1C-75F1-4695-94D6-61B8752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24450"/>
            <a:ext cx="10801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不满足扩围条件：保留当前试点规模，先修订字段、环境模板或异常规则，再决定是否重启评审。保留已产生记录，不静默删除失败项目。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三类模拟证据共同支持先做B的限量试点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F3DCD985-24A6-44BE-855C-2A80306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1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5CFE68CC-6086-4B4E-94CB-5489E1BD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B5A278A9-E6BB-4C28-B990-BCD1D97B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3967296A-5511-44DF-9694-5BFC57AE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6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F3DA1102-6925-46DD-9CC0-5AB6FB5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4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CF5BE15B-2E2F-42A8-865A-65CEA39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2F907585-DA64-4C16-BD59-C8CEF5D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328AD36-71BA-41C7-970E-BF78CA5E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9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2AFEDA35-FCA0-4BB9-B39F-DA70C9DB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7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3A5EA10F-F9A0-436F-9C56-D266205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975ADBDC-A5C4-49F4-A084-91ACBDF0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1481A2FF-E2C9-43E7-B836-AB4B44A2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42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7F8308E1-7BCE-496E-A659-2936E3F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32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B74872C5-27BB-4E40-8AA7-6E76497A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2B183EC5-D29F-4F5C-9A86-1EA43EE2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581629C9-03EB-417C-9703-EDD4DD9D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81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F0F86BAF-8462-494E-8B04-A07AA86D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62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4AC67B7B-5817-470E-8E40-AEA930B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33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FB40E45F-2204-4F40-9DFE-A7E4008D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FB19DE18-45B6-4E4E-AE1A-4EFCCB9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11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5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B35B8AA-098C-43A7-96C1-19CDF9A8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需求集中</a:t>
            </a:r>
          </a:p>
        </p:txBody>
      </p:sp>
      <p:sp>
        <p:nvSpPr>
          <p:cNvPr id="36" name="note-body-0">
            <a:extLst xmlns:a="http://schemas.openxmlformats.org/drawingml/2006/main">
              <a:ext uri="{FF2B5EF4-FFF2-40B4-BE49-F238E27FC236}">
                <a16:creationId xmlns:a16="http://schemas.microsoft.com/office/drawing/2014/main" id="{D2BF9779-6339-4701-93D1-6A6D3E3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23145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74/120来自三个集群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（61.7%）；52份用同一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GPU模板</a:t>
            </a:r>
          </a:p>
        </p:txBody>
      </p:sp>
      <p:sp>
        <p:nvSpPr>
          <p:cNvPr id="37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E5320E03-2A94-477B-9326-F81CDA02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记录缺口</a:t>
            </a:r>
          </a:p>
        </p:txBody>
      </p:sp>
      <p:sp>
        <p:nvSpPr>
          <p:cNvPr id="38" name="note-body-1">
            <a:extLst xmlns:a="http://schemas.openxmlformats.org/drawingml/2006/main">
              <a:ext uri="{FF2B5EF4-FFF2-40B4-BE49-F238E27FC236}">
                <a16:creationId xmlns:a16="http://schemas.microsoft.com/office/drawing/2014/main" id="{57F2D1B6-BCB7-40AE-B127-D4F710C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145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14/78缺参数或输出位置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（17.9%）；其中9份来自两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个集群</a:t>
            </a:r>
          </a:p>
        </p:txBody>
      </p:sp>
      <p:sp>
        <p:nvSpPr>
          <p:cNvPr id="39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6C0F3BDD-FE3B-4116-BC31-DC3E90C2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管理员容量</a:t>
            </a:r>
          </a:p>
        </p:txBody>
      </p:sp>
      <p:sp>
        <p:nvSpPr>
          <p:cNvPr id="40" name="note-body-2">
            <a:extLst xmlns:a="http://schemas.openxmlformats.org/drawingml/2006/main">
              <a:ext uri="{FF2B5EF4-FFF2-40B4-BE49-F238E27FC236}">
                <a16:creationId xmlns:a16="http://schemas.microsoft.com/office/drawing/2014/main" id="{AC0FC199-D945-4C4C-A356-63C5FF4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314575"/>
            <a:ext cx="2209800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全量5.0日/周高于3.5日；限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量5项目2.6日，稳定后1.4日</a:t>
            </a:r>
          </a:p>
        </p:txBody>
      </p:sp>
      <p:sp>
        <p:nvSpPr>
          <p:cNvPr id="41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E94AFCE8-8B39-43E6-A33B-274CFAE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42" name="note-body-3">
            <a:extLst xmlns:a="http://schemas.openxmlformats.org/drawingml/2006/main">
              <a:ext uri="{FF2B5EF4-FFF2-40B4-BE49-F238E27FC236}">
                <a16:creationId xmlns:a16="http://schemas.microsoft.com/office/drawing/2014/main" id="{EC19250C-2695-4DCB-96CE-FF52CD25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486275"/>
            <a:ext cx="2209800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三类证据支持试点范围与评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审节奏，不证明已提升效率</a:t>
            </a:r>
          </a:p>
        </p:txBody>
      </p:sp>
      <p:sp>
        <p:nvSpPr>
          <p:cNvPr id="43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D94FFA08-3078-4FEA-BA4A-B99D1ADA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44" name="note-body-4">
            <a:extLst xmlns:a="http://schemas.openxmlformats.org/drawingml/2006/main">
              <a:ext uri="{FF2B5EF4-FFF2-40B4-BE49-F238E27FC236}">
                <a16:creationId xmlns:a16="http://schemas.microsoft.com/office/drawing/2014/main" id="{2E1BD506-F224-4FF0-B13F-287CDA6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4862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无随机对照且可能受课程周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期影响；阶段二记录工时与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异常闭环</a:t>
            </a:r>
          </a:p>
        </p:txBody>
      </p:sp>
      <p:sp>
        <p:nvSpPr>
          <p:cNvPr id="45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FEB86B2-E390-45BF-AD79-C8A791F3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e6c7c69fb4048">
            <a:extLst>
              <a:ext uri="{96DAC541-7B7A-43D3-8B79-37D633B846F1}">
                <asvg:svgBlip xmlns:asvg="http://schemas.microsoft.com/office/drawing/2016/SVG/main" r:embed="R2717a84ec51742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097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E9AADEEB-AAA2-46E7-883A-482373E8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024c669ba4971">
            <a:extLst>
              <a:ext uri="{96DAC541-7B7A-43D3-8B79-37D633B846F1}">
                <asvg:svgBlip xmlns:asvg="http://schemas.microsoft.com/office/drawing/2016/SVG/main" r:embed="Rc24b1dbe7e3644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720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F4D85EA8-A5F6-4E5E-8400-28E7B09B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a1b1efcfd4c39">
            <a:extLst>
              <a:ext uri="{96DAC541-7B7A-43D3-8B79-37D633B846F1}">
                <asvg:svgBlip xmlns:asvg="http://schemas.microsoft.com/office/drawing/2016/SVG/main" r:embed="R11e213dba9a94d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343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6CEEE8AF-68B3-4FEF-83F7-BFBDF5BF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49881a1d5401c">
            <a:extLst>
              <a:ext uri="{96DAC541-7B7A-43D3-8B79-37D633B846F1}">
                <asvg:svgBlip xmlns:asvg="http://schemas.microsoft.com/office/drawing/2016/SVG/main" r:embed="Rbed953f049a94b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908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4C84AE1F-78ED-4968-82DF-58C189D0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a130537d54e43">
            <a:extLst>
              <a:ext uri="{96DAC541-7B7A-43D3-8B79-37D633B846F1}">
                <asvg:svgBlip xmlns:asvg="http://schemas.microsoft.com/office/drawing/2016/SVG/main" r:embed="R84652cd4d5ed48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307EC5-C296-4D51-ABC7-1D55BCA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模拟观察；无随机对照，必须用阶段二与阶段三记录校准。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统一镜像适合先做通用课程试点，特殊依赖保留定制决策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EFF3A-B1DB-4E25-9AEB-EE69633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476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53014-0ECA-4BF4-80EF-CF65ED4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统一镜像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279B1-41A2-4361-88E2-7099CC72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6D5E8-6A08-4B06-BC4E-29C5AF53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209800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6个管理员工作日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DBF5F-AB81-41DA-9327-BE93975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52713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A3C7D-1B60-4C9A-ACD1-73E4F49E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8913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AA460-F288-4C00-810B-C83DF437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28913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0.5个工作日/周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A63D8-17FA-484F-BD91-A21A5FD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718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64BBD-E079-4D03-B430-627C07C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48025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ED2DA-D279-410D-98C5-51873400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248025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同一版本便于复现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9E6F6-6F9C-4CE8-AA92-DC79FCD1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0938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EEBE2C-BAA6-4BFC-B3D9-1AD1F08D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7138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1C1E4-2446-42E6-B80E-C87A568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767138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特殊依赖不能直接覆盖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DFE2C2-24AE-42A3-9891-96C82760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476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D6762-BEA9-4F2A-A960-18D1B242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每课定制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EC446A-B599-432A-B032-99E39A0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929C57-08D7-4056-9D29-565D64E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18个管理员工作日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C3E3A4-1DB6-4BC9-A10F-9BD3C36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2713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8BECA-9AA7-4175-903E-9338AD0F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8913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397C2-3B34-4411-99A0-473B3BC3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8913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2个工作日/周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0C9F6-B95C-4203-A1D6-FF9CCEAD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85068A-1F70-447B-84F1-E6B4D238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75891-42B1-4D42-B3C5-BFD38BB0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48025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适配特殊版本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0700E-8180-4551-9323-B8273E6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0938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24CBB-5F1B-48AB-A994-EA5F009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7138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ED3A3-4B0A-4A2A-AE3C-D580242B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138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版本追踪与更新责任分散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9F38EF-BFFC-4861-B1E4-E100EA5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144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EFBC8-8E28-40C9-A8DD-C389F6CA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577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建议与验证边界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2E2E9-D823-4D95-B8C3-C75BDDA8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10801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先在3门通用课程试点两周，记录启动失败次数、恢复时间和教师反馈；特殊课程先确认依赖，再决定复用或定制。试点未结束前不承诺节省比例；若兼容问题影响授课，回到原环境并保留日志。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晚间预约与未使用率同时上升，先核对需求与履约再评估容量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C87650A9-8BBE-4077-9DCB-B2BF9C5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555CCA59-0A76-426C-83A8-0220605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7E086A31-C541-4E55-BF1D-7D4DA23E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36B8D584-B87C-4042-9901-7F61862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8EB3522E-A408-418A-AA0F-9C9B9D37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1391F79D-FBFF-4B94-9ABD-10ACB77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66769B0C-C13C-438C-A70B-56CDE62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842E7BEB-172A-4507-9FC9-DCC1788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A124500F-9E57-4EE6-A06F-716E7AE6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0CB1DCEE-AD5C-4FB3-BD43-F3B2CE2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C9544812-1134-4305-9052-3A7A98F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A0C31A9A-A171-4AFD-AA47-5AF7772E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06A05B42-6225-47C1-A1D4-1347834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68A9AAAC-C0A2-4696-917D-F9D1FCF1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300AC356-D4F4-4915-A5C4-14039B6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00743A6A-1910-48E9-ACF2-5EE2444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2300381F-4C57-46E3-B351-56D9CEA3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四周总量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1D37DB3A-F1AF-4A26-B533-71EF8E7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145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总预约80/100/120/120；晚间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48/65/84/90次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6C376FBE-308D-41A1-A991-C026E35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未使用率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D34AE64-1A5F-476B-9AF5-5DD3A7D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未使用8/10/24/30次；占比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10%/10%/20%/25%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5D14AB89-53FB-4650-BEFA-0D6F66EF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口径边界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A5D6F28-16F6-45FF-BF6D-AA6A142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4862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两类记录可能重叠，不能相加；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数据不证明容量不足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72AEE4FF-38CA-4F3A-A307-7AD2384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核对动作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B95CEADD-97A8-4951-BB13-1E16B77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86275"/>
            <a:ext cx="2461317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抽查第4周30条，区分取消、需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求变化与故障；记录排队和利用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率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824AE3D5-F28F-4B96-8044-F4045769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f86819c2e4d08">
            <a:extLst>
              <a:ext uri="{96DAC541-7B7A-43D3-8B79-37D633B846F1}">
                <asvg:svgBlip xmlns:asvg="http://schemas.microsoft.com/office/drawing/2016/SVG/main" r:embed="Rb51f192cc5c946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8F5636BD-B48A-46F1-B4A2-8ABB7CD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a941143f74b88">
            <a:extLst>
              <a:ext uri="{96DAC541-7B7A-43D3-8B79-37D633B846F1}">
                <asvg:svgBlip xmlns:asvg="http://schemas.microsoft.com/office/drawing/2016/SVG/main" r:embed="Rc689c9baea1b43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29CA356C-CB33-410B-A535-3F5803F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f0f743e7943c2">
            <a:extLst>
              <a:ext uri="{96DAC541-7B7A-43D3-8B79-37D633B846F1}">
                <asvg:svgBlip xmlns:asvg="http://schemas.microsoft.com/office/drawing/2016/SVG/main" r:embed="R1ca3aaf9c31e49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1CCC15D6-5B84-4CD0-9EAE-DF39CFF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a8ef211304d0c">
            <a:extLst>
              <a:ext uri="{96DAC541-7B7A-43D3-8B79-37D633B846F1}">
                <asvg:svgBlip xmlns:asvg="http://schemas.microsoft.com/office/drawing/2016/SVG/main" r:embed="R72300cb5d4f743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4FE414-62F6-42D6-941E-8B585AEF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模拟观察；两类记录可能重叠，不能将比例相加。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开放共享数据集须同时满足授权、去标识与维护责任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并列条件与行动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9560F-75F4-41B4-A63E-E5B5BE26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04A75-6036-4FF9-9051-8A14D08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8B0AB-D015-4C2C-BC0C-A9F1923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8862C-2861-4047-8B43-9312953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每个来源有可追溯许可，限定用途与再分发范围；来源不清的数据暂不纳入。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5A855-C1FB-45FD-B0F3-E7FF767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D3786-A268-4DBB-A787-33ADC03D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去标识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0217C-1B73-402E-8357-FC495064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02E09-E0C1-45CD-807A-B21B951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移除直接标识并复核组合字段的再识别风险；不能只删除姓名。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4D0FD-241F-4FF7-83AB-DE00DE25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94383-F530-427C-9CCE-C58A8092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28F42-81B8-4655-8058-0EEBC0E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E87B3-DA9F-4F02-ACC5-C118AE6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明确版本负责人、问题反馈渠道和撤回机制；发布后能追踪更正。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D73A8-A82B-46CB-8378-90D07D6E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72025"/>
            <a:ext cx="11144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0EF39-7266-49FE-A3FF-E4422A21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86325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共同行动与边界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BE928C-91D8-420E-A1F5-771A711B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10801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项同时满足才进入小范围试用；任一缺失则保留内部版本，列出补齐责任与证据。试用阶段收集可复现性、字段缺失和错误报告；扩大范围前重新核对授权是否覆盖新增用途。本页为模拟工作方案，不表示任何实际数据已经通过审核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2026-09-09T12:40:39.2230000Z</dcterms:created>
  <dcterms:modified xsi:type="dcterms:W3CDTF">2026-09-09T12:40:39.2230000Z</dcterms:modified>
</coreProperties>
</file>