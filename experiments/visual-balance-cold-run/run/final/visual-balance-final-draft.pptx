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ea1b5a22a641bd" /><Relationship Type="http://schemas.openxmlformats.org/officeDocument/2006/relationships/extended-properties" Target="/docProps/app.xml" Id="R1ee4663776b94c97" /><Relationship Type="http://schemas.openxmlformats.org/officeDocument/2006/relationships/officeDocument" Target="/ppt/presentation.xml" Id="R97e0f474e278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b4d5a69e5a490b"/>
    <p:sldMasterId xmlns:r="http://schemas.openxmlformats.org/officeDocument/2006/relationships" id="2147483660" r:id="Ra83a33870e8c490a"/>
    <p:sldMasterId xmlns:r="http://schemas.openxmlformats.org/officeDocument/2006/relationships" id="2147483663" r:id="R9e1014aa1eee4931"/>
  </p:sldMasterIdLst>
  <p:notesMasterIdLst>
    <p:notesMasterId xmlns:r="http://schemas.openxmlformats.org/officeDocument/2006/relationships" r:id="R39d7d8bb17f64ecc"/>
  </p:notesMasterIdLst>
  <p:sldIdLst>
    <p:sldId xmlns:r="http://schemas.openxmlformats.org/officeDocument/2006/relationships" id="256" r:id="Rc605934ac3794c56"/>
    <p:sldId xmlns:r="http://schemas.openxmlformats.org/officeDocument/2006/relationships" id="257" r:id="Rf6071837eb9d46c9"/>
    <p:sldId xmlns:r="http://schemas.openxmlformats.org/officeDocument/2006/relationships" id="258" r:id="R304ad5f7712d4660"/>
    <p:sldId xmlns:r="http://schemas.openxmlformats.org/officeDocument/2006/relationships" id="259" r:id="R58077ca6855c46db"/>
    <p:sldId xmlns:r="http://schemas.openxmlformats.org/officeDocument/2006/relationships" id="260" r:id="R01c846fe00d1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cb77a6122f4dcf" /><Relationship Type="http://schemas.openxmlformats.org/officeDocument/2006/relationships/slideMaster" Target="/ppt/slideMasters/slideMaster1.xml" Id="R27b4d5a69e5a490b" /><Relationship Type="http://schemas.openxmlformats.org/officeDocument/2006/relationships/slideMaster" Target="/ppt/slideMasters/slideMaster2.xml" Id="Ra83a33870e8c490a" /><Relationship Type="http://schemas.openxmlformats.org/officeDocument/2006/relationships/slideMaster" Target="/ppt/slideMasters/slideMaster3.xml" Id="R9e1014aa1eee4931" /><Relationship Type="http://schemas.openxmlformats.org/officeDocument/2006/relationships/notesMaster" Target="/ppt/notesMasters/notesMaster1.xml" Id="R39d7d8bb17f64ecc" /><Relationship Type="http://schemas.openxmlformats.org/officeDocument/2006/relationships/presProps" Target="/ppt/presProps.xml" Id="R94acf1328c674979" /><Relationship Type="http://schemas.openxmlformats.org/officeDocument/2006/relationships/viewProps" Target="/ppt/viewProps.xml" Id="Rb70539e21fe94c13" /><Relationship Type="http://schemas.openxmlformats.org/officeDocument/2006/relationships/tableStyles" Target="/ppt/tableStyles.xml" Id="R8b10e31e80e0434c" /><Relationship Type="http://schemas.openxmlformats.org/officeDocument/2006/relationships/slide" Target="/ppt/slides/slide1.xml" Id="Rc605934ac3794c56" /><Relationship Type="http://schemas.openxmlformats.org/officeDocument/2006/relationships/slide" Target="/ppt/slides/slide2.xml" Id="Rf6071837eb9d46c9" /><Relationship Type="http://schemas.openxmlformats.org/officeDocument/2006/relationships/slide" Target="/ppt/slides/slide3.xml" Id="R304ad5f7712d4660" /><Relationship Type="http://schemas.openxmlformats.org/officeDocument/2006/relationships/slide" Target="/ppt/slides/slide4.xml" Id="R58077ca6855c46db" /><Relationship Type="http://schemas.openxmlformats.org/officeDocument/2006/relationships/slide" Target="/ppt/slides/slide5.xml" Id="R01c846fe00d1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b11e3722374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967b9c34b948da" /><Relationship Type="http://schemas.openxmlformats.org/officeDocument/2006/relationships/notesMaster" Target="/ppt/notesMasters/notesMaster1.xml" Id="R41f9dd3130e040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68a9f96d574ed3" /><Relationship Type="http://schemas.openxmlformats.org/officeDocument/2006/relationships/notesMaster" Target="/ppt/notesMasters/notesMaster1.xml" Id="Rd312a84b5c9044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c095813e97491c" /><Relationship Type="http://schemas.openxmlformats.org/officeDocument/2006/relationships/notesMaster" Target="/ppt/notesMasters/notesMaster1.xml" Id="Rcb43bd5bfa0040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f04429d2284a67" /><Relationship Type="http://schemas.openxmlformats.org/officeDocument/2006/relationships/notesMaster" Target="/ppt/notesMasters/notesMaster1.xml" Id="Rfd56035d5bec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09a8b5f82045cd" /><Relationship Type="http://schemas.openxmlformats.org/officeDocument/2006/relationships/notesMaster" Target="/ppt/notesMasters/notesMaster1.xml" Id="R43a3f147edc845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结构与编排：P2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结构与编排：P3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结构与编排：N1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结构与编排：N2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内容：experiments/visual-balance-cold-run/manuscript.md（模拟材料）</a:t>
            </a:r>
            <a:endParaRPr/>
          </a:p>
          <a:p xmlns:a="http://schemas.openxmlformats.org/drawingml/2006/main">
            <a:r>
              <a:t>- 结构与编排：N3 由 resolveComposition/buildComposition 执行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6064aff6c4de1" /><Relationship Type="http://schemas.openxmlformats.org/officeDocument/2006/relationships/image" Target="/ppt/media/image.jpeg" Id="R8ee063cd2259436a" /><Relationship Type="http://schemas.openxmlformats.org/officeDocument/2006/relationships/image" Target="/ppt/media/image.png" Id="R5a5d8bed985d43bb" /><Relationship Type="http://schemas.openxmlformats.org/officeDocument/2006/relationships/image" Target="/ppt/media/image2.png" Id="R0b4a8b19f73d41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b383fec4142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7b426257d47cc" /><Relationship Type="http://schemas.openxmlformats.org/officeDocument/2006/relationships/image" Target="/ppt/media/image3.png" Id="R7b4fd19de92349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4551d6205442b" /><Relationship Type="http://schemas.openxmlformats.org/officeDocument/2006/relationships/image" Target="/ppt/media/image4.png" Id="Ra778014ebbe84a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df88a83464a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7107225854f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8698dcac9474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73679d54941d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441128d2443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8ca25541d45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2c2f049654fe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d022abfb3640f3" /><Relationship Type="http://schemas.openxmlformats.org/officeDocument/2006/relationships/image" Target="/ppt/media/image5.png" Id="R5a8b99cd582b471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9e67aac4314e3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ef508fc1f394e73" /><Relationship Type="http://schemas.openxmlformats.org/officeDocument/2006/relationships/image" Target="/ppt/media/image5.png" Id="R969196379ba648b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d032894d80542c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063cd2259436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8bed985d43b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a8b19f73d41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fd19de923491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8014ebbe84ac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b99cd582b471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196379ba648b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5a72633dea4daf" /><Relationship Type="http://schemas.openxmlformats.org/officeDocument/2006/relationships/slideLayout" Target="/ppt/slideLayouts/slideLayout1.xml" Id="Rf47126088f2743dc" /><Relationship Type="http://schemas.openxmlformats.org/officeDocument/2006/relationships/slideLayout" Target="/ppt/slideLayouts/slideLayout2.xml" Id="Rbfd7140864084421" /><Relationship Type="http://schemas.openxmlformats.org/officeDocument/2006/relationships/slideLayout" Target="/ppt/slideLayouts/slideLayout3.xml" Id="R7b50a6f8c42e4c06" /><Relationship Type="http://schemas.openxmlformats.org/officeDocument/2006/relationships/slideLayout" Target="/ppt/slideLayouts/slideLayout4.xml" Id="R85880ee87f954d16" /><Relationship Type="http://schemas.openxmlformats.org/officeDocument/2006/relationships/slideLayout" Target="/ppt/slideLayouts/slideLayout5.xml" Id="R482967fb62f54db1" /><Relationship Type="http://schemas.openxmlformats.org/officeDocument/2006/relationships/slideLayout" Target="/ppt/slideLayouts/slideLayout6.xml" Id="R8d3e0abb403b4b1c" /><Relationship Type="http://schemas.openxmlformats.org/officeDocument/2006/relationships/slideLayout" Target="/ppt/slideLayouts/slideLayout7.xml" Id="Rd329e34e0cd84796" /><Relationship Type="http://schemas.openxmlformats.org/officeDocument/2006/relationships/slideLayout" Target="/ppt/slideLayouts/slideLayout8.xml" Id="R674b7a638455420c" /><Relationship Type="http://schemas.openxmlformats.org/officeDocument/2006/relationships/slideLayout" Target="/ppt/slideLayouts/slideLayout9.xml" Id="R7c103bd82ca047b1" /><Relationship Type="http://schemas.openxmlformats.org/officeDocument/2006/relationships/slideLayout" Target="/ppt/slideLayouts/slideLayout10.xml" Id="R63d03c486b744d77" /><Relationship Type="http://schemas.openxmlformats.org/officeDocument/2006/relationships/slideLayout" Target="/ppt/slideLayouts/slideLayout11.xml" Id="R4afd2860bcee4f3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51c84ffcb5844a1" /><Relationship Type="http://schemas.openxmlformats.org/officeDocument/2006/relationships/slideLayout" Target="/ppt/slideLayouts/slideLayout12.xml" Id="Rac19da659f424f73" /><Relationship Type="http://schemas.openxmlformats.org/officeDocument/2006/relationships/slideLayout" Target="/ppt/slideLayouts/slideLayout13.xml" Id="Rb7988712170f4f3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aa203cc39634e67" /><Relationship Type="http://schemas.openxmlformats.org/officeDocument/2006/relationships/slideLayout" Target="/ppt/slideLayouts/slideLayout14.xml" Id="R455d464dc1194922" /><Relationship Type="http://schemas.openxmlformats.org/officeDocument/2006/relationships/slideLayout" Target="/ppt/slideLayouts/slideLayout15.xml" Id="R4a6ebc81bf664f4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7126088f2743dc"/>
    <p:sldLayoutId xmlns:r="http://schemas.openxmlformats.org/officeDocument/2006/relationships" id="2147483650" r:id="Rbfd7140864084421"/>
    <p:sldLayoutId xmlns:r="http://schemas.openxmlformats.org/officeDocument/2006/relationships" id="2147483651" r:id="R7b50a6f8c42e4c06"/>
    <p:sldLayoutId xmlns:r="http://schemas.openxmlformats.org/officeDocument/2006/relationships" id="2147483652" r:id="R85880ee87f954d16"/>
    <p:sldLayoutId xmlns:r="http://schemas.openxmlformats.org/officeDocument/2006/relationships" id="2147483653" r:id="R482967fb62f54db1"/>
    <p:sldLayoutId xmlns:r="http://schemas.openxmlformats.org/officeDocument/2006/relationships" id="2147483654" r:id="R8d3e0abb403b4b1c"/>
    <p:sldLayoutId xmlns:r="http://schemas.openxmlformats.org/officeDocument/2006/relationships" id="2147483655" r:id="Rd329e34e0cd84796"/>
    <p:sldLayoutId xmlns:r="http://schemas.openxmlformats.org/officeDocument/2006/relationships" id="2147483656" r:id="R674b7a638455420c"/>
    <p:sldLayoutId xmlns:r="http://schemas.openxmlformats.org/officeDocument/2006/relationships" id="2147483657" r:id="R7c103bd82ca047b1"/>
    <p:sldLayoutId xmlns:r="http://schemas.openxmlformats.org/officeDocument/2006/relationships" id="2147483658" r:id="R63d03c486b744d77"/>
    <p:sldLayoutId xmlns:r="http://schemas.openxmlformats.org/officeDocument/2006/relationships" id="2147483659" r:id="R4afd2860bcee4f3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c19da659f424f73"/>
    <p:sldLayoutId xmlns:r="http://schemas.openxmlformats.org/officeDocument/2006/relationships" id="2147483662" r:id="Rb7988712170f4f3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55d464dc1194922"/>
    <p:sldLayoutId xmlns:r="http://schemas.openxmlformats.org/officeDocument/2006/relationships" id="2147483665" r:id="R4a6ebc81bf664f4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7b3e3b11404a83" /><Relationship Type="http://schemas.openxmlformats.org/officeDocument/2006/relationships/notesSlide" Target="/ppt/notesSlides/notesSlide1.xml" Id="R482394732d7a4f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59e25a1b9fb4388" /><Relationship Type="http://schemas.openxmlformats.org/officeDocument/2006/relationships/image" Target="/ppt/media/image6.png" Id="R4a55a20e07da4f6d" /><Relationship Type="http://schemas.openxmlformats.org/officeDocument/2006/relationships/image" Target="/ppt/media/image.svg" Id="R9a8bc8e4870f4670" /><Relationship Type="http://schemas.openxmlformats.org/officeDocument/2006/relationships/image" Target="/ppt/media/image7.png" Id="Rfe2a4f66ae3d4eba" /><Relationship Type="http://schemas.openxmlformats.org/officeDocument/2006/relationships/image" Target="/ppt/media/image2.svg" Id="R225d13807db44cc0" /><Relationship Type="http://schemas.openxmlformats.org/officeDocument/2006/relationships/image" Target="/ppt/media/image8.png" Id="R141e97226d9e4cd0" /><Relationship Type="http://schemas.openxmlformats.org/officeDocument/2006/relationships/image" Target="/ppt/media/image3.svg" Id="Ra2c1748f5e9942fb" /><Relationship Type="http://schemas.openxmlformats.org/officeDocument/2006/relationships/image" Target="/ppt/media/image9.png" Id="R0ef3774a354d4f6f" /><Relationship Type="http://schemas.openxmlformats.org/officeDocument/2006/relationships/image" Target="/ppt/media/image4.svg" Id="Rb35393fea0ca4679" /><Relationship Type="http://schemas.openxmlformats.org/officeDocument/2006/relationships/image" Target="/ppt/media/image10.png" Id="Rbb7a670177c54c69" /><Relationship Type="http://schemas.openxmlformats.org/officeDocument/2006/relationships/image" Target="/ppt/media/image5.svg" Id="R892d0ca7d8384ea5" /><Relationship Type="http://schemas.openxmlformats.org/officeDocument/2006/relationships/notesSlide" Target="/ppt/notesSlides/notesSlide2.xml" Id="Rdc6e9afabf2f4f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fb4cf68c0f4ee7" /><Relationship Type="http://schemas.openxmlformats.org/officeDocument/2006/relationships/notesSlide" Target="/ppt/notesSlides/notesSlide3.xml" Id="R00b6319df0c847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7f69037c5348b6" /><Relationship Type="http://schemas.openxmlformats.org/officeDocument/2006/relationships/image" Target="/ppt/media/image11.png" Id="R0ae755299df945dd" /><Relationship Type="http://schemas.openxmlformats.org/officeDocument/2006/relationships/image" Target="/ppt/media/image6.svg" Id="R568df91dd3014f47" /><Relationship Type="http://schemas.openxmlformats.org/officeDocument/2006/relationships/image" Target="/ppt/media/image12.png" Id="Rcc4bb0f5be6e4642" /><Relationship Type="http://schemas.openxmlformats.org/officeDocument/2006/relationships/image" Target="/ppt/media/image7.svg" Id="R0a28f6974d5d4b67" /><Relationship Type="http://schemas.openxmlformats.org/officeDocument/2006/relationships/image" Target="/ppt/media/image13.png" Id="R2d3c74f9aec544aa" /><Relationship Type="http://schemas.openxmlformats.org/officeDocument/2006/relationships/image" Target="/ppt/media/image8.svg" Id="R09149ab3789e4e42" /><Relationship Type="http://schemas.openxmlformats.org/officeDocument/2006/relationships/image" Target="/ppt/media/image14.png" Id="R3102db52780341e4" /><Relationship Type="http://schemas.openxmlformats.org/officeDocument/2006/relationships/image" Target="/ppt/media/image9.svg" Id="Rd20e7174cb714fa5" /><Relationship Type="http://schemas.openxmlformats.org/officeDocument/2006/relationships/notesSlide" Target="/ppt/notesSlides/notesSlide4.xml" Id="R246d9c1bf3d44a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ce558399324964" /><Relationship Type="http://schemas.openxmlformats.org/officeDocument/2006/relationships/notesSlide" Target="/ppt/notesSlides/notesSlide5.xml" Id="Rdee3732858df42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分级准入让每个阶段产生下一阶段需要的证据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过程与门槛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8223E-35FE-4979-93EC-83060B49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三阶段过程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10E7B-D5F2-4E92-B5DA-910742AE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526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01  登记与资格核对｜第1—2天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97700-6688-4D88-A18D-1473C812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收集六项信息；责任人确认数据使用范围，项目属于低风险试点。交付带编号申请记录，缺项退回补齐且不占名额。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3EADC-CF1B-4512-9B86-307DF0C6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36875"/>
            <a:ext cx="667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85CE1-7879-43A0-B541-901CB08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35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02  限量运行与异常记录｜第1—2周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08718-2C7D-413F-B16D-3B9FFB0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274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最多纳入5个项目，使用统一环境模板；记录实际参数、输出位置和异常处理人。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29752-973E-4EEF-816D-B7802329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87775"/>
            <a:ext cx="667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4EB41-797B-4694-86C7-A6D09F67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4450"/>
            <a:ext cx="667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03  复核与有限扩围｜第3周评审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50269-972B-4B28-824C-3947B2B2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78300"/>
            <a:ext cx="667385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复核两周记录、异常闭环和管理员工作量，决定是否增加项目类型或名额。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4D409-FF11-4886-B9DF-763074C7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125" y="1581150"/>
            <a:ext cx="3937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62394-0171-4C90-BDFE-3DF4C44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1752600"/>
            <a:ext cx="359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进入与扩围门槛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84D67-DF94-4537-A65A-BF4665E9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2575" y="2133600"/>
            <a:ext cx="35941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阶段一→二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六项信息齐全，责任人完成环境确认。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阶段二→三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记录完整率达到90%以上；高风险异常在1个工作日内有责任人和处置结论。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扩围条件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连续两周完整率达到95%以上；无未关闭高风险异常；管理员负荷不超过每周3个工作日。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20929-9340-403D-8074-D0BE50D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0150"/>
            <a:ext cx="11144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3AD302-E8C6-4523-8206-3DA0776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24450"/>
            <a:ext cx="10801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不满足扩围条件：保留当前试点规模，先修订字段、环境模板或异常规则，再决定是否重启评审。保留已产生记录，不静默删除失败项目。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三类模拟证据共同支持先做B的限量试点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6F4A8789-136C-4841-A746-1A29FA34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1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9979A89E-8E37-4A55-B22D-61AD50BF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21E79258-A9E8-4877-B99E-EF78363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98378624-0799-4E59-80B2-49AA6E07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96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A908D240-C6AD-4E89-A207-5F505061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4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665260B7-8A31-4D3F-B2CA-F0FE00DF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199BD241-65D1-4959-BA71-1B49401A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8AC27B6E-A217-42C4-B3A6-D02BB6C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9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AE2BE851-8FC9-47CF-87F5-B212D80C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779" y="33040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CF41125A-033E-457A-A723-295F4E8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1043AB25-685C-4CD5-AC2F-F86D8258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C40DA183-034D-420D-BA45-ED722801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4261" y="33496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46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559E99A2-190D-45F0-BFE7-22886EE3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32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9A6683B7-C440-409D-8816-44E80648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415B14B2-E019-43F0-95E8-6470FEF1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B892EEDE-8B2E-4559-8A7C-77645563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81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FED325AE-29C4-4EB8-A109-6CECA899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629" y="5475732"/>
            <a:ext cx="2858148" cy="526771"/>
          </a:xfrm>
          <a:custGeom xmlns:a="http://schemas.openxmlformats.org/drawingml/2006/main">
            <a:pathLst>
              <a:path w="2858148" h="526771">
                <a:moveTo>
                  <a:pt x="2857271" y="0"/>
                </a:moveTo>
                <a:lnTo>
                  <a:pt x="2858148" y="19402"/>
                </a:lnTo>
                <a:lnTo>
                  <a:pt x="2857757" y="38805"/>
                </a:lnTo>
                <a:lnTo>
                  <a:pt x="2856376" y="58188"/>
                </a:lnTo>
                <a:lnTo>
                  <a:pt x="2854071" y="77534"/>
                </a:lnTo>
                <a:lnTo>
                  <a:pt x="2850880" y="96822"/>
                </a:lnTo>
                <a:lnTo>
                  <a:pt x="2846813" y="116024"/>
                </a:lnTo>
                <a:lnTo>
                  <a:pt x="2841860" y="135131"/>
                </a:lnTo>
                <a:lnTo>
                  <a:pt x="2836021" y="154115"/>
                </a:lnTo>
                <a:lnTo>
                  <a:pt x="2829268" y="172945"/>
                </a:lnTo>
                <a:lnTo>
                  <a:pt x="2821591" y="191614"/>
                </a:lnTo>
                <a:lnTo>
                  <a:pt x="2812971" y="210083"/>
                </a:lnTo>
                <a:lnTo>
                  <a:pt x="2803379" y="228314"/>
                </a:lnTo>
                <a:lnTo>
                  <a:pt x="2792797" y="246288"/>
                </a:lnTo>
                <a:lnTo>
                  <a:pt x="2781214" y="263957"/>
                </a:lnTo>
                <a:lnTo>
                  <a:pt x="2768613" y="281292"/>
                </a:lnTo>
                <a:lnTo>
                  <a:pt x="2754982" y="298247"/>
                </a:lnTo>
                <a:lnTo>
                  <a:pt x="2740314" y="314773"/>
                </a:lnTo>
                <a:lnTo>
                  <a:pt x="2724607" y="330841"/>
                </a:lnTo>
                <a:lnTo>
                  <a:pt x="2707881" y="346405"/>
                </a:lnTo>
                <a:lnTo>
                  <a:pt x="2690136" y="361417"/>
                </a:lnTo>
                <a:lnTo>
                  <a:pt x="2671401" y="375837"/>
                </a:lnTo>
                <a:lnTo>
                  <a:pt x="2651712" y="389639"/>
                </a:lnTo>
                <a:lnTo>
                  <a:pt x="2631110" y="402774"/>
                </a:lnTo>
                <a:lnTo>
                  <a:pt x="2609640" y="415233"/>
                </a:lnTo>
                <a:lnTo>
                  <a:pt x="2587361" y="426977"/>
                </a:lnTo>
                <a:lnTo>
                  <a:pt x="2564321" y="437998"/>
                </a:lnTo>
                <a:lnTo>
                  <a:pt x="2540584" y="448294"/>
                </a:lnTo>
                <a:lnTo>
                  <a:pt x="2516210" y="457848"/>
                </a:lnTo>
                <a:lnTo>
                  <a:pt x="2491273" y="466668"/>
                </a:lnTo>
                <a:lnTo>
                  <a:pt x="2465832" y="474764"/>
                </a:lnTo>
                <a:lnTo>
                  <a:pt x="2439943" y="482146"/>
                </a:lnTo>
                <a:lnTo>
                  <a:pt x="2413664" y="488833"/>
                </a:lnTo>
                <a:lnTo>
                  <a:pt x="2387041" y="494843"/>
                </a:lnTo>
                <a:lnTo>
                  <a:pt x="2360133" y="500196"/>
                </a:lnTo>
                <a:lnTo>
                  <a:pt x="2332977" y="504920"/>
                </a:lnTo>
                <a:lnTo>
                  <a:pt x="2305622" y="509035"/>
                </a:lnTo>
                <a:lnTo>
                  <a:pt x="2278094" y="512569"/>
                </a:lnTo>
                <a:lnTo>
                  <a:pt x="2250424" y="515541"/>
                </a:lnTo>
                <a:lnTo>
                  <a:pt x="2222659" y="517998"/>
                </a:lnTo>
                <a:lnTo>
                  <a:pt x="2194798" y="519941"/>
                </a:lnTo>
                <a:lnTo>
                  <a:pt x="2166880" y="521389"/>
                </a:lnTo>
                <a:lnTo>
                  <a:pt x="2138905" y="522075"/>
                </a:lnTo>
                <a:lnTo>
                  <a:pt x="2110911" y="522532"/>
                </a:lnTo>
                <a:lnTo>
                  <a:pt x="2082927" y="522894"/>
                </a:lnTo>
                <a:lnTo>
                  <a:pt x="2054933" y="523199"/>
                </a:lnTo>
                <a:lnTo>
                  <a:pt x="2026939" y="523465"/>
                </a:lnTo>
                <a:lnTo>
                  <a:pt x="1998945" y="523713"/>
                </a:lnTo>
                <a:lnTo>
                  <a:pt x="1970951" y="523932"/>
                </a:lnTo>
                <a:lnTo>
                  <a:pt x="1942948" y="524142"/>
                </a:lnTo>
                <a:lnTo>
                  <a:pt x="1914954" y="524323"/>
                </a:lnTo>
                <a:lnTo>
                  <a:pt x="1886960" y="524504"/>
                </a:lnTo>
                <a:lnTo>
                  <a:pt x="1858966" y="524666"/>
                </a:lnTo>
                <a:lnTo>
                  <a:pt x="1830972" y="524818"/>
                </a:lnTo>
                <a:lnTo>
                  <a:pt x="1802978" y="524970"/>
                </a:lnTo>
                <a:lnTo>
                  <a:pt x="1774974" y="525104"/>
                </a:lnTo>
                <a:lnTo>
                  <a:pt x="1746980" y="525237"/>
                </a:lnTo>
                <a:lnTo>
                  <a:pt x="1718986" y="525361"/>
                </a:lnTo>
                <a:lnTo>
                  <a:pt x="1690992" y="525475"/>
                </a:lnTo>
                <a:lnTo>
                  <a:pt x="1662998" y="525590"/>
                </a:lnTo>
                <a:lnTo>
                  <a:pt x="1634995" y="525694"/>
                </a:lnTo>
                <a:lnTo>
                  <a:pt x="1607001" y="525790"/>
                </a:lnTo>
                <a:lnTo>
                  <a:pt x="1579007" y="525885"/>
                </a:lnTo>
                <a:lnTo>
                  <a:pt x="1551013" y="525971"/>
                </a:lnTo>
                <a:lnTo>
                  <a:pt x="1523009" y="526047"/>
                </a:lnTo>
                <a:lnTo>
                  <a:pt x="1495015" y="526132"/>
                </a:lnTo>
                <a:lnTo>
                  <a:pt x="1467021" y="526199"/>
                </a:lnTo>
                <a:lnTo>
                  <a:pt x="1439018" y="526266"/>
                </a:lnTo>
                <a:lnTo>
                  <a:pt x="1411024" y="526332"/>
                </a:lnTo>
                <a:lnTo>
                  <a:pt x="1383030" y="526399"/>
                </a:lnTo>
                <a:lnTo>
                  <a:pt x="1355036" y="526447"/>
                </a:lnTo>
                <a:lnTo>
                  <a:pt x="1327033" y="526494"/>
                </a:lnTo>
                <a:lnTo>
                  <a:pt x="1299039" y="526552"/>
                </a:lnTo>
                <a:lnTo>
                  <a:pt x="1271045" y="526590"/>
                </a:lnTo>
                <a:lnTo>
                  <a:pt x="1243051" y="526618"/>
                </a:lnTo>
                <a:lnTo>
                  <a:pt x="1215047" y="526656"/>
                </a:lnTo>
                <a:lnTo>
                  <a:pt x="1187053" y="526685"/>
                </a:lnTo>
                <a:lnTo>
                  <a:pt x="1159059" y="526704"/>
                </a:lnTo>
                <a:lnTo>
                  <a:pt x="1131065" y="526733"/>
                </a:lnTo>
                <a:lnTo>
                  <a:pt x="1103062" y="526752"/>
                </a:lnTo>
                <a:lnTo>
                  <a:pt x="1075068" y="526761"/>
                </a:lnTo>
                <a:lnTo>
                  <a:pt x="1047074" y="526761"/>
                </a:lnTo>
                <a:lnTo>
                  <a:pt x="1019070" y="526771"/>
                </a:lnTo>
                <a:lnTo>
                  <a:pt x="991076" y="526771"/>
                </a:lnTo>
                <a:lnTo>
                  <a:pt x="963082" y="526752"/>
                </a:lnTo>
                <a:lnTo>
                  <a:pt x="935088" y="526742"/>
                </a:lnTo>
                <a:lnTo>
                  <a:pt x="907085" y="526733"/>
                </a:lnTo>
                <a:lnTo>
                  <a:pt x="879091" y="526704"/>
                </a:lnTo>
                <a:lnTo>
                  <a:pt x="851097" y="526675"/>
                </a:lnTo>
                <a:lnTo>
                  <a:pt x="823093" y="526656"/>
                </a:lnTo>
                <a:lnTo>
                  <a:pt x="795099" y="526609"/>
                </a:lnTo>
                <a:lnTo>
                  <a:pt x="767105" y="526561"/>
                </a:lnTo>
                <a:lnTo>
                  <a:pt x="739111" y="526523"/>
                </a:lnTo>
                <a:lnTo>
                  <a:pt x="711108" y="526466"/>
                </a:lnTo>
                <a:lnTo>
                  <a:pt x="683114" y="526399"/>
                </a:lnTo>
                <a:lnTo>
                  <a:pt x="655120" y="526332"/>
                </a:lnTo>
                <a:lnTo>
                  <a:pt x="627126" y="526256"/>
                </a:lnTo>
                <a:lnTo>
                  <a:pt x="599123" y="526171"/>
                </a:lnTo>
                <a:lnTo>
                  <a:pt x="571129" y="526075"/>
                </a:lnTo>
                <a:lnTo>
                  <a:pt x="543135" y="525990"/>
                </a:lnTo>
                <a:lnTo>
                  <a:pt x="515141" y="525875"/>
                </a:lnTo>
                <a:lnTo>
                  <a:pt x="487137" y="525761"/>
                </a:lnTo>
                <a:lnTo>
                  <a:pt x="459143" y="525628"/>
                </a:lnTo>
                <a:lnTo>
                  <a:pt x="431149" y="525494"/>
                </a:lnTo>
                <a:lnTo>
                  <a:pt x="403155" y="525342"/>
                </a:lnTo>
                <a:lnTo>
                  <a:pt x="375161" y="525170"/>
                </a:lnTo>
                <a:lnTo>
                  <a:pt x="347158" y="524999"/>
                </a:lnTo>
                <a:lnTo>
                  <a:pt x="319164" y="524799"/>
                </a:lnTo>
                <a:lnTo>
                  <a:pt x="291170" y="524580"/>
                </a:lnTo>
                <a:lnTo>
                  <a:pt x="263176" y="524342"/>
                </a:lnTo>
                <a:lnTo>
                  <a:pt x="235182" y="524085"/>
                </a:lnTo>
                <a:lnTo>
                  <a:pt x="207188" y="523789"/>
                </a:lnTo>
                <a:lnTo>
                  <a:pt x="179194" y="523465"/>
                </a:lnTo>
                <a:lnTo>
                  <a:pt x="151209" y="523103"/>
                </a:lnTo>
                <a:lnTo>
                  <a:pt x="123215" y="522684"/>
                </a:lnTo>
                <a:lnTo>
                  <a:pt x="95231" y="522189"/>
                </a:lnTo>
                <a:lnTo>
                  <a:pt x="67247" y="521579"/>
                </a:lnTo>
                <a:lnTo>
                  <a:pt x="39272" y="520789"/>
                </a:lnTo>
                <a:lnTo>
                  <a:pt x="11335" y="519522"/>
                </a:lnTo>
                <a:lnTo>
                  <a:pt x="5191" y="503749"/>
                </a:lnTo>
                <a:lnTo>
                  <a:pt x="4820" y="484337"/>
                </a:lnTo>
                <a:lnTo>
                  <a:pt x="4448" y="464925"/>
                </a:lnTo>
                <a:lnTo>
                  <a:pt x="4077" y="445522"/>
                </a:lnTo>
                <a:lnTo>
                  <a:pt x="3705" y="426110"/>
                </a:lnTo>
                <a:lnTo>
                  <a:pt x="3334" y="406698"/>
                </a:lnTo>
                <a:lnTo>
                  <a:pt x="2962" y="387296"/>
                </a:lnTo>
                <a:lnTo>
                  <a:pt x="2591" y="367884"/>
                </a:lnTo>
                <a:lnTo>
                  <a:pt x="2229" y="348472"/>
                </a:lnTo>
                <a:lnTo>
                  <a:pt x="1857" y="329060"/>
                </a:lnTo>
                <a:lnTo>
                  <a:pt x="1486" y="309658"/>
                </a:lnTo>
                <a:lnTo>
                  <a:pt x="1114" y="290246"/>
                </a:lnTo>
                <a:lnTo>
                  <a:pt x="743" y="270834"/>
                </a:lnTo>
                <a:lnTo>
                  <a:pt x="371" y="251422"/>
                </a:lnTo>
                <a:lnTo>
                  <a:pt x="0" y="232019"/>
                </a:lnTo>
                <a:lnTo>
                  <a:pt x="10268" y="219323"/>
                </a:lnTo>
                <a:lnTo>
                  <a:pt x="38195" y="217913"/>
                </a:lnTo>
                <a:lnTo>
                  <a:pt x="66142" y="216722"/>
                </a:lnTo>
                <a:lnTo>
                  <a:pt x="94097" y="215732"/>
                </a:lnTo>
                <a:lnTo>
                  <a:pt x="122072" y="214922"/>
                </a:lnTo>
                <a:lnTo>
                  <a:pt x="150047" y="214274"/>
                </a:lnTo>
                <a:lnTo>
                  <a:pt x="178041" y="213770"/>
                </a:lnTo>
                <a:lnTo>
                  <a:pt x="206026" y="213398"/>
                </a:lnTo>
                <a:lnTo>
                  <a:pt x="234020" y="213150"/>
                </a:lnTo>
                <a:lnTo>
                  <a:pt x="262023" y="213008"/>
                </a:lnTo>
                <a:lnTo>
                  <a:pt x="290017" y="212969"/>
                </a:lnTo>
                <a:lnTo>
                  <a:pt x="318011" y="213027"/>
                </a:lnTo>
                <a:lnTo>
                  <a:pt x="346005" y="213170"/>
                </a:lnTo>
                <a:lnTo>
                  <a:pt x="373999" y="213379"/>
                </a:lnTo>
                <a:lnTo>
                  <a:pt x="401993" y="213674"/>
                </a:lnTo>
                <a:lnTo>
                  <a:pt x="429987" y="214036"/>
                </a:lnTo>
                <a:lnTo>
                  <a:pt x="457981" y="214455"/>
                </a:lnTo>
                <a:lnTo>
                  <a:pt x="485966" y="214932"/>
                </a:lnTo>
                <a:lnTo>
                  <a:pt x="513950" y="215465"/>
                </a:lnTo>
                <a:lnTo>
                  <a:pt x="541934" y="216046"/>
                </a:lnTo>
                <a:lnTo>
                  <a:pt x="569919" y="216675"/>
                </a:lnTo>
                <a:lnTo>
                  <a:pt x="597903" y="217351"/>
                </a:lnTo>
                <a:lnTo>
                  <a:pt x="625878" y="218056"/>
                </a:lnTo>
                <a:lnTo>
                  <a:pt x="653853" y="218799"/>
                </a:lnTo>
                <a:lnTo>
                  <a:pt x="681828" y="219580"/>
                </a:lnTo>
                <a:lnTo>
                  <a:pt x="709803" y="220389"/>
                </a:lnTo>
                <a:lnTo>
                  <a:pt x="737768" y="221228"/>
                </a:lnTo>
                <a:lnTo>
                  <a:pt x="765743" y="222094"/>
                </a:lnTo>
                <a:lnTo>
                  <a:pt x="793709" y="222980"/>
                </a:lnTo>
                <a:lnTo>
                  <a:pt x="821674" y="223895"/>
                </a:lnTo>
                <a:lnTo>
                  <a:pt x="849640" y="224819"/>
                </a:lnTo>
                <a:lnTo>
                  <a:pt x="877595" y="225762"/>
                </a:lnTo>
                <a:lnTo>
                  <a:pt x="905561" y="226724"/>
                </a:lnTo>
                <a:lnTo>
                  <a:pt x="933526" y="227695"/>
                </a:lnTo>
                <a:lnTo>
                  <a:pt x="961482" y="228676"/>
                </a:lnTo>
                <a:lnTo>
                  <a:pt x="989447" y="229667"/>
                </a:lnTo>
                <a:lnTo>
                  <a:pt x="1017403" y="230667"/>
                </a:lnTo>
                <a:lnTo>
                  <a:pt x="1045359" y="231667"/>
                </a:lnTo>
                <a:lnTo>
                  <a:pt x="1073325" y="232677"/>
                </a:lnTo>
                <a:lnTo>
                  <a:pt x="1101281" y="233686"/>
                </a:lnTo>
                <a:lnTo>
                  <a:pt x="1129236" y="234686"/>
                </a:lnTo>
                <a:lnTo>
                  <a:pt x="1157202" y="235687"/>
                </a:lnTo>
                <a:lnTo>
                  <a:pt x="1185158" y="236687"/>
                </a:lnTo>
                <a:lnTo>
                  <a:pt x="1213123" y="237687"/>
                </a:lnTo>
                <a:lnTo>
                  <a:pt x="1241079" y="238677"/>
                </a:lnTo>
                <a:lnTo>
                  <a:pt x="1269044" y="239659"/>
                </a:lnTo>
                <a:lnTo>
                  <a:pt x="1297000" y="240621"/>
                </a:lnTo>
                <a:lnTo>
                  <a:pt x="1324966" y="241583"/>
                </a:lnTo>
                <a:lnTo>
                  <a:pt x="1352931" y="242516"/>
                </a:lnTo>
                <a:lnTo>
                  <a:pt x="1380896" y="243440"/>
                </a:lnTo>
                <a:lnTo>
                  <a:pt x="1408862" y="244335"/>
                </a:lnTo>
                <a:lnTo>
                  <a:pt x="1436827" y="245212"/>
                </a:lnTo>
                <a:lnTo>
                  <a:pt x="1464802" y="246069"/>
                </a:lnTo>
                <a:lnTo>
                  <a:pt x="1492768" y="246888"/>
                </a:lnTo>
                <a:lnTo>
                  <a:pt x="1520742" y="247688"/>
                </a:lnTo>
                <a:lnTo>
                  <a:pt x="1548717" y="248450"/>
                </a:lnTo>
                <a:lnTo>
                  <a:pt x="1576692" y="249184"/>
                </a:lnTo>
                <a:lnTo>
                  <a:pt x="1604677" y="249869"/>
                </a:lnTo>
                <a:lnTo>
                  <a:pt x="1632652" y="250517"/>
                </a:lnTo>
                <a:lnTo>
                  <a:pt x="1660636" y="251117"/>
                </a:lnTo>
                <a:lnTo>
                  <a:pt x="1688621" y="251670"/>
                </a:lnTo>
                <a:lnTo>
                  <a:pt x="1716615" y="252174"/>
                </a:lnTo>
                <a:lnTo>
                  <a:pt x="1744599" y="252622"/>
                </a:lnTo>
                <a:lnTo>
                  <a:pt x="1772593" y="253003"/>
                </a:lnTo>
                <a:lnTo>
                  <a:pt x="1800587" y="253317"/>
                </a:lnTo>
                <a:lnTo>
                  <a:pt x="1828581" y="253556"/>
                </a:lnTo>
                <a:lnTo>
                  <a:pt x="1856575" y="253717"/>
                </a:lnTo>
                <a:lnTo>
                  <a:pt x="1884569" y="253794"/>
                </a:lnTo>
                <a:lnTo>
                  <a:pt x="1912572" y="253775"/>
                </a:lnTo>
                <a:lnTo>
                  <a:pt x="1940566" y="253651"/>
                </a:lnTo>
                <a:lnTo>
                  <a:pt x="1968560" y="253413"/>
                </a:lnTo>
                <a:lnTo>
                  <a:pt x="1996554" y="253060"/>
                </a:lnTo>
                <a:lnTo>
                  <a:pt x="2024539" y="252565"/>
                </a:lnTo>
                <a:lnTo>
                  <a:pt x="2052523" y="251917"/>
                </a:lnTo>
                <a:lnTo>
                  <a:pt x="2080489" y="251108"/>
                </a:lnTo>
                <a:lnTo>
                  <a:pt x="2108454" y="250107"/>
                </a:lnTo>
                <a:lnTo>
                  <a:pt x="2136391" y="248907"/>
                </a:lnTo>
                <a:lnTo>
                  <a:pt x="2164309" y="247460"/>
                </a:lnTo>
                <a:lnTo>
                  <a:pt x="2192198" y="245745"/>
                </a:lnTo>
                <a:lnTo>
                  <a:pt x="2220039" y="243716"/>
                </a:lnTo>
                <a:lnTo>
                  <a:pt x="2247824" y="241335"/>
                </a:lnTo>
                <a:lnTo>
                  <a:pt x="2275523" y="238516"/>
                </a:lnTo>
                <a:lnTo>
                  <a:pt x="2303107" y="235172"/>
                </a:lnTo>
                <a:lnTo>
                  <a:pt x="2330510" y="231210"/>
                </a:lnTo>
                <a:lnTo>
                  <a:pt x="2357647" y="226447"/>
                </a:lnTo>
                <a:lnTo>
                  <a:pt x="2384365" y="220656"/>
                </a:lnTo>
                <a:lnTo>
                  <a:pt x="2410368" y="213474"/>
                </a:lnTo>
                <a:lnTo>
                  <a:pt x="2435057" y="204368"/>
                </a:lnTo>
                <a:lnTo>
                  <a:pt x="2457126" y="192481"/>
                </a:lnTo>
                <a:lnTo>
                  <a:pt x="2473614" y="176917"/>
                </a:lnTo>
                <a:lnTo>
                  <a:pt x="2480262" y="158201"/>
                </a:lnTo>
                <a:lnTo>
                  <a:pt x="2499027" y="148476"/>
                </a:lnTo>
                <a:lnTo>
                  <a:pt x="2525373" y="141923"/>
                </a:lnTo>
                <a:lnTo>
                  <a:pt x="2551367" y="134712"/>
                </a:lnTo>
                <a:lnTo>
                  <a:pt x="2577017" y="126940"/>
                </a:lnTo>
                <a:lnTo>
                  <a:pt x="2602344" y="118662"/>
                </a:lnTo>
                <a:lnTo>
                  <a:pt x="2627338" y="109909"/>
                </a:lnTo>
                <a:lnTo>
                  <a:pt x="2651989" y="100717"/>
                </a:lnTo>
                <a:lnTo>
                  <a:pt x="2676296" y="91088"/>
                </a:lnTo>
                <a:lnTo>
                  <a:pt x="2700261" y="81048"/>
                </a:lnTo>
                <a:lnTo>
                  <a:pt x="2723855" y="70609"/>
                </a:lnTo>
                <a:lnTo>
                  <a:pt x="2747077" y="59769"/>
                </a:lnTo>
                <a:lnTo>
                  <a:pt x="2769927" y="48549"/>
                </a:lnTo>
                <a:lnTo>
                  <a:pt x="2792378" y="36947"/>
                </a:lnTo>
                <a:lnTo>
                  <a:pt x="2814428" y="24984"/>
                </a:lnTo>
                <a:lnTo>
                  <a:pt x="2836059" y="12668"/>
                </a:lnTo>
                <a:lnTo>
                  <a:pt x="285727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7DF1A464-B990-4AFC-B019-6B110980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2857500" cy="1981200"/>
          </a:xfrm>
          <a:custGeom xmlns:a="http://schemas.openxmlformats.org/drawingml/2006/main">
            <a:pathLst>
              <a:path w="2857500" h="1981200">
                <a:moveTo>
                  <a:pt x="0" y="1981200"/>
                </a:moveTo>
                <a:lnTo>
                  <a:pt x="45882" y="1981200"/>
                </a:lnTo>
                <a:lnTo>
                  <a:pt x="91764" y="1981200"/>
                </a:lnTo>
                <a:lnTo>
                  <a:pt x="137636" y="1981200"/>
                </a:lnTo>
                <a:lnTo>
                  <a:pt x="183518" y="1981200"/>
                </a:lnTo>
                <a:lnTo>
                  <a:pt x="229400" y="1981200"/>
                </a:lnTo>
                <a:lnTo>
                  <a:pt x="275282" y="1981200"/>
                </a:lnTo>
                <a:lnTo>
                  <a:pt x="321164" y="1981200"/>
                </a:lnTo>
                <a:lnTo>
                  <a:pt x="367046" y="1981200"/>
                </a:lnTo>
                <a:lnTo>
                  <a:pt x="412918" y="1981200"/>
                </a:lnTo>
                <a:lnTo>
                  <a:pt x="458800" y="1981200"/>
                </a:lnTo>
                <a:lnTo>
                  <a:pt x="504682" y="1981200"/>
                </a:lnTo>
                <a:lnTo>
                  <a:pt x="550564" y="1981200"/>
                </a:lnTo>
                <a:lnTo>
                  <a:pt x="596446" y="1981200"/>
                </a:lnTo>
                <a:lnTo>
                  <a:pt x="642328" y="1981200"/>
                </a:lnTo>
                <a:lnTo>
                  <a:pt x="688200" y="1981200"/>
                </a:lnTo>
                <a:lnTo>
                  <a:pt x="734082" y="1981200"/>
                </a:lnTo>
                <a:lnTo>
                  <a:pt x="779964" y="1981200"/>
                </a:lnTo>
                <a:lnTo>
                  <a:pt x="825846" y="1981200"/>
                </a:lnTo>
                <a:lnTo>
                  <a:pt x="871728" y="1981200"/>
                </a:lnTo>
                <a:lnTo>
                  <a:pt x="917600" y="1981200"/>
                </a:lnTo>
                <a:lnTo>
                  <a:pt x="963482" y="1981200"/>
                </a:lnTo>
                <a:lnTo>
                  <a:pt x="1009364" y="1981200"/>
                </a:lnTo>
                <a:lnTo>
                  <a:pt x="1055246" y="1981200"/>
                </a:lnTo>
                <a:lnTo>
                  <a:pt x="1101128" y="1981200"/>
                </a:lnTo>
                <a:lnTo>
                  <a:pt x="1147010" y="1981200"/>
                </a:lnTo>
                <a:lnTo>
                  <a:pt x="1192882" y="1981200"/>
                </a:lnTo>
                <a:lnTo>
                  <a:pt x="1238764" y="1981200"/>
                </a:lnTo>
                <a:lnTo>
                  <a:pt x="1284646" y="1981200"/>
                </a:lnTo>
                <a:lnTo>
                  <a:pt x="1330528" y="1981200"/>
                </a:lnTo>
                <a:lnTo>
                  <a:pt x="1376410" y="1981200"/>
                </a:lnTo>
                <a:lnTo>
                  <a:pt x="1422292" y="1981200"/>
                </a:lnTo>
                <a:lnTo>
                  <a:pt x="1468164" y="1981200"/>
                </a:lnTo>
                <a:lnTo>
                  <a:pt x="1514046" y="1981200"/>
                </a:lnTo>
                <a:lnTo>
                  <a:pt x="1559928" y="1981200"/>
                </a:lnTo>
                <a:lnTo>
                  <a:pt x="1605810" y="1981200"/>
                </a:lnTo>
                <a:lnTo>
                  <a:pt x="1651692" y="1981200"/>
                </a:lnTo>
                <a:lnTo>
                  <a:pt x="1697565" y="1981200"/>
                </a:lnTo>
                <a:lnTo>
                  <a:pt x="1743446" y="1981200"/>
                </a:lnTo>
                <a:lnTo>
                  <a:pt x="1789328" y="1981200"/>
                </a:lnTo>
                <a:lnTo>
                  <a:pt x="1835210" y="1981200"/>
                </a:lnTo>
                <a:lnTo>
                  <a:pt x="1881092" y="1981200"/>
                </a:lnTo>
                <a:lnTo>
                  <a:pt x="1926517" y="1977619"/>
                </a:lnTo>
                <a:lnTo>
                  <a:pt x="1971694" y="1972056"/>
                </a:lnTo>
                <a:lnTo>
                  <a:pt x="2016862" y="1966503"/>
                </a:lnTo>
                <a:lnTo>
                  <a:pt x="2062039" y="1960940"/>
                </a:lnTo>
                <a:lnTo>
                  <a:pt x="2107216" y="1955387"/>
                </a:lnTo>
                <a:lnTo>
                  <a:pt x="2152393" y="1949834"/>
                </a:lnTo>
                <a:lnTo>
                  <a:pt x="2197560" y="1944272"/>
                </a:lnTo>
                <a:lnTo>
                  <a:pt x="2242737" y="1938719"/>
                </a:lnTo>
                <a:lnTo>
                  <a:pt x="2277227" y="1919259"/>
                </a:lnTo>
                <a:lnTo>
                  <a:pt x="2309060" y="1896351"/>
                </a:lnTo>
                <a:lnTo>
                  <a:pt x="2340893" y="1873444"/>
                </a:lnTo>
                <a:lnTo>
                  <a:pt x="2372735" y="1850536"/>
                </a:lnTo>
                <a:lnTo>
                  <a:pt x="2404567" y="1827628"/>
                </a:lnTo>
                <a:lnTo>
                  <a:pt x="2436400" y="1804730"/>
                </a:lnTo>
                <a:lnTo>
                  <a:pt x="2468242" y="1781823"/>
                </a:lnTo>
                <a:lnTo>
                  <a:pt x="2500074" y="1758915"/>
                </a:lnTo>
                <a:lnTo>
                  <a:pt x="2531907" y="1736007"/>
                </a:lnTo>
                <a:lnTo>
                  <a:pt x="2563749" y="1713100"/>
                </a:lnTo>
                <a:lnTo>
                  <a:pt x="2595582" y="1690202"/>
                </a:lnTo>
                <a:lnTo>
                  <a:pt x="2627424" y="1667294"/>
                </a:lnTo>
                <a:lnTo>
                  <a:pt x="2659256" y="1644386"/>
                </a:lnTo>
                <a:lnTo>
                  <a:pt x="2691089" y="1621479"/>
                </a:lnTo>
                <a:lnTo>
                  <a:pt x="2722931" y="1598571"/>
                </a:lnTo>
                <a:lnTo>
                  <a:pt x="2754763" y="1575664"/>
                </a:lnTo>
                <a:lnTo>
                  <a:pt x="2786596" y="1552766"/>
                </a:lnTo>
                <a:lnTo>
                  <a:pt x="2818438" y="1529858"/>
                </a:lnTo>
                <a:lnTo>
                  <a:pt x="2850271" y="1506950"/>
                </a:lnTo>
                <a:lnTo>
                  <a:pt x="2857500" y="1477166"/>
                </a:lnTo>
                <a:lnTo>
                  <a:pt x="2857500" y="1445352"/>
                </a:lnTo>
                <a:lnTo>
                  <a:pt x="2857500" y="1413539"/>
                </a:lnTo>
                <a:lnTo>
                  <a:pt x="2857500" y="1381735"/>
                </a:lnTo>
                <a:lnTo>
                  <a:pt x="2857500" y="1349921"/>
                </a:lnTo>
                <a:lnTo>
                  <a:pt x="2857500" y="1318108"/>
                </a:lnTo>
                <a:lnTo>
                  <a:pt x="2857500" y="1286304"/>
                </a:lnTo>
                <a:lnTo>
                  <a:pt x="2857500" y="1254490"/>
                </a:lnTo>
                <a:lnTo>
                  <a:pt x="2857500" y="1222677"/>
                </a:lnTo>
                <a:lnTo>
                  <a:pt x="2857500" y="1190873"/>
                </a:lnTo>
                <a:lnTo>
                  <a:pt x="2857500" y="1159059"/>
                </a:lnTo>
                <a:lnTo>
                  <a:pt x="2857500" y="1127246"/>
                </a:lnTo>
                <a:lnTo>
                  <a:pt x="2857500" y="1095442"/>
                </a:lnTo>
                <a:lnTo>
                  <a:pt x="2857500" y="1063628"/>
                </a:lnTo>
                <a:lnTo>
                  <a:pt x="2857500" y="1031815"/>
                </a:lnTo>
                <a:lnTo>
                  <a:pt x="2857500" y="1000011"/>
                </a:lnTo>
                <a:lnTo>
                  <a:pt x="2857500" y="968197"/>
                </a:lnTo>
                <a:lnTo>
                  <a:pt x="2857500" y="936384"/>
                </a:lnTo>
                <a:lnTo>
                  <a:pt x="2857500" y="904580"/>
                </a:lnTo>
                <a:lnTo>
                  <a:pt x="2857500" y="872766"/>
                </a:lnTo>
                <a:lnTo>
                  <a:pt x="2857500" y="840953"/>
                </a:lnTo>
                <a:lnTo>
                  <a:pt x="2857500" y="809149"/>
                </a:lnTo>
                <a:lnTo>
                  <a:pt x="2857500" y="777335"/>
                </a:lnTo>
                <a:lnTo>
                  <a:pt x="2857500" y="745522"/>
                </a:lnTo>
                <a:lnTo>
                  <a:pt x="2857500" y="713718"/>
                </a:lnTo>
                <a:lnTo>
                  <a:pt x="2857500" y="681904"/>
                </a:lnTo>
                <a:lnTo>
                  <a:pt x="2857500" y="650091"/>
                </a:lnTo>
                <a:lnTo>
                  <a:pt x="2857500" y="618287"/>
                </a:lnTo>
                <a:lnTo>
                  <a:pt x="2857500" y="586473"/>
                </a:lnTo>
                <a:lnTo>
                  <a:pt x="2857500" y="554660"/>
                </a:lnTo>
                <a:lnTo>
                  <a:pt x="2857500" y="522856"/>
                </a:lnTo>
                <a:lnTo>
                  <a:pt x="2857500" y="491042"/>
                </a:lnTo>
                <a:lnTo>
                  <a:pt x="2857500" y="459229"/>
                </a:lnTo>
                <a:lnTo>
                  <a:pt x="2857500" y="427425"/>
                </a:lnTo>
                <a:lnTo>
                  <a:pt x="2857500" y="395611"/>
                </a:lnTo>
                <a:lnTo>
                  <a:pt x="2857500" y="363798"/>
                </a:lnTo>
                <a:lnTo>
                  <a:pt x="2857500" y="331994"/>
                </a:lnTo>
                <a:lnTo>
                  <a:pt x="2857500" y="300180"/>
                </a:lnTo>
                <a:lnTo>
                  <a:pt x="2857500" y="268367"/>
                </a:lnTo>
                <a:lnTo>
                  <a:pt x="2857500" y="236563"/>
                </a:lnTo>
                <a:lnTo>
                  <a:pt x="2857500" y="204749"/>
                </a:lnTo>
                <a:lnTo>
                  <a:pt x="2857500" y="172936"/>
                </a:lnTo>
                <a:lnTo>
                  <a:pt x="2857500" y="141132"/>
                </a:lnTo>
                <a:lnTo>
                  <a:pt x="2857500" y="109318"/>
                </a:lnTo>
                <a:lnTo>
                  <a:pt x="2857500" y="77505"/>
                </a:lnTo>
                <a:lnTo>
                  <a:pt x="2857500" y="45701"/>
                </a:lnTo>
                <a:lnTo>
                  <a:pt x="2857500" y="13887"/>
                </a:lnTo>
                <a:lnTo>
                  <a:pt x="2831649" y="0"/>
                </a:lnTo>
                <a:lnTo>
                  <a:pt x="2785767" y="0"/>
                </a:lnTo>
                <a:lnTo>
                  <a:pt x="2739895" y="0"/>
                </a:lnTo>
                <a:lnTo>
                  <a:pt x="2694013" y="0"/>
                </a:lnTo>
                <a:lnTo>
                  <a:pt x="2648131" y="0"/>
                </a:lnTo>
                <a:lnTo>
                  <a:pt x="2602249" y="0"/>
                </a:lnTo>
                <a:lnTo>
                  <a:pt x="2556367" y="0"/>
                </a:lnTo>
                <a:lnTo>
                  <a:pt x="2510485" y="0"/>
                </a:lnTo>
                <a:lnTo>
                  <a:pt x="2464613" y="0"/>
                </a:lnTo>
                <a:lnTo>
                  <a:pt x="2418731" y="0"/>
                </a:lnTo>
                <a:lnTo>
                  <a:pt x="2372849" y="0"/>
                </a:lnTo>
                <a:lnTo>
                  <a:pt x="2326967" y="0"/>
                </a:lnTo>
                <a:lnTo>
                  <a:pt x="2281085" y="0"/>
                </a:lnTo>
                <a:lnTo>
                  <a:pt x="2235203" y="0"/>
                </a:lnTo>
                <a:lnTo>
                  <a:pt x="2189331" y="0"/>
                </a:lnTo>
                <a:lnTo>
                  <a:pt x="2143449" y="0"/>
                </a:lnTo>
                <a:lnTo>
                  <a:pt x="2097567" y="0"/>
                </a:lnTo>
                <a:lnTo>
                  <a:pt x="2051685" y="0"/>
                </a:lnTo>
                <a:lnTo>
                  <a:pt x="2005803" y="0"/>
                </a:lnTo>
                <a:lnTo>
                  <a:pt x="1959921" y="0"/>
                </a:lnTo>
                <a:lnTo>
                  <a:pt x="1914049" y="0"/>
                </a:lnTo>
                <a:lnTo>
                  <a:pt x="1868167" y="0"/>
                </a:lnTo>
                <a:lnTo>
                  <a:pt x="1822285" y="0"/>
                </a:lnTo>
                <a:lnTo>
                  <a:pt x="1776403" y="0"/>
                </a:lnTo>
                <a:lnTo>
                  <a:pt x="1730521" y="0"/>
                </a:lnTo>
                <a:lnTo>
                  <a:pt x="1684649" y="0"/>
                </a:lnTo>
                <a:lnTo>
                  <a:pt x="1638767" y="0"/>
                </a:lnTo>
                <a:lnTo>
                  <a:pt x="1592885" y="0"/>
                </a:lnTo>
                <a:lnTo>
                  <a:pt x="1547003" y="0"/>
                </a:lnTo>
                <a:lnTo>
                  <a:pt x="1501121" y="0"/>
                </a:lnTo>
                <a:lnTo>
                  <a:pt x="1455239" y="0"/>
                </a:lnTo>
                <a:lnTo>
                  <a:pt x="1409367" y="0"/>
                </a:lnTo>
                <a:lnTo>
                  <a:pt x="1363485" y="0"/>
                </a:lnTo>
                <a:lnTo>
                  <a:pt x="1317603" y="0"/>
                </a:lnTo>
                <a:lnTo>
                  <a:pt x="1271721" y="0"/>
                </a:lnTo>
                <a:lnTo>
                  <a:pt x="1225839" y="0"/>
                </a:lnTo>
                <a:lnTo>
                  <a:pt x="1179967" y="0"/>
                </a:lnTo>
                <a:lnTo>
                  <a:pt x="1134085" y="0"/>
                </a:lnTo>
                <a:lnTo>
                  <a:pt x="1088203" y="0"/>
                </a:lnTo>
                <a:lnTo>
                  <a:pt x="1042321" y="0"/>
                </a:lnTo>
                <a:lnTo>
                  <a:pt x="996439" y="0"/>
                </a:lnTo>
                <a:lnTo>
                  <a:pt x="950557" y="0"/>
                </a:lnTo>
                <a:lnTo>
                  <a:pt x="904685" y="0"/>
                </a:lnTo>
                <a:lnTo>
                  <a:pt x="858803" y="0"/>
                </a:lnTo>
                <a:lnTo>
                  <a:pt x="812921" y="0"/>
                </a:lnTo>
                <a:lnTo>
                  <a:pt x="767039" y="0"/>
                </a:lnTo>
                <a:lnTo>
                  <a:pt x="721157" y="0"/>
                </a:lnTo>
                <a:lnTo>
                  <a:pt x="675275" y="0"/>
                </a:lnTo>
                <a:lnTo>
                  <a:pt x="629402" y="0"/>
                </a:lnTo>
                <a:lnTo>
                  <a:pt x="583521" y="0"/>
                </a:lnTo>
                <a:lnTo>
                  <a:pt x="537639" y="0"/>
                </a:lnTo>
                <a:lnTo>
                  <a:pt x="491757" y="0"/>
                </a:lnTo>
                <a:lnTo>
                  <a:pt x="445875" y="0"/>
                </a:lnTo>
                <a:lnTo>
                  <a:pt x="400002" y="0"/>
                </a:lnTo>
                <a:lnTo>
                  <a:pt x="354120" y="0"/>
                </a:lnTo>
                <a:lnTo>
                  <a:pt x="308239" y="0"/>
                </a:lnTo>
                <a:lnTo>
                  <a:pt x="262357" y="0"/>
                </a:lnTo>
                <a:lnTo>
                  <a:pt x="216475" y="0"/>
                </a:lnTo>
                <a:lnTo>
                  <a:pt x="170593" y="0"/>
                </a:lnTo>
                <a:lnTo>
                  <a:pt x="124720" y="0"/>
                </a:lnTo>
                <a:lnTo>
                  <a:pt x="78838" y="0"/>
                </a:lnTo>
                <a:lnTo>
                  <a:pt x="32957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33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DFF182CC-D7A7-474A-905C-E59C545B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285750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9C4440B1-1E9B-4E8E-933E-D1F6AD58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111" y="5521300"/>
            <a:ext cx="1052789" cy="479822"/>
          </a:xfrm>
          <a:custGeom xmlns:a="http://schemas.openxmlformats.org/drawingml/2006/main">
            <a:pathLst>
              <a:path w="1052789" h="479822">
                <a:moveTo>
                  <a:pt x="1052789" y="0"/>
                </a:moveTo>
                <a:lnTo>
                  <a:pt x="1051531" y="7963"/>
                </a:lnTo>
                <a:lnTo>
                  <a:pt x="1049893" y="15888"/>
                </a:lnTo>
                <a:lnTo>
                  <a:pt x="1047969" y="23774"/>
                </a:lnTo>
                <a:lnTo>
                  <a:pt x="1045807" y="31642"/>
                </a:lnTo>
                <a:lnTo>
                  <a:pt x="1043426" y="39481"/>
                </a:lnTo>
                <a:lnTo>
                  <a:pt x="1040844" y="47282"/>
                </a:lnTo>
                <a:lnTo>
                  <a:pt x="1038054" y="55055"/>
                </a:lnTo>
                <a:lnTo>
                  <a:pt x="1035082" y="62789"/>
                </a:lnTo>
                <a:lnTo>
                  <a:pt x="1031919" y="70485"/>
                </a:lnTo>
                <a:lnTo>
                  <a:pt x="1028586" y="78153"/>
                </a:lnTo>
                <a:lnTo>
                  <a:pt x="1025071" y="85782"/>
                </a:lnTo>
                <a:lnTo>
                  <a:pt x="1021385" y="93364"/>
                </a:lnTo>
                <a:lnTo>
                  <a:pt x="1017527" y="100917"/>
                </a:lnTo>
                <a:lnTo>
                  <a:pt x="1013508" y="108423"/>
                </a:lnTo>
                <a:lnTo>
                  <a:pt x="1009317" y="115881"/>
                </a:lnTo>
                <a:lnTo>
                  <a:pt x="1004954" y="123292"/>
                </a:lnTo>
                <a:lnTo>
                  <a:pt x="1000439" y="130664"/>
                </a:lnTo>
                <a:lnTo>
                  <a:pt x="995753" y="137979"/>
                </a:lnTo>
                <a:lnTo>
                  <a:pt x="990914" y="145247"/>
                </a:lnTo>
                <a:lnTo>
                  <a:pt x="985904" y="152467"/>
                </a:lnTo>
                <a:lnTo>
                  <a:pt x="980742" y="159629"/>
                </a:lnTo>
                <a:lnTo>
                  <a:pt x="975427" y="166735"/>
                </a:lnTo>
                <a:lnTo>
                  <a:pt x="969950" y="173784"/>
                </a:lnTo>
                <a:lnTo>
                  <a:pt x="964321" y="180775"/>
                </a:lnTo>
                <a:lnTo>
                  <a:pt x="958539" y="187700"/>
                </a:lnTo>
                <a:lnTo>
                  <a:pt x="952605" y="194567"/>
                </a:lnTo>
                <a:lnTo>
                  <a:pt x="946509" y="201368"/>
                </a:lnTo>
                <a:lnTo>
                  <a:pt x="940270" y="208112"/>
                </a:lnTo>
                <a:lnTo>
                  <a:pt x="933879" y="214779"/>
                </a:lnTo>
                <a:lnTo>
                  <a:pt x="927344" y="221380"/>
                </a:lnTo>
                <a:lnTo>
                  <a:pt x="920667" y="227914"/>
                </a:lnTo>
                <a:lnTo>
                  <a:pt x="913838" y="234372"/>
                </a:lnTo>
                <a:lnTo>
                  <a:pt x="906866" y="240754"/>
                </a:lnTo>
                <a:lnTo>
                  <a:pt x="899760" y="247059"/>
                </a:lnTo>
                <a:lnTo>
                  <a:pt x="892502" y="253289"/>
                </a:lnTo>
                <a:lnTo>
                  <a:pt x="885111" y="259442"/>
                </a:lnTo>
                <a:lnTo>
                  <a:pt x="877586" y="265519"/>
                </a:lnTo>
                <a:lnTo>
                  <a:pt x="869928" y="271510"/>
                </a:lnTo>
                <a:lnTo>
                  <a:pt x="862136" y="277416"/>
                </a:lnTo>
                <a:lnTo>
                  <a:pt x="854221" y="283245"/>
                </a:lnTo>
                <a:lnTo>
                  <a:pt x="846172" y="288989"/>
                </a:lnTo>
                <a:lnTo>
                  <a:pt x="838000" y="294637"/>
                </a:lnTo>
                <a:lnTo>
                  <a:pt x="829704" y="300209"/>
                </a:lnTo>
                <a:lnTo>
                  <a:pt x="821284" y="305695"/>
                </a:lnTo>
                <a:lnTo>
                  <a:pt x="812749" y="311086"/>
                </a:lnTo>
                <a:lnTo>
                  <a:pt x="804101" y="316392"/>
                </a:lnTo>
                <a:lnTo>
                  <a:pt x="795328" y="321602"/>
                </a:lnTo>
                <a:lnTo>
                  <a:pt x="786460" y="326727"/>
                </a:lnTo>
                <a:lnTo>
                  <a:pt x="777478" y="331756"/>
                </a:lnTo>
                <a:lnTo>
                  <a:pt x="768382" y="336699"/>
                </a:lnTo>
                <a:lnTo>
                  <a:pt x="759190" y="341538"/>
                </a:lnTo>
                <a:lnTo>
                  <a:pt x="749903" y="346300"/>
                </a:lnTo>
                <a:lnTo>
                  <a:pt x="740512" y="350958"/>
                </a:lnTo>
                <a:lnTo>
                  <a:pt x="731034" y="355530"/>
                </a:lnTo>
                <a:lnTo>
                  <a:pt x="721452" y="359997"/>
                </a:lnTo>
                <a:lnTo>
                  <a:pt x="711794" y="364388"/>
                </a:lnTo>
                <a:lnTo>
                  <a:pt x="702040" y="368675"/>
                </a:lnTo>
                <a:lnTo>
                  <a:pt x="692201" y="372875"/>
                </a:lnTo>
                <a:lnTo>
                  <a:pt x="682285" y="376971"/>
                </a:lnTo>
                <a:lnTo>
                  <a:pt x="672294" y="380981"/>
                </a:lnTo>
                <a:lnTo>
                  <a:pt x="662226" y="384905"/>
                </a:lnTo>
                <a:lnTo>
                  <a:pt x="652081" y="388725"/>
                </a:lnTo>
                <a:lnTo>
                  <a:pt x="641861" y="392459"/>
                </a:lnTo>
                <a:lnTo>
                  <a:pt x="631584" y="396107"/>
                </a:lnTo>
                <a:lnTo>
                  <a:pt x="621230" y="399659"/>
                </a:lnTo>
                <a:lnTo>
                  <a:pt x="610819" y="403117"/>
                </a:lnTo>
                <a:lnTo>
                  <a:pt x="600342" y="406489"/>
                </a:lnTo>
                <a:lnTo>
                  <a:pt x="589817" y="409775"/>
                </a:lnTo>
                <a:lnTo>
                  <a:pt x="579225" y="412966"/>
                </a:lnTo>
                <a:lnTo>
                  <a:pt x="568585" y="416071"/>
                </a:lnTo>
                <a:lnTo>
                  <a:pt x="557889" y="419100"/>
                </a:lnTo>
                <a:lnTo>
                  <a:pt x="547145" y="422034"/>
                </a:lnTo>
                <a:lnTo>
                  <a:pt x="536353" y="424882"/>
                </a:lnTo>
                <a:lnTo>
                  <a:pt x="525513" y="427644"/>
                </a:lnTo>
                <a:lnTo>
                  <a:pt x="514626" y="430330"/>
                </a:lnTo>
                <a:lnTo>
                  <a:pt x="503711" y="432921"/>
                </a:lnTo>
                <a:lnTo>
                  <a:pt x="492747" y="435445"/>
                </a:lnTo>
                <a:lnTo>
                  <a:pt x="481746" y="437874"/>
                </a:lnTo>
                <a:lnTo>
                  <a:pt x="470706" y="440236"/>
                </a:lnTo>
                <a:lnTo>
                  <a:pt x="459638" y="442512"/>
                </a:lnTo>
                <a:lnTo>
                  <a:pt x="448532" y="444703"/>
                </a:lnTo>
                <a:lnTo>
                  <a:pt x="437398" y="446827"/>
                </a:lnTo>
                <a:lnTo>
                  <a:pt x="426234" y="448875"/>
                </a:lnTo>
                <a:lnTo>
                  <a:pt x="415042" y="450847"/>
                </a:lnTo>
                <a:lnTo>
                  <a:pt x="403822" y="452742"/>
                </a:lnTo>
                <a:lnTo>
                  <a:pt x="392573" y="454562"/>
                </a:lnTo>
                <a:lnTo>
                  <a:pt x="381305" y="456314"/>
                </a:lnTo>
                <a:lnTo>
                  <a:pt x="370018" y="457991"/>
                </a:lnTo>
                <a:lnTo>
                  <a:pt x="358702" y="459600"/>
                </a:lnTo>
                <a:lnTo>
                  <a:pt x="347377" y="461143"/>
                </a:lnTo>
                <a:lnTo>
                  <a:pt x="336023" y="462610"/>
                </a:lnTo>
                <a:lnTo>
                  <a:pt x="324650" y="464020"/>
                </a:lnTo>
                <a:lnTo>
                  <a:pt x="313268" y="465353"/>
                </a:lnTo>
                <a:lnTo>
                  <a:pt x="301866" y="466630"/>
                </a:lnTo>
                <a:lnTo>
                  <a:pt x="290446" y="467830"/>
                </a:lnTo>
                <a:lnTo>
                  <a:pt x="279016" y="468973"/>
                </a:lnTo>
                <a:lnTo>
                  <a:pt x="267576" y="470059"/>
                </a:lnTo>
                <a:lnTo>
                  <a:pt x="256118" y="471078"/>
                </a:lnTo>
                <a:lnTo>
                  <a:pt x="244659" y="472030"/>
                </a:lnTo>
                <a:lnTo>
                  <a:pt x="233182" y="472935"/>
                </a:lnTo>
                <a:lnTo>
                  <a:pt x="221694" y="473774"/>
                </a:lnTo>
                <a:lnTo>
                  <a:pt x="210207" y="474555"/>
                </a:lnTo>
                <a:lnTo>
                  <a:pt x="198701" y="475278"/>
                </a:lnTo>
                <a:lnTo>
                  <a:pt x="187195" y="475936"/>
                </a:lnTo>
                <a:lnTo>
                  <a:pt x="175679" y="476545"/>
                </a:lnTo>
                <a:lnTo>
                  <a:pt x="164163" y="477107"/>
                </a:lnTo>
                <a:lnTo>
                  <a:pt x="152638" y="477612"/>
                </a:lnTo>
                <a:lnTo>
                  <a:pt x="141103" y="478060"/>
                </a:lnTo>
                <a:lnTo>
                  <a:pt x="129569" y="478450"/>
                </a:lnTo>
                <a:lnTo>
                  <a:pt x="118034" y="478793"/>
                </a:lnTo>
                <a:lnTo>
                  <a:pt x="106499" y="479088"/>
                </a:lnTo>
                <a:lnTo>
                  <a:pt x="94955" y="479327"/>
                </a:lnTo>
                <a:lnTo>
                  <a:pt x="83410" y="479527"/>
                </a:lnTo>
                <a:lnTo>
                  <a:pt x="71866" y="479669"/>
                </a:lnTo>
                <a:lnTo>
                  <a:pt x="60312" y="479765"/>
                </a:lnTo>
                <a:lnTo>
                  <a:pt x="48768" y="479812"/>
                </a:lnTo>
                <a:lnTo>
                  <a:pt x="37224" y="479822"/>
                </a:lnTo>
                <a:lnTo>
                  <a:pt x="25670" y="479774"/>
                </a:lnTo>
                <a:lnTo>
                  <a:pt x="14126" y="479689"/>
                </a:lnTo>
                <a:lnTo>
                  <a:pt x="2581" y="479555"/>
                </a:lnTo>
                <a:lnTo>
                  <a:pt x="0" y="479422"/>
                </a:lnTo>
                <a:lnTo>
                  <a:pt x="11544" y="479222"/>
                </a:lnTo>
                <a:lnTo>
                  <a:pt x="23079" y="478888"/>
                </a:lnTo>
                <a:lnTo>
                  <a:pt x="34614" y="478450"/>
                </a:lnTo>
                <a:lnTo>
                  <a:pt x="46139" y="477917"/>
                </a:lnTo>
                <a:lnTo>
                  <a:pt x="57645" y="477288"/>
                </a:lnTo>
                <a:lnTo>
                  <a:pt x="69152" y="476574"/>
                </a:lnTo>
                <a:lnTo>
                  <a:pt x="80639" y="475774"/>
                </a:lnTo>
                <a:lnTo>
                  <a:pt x="92116" y="474888"/>
                </a:lnTo>
                <a:lnTo>
                  <a:pt x="103575" y="473916"/>
                </a:lnTo>
                <a:lnTo>
                  <a:pt x="115024" y="472869"/>
                </a:lnTo>
                <a:lnTo>
                  <a:pt x="126454" y="471726"/>
                </a:lnTo>
                <a:lnTo>
                  <a:pt x="137874" y="470506"/>
                </a:lnTo>
                <a:lnTo>
                  <a:pt x="149266" y="469202"/>
                </a:lnTo>
                <a:lnTo>
                  <a:pt x="160639" y="467811"/>
                </a:lnTo>
                <a:lnTo>
                  <a:pt x="171983" y="466325"/>
                </a:lnTo>
                <a:lnTo>
                  <a:pt x="183309" y="464753"/>
                </a:lnTo>
                <a:lnTo>
                  <a:pt x="194605" y="463096"/>
                </a:lnTo>
                <a:lnTo>
                  <a:pt x="205873" y="461343"/>
                </a:lnTo>
                <a:lnTo>
                  <a:pt x="217113" y="459496"/>
                </a:lnTo>
                <a:lnTo>
                  <a:pt x="228314" y="457552"/>
                </a:lnTo>
                <a:lnTo>
                  <a:pt x="239478" y="455514"/>
                </a:lnTo>
                <a:lnTo>
                  <a:pt x="250603" y="453371"/>
                </a:lnTo>
                <a:lnTo>
                  <a:pt x="261690" y="451133"/>
                </a:lnTo>
                <a:lnTo>
                  <a:pt x="272729" y="448780"/>
                </a:lnTo>
                <a:lnTo>
                  <a:pt x="283721" y="446322"/>
                </a:lnTo>
                <a:lnTo>
                  <a:pt x="294656" y="443751"/>
                </a:lnTo>
                <a:lnTo>
                  <a:pt x="305543" y="441074"/>
                </a:lnTo>
                <a:lnTo>
                  <a:pt x="316363" y="438274"/>
                </a:lnTo>
                <a:lnTo>
                  <a:pt x="327117" y="435359"/>
                </a:lnTo>
                <a:lnTo>
                  <a:pt x="337795" y="432321"/>
                </a:lnTo>
                <a:lnTo>
                  <a:pt x="348405" y="429149"/>
                </a:lnTo>
                <a:lnTo>
                  <a:pt x="358921" y="425853"/>
                </a:lnTo>
                <a:lnTo>
                  <a:pt x="369360" y="422424"/>
                </a:lnTo>
                <a:lnTo>
                  <a:pt x="379695" y="418852"/>
                </a:lnTo>
                <a:lnTo>
                  <a:pt x="389934" y="415147"/>
                </a:lnTo>
                <a:lnTo>
                  <a:pt x="400060" y="411299"/>
                </a:lnTo>
                <a:lnTo>
                  <a:pt x="410061" y="407299"/>
                </a:lnTo>
                <a:lnTo>
                  <a:pt x="419938" y="403146"/>
                </a:lnTo>
                <a:lnTo>
                  <a:pt x="429673" y="398840"/>
                </a:lnTo>
                <a:lnTo>
                  <a:pt x="439264" y="394383"/>
                </a:lnTo>
                <a:lnTo>
                  <a:pt x="448694" y="389763"/>
                </a:lnTo>
                <a:lnTo>
                  <a:pt x="457952" y="384972"/>
                </a:lnTo>
                <a:lnTo>
                  <a:pt x="467030" y="380028"/>
                </a:lnTo>
                <a:lnTo>
                  <a:pt x="475907" y="374904"/>
                </a:lnTo>
                <a:lnTo>
                  <a:pt x="484584" y="369627"/>
                </a:lnTo>
                <a:lnTo>
                  <a:pt x="493033" y="364169"/>
                </a:lnTo>
                <a:lnTo>
                  <a:pt x="501253" y="358540"/>
                </a:lnTo>
                <a:lnTo>
                  <a:pt x="509216" y="352749"/>
                </a:lnTo>
                <a:lnTo>
                  <a:pt x="516922" y="346786"/>
                </a:lnTo>
                <a:lnTo>
                  <a:pt x="524361" y="340662"/>
                </a:lnTo>
                <a:lnTo>
                  <a:pt x="531495" y="334366"/>
                </a:lnTo>
                <a:lnTo>
                  <a:pt x="538334" y="327917"/>
                </a:lnTo>
                <a:lnTo>
                  <a:pt x="544859" y="321307"/>
                </a:lnTo>
                <a:lnTo>
                  <a:pt x="551059" y="314554"/>
                </a:lnTo>
                <a:lnTo>
                  <a:pt x="556927" y="307658"/>
                </a:lnTo>
                <a:lnTo>
                  <a:pt x="562451" y="300628"/>
                </a:lnTo>
                <a:lnTo>
                  <a:pt x="567623" y="293465"/>
                </a:lnTo>
                <a:lnTo>
                  <a:pt x="572433" y="286188"/>
                </a:lnTo>
                <a:lnTo>
                  <a:pt x="576891" y="278806"/>
                </a:lnTo>
                <a:lnTo>
                  <a:pt x="580977" y="271320"/>
                </a:lnTo>
                <a:lnTo>
                  <a:pt x="584702" y="263738"/>
                </a:lnTo>
                <a:lnTo>
                  <a:pt x="588064" y="256080"/>
                </a:lnTo>
                <a:lnTo>
                  <a:pt x="591064" y="248345"/>
                </a:lnTo>
                <a:lnTo>
                  <a:pt x="593712" y="240554"/>
                </a:lnTo>
                <a:lnTo>
                  <a:pt x="595998" y="232705"/>
                </a:lnTo>
                <a:lnTo>
                  <a:pt x="597951" y="224819"/>
                </a:lnTo>
                <a:lnTo>
                  <a:pt x="599561" y="216894"/>
                </a:lnTo>
                <a:lnTo>
                  <a:pt x="600837" y="208931"/>
                </a:lnTo>
                <a:lnTo>
                  <a:pt x="601799" y="200949"/>
                </a:lnTo>
                <a:lnTo>
                  <a:pt x="602447" y="192957"/>
                </a:lnTo>
                <a:lnTo>
                  <a:pt x="602790" y="184956"/>
                </a:lnTo>
                <a:lnTo>
                  <a:pt x="602837" y="176946"/>
                </a:lnTo>
                <a:lnTo>
                  <a:pt x="602609" y="168945"/>
                </a:lnTo>
                <a:lnTo>
                  <a:pt x="602113" y="160944"/>
                </a:lnTo>
                <a:lnTo>
                  <a:pt x="601351" y="152962"/>
                </a:lnTo>
                <a:lnTo>
                  <a:pt x="612038" y="151000"/>
                </a:lnTo>
                <a:lnTo>
                  <a:pt x="623287" y="149209"/>
                </a:lnTo>
                <a:lnTo>
                  <a:pt x="634508" y="147295"/>
                </a:lnTo>
                <a:lnTo>
                  <a:pt x="645681" y="145294"/>
                </a:lnTo>
                <a:lnTo>
                  <a:pt x="656834" y="143199"/>
                </a:lnTo>
                <a:lnTo>
                  <a:pt x="667941" y="141018"/>
                </a:lnTo>
                <a:lnTo>
                  <a:pt x="679018" y="138751"/>
                </a:lnTo>
                <a:lnTo>
                  <a:pt x="690058" y="136408"/>
                </a:lnTo>
                <a:lnTo>
                  <a:pt x="701069" y="133998"/>
                </a:lnTo>
                <a:lnTo>
                  <a:pt x="712041" y="131502"/>
                </a:lnTo>
                <a:lnTo>
                  <a:pt x="722976" y="128930"/>
                </a:lnTo>
                <a:lnTo>
                  <a:pt x="733882" y="126282"/>
                </a:lnTo>
                <a:lnTo>
                  <a:pt x="744741" y="123568"/>
                </a:lnTo>
                <a:lnTo>
                  <a:pt x="755561" y="120767"/>
                </a:lnTo>
                <a:lnTo>
                  <a:pt x="766343" y="117900"/>
                </a:lnTo>
                <a:lnTo>
                  <a:pt x="777088" y="114967"/>
                </a:lnTo>
                <a:lnTo>
                  <a:pt x="787784" y="111947"/>
                </a:lnTo>
                <a:lnTo>
                  <a:pt x="798443" y="108861"/>
                </a:lnTo>
                <a:lnTo>
                  <a:pt x="809044" y="105689"/>
                </a:lnTo>
                <a:lnTo>
                  <a:pt x="819607" y="102451"/>
                </a:lnTo>
                <a:lnTo>
                  <a:pt x="830113" y="99136"/>
                </a:lnTo>
                <a:lnTo>
                  <a:pt x="840572" y="95736"/>
                </a:lnTo>
                <a:lnTo>
                  <a:pt x="850983" y="92269"/>
                </a:lnTo>
                <a:lnTo>
                  <a:pt x="861327" y="88716"/>
                </a:lnTo>
                <a:lnTo>
                  <a:pt x="871623" y="85087"/>
                </a:lnTo>
                <a:lnTo>
                  <a:pt x="881863" y="81382"/>
                </a:lnTo>
                <a:lnTo>
                  <a:pt x="892035" y="77600"/>
                </a:lnTo>
                <a:lnTo>
                  <a:pt x="902141" y="73724"/>
                </a:lnTo>
                <a:lnTo>
                  <a:pt x="912190" y="69771"/>
                </a:lnTo>
                <a:lnTo>
                  <a:pt x="922163" y="65742"/>
                </a:lnTo>
                <a:lnTo>
                  <a:pt x="932059" y="61617"/>
                </a:lnTo>
                <a:lnTo>
                  <a:pt x="941889" y="57417"/>
                </a:lnTo>
                <a:lnTo>
                  <a:pt x="951643" y="53121"/>
                </a:lnTo>
                <a:lnTo>
                  <a:pt x="961311" y="48749"/>
                </a:lnTo>
                <a:lnTo>
                  <a:pt x="970893" y="44282"/>
                </a:lnTo>
                <a:lnTo>
                  <a:pt x="980389" y="39729"/>
                </a:lnTo>
                <a:lnTo>
                  <a:pt x="989800" y="35081"/>
                </a:lnTo>
                <a:lnTo>
                  <a:pt x="999115" y="30347"/>
                </a:lnTo>
                <a:lnTo>
                  <a:pt x="1008326" y="25527"/>
                </a:lnTo>
                <a:lnTo>
                  <a:pt x="1017441" y="20603"/>
                </a:lnTo>
                <a:lnTo>
                  <a:pt x="1026452" y="15592"/>
                </a:lnTo>
                <a:lnTo>
                  <a:pt x="1035348" y="10497"/>
                </a:lnTo>
                <a:lnTo>
                  <a:pt x="1044131" y="5296"/>
                </a:lnTo>
                <a:lnTo>
                  <a:pt x="105278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5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CCA8CF75-74B0-4DE9-B333-F32B708D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需求集中</a:t>
            </a:r>
          </a:p>
        </p:txBody>
      </p:sp>
      <p:sp>
        <p:nvSpPr>
          <p:cNvPr id="36" name="note-body-0">
            <a:extLst xmlns:a="http://schemas.openxmlformats.org/drawingml/2006/main">
              <a:ext uri="{FF2B5EF4-FFF2-40B4-BE49-F238E27FC236}">
                <a16:creationId xmlns:a16="http://schemas.microsoft.com/office/drawing/2014/main" id="{931079D6-3081-49A8-A72B-5F95058F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23145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74/120来自三个集群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（61.7%）；52份用同一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GPU模板</a:t>
            </a:r>
          </a:p>
        </p:txBody>
      </p:sp>
      <p:sp>
        <p:nvSpPr>
          <p:cNvPr id="37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98F23B93-ECCF-44A0-9134-17CFF2A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记录缺口</a:t>
            </a:r>
          </a:p>
        </p:txBody>
      </p:sp>
      <p:sp>
        <p:nvSpPr>
          <p:cNvPr id="38" name="note-body-1">
            <a:extLst xmlns:a="http://schemas.openxmlformats.org/drawingml/2006/main">
              <a:ext uri="{FF2B5EF4-FFF2-40B4-BE49-F238E27FC236}">
                <a16:creationId xmlns:a16="http://schemas.microsoft.com/office/drawing/2014/main" id="{D0ABA283-2221-4E07-8EB2-F70B8E12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3145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14/78缺参数或输出位置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（17.9%）；其中9份来自两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个集群</a:t>
            </a:r>
          </a:p>
        </p:txBody>
      </p:sp>
      <p:sp>
        <p:nvSpPr>
          <p:cNvPr id="39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3367C4F7-E42F-4A57-AC78-E0E6F767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18478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管理员容量</a:t>
            </a:r>
          </a:p>
        </p:txBody>
      </p:sp>
      <p:sp>
        <p:nvSpPr>
          <p:cNvPr id="40" name="note-body-2">
            <a:extLst xmlns:a="http://schemas.openxmlformats.org/drawingml/2006/main">
              <a:ext uri="{FF2B5EF4-FFF2-40B4-BE49-F238E27FC236}">
                <a16:creationId xmlns:a16="http://schemas.microsoft.com/office/drawing/2014/main" id="{66E8618F-4AA5-4C31-974B-604FBD36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314575"/>
            <a:ext cx="2209800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全量5.0日/周高于3.5日；限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量5项目2.6日，稳定后1.4日</a:t>
            </a:r>
          </a:p>
        </p:txBody>
      </p:sp>
      <p:sp>
        <p:nvSpPr>
          <p:cNvPr id="41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1DE1ED11-27B8-4091-A225-74D554E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42" name="note-body-3">
            <a:extLst xmlns:a="http://schemas.openxmlformats.org/drawingml/2006/main">
              <a:ext uri="{FF2B5EF4-FFF2-40B4-BE49-F238E27FC236}">
                <a16:creationId xmlns:a16="http://schemas.microsoft.com/office/drawing/2014/main" id="{77B21362-29F9-4CB5-8CEF-21D07DEE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486275"/>
            <a:ext cx="2209800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三类证据支持试点范围与评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审节奏，不证明已提升效率</a:t>
            </a:r>
          </a:p>
        </p:txBody>
      </p:sp>
      <p:sp>
        <p:nvSpPr>
          <p:cNvPr id="43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FEBA1FB6-0BC5-4F23-AB0A-094791B7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19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验证边界</a:t>
            </a:r>
          </a:p>
        </p:txBody>
      </p:sp>
      <p:sp>
        <p:nvSpPr>
          <p:cNvPr id="44" name="note-body-4">
            <a:extLst xmlns:a="http://schemas.openxmlformats.org/drawingml/2006/main">
              <a:ext uri="{FF2B5EF4-FFF2-40B4-BE49-F238E27FC236}">
                <a16:creationId xmlns:a16="http://schemas.microsoft.com/office/drawing/2014/main" id="{FF4806A7-38B4-4C65-8C46-2D8A3B5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486275"/>
            <a:ext cx="2209800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无随机对照且可能受课程周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期影响；阶段二记录工时与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异常闭环</a:t>
            </a:r>
          </a:p>
        </p:txBody>
      </p:sp>
      <p:sp>
        <p:nvSpPr>
          <p:cNvPr id="45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2E92B7E1-FAA0-47DF-9BE0-9079040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5a20e07da4f6d">
            <a:extLst>
              <a:ext uri="{96DAC541-7B7A-43D3-8B79-37D633B846F1}">
                <asvg:svgBlip xmlns:asvg="http://schemas.microsoft.com/office/drawing/2016/SVG/main" r:embed="R9a8bc8e4870f46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097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994326C6-E04D-4255-BDFF-A26C3612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a4f66ae3d4eba">
            <a:extLst>
              <a:ext uri="{96DAC541-7B7A-43D3-8B79-37D633B846F1}">
                <asvg:svgBlip xmlns:asvg="http://schemas.microsoft.com/office/drawing/2016/SVG/main" r:embed="R225d13807db44c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720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4655F800-6DA1-42E5-B0FC-0C063ECC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e97226d9e4cd0">
            <a:extLst>
              <a:ext uri="{96DAC541-7B7A-43D3-8B79-37D633B846F1}">
                <asvg:svgBlip xmlns:asvg="http://schemas.microsoft.com/office/drawing/2016/SVG/main" r:embed="Ra2c1748f5e9942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343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42DA82FA-EE7E-4404-B501-40384D6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3774a354d4f6f">
            <a:extLst>
              <a:ext uri="{96DAC541-7B7A-43D3-8B79-37D633B846F1}">
                <asvg:svgBlip xmlns:asvg="http://schemas.microsoft.com/office/drawing/2016/SVG/main" r:embed="Rb35393fea0ca46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908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21A7C8B7-537A-44A1-A0F0-DC08378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4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a670177c54c69">
            <a:extLst>
              <a:ext uri="{96DAC541-7B7A-43D3-8B79-37D633B846F1}">
                <asvg:svgBlip xmlns:asvg="http://schemas.microsoft.com/office/drawing/2016/SVG/main" r:embed="R892d0ca7d8384e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531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719C9B-96FB-4994-A2DC-E2413DF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模拟观察；无随机对照，必须用阶段二与阶段三记录校准。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统一镜像适合先做通用课程试点，特殊依赖保留定制决策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比较决策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5E858-BC86-4CC7-934E-EFB50659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476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1BE38-6D38-493E-A9DD-096F88B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统一镜像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75D81-F445-448B-9AF9-6D3A12EE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48D92-2FA3-4127-92CC-1A55699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209800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6个管理员工作日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54603-554D-41BE-BBED-A20ACDB6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52713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5A366-84B4-44AE-A1FC-6BF3E273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8913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9FE16-D558-4E42-908B-FBC6C7F1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728913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0.5个工作日/周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0E682-8EE7-4FDF-B420-2F91381B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718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63B1D-AB76-4C73-B7B8-499A41DC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48025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AA29D-2760-4B08-BDA2-A523525E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248025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同一版本便于复现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209F0-D105-467B-B208-7C1D291E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0938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DC9AF-D5CA-42D0-A4E6-05C7611D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7138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80F99-4F6F-413C-A08B-EC569B97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767138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特殊依赖不能直接覆盖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0824D1-52AD-4708-8F0E-16369ED5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4768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17CAD-EF40-49BC-A872-E81BA72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每课定制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FC6B5-C935-4177-A048-371FC93E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E79952-7A4F-4583-931A-76239378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9800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18个管理员工作日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15348-F80B-4C21-9427-DB383E3A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2713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582174-B8A2-434F-8580-37C2178E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8913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82EB7E-213A-4675-92D6-CBCB8109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8913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2个工作日/周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0F566-80A3-4FC7-A597-EA9AF4CE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718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7F88C0-3769-4FBD-AAC8-8EF6474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1A7DA4-DDA8-425B-867D-D78E2A6A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48025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适配特殊版本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C403EE-9407-4E1F-B518-7F20966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0938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D94BA8-5D81-4690-A116-B169B247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67138"/>
            <a:ext cx="762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42B836-C327-4F1A-AA77-198EA5BE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67138"/>
            <a:ext cx="416242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版本追踪与更新责任分散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FEC008-0D69-4AAB-9368-A73AD9F3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144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E377A9-3062-4184-A562-A1D8C1BC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57750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建议与验证边界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F8CD05-00ED-426D-ADD7-8327349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9700"/>
            <a:ext cx="10801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先在3门通用课程试点两周，记录启动失败次数、恢复时间和教师反馈；特殊课程先确认依赖，再决定复用或定制。试点未结束前不承诺节省比例；若兼容问题影响授课，回到原环境并保留日志。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晚间预约与未使用率同时上升，先核对需求与履约再评估容量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FC210699-BD57-449F-B4C6-B399386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333A1036-A4FF-4793-8DF1-0A968257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16E812BF-1079-4DB8-8B2C-6821B9F3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CA7A589D-5422-4E6E-9AB9-A13BE917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FDC5A49C-5453-4EA5-90CD-16A795D8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6CFC1C6B-6B43-4C57-BDA2-AF2F04A8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5A3936DE-D4F0-4EA0-B4FD-19571F16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A82CC55D-7CD9-4DAC-AA8F-6EB4AFFE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4F68FCE3-5597-4030-A51C-1D413FA1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F91EAABF-70AC-4801-927D-077B0577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3FFD262A-724A-44D3-A5A4-DE9EF3E5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90AE4CC7-89BF-4E5C-875B-1BFDBB2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E996A3BC-0251-48CF-BCC9-91670F9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E873528F-0ACC-4448-AD93-0DFC4E3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4492280F-8087-43C4-894F-79208371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7206593C-BF63-49BC-B327-FDCAAF11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0293D533-5426-4918-8F5C-F18EBAF2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四周总量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8F5F70CD-62B6-40CF-AF3A-61EB5799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145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总预约80/100/120/120；晚间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48/65/84/90次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E264482C-6503-4298-887D-F47E8C48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未使用率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52F9318C-214F-4819-9196-B9AB64DF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3145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未使用8/10/24/30次；占比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10%/10%/20%/25%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C4B3D02F-9A09-47AC-AF44-89C58876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口径边界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A6ADE63-02BA-41E8-A865-76D2E9D6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486275"/>
            <a:ext cx="2461317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两类记录可能重叠，不能相加；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数据不证明容量不足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469F4A3C-147E-43E7-81DA-1DA3590E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核对动作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88590AB9-4B13-4886-8F72-DD6A17D8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86275"/>
            <a:ext cx="2461317" cy="709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抽查第4周30条，区分取消、需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求变化与故障；记录排队和利用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率</a:t>
            </a:r>
          </a:p>
        </p:txBody>
      </p:sp>
      <p:sp>
        <p:nvSpPr>
          <p:cNvPr id="3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34D4E4DC-B732-4FB0-8565-F0BF21A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755299df945dd">
            <a:extLst>
              <a:ext uri="{96DAC541-7B7A-43D3-8B79-37D633B846F1}">
                <asvg:svgBlip xmlns:asvg="http://schemas.microsoft.com/office/drawing/2016/SVG/main" r:embed="R568df91dd3014f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936B28A6-B2FB-4560-8586-A53803B8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bb0f5be6e4642">
            <a:extLst>
              <a:ext uri="{96DAC541-7B7A-43D3-8B79-37D633B846F1}">
                <asvg:svgBlip xmlns:asvg="http://schemas.microsoft.com/office/drawing/2016/SVG/main" r:embed="R0a28f6974d5d4b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28CBC015-DBFF-4992-8ED6-D451B0E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c74f9aec544aa">
            <a:extLst>
              <a:ext uri="{96DAC541-7B7A-43D3-8B79-37D633B846F1}">
                <asvg:svgBlip xmlns:asvg="http://schemas.microsoft.com/office/drawing/2016/SVG/main" r:embed="R09149ab3789e4e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41FABE66-48C5-4B69-8542-9EA4DB36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2db52780341e4">
            <a:extLst>
              <a:ext uri="{96DAC541-7B7A-43D3-8B79-37D633B846F1}">
                <asvg:svgBlip xmlns:asvg="http://schemas.microsoft.com/office/drawing/2016/SVG/main" r:embed="Rd20e7174cb714f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8C07BF-1A4F-41A4-908B-DB183299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模拟观察；两类记录可能重叠，不能将比例相加。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开放共享数据集须同时满足授权、去标识与维护责任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条件与行动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175A7-5464-4E23-AFC2-0185FFE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8A79C-85DC-4709-8CD7-FD8E8514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FBEB8-11B1-4B33-AEAE-18D82968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5893C-2F89-422B-804C-871E20B3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每个来源有可追溯许可，限定用途与再分发范围；来源不清的数据暂不纳入。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B1A06-833F-437B-9978-5187105A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164A6-5382-44C3-8A23-CCE17AB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去标识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27D84-1FBA-45B4-A2C3-5173C3F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47ABD-D45F-44DF-B650-1DE0330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移除直接标识并复核组合字段的再识别风险；不能只删除姓名。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58E68-662D-4BFA-B027-6BCFB5B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AA0F1-4FA1-453F-9001-C06AF69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1733550"/>
            <a:ext cx="328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维护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1D19F-E15E-49C5-A9E2-5B6D6996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114550"/>
            <a:ext cx="328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7E80C-6FB5-44A5-A6AA-DB4844CD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305050"/>
            <a:ext cx="3282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明确版本负责人、问题反馈渠道和撤回机制；发布后能追踪更正。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6B761-366F-43CC-BAC3-8DFD7922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72025"/>
            <a:ext cx="111442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291E4-E40C-40EE-867D-ADF5B7E8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86325"/>
            <a:ext cx="1080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共同行动与边界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86E40-9004-4A90-B635-FAC22CE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10801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项同时满足才进入小范围试用；任一缺失则保留内部版本，列出补齐责任与证据。试用阶段收集可复现性、字段缺失和错误报告；扩大范围前重新核对授权是否覆盖新增用途。本页为模拟工作方案，不表示任何实际数据已经通过审核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2026-09-09T12:45:42.7300000Z</dcterms:created>
  <dcterms:modified xsi:type="dcterms:W3CDTF">2026-09-09T12:45:42.7300000Z</dcterms:modified>
</coreProperties>
</file>