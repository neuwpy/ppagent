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d05da20b9d4dc3" /><Relationship Type="http://schemas.openxmlformats.org/officeDocument/2006/relationships/extended-properties" Target="/docProps/app.xml" Id="R5b8a27c031e444ad" /><Relationship Type="http://schemas.openxmlformats.org/officeDocument/2006/relationships/officeDocument" Target="/ppt/presentation.xml" Id="Rad03250f540f46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01581e01e64509"/>
    <p:sldMasterId xmlns:r="http://schemas.openxmlformats.org/officeDocument/2006/relationships" id="2147483660" r:id="R44dc889b05124732"/>
    <p:sldMasterId xmlns:r="http://schemas.openxmlformats.org/officeDocument/2006/relationships" id="2147483663" r:id="R2eed6964b66a4fa9"/>
  </p:sldMasterIdLst>
  <p:notesMasterIdLst>
    <p:notesMasterId xmlns:r="http://schemas.openxmlformats.org/officeDocument/2006/relationships" r:id="R1ac67a14a85a41da"/>
  </p:notesMasterIdLst>
  <p:sldIdLst>
    <p:sldId xmlns:r="http://schemas.openxmlformats.org/officeDocument/2006/relationships" id="256" r:id="Rd4692675e97c4160"/>
    <p:sldId xmlns:r="http://schemas.openxmlformats.org/officeDocument/2006/relationships" id="257" r:id="Ra9c1637c2aba4c7b"/>
    <p:sldId xmlns:r="http://schemas.openxmlformats.org/officeDocument/2006/relationships" id="258" r:id="Rd77c44f4f41c4b61"/>
    <p:sldId xmlns:r="http://schemas.openxmlformats.org/officeDocument/2006/relationships" id="259" r:id="R0cd54df4a9504805"/>
    <p:sldId xmlns:r="http://schemas.openxmlformats.org/officeDocument/2006/relationships" id="260" r:id="R7cc32596c3344a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2365edee6d4e1b" /><Relationship Type="http://schemas.openxmlformats.org/officeDocument/2006/relationships/slideMaster" Target="/ppt/slideMasters/slideMaster1.xml" Id="Rfe01581e01e64509" /><Relationship Type="http://schemas.openxmlformats.org/officeDocument/2006/relationships/slideMaster" Target="/ppt/slideMasters/slideMaster2.xml" Id="R44dc889b05124732" /><Relationship Type="http://schemas.openxmlformats.org/officeDocument/2006/relationships/slideMaster" Target="/ppt/slideMasters/slideMaster3.xml" Id="R2eed6964b66a4fa9" /><Relationship Type="http://schemas.openxmlformats.org/officeDocument/2006/relationships/notesMaster" Target="/ppt/notesMasters/notesMaster1.xml" Id="R1ac67a14a85a41da" /><Relationship Type="http://schemas.openxmlformats.org/officeDocument/2006/relationships/presProps" Target="/ppt/presProps.xml" Id="Rcacd12ef71d74dc2" /><Relationship Type="http://schemas.openxmlformats.org/officeDocument/2006/relationships/viewProps" Target="/ppt/viewProps.xml" Id="R4ac439537bd84d7e" /><Relationship Type="http://schemas.openxmlformats.org/officeDocument/2006/relationships/tableStyles" Target="/ppt/tableStyles.xml" Id="R25777aa007f84b9f" /><Relationship Type="http://schemas.openxmlformats.org/officeDocument/2006/relationships/slide" Target="/ppt/slides/slide1.xml" Id="Rd4692675e97c4160" /><Relationship Type="http://schemas.openxmlformats.org/officeDocument/2006/relationships/slide" Target="/ppt/slides/slide2.xml" Id="Ra9c1637c2aba4c7b" /><Relationship Type="http://schemas.openxmlformats.org/officeDocument/2006/relationships/slide" Target="/ppt/slides/slide3.xml" Id="Rd77c44f4f41c4b61" /><Relationship Type="http://schemas.openxmlformats.org/officeDocument/2006/relationships/slide" Target="/ppt/slides/slide4.xml" Id="R0cd54df4a9504805" /><Relationship Type="http://schemas.openxmlformats.org/officeDocument/2006/relationships/slide" Target="/ppt/slides/slide5.xml" Id="R7cc32596c3344a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f28c8f841e24d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6776c18614105" /><Relationship Type="http://schemas.openxmlformats.org/officeDocument/2006/relationships/notesMaster" Target="/ppt/notesMasters/notesMaster1.xml" Id="R808998a1d42c47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56dc25d084464b" /><Relationship Type="http://schemas.openxmlformats.org/officeDocument/2006/relationships/notesMaster" Target="/ppt/notesMasters/notesMaster1.xml" Id="Re707be6775a541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8efaa3882147e6" /><Relationship Type="http://schemas.openxmlformats.org/officeDocument/2006/relationships/notesMaster" Target="/ppt/notesMasters/notesMaster1.xml" Id="R8e5769c9a44541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61febfc1d44ce2" /><Relationship Type="http://schemas.openxmlformats.org/officeDocument/2006/relationships/notesMaster" Target="/ppt/notesMasters/notesMaster1.xml" Id="R3a84faea9ce448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73b3775baa4b5c" /><Relationship Type="http://schemas.openxmlformats.org/officeDocument/2006/relationships/notesMaster" Target="/ppt/notesMasters/notesMaster1.xml" Id="R9d2ec0a9228245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结构与编排：P2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结构与编排：P3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结构与编排：N1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结构与编排：N2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结构与编排：N3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43c91a1a8437e" /><Relationship Type="http://schemas.openxmlformats.org/officeDocument/2006/relationships/image" Target="/ppt/media/image.jpeg" Id="R5919ab5676cb4c3c" /><Relationship Type="http://schemas.openxmlformats.org/officeDocument/2006/relationships/image" Target="/ppt/media/image.png" Id="R83b15e0322664b9f" /><Relationship Type="http://schemas.openxmlformats.org/officeDocument/2006/relationships/image" Target="/ppt/media/image2.png" Id="R22187e5095574e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46989d6d04a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580cca85c4aca" /><Relationship Type="http://schemas.openxmlformats.org/officeDocument/2006/relationships/image" Target="/ppt/media/image3.png" Id="Rc917d513a5dd4b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b8b3bcf8a4960" /><Relationship Type="http://schemas.openxmlformats.org/officeDocument/2006/relationships/image" Target="/ppt/media/image4.png" Id="R6d15475f93c349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485ea52954e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a239821394e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d2b6a4828473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b7d48af7e436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9029cc02d416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61f43a0ef477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8d52473ba413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f43f1b626c46c4" /><Relationship Type="http://schemas.openxmlformats.org/officeDocument/2006/relationships/image" Target="/ppt/media/image5.png" Id="Rde652377b9324bc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4ab63062f4463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9da7ee498fd40e8" /><Relationship Type="http://schemas.openxmlformats.org/officeDocument/2006/relationships/image" Target="/ppt/media/image5.png" Id="R141d69dda506424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df1a7383dd541e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9ab5676cb4c3c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15e0322664b9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87e5095574e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7d513a5dd4b8c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5475f93c349a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52377b9324bc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d69dda506424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4e7c1a7bee42a8" /><Relationship Type="http://schemas.openxmlformats.org/officeDocument/2006/relationships/slideLayout" Target="/ppt/slideLayouts/slideLayout1.xml" Id="R18412c52d8fa43ca" /><Relationship Type="http://schemas.openxmlformats.org/officeDocument/2006/relationships/slideLayout" Target="/ppt/slideLayouts/slideLayout2.xml" Id="Rc592af6830254027" /><Relationship Type="http://schemas.openxmlformats.org/officeDocument/2006/relationships/slideLayout" Target="/ppt/slideLayouts/slideLayout3.xml" Id="R82c86aed528e4dad" /><Relationship Type="http://schemas.openxmlformats.org/officeDocument/2006/relationships/slideLayout" Target="/ppt/slideLayouts/slideLayout4.xml" Id="R0ec513cce88748e8" /><Relationship Type="http://schemas.openxmlformats.org/officeDocument/2006/relationships/slideLayout" Target="/ppt/slideLayouts/slideLayout5.xml" Id="Rc9b76ca4b3a146ef" /><Relationship Type="http://schemas.openxmlformats.org/officeDocument/2006/relationships/slideLayout" Target="/ppt/slideLayouts/slideLayout6.xml" Id="R2d4821897d3a4464" /><Relationship Type="http://schemas.openxmlformats.org/officeDocument/2006/relationships/slideLayout" Target="/ppt/slideLayouts/slideLayout7.xml" Id="Rdb1439dd30b74b50" /><Relationship Type="http://schemas.openxmlformats.org/officeDocument/2006/relationships/slideLayout" Target="/ppt/slideLayouts/slideLayout8.xml" Id="R62baeb42e5054202" /><Relationship Type="http://schemas.openxmlformats.org/officeDocument/2006/relationships/slideLayout" Target="/ppt/slideLayouts/slideLayout9.xml" Id="Ra4e78de2189c4414" /><Relationship Type="http://schemas.openxmlformats.org/officeDocument/2006/relationships/slideLayout" Target="/ppt/slideLayouts/slideLayout10.xml" Id="R48e48da75ff34763" /><Relationship Type="http://schemas.openxmlformats.org/officeDocument/2006/relationships/slideLayout" Target="/ppt/slideLayouts/slideLayout11.xml" Id="Rb35d505e01024d2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27b8372eaaa471d" /><Relationship Type="http://schemas.openxmlformats.org/officeDocument/2006/relationships/slideLayout" Target="/ppt/slideLayouts/slideLayout12.xml" Id="R0160b2a712f04356" /><Relationship Type="http://schemas.openxmlformats.org/officeDocument/2006/relationships/slideLayout" Target="/ppt/slideLayouts/slideLayout13.xml" Id="R656a9f20497d483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966e0b46d7a451b" /><Relationship Type="http://schemas.openxmlformats.org/officeDocument/2006/relationships/slideLayout" Target="/ppt/slideLayouts/slideLayout14.xml" Id="Rafd4ba4e21b34d80" /><Relationship Type="http://schemas.openxmlformats.org/officeDocument/2006/relationships/slideLayout" Target="/ppt/slideLayouts/slideLayout15.xml" Id="Rde71b62998dd4b5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412c52d8fa43ca"/>
    <p:sldLayoutId xmlns:r="http://schemas.openxmlformats.org/officeDocument/2006/relationships" id="2147483650" r:id="Rc592af6830254027"/>
    <p:sldLayoutId xmlns:r="http://schemas.openxmlformats.org/officeDocument/2006/relationships" id="2147483651" r:id="R82c86aed528e4dad"/>
    <p:sldLayoutId xmlns:r="http://schemas.openxmlformats.org/officeDocument/2006/relationships" id="2147483652" r:id="R0ec513cce88748e8"/>
    <p:sldLayoutId xmlns:r="http://schemas.openxmlformats.org/officeDocument/2006/relationships" id="2147483653" r:id="Rc9b76ca4b3a146ef"/>
    <p:sldLayoutId xmlns:r="http://schemas.openxmlformats.org/officeDocument/2006/relationships" id="2147483654" r:id="R2d4821897d3a4464"/>
    <p:sldLayoutId xmlns:r="http://schemas.openxmlformats.org/officeDocument/2006/relationships" id="2147483655" r:id="Rdb1439dd30b74b50"/>
    <p:sldLayoutId xmlns:r="http://schemas.openxmlformats.org/officeDocument/2006/relationships" id="2147483656" r:id="R62baeb42e5054202"/>
    <p:sldLayoutId xmlns:r="http://schemas.openxmlformats.org/officeDocument/2006/relationships" id="2147483657" r:id="Ra4e78de2189c4414"/>
    <p:sldLayoutId xmlns:r="http://schemas.openxmlformats.org/officeDocument/2006/relationships" id="2147483658" r:id="R48e48da75ff34763"/>
    <p:sldLayoutId xmlns:r="http://schemas.openxmlformats.org/officeDocument/2006/relationships" id="2147483659" r:id="Rb35d505e01024d2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160b2a712f04356"/>
    <p:sldLayoutId xmlns:r="http://schemas.openxmlformats.org/officeDocument/2006/relationships" id="2147483662" r:id="R656a9f20497d483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fd4ba4e21b34d80"/>
    <p:sldLayoutId xmlns:r="http://schemas.openxmlformats.org/officeDocument/2006/relationships" id="2147483665" r:id="Rde71b62998dd4b56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7503ed4c9f45c5" /><Relationship Type="http://schemas.openxmlformats.org/officeDocument/2006/relationships/notesSlide" Target="/ppt/notesSlides/notesSlide1.xml" Id="Rd52c04640e2845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59ef101c6f420b" /><Relationship Type="http://schemas.openxmlformats.org/officeDocument/2006/relationships/image" Target="/ppt/media/image6.png" Id="Rdae22bba8c1b4038" /><Relationship Type="http://schemas.openxmlformats.org/officeDocument/2006/relationships/image" Target="/ppt/media/image.svg" Id="R6e7ce7aa4a3b4281" /><Relationship Type="http://schemas.openxmlformats.org/officeDocument/2006/relationships/image" Target="/ppt/media/image7.png" Id="R92d04a149b1240df" /><Relationship Type="http://schemas.openxmlformats.org/officeDocument/2006/relationships/image" Target="/ppt/media/image2.svg" Id="R0f3a2e1c59c143d1" /><Relationship Type="http://schemas.openxmlformats.org/officeDocument/2006/relationships/image" Target="/ppt/media/image8.png" Id="Ra67f8163d239475f" /><Relationship Type="http://schemas.openxmlformats.org/officeDocument/2006/relationships/image" Target="/ppt/media/image3.svg" Id="R9d76dba09e1f4c2e" /><Relationship Type="http://schemas.openxmlformats.org/officeDocument/2006/relationships/image" Target="/ppt/media/image9.png" Id="Re15286de17a64dc5" /><Relationship Type="http://schemas.openxmlformats.org/officeDocument/2006/relationships/image" Target="/ppt/media/image4.svg" Id="R25a2dcca62614541" /><Relationship Type="http://schemas.openxmlformats.org/officeDocument/2006/relationships/image" Target="/ppt/media/image10.png" Id="R51986d27adb943d6" /><Relationship Type="http://schemas.openxmlformats.org/officeDocument/2006/relationships/image" Target="/ppt/media/image5.svg" Id="R641b371740df4af4" /><Relationship Type="http://schemas.openxmlformats.org/officeDocument/2006/relationships/notesSlide" Target="/ppt/notesSlides/notesSlide2.xml" Id="R46b244320b4748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eea5ecfbe041ad" /><Relationship Type="http://schemas.openxmlformats.org/officeDocument/2006/relationships/notesSlide" Target="/ppt/notesSlides/notesSlide3.xml" Id="Rc9a026aa31004c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2e34afbe7b46cd" /><Relationship Type="http://schemas.openxmlformats.org/officeDocument/2006/relationships/image" Target="/ppt/media/image11.png" Id="Ra53fb2d0b9a549c4" /><Relationship Type="http://schemas.openxmlformats.org/officeDocument/2006/relationships/image" Target="/ppt/media/image6.svg" Id="R677c55a7d5564695" /><Relationship Type="http://schemas.openxmlformats.org/officeDocument/2006/relationships/image" Target="/ppt/media/image12.png" Id="R8071c570abcc4eb9" /><Relationship Type="http://schemas.openxmlformats.org/officeDocument/2006/relationships/image" Target="/ppt/media/image7.svg" Id="R5deb5c9d45784f27" /><Relationship Type="http://schemas.openxmlformats.org/officeDocument/2006/relationships/image" Target="/ppt/media/image13.png" Id="R1cccd2596ff54508" /><Relationship Type="http://schemas.openxmlformats.org/officeDocument/2006/relationships/image" Target="/ppt/media/image8.svg" Id="Rb4f51b7d44f542b3" /><Relationship Type="http://schemas.openxmlformats.org/officeDocument/2006/relationships/image" Target="/ppt/media/image14.png" Id="Re72c3c3a0c3f436d" /><Relationship Type="http://schemas.openxmlformats.org/officeDocument/2006/relationships/image" Target="/ppt/media/image9.svg" Id="R8953668d858f43f8" /><Relationship Type="http://schemas.openxmlformats.org/officeDocument/2006/relationships/notesSlide" Target="/ppt/notesSlides/notesSlide4.xml" Id="Rfe24853fce8548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8dceb8455e428e" /><Relationship Type="http://schemas.openxmlformats.org/officeDocument/2006/relationships/notesSlide" Target="/ppt/notesSlides/notesSlide5.xml" Id="R1baf3aebbb0044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分级准入让每个阶段产生下一阶段需要的证据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过程与门槛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62CAE-3A90-4296-9C90-F94CD744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三阶段过程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6CDC3-5B98-4C9C-97C3-97AF742F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5265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01  登记与资格核对｜第1—2天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C346F-CB66-4BF3-9817-7D41A1F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66738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收集六项信息；责任人确认数据使用范围，项目属于低风险试点。交付带编号申请记录，缺项退回补齐且不占名额。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75C8D-841F-4614-AC56-DA554C45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36875"/>
            <a:ext cx="667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A6DD5-D490-4D67-977D-A6BECEE8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355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02  限量运行与异常记录｜第1—2周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FEA76-EC5D-49A1-87B3-1FC20663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27400"/>
            <a:ext cx="66738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最多纳入5个项目，使用统一环境模板；记录实际参数、输出位置和异常处理人。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5E25E-D2D4-4B14-9DBC-1740FED6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7775"/>
            <a:ext cx="667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67DF9-D245-41A4-95DC-E7E061A3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5445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03  复核与有限扩围｜第3周评审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3E043-C7F0-4632-8CFF-9712D114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78300"/>
            <a:ext cx="66738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复核两周记录、异常闭环和管理员工作量，决定是否增加项目类型或名额。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A0530-0677-4736-8A03-E0346623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125" y="1581150"/>
            <a:ext cx="3937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A86D9-D4B9-4D0D-9B91-76F257BD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75" y="1752600"/>
            <a:ext cx="359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进入与扩围门槛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049C88-A16A-44B0-A8D0-EDA9DDED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75" y="2133600"/>
            <a:ext cx="35941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阶段一→二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六项信息齐全，责任人完成环境确认。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阶段二→三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记录完整率达到90%以上；高风险异常在1个工作日内有责任人和处置结论。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扩围条件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连续两周完整率达到95%以上；无未关闭高风险异常；管理员负荷不超过每周3个工作日。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DB0556-C655-4E01-8976-7EB8877B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0150"/>
            <a:ext cx="11144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692895-D3D2-449F-8D60-79AB516A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24450"/>
            <a:ext cx="10801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不满足扩围条件：保留当前试点规模，先修订字段、环境模板或异常规则，再决定是否重启评审。保留已产生记录，不静默删除失败项目。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三类模拟证据共同支持先做B的限量试点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多证据论证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2BC07BE0-F60B-4796-BCAF-97195AC7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1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AB71F505-3664-46A5-922F-05AC95C0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7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72EABB16-E960-45E2-8E81-A1879913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EC1A56A1-2204-40A0-B940-25E3ED20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96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19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04F065DD-7F28-4214-BE32-6329377A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4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4DA1EAFD-B27D-49D4-8E96-844B7277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1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11C7B8D7-3BA4-4AA4-9FD1-59308ED1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69925BDE-E930-4B10-9F49-954B6412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9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3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A250A0A3-2283-46DF-B90E-3100D76D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7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495A7AC8-8ECE-46A4-84E5-DFE2C81B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5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D7A31FF3-BF7D-403F-9B78-F4499C79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FA140350-A6EB-4AB5-B54E-7E86F318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42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7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AC34DB83-DB4F-4DC0-821B-547DA518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329" y="54757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97196FED-1964-4C5E-8604-3B23CDEA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40195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9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B3BFE62B-FD9D-48A8-83F1-2355A48B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40195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3E887FA2-0457-4E3B-B17B-C6191E84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0811" y="55213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37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1" name="note-sheet-shadow-4">
            <a:extLst xmlns:a="http://schemas.openxmlformats.org/drawingml/2006/main">
              <a:ext uri="{FF2B5EF4-FFF2-40B4-BE49-F238E27FC236}">
                <a16:creationId xmlns:a16="http://schemas.microsoft.com/office/drawing/2014/main" id="{EE37CF29-446D-4DD0-9471-12AF1773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629" y="54757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note-sheet-paper-4">
            <a:extLst xmlns:a="http://schemas.openxmlformats.org/drawingml/2006/main">
              <a:ext uri="{FF2B5EF4-FFF2-40B4-BE49-F238E27FC236}">
                <a16:creationId xmlns:a16="http://schemas.microsoft.com/office/drawing/2014/main" id="{3B88886E-2055-4E3A-A5C0-3AEAAFDA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195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33" name="note-sheet-header-4">
            <a:extLst xmlns:a="http://schemas.openxmlformats.org/drawingml/2006/main">
              <a:ext uri="{FF2B5EF4-FFF2-40B4-BE49-F238E27FC236}">
                <a16:creationId xmlns:a16="http://schemas.microsoft.com/office/drawing/2014/main" id="{1780497C-3929-4B39-97F0-D1442E25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195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note-sheet-fold-4">
            <a:extLst xmlns:a="http://schemas.openxmlformats.org/drawingml/2006/main">
              <a:ext uri="{FF2B5EF4-FFF2-40B4-BE49-F238E27FC236}">
                <a16:creationId xmlns:a16="http://schemas.microsoft.com/office/drawing/2014/main" id="{8F225290-B557-42FC-A231-87D8EE7D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3111" y="55213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37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5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FBACA04F-BBC9-42C0-8624-4966AE13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需求集中</a:t>
            </a:r>
          </a:p>
        </p:txBody>
      </p:sp>
      <p:sp>
        <p:nvSpPr>
          <p:cNvPr id="36" name="note-body-0">
            <a:extLst xmlns:a="http://schemas.openxmlformats.org/drawingml/2006/main">
              <a:ext uri="{FF2B5EF4-FFF2-40B4-BE49-F238E27FC236}">
                <a16:creationId xmlns:a16="http://schemas.microsoft.com/office/drawing/2014/main" id="{745990BF-7855-46EA-873A-E4B8C4FE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2314575"/>
            <a:ext cx="2209800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74/120来自三个集群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（61.7%）；52份用同一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GPU模板</a:t>
            </a:r>
          </a:p>
        </p:txBody>
      </p:sp>
      <p:sp>
        <p:nvSpPr>
          <p:cNvPr id="37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C1A260B0-963C-4A48-B5BC-3D7220D2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记录缺口</a:t>
            </a:r>
          </a:p>
        </p:txBody>
      </p:sp>
      <p:sp>
        <p:nvSpPr>
          <p:cNvPr id="38" name="note-body-1">
            <a:extLst xmlns:a="http://schemas.openxmlformats.org/drawingml/2006/main">
              <a:ext uri="{FF2B5EF4-FFF2-40B4-BE49-F238E27FC236}">
                <a16:creationId xmlns:a16="http://schemas.microsoft.com/office/drawing/2014/main" id="{6DD6AAC7-06D1-4A2D-9DAD-1AAE7985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314575"/>
            <a:ext cx="2209800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14/78缺参数或输出位置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（17.9%）；其中9份来自两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个集群</a:t>
            </a:r>
          </a:p>
        </p:txBody>
      </p:sp>
      <p:sp>
        <p:nvSpPr>
          <p:cNvPr id="39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636274E1-D9EB-4105-8D2D-C2737B72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管理员容量</a:t>
            </a:r>
          </a:p>
        </p:txBody>
      </p:sp>
      <p:sp>
        <p:nvSpPr>
          <p:cNvPr id="40" name="note-body-2">
            <a:extLst xmlns:a="http://schemas.openxmlformats.org/drawingml/2006/main">
              <a:ext uri="{FF2B5EF4-FFF2-40B4-BE49-F238E27FC236}">
                <a16:creationId xmlns:a16="http://schemas.microsoft.com/office/drawing/2014/main" id="{0FA5C421-4987-4E92-BC9F-7D2A72CB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2314575"/>
            <a:ext cx="2209800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全量5.0日/周高于3.5日；限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量5项目2.6日，稳定后1.4日</a:t>
            </a:r>
          </a:p>
        </p:txBody>
      </p:sp>
      <p:sp>
        <p:nvSpPr>
          <p:cNvPr id="41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4EE5A9D7-DB3A-4B5F-BAF6-A4E67714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40195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42" name="note-body-3">
            <a:extLst xmlns:a="http://schemas.openxmlformats.org/drawingml/2006/main">
              <a:ext uri="{FF2B5EF4-FFF2-40B4-BE49-F238E27FC236}">
                <a16:creationId xmlns:a16="http://schemas.microsoft.com/office/drawing/2014/main" id="{548ACDEA-7F3E-4A41-BE6E-EECF5715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4486275"/>
            <a:ext cx="2209800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三类证据支持试点范围与评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审节奏，不证明已提升效率</a:t>
            </a:r>
          </a:p>
        </p:txBody>
      </p:sp>
      <p:sp>
        <p:nvSpPr>
          <p:cNvPr id="43" name="note-heading-4">
            <a:extLst xmlns:a="http://schemas.openxmlformats.org/drawingml/2006/main">
              <a:ext uri="{FF2B5EF4-FFF2-40B4-BE49-F238E27FC236}">
                <a16:creationId xmlns:a16="http://schemas.microsoft.com/office/drawing/2014/main" id="{342ABB1D-58AB-4FE4-BA5E-12686BB4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0195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验证边界</a:t>
            </a:r>
          </a:p>
        </p:txBody>
      </p:sp>
      <p:sp>
        <p:nvSpPr>
          <p:cNvPr id="44" name="note-body-4">
            <a:extLst xmlns:a="http://schemas.openxmlformats.org/drawingml/2006/main">
              <a:ext uri="{FF2B5EF4-FFF2-40B4-BE49-F238E27FC236}">
                <a16:creationId xmlns:a16="http://schemas.microsoft.com/office/drawing/2014/main" id="{8B7CF47F-C597-44BF-9EF5-01EA567F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4486275"/>
            <a:ext cx="2209800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无随机对照且可能受课程周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期影响；阶段二记录工时与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异常闭环</a:t>
            </a:r>
          </a:p>
        </p:txBody>
      </p:sp>
      <p:sp>
        <p:nvSpPr>
          <p:cNvPr id="45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45048F19-0FBA-4088-9EE5-049D97CE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22bba8c1b4038">
            <a:extLst>
              <a:ext uri="{96DAC541-7B7A-43D3-8B79-37D633B846F1}">
                <asvg:svgBlip xmlns:asvg="http://schemas.microsoft.com/office/drawing/2016/SVG/main" r:embed="R6e7ce7aa4a3b42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097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7B2636A2-1A8A-4289-9EC1-10EFA3FE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04a149b1240df">
            <a:extLst>
              <a:ext uri="{96DAC541-7B7A-43D3-8B79-37D633B846F1}">
                <asvg:svgBlip xmlns:asvg="http://schemas.microsoft.com/office/drawing/2016/SVG/main" r:embed="R0f3a2e1c59c143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720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9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E9DE42C2-D826-4C8A-9DAD-D6D1D4B9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f8163d239475f">
            <a:extLst>
              <a:ext uri="{96DAC541-7B7A-43D3-8B79-37D633B846F1}">
                <asvg:svgBlip xmlns:asvg="http://schemas.microsoft.com/office/drawing/2016/SVG/main" r:embed="R9d76dba09e1f4c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343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1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E1BF80CD-E21B-4DA3-8F5F-E2B12324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286de17a64dc5">
            <a:extLst>
              <a:ext uri="{96DAC541-7B7A-43D3-8B79-37D633B846F1}">
                <asvg:svgBlip xmlns:asvg="http://schemas.microsoft.com/office/drawing/2016/SVG/main" r:embed="R25a2dcca626145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9087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3" name="note-icon-panel-4">
            <a:extLst xmlns:a="http://schemas.openxmlformats.org/drawingml/2006/main">
              <a:ext uri="{FF2B5EF4-FFF2-40B4-BE49-F238E27FC236}">
                <a16:creationId xmlns:a16="http://schemas.microsoft.com/office/drawing/2014/main" id="{84FC0146-2CD0-40A6-8351-388BBF70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86d27adb943d6">
            <a:extLst>
              <a:ext uri="{96DAC541-7B7A-43D3-8B79-37D633B846F1}">
                <asvg:svgBlip xmlns:asvg="http://schemas.microsoft.com/office/drawing/2016/SVG/main" r:embed="R641b371740df4a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5317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2F7DD7-EE7F-4ECB-86CF-BB017C30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模拟观察；无随机对照，必须用阶段二与阶段三记录校准。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统一镜像适合先做通用课程试点，特殊依赖保留定制决策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比较决策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CA40E-38DF-4ED7-B182-24500321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4768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72A7A-57B8-456C-884F-8E89C9BE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3355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统一镜像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2931B-D490-4F32-8D14-71517607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2B030D-7341-4911-B052-A61A3672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209800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6个管理员工作日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21393-ADF1-4FD7-8806-C3B3A82E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52713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7E151-8F14-47DE-8FCB-4D8D0E06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8913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9EC91-390E-4ACD-B7AB-BEDF4F48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728913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0.5个工作日/周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92CFD-16DC-4367-9BD7-C00ECFD5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718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D11CE-1448-4643-9A98-6B1E343E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48025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DDC83-CB7F-4BBA-98C7-966AE903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248025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同一版本便于复现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21FC8F-8DDD-4460-889B-636E6BD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90938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248B0-858D-40BE-9749-707B6D91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7138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限制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8BC48-1F7F-4D2F-8436-0C73E7C4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767138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特殊依赖不能直接覆盖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5026C-78BC-4E44-B149-909C6AF7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4768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1AB2AD-3708-45EC-A5F7-06867B0D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每课定制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E08B89-AC1F-434B-B019-190E0FE1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397090-4D76-4416-B54C-742B3B1C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09800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18个管理员工作日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989928-0CD4-4222-A1FF-ADAC02C0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52713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D94130-6FCF-4E54-82A9-89415834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8913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2A40E4-252A-48FE-A3EC-8A585ABA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8913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2个工作日/周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F112A4-FAF8-447F-8249-EAD690AB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718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D53DCF-92B5-4F19-98A0-4F0462E1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48025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BF329D-C3CD-4683-952E-8171B9B8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48025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适配特殊版本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62AA05-300C-445D-A4C5-05A814C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0938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FB7296-024D-4772-8F63-B4D20A9E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7138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限制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F3057D-11E5-4F16-8616-1B1DF3B3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67138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版本追踪与更新责任分散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4DA99B-861B-4173-A7DE-27974335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1144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28E66F-914A-4536-BCA7-72B04168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577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建议与验证边界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98672D-834A-4645-A551-7EA29569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19700"/>
            <a:ext cx="10801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先在3门通用课程试点两周，记录启动失败次数、恢复时间和教师反馈；特殊课程先确认依赖，再决定复用或定制。试点未结束前不承诺节省比例；若兼容问题影响授课，回到原环境并保留日志。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晚间预约与未使用率同时上升，先核对需求与履约再评估容量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多证据论证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1C2333E3-39D7-40DD-B2FC-1FF6BA74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D9BB5287-2A53-4448-8807-6C147278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7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0B097C9C-E919-4184-A7F5-BB01FA85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2142D61E-BB3E-47F5-AFB9-41FD7944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19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088C21EA-4676-445C-86AF-670138AB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FF47EB64-ABF8-4D7F-A502-ACFBC22B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1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31551AC4-8B53-472E-BE90-8E066B73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3837B434-5421-44F1-990D-4D85A590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3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C06EEF86-B00D-4622-BDBA-4FBAB90F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47281201-7685-486A-9796-E91C95C9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5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9B030EFF-E320-46BA-8F39-B28B081C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6E097F4F-F9D5-4120-8292-FB70B63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7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50923F92-16A0-48C4-AD71-C75344C6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0C295177-B90E-4FE0-969C-B0239E12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9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BE62B734-2B43-4736-8FB7-A40A8F11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0D403E5F-8726-4EC4-BAC1-EEED3B3A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9C74DA1F-0292-470E-A49A-5CE7EC96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四周总量</a:t>
            </a:r>
          </a:p>
        </p:txBody>
      </p:sp>
      <p:sp>
        <p:nvSpPr>
          <p:cNvPr id="3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16451D68-702A-497A-B498-91C5BC92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314575"/>
            <a:ext cx="2461317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总预约80/100/120/120；晚间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48/65/84/90次</a:t>
            </a:r>
          </a:p>
        </p:txBody>
      </p:sp>
      <p:sp>
        <p:nvSpPr>
          <p:cNvPr id="3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CF529895-968D-4912-8182-5FA94550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未使用率</a:t>
            </a:r>
          </a:p>
        </p:txBody>
      </p:sp>
      <p:sp>
        <p:nvSpPr>
          <p:cNvPr id="3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085D02A4-6097-41A0-A59F-E29E90B5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2314575"/>
            <a:ext cx="2461317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未使用8/10/24/30次；占比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10%/10%/20%/25%</a:t>
            </a:r>
          </a:p>
        </p:txBody>
      </p:sp>
      <p:sp>
        <p:nvSpPr>
          <p:cNvPr id="3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1DBC32A4-4FC0-42EE-A705-4BF2DBD7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口径边界</a:t>
            </a:r>
          </a:p>
        </p:txBody>
      </p:sp>
      <p:sp>
        <p:nvSpPr>
          <p:cNvPr id="3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BFF43E8B-C004-4718-A1D3-E8685ABA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4486275"/>
            <a:ext cx="2461317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两类记录可能重叠，不能相加；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数据不证明容量不足</a:t>
            </a:r>
          </a:p>
        </p:txBody>
      </p:sp>
      <p:sp>
        <p:nvSpPr>
          <p:cNvPr id="3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B5E32363-929A-4CA6-940C-70420C4A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核对动作</a:t>
            </a:r>
          </a:p>
        </p:txBody>
      </p:sp>
      <p:sp>
        <p:nvSpPr>
          <p:cNvPr id="3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9E914160-2DE3-4143-A1B7-BDA85C91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486275"/>
            <a:ext cx="2461317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抽查第4周30条，区分取消、需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求变化与故障；记录排队和利用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率</a:t>
            </a:r>
          </a:p>
        </p:txBody>
      </p:sp>
      <p:sp>
        <p:nvSpPr>
          <p:cNvPr id="39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4EF6FEED-E30C-4AF6-B780-F42E79EF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fb2d0b9a549c4">
            <a:extLst>
              <a:ext uri="{96DAC541-7B7A-43D3-8B79-37D633B846F1}">
                <asvg:svgBlip xmlns:asvg="http://schemas.microsoft.com/office/drawing/2016/SVG/main" r:embed="R677c55a7d55646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1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A21897A2-B0B0-4BB0-90A4-B90BFB1E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1c570abcc4eb9">
            <a:extLst>
              <a:ext uri="{96DAC541-7B7A-43D3-8B79-37D633B846F1}">
                <asvg:svgBlip xmlns:asvg="http://schemas.microsoft.com/office/drawing/2016/SVG/main" r:embed="R5deb5c9d45784f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3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EBFF3F46-894D-4516-96FC-C904C0DE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cd2596ff54508">
            <a:extLst>
              <a:ext uri="{96DAC541-7B7A-43D3-8B79-37D633B846F1}">
                <asvg:svgBlip xmlns:asvg="http://schemas.microsoft.com/office/drawing/2016/SVG/main" r:embed="Rb4f51b7d44f542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F871CC74-B98D-4611-999C-195BD8E3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c3c3a0c3f436d">
            <a:extLst>
              <a:ext uri="{96DAC541-7B7A-43D3-8B79-37D633B846F1}">
                <asvg:svgBlip xmlns:asvg="http://schemas.microsoft.com/office/drawing/2016/SVG/main" r:embed="R8953668d858f43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38520A-66C4-48FF-B79C-72E7F812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模拟观察；两类记录可能重叠，不能将比例相加。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开放共享数据集须同时满足授权、去标识与维护责任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条件与行动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612E7-5478-4952-93F6-AA87838D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8775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E4675-E0CB-48AB-91C9-8A5BC0A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33550"/>
            <a:ext cx="328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授权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3F4AF-C9A5-4207-8C5B-1E29EC5E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14550"/>
            <a:ext cx="328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C8147-5731-4361-9C9C-1F5CEF74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05050"/>
            <a:ext cx="3282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每个来源有可追溯许可，限定用途与再分发范围；来源不清的数据暂不纳入。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DCCD2-BB25-4B16-9EC3-7441E8EF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1581150"/>
            <a:ext cx="358775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9E078-86FB-489A-90E8-F6D7E264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1733550"/>
            <a:ext cx="328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去标识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D5A99-66FD-404C-AE19-0B2904B2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2114550"/>
            <a:ext cx="328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33B79-C0C0-4E29-A679-E2C9EB2F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2305050"/>
            <a:ext cx="3282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移除直接标识并复核组合字段的再识别风险；不能只删除姓名。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C2309-2900-4566-9785-336EF4F5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81150"/>
            <a:ext cx="358775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6DCA2-51D4-4A2A-B72F-CFAA63D4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1733550"/>
            <a:ext cx="328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095706-AE51-4D0F-ACFA-52C1C5C2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2114550"/>
            <a:ext cx="328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473F2C-BAE5-4707-A57C-9D000228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2305050"/>
            <a:ext cx="3282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明确版本负责人、问题反馈渠道和撤回机制；发布后能追踪更正。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C19226-55DA-4B85-BE6B-19B65076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72025"/>
            <a:ext cx="111442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A6583-AD4F-4BFC-BEF9-2A02A418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86325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共同行动与边界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4A27B6-79AC-464D-9F6B-43A5B3B4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29225"/>
            <a:ext cx="108013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项同时满足才进入小范围试用；任一缺失则保留内部版本，列出补齐责任与证据。试用阶段收集可复现性、字段缺失和错误报告；扩大范围前重新核对授权是否覆盖新增用途。本页为模拟工作方案，不表示任何实际数据已经通过审核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2026-09-09T12:44:56.8890000Z</dcterms:created>
  <dcterms:modified xsi:type="dcterms:W3CDTF">2026-09-09T12:44:56.8890000Z</dcterms:modified>
</coreProperties>
</file>