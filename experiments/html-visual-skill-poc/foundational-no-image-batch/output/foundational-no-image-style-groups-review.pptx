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5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ce9489525024a72" /><Relationship Type="http://schemas.openxmlformats.org/officeDocument/2006/relationships/extended-properties" Target="/docProps/app.xml" Id="Rf3dfed79a55649b8" /><Relationship Type="http://schemas.openxmlformats.org/officeDocument/2006/relationships/officeDocument" Target="/ppt/presentation.xml" Id="R45f1d3a61847492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599dc859f81409b"/>
    <p:sldMasterId xmlns:r="http://schemas.openxmlformats.org/officeDocument/2006/relationships" id="2147483660" r:id="R6680e91791954fb4"/>
    <p:sldMasterId xmlns:r="http://schemas.openxmlformats.org/officeDocument/2006/relationships" id="2147483663" r:id="Ra88e565a8ec04147"/>
  </p:sldMasterIdLst>
  <p:notesMasterIdLst>
    <p:notesMasterId xmlns:r="http://schemas.openxmlformats.org/officeDocument/2006/relationships" r:id="R8d9ada04446f4ce3"/>
  </p:notesMasterIdLst>
  <p:sldIdLst>
    <p:sldId xmlns:r="http://schemas.openxmlformats.org/officeDocument/2006/relationships" id="256" r:id="Rfd25dce8824b4585"/>
    <p:sldId xmlns:r="http://schemas.openxmlformats.org/officeDocument/2006/relationships" id="257" r:id="Rfd878e79f6144918"/>
    <p:sldId xmlns:r="http://schemas.openxmlformats.org/officeDocument/2006/relationships" id="258" r:id="R7608653f46e442fb"/>
    <p:sldId xmlns:r="http://schemas.openxmlformats.org/officeDocument/2006/relationships" id="259" r:id="R455dc3cb06074b1f"/>
    <p:sldId xmlns:r="http://schemas.openxmlformats.org/officeDocument/2006/relationships" id="260" r:id="R8fb3feababe64f96"/>
    <p:sldId xmlns:r="http://schemas.openxmlformats.org/officeDocument/2006/relationships" id="261" r:id="R9bbd9d47c8164f6a"/>
    <p:sldId xmlns:r="http://schemas.openxmlformats.org/officeDocument/2006/relationships" id="262" r:id="Rfc34a71b39f4495a"/>
    <p:sldId xmlns:r="http://schemas.openxmlformats.org/officeDocument/2006/relationships" id="263" r:id="R8db900f3c68c4ba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4E3753D0-92AB-4620-8DB3-57A31C4D162D}" styleName="表样式 1 25">
    <a:wholeTbl>
      <a:tcTxStyle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bg1">
              <a:alpha val="0"/>
            </a:schemeClr>
          </a:solidFill>
        </a:fill>
      </a:tcStyle>
    </a:wholeTbl>
    <a:band2H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2H>
    <a:band1V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1V>
    <a:band2V>
      <a:tcTxStyle/>
      <a:tcStyle>
        <a:tcBdr/>
        <a:fill>
          <a:solidFill>
            <a:schemeClr val="bg1">
              <a:alpha val="0"/>
            </a:schemeClr>
          </a:solidFill>
        </a:fill>
      </a:tcStyle>
    </a:band2V>
    <a:la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lastCol>
    <a:fir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firstCol>
    <a:lastRow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lastRow>
    <a:s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eCell>
    <a:swCell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wCell>
    <a:firstRow>
      <a:tcTxStyle b="on">
        <a:fontRef idx="none">
          <a:schemeClr val="bg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accent1"/>
          </a:solidFill>
        </a:fill>
      </a:tcStyle>
    </a:firstRow>
    <a:n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neCell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178da7550ca4719" /><Relationship Type="http://schemas.openxmlformats.org/officeDocument/2006/relationships/slideMaster" Target="/ppt/slideMasters/slideMaster1.xml" Id="R0599dc859f81409b" /><Relationship Type="http://schemas.openxmlformats.org/officeDocument/2006/relationships/slideMaster" Target="/ppt/slideMasters/slideMaster2.xml" Id="R6680e91791954fb4" /><Relationship Type="http://schemas.openxmlformats.org/officeDocument/2006/relationships/slideMaster" Target="/ppt/slideMasters/slideMaster3.xml" Id="Ra88e565a8ec04147" /><Relationship Type="http://schemas.openxmlformats.org/officeDocument/2006/relationships/notesMaster" Target="/ppt/notesMasters/notesMaster1.xml" Id="R8d9ada04446f4ce3" /><Relationship Type="http://schemas.openxmlformats.org/officeDocument/2006/relationships/presProps" Target="/ppt/presProps.xml" Id="Rc3bb5617ad724f06" /><Relationship Type="http://schemas.openxmlformats.org/officeDocument/2006/relationships/viewProps" Target="/ppt/viewProps.xml" Id="Rbbf09ee6ecf545f6" /><Relationship Type="http://schemas.openxmlformats.org/officeDocument/2006/relationships/tableStyles" Target="/ppt/tableStyles.xml" Id="R2bd59b0072ca4a9d" /><Relationship Type="http://schemas.openxmlformats.org/officeDocument/2006/relationships/slide" Target="/ppt/slides/slide1.xml" Id="Rfd25dce8824b4585" /><Relationship Type="http://schemas.openxmlformats.org/officeDocument/2006/relationships/slide" Target="/ppt/slides/slide2.xml" Id="Rfd878e79f6144918" /><Relationship Type="http://schemas.openxmlformats.org/officeDocument/2006/relationships/slide" Target="/ppt/slides/slide3.xml" Id="R7608653f46e442fb" /><Relationship Type="http://schemas.openxmlformats.org/officeDocument/2006/relationships/slide" Target="/ppt/slides/slide4.xml" Id="R455dc3cb06074b1f" /><Relationship Type="http://schemas.openxmlformats.org/officeDocument/2006/relationships/slide" Target="/ppt/slides/slide5.xml" Id="R8fb3feababe64f96" /><Relationship Type="http://schemas.openxmlformats.org/officeDocument/2006/relationships/slide" Target="/ppt/slides/slide6.xml" Id="R9bbd9d47c8164f6a" /><Relationship Type="http://schemas.openxmlformats.org/officeDocument/2006/relationships/slide" Target="/ppt/slides/slide7.xml" Id="Rfc34a71b39f4495a" /><Relationship Type="http://schemas.openxmlformats.org/officeDocument/2006/relationships/slide" Target="/ppt/slides/slide8.xml" Id="R8db900f3c68c4ba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5.xml" Id="Rac8e82670c1d45a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3754fce09da41ce" /><Relationship Type="http://schemas.openxmlformats.org/officeDocument/2006/relationships/notesMaster" Target="/ppt/notesMasters/notesMaster1.xml" Id="Ref2f86a7902b420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65e0cfb414c4ad4" /><Relationship Type="http://schemas.openxmlformats.org/officeDocument/2006/relationships/notesMaster" Target="/ppt/notesMasters/notesMaster1.xml" Id="R55f6b62613c3456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ee951c0a1c04507" /><Relationship Type="http://schemas.openxmlformats.org/officeDocument/2006/relationships/notesMaster" Target="/ppt/notesMasters/notesMaster1.xml" Id="R58da0d86d66845a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2584428255e4f2c" /><Relationship Type="http://schemas.openxmlformats.org/officeDocument/2006/relationships/notesMaster" Target="/ppt/notesMasters/notesMaster1.xml" Id="R23b2dd7189d54be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bfa8e2a16e84fc3" /><Relationship Type="http://schemas.openxmlformats.org/officeDocument/2006/relationships/notesMaster" Target="/ppt/notesMasters/notesMaster1.xml" Id="Rbb64c83b8b4149c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8bf3ddfa1534ba6" /><Relationship Type="http://schemas.openxmlformats.org/officeDocument/2006/relationships/notesMaster" Target="/ppt/notesMasters/notesMaster1.xml" Id="Rb4c09f128a074ab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871a3967c754a68" /><Relationship Type="http://schemas.openxmlformats.org/officeDocument/2006/relationships/notesMaster" Target="/ppt/notesMasters/notesMaster1.xml" Id="Rd714fcc3e2a045e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0e58b5bf0a44286" /><Relationship Type="http://schemas.openxmlformats.org/officeDocument/2006/relationships/notesMaster" Target="/ppt/notesMasters/notesMaster1.xml" Id="R40a106c0f7ec4dc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Shell：PPT源/PPT模板-封面正文尾页.pptx 第 3 页</a:t>
            </a:r>
            <a:endParaRPr/>
          </a:p>
          <a:p xmlns:a="http://schemas.openxmlformats.org/drawingml/2006/main">
            <a:r>
              <a:t>- Style Group 来源：PPT源/狗哥蓝色-精美逻辑图PPT模板.pptx#135</a:t>
            </a:r>
            <a:endParaRPr/>
          </a:p>
          <a:p xmlns:a="http://schemas.openxmlformats.org/drawingml/2006/main">
            <a:r>
              <a:t>- 结构：parallel / parallel-cards-p135 / 4项</a:t>
            </a:r>
            <a:endParaRPr/>
          </a:p>
          <a:p xmlns:a="http://schemas.openxmlformats.org/drawingml/2006/main">
            <a:r>
              <a:t>- 媒体契约：no-image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Shell：PPT源/PPT模板-封面正文尾页.pptx 第 3 页</a:t>
            </a:r>
            <a:endParaRPr/>
          </a:p>
          <a:p xmlns:a="http://schemas.openxmlformats.org/drawingml/2006/main">
            <a:r>
              <a:t>- Style Group 来源：PPT源/狗哥蓝色-精美逻辑图PPT模板.pptx#27</a:t>
            </a:r>
            <a:endParaRPr/>
          </a:p>
          <a:p xmlns:a="http://schemas.openxmlformats.org/drawingml/2006/main">
            <a:r>
              <a:t>- 结构：sequence / sequence-arrow-cards-p27 / 4步</a:t>
            </a:r>
            <a:endParaRPr/>
          </a:p>
          <a:p xmlns:a="http://schemas.openxmlformats.org/drawingml/2006/main">
            <a:r>
              <a:t>- 媒体契约：no-image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Shell：PPT源/PPT模板-封面正文尾页.pptx 第 3 页</a:t>
            </a:r>
            <a:endParaRPr/>
          </a:p>
          <a:p xmlns:a="http://schemas.openxmlformats.org/drawingml/2006/main">
            <a:r>
              <a:t>- Style Group 来源：PPT源/狗哥蓝色-精美逻辑图PPT模板.pptx#55</a:t>
            </a:r>
            <a:endParaRPr/>
          </a:p>
          <a:p xmlns:a="http://schemas.openxmlformats.org/drawingml/2006/main">
            <a:r>
              <a:t>- 结构：comparison / comparison-dual-column-p55 / 2组×4项</a:t>
            </a:r>
            <a:endParaRPr/>
          </a:p>
          <a:p xmlns:a="http://schemas.openxmlformats.org/drawingml/2006/main">
            <a:r>
              <a:t>- 媒体契约：no-image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Shell：PPT源/PPT模板-封面正文尾页.pptx 第 3 页</a:t>
            </a:r>
            <a:endParaRPr/>
          </a:p>
          <a:p xmlns:a="http://schemas.openxmlformats.org/drawingml/2006/main">
            <a:r>
              <a:t>- Style Group 来源：PPT源/【蓝色版】年终日常汇报PPT模板-狗哥PPT出品.pptx#35</a:t>
            </a:r>
            <a:endParaRPr/>
          </a:p>
          <a:p xmlns:a="http://schemas.openxmlformats.org/drawingml/2006/main">
            <a:r>
              <a:t>- 结构：hierarchy / hierarchy-pyramid-p35 / 4层</a:t>
            </a:r>
            <a:endParaRPr/>
          </a:p>
          <a:p xmlns:a="http://schemas.openxmlformats.org/drawingml/2006/main">
            <a:r>
              <a:t>- 媒体契约：no-image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Shell：PPT源/PPT模板-封面正文尾页.pptx 第 3 页</a:t>
            </a:r>
            <a:endParaRPr/>
          </a:p>
          <a:p xmlns:a="http://schemas.openxmlformats.org/drawingml/2006/main">
            <a:r>
              <a:t>- Style Group 来源：PPT源/【蓝色版】150页逻辑框架汇报PPT模板.pptx#57</a:t>
            </a:r>
            <a:endParaRPr/>
          </a:p>
          <a:p xmlns:a="http://schemas.openxmlformats.org/drawingml/2006/main">
            <a:r>
              <a:t>- 结构：cycle / cycle-pdca-ring-p57 / 4步</a:t>
            </a:r>
            <a:endParaRPr/>
          </a:p>
          <a:p xmlns:a="http://schemas.openxmlformats.org/drawingml/2006/main">
            <a:r>
              <a:t>- 媒体契约：no-image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Shell：PPT源/PPT模板-封面正文尾页.pptx 第 3 页</a:t>
            </a:r>
            <a:endParaRPr/>
          </a:p>
          <a:p xmlns:a="http://schemas.openxmlformats.org/drawingml/2006/main">
            <a:r>
              <a:t>- Style Group 来源：PPT源/狗哥蓝色-精美逻辑图PPT模板.pptx#69</a:t>
            </a:r>
            <a:endParaRPr/>
          </a:p>
          <a:p xmlns:a="http://schemas.openxmlformats.org/drawingml/2006/main">
            <a:r>
              <a:t>- 结构：matrix / matrix-pest-p69 / 固定4象限</a:t>
            </a:r>
            <a:endParaRPr/>
          </a:p>
          <a:p xmlns:a="http://schemas.openxmlformats.org/drawingml/2006/main">
            <a:r>
              <a:t>- 媒体契约：no-image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Shell：PPT源/PPT模板-封面正文尾页.pptx 第 3 页</a:t>
            </a:r>
            <a:endParaRPr/>
          </a:p>
          <a:p xmlns:a="http://schemas.openxmlformats.org/drawingml/2006/main">
            <a:r>
              <a:t>- Style Group 来源：PPT源/【蓝色版】年终日常汇报PPT模板-狗哥PPT出品.pptx#94</a:t>
            </a:r>
            <a:endParaRPr/>
          </a:p>
          <a:p xmlns:a="http://schemas.openxmlformats.org/drawingml/2006/main">
            <a:r>
              <a:t>- 结构：causal / causal-fishbone-p94 / 6类原因</a:t>
            </a:r>
            <a:endParaRPr/>
          </a:p>
          <a:p xmlns:a="http://schemas.openxmlformats.org/drawingml/2006/main">
            <a:r>
              <a:t>- 媒体契约：no-image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Shell：PPT源/PPT模板-封面正文尾页.pptx 第 3 页</a:t>
            </a:r>
            <a:endParaRPr/>
          </a:p>
          <a:p xmlns:a="http://schemas.openxmlformats.org/drawingml/2006/main">
            <a:r>
              <a:t>- Style Group 来源：PPT源/狗哥蓝色-精美逻辑图PPT模板.pptx#20</a:t>
            </a:r>
            <a:endParaRPr/>
          </a:p>
          <a:p xmlns:a="http://schemas.openxmlformats.org/drawingml/2006/main">
            <a:r>
              <a:t>- 结构：layered / layered-platform-p20 / 4+1+4</a:t>
            </a:r>
            <a:endParaRPr/>
          </a:p>
          <a:p xmlns:a="http://schemas.openxmlformats.org/drawingml/2006/main">
            <a:r>
              <a:t>- 媒体契约：no-image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eab8eeaa3b46fa" /><Relationship Type="http://schemas.openxmlformats.org/officeDocument/2006/relationships/image" Target="/ppt/media/image.jpeg" Id="R4a187529b1304462" /><Relationship Type="http://schemas.openxmlformats.org/officeDocument/2006/relationships/image" Target="/ppt/media/image.png" Id="Rdc67055b9e0a447e" /><Relationship Type="http://schemas.openxmlformats.org/officeDocument/2006/relationships/image" Target="/ppt/media/image2.png" Id="R25b5e64c23574d2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d8410708751425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159160ca4eb4801" /><Relationship Type="http://schemas.openxmlformats.org/officeDocument/2006/relationships/image" Target="/ppt/media/image3.png" Id="Rf8c96d116ce24d3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89c5f1ef2ce4013" /><Relationship Type="http://schemas.openxmlformats.org/officeDocument/2006/relationships/image" Target="/ppt/media/image4.png" Id="R0d7456e85be44dd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b401e66b47f418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c98545367d43e2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3e62491cb2145b0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4d533942437483f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5b77ddc18ee4740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1e4fd40f32b4ff3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ef631593c2743d0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e68dc0200714fcf" /><Relationship Type="http://schemas.openxmlformats.org/officeDocument/2006/relationships/image" Target="/ppt/media/image5.png" Id="R7511191028514ec9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742ee46de824963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670f6a6ed2564e1c" /><Relationship Type="http://schemas.openxmlformats.org/officeDocument/2006/relationships/image" Target="/ppt/media/image5.png" Id="R8b16cb5797974fb9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05e9a85e107b4eac" /></Relationships>
</file>

<file path=ppt/slideLayouts/slideLayout1.xml><?xml version="1.0" encoding="utf-8"?>
<p:sldLayout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图片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187529b1304462">
            <a:alphaModFix amt="20000"/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rcRect xmlns:a="http://schemas.openxmlformats.org/drawingml/2006/main" l="-375" t="36417" r="375" b="177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88953" y="3125718"/>
            <a:ext cx="12697941" cy="4114800"/>
          </a:xfrm>
          <a:prstGeom xmlns:a="http://schemas.openxmlformats.org/drawingml/2006/main" prst="rect">
            <a:avLst/>
          </a:prstGeom>
        </p:spPr>
      </p:pic>
      <p:pic>
        <p:nvPicPr>
          <p:cNvPr id="5" name="图片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67055b9e0a447e"/>
          <a:srcRect xmlns:a="http://schemas.openxmlformats.org/drawingml/2006/main" l="0" t="0" r="0" b="608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584" y="72497"/>
            <a:ext cx="3337845" cy="708895"/>
          </a:xfrm>
          <a:prstGeom xmlns:a="http://schemas.openxmlformats.org/drawingml/2006/main" prst="rect">
            <a:avLst/>
          </a:prstGeom>
        </p:spPr>
      </p:pic>
      <p:pic>
        <p:nvPicPr>
          <p:cNvPr id="6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b5e64c23574d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89206" y="72497"/>
            <a:ext cx="5102794" cy="91447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.xml><?xml version="1.0" encoding="utf-8"?>
<p:sldLayout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3" name="矩形 332">
            <a:extLst xmlns:a="http://schemas.openxmlformats.org/drawingml/2006/main">
              <a:ext uri="{FF2B5EF4-FFF2-40B4-BE49-F238E27FC236}">
                <a16:creationId xmlns:a16="http://schemas.microsoft.com/office/drawing/2014/main" id="{2589920B-F84B-4DE1-B07E-E4424A6DD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833952"/>
            <a:ext cx="11522073" cy="499299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17500">
                <a:srgbClr val="3E84EC"/>
              </a:gs>
              <a:gs pos="100000">
                <a:schemeClr val="accent1">
                  <a:lumMod val="75000"/>
                </a:schemeClr>
              </a:gs>
              <a:gs pos="0">
                <a:srgbClr val="0268FE">
                  <a:lumMod val="75000"/>
                  <a:lumOff val="25000"/>
                  <a:alpha val="69000"/>
                </a:srgbClr>
              </a:gs>
            </a:gsLst>
            <a:path path="circle">
              <a:fillToRect l="100000" t="0" r="0" b="100000"/>
            </a:path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pic>
        <p:nvPicPr>
          <p:cNvPr id="336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c96d116ce24d32"/>
          <a:srcRect xmlns:a="http://schemas.openxmlformats.org/drawingml/2006/main" l="0" t="0" r="0" b="591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74637" y="198304"/>
            <a:ext cx="2675956" cy="593304"/>
          </a:xfrm>
          <a:prstGeom xmlns:a="http://schemas.openxmlformats.org/drawingml/2006/main" prst="rect">
            <a:avLst/>
          </a:prstGeom>
        </p:spPr>
      </p:pic>
      <p:sp>
        <p:nvSpPr>
          <p:cNvPr id="11" name="直接连接符 10">
            <a:extLst xmlns:a="http://schemas.openxmlformats.org/drawingml/2006/main">
              <a:ext uri="{FF2B5EF4-FFF2-40B4-BE49-F238E27FC236}">
                <a16:creationId xmlns:a16="http://schemas.microsoft.com/office/drawing/2014/main" id="{98432E12-3A3A-4527-86A3-DFAAFCBE5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6564990"/>
            <a:ext cx="11522076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chemeClr val="accent1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25C0C38C-37AF-441C-9685-EEEB2AD3D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3" y="1402294"/>
            <a:ext cx="11522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</p:spTree>
  </p:cSld>
</p:sldLayout>
</file>

<file path=ppt/slideLayouts/slideLayout4.xml><?xml version="1.0" encoding="utf-8"?>
<p:sldLayout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7" name="任意多边形: 形状 86">
            <a:extLst xmlns:a="http://schemas.openxmlformats.org/drawingml/2006/main">
              <a:ext uri="{FF2B5EF4-FFF2-40B4-BE49-F238E27FC236}">
                <a16:creationId xmlns:a16="http://schemas.microsoft.com/office/drawing/2014/main" id="{7ED40193-9D70-4F76-BE58-6AC8871DD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2562" y="10535"/>
            <a:ext cx="4440577" cy="2998608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89" name="文本框 88">
            <a:extLst xmlns:a="http://schemas.openxmlformats.org/drawingml/2006/main">
              <a:ext uri="{FF2B5EF4-FFF2-40B4-BE49-F238E27FC236}">
                <a16:creationId xmlns:a16="http://schemas.microsoft.com/office/drawing/2014/main" id="{5D95FB25-F53B-4363-945C-79A36940D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9985" y="1085380"/>
            <a:ext cx="3262303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4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CONTENT</a:t>
            </a:r>
            <a:endParaRPr sz="48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135" name="图片 1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7456e85be44ddb">
            <a:alphaModFix amt="70000"/>
          </a:blip>
          <a:srcRect xmlns:a="http://schemas.openxmlformats.org/drawingml/2006/main" l="0" t="0" r="0" b="588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2962" y="3707963"/>
            <a:ext cx="3024288" cy="2020666"/>
          </a:xfrm>
          <a:prstGeom xmlns:a="http://schemas.openxmlformats.org/drawingml/2006/main" prst="rect">
            <a:avLst/>
          </a:prstGeom>
        </p:spPr>
      </p:pic>
      <p:sp>
        <p:nvSpPr>
          <p:cNvPr id="88" name="文本框 87">
            <a:extLst xmlns:a="http://schemas.openxmlformats.org/drawingml/2006/main">
              <a:ext uri="{FF2B5EF4-FFF2-40B4-BE49-F238E27FC236}">
                <a16:creationId xmlns:a16="http://schemas.microsoft.com/office/drawing/2014/main" id="{3BA924B3-56C1-4A69-94B9-F44079917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667" y="1479325"/>
            <a:ext cx="2646878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lvl1pPr>
              <a:buNone/>
              <a:defRPr sz="7200">
                <a:gradFill flip="none" rotWithShape="1">
                  <a:gsLst>
                    <a:gs pos="0">
                      <a:schemeClr val="accent1">
                        <a:lumMod val="80000"/>
                        <a:lumOff val="20000"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  <a:tileRect/>
                </a:gradFill>
                <a:latin typeface="思源宋体 CN Heavy"/>
                <a:ea typeface="思源宋体 CN Heavy"/>
                <a:cs typeface="思源宋体 CN Heavy"/>
              </a:defRPr>
            </a:lvl1pPr>
          </a:lstStyle>
          <a:p xmlns:a="http://schemas.openxmlformats.org/drawingml/2006/main"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800" b="0" i="0" u="none" cap="none" spc="0">
                <a:ln>
                  <a:noFill/>
                </a:ln>
                <a:gradFill rotWithShape="1">
                  <a:gsLst>
                    <a:gs pos="0">
                      <a:srgbClr val="0268FE">
                        <a:lumMod val="80000"/>
                        <a:lumOff val="20000"/>
                      </a:srgbClr>
                    </a:gs>
                    <a:gs pos="100000">
                      <a:srgbClr val="0268FE"/>
                    </a:gs>
                  </a:gsLst>
                  <a:lin ang="5400000" scaled="1"/>
                  <a:tileRect/>
                </a:gradFill>
                <a:latin typeface="汉仪粗宋简"/>
                <a:ea typeface="汉仪粗宋简"/>
                <a:cs typeface="汉仪粗宋简"/>
              </a:rPr>
              <a:t>汇报提纲</a:t>
            </a:r>
          </a:p>
        </p:txBody>
      </p:sp>
      <p:sp>
        <p:nvSpPr>
          <p:cNvPr id="131" name="任意多边形: 形状 130">
            <a:extLst xmlns:a="http://schemas.openxmlformats.org/drawingml/2006/main">
              <a:ext uri="{FF2B5EF4-FFF2-40B4-BE49-F238E27FC236}">
                <a16:creationId xmlns:a16="http://schemas.microsoft.com/office/drawing/2014/main" id="{2081B47E-D944-4FCE-BF66-9CA6C45CE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5335" y="4602588"/>
            <a:ext cx="3296666" cy="2255412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1E783A13-EAA7-4848-8CDB-D6CC867DF2E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8C3391FC-7C2D-482A-BD80-F40A782AFB8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5B3229BE-ECA1-4EB4-8EE0-7DE42C0A5FE4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64FF75E8-34BD-4B22-957B-EDBFB30CC1EB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881A3794-A772-4FDD-A7ED-0FB73F931635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6D8CF600-4E5D-4B58-AB07-41D0B7DD687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FD7AEAB8-84B3-471B-BC5E-F3410AD9FA4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2E4DD2BB-7B74-4F83-85EB-48025E3E103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B2CB4F43-52B7-4952-821F-831974DF530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2E80804B-9A28-4EEE-B52E-2D8A185F566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A9D0DACF-4AC0-4281-BBAC-9CEFC665F40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F9F20CD5-29D3-4006-9C19-8508FE447E2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CA33B476-BFFC-451E-B0B5-D2D229A3F99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A7F6DD80-E1C8-43AF-BC1F-9BB3DF2B70F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B133AF83-E5E6-4125-BA99-B9FFA002758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CDB83E52-8509-4A0C-9674-3E93D8522C2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E019A90F-B2E5-4FAF-83B3-6B098560AFB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7B8A47A3-DBC7-4B71-BB30-6E48D4488ED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A0C19C6B-2916-425F-B5C6-E9BC9D5117E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BF35CE6F-B61E-4EBF-A38E-CDD148C9366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1F7B2F35-ED77-4C41-A36C-06288809A21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F3CCE81D-B60A-40A8-8A7F-9AFC0576F23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E889F062-C9BF-462C-BFF5-44AD309F7D28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8356D950-CD93-4D0D-941B-7574C2B4B2B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DB2BDD36-7C81-4C22-BF18-9131145A07A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A3D11C74-69E3-4F22-9005-761175F4F80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1D389601-7AE0-4ED3-85D5-91259454BF1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5D60C015-29D8-429F-B331-98491686D17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754DFFA6-AA21-42C7-966E-344CD7DCE6C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FEC0E362-4EF6-4FA8-B765-8A1F48A33CF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2BC2C201-1637-4E93-A620-76E3E2AD365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50169FB5-0879-499A-9DA2-46EB7CCD765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2B5772AB-4ABF-4FDB-975F-A5C7B6D2300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11196402-0CB5-4100-8DEF-FE2F21EE6DC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36B280FF-1C8E-4170-9B72-E66DFACBFC4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87075710-1B58-427C-A00B-D6D5B6BE6C8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431EF6B3-5EF2-4F9E-AA1C-7BB715524C0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11191028514ec9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B8B65AFA-0C65-4563-96F1-47B248201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BE8723F3-A31B-4850-8E17-EE4F6A709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F12998D1-8EF4-4AA1-AFF4-819390DE0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0939EA04-EE4A-425D-985F-8814EF215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3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4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16cb5797974fb9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9D4D8F53-D8B7-4E7D-B47E-72D41CED9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8F980B26-344E-4144-AB2D-6DCEAA510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A7857E28-7AD0-452B-82E2-4BCB85C29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2BBBC3DE-B3C4-40C5-9718-2CAC041E3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5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5f807ad1f914ac5" /><Relationship Type="http://schemas.openxmlformats.org/officeDocument/2006/relationships/slideLayout" Target="/ppt/slideLayouts/slideLayout1.xml" Id="R885c0fd2b1ba4124" /><Relationship Type="http://schemas.openxmlformats.org/officeDocument/2006/relationships/slideLayout" Target="/ppt/slideLayouts/slideLayout2.xml" Id="R7588476622aa48d5" /><Relationship Type="http://schemas.openxmlformats.org/officeDocument/2006/relationships/slideLayout" Target="/ppt/slideLayouts/slideLayout3.xml" Id="R5b24969d1f1f489d" /><Relationship Type="http://schemas.openxmlformats.org/officeDocument/2006/relationships/slideLayout" Target="/ppt/slideLayouts/slideLayout4.xml" Id="R890a3e39bfdf4a29" /><Relationship Type="http://schemas.openxmlformats.org/officeDocument/2006/relationships/slideLayout" Target="/ppt/slideLayouts/slideLayout5.xml" Id="R087f06032dd0423f" /><Relationship Type="http://schemas.openxmlformats.org/officeDocument/2006/relationships/slideLayout" Target="/ppt/slideLayouts/slideLayout6.xml" Id="Rb32f3fd93ae74650" /><Relationship Type="http://schemas.openxmlformats.org/officeDocument/2006/relationships/slideLayout" Target="/ppt/slideLayouts/slideLayout7.xml" Id="R43cff6efe5974ad0" /><Relationship Type="http://schemas.openxmlformats.org/officeDocument/2006/relationships/slideLayout" Target="/ppt/slideLayouts/slideLayout8.xml" Id="R0d60cd239afc4e17" /><Relationship Type="http://schemas.openxmlformats.org/officeDocument/2006/relationships/slideLayout" Target="/ppt/slideLayouts/slideLayout9.xml" Id="R03da2292c90d428a" /><Relationship Type="http://schemas.openxmlformats.org/officeDocument/2006/relationships/slideLayout" Target="/ppt/slideLayouts/slideLayout10.xml" Id="R861d92df542843b8" /><Relationship Type="http://schemas.openxmlformats.org/officeDocument/2006/relationships/slideLayout" Target="/ppt/slideLayouts/slideLayout11.xml" Id="Ra3982e721af941c8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ef442818763241fd" /><Relationship Type="http://schemas.openxmlformats.org/officeDocument/2006/relationships/slideLayout" Target="/ppt/slideLayouts/slideLayout12.xml" Id="R76b469904ec94cd2" /><Relationship Type="http://schemas.openxmlformats.org/officeDocument/2006/relationships/slideLayout" Target="/ppt/slideLayouts/slideLayout13.xml" Id="R42e5c4fc79054768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theme" Target="/ppt/slideMasters/theme/theme4.xml" Id="R4ebfcf24db5d43e2" /><Relationship Type="http://schemas.openxmlformats.org/officeDocument/2006/relationships/slideLayout" Target="/ppt/slideLayouts/slideLayout14.xml" Id="R15e5b8d5e0564049" /><Relationship Type="http://schemas.openxmlformats.org/officeDocument/2006/relationships/slideLayout" Target="/ppt/slideLayouts/slideLayout15.xml" Id="Re53dc17f9e90494c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94936E62-37BD-4F84-9FEF-AB7C2EA7343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24AD6D7C-749A-4C32-A444-97EEB8323E7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4299E5D4-455D-4962-A18A-BF1692742ED6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461F1706-0DF4-4DCD-852E-D3CE2A32597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443F979-67F1-457A-921F-B8197D8E329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85c0fd2b1ba4124"/>
    <p:sldLayoutId xmlns:r="http://schemas.openxmlformats.org/officeDocument/2006/relationships" id="2147483650" r:id="R7588476622aa48d5"/>
    <p:sldLayoutId xmlns:r="http://schemas.openxmlformats.org/officeDocument/2006/relationships" id="2147483651" r:id="R5b24969d1f1f489d"/>
    <p:sldLayoutId xmlns:r="http://schemas.openxmlformats.org/officeDocument/2006/relationships" id="2147483652" r:id="R890a3e39bfdf4a29"/>
    <p:sldLayoutId xmlns:r="http://schemas.openxmlformats.org/officeDocument/2006/relationships" id="2147483653" r:id="R087f06032dd0423f"/>
    <p:sldLayoutId xmlns:r="http://schemas.openxmlformats.org/officeDocument/2006/relationships" id="2147483654" r:id="Rb32f3fd93ae74650"/>
    <p:sldLayoutId xmlns:r="http://schemas.openxmlformats.org/officeDocument/2006/relationships" id="2147483655" r:id="R43cff6efe5974ad0"/>
    <p:sldLayoutId xmlns:r="http://schemas.openxmlformats.org/officeDocument/2006/relationships" id="2147483656" r:id="R0d60cd239afc4e17"/>
    <p:sldLayoutId xmlns:r="http://schemas.openxmlformats.org/officeDocument/2006/relationships" id="2147483657" r:id="R03da2292c90d428a"/>
    <p:sldLayoutId xmlns:r="http://schemas.openxmlformats.org/officeDocument/2006/relationships" id="2147483658" r:id="R861d92df542843b8"/>
    <p:sldLayoutId xmlns:r="http://schemas.openxmlformats.org/officeDocument/2006/relationships" id="2147483659" r:id="Ra3982e721af941c8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D9609CF0-C749-473D-B0E7-F28FCDE6818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37D02760-DFCE-4BC3-961F-0C3389FB2F5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30F0CC08-3DA9-4014-93D0-DDD2FC6E0A7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04D0F46C-A3DC-42C7-B9F3-6E6F0E613D0B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EDE5E270-E6A4-433B-A9AF-F16929D4609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6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76b469904ec94cd2"/>
    <p:sldLayoutId xmlns:r="http://schemas.openxmlformats.org/officeDocument/2006/relationships" id="2147483662" r:id="R42e5c4fc79054768"/>
  </p:sldLayoutIdLst>
  <p:txStyles>
    <p:titleStyle>
      <a:lvl1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6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2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8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4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900" indent="-215900" algn="l" defTabSz="865505">
        <a:lnSpc>
          <a:spcPct val="90000"/>
        </a:lnSpc>
        <a:spcBef>
          <a:spcPts val="955"/>
        </a:spcBef>
        <a:spcAft>
          <a:spcPct val="0"/>
        </a:spcAft>
        <a:buFont typeface="Arial"/>
        <a:buChar char="•"/>
        <a:defRPr sz="266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226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86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74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5008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42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49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200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90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70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77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8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418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25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96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66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73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B47B1CAC-6B7E-4DE9-A861-589E7399E25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2275761D-5DF4-4966-8288-73B661B3E79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752F2002-ED6B-4F8A-BC22-A7EFE1B5F81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F6A23850-F1D3-4FDF-8250-2DFAF804D54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A0B540DF-C153-41E7-8C94-1E3C064108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3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4" r:id="R15e5b8d5e0564049"/>
    <p:sldLayoutId xmlns:r="http://schemas.openxmlformats.org/officeDocument/2006/relationships" id="2147483665" r:id="Re53dc17f9e90494c"/>
  </p:sldLayoutIdLst>
  <p:txStyles>
    <p:titleStyle>
      <a:lvl1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585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170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754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339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895" indent="-215895" algn="l" defTabSz="865272">
        <a:lnSpc>
          <a:spcPct val="90000"/>
        </a:lnSpc>
        <a:spcBef>
          <a:spcPts val="953"/>
        </a:spcBef>
        <a:spcAft>
          <a:spcPct val="0"/>
        </a:spcAft>
        <a:buFont typeface="Arial"/>
        <a:buChar char="•"/>
        <a:defRPr sz="2667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24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2267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13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867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49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4982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154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636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119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601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48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96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4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393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41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89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37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86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2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4.xml><?xml version="1.0" encoding="utf-8"?>
<a:theme xmlns:a="http://schemas.openxmlformats.org/drawingml/2006/main" name="3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1edb70d9a92543c9" /><Relationship Type="http://schemas.openxmlformats.org/officeDocument/2006/relationships/notesSlide" Target="/ppt/notesSlides/notesSlide1.xml" Id="R04ca1cecbc7b4c1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a1fdf740f31e4dbf" /><Relationship Type="http://schemas.openxmlformats.org/officeDocument/2006/relationships/notesSlide" Target="/ppt/notesSlides/notesSlide2.xml" Id="R4e25be00a27a47b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d4a9a091e9d74cb4" /><Relationship Type="http://schemas.openxmlformats.org/officeDocument/2006/relationships/notesSlide" Target="/ppt/notesSlides/notesSlide3.xml" Id="Rdec08cd3c3224e1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14a01d0372964844" /><Relationship Type="http://schemas.openxmlformats.org/officeDocument/2006/relationships/notesSlide" Target="/ppt/notesSlides/notesSlide4.xml" Id="R494ebc1d2f144a7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243309075d504285" /><Relationship Type="http://schemas.openxmlformats.org/officeDocument/2006/relationships/notesSlide" Target="/ppt/notesSlides/notesSlide5.xml" Id="R9ae77ad24cfc461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451a8f4b98b44556" /><Relationship Type="http://schemas.openxmlformats.org/officeDocument/2006/relationships/notesSlide" Target="/ppt/notesSlides/notesSlide6.xml" Id="R263949ef25164cf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ca6e65881217484a" /><Relationship Type="http://schemas.openxmlformats.org/officeDocument/2006/relationships/notesSlide" Target="/ppt/notesSlides/notesSlide7.xml" Id="R754351bef0bf415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8b31ddf354fd41c7" /><Relationship Type="http://schemas.openxmlformats.org/officeDocument/2006/relationships/notesSlide" Target="/ppt/notesSlides/notesSlide8.xml" Id="R87fb22ad07a34f8e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250" b="1">
                <a:latin typeface="HYWenRunSongYun U"/>
                <a:ea typeface="HYWenRunSongYun U"/>
                <a:cs typeface="HYWenRunSongYun U"/>
              </a:defRPr>
            </a:pPr>
            <a:r>
              <a:rPr sz="225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研究平台的四项基础能力｜4项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并列关系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980350A8-FD7D-42A3-8619-30883D57A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BB186E-73F8-4F0A-A186-51CBFA5B7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9750"/>
            <a:ext cx="2533650" cy="3714750"/>
          </a:xfrm>
          <a:prstGeom xmlns:a="http://schemas.openxmlformats.org/drawingml/2006/main" prst="roundRect">
            <a:avLst>
              <a:gd name="adj" fmla="val 4511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13335">
            <a:solidFill>
              <a:srgbClr val="A8CB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B8230B-0BC7-4402-A43F-91AC62987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9750"/>
            <a:ext cx="25336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B7ABEB-E70F-4D0E-921A-27C2C83C6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145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EF746F-C205-4979-ACCE-CC8A7D2D1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52750"/>
            <a:ext cx="21526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4D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4D87"/>
                </a:solidFill>
                <a:latin typeface="Microsoft YaHei"/>
                <a:ea typeface="Microsoft YaHei"/>
                <a:cs typeface="Microsoft YaHei"/>
              </a:rPr>
              <a:t>数据基础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7DF93B4-5B9E-46AD-93C9-9D7D8CC1E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38550"/>
            <a:ext cx="21145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6078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607895"/>
                </a:solidFill>
                <a:latin typeface="Microsoft YaHei"/>
                <a:ea typeface="Microsoft YaHei"/>
                <a:cs typeface="Microsoft YaHei"/>
              </a:rPr>
              <a:t>统一数据标准与治理口径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951343F-4FBC-4794-A213-762A2F8A0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1809750"/>
            <a:ext cx="2533650" cy="3714750"/>
          </a:xfrm>
          <a:prstGeom xmlns:a="http://schemas.openxmlformats.org/drawingml/2006/main" prst="roundRect">
            <a:avLst>
              <a:gd name="adj" fmla="val 4511"/>
            </a:avLst>
          </a:prstGeom>
          <a:solidFill xmlns:a="http://schemas.openxmlformats.org/drawingml/2006/main">
            <a:srgbClr val="F1F8FF"/>
          </a:solidFill>
          <a:ln xmlns:a="http://schemas.openxmlformats.org/drawingml/2006/main" w="13335">
            <a:solidFill>
              <a:srgbClr val="7EB7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A00B95C-C512-40C6-BE93-29AC558D4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1809750"/>
            <a:ext cx="25336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7765CAE-ECF1-40AB-8903-A11E4903F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1145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88E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BFBF744-7686-4ED1-8DEA-4CC1AEE25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952750"/>
            <a:ext cx="21526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4D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4D87"/>
                </a:solidFill>
                <a:latin typeface="Microsoft YaHei"/>
                <a:ea typeface="Microsoft YaHei"/>
                <a:cs typeface="Microsoft YaHei"/>
              </a:rPr>
              <a:t>模型能力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CDECE80-E20E-43FE-96B9-62594C194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638550"/>
            <a:ext cx="21145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6078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607895"/>
                </a:solidFill>
                <a:latin typeface="Microsoft YaHei"/>
                <a:ea typeface="Microsoft YaHei"/>
                <a:cs typeface="Microsoft YaHei"/>
              </a:rPr>
              <a:t>沉淀可复用的建模方法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7F2AC4B-8300-4C49-842C-F65701B82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09750"/>
            <a:ext cx="2533650" cy="3714750"/>
          </a:xfrm>
          <a:prstGeom xmlns:a="http://schemas.openxmlformats.org/drawingml/2006/main" prst="roundRect">
            <a:avLst>
              <a:gd name="adj" fmla="val 4511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13335">
            <a:solidFill>
              <a:srgbClr val="A8CB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28CCD2D-5BB0-4221-B84C-E9FA3FC02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09750"/>
            <a:ext cx="25336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1B57461-3080-44B9-A1A1-FE1CEF991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1145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DA2C1EE-F8FB-497B-8C09-F51EAC07B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952750"/>
            <a:ext cx="21526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4D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4D87"/>
                </a:solidFill>
                <a:latin typeface="Microsoft YaHei"/>
                <a:ea typeface="Microsoft YaHei"/>
                <a:cs typeface="Microsoft YaHei"/>
              </a:rPr>
              <a:t>验证体系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CDCDD38-EFA0-45F2-AA9E-86F7D3B14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638550"/>
            <a:ext cx="21145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6078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607895"/>
                </a:solidFill>
                <a:latin typeface="Microsoft YaHei"/>
                <a:ea typeface="Microsoft YaHei"/>
                <a:cs typeface="Microsoft YaHei"/>
              </a:rPr>
              <a:t>形成稳定的实验与评估流程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933AC31-6587-4B34-841D-14A9945A6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809750"/>
            <a:ext cx="2533650" cy="3714750"/>
          </a:xfrm>
          <a:prstGeom xmlns:a="http://schemas.openxmlformats.org/drawingml/2006/main" prst="roundRect">
            <a:avLst>
              <a:gd name="adj" fmla="val 4511"/>
            </a:avLst>
          </a:prstGeom>
          <a:solidFill xmlns:a="http://schemas.openxmlformats.org/drawingml/2006/main">
            <a:srgbClr val="F1F8FF"/>
          </a:solidFill>
          <a:ln xmlns:a="http://schemas.openxmlformats.org/drawingml/2006/main" w="13335">
            <a:solidFill>
              <a:srgbClr val="7EB7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64BAB09-1523-42E0-95E9-0D0121383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809750"/>
            <a:ext cx="25336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A9BF3DB-37F8-4848-B54D-BC6C5F248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1145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88E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2647260-25FF-4479-874F-08C324697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952750"/>
            <a:ext cx="21526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4D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4D87"/>
                </a:solidFill>
                <a:latin typeface="Microsoft YaHei"/>
                <a:ea typeface="Microsoft YaHei"/>
                <a:cs typeface="Microsoft YaHei"/>
              </a:rPr>
              <a:t>工程交付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4E478B8-B887-4700-BEA5-DF482F233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638550"/>
            <a:ext cx="21145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6078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607895"/>
                </a:solidFill>
                <a:latin typeface="Microsoft YaHei"/>
                <a:ea typeface="Microsoft YaHei"/>
                <a:cs typeface="Microsoft YaHei"/>
              </a:rPr>
              <a:t>把研究能力转化为可用系统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250" b="1">
                <a:latin typeface="HYWenRunSongYun U"/>
                <a:ea typeface="HYWenRunSongYun U"/>
                <a:cs typeface="HYWenRunSongYun U"/>
              </a:defRPr>
            </a:pPr>
            <a:r>
              <a:rPr sz="225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从问题到交付的四步流程｜4步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顺序关系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980350A8-FD7D-42A3-8619-30883D57A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02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PAGENT_QA|parent=sequential-step-0|domains=sequential-steps">
            <a:extLst xmlns:a="http://schemas.openxmlformats.org/drawingml/2006/main">
              <a:ext uri="{FF2B5EF4-FFF2-40B4-BE49-F238E27FC236}">
                <a16:creationId xmlns:a16="http://schemas.microsoft.com/office/drawing/2014/main" id="{A0FBA077-26EE-4D89-987C-CF66A3C08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191" y="2437301"/>
            <a:ext cx="2343150" cy="2433271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6" name="PPAGENT_QA|parent=sequential-step-1|domains=sequential-steps">
            <a:extLst xmlns:a="http://schemas.openxmlformats.org/drawingml/2006/main">
              <a:ext uri="{FF2B5EF4-FFF2-40B4-BE49-F238E27FC236}">
                <a16:creationId xmlns:a16="http://schemas.microsoft.com/office/drawing/2014/main" id="{77DD0DAE-52E8-4A96-83A1-075B2E00A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6680" y="2437301"/>
            <a:ext cx="2343150" cy="2433271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4C88E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7" name="PPAGENT_QA|parent=sequential-step-2|domains=sequential-steps">
            <a:extLst xmlns:a="http://schemas.openxmlformats.org/drawingml/2006/main">
              <a:ext uri="{FF2B5EF4-FFF2-40B4-BE49-F238E27FC236}">
                <a16:creationId xmlns:a16="http://schemas.microsoft.com/office/drawing/2014/main" id="{37C7B79B-C758-4B5E-9CC5-F41341D15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2170" y="2437301"/>
            <a:ext cx="2343150" cy="2433271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8" name="PPAGENT_QA|parent=sequential-step-3|domains=sequential-steps">
            <a:extLst xmlns:a="http://schemas.openxmlformats.org/drawingml/2006/main">
              <a:ext uri="{FF2B5EF4-FFF2-40B4-BE49-F238E27FC236}">
                <a16:creationId xmlns:a16="http://schemas.microsoft.com/office/drawing/2014/main" id="{1F631136-FF64-42B8-9B47-11662ED66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7659" y="2437301"/>
            <a:ext cx="2343150" cy="2433271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4C88E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cxnSp>
        <p:nvCxnSpPr>
          <p:cNvPr id="43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3374341" y="3653937"/>
            <a:ext cx="252339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F5EA8"/>
            </a:solidFill>
            <a:prstDash val="solid"/>
            <a:tailEnd type="triangle" w="med" len="med"/>
          </a:ln>
        </p:spPr>
      </p:cxnSp>
      <p:cxnSp>
        <p:nvCxnSpPr>
          <p:cNvPr id="44" name=""/>
          <p:cNvCxnSpPr>
            <a:stCxn xmlns:a="http://schemas.openxmlformats.org/drawingml/2006/main" id="16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5969830" y="3653937"/>
            <a:ext cx="25234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F5EA8"/>
            </a:solidFill>
            <a:prstDash val="solid"/>
            <a:tailEnd type="triangle" w="med" len="med"/>
          </a:ln>
        </p:spPr>
      </p:cxnSp>
      <p:cxnSp>
        <p:nvCxnSpPr>
          <p:cNvPr id="45" name=""/>
          <p:cNvCxnSpPr>
            <a:stCxn xmlns:a="http://schemas.openxmlformats.org/drawingml/2006/main" id="17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8565320" y="3653937"/>
            <a:ext cx="252339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F5EA8"/>
            </a:solidFill>
            <a:prstDash val="solid"/>
            <a:tailEnd type="triangle" w="med" len="med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E284271-4D28-41B1-AC45-1B5EC8007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3409" y="2617543"/>
            <a:ext cx="468630" cy="4686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3" name="PPAGENT_QA|within=sequential-step-0|role=title">
            <a:extLst xmlns:a="http://schemas.openxmlformats.org/drawingml/2006/main">
              <a:ext uri="{FF2B5EF4-FFF2-40B4-BE49-F238E27FC236}">
                <a16:creationId xmlns:a16="http://schemas.microsoft.com/office/drawing/2014/main" id="{A6E60ED6-41B1-4221-B225-F52C72CB1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9458" y="3302464"/>
            <a:ext cx="1946617" cy="4686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需求澄清</a:t>
            </a:r>
          </a:p>
        </p:txBody>
      </p:sp>
      <p:sp>
        <p:nvSpPr>
          <p:cNvPr id="24" name="PPAGENT_QA|within=sequential-step-0|role=body">
            <a:extLst xmlns:a="http://schemas.openxmlformats.org/drawingml/2006/main">
              <a:ext uri="{FF2B5EF4-FFF2-40B4-BE49-F238E27FC236}">
                <a16:creationId xmlns:a16="http://schemas.microsoft.com/office/drawing/2014/main" id="{600E9AF2-D175-457E-B2B1-C74BB3D16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9458" y="3915288"/>
            <a:ext cx="1946617" cy="6849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rPr>
              <a:t>明确目标、边界与输入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23EB290-59CD-4FDF-B560-A3BED34B6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8898" y="2617543"/>
            <a:ext cx="468630" cy="4686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6" name="PPAGENT_QA|within=sequential-step-1|role=title">
            <a:extLst xmlns:a="http://schemas.openxmlformats.org/drawingml/2006/main">
              <a:ext uri="{FF2B5EF4-FFF2-40B4-BE49-F238E27FC236}">
                <a16:creationId xmlns:a16="http://schemas.microsoft.com/office/drawing/2014/main" id="{3DF88AA5-866E-413F-87E7-36E03055D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4947" y="3302464"/>
            <a:ext cx="1946617" cy="4686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方案设计</a:t>
            </a:r>
          </a:p>
        </p:txBody>
      </p:sp>
      <p:sp>
        <p:nvSpPr>
          <p:cNvPr id="27" name="PPAGENT_QA|within=sequential-step-1|role=body">
            <a:extLst xmlns:a="http://schemas.openxmlformats.org/drawingml/2006/main">
              <a:ext uri="{FF2B5EF4-FFF2-40B4-BE49-F238E27FC236}">
                <a16:creationId xmlns:a16="http://schemas.microsoft.com/office/drawing/2014/main" id="{F7B0B315-2F72-4C66-AAF5-5E3B9DC5D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4947" y="3915288"/>
            <a:ext cx="1946617" cy="6849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rPr>
              <a:t>建立结构和执行规则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8156DC5-43B1-4703-AEEA-01B91590E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4388" y="2617543"/>
            <a:ext cx="468630" cy="4686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9" name="PPAGENT_QA|within=sequential-step-2|role=title">
            <a:extLst xmlns:a="http://schemas.openxmlformats.org/drawingml/2006/main">
              <a:ext uri="{FF2B5EF4-FFF2-40B4-BE49-F238E27FC236}">
                <a16:creationId xmlns:a16="http://schemas.microsoft.com/office/drawing/2014/main" id="{420CA03B-A2B5-4B02-A9DB-C1A382C9F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0436" y="3302464"/>
            <a:ext cx="1946617" cy="4686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实施验证</a:t>
            </a:r>
          </a:p>
        </p:txBody>
      </p:sp>
      <p:sp>
        <p:nvSpPr>
          <p:cNvPr id="30" name="PPAGENT_QA|within=sequential-step-2|role=body">
            <a:extLst xmlns:a="http://schemas.openxmlformats.org/drawingml/2006/main">
              <a:ext uri="{FF2B5EF4-FFF2-40B4-BE49-F238E27FC236}">
                <a16:creationId xmlns:a16="http://schemas.microsoft.com/office/drawing/2014/main" id="{03961783-88CD-4645-8DC0-A538AD270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0436" y="3915288"/>
            <a:ext cx="1946617" cy="6849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rPr>
              <a:t>生成结果并检查关键约束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9AC112A-06C8-4445-BC4C-C522538EA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9877" y="2617543"/>
            <a:ext cx="468630" cy="4686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32" name="PPAGENT_QA|within=sequential-step-3|role=title">
            <a:extLst xmlns:a="http://schemas.openxmlformats.org/drawingml/2006/main">
              <a:ext uri="{FF2B5EF4-FFF2-40B4-BE49-F238E27FC236}">
                <a16:creationId xmlns:a16="http://schemas.microsoft.com/office/drawing/2014/main" id="{F6328357-293F-4763-A094-A741F0AA4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5925" y="3302464"/>
            <a:ext cx="1946617" cy="4686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交付复盘</a:t>
            </a:r>
          </a:p>
        </p:txBody>
      </p:sp>
      <p:sp>
        <p:nvSpPr>
          <p:cNvPr id="33" name="PPAGENT_QA|within=sequential-step-3|role=body">
            <a:extLst xmlns:a="http://schemas.openxmlformats.org/drawingml/2006/main">
              <a:ext uri="{FF2B5EF4-FFF2-40B4-BE49-F238E27FC236}">
                <a16:creationId xmlns:a16="http://schemas.microsoft.com/office/drawing/2014/main" id="{07F01676-B09C-4CAB-9506-1809592BD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5925" y="3915288"/>
            <a:ext cx="1946617" cy="6849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rPr>
              <a:t>记录问题并持续改进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250" b="1">
                <a:latin typeface="HYWenRunSongYun U"/>
                <a:ea typeface="HYWenRunSongYun U"/>
                <a:cs typeface="HYWenRunSongYun U"/>
              </a:defRPr>
            </a:pPr>
            <a:r>
              <a:rPr sz="225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自由生成与受控生成｜2组×4项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对比关系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980350A8-FD7D-42A3-8619-30883D57A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03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597825-1DD6-4FAD-A54D-5CC754B70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731" y="1581150"/>
            <a:ext cx="10814538" cy="4686300"/>
          </a:xfrm>
          <a:prstGeom xmlns:a="http://schemas.openxmlformats.org/drawingml/2006/main" prst="roundRect">
            <a:avLst>
              <a:gd name="adj" fmla="val 0"/>
            </a:avLst>
          </a:prstGeom>
          <a:gradFill xmlns:a="http://schemas.openxmlformats.org/drawingml/2006/main">
            <a:gsLst>
              <a:gs pos="0">
                <a:srgbClr val="FFFFFF"/>
              </a:gs>
              <a:gs pos="52000">
                <a:srgbClr val="EEF6FC"/>
              </a:gs>
              <a:gs pos="100000">
                <a:srgbClr val="FFFFFF"/>
              </a:gs>
            </a:gsLst>
            <a:lin ang="54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16" name="PPAGENT_QA|parent=comparison-left-panel|domains=comparison-panels">
            <a:extLst xmlns:a="http://schemas.openxmlformats.org/drawingml/2006/main">
              <a:ext uri="{FF2B5EF4-FFF2-40B4-BE49-F238E27FC236}">
                <a16:creationId xmlns:a16="http://schemas.microsoft.com/office/drawing/2014/main" id="{52C0F7CA-4AA3-4D8D-83DF-CC44074BB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337" y="1770404"/>
            <a:ext cx="3965331" cy="4163597"/>
          </a:xfrm>
          <a:prstGeom xmlns:a="http://schemas.openxmlformats.org/drawingml/2006/main" prst="roundRect">
            <a:avLst>
              <a:gd name="adj" fmla="val 2882"/>
            </a:avLst>
          </a:prstGeom>
          <a:solidFill xmlns:a="http://schemas.openxmlformats.org/drawingml/2006/main">
            <a:srgbClr val="FFFFFF">
              <a:alpha val="96000"/>
            </a:srgbClr>
          </a:solidFill>
          <a:ln xmlns:a="http://schemas.openxmlformats.org/drawingml/2006/main" w="14288">
            <a:solidFill>
              <a:srgbClr val="A7B4C4"/>
            </a:solidFill>
            <a:prstDash val="dash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7" name="PPAGENT_QA|within=comparison-left-panel|role=header-surface">
            <a:extLst xmlns:a="http://schemas.openxmlformats.org/drawingml/2006/main">
              <a:ext uri="{FF2B5EF4-FFF2-40B4-BE49-F238E27FC236}">
                <a16:creationId xmlns:a16="http://schemas.microsoft.com/office/drawing/2014/main" id="{5EBF4387-CB36-444A-92D1-AFE36AD12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337" y="1770404"/>
            <a:ext cx="3965331" cy="648872"/>
          </a:xfrm>
          <a:prstGeom xmlns:a="http://schemas.openxmlformats.org/drawingml/2006/main" prst="roundRect">
            <a:avLst>
              <a:gd name="adj" fmla="val 17615"/>
            </a:avLst>
          </a:prstGeom>
          <a:gradFill xmlns:a="http://schemas.openxmlformats.org/drawingml/2006/main">
            <a:gsLst>
              <a:gs pos="0">
                <a:srgbClr val="2F5EA8"/>
              </a:gs>
              <a:gs pos="100000">
                <a:srgbClr val="3F7FD6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8" name="PPAGENT_QA|within=comparison-left-panel|role=header-title">
            <a:extLst xmlns:a="http://schemas.openxmlformats.org/drawingml/2006/main">
              <a:ext uri="{FF2B5EF4-FFF2-40B4-BE49-F238E27FC236}">
                <a16:creationId xmlns:a16="http://schemas.microsoft.com/office/drawing/2014/main" id="{52C2A935-F363-4DAA-8F30-B535745A3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5748" y="1860526"/>
            <a:ext cx="3352507" cy="4686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自由生成</a:t>
            </a:r>
          </a:p>
        </p:txBody>
      </p:sp>
      <p:sp>
        <p:nvSpPr>
          <p:cNvPr id="19" name="PPAGENT_QA|parent=comparison-left-row-0|domains=comparison-left-rows">
            <a:extLst xmlns:a="http://schemas.openxmlformats.org/drawingml/2006/main">
              <a:ext uri="{FF2B5EF4-FFF2-40B4-BE49-F238E27FC236}">
                <a16:creationId xmlns:a16="http://schemas.microsoft.com/office/drawing/2014/main" id="{B614D11B-03F8-4DE8-A4BC-7A77F409B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797" y="2581495"/>
            <a:ext cx="3280410" cy="486654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>
            <a:gsLst>
              <a:gs pos="0">
                <a:srgbClr val="2F5EA8"/>
              </a:gs>
              <a:gs pos="100000">
                <a:srgbClr val="3F7FD6"/>
              </a:gs>
            </a:gsLst>
            <a:lin ang="0"/>
          </a:gradFill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0" name="PPAGENT_QA|within=comparison-left-row-0|role=status-marker">
            <a:extLst xmlns:a="http://schemas.openxmlformats.org/drawingml/2006/main">
              <a:ext uri="{FF2B5EF4-FFF2-40B4-BE49-F238E27FC236}">
                <a16:creationId xmlns:a16="http://schemas.microsoft.com/office/drawing/2014/main" id="{20631C96-6047-44EF-BEC9-A1B3A7497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7967" y="2689640"/>
            <a:ext cx="270363" cy="27036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8387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•</a:t>
            </a:r>
          </a:p>
        </p:txBody>
      </p:sp>
      <p:sp>
        <p:nvSpPr>
          <p:cNvPr id="21" name="PPAGENT_QA|within=comparison-left-row-0|role=item-text">
            <a:extLst xmlns:a="http://schemas.openxmlformats.org/drawingml/2006/main">
              <a:ext uri="{FF2B5EF4-FFF2-40B4-BE49-F238E27FC236}">
                <a16:creationId xmlns:a16="http://schemas.microsoft.com/office/drawing/2014/main" id="{CD9C71C1-20B9-4D9D-816B-05B22D358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8451" y="2635568"/>
            <a:ext cx="2577465" cy="3785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版式质量波动</a:t>
            </a:r>
          </a:p>
        </p:txBody>
      </p:sp>
      <p:sp>
        <p:nvSpPr>
          <p:cNvPr id="22" name="PPAGENT_QA|parent=comparison-left-row-1|domains=comparison-left-rows">
            <a:extLst xmlns:a="http://schemas.openxmlformats.org/drawingml/2006/main">
              <a:ext uri="{FF2B5EF4-FFF2-40B4-BE49-F238E27FC236}">
                <a16:creationId xmlns:a16="http://schemas.microsoft.com/office/drawing/2014/main" id="{BC73B3DA-F911-43F3-AE2E-BD6F1B5F2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797" y="3374561"/>
            <a:ext cx="3280410" cy="486654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>
            <a:gsLst>
              <a:gs pos="0">
                <a:srgbClr val="2F5EA8"/>
              </a:gs>
              <a:gs pos="100000">
                <a:srgbClr val="3F7FD6"/>
              </a:gs>
            </a:gsLst>
            <a:lin ang="0"/>
          </a:gradFill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3" name="PPAGENT_QA|within=comparison-left-row-1|role=status-marker">
            <a:extLst xmlns:a="http://schemas.openxmlformats.org/drawingml/2006/main">
              <a:ext uri="{FF2B5EF4-FFF2-40B4-BE49-F238E27FC236}">
                <a16:creationId xmlns:a16="http://schemas.microsoft.com/office/drawing/2014/main" id="{82D1B01F-41EB-4DF5-9D32-AF9F8534E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7967" y="3482706"/>
            <a:ext cx="270363" cy="27036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8387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•</a:t>
            </a:r>
          </a:p>
        </p:txBody>
      </p:sp>
      <p:sp>
        <p:nvSpPr>
          <p:cNvPr id="24" name="PPAGENT_QA|within=comparison-left-row-1|role=item-text">
            <a:extLst xmlns:a="http://schemas.openxmlformats.org/drawingml/2006/main">
              <a:ext uri="{FF2B5EF4-FFF2-40B4-BE49-F238E27FC236}">
                <a16:creationId xmlns:a16="http://schemas.microsoft.com/office/drawing/2014/main" id="{04FF1DE2-0EA4-4ED6-B6E3-5D9490B69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8451" y="3428634"/>
            <a:ext cx="2577465" cy="3785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结果难以复现</a:t>
            </a:r>
          </a:p>
        </p:txBody>
      </p:sp>
      <p:sp>
        <p:nvSpPr>
          <p:cNvPr id="25" name="PPAGENT_QA|parent=comparison-left-row-2|domains=comparison-left-rows">
            <a:extLst xmlns:a="http://schemas.openxmlformats.org/drawingml/2006/main">
              <a:ext uri="{FF2B5EF4-FFF2-40B4-BE49-F238E27FC236}">
                <a16:creationId xmlns:a16="http://schemas.microsoft.com/office/drawing/2014/main" id="{8F976AA5-F125-49AF-BED4-D75F63322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797" y="4167627"/>
            <a:ext cx="3280410" cy="486654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>
            <a:gsLst>
              <a:gs pos="0">
                <a:srgbClr val="2F5EA8"/>
              </a:gs>
              <a:gs pos="100000">
                <a:srgbClr val="3F7FD6"/>
              </a:gs>
            </a:gsLst>
            <a:lin ang="0"/>
          </a:gradFill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6" name="PPAGENT_QA|within=comparison-left-row-2|role=status-marker">
            <a:extLst xmlns:a="http://schemas.openxmlformats.org/drawingml/2006/main">
              <a:ext uri="{FF2B5EF4-FFF2-40B4-BE49-F238E27FC236}">
                <a16:creationId xmlns:a16="http://schemas.microsoft.com/office/drawing/2014/main" id="{104AA78F-AD03-4858-A2F8-33DFA4021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7967" y="4275773"/>
            <a:ext cx="270363" cy="27036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8387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•</a:t>
            </a:r>
          </a:p>
        </p:txBody>
      </p:sp>
      <p:sp>
        <p:nvSpPr>
          <p:cNvPr id="27" name="PPAGENT_QA|within=comparison-left-row-2|role=item-text">
            <a:extLst xmlns:a="http://schemas.openxmlformats.org/drawingml/2006/main">
              <a:ext uri="{FF2B5EF4-FFF2-40B4-BE49-F238E27FC236}">
                <a16:creationId xmlns:a16="http://schemas.microsoft.com/office/drawing/2014/main" id="{4D7E58D9-C45E-47ED-B3FC-A63EF2BB4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8451" y="4221700"/>
            <a:ext cx="2577465" cy="3785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反复消耗判断</a:t>
            </a:r>
          </a:p>
        </p:txBody>
      </p:sp>
      <p:sp>
        <p:nvSpPr>
          <p:cNvPr id="28" name="PPAGENT_QA|parent=comparison-left-row-3|domains=comparison-left-rows">
            <a:extLst xmlns:a="http://schemas.openxmlformats.org/drawingml/2006/main">
              <a:ext uri="{FF2B5EF4-FFF2-40B4-BE49-F238E27FC236}">
                <a16:creationId xmlns:a16="http://schemas.microsoft.com/office/drawing/2014/main" id="{4EE7EBE7-AA6C-408C-B216-DFCF5A07E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797" y="4960693"/>
            <a:ext cx="3280410" cy="486654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>
            <a:gsLst>
              <a:gs pos="0">
                <a:srgbClr val="2F5EA8"/>
              </a:gs>
              <a:gs pos="100000">
                <a:srgbClr val="3F7FD6"/>
              </a:gs>
            </a:gsLst>
            <a:lin ang="0"/>
          </a:gradFill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9" name="PPAGENT_QA|within=comparison-left-row-3|role=status-marker">
            <a:extLst xmlns:a="http://schemas.openxmlformats.org/drawingml/2006/main">
              <a:ext uri="{FF2B5EF4-FFF2-40B4-BE49-F238E27FC236}">
                <a16:creationId xmlns:a16="http://schemas.microsoft.com/office/drawing/2014/main" id="{99945A2F-390B-4C07-BADD-17CF3FDA5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7967" y="5068839"/>
            <a:ext cx="270363" cy="27036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8387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•</a:t>
            </a:r>
          </a:p>
        </p:txBody>
      </p:sp>
      <p:sp>
        <p:nvSpPr>
          <p:cNvPr id="30" name="PPAGENT_QA|within=comparison-left-row-3|role=item-text">
            <a:extLst xmlns:a="http://schemas.openxmlformats.org/drawingml/2006/main">
              <a:ext uri="{FF2B5EF4-FFF2-40B4-BE49-F238E27FC236}">
                <a16:creationId xmlns:a16="http://schemas.microsoft.com/office/drawing/2014/main" id="{5DC1CD0F-50B5-4B03-86D8-EEBE5DE8D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8451" y="5014766"/>
            <a:ext cx="2577465" cy="3785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经验难以沉淀</a:t>
            </a:r>
          </a:p>
        </p:txBody>
      </p:sp>
      <p:sp>
        <p:nvSpPr>
          <p:cNvPr id="31" name="PPAGENT_QA|parent=comparison-right-panel|domains=comparison-panels">
            <a:extLst xmlns:a="http://schemas.openxmlformats.org/drawingml/2006/main">
              <a:ext uri="{FF2B5EF4-FFF2-40B4-BE49-F238E27FC236}">
                <a16:creationId xmlns:a16="http://schemas.microsoft.com/office/drawing/2014/main" id="{2246B482-ECCC-4907-B3A6-0CA0D5AB4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7333" y="1770404"/>
            <a:ext cx="3965331" cy="4163597"/>
          </a:xfrm>
          <a:prstGeom xmlns:a="http://schemas.openxmlformats.org/drawingml/2006/main" prst="roundRect">
            <a:avLst>
              <a:gd name="adj" fmla="val 2882"/>
            </a:avLst>
          </a:prstGeom>
          <a:solidFill xmlns:a="http://schemas.openxmlformats.org/drawingml/2006/main">
            <a:srgbClr val="FFFFFF">
              <a:alpha val="96000"/>
            </a:srgbClr>
          </a:solidFill>
          <a:ln xmlns:a="http://schemas.openxmlformats.org/drawingml/2006/main" w="14288">
            <a:solidFill>
              <a:srgbClr val="A7B4C4"/>
            </a:solidFill>
            <a:prstDash val="dash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32" name="PPAGENT_QA|within=comparison-right-panel|role=header-surface">
            <a:extLst xmlns:a="http://schemas.openxmlformats.org/drawingml/2006/main">
              <a:ext uri="{FF2B5EF4-FFF2-40B4-BE49-F238E27FC236}">
                <a16:creationId xmlns:a16="http://schemas.microsoft.com/office/drawing/2014/main" id="{4A1AA380-9CE3-439C-AD80-9979FFA43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7333" y="1770404"/>
            <a:ext cx="3965331" cy="648872"/>
          </a:xfrm>
          <a:prstGeom xmlns:a="http://schemas.openxmlformats.org/drawingml/2006/main" prst="roundRect">
            <a:avLst>
              <a:gd name="adj" fmla="val 17615"/>
            </a:avLst>
          </a:prstGeom>
          <a:gradFill xmlns:a="http://schemas.openxmlformats.org/drawingml/2006/main">
            <a:gsLst>
              <a:gs pos="0">
                <a:srgbClr val="4C88E8"/>
              </a:gs>
              <a:gs pos="100000">
                <a:srgbClr val="379BEF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33" name="PPAGENT_QA|within=comparison-right-panel|role=header-title">
            <a:extLst xmlns:a="http://schemas.openxmlformats.org/drawingml/2006/main">
              <a:ext uri="{FF2B5EF4-FFF2-40B4-BE49-F238E27FC236}">
                <a16:creationId xmlns:a16="http://schemas.microsoft.com/office/drawing/2014/main" id="{B2B676F4-A2B7-4BB8-8E33-CE4D97D36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3745" y="1860526"/>
            <a:ext cx="3352507" cy="4686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受控生成</a:t>
            </a:r>
          </a:p>
        </p:txBody>
      </p:sp>
      <p:sp>
        <p:nvSpPr>
          <p:cNvPr id="34" name="PPAGENT_QA|parent=comparison-right-row-0|domains=comparison-right-rows">
            <a:extLst xmlns:a="http://schemas.openxmlformats.org/drawingml/2006/main">
              <a:ext uri="{FF2B5EF4-FFF2-40B4-BE49-F238E27FC236}">
                <a16:creationId xmlns:a16="http://schemas.microsoft.com/office/drawing/2014/main" id="{BD532F13-D8D7-494E-814C-B1FCBD1B9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793" y="2581495"/>
            <a:ext cx="3280410" cy="486654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>
            <a:gsLst>
              <a:gs pos="0">
                <a:srgbClr val="4C88E8"/>
              </a:gs>
              <a:gs pos="100000">
                <a:srgbClr val="379BEF"/>
              </a:gs>
            </a:gsLst>
            <a:lin ang="0"/>
          </a:gradFill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35" name="PPAGENT_QA|within=comparison-right-row-0|role=status-marker">
            <a:extLst xmlns:a="http://schemas.openxmlformats.org/drawingml/2006/main">
              <a:ext uri="{FF2B5EF4-FFF2-40B4-BE49-F238E27FC236}">
                <a16:creationId xmlns:a16="http://schemas.microsoft.com/office/drawing/2014/main" id="{935EDD03-0524-42B2-BED2-CBA892F38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5963" y="2689640"/>
            <a:ext cx="270363" cy="27036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88E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8387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36" name="PPAGENT_QA|within=comparison-right-row-0|role=item-text">
            <a:extLst xmlns:a="http://schemas.openxmlformats.org/drawingml/2006/main">
              <a:ext uri="{FF2B5EF4-FFF2-40B4-BE49-F238E27FC236}">
                <a16:creationId xmlns:a16="http://schemas.microsoft.com/office/drawing/2014/main" id="{55AA6D91-D184-4D43-BAAE-021666357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6447" y="2635568"/>
            <a:ext cx="2577465" cy="3785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输出稳定可靠</a:t>
            </a:r>
          </a:p>
        </p:txBody>
      </p:sp>
      <p:sp>
        <p:nvSpPr>
          <p:cNvPr id="37" name="PPAGENT_QA|parent=comparison-right-row-1|domains=comparison-right-rows">
            <a:extLst xmlns:a="http://schemas.openxmlformats.org/drawingml/2006/main">
              <a:ext uri="{FF2B5EF4-FFF2-40B4-BE49-F238E27FC236}">
                <a16:creationId xmlns:a16="http://schemas.microsoft.com/office/drawing/2014/main" id="{41902C8C-5105-4ED5-95EA-39374C1FB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793" y="3374561"/>
            <a:ext cx="3280410" cy="486654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>
            <a:gsLst>
              <a:gs pos="0">
                <a:srgbClr val="4C88E8"/>
              </a:gs>
              <a:gs pos="100000">
                <a:srgbClr val="379BEF"/>
              </a:gs>
            </a:gsLst>
            <a:lin ang="0"/>
          </a:gradFill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38" name="PPAGENT_QA|within=comparison-right-row-1|role=status-marker">
            <a:extLst xmlns:a="http://schemas.openxmlformats.org/drawingml/2006/main">
              <a:ext uri="{FF2B5EF4-FFF2-40B4-BE49-F238E27FC236}">
                <a16:creationId xmlns:a16="http://schemas.microsoft.com/office/drawing/2014/main" id="{5C8B9B8A-AA76-43F5-AC36-13255D548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5963" y="3482706"/>
            <a:ext cx="270363" cy="27036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88E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8387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39" name="PPAGENT_QA|within=comparison-right-row-1|role=item-text">
            <a:extLst xmlns:a="http://schemas.openxmlformats.org/drawingml/2006/main">
              <a:ext uri="{FF2B5EF4-FFF2-40B4-BE49-F238E27FC236}">
                <a16:creationId xmlns:a16="http://schemas.microsoft.com/office/drawing/2014/main" id="{A452CBCC-5C99-4259-BD3F-CBDAC0A17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6447" y="3428634"/>
            <a:ext cx="2577465" cy="3785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边界清楚可验</a:t>
            </a:r>
          </a:p>
        </p:txBody>
      </p:sp>
      <p:sp>
        <p:nvSpPr>
          <p:cNvPr id="40" name="PPAGENT_QA|parent=comparison-right-row-2|domains=comparison-right-rows">
            <a:extLst xmlns:a="http://schemas.openxmlformats.org/drawingml/2006/main">
              <a:ext uri="{FF2B5EF4-FFF2-40B4-BE49-F238E27FC236}">
                <a16:creationId xmlns:a16="http://schemas.microsoft.com/office/drawing/2014/main" id="{1B49B3DF-3E8C-46F1-A09D-309E16D62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793" y="4167627"/>
            <a:ext cx="3280410" cy="486654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>
            <a:gsLst>
              <a:gs pos="0">
                <a:srgbClr val="4C88E8"/>
              </a:gs>
              <a:gs pos="100000">
                <a:srgbClr val="379BEF"/>
              </a:gs>
            </a:gsLst>
            <a:lin ang="0"/>
          </a:gradFill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41" name="PPAGENT_QA|within=comparison-right-row-2|role=status-marker">
            <a:extLst xmlns:a="http://schemas.openxmlformats.org/drawingml/2006/main">
              <a:ext uri="{FF2B5EF4-FFF2-40B4-BE49-F238E27FC236}">
                <a16:creationId xmlns:a16="http://schemas.microsoft.com/office/drawing/2014/main" id="{2C5190B9-884F-45EB-A9ED-E88AA046F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5963" y="4275773"/>
            <a:ext cx="270363" cy="27036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88E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8387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42" name="PPAGENT_QA|within=comparison-right-row-2|role=item-text">
            <a:extLst xmlns:a="http://schemas.openxmlformats.org/drawingml/2006/main">
              <a:ext uri="{FF2B5EF4-FFF2-40B4-BE49-F238E27FC236}">
                <a16:creationId xmlns:a16="http://schemas.microsoft.com/office/drawing/2014/main" id="{04429093-FDF4-47AC-B56E-CBEE6D547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6447" y="4221700"/>
            <a:ext cx="2577465" cy="3785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问题可以回归</a:t>
            </a:r>
          </a:p>
        </p:txBody>
      </p:sp>
      <p:sp>
        <p:nvSpPr>
          <p:cNvPr id="43" name="PPAGENT_QA|parent=comparison-right-row-3|domains=comparison-right-rows">
            <a:extLst xmlns:a="http://schemas.openxmlformats.org/drawingml/2006/main">
              <a:ext uri="{FF2B5EF4-FFF2-40B4-BE49-F238E27FC236}">
                <a16:creationId xmlns:a16="http://schemas.microsoft.com/office/drawing/2014/main" id="{5F885AB8-EEE7-4503-B1FA-4194F2461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793" y="4960693"/>
            <a:ext cx="3280410" cy="486654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>
            <a:gsLst>
              <a:gs pos="0">
                <a:srgbClr val="4C88E8"/>
              </a:gs>
              <a:gs pos="100000">
                <a:srgbClr val="379BEF"/>
              </a:gs>
            </a:gsLst>
            <a:lin ang="0"/>
          </a:gradFill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44" name="PPAGENT_QA|within=comparison-right-row-3|role=status-marker">
            <a:extLst xmlns:a="http://schemas.openxmlformats.org/drawingml/2006/main">
              <a:ext uri="{FF2B5EF4-FFF2-40B4-BE49-F238E27FC236}">
                <a16:creationId xmlns:a16="http://schemas.microsoft.com/office/drawing/2014/main" id="{60CDC53F-4AA7-4B1C-870A-DF41A236B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5963" y="5068839"/>
            <a:ext cx="270363" cy="27036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88E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8387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45" name="PPAGENT_QA|within=comparison-right-row-3|role=item-text">
            <a:extLst xmlns:a="http://schemas.openxmlformats.org/drawingml/2006/main">
              <a:ext uri="{FF2B5EF4-FFF2-40B4-BE49-F238E27FC236}">
                <a16:creationId xmlns:a16="http://schemas.microsoft.com/office/drawing/2014/main" id="{C340DDCE-4708-433A-A28E-75B7D388B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6447" y="5014766"/>
            <a:ext cx="2577465" cy="3785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能力持续积累</a:t>
            </a:r>
          </a:p>
        </p:txBody>
      </p:sp>
      <p:sp>
        <p:nvSpPr>
          <p:cNvPr id="46" name="PPAGENT_QA|parent=comparison-center|domains=comparison-panels">
            <a:extLst xmlns:a="http://schemas.openxmlformats.org/drawingml/2006/main">
              <a:ext uri="{FF2B5EF4-FFF2-40B4-BE49-F238E27FC236}">
                <a16:creationId xmlns:a16="http://schemas.microsoft.com/office/drawing/2014/main" id="{3105FDFB-AC45-4F96-A23B-B7606652E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5152" y="3068149"/>
            <a:ext cx="1261696" cy="1261696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AAB8C7"/>
            </a:solidFill>
            <a:prstDash val="dash"/>
          </a:ln>
        </p:spPr>
      </p:sp>
      <p:sp>
        <p:nvSpPr>
          <p:cNvPr id="47" name="PPAGENT_QA|within=comparison-center|role=center-disc">
            <a:extLst xmlns:a="http://schemas.openxmlformats.org/drawingml/2006/main">
              <a:ext uri="{FF2B5EF4-FFF2-40B4-BE49-F238E27FC236}">
                <a16:creationId xmlns:a16="http://schemas.microsoft.com/office/drawing/2014/main" id="{7DC977EB-E767-4C2E-AAF6-9DCD5E2F2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9346" y="3212343"/>
            <a:ext cx="973308" cy="973308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2F5EA8"/>
              </a:gs>
              <a:gs pos="100000">
                <a:srgbClr val="4C88E8"/>
              </a:gs>
            </a:gsLst>
            <a:lin ang="8100000"/>
          </a:gra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VS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601ABCF-1944-453D-9ADD-36398E8B8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97" y="5816844"/>
            <a:ext cx="10418005" cy="378509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8B5D2"/>
            </a:solidFill>
            <a:prstDash val="dash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0D46CC7-FC0F-4A17-B61E-0C2EA7091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361" y="5870917"/>
            <a:ext cx="9877278" cy="288388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F5EA8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250" b="1">
                <a:latin typeface="HYWenRunSongYun U"/>
                <a:ea typeface="HYWenRunSongYun U"/>
                <a:cs typeface="HYWenRunSongYun U"/>
              </a:defRPr>
            </a:pPr>
            <a:r>
              <a:rPr sz="225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从方向到执行的四层能力｜4层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层级关系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980350A8-FD7D-42A3-8619-30883D57A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04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PAGENT_QA|parent=hierarchy-rail-left|domains=hierarchy-rail">
            <a:extLst xmlns:a="http://schemas.openxmlformats.org/drawingml/2006/main">
              <a:ext uri="{FF2B5EF4-FFF2-40B4-BE49-F238E27FC236}">
                <a16:creationId xmlns:a16="http://schemas.microsoft.com/office/drawing/2014/main" id="{CAD35478-AE42-4CC4-81BB-2226C2F0D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731" y="1644235"/>
            <a:ext cx="2631538" cy="4370876"/>
          </a:xfrm>
          <a:custGeom xmlns:a="http://schemas.openxmlformats.org/drawingml/2006/main">
            <a:pathLst>
              <a:path w="2781300" h="4619625">
                <a:moveTo>
                  <a:pt x="0" y="4448175"/>
                </a:moveTo>
                <a:lnTo>
                  <a:pt x="171450" y="4619625"/>
                </a:lnTo>
                <a:lnTo>
                  <a:pt x="2162175" y="628650"/>
                </a:lnTo>
                <a:lnTo>
                  <a:pt x="1857375" y="800100"/>
                </a:lnTo>
                <a:lnTo>
                  <a:pt x="2552700" y="0"/>
                </a:lnTo>
                <a:lnTo>
                  <a:pt x="2409825" y="1057275"/>
                </a:lnTo>
                <a:lnTo>
                  <a:pt x="2295525" y="723900"/>
                </a:lnTo>
                <a:lnTo>
                  <a:pt x="285750" y="4581525"/>
                </a:lnTo>
                <a:close/>
              </a:path>
            </a:pathLst>
          </a:custGeom>
          <a:solidFill xmlns:a="http://schemas.openxmlformats.org/drawingml/2006/main">
            <a:srgbClr val="167A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PPAGENT_QA|parent=hierarchy-rail-right|domains=hierarchy-rail">
            <a:extLst xmlns:a="http://schemas.openxmlformats.org/drawingml/2006/main">
              <a:ext uri="{FF2B5EF4-FFF2-40B4-BE49-F238E27FC236}">
                <a16:creationId xmlns:a16="http://schemas.microsoft.com/office/drawing/2014/main" id="{FF36C98E-30E6-4344-A4A1-9553509E6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5189" y="1644235"/>
            <a:ext cx="2631538" cy="4370876"/>
          </a:xfrm>
          <a:custGeom xmlns:a="http://schemas.openxmlformats.org/drawingml/2006/main">
            <a:pathLst>
              <a:path w="2781300" h="4619625">
                <a:moveTo>
                  <a:pt x="2781300" y="4448175"/>
                </a:moveTo>
                <a:lnTo>
                  <a:pt x="2609850" y="4619625"/>
                </a:lnTo>
                <a:lnTo>
                  <a:pt x="619125" y="628650"/>
                </a:lnTo>
                <a:lnTo>
                  <a:pt x="923925" y="800100"/>
                </a:lnTo>
                <a:lnTo>
                  <a:pt x="228600" y="0"/>
                </a:lnTo>
                <a:lnTo>
                  <a:pt x="371475" y="1057275"/>
                </a:lnTo>
                <a:lnTo>
                  <a:pt x="485775" y="723900"/>
                </a:lnTo>
                <a:lnTo>
                  <a:pt x="2495550" y="4581525"/>
                </a:lnTo>
                <a:close/>
              </a:path>
            </a:pathLst>
          </a:custGeom>
          <a:solidFill xmlns:a="http://schemas.openxmlformats.org/drawingml/2006/main">
            <a:srgbClr val="167A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PPAGENT_QA|parent=hierarchy-level-0|domains=hierarchy-shape,hierarchy-content">
            <a:extLst xmlns:a="http://schemas.openxmlformats.org/drawingml/2006/main">
              <a:ext uri="{FF2B5EF4-FFF2-40B4-BE49-F238E27FC236}">
                <a16:creationId xmlns:a16="http://schemas.microsoft.com/office/drawing/2014/main" id="{47D1C281-25E2-461E-8E1A-3750DA534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2869" y="1716332"/>
            <a:ext cx="1279720" cy="957537"/>
          </a:xfrm>
          <a:custGeom xmlns:a="http://schemas.openxmlformats.org/drawingml/2006/main">
            <a:pathLst>
              <a:path w="1352550" h="1012031">
                <a:moveTo>
                  <a:pt x="676275" y="0"/>
                </a:moveTo>
                <a:lnTo>
                  <a:pt x="1352550" y="1012031"/>
                </a:lnTo>
                <a:lnTo>
                  <a:pt x="0" y="1012031"/>
                </a:lnTo>
                <a:close/>
              </a:path>
            </a:pathLst>
          </a:custGeom>
          <a:solidFill xmlns:a="http://schemas.openxmlformats.org/drawingml/2006/main">
            <a:srgbClr val="338CF6"/>
          </a:solidFill>
          <a:ln xmlns:a="http://schemas.openxmlformats.org/drawingml/2006/main" w="10478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PPAGENT_QA|within=hierarchy-level-0|role=title">
            <a:extLst xmlns:a="http://schemas.openxmlformats.org/drawingml/2006/main">
              <a:ext uri="{FF2B5EF4-FFF2-40B4-BE49-F238E27FC236}">
                <a16:creationId xmlns:a16="http://schemas.microsoft.com/office/drawing/2014/main" id="{2E5BBD53-32BD-47B6-953C-F91311436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7063" y="2032319"/>
            <a:ext cx="991333" cy="2703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方向层</a:t>
            </a:r>
          </a:p>
        </p:txBody>
      </p:sp>
      <p:sp>
        <p:nvSpPr>
          <p:cNvPr id="19" name="PPAGENT_QA|parent=hierarchy-bottom-0|domains=hierarchy-face">
            <a:extLst xmlns:a="http://schemas.openxmlformats.org/drawingml/2006/main">
              <a:ext uri="{FF2B5EF4-FFF2-40B4-BE49-F238E27FC236}">
                <a16:creationId xmlns:a16="http://schemas.microsoft.com/office/drawing/2014/main" id="{600DCF56-2BF9-4B1D-B49A-D3B20B52D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2869" y="2628808"/>
            <a:ext cx="1279720" cy="9012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6B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PPAGENT_QA|parent=hierarchy-note-0|domains=hierarchy-note,hierarchy-content">
            <a:extLst xmlns:a="http://schemas.openxmlformats.org/drawingml/2006/main">
              <a:ext uri="{FF2B5EF4-FFF2-40B4-BE49-F238E27FC236}">
                <a16:creationId xmlns:a16="http://schemas.microsoft.com/office/drawing/2014/main" id="{CEE81AAC-6D11-42F1-9416-A3B8F6D01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7454" y="1734356"/>
            <a:ext cx="4001379" cy="921489"/>
          </a:xfrm>
          <a:prstGeom xmlns:a="http://schemas.openxmlformats.org/drawingml/2006/main" prst="roundRect">
            <a:avLst>
              <a:gd name="adj" fmla="val 124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5EF"/>
            </a:solidFill>
            <a:prstDash val="solid"/>
          </a:ln>
        </p:spPr>
      </p:sp>
      <p:sp>
        <p:nvSpPr>
          <p:cNvPr id="21" name="PPAGENT_QA|within=hierarchy-note-0|role=number">
            <a:extLst xmlns:a="http://schemas.openxmlformats.org/drawingml/2006/main">
              <a:ext uri="{FF2B5EF4-FFF2-40B4-BE49-F238E27FC236}">
                <a16:creationId xmlns:a16="http://schemas.microsoft.com/office/drawing/2014/main" id="{FC73BE6D-91DF-46B8-8F30-9F3F119AC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7696" y="2014858"/>
            <a:ext cx="360485" cy="36048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8CF6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2" name="PPAGENT_QA|within=hierarchy-note-0|role=body">
            <a:extLst xmlns:a="http://schemas.openxmlformats.org/drawingml/2006/main">
              <a:ext uri="{FF2B5EF4-FFF2-40B4-BE49-F238E27FC236}">
                <a16:creationId xmlns:a16="http://schemas.microsoft.com/office/drawing/2014/main" id="{0D96BEF3-1158-4657-868D-780DDB049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8423" y="1833489"/>
            <a:ext cx="3010047" cy="66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确定长期价值与判断边界</a:t>
            </a:r>
          </a:p>
        </p:txBody>
      </p:sp>
      <p:sp>
        <p:nvSpPr>
          <p:cNvPr id="23" name="PPAGENT_CONNECTOR|from=hierarchy-level-0|fromSide=right|to=hierarchy-note-0|toSide=left">
            <a:extLst xmlns:a="http://schemas.openxmlformats.org/drawingml/2006/main">
              <a:ext uri="{FF2B5EF4-FFF2-40B4-BE49-F238E27FC236}">
                <a16:creationId xmlns:a16="http://schemas.microsoft.com/office/drawing/2014/main" id="{3737CD02-6015-46AA-AE63-BCD7C28FF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302589" y="2195100"/>
            <a:ext cx="287486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9DBBD3"/>
            </a:solidFill>
            <a:prstDash val="solid"/>
          </a:ln>
        </p:spPr>
      </p:sp>
      <p:sp>
        <p:nvSpPr>
          <p:cNvPr id="24" name="PPAGENT_QA|parent=hierarchy-level-1|domains=hierarchy-shape,hierarchy-content">
            <a:extLst xmlns:a="http://schemas.openxmlformats.org/drawingml/2006/main">
              <a:ext uri="{FF2B5EF4-FFF2-40B4-BE49-F238E27FC236}">
                <a16:creationId xmlns:a16="http://schemas.microsoft.com/office/drawing/2014/main" id="{07FEBA44-BCBC-42E2-BED2-C49A507FB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0004" y="2899172"/>
            <a:ext cx="2565449" cy="957537"/>
          </a:xfrm>
          <a:custGeom xmlns:a="http://schemas.openxmlformats.org/drawingml/2006/main">
            <a:pathLst>
              <a:path w="2711450" h="1012031">
                <a:moveTo>
                  <a:pt x="679450" y="0"/>
                </a:moveTo>
                <a:lnTo>
                  <a:pt x="2032000" y="0"/>
                </a:lnTo>
                <a:lnTo>
                  <a:pt x="2711450" y="840581"/>
                </a:lnTo>
                <a:lnTo>
                  <a:pt x="2711450" y="840581"/>
                </a:lnTo>
                <a:lnTo>
                  <a:pt x="2560814" y="870353"/>
                </a:lnTo>
                <a:lnTo>
                  <a:pt x="2410178" y="899221"/>
                </a:lnTo>
                <a:lnTo>
                  <a:pt x="2259542" y="926306"/>
                </a:lnTo>
                <a:lnTo>
                  <a:pt x="2108906" y="950787"/>
                </a:lnTo>
                <a:lnTo>
                  <a:pt x="1958269" y="971920"/>
                </a:lnTo>
                <a:lnTo>
                  <a:pt x="1807633" y="989061"/>
                </a:lnTo>
                <a:lnTo>
                  <a:pt x="1656997" y="1001692"/>
                </a:lnTo>
                <a:lnTo>
                  <a:pt x="1506361" y="1009427"/>
                </a:lnTo>
                <a:lnTo>
                  <a:pt x="1355725" y="1012031"/>
                </a:lnTo>
                <a:lnTo>
                  <a:pt x="1205089" y="1009427"/>
                </a:lnTo>
                <a:lnTo>
                  <a:pt x="1054453" y="1001692"/>
                </a:lnTo>
                <a:lnTo>
                  <a:pt x="903817" y="989061"/>
                </a:lnTo>
                <a:lnTo>
                  <a:pt x="753181" y="971920"/>
                </a:lnTo>
                <a:lnTo>
                  <a:pt x="602544" y="950787"/>
                </a:lnTo>
                <a:lnTo>
                  <a:pt x="451908" y="926306"/>
                </a:lnTo>
                <a:lnTo>
                  <a:pt x="301272" y="899221"/>
                </a:lnTo>
                <a:lnTo>
                  <a:pt x="150636" y="870353"/>
                </a:lnTo>
                <a:lnTo>
                  <a:pt x="0" y="840581"/>
                </a:lnTo>
                <a:lnTo>
                  <a:pt x="0" y="840581"/>
                </a:lnTo>
                <a:close/>
              </a:path>
            </a:pathLst>
          </a:custGeom>
          <a:solidFill xmlns:a="http://schemas.openxmlformats.org/drawingml/2006/main">
            <a:srgbClr val="2E87F3"/>
          </a:solidFill>
          <a:ln xmlns:a="http://schemas.openxmlformats.org/drawingml/2006/main" w="10478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5" name="PPAGENT_QA|within=hierarchy-level-1|role=title">
            <a:extLst xmlns:a="http://schemas.openxmlformats.org/drawingml/2006/main">
              <a:ext uri="{FF2B5EF4-FFF2-40B4-BE49-F238E27FC236}">
                <a16:creationId xmlns:a16="http://schemas.microsoft.com/office/drawing/2014/main" id="{91F75123-2DA0-4254-B735-0780657AB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98" y="3215159"/>
            <a:ext cx="2277061" cy="2703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规则层</a:t>
            </a:r>
          </a:p>
        </p:txBody>
      </p:sp>
      <p:sp>
        <p:nvSpPr>
          <p:cNvPr id="26" name="PPAGENT_QA|parent=hierarchy-face-1|domains=hierarchy-face">
            <a:extLst xmlns:a="http://schemas.openxmlformats.org/drawingml/2006/main">
              <a:ext uri="{FF2B5EF4-FFF2-40B4-BE49-F238E27FC236}">
                <a16:creationId xmlns:a16="http://schemas.microsoft.com/office/drawing/2014/main" id="{33B2C714-C95F-4F26-AD01-8295457FB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2869" y="2791026"/>
            <a:ext cx="1279720" cy="25233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8C4"/>
          </a:solidFill>
          <a:ln xmlns:a="http://schemas.openxmlformats.org/drawingml/2006/main" w="7620">
            <a:solidFill>
              <a:srgbClr val="126BE5"/>
            </a:solidFill>
            <a:prstDash val="solid"/>
          </a:ln>
        </p:spPr>
      </p:sp>
      <p:sp>
        <p:nvSpPr>
          <p:cNvPr id="27" name="PPAGENT_QA|parent=hierarchy-note-1|domains=hierarchy-note,hierarchy-content">
            <a:extLst xmlns:a="http://schemas.openxmlformats.org/drawingml/2006/main">
              <a:ext uri="{FF2B5EF4-FFF2-40B4-BE49-F238E27FC236}">
                <a16:creationId xmlns:a16="http://schemas.microsoft.com/office/drawing/2014/main" id="{4EB6E562-7A7F-4E53-A996-A99E01ACF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7454" y="2917196"/>
            <a:ext cx="4001379" cy="921489"/>
          </a:xfrm>
          <a:prstGeom xmlns:a="http://schemas.openxmlformats.org/drawingml/2006/main" prst="roundRect">
            <a:avLst>
              <a:gd name="adj" fmla="val 12404"/>
            </a:avLst>
          </a:prstGeom>
          <a:solidFill xmlns:a="http://schemas.openxmlformats.org/drawingml/2006/main">
            <a:srgbClr val="F2F7FB"/>
          </a:solidFill>
          <a:ln xmlns:a="http://schemas.openxmlformats.org/drawingml/2006/main" w="9525">
            <a:solidFill>
              <a:srgbClr val="D8E5EF"/>
            </a:solidFill>
            <a:prstDash val="solid"/>
          </a:ln>
        </p:spPr>
      </p:sp>
      <p:sp>
        <p:nvSpPr>
          <p:cNvPr id="28" name="PPAGENT_QA|within=hierarchy-note-1|role=number">
            <a:extLst xmlns:a="http://schemas.openxmlformats.org/drawingml/2006/main">
              <a:ext uri="{FF2B5EF4-FFF2-40B4-BE49-F238E27FC236}">
                <a16:creationId xmlns:a16="http://schemas.microsoft.com/office/drawing/2014/main" id="{8524F4D1-7072-4547-84E5-E3596067F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7696" y="3197698"/>
            <a:ext cx="360485" cy="36048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87F3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9" name="PPAGENT_QA|within=hierarchy-note-1|role=body">
            <a:extLst xmlns:a="http://schemas.openxmlformats.org/drawingml/2006/main">
              <a:ext uri="{FF2B5EF4-FFF2-40B4-BE49-F238E27FC236}">
                <a16:creationId xmlns:a16="http://schemas.microsoft.com/office/drawing/2014/main" id="{C7ACB67E-3686-44A1-BC5B-47453D9A7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8423" y="3016329"/>
            <a:ext cx="3010047" cy="66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把经验沉淀为稳定规则</a:t>
            </a:r>
          </a:p>
        </p:txBody>
      </p:sp>
      <p:sp>
        <p:nvSpPr>
          <p:cNvPr id="30" name="PPAGENT_CONNECTOR|from=hierarchy-level-1|fromSide=right|to=hierarchy-note-1|toSide=left">
            <a:extLst xmlns:a="http://schemas.openxmlformats.org/drawingml/2006/main">
              <a:ext uri="{FF2B5EF4-FFF2-40B4-BE49-F238E27FC236}">
                <a16:creationId xmlns:a16="http://schemas.microsoft.com/office/drawing/2014/main" id="{2A2D36E2-1724-4A0E-8DDF-13AB449E8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45453" y="3377941"/>
            <a:ext cx="223200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9DBBD3"/>
            </a:solidFill>
            <a:prstDash val="solid"/>
          </a:ln>
        </p:spPr>
      </p:sp>
      <p:sp>
        <p:nvSpPr>
          <p:cNvPr id="31" name="PPAGENT_QA|parent=hierarchy-level-2|domains=hierarchy-shape,hierarchy-content">
            <a:extLst xmlns:a="http://schemas.openxmlformats.org/drawingml/2006/main">
              <a:ext uri="{FF2B5EF4-FFF2-40B4-BE49-F238E27FC236}">
                <a16:creationId xmlns:a16="http://schemas.microsoft.com/office/drawing/2014/main" id="{E8E04802-BC3B-455B-A570-D260D1257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7140" y="4082012"/>
            <a:ext cx="3851177" cy="957537"/>
          </a:xfrm>
          <a:custGeom xmlns:a="http://schemas.openxmlformats.org/drawingml/2006/main">
            <a:pathLst>
              <a:path w="4070350" h="1012031">
                <a:moveTo>
                  <a:pt x="679450" y="0"/>
                </a:moveTo>
                <a:lnTo>
                  <a:pt x="3390900" y="0"/>
                </a:lnTo>
                <a:lnTo>
                  <a:pt x="4070350" y="840581"/>
                </a:lnTo>
                <a:lnTo>
                  <a:pt x="4070350" y="840581"/>
                </a:lnTo>
                <a:lnTo>
                  <a:pt x="3844219" y="870353"/>
                </a:lnTo>
                <a:lnTo>
                  <a:pt x="3618089" y="899221"/>
                </a:lnTo>
                <a:lnTo>
                  <a:pt x="3391958" y="926306"/>
                </a:lnTo>
                <a:lnTo>
                  <a:pt x="3165828" y="950787"/>
                </a:lnTo>
                <a:lnTo>
                  <a:pt x="2939697" y="971920"/>
                </a:lnTo>
                <a:lnTo>
                  <a:pt x="2713567" y="989061"/>
                </a:lnTo>
                <a:lnTo>
                  <a:pt x="2487436" y="1001692"/>
                </a:lnTo>
                <a:lnTo>
                  <a:pt x="2261306" y="1009427"/>
                </a:lnTo>
                <a:lnTo>
                  <a:pt x="2035175" y="1012031"/>
                </a:lnTo>
                <a:lnTo>
                  <a:pt x="1809044" y="1009427"/>
                </a:lnTo>
                <a:lnTo>
                  <a:pt x="1582914" y="1001692"/>
                </a:lnTo>
                <a:lnTo>
                  <a:pt x="1356783" y="989061"/>
                </a:lnTo>
                <a:lnTo>
                  <a:pt x="1130653" y="971920"/>
                </a:lnTo>
                <a:lnTo>
                  <a:pt x="904522" y="950787"/>
                </a:lnTo>
                <a:lnTo>
                  <a:pt x="678392" y="926306"/>
                </a:lnTo>
                <a:lnTo>
                  <a:pt x="452261" y="899221"/>
                </a:lnTo>
                <a:lnTo>
                  <a:pt x="226131" y="870353"/>
                </a:lnTo>
                <a:lnTo>
                  <a:pt x="0" y="840581"/>
                </a:lnTo>
                <a:lnTo>
                  <a:pt x="0" y="840581"/>
                </a:lnTo>
                <a:close/>
              </a:path>
            </a:pathLst>
          </a:custGeom>
          <a:solidFill xmlns:a="http://schemas.openxmlformats.org/drawingml/2006/main">
            <a:srgbClr val="2A82EC"/>
          </a:solidFill>
          <a:ln xmlns:a="http://schemas.openxmlformats.org/drawingml/2006/main" w="10478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2" name="PPAGENT_QA|within=hierarchy-level-2|role=title">
            <a:extLst xmlns:a="http://schemas.openxmlformats.org/drawingml/2006/main">
              <a:ext uri="{FF2B5EF4-FFF2-40B4-BE49-F238E27FC236}">
                <a16:creationId xmlns:a16="http://schemas.microsoft.com/office/drawing/2014/main" id="{7AD37730-9A5F-4C26-BD6B-6E8AAAE04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1334" y="4397999"/>
            <a:ext cx="3562790" cy="2703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能力层</a:t>
            </a:r>
          </a:p>
        </p:txBody>
      </p:sp>
      <p:sp>
        <p:nvSpPr>
          <p:cNvPr id="33" name="PPAGENT_QA|parent=hierarchy-face-2|domains=hierarchy-face">
            <a:extLst xmlns:a="http://schemas.openxmlformats.org/drawingml/2006/main">
              <a:ext uri="{FF2B5EF4-FFF2-40B4-BE49-F238E27FC236}">
                <a16:creationId xmlns:a16="http://schemas.microsoft.com/office/drawing/2014/main" id="{B4EC871C-049F-4DA7-AB38-93B803EE7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0004" y="3973867"/>
            <a:ext cx="2565449" cy="25233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8C4"/>
          </a:solidFill>
          <a:ln xmlns:a="http://schemas.openxmlformats.org/drawingml/2006/main" w="7620">
            <a:solidFill>
              <a:srgbClr val="126BE5"/>
            </a:solidFill>
            <a:prstDash val="solid"/>
          </a:ln>
        </p:spPr>
      </p:sp>
      <p:sp>
        <p:nvSpPr>
          <p:cNvPr id="34" name="PPAGENT_QA|parent=hierarchy-note-2|domains=hierarchy-note,hierarchy-content">
            <a:extLst xmlns:a="http://schemas.openxmlformats.org/drawingml/2006/main">
              <a:ext uri="{FF2B5EF4-FFF2-40B4-BE49-F238E27FC236}">
                <a16:creationId xmlns:a16="http://schemas.microsoft.com/office/drawing/2014/main" id="{7D95D0E7-E484-438C-85CE-94DB7323D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7454" y="4100036"/>
            <a:ext cx="4001379" cy="921489"/>
          </a:xfrm>
          <a:prstGeom xmlns:a="http://schemas.openxmlformats.org/drawingml/2006/main" prst="roundRect">
            <a:avLst>
              <a:gd name="adj" fmla="val 124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5EF"/>
            </a:solidFill>
            <a:prstDash val="solid"/>
          </a:ln>
        </p:spPr>
      </p:sp>
      <p:sp>
        <p:nvSpPr>
          <p:cNvPr id="35" name="PPAGENT_QA|within=hierarchy-note-2|role=number">
            <a:extLst xmlns:a="http://schemas.openxmlformats.org/drawingml/2006/main">
              <a:ext uri="{FF2B5EF4-FFF2-40B4-BE49-F238E27FC236}">
                <a16:creationId xmlns:a16="http://schemas.microsoft.com/office/drawing/2014/main" id="{707CCF53-E209-4A18-B3F6-335EEFD8D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7696" y="4380538"/>
            <a:ext cx="360485" cy="36048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82EC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6" name="PPAGENT_QA|within=hierarchy-note-2|role=body">
            <a:extLst xmlns:a="http://schemas.openxmlformats.org/drawingml/2006/main">
              <a:ext uri="{FF2B5EF4-FFF2-40B4-BE49-F238E27FC236}">
                <a16:creationId xmlns:a16="http://schemas.microsoft.com/office/drawing/2014/main" id="{3EB2CD00-A7C8-415B-A33E-ECF67E53C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8423" y="4199170"/>
            <a:ext cx="3010047" cy="66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提供可复用组件和工具</a:t>
            </a:r>
          </a:p>
        </p:txBody>
      </p:sp>
      <p:sp>
        <p:nvSpPr>
          <p:cNvPr id="37" name="PPAGENT_CONNECTOR|from=hierarchy-level-2|fromSide=right|to=hierarchy-note-2|toSide=left">
            <a:extLst xmlns:a="http://schemas.openxmlformats.org/drawingml/2006/main">
              <a:ext uri="{FF2B5EF4-FFF2-40B4-BE49-F238E27FC236}">
                <a16:creationId xmlns:a16="http://schemas.microsoft.com/office/drawing/2014/main" id="{C95418D7-62F3-4390-B788-B3DD635D0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588318" y="4560781"/>
            <a:ext cx="158913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9DBBD3"/>
            </a:solidFill>
            <a:prstDash val="solid"/>
          </a:ln>
        </p:spPr>
      </p:sp>
      <p:sp>
        <p:nvSpPr>
          <p:cNvPr id="38" name="PPAGENT_QA|parent=hierarchy-level-3|domains=hierarchy-shape,hierarchy-content">
            <a:extLst xmlns:a="http://schemas.openxmlformats.org/drawingml/2006/main">
              <a:ext uri="{FF2B5EF4-FFF2-40B4-BE49-F238E27FC236}">
                <a16:creationId xmlns:a16="http://schemas.microsoft.com/office/drawing/2014/main" id="{4BBE8EE4-B2C8-46C6-9FA1-E5FAD0887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276" y="5264852"/>
            <a:ext cx="5136906" cy="957537"/>
          </a:xfrm>
          <a:custGeom xmlns:a="http://schemas.openxmlformats.org/drawingml/2006/main">
            <a:pathLst>
              <a:path w="5429250" h="1012031">
                <a:moveTo>
                  <a:pt x="679450" y="0"/>
                </a:moveTo>
                <a:lnTo>
                  <a:pt x="4749800" y="0"/>
                </a:lnTo>
                <a:lnTo>
                  <a:pt x="5429250" y="840581"/>
                </a:lnTo>
                <a:lnTo>
                  <a:pt x="5429250" y="840581"/>
                </a:lnTo>
                <a:lnTo>
                  <a:pt x="5127625" y="870353"/>
                </a:lnTo>
                <a:lnTo>
                  <a:pt x="4826000" y="899221"/>
                </a:lnTo>
                <a:lnTo>
                  <a:pt x="4524375" y="926306"/>
                </a:lnTo>
                <a:lnTo>
                  <a:pt x="4222750" y="950787"/>
                </a:lnTo>
                <a:lnTo>
                  <a:pt x="3921125" y="971920"/>
                </a:lnTo>
                <a:lnTo>
                  <a:pt x="3619500" y="989061"/>
                </a:lnTo>
                <a:lnTo>
                  <a:pt x="3317875" y="1001692"/>
                </a:lnTo>
                <a:lnTo>
                  <a:pt x="3016250" y="1009427"/>
                </a:lnTo>
                <a:lnTo>
                  <a:pt x="2714625" y="1012031"/>
                </a:lnTo>
                <a:lnTo>
                  <a:pt x="2413000" y="1009427"/>
                </a:lnTo>
                <a:lnTo>
                  <a:pt x="2111375" y="1001692"/>
                </a:lnTo>
                <a:lnTo>
                  <a:pt x="1809750" y="989061"/>
                </a:lnTo>
                <a:lnTo>
                  <a:pt x="1508125" y="971920"/>
                </a:lnTo>
                <a:lnTo>
                  <a:pt x="1206500" y="950787"/>
                </a:lnTo>
                <a:lnTo>
                  <a:pt x="904875" y="926306"/>
                </a:lnTo>
                <a:lnTo>
                  <a:pt x="603250" y="899221"/>
                </a:lnTo>
                <a:lnTo>
                  <a:pt x="301625" y="870353"/>
                </a:lnTo>
                <a:lnTo>
                  <a:pt x="0" y="840581"/>
                </a:lnTo>
                <a:lnTo>
                  <a:pt x="0" y="840581"/>
                </a:lnTo>
                <a:close/>
              </a:path>
            </a:pathLst>
          </a:custGeom>
          <a:solidFill xmlns:a="http://schemas.openxmlformats.org/drawingml/2006/main">
            <a:srgbClr val="267AE2"/>
          </a:solidFill>
          <a:ln xmlns:a="http://schemas.openxmlformats.org/drawingml/2006/main" w="10478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9" name="PPAGENT_QA|within=hierarchy-level-3|role=title">
            <a:extLst xmlns:a="http://schemas.openxmlformats.org/drawingml/2006/main">
              <a:ext uri="{FF2B5EF4-FFF2-40B4-BE49-F238E27FC236}">
                <a16:creationId xmlns:a16="http://schemas.microsoft.com/office/drawing/2014/main" id="{7E6110C8-4645-4502-9632-19A0E7B00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470" y="5580839"/>
            <a:ext cx="4848518" cy="2703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执行层</a:t>
            </a:r>
          </a:p>
        </p:txBody>
      </p:sp>
      <p:sp>
        <p:nvSpPr>
          <p:cNvPr id="40" name="PPAGENT_QA|parent=hierarchy-face-3|domains=hierarchy-face">
            <a:extLst xmlns:a="http://schemas.openxmlformats.org/drawingml/2006/main">
              <a:ext uri="{FF2B5EF4-FFF2-40B4-BE49-F238E27FC236}">
                <a16:creationId xmlns:a16="http://schemas.microsoft.com/office/drawing/2014/main" id="{263F5097-EABC-4884-BC5C-61F7B091F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7140" y="5156707"/>
            <a:ext cx="3851177" cy="25233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8C4"/>
          </a:solidFill>
          <a:ln xmlns:a="http://schemas.openxmlformats.org/drawingml/2006/main" w="7620">
            <a:solidFill>
              <a:srgbClr val="126BE5"/>
            </a:solidFill>
            <a:prstDash val="solid"/>
          </a:ln>
        </p:spPr>
      </p:sp>
      <p:sp>
        <p:nvSpPr>
          <p:cNvPr id="41" name="PPAGENT_QA|parent=hierarchy-note-3|domains=hierarchy-note,hierarchy-content">
            <a:extLst xmlns:a="http://schemas.openxmlformats.org/drawingml/2006/main">
              <a:ext uri="{FF2B5EF4-FFF2-40B4-BE49-F238E27FC236}">
                <a16:creationId xmlns:a16="http://schemas.microsoft.com/office/drawing/2014/main" id="{91D01572-0C57-4978-A090-1608334C1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7454" y="5282876"/>
            <a:ext cx="4001379" cy="921489"/>
          </a:xfrm>
          <a:prstGeom xmlns:a="http://schemas.openxmlformats.org/drawingml/2006/main" prst="roundRect">
            <a:avLst>
              <a:gd name="adj" fmla="val 12404"/>
            </a:avLst>
          </a:prstGeom>
          <a:solidFill xmlns:a="http://schemas.openxmlformats.org/drawingml/2006/main">
            <a:srgbClr val="F2F7FB"/>
          </a:solidFill>
          <a:ln xmlns:a="http://schemas.openxmlformats.org/drawingml/2006/main" w="9525">
            <a:solidFill>
              <a:srgbClr val="D8E5EF"/>
            </a:solidFill>
            <a:prstDash val="solid"/>
          </a:ln>
        </p:spPr>
      </p:sp>
      <p:sp>
        <p:nvSpPr>
          <p:cNvPr id="42" name="PPAGENT_QA|within=hierarchy-note-3|role=number">
            <a:extLst xmlns:a="http://schemas.openxmlformats.org/drawingml/2006/main">
              <a:ext uri="{FF2B5EF4-FFF2-40B4-BE49-F238E27FC236}">
                <a16:creationId xmlns:a16="http://schemas.microsoft.com/office/drawing/2014/main" id="{15B7E239-8924-42D2-9425-D8364DD9E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7696" y="5563378"/>
            <a:ext cx="360485" cy="36048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7AE2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43" name="PPAGENT_QA|within=hierarchy-note-3|role=body">
            <a:extLst xmlns:a="http://schemas.openxmlformats.org/drawingml/2006/main">
              <a:ext uri="{FF2B5EF4-FFF2-40B4-BE49-F238E27FC236}">
                <a16:creationId xmlns:a16="http://schemas.microsoft.com/office/drawing/2014/main" id="{748CAE0A-8DCD-4219-A0EC-AFDA601A1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8423" y="5382010"/>
            <a:ext cx="3010047" cy="66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面向真实稿件稳定交付</a:t>
            </a:r>
          </a:p>
        </p:txBody>
      </p:sp>
      <p:sp>
        <p:nvSpPr>
          <p:cNvPr id="44" name="PPAGENT_CONNECTOR|from=hierarchy-level-3|fromSide=right|to=hierarchy-note-3|toSide=left">
            <a:extLst xmlns:a="http://schemas.openxmlformats.org/drawingml/2006/main">
              <a:ext uri="{FF2B5EF4-FFF2-40B4-BE49-F238E27FC236}">
                <a16:creationId xmlns:a16="http://schemas.microsoft.com/office/drawing/2014/main" id="{4E0E9B44-69EF-46DD-9B5C-ABE9985C2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231182" y="5743621"/>
            <a:ext cx="94627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9DBBD3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250" b="1">
                <a:latin typeface="HYWenRunSongYun U"/>
                <a:ea typeface="HYWenRunSongYun U"/>
                <a:cs typeface="HYWenRunSongYun U"/>
              </a:defRPr>
            </a:pPr>
            <a:r>
              <a:rPr sz="225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持续改进的四步闭环｜4步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循环关系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980350A8-FD7D-42A3-8619-30883D57A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05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81DF97-2F56-4783-84E1-A39429683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305050"/>
            <a:ext cx="3143250" cy="3143250"/>
          </a:xfrm>
          <a:custGeom xmlns:a="http://schemas.openxmlformats.org/drawingml/2006/main">
            <a:pathLst>
              <a:path w="3143250" h="3143250">
                <a:moveTo>
                  <a:pt x="1671290" y="146355"/>
                </a:moveTo>
                <a:lnTo>
                  <a:pt x="1790783" y="159784"/>
                </a:lnTo>
                <a:lnTo>
                  <a:pt x="1908725" y="183212"/>
                </a:lnTo>
                <a:lnTo>
                  <a:pt x="2024278" y="216475"/>
                </a:lnTo>
                <a:lnTo>
                  <a:pt x="2136626" y="259337"/>
                </a:lnTo>
                <a:lnTo>
                  <a:pt x="2244971" y="311494"/>
                </a:lnTo>
                <a:lnTo>
                  <a:pt x="2348547" y="372576"/>
                </a:lnTo>
                <a:lnTo>
                  <a:pt x="2446620" y="442152"/>
                </a:lnTo>
                <a:lnTo>
                  <a:pt x="2538496" y="519728"/>
                </a:lnTo>
                <a:lnTo>
                  <a:pt x="2623522" y="604754"/>
                </a:lnTo>
                <a:lnTo>
                  <a:pt x="2701098" y="696630"/>
                </a:lnTo>
                <a:lnTo>
                  <a:pt x="2770674" y="794703"/>
                </a:lnTo>
                <a:lnTo>
                  <a:pt x="2831756" y="898279"/>
                </a:lnTo>
                <a:lnTo>
                  <a:pt x="2883913" y="1006624"/>
                </a:lnTo>
                <a:lnTo>
                  <a:pt x="2926775" y="1118972"/>
                </a:lnTo>
                <a:lnTo>
                  <a:pt x="2960038" y="1234525"/>
                </a:lnTo>
                <a:lnTo>
                  <a:pt x="2983466" y="1352467"/>
                </a:lnTo>
                <a:lnTo>
                  <a:pt x="2996895" y="1471960"/>
                </a:lnTo>
                <a:lnTo>
                  <a:pt x="2723974" y="1591739"/>
                </a:lnTo>
                <a:lnTo>
                  <a:pt x="2445790" y="1510497"/>
                </a:lnTo>
                <a:lnTo>
                  <a:pt x="2437554" y="1437208"/>
                </a:lnTo>
                <a:lnTo>
                  <a:pt x="2423185" y="1364870"/>
                </a:lnTo>
                <a:lnTo>
                  <a:pt x="2402784" y="1293998"/>
                </a:lnTo>
                <a:lnTo>
                  <a:pt x="2376495" y="1225091"/>
                </a:lnTo>
                <a:lnTo>
                  <a:pt x="2344506" y="1158639"/>
                </a:lnTo>
                <a:lnTo>
                  <a:pt x="2307042" y="1095113"/>
                </a:lnTo>
                <a:lnTo>
                  <a:pt x="2264369" y="1034961"/>
                </a:lnTo>
                <a:lnTo>
                  <a:pt x="2216789" y="978611"/>
                </a:lnTo>
                <a:lnTo>
                  <a:pt x="2164639" y="926461"/>
                </a:lnTo>
                <a:lnTo>
                  <a:pt x="2108289" y="878881"/>
                </a:lnTo>
                <a:lnTo>
                  <a:pt x="2048137" y="836208"/>
                </a:lnTo>
                <a:lnTo>
                  <a:pt x="1984611" y="798744"/>
                </a:lnTo>
                <a:lnTo>
                  <a:pt x="1918159" y="766755"/>
                </a:lnTo>
                <a:lnTo>
                  <a:pt x="1849252" y="740466"/>
                </a:lnTo>
                <a:lnTo>
                  <a:pt x="1778380" y="720065"/>
                </a:lnTo>
                <a:lnTo>
                  <a:pt x="1706042" y="705696"/>
                </a:lnTo>
                <a:lnTo>
                  <a:pt x="1632753" y="697460"/>
                </a:lnTo>
                <a:close/>
              </a:path>
            </a:pathLst>
          </a:custGeom>
          <a:solidFill xmlns:a="http://schemas.openxmlformats.org/drawingml/2006/main">
            <a:srgbClr val="315FC3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F5DDB4-B7B9-4984-9843-4F49F20F3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2358" y="2833117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15FC3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315FC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15FC3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EBC3AB-BCFC-44CC-9A9A-5FD486112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305050"/>
            <a:ext cx="3143250" cy="3143250"/>
          </a:xfrm>
          <a:custGeom xmlns:a="http://schemas.openxmlformats.org/drawingml/2006/main">
            <a:pathLst>
              <a:path w="3143250" h="3143250">
                <a:moveTo>
                  <a:pt x="2996895" y="1671290"/>
                </a:moveTo>
                <a:lnTo>
                  <a:pt x="2983466" y="1790783"/>
                </a:lnTo>
                <a:lnTo>
                  <a:pt x="2960038" y="1908725"/>
                </a:lnTo>
                <a:lnTo>
                  <a:pt x="2926775" y="2024278"/>
                </a:lnTo>
                <a:lnTo>
                  <a:pt x="2883913" y="2136626"/>
                </a:lnTo>
                <a:lnTo>
                  <a:pt x="2831756" y="2244971"/>
                </a:lnTo>
                <a:lnTo>
                  <a:pt x="2770674" y="2348547"/>
                </a:lnTo>
                <a:lnTo>
                  <a:pt x="2701098" y="2446620"/>
                </a:lnTo>
                <a:lnTo>
                  <a:pt x="2623522" y="2538496"/>
                </a:lnTo>
                <a:lnTo>
                  <a:pt x="2538496" y="2623522"/>
                </a:lnTo>
                <a:lnTo>
                  <a:pt x="2446620" y="2701098"/>
                </a:lnTo>
                <a:lnTo>
                  <a:pt x="2348547" y="2770674"/>
                </a:lnTo>
                <a:lnTo>
                  <a:pt x="2244971" y="2831756"/>
                </a:lnTo>
                <a:lnTo>
                  <a:pt x="2136626" y="2883913"/>
                </a:lnTo>
                <a:lnTo>
                  <a:pt x="2024278" y="2926775"/>
                </a:lnTo>
                <a:lnTo>
                  <a:pt x="1908725" y="2960038"/>
                </a:lnTo>
                <a:lnTo>
                  <a:pt x="1790783" y="2983466"/>
                </a:lnTo>
                <a:lnTo>
                  <a:pt x="1671290" y="2996895"/>
                </a:lnTo>
                <a:lnTo>
                  <a:pt x="1551511" y="2723974"/>
                </a:lnTo>
                <a:lnTo>
                  <a:pt x="1632753" y="2445790"/>
                </a:lnTo>
                <a:lnTo>
                  <a:pt x="1706042" y="2437554"/>
                </a:lnTo>
                <a:lnTo>
                  <a:pt x="1778380" y="2423185"/>
                </a:lnTo>
                <a:lnTo>
                  <a:pt x="1849252" y="2402784"/>
                </a:lnTo>
                <a:lnTo>
                  <a:pt x="1918159" y="2376495"/>
                </a:lnTo>
                <a:lnTo>
                  <a:pt x="1984611" y="2344506"/>
                </a:lnTo>
                <a:lnTo>
                  <a:pt x="2048137" y="2307042"/>
                </a:lnTo>
                <a:lnTo>
                  <a:pt x="2108289" y="2264369"/>
                </a:lnTo>
                <a:lnTo>
                  <a:pt x="2164639" y="2216789"/>
                </a:lnTo>
                <a:lnTo>
                  <a:pt x="2216789" y="2164639"/>
                </a:lnTo>
                <a:lnTo>
                  <a:pt x="2264369" y="2108289"/>
                </a:lnTo>
                <a:lnTo>
                  <a:pt x="2307042" y="2048137"/>
                </a:lnTo>
                <a:lnTo>
                  <a:pt x="2344506" y="1984611"/>
                </a:lnTo>
                <a:lnTo>
                  <a:pt x="2376495" y="1918159"/>
                </a:lnTo>
                <a:lnTo>
                  <a:pt x="2402784" y="1849252"/>
                </a:lnTo>
                <a:lnTo>
                  <a:pt x="2423185" y="1778380"/>
                </a:lnTo>
                <a:lnTo>
                  <a:pt x="2437554" y="1706042"/>
                </a:lnTo>
                <a:lnTo>
                  <a:pt x="2445790" y="1632753"/>
                </a:lnTo>
                <a:close/>
              </a:path>
            </a:pathLst>
          </a:custGeom>
          <a:solidFill xmlns:a="http://schemas.openxmlformats.org/drawingml/2006/main">
            <a:srgbClr val="2D80D9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BA00D9-1C49-43E9-AE92-2EBBF90BE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2358" y="4463033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D80D9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D80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D80D9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B357F8-188F-406D-BAD4-64B7CEEAD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305050"/>
            <a:ext cx="3143250" cy="3143250"/>
          </a:xfrm>
          <a:custGeom xmlns:a="http://schemas.openxmlformats.org/drawingml/2006/main">
            <a:pathLst>
              <a:path w="3143250" h="3143250">
                <a:moveTo>
                  <a:pt x="1471960" y="2996895"/>
                </a:moveTo>
                <a:lnTo>
                  <a:pt x="1352467" y="2983466"/>
                </a:lnTo>
                <a:lnTo>
                  <a:pt x="1234525" y="2960038"/>
                </a:lnTo>
                <a:lnTo>
                  <a:pt x="1118972" y="2926775"/>
                </a:lnTo>
                <a:lnTo>
                  <a:pt x="1006624" y="2883913"/>
                </a:lnTo>
                <a:lnTo>
                  <a:pt x="898279" y="2831756"/>
                </a:lnTo>
                <a:lnTo>
                  <a:pt x="794703" y="2770674"/>
                </a:lnTo>
                <a:lnTo>
                  <a:pt x="696630" y="2701098"/>
                </a:lnTo>
                <a:lnTo>
                  <a:pt x="604754" y="2623522"/>
                </a:lnTo>
                <a:lnTo>
                  <a:pt x="519728" y="2538496"/>
                </a:lnTo>
                <a:lnTo>
                  <a:pt x="442152" y="2446620"/>
                </a:lnTo>
                <a:lnTo>
                  <a:pt x="372576" y="2348547"/>
                </a:lnTo>
                <a:lnTo>
                  <a:pt x="311494" y="2244971"/>
                </a:lnTo>
                <a:lnTo>
                  <a:pt x="259337" y="2136626"/>
                </a:lnTo>
                <a:lnTo>
                  <a:pt x="216475" y="2024278"/>
                </a:lnTo>
                <a:lnTo>
                  <a:pt x="183212" y="1908725"/>
                </a:lnTo>
                <a:lnTo>
                  <a:pt x="159784" y="1790783"/>
                </a:lnTo>
                <a:lnTo>
                  <a:pt x="146355" y="1671290"/>
                </a:lnTo>
                <a:lnTo>
                  <a:pt x="419276" y="1551511"/>
                </a:lnTo>
                <a:lnTo>
                  <a:pt x="697460" y="1632753"/>
                </a:lnTo>
                <a:lnTo>
                  <a:pt x="705696" y="1706042"/>
                </a:lnTo>
                <a:lnTo>
                  <a:pt x="720065" y="1778380"/>
                </a:lnTo>
                <a:lnTo>
                  <a:pt x="740466" y="1849252"/>
                </a:lnTo>
                <a:lnTo>
                  <a:pt x="766755" y="1918159"/>
                </a:lnTo>
                <a:lnTo>
                  <a:pt x="798744" y="1984611"/>
                </a:lnTo>
                <a:lnTo>
                  <a:pt x="836208" y="2048137"/>
                </a:lnTo>
                <a:lnTo>
                  <a:pt x="878881" y="2108289"/>
                </a:lnTo>
                <a:lnTo>
                  <a:pt x="926461" y="2164639"/>
                </a:lnTo>
                <a:lnTo>
                  <a:pt x="978611" y="2216789"/>
                </a:lnTo>
                <a:lnTo>
                  <a:pt x="1034961" y="2264369"/>
                </a:lnTo>
                <a:lnTo>
                  <a:pt x="1095113" y="2307042"/>
                </a:lnTo>
                <a:lnTo>
                  <a:pt x="1158639" y="2344506"/>
                </a:lnTo>
                <a:lnTo>
                  <a:pt x="1225091" y="2376495"/>
                </a:lnTo>
                <a:lnTo>
                  <a:pt x="1293998" y="2402784"/>
                </a:lnTo>
                <a:lnTo>
                  <a:pt x="1364870" y="2423185"/>
                </a:lnTo>
                <a:lnTo>
                  <a:pt x="1437208" y="2437554"/>
                </a:lnTo>
                <a:lnTo>
                  <a:pt x="1510497" y="2445790"/>
                </a:lnTo>
                <a:close/>
              </a:path>
            </a:pathLst>
          </a:custGeom>
          <a:solidFill xmlns:a="http://schemas.openxmlformats.org/drawingml/2006/main">
            <a:srgbClr val="1AA7D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0B28606-2997-4699-A569-60146417F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2442" y="4463033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AA7D8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AA7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AA7D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A855C3A-B66C-4A48-9153-986EBFAB0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305050"/>
            <a:ext cx="3143250" cy="3143250"/>
          </a:xfrm>
          <a:custGeom xmlns:a="http://schemas.openxmlformats.org/drawingml/2006/main">
            <a:pathLst>
              <a:path w="3143250" h="3143250">
                <a:moveTo>
                  <a:pt x="146355" y="1471960"/>
                </a:moveTo>
                <a:lnTo>
                  <a:pt x="159784" y="1352467"/>
                </a:lnTo>
                <a:lnTo>
                  <a:pt x="183212" y="1234525"/>
                </a:lnTo>
                <a:lnTo>
                  <a:pt x="216475" y="1118972"/>
                </a:lnTo>
                <a:lnTo>
                  <a:pt x="259337" y="1006624"/>
                </a:lnTo>
                <a:lnTo>
                  <a:pt x="311494" y="898279"/>
                </a:lnTo>
                <a:lnTo>
                  <a:pt x="372576" y="794703"/>
                </a:lnTo>
                <a:lnTo>
                  <a:pt x="442152" y="696630"/>
                </a:lnTo>
                <a:lnTo>
                  <a:pt x="519728" y="604754"/>
                </a:lnTo>
                <a:lnTo>
                  <a:pt x="604754" y="519728"/>
                </a:lnTo>
                <a:lnTo>
                  <a:pt x="696630" y="442152"/>
                </a:lnTo>
                <a:lnTo>
                  <a:pt x="794703" y="372576"/>
                </a:lnTo>
                <a:lnTo>
                  <a:pt x="898279" y="311494"/>
                </a:lnTo>
                <a:lnTo>
                  <a:pt x="1006624" y="259337"/>
                </a:lnTo>
                <a:lnTo>
                  <a:pt x="1118972" y="216475"/>
                </a:lnTo>
                <a:lnTo>
                  <a:pt x="1234525" y="183212"/>
                </a:lnTo>
                <a:lnTo>
                  <a:pt x="1352467" y="159784"/>
                </a:lnTo>
                <a:lnTo>
                  <a:pt x="1471960" y="146355"/>
                </a:lnTo>
                <a:lnTo>
                  <a:pt x="1591739" y="419276"/>
                </a:lnTo>
                <a:lnTo>
                  <a:pt x="1510497" y="697460"/>
                </a:lnTo>
                <a:lnTo>
                  <a:pt x="1437208" y="705696"/>
                </a:lnTo>
                <a:lnTo>
                  <a:pt x="1364870" y="720065"/>
                </a:lnTo>
                <a:lnTo>
                  <a:pt x="1293998" y="740466"/>
                </a:lnTo>
                <a:lnTo>
                  <a:pt x="1225091" y="766755"/>
                </a:lnTo>
                <a:lnTo>
                  <a:pt x="1158639" y="798744"/>
                </a:lnTo>
                <a:lnTo>
                  <a:pt x="1095113" y="836208"/>
                </a:lnTo>
                <a:lnTo>
                  <a:pt x="1034961" y="878881"/>
                </a:lnTo>
                <a:lnTo>
                  <a:pt x="978611" y="926461"/>
                </a:lnTo>
                <a:lnTo>
                  <a:pt x="926461" y="978611"/>
                </a:lnTo>
                <a:lnTo>
                  <a:pt x="878881" y="1034961"/>
                </a:lnTo>
                <a:lnTo>
                  <a:pt x="836208" y="1095113"/>
                </a:lnTo>
                <a:lnTo>
                  <a:pt x="798744" y="1158639"/>
                </a:lnTo>
                <a:lnTo>
                  <a:pt x="766755" y="1225091"/>
                </a:lnTo>
                <a:lnTo>
                  <a:pt x="740466" y="1293998"/>
                </a:lnTo>
                <a:lnTo>
                  <a:pt x="720065" y="1364870"/>
                </a:lnTo>
                <a:lnTo>
                  <a:pt x="705696" y="1437208"/>
                </a:lnTo>
                <a:lnTo>
                  <a:pt x="697460" y="1510497"/>
                </a:lnTo>
                <a:close/>
              </a:path>
            </a:pathLst>
          </a:custGeom>
          <a:solidFill xmlns:a="http://schemas.openxmlformats.org/drawingml/2006/main">
            <a:srgbClr val="18BFD0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B02CB08-AB64-4C24-802F-C0BB058F5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2442" y="2833117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8BFD0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BF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8BFD0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F19ACAA-56F7-4BAA-AB80-CF9807906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152775"/>
            <a:ext cx="1447800" cy="1447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9AE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  <p:txBody>
          <a:bodyPr xmlns:a="http://schemas.openxmlformats.org/drawingml/2006/main" lIns="38100" tIns="38100" rIns="38100" bIns="3810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持续改进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3734C7D-77BA-4F25-BF72-C3CAF11B2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25717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4E3F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F746D57-A08F-4910-BD2D-C9F3E997A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1527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FC3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76338CE-0524-4A96-A226-671663CC6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67050"/>
            <a:ext cx="1733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15FC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315FC3"/>
                </a:solidFill>
                <a:latin typeface="Microsoft YaHei"/>
                <a:ea typeface="Microsoft YaHei"/>
                <a:cs typeface="Microsoft YaHei"/>
              </a:rPr>
              <a:t>观察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542DAC3-5431-4DC2-8E1F-2D519B703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52800"/>
            <a:ext cx="1733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8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07895"/>
                </a:solidFill>
                <a:latin typeface="Microsoft YaHei"/>
                <a:ea typeface="Microsoft YaHei"/>
                <a:cs typeface="Microsoft YaHei"/>
              </a:rPr>
              <a:t>收集真实使用中的问题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075BED6-A098-40B3-8337-D4BCE74DC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62400"/>
            <a:ext cx="25717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4E3F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0A2BDF4-E8A3-496A-85A8-FED1AF7E6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1433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AA7D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55C339A-4F17-4772-9748-37F13979A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57650"/>
            <a:ext cx="1733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AA7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AA7D8"/>
                </a:solidFill>
                <a:latin typeface="Microsoft YaHei"/>
                <a:ea typeface="Microsoft YaHei"/>
                <a:cs typeface="Microsoft YaHei"/>
              </a:rPr>
              <a:t>修正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14C0EAE-12BF-47BE-B842-375DAD0DF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43400"/>
            <a:ext cx="1733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8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07895"/>
                </a:solidFill>
                <a:latin typeface="Microsoft YaHei"/>
                <a:ea typeface="Microsoft YaHei"/>
                <a:cs typeface="Microsoft YaHei"/>
              </a:rPr>
              <a:t>更新规则、资产或代码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34D2C0F-EEF6-4F00-8E56-1C793452C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971800"/>
            <a:ext cx="25717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4E3F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EF702FF-A5AE-45F1-BE6F-824A9BFB8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1527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80D9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666DCA6-CF34-4A3D-B836-FD815FB36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067050"/>
            <a:ext cx="1733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D80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D80D9"/>
                </a:solidFill>
                <a:latin typeface="Microsoft YaHei"/>
                <a:ea typeface="Microsoft YaHei"/>
                <a:cs typeface="Microsoft YaHei"/>
              </a:rPr>
              <a:t>判断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FD7EB1E-F46D-4691-AE23-4F280CD27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352800"/>
            <a:ext cx="1733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8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07895"/>
                </a:solidFill>
                <a:latin typeface="Microsoft YaHei"/>
                <a:ea typeface="Microsoft YaHei"/>
                <a:cs typeface="Microsoft YaHei"/>
              </a:rPr>
              <a:t>识别内容或视觉原因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A4792F9-435B-4E91-B65C-DB76FD83B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962400"/>
            <a:ext cx="25717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4E3F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791E8E2-9573-493F-BD33-3CBFA4DCB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1433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BFD0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384AE72-5B04-413D-8812-CCB47A00F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057650"/>
            <a:ext cx="1733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BF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BFD0"/>
                </a:solidFill>
                <a:latin typeface="Microsoft YaHei"/>
                <a:ea typeface="Microsoft YaHei"/>
                <a:cs typeface="Microsoft YaHei"/>
              </a:rPr>
              <a:t>验证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024A67B-AB7B-4ABD-A266-17D40DAEF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343400"/>
            <a:ext cx="1733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8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07895"/>
                </a:solidFill>
                <a:latin typeface="Microsoft YaHei"/>
                <a:ea typeface="Microsoft YaHei"/>
                <a:cs typeface="Microsoft YaHei"/>
              </a:rPr>
              <a:t>用新稿件重新检查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250" b="1">
                <a:latin typeface="HYWenRunSongYun U"/>
                <a:ea typeface="HYWenRunSongYun U"/>
                <a:cs typeface="HYWenRunSongYun U"/>
              </a:defRPr>
            </a:pPr>
            <a:r>
              <a:rPr sz="225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项目环境的四象限判断｜固定4象限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矩阵关系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980350A8-FD7D-42A3-8619-30883D57A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06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PAGENT_QA|parent=matrix-petal-0|domains=matrix-petal,matrix-content">
            <a:extLst xmlns:a="http://schemas.openxmlformats.org/drawingml/2006/main">
              <a:ext uri="{FF2B5EF4-FFF2-40B4-BE49-F238E27FC236}">
                <a16:creationId xmlns:a16="http://schemas.microsoft.com/office/drawing/2014/main" id="{A8412E91-9AD1-444D-9D6A-F04D453C7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4473819" y="1941635"/>
            <a:ext cx="1622181" cy="1622181"/>
          </a:xfrm>
          <a:prstGeom xmlns:a="http://schemas.openxmlformats.org/drawingml/2006/main" prst="teardrop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6" name="PPAGENT_QA|within=matrix-petal-0|role=initial">
            <a:extLst xmlns:a="http://schemas.openxmlformats.org/drawingml/2006/main">
              <a:ext uri="{FF2B5EF4-FFF2-40B4-BE49-F238E27FC236}">
                <a16:creationId xmlns:a16="http://schemas.microsoft.com/office/drawing/2014/main" id="{945077F5-C1D8-46E8-B6FE-874E6F040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6280" y="2302119"/>
            <a:ext cx="937260" cy="6308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8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8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政</a:t>
            </a:r>
          </a:p>
        </p:txBody>
      </p:sp>
      <p:sp>
        <p:nvSpPr>
          <p:cNvPr id="17" name="PPAGENT_QA|within=matrix-petal-0|role=title">
            <a:extLst xmlns:a="http://schemas.openxmlformats.org/drawingml/2006/main">
              <a:ext uri="{FF2B5EF4-FFF2-40B4-BE49-F238E27FC236}">
                <a16:creationId xmlns:a16="http://schemas.microsoft.com/office/drawing/2014/main" id="{6583DC6B-7FCF-4E61-97B5-94260C46D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6037" y="2941979"/>
            <a:ext cx="1297745" cy="3424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政策环境</a:t>
            </a:r>
          </a:p>
        </p:txBody>
      </p:sp>
      <p:sp>
        <p:nvSpPr>
          <p:cNvPr id="18" name="PPAGENT_QA|parent=matrix-quadrant-0|domains=matrix-callout,matrix-content">
            <a:extLst xmlns:a="http://schemas.openxmlformats.org/drawingml/2006/main">
              <a:ext uri="{FF2B5EF4-FFF2-40B4-BE49-F238E27FC236}">
                <a16:creationId xmlns:a16="http://schemas.microsoft.com/office/drawing/2014/main" id="{FF25AD42-F797-4327-94F2-306B0FF7A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949" y="1896574"/>
            <a:ext cx="2973998" cy="1477987"/>
          </a:xfrm>
          <a:prstGeom xmlns:a="http://schemas.openxmlformats.org/drawingml/2006/main" prst="roundRect">
            <a:avLst>
              <a:gd name="adj" fmla="val 77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9C7D4"/>
            </a:solidFill>
            <a:prstDash val="dash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PPAGENT_QA|within=matrix-quadrant-0|role=title">
            <a:extLst xmlns:a="http://schemas.openxmlformats.org/drawingml/2006/main">
              <a:ext uri="{FF2B5EF4-FFF2-40B4-BE49-F238E27FC236}">
                <a16:creationId xmlns:a16="http://schemas.microsoft.com/office/drawing/2014/main" id="{D18AEFF3-E520-4358-B20B-34835E84A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240" y="2022744"/>
            <a:ext cx="2541417" cy="2883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政策环境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0008E6C-5EA2-44E3-A4F2-D79B2CE65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240" y="2347180"/>
            <a:ext cx="2541417" cy="27036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PPAGENT_QA|within=matrix-quadrant-0|role=body">
            <a:extLst xmlns:a="http://schemas.openxmlformats.org/drawingml/2006/main">
              <a:ext uri="{FF2B5EF4-FFF2-40B4-BE49-F238E27FC236}">
                <a16:creationId xmlns:a16="http://schemas.microsoft.com/office/drawing/2014/main" id="{4C5DA25B-5FF3-45CD-B391-3FEA2EA69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240" y="2482362"/>
            <a:ext cx="2541417" cy="720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政策窗口、行业规则与监管变化</a:t>
            </a:r>
          </a:p>
        </p:txBody>
      </p:sp>
      <p:sp>
        <p:nvSpPr>
          <p:cNvPr id="22" name="PPAGENT_CONNECTOR|from=matrix-quadrant-0|fromSide=right|to=matrix-petal-0|toSide=left">
            <a:extLst xmlns:a="http://schemas.openxmlformats.org/drawingml/2006/main">
              <a:ext uri="{FF2B5EF4-FFF2-40B4-BE49-F238E27FC236}">
                <a16:creationId xmlns:a16="http://schemas.microsoft.com/office/drawing/2014/main" id="{F95D0514-47AF-45F7-BCFC-608925EDB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824947" y="2635568"/>
            <a:ext cx="648872" cy="11715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2F5EA8"/>
            </a:solidFill>
            <a:prstDash val="solid"/>
          </a:ln>
        </p:spPr>
      </p:sp>
      <p:sp>
        <p:nvSpPr>
          <p:cNvPr id="23" name="PPAGENT_QA|parent=matrix-petal-1|domains=matrix-petal,matrix-content">
            <a:extLst xmlns:a="http://schemas.openxmlformats.org/drawingml/2006/main">
              <a:ext uri="{FF2B5EF4-FFF2-40B4-BE49-F238E27FC236}">
                <a16:creationId xmlns:a16="http://schemas.microsoft.com/office/drawing/2014/main" id="{E303DF69-BEA0-4774-9964-F5A48B06F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6096000" y="1941635"/>
            <a:ext cx="1622181" cy="1622181"/>
          </a:xfrm>
          <a:prstGeom xmlns:a="http://schemas.openxmlformats.org/drawingml/2006/main" prst="teardrop">
            <a:avLst/>
          </a:prstGeom>
          <a:solidFill xmlns:a="http://schemas.openxmlformats.org/drawingml/2006/main">
            <a:srgbClr val="18B5D2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4" name="PPAGENT_QA|within=matrix-petal-1|role=initial">
            <a:extLst xmlns:a="http://schemas.openxmlformats.org/drawingml/2006/main">
              <a:ext uri="{FF2B5EF4-FFF2-40B4-BE49-F238E27FC236}">
                <a16:creationId xmlns:a16="http://schemas.microsoft.com/office/drawing/2014/main" id="{00A5D274-4611-4E00-817A-B21C68B1D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460" y="2302119"/>
            <a:ext cx="937260" cy="6308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8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8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经</a:t>
            </a:r>
          </a:p>
        </p:txBody>
      </p:sp>
      <p:sp>
        <p:nvSpPr>
          <p:cNvPr id="25" name="PPAGENT_QA|within=matrix-petal-1|role=title">
            <a:extLst xmlns:a="http://schemas.openxmlformats.org/drawingml/2006/main">
              <a:ext uri="{FF2B5EF4-FFF2-40B4-BE49-F238E27FC236}">
                <a16:creationId xmlns:a16="http://schemas.microsoft.com/office/drawing/2014/main" id="{6B59AABF-B537-4765-BC31-5409682C6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8218" y="2941979"/>
            <a:ext cx="1297745" cy="3424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经济环境</a:t>
            </a:r>
          </a:p>
        </p:txBody>
      </p:sp>
      <p:sp>
        <p:nvSpPr>
          <p:cNvPr id="26" name="PPAGENT_QA|parent=matrix-quadrant-1|domains=matrix-callout,matrix-content">
            <a:extLst xmlns:a="http://schemas.openxmlformats.org/drawingml/2006/main">
              <a:ext uri="{FF2B5EF4-FFF2-40B4-BE49-F238E27FC236}">
                <a16:creationId xmlns:a16="http://schemas.microsoft.com/office/drawing/2014/main" id="{B9567FAC-9B42-4509-B8BF-219D48D96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7053" y="1896574"/>
            <a:ext cx="2973998" cy="1477987"/>
          </a:xfrm>
          <a:prstGeom xmlns:a="http://schemas.openxmlformats.org/drawingml/2006/main" prst="roundRect">
            <a:avLst>
              <a:gd name="adj" fmla="val 77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9C7D4"/>
            </a:solidFill>
            <a:prstDash val="dash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7" name="PPAGENT_QA|within=matrix-quadrant-1|role=title">
            <a:extLst xmlns:a="http://schemas.openxmlformats.org/drawingml/2006/main">
              <a:ext uri="{FF2B5EF4-FFF2-40B4-BE49-F238E27FC236}">
                <a16:creationId xmlns:a16="http://schemas.microsoft.com/office/drawing/2014/main" id="{0F1F7119-EA08-4399-B49A-679EC07DB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3344" y="2022744"/>
            <a:ext cx="2541417" cy="2883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B5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8B5D2"/>
                </a:solidFill>
                <a:latin typeface="Microsoft YaHei"/>
                <a:ea typeface="Microsoft YaHei"/>
                <a:cs typeface="Microsoft YaHei"/>
              </a:rPr>
              <a:t>经济环境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90CE864-0DFD-45E8-A2CB-0681DBAD2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3344" y="2347180"/>
            <a:ext cx="2541417" cy="27036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B5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PPAGENT_QA|within=matrix-quadrant-1|role=body">
            <a:extLst xmlns:a="http://schemas.openxmlformats.org/drawingml/2006/main">
              <a:ext uri="{FF2B5EF4-FFF2-40B4-BE49-F238E27FC236}">
                <a16:creationId xmlns:a16="http://schemas.microsoft.com/office/drawing/2014/main" id="{464F7B26-96FA-483B-919B-8182DBE83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3344" y="2482362"/>
            <a:ext cx="2541417" cy="720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成本、资金和市场规模变化</a:t>
            </a:r>
          </a:p>
        </p:txBody>
      </p:sp>
      <p:sp>
        <p:nvSpPr>
          <p:cNvPr id="30" name="PPAGENT_CONNECTOR|from=matrix-quadrant-1|fromSide=left|to=matrix-petal-1|toSide=right">
            <a:extLst xmlns:a="http://schemas.openxmlformats.org/drawingml/2006/main">
              <a:ext uri="{FF2B5EF4-FFF2-40B4-BE49-F238E27FC236}">
                <a16:creationId xmlns:a16="http://schemas.microsoft.com/office/drawing/2014/main" id="{82C94C3A-999B-487B-9608-4D576DBC8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7718181" y="2635568"/>
            <a:ext cx="648872" cy="11715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8B5D2"/>
            </a:solidFill>
            <a:prstDash val="solid"/>
          </a:ln>
        </p:spPr>
      </p:sp>
      <p:sp>
        <p:nvSpPr>
          <p:cNvPr id="31" name="PPAGENT_QA|parent=matrix-petal-2|domains=matrix-petal,matrix-content">
            <a:extLst xmlns:a="http://schemas.openxmlformats.org/drawingml/2006/main">
              <a:ext uri="{FF2B5EF4-FFF2-40B4-BE49-F238E27FC236}">
                <a16:creationId xmlns:a16="http://schemas.microsoft.com/office/drawing/2014/main" id="{641EE26F-556E-4FA7-A611-D39E9A4EA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73819" y="3563815"/>
            <a:ext cx="1622181" cy="1622181"/>
          </a:xfrm>
          <a:prstGeom xmlns:a="http://schemas.openxmlformats.org/drawingml/2006/main" prst="teardrop">
            <a:avLst/>
          </a:prstGeom>
          <a:solidFill xmlns:a="http://schemas.openxmlformats.org/drawingml/2006/main">
            <a:srgbClr val="18B5D2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32" name="PPAGENT_QA|within=matrix-petal-2|role=initial">
            <a:extLst xmlns:a="http://schemas.openxmlformats.org/drawingml/2006/main">
              <a:ext uri="{FF2B5EF4-FFF2-40B4-BE49-F238E27FC236}">
                <a16:creationId xmlns:a16="http://schemas.microsoft.com/office/drawing/2014/main" id="{066E2536-01E6-43B4-B7BA-9652DD436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6280" y="3924300"/>
            <a:ext cx="937260" cy="6308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8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8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社</a:t>
            </a:r>
          </a:p>
        </p:txBody>
      </p:sp>
      <p:sp>
        <p:nvSpPr>
          <p:cNvPr id="33" name="PPAGENT_QA|within=matrix-petal-2|role=title">
            <a:extLst xmlns:a="http://schemas.openxmlformats.org/drawingml/2006/main">
              <a:ext uri="{FF2B5EF4-FFF2-40B4-BE49-F238E27FC236}">
                <a16:creationId xmlns:a16="http://schemas.microsoft.com/office/drawing/2014/main" id="{2DD1D37A-FEBA-4B54-9F46-51144E992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6037" y="4564160"/>
            <a:ext cx="1297745" cy="3424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社会环境</a:t>
            </a:r>
          </a:p>
        </p:txBody>
      </p:sp>
      <p:sp>
        <p:nvSpPr>
          <p:cNvPr id="34" name="PPAGENT_QA|parent=matrix-quadrant-2|domains=matrix-callout,matrix-content">
            <a:extLst xmlns:a="http://schemas.openxmlformats.org/drawingml/2006/main">
              <a:ext uri="{FF2B5EF4-FFF2-40B4-BE49-F238E27FC236}">
                <a16:creationId xmlns:a16="http://schemas.microsoft.com/office/drawing/2014/main" id="{66A9ECEA-7A50-464E-9398-EFB9ACB73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949" y="4059482"/>
            <a:ext cx="2973998" cy="1477987"/>
          </a:xfrm>
          <a:prstGeom xmlns:a="http://schemas.openxmlformats.org/drawingml/2006/main" prst="roundRect">
            <a:avLst>
              <a:gd name="adj" fmla="val 77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9C7D4"/>
            </a:solidFill>
            <a:prstDash val="dash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5" name="PPAGENT_QA|within=matrix-quadrant-2|role=title">
            <a:extLst xmlns:a="http://schemas.openxmlformats.org/drawingml/2006/main">
              <a:ext uri="{FF2B5EF4-FFF2-40B4-BE49-F238E27FC236}">
                <a16:creationId xmlns:a16="http://schemas.microsoft.com/office/drawing/2014/main" id="{5657E174-66EB-42E6-BEDA-9F0E35DE9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240" y="4185651"/>
            <a:ext cx="2541417" cy="2883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B5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8B5D2"/>
                </a:solidFill>
                <a:latin typeface="Microsoft YaHei"/>
                <a:ea typeface="Microsoft YaHei"/>
                <a:cs typeface="Microsoft YaHei"/>
              </a:rPr>
              <a:t>社会环境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D9F7039-FE41-4094-AB4B-6863B8D68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240" y="4510088"/>
            <a:ext cx="2541417" cy="27036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B5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PPAGENT_QA|within=matrix-quadrant-2|role=body">
            <a:extLst xmlns:a="http://schemas.openxmlformats.org/drawingml/2006/main">
              <a:ext uri="{FF2B5EF4-FFF2-40B4-BE49-F238E27FC236}">
                <a16:creationId xmlns:a16="http://schemas.microsoft.com/office/drawing/2014/main" id="{C4609D15-6CFD-43D9-8E89-523CF52D6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240" y="4645269"/>
            <a:ext cx="2541417" cy="720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用户需求、组织协同与接受度</a:t>
            </a:r>
          </a:p>
        </p:txBody>
      </p:sp>
      <p:sp>
        <p:nvSpPr>
          <p:cNvPr id="38" name="PPAGENT_CONNECTOR|from=matrix-quadrant-2|fromSide=right|to=matrix-petal-2|toSide=left">
            <a:extLst xmlns:a="http://schemas.openxmlformats.org/drawingml/2006/main">
              <a:ext uri="{FF2B5EF4-FFF2-40B4-BE49-F238E27FC236}">
                <a16:creationId xmlns:a16="http://schemas.microsoft.com/office/drawing/2014/main" id="{7F2BF48D-48B8-4AEC-A1C8-781FA9063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3824947" y="4374906"/>
            <a:ext cx="648872" cy="42356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8B5D2"/>
            </a:solidFill>
            <a:prstDash val="solid"/>
          </a:ln>
        </p:spPr>
      </p:sp>
      <p:sp>
        <p:nvSpPr>
          <p:cNvPr id="39" name="PPAGENT_QA|parent=matrix-petal-3|domains=matrix-petal,matrix-content">
            <a:extLst xmlns:a="http://schemas.openxmlformats.org/drawingml/2006/main">
              <a:ext uri="{FF2B5EF4-FFF2-40B4-BE49-F238E27FC236}">
                <a16:creationId xmlns:a16="http://schemas.microsoft.com/office/drawing/2014/main" id="{7EC3D4F5-3B8D-4759-BABF-DD022CF54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6096000" y="3563815"/>
            <a:ext cx="1622181" cy="1622181"/>
          </a:xfrm>
          <a:prstGeom xmlns:a="http://schemas.openxmlformats.org/drawingml/2006/main" prst="teardrop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40" name="PPAGENT_QA|within=matrix-petal-3|role=initial">
            <a:extLst xmlns:a="http://schemas.openxmlformats.org/drawingml/2006/main">
              <a:ext uri="{FF2B5EF4-FFF2-40B4-BE49-F238E27FC236}">
                <a16:creationId xmlns:a16="http://schemas.microsoft.com/office/drawing/2014/main" id="{A7C525F4-1EED-4133-B6E8-B0635D7AC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460" y="3924300"/>
            <a:ext cx="937260" cy="6308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8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8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技</a:t>
            </a:r>
          </a:p>
        </p:txBody>
      </p:sp>
      <p:sp>
        <p:nvSpPr>
          <p:cNvPr id="41" name="PPAGENT_QA|within=matrix-petal-3|role=title">
            <a:extLst xmlns:a="http://schemas.openxmlformats.org/drawingml/2006/main">
              <a:ext uri="{FF2B5EF4-FFF2-40B4-BE49-F238E27FC236}">
                <a16:creationId xmlns:a16="http://schemas.microsoft.com/office/drawing/2014/main" id="{9325FB8C-68BE-4DA0-A05D-7EB8B2DE8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8218" y="4564160"/>
            <a:ext cx="1297745" cy="3424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技术环境</a:t>
            </a:r>
          </a:p>
        </p:txBody>
      </p:sp>
      <p:sp>
        <p:nvSpPr>
          <p:cNvPr id="42" name="PPAGENT_QA|parent=matrix-quadrant-3|domains=matrix-callout,matrix-content">
            <a:extLst xmlns:a="http://schemas.openxmlformats.org/drawingml/2006/main">
              <a:ext uri="{FF2B5EF4-FFF2-40B4-BE49-F238E27FC236}">
                <a16:creationId xmlns:a16="http://schemas.microsoft.com/office/drawing/2014/main" id="{D1C69F9C-4334-4BDA-B50F-FDC76E035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7053" y="4059482"/>
            <a:ext cx="2973998" cy="1477987"/>
          </a:xfrm>
          <a:prstGeom xmlns:a="http://schemas.openxmlformats.org/drawingml/2006/main" prst="roundRect">
            <a:avLst>
              <a:gd name="adj" fmla="val 77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9C7D4"/>
            </a:solidFill>
            <a:prstDash val="dash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3" name="PPAGENT_QA|within=matrix-quadrant-3|role=title">
            <a:extLst xmlns:a="http://schemas.openxmlformats.org/drawingml/2006/main">
              <a:ext uri="{FF2B5EF4-FFF2-40B4-BE49-F238E27FC236}">
                <a16:creationId xmlns:a16="http://schemas.microsoft.com/office/drawing/2014/main" id="{C7D5703D-8BFA-4155-9903-AC6B601BA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3344" y="4185651"/>
            <a:ext cx="2541417" cy="2883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技术环境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EB9E580-4B66-46BE-884B-1944DE46D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3344" y="4510088"/>
            <a:ext cx="2541417" cy="27036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PPAGENT_QA|within=matrix-quadrant-3|role=body">
            <a:extLst xmlns:a="http://schemas.openxmlformats.org/drawingml/2006/main">
              <a:ext uri="{FF2B5EF4-FFF2-40B4-BE49-F238E27FC236}">
                <a16:creationId xmlns:a16="http://schemas.microsoft.com/office/drawing/2014/main" id="{CA6B9B7F-A843-4790-97AA-9832A2283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3344" y="4645269"/>
            <a:ext cx="2541417" cy="720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技术成熟度、工具链与基础设施</a:t>
            </a:r>
          </a:p>
        </p:txBody>
      </p:sp>
      <p:sp>
        <p:nvSpPr>
          <p:cNvPr id="46" name="PPAGENT_CONNECTOR|from=matrix-quadrant-3|fromSide=left|to=matrix-petal-3|toSide=right">
            <a:extLst xmlns:a="http://schemas.openxmlformats.org/drawingml/2006/main">
              <a:ext uri="{FF2B5EF4-FFF2-40B4-BE49-F238E27FC236}">
                <a16:creationId xmlns:a16="http://schemas.microsoft.com/office/drawing/2014/main" id="{CE6860F1-7521-4D1B-BAD5-151020FAD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7718181" y="4374906"/>
            <a:ext cx="648872" cy="42356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2F5EA8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250" b="1">
                <a:latin typeface="HYWenRunSongYun U"/>
                <a:ea typeface="HYWenRunSongYun U"/>
                <a:cs typeface="HYWenRunSongYun U"/>
              </a:defRPr>
            </a:pPr>
            <a:r>
              <a:rPr sz="225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项目延期的原因拆解｜6类原因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因果关系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980350A8-FD7D-42A3-8619-30883D57A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07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PAGENT_QA|parent=fishbone-backbone|domains=fishbone-backbone">
            <a:extLst xmlns:a="http://schemas.openxmlformats.org/drawingml/2006/main">
              <a:ext uri="{FF2B5EF4-FFF2-40B4-BE49-F238E27FC236}">
                <a16:creationId xmlns:a16="http://schemas.microsoft.com/office/drawing/2014/main" id="{A3B16C0D-E891-4EC8-99FD-544998B22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77118" y="3735046"/>
            <a:ext cx="823707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2F5EA8"/>
            </a:solidFill>
            <a:prstDash val="solid"/>
          </a:ln>
        </p:spPr>
      </p:sp>
      <p:sp>
        <p:nvSpPr>
          <p:cNvPr id="16" name="PPAGENT_QA|parent=fishbone-effect">
            <a:extLst xmlns:a="http://schemas.openxmlformats.org/drawingml/2006/main">
              <a:ext uri="{FF2B5EF4-FFF2-40B4-BE49-F238E27FC236}">
                <a16:creationId xmlns:a16="http://schemas.microsoft.com/office/drawing/2014/main" id="{D7153B6E-2F09-46AE-B8F7-F2784BFBD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4192" y="3230367"/>
            <a:ext cx="2253029" cy="1009357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交付延期</a:t>
            </a:r>
          </a:p>
        </p:txBody>
      </p:sp>
      <p:sp>
        <p:nvSpPr>
          <p:cNvPr id="17" name="PPAGENT_CONNECTOR|from=fishbone-item-0-1|fromSide=bottom|to=fishbone-joint-0|toSide=center">
            <a:extLst xmlns:a="http://schemas.openxmlformats.org/drawingml/2006/main">
              <a:ext uri="{FF2B5EF4-FFF2-40B4-BE49-F238E27FC236}">
                <a16:creationId xmlns:a16="http://schemas.microsoft.com/office/drawing/2014/main" id="{14EFA7A7-9F1E-4966-A590-F689A1221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500166" y="3266416"/>
            <a:ext cx="621836" cy="46863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C88E8"/>
            </a:solidFill>
            <a:prstDash val="solid"/>
          </a:ln>
        </p:spPr>
      </p:sp>
      <p:sp>
        <p:nvSpPr>
          <p:cNvPr id="18" name="PPAGENT_QA|parent=fishbone-joint-0">
            <a:extLst xmlns:a="http://schemas.openxmlformats.org/drawingml/2006/main">
              <a:ext uri="{FF2B5EF4-FFF2-40B4-BE49-F238E27FC236}">
                <a16:creationId xmlns:a16="http://schemas.microsoft.com/office/drawing/2014/main" id="{4B3AE4B1-4939-4CE8-8708-64D592A4B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9905" y="3662949"/>
            <a:ext cx="144194" cy="14419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C88E8"/>
            </a:solidFill>
            <a:prstDash val="solid"/>
          </a:ln>
        </p:spPr>
      </p:sp>
      <p:sp>
        <p:nvSpPr>
          <p:cNvPr id="19" name="PPAGENT_QA|parent=fishbone-category-0|domains=fishbone-category">
            <a:extLst xmlns:a="http://schemas.openxmlformats.org/drawingml/2006/main">
              <a:ext uri="{FF2B5EF4-FFF2-40B4-BE49-F238E27FC236}">
                <a16:creationId xmlns:a16="http://schemas.microsoft.com/office/drawing/2014/main" id="{2BAA54C8-B77B-4990-80A6-C57985739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7845" y="2365204"/>
            <a:ext cx="1982665" cy="2703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人员</a:t>
            </a:r>
          </a:p>
        </p:txBody>
      </p:sp>
      <p:sp>
        <p:nvSpPr>
          <p:cNvPr id="20" name="PPAGENT_QA|parent=fishbone-item-0-0|domains=fishbone-items">
            <a:extLst xmlns:a="http://schemas.openxmlformats.org/drawingml/2006/main">
              <a:ext uri="{FF2B5EF4-FFF2-40B4-BE49-F238E27FC236}">
                <a16:creationId xmlns:a16="http://schemas.microsoft.com/office/drawing/2014/main" id="{2A78594F-46D6-4AE9-B0E5-A0DAAE9DE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7845" y="2725689"/>
            <a:ext cx="2072787" cy="252339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F0F5FA"/>
          </a:solidFill>
          <a:ln xmlns:a="http://schemas.openxmlformats.org/drawingml/2006/main" w="9525">
            <a:solidFill>
              <a:srgbClr val="B8CCE0"/>
            </a:solidFill>
            <a:prstDash val="solid"/>
          </a:ln>
        </p:spPr>
        <p:txBody>
          <a:bodyPr xmlns:a="http://schemas.openxmlformats.org/drawingml/2006/main" lIns="114300" tIns="9525" rIns="114300" bIns="9525" anchor="ctr">
            <a:normAutofit fontScale="95122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岗位不足</a:t>
            </a:r>
          </a:p>
        </p:txBody>
      </p:sp>
      <p:sp>
        <p:nvSpPr>
          <p:cNvPr id="21" name="PPAGENT_QA|parent=fishbone-item-0-1|domains=fishbone-items">
            <a:extLst xmlns:a="http://schemas.openxmlformats.org/drawingml/2006/main">
              <a:ext uri="{FF2B5EF4-FFF2-40B4-BE49-F238E27FC236}">
                <a16:creationId xmlns:a16="http://schemas.microsoft.com/office/drawing/2014/main" id="{10D47F4E-02F7-4523-8FA3-100E8338F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773" y="3014076"/>
            <a:ext cx="2072787" cy="252339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F0F5FA"/>
          </a:solidFill>
          <a:ln xmlns:a="http://schemas.openxmlformats.org/drawingml/2006/main" w="9525">
            <a:solidFill>
              <a:srgbClr val="B8CCE0"/>
            </a:solidFill>
            <a:prstDash val="solid"/>
          </a:ln>
        </p:spPr>
        <p:txBody>
          <a:bodyPr xmlns:a="http://schemas.openxmlformats.org/drawingml/2006/main" lIns="114300" tIns="9525" rIns="114300" bIns="9525" anchor="ctr">
            <a:normAutofit fontScale="95122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边界不清</a:t>
            </a:r>
          </a:p>
        </p:txBody>
      </p:sp>
      <p:sp>
        <p:nvSpPr>
          <p:cNvPr id="22" name="PPAGENT_CONNECTOR|from=fishbone-item-2-1|fromSide=bottom|to=fishbone-joint-2|toSide=center">
            <a:extLst xmlns:a="http://schemas.openxmlformats.org/drawingml/2006/main">
              <a:ext uri="{FF2B5EF4-FFF2-40B4-BE49-F238E27FC236}">
                <a16:creationId xmlns:a16="http://schemas.microsoft.com/office/drawing/2014/main" id="{67288408-7953-4145-9EEB-DD7A42CA4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023558" y="3266416"/>
            <a:ext cx="621836" cy="46863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C88E8"/>
            </a:solidFill>
            <a:prstDash val="solid"/>
          </a:ln>
        </p:spPr>
      </p:sp>
      <p:sp>
        <p:nvSpPr>
          <p:cNvPr id="23" name="PPAGENT_QA|parent=fishbone-joint-2">
            <a:extLst xmlns:a="http://schemas.openxmlformats.org/drawingml/2006/main">
              <a:ext uri="{FF2B5EF4-FFF2-40B4-BE49-F238E27FC236}">
                <a16:creationId xmlns:a16="http://schemas.microsoft.com/office/drawing/2014/main" id="{4D9D3A4D-44A0-4DAB-9CBA-CE2C4FA11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3297" y="3662949"/>
            <a:ext cx="144194" cy="14419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C88E8"/>
            </a:solidFill>
            <a:prstDash val="solid"/>
          </a:ln>
        </p:spPr>
      </p:sp>
      <p:sp>
        <p:nvSpPr>
          <p:cNvPr id="24" name="PPAGENT_QA|parent=fishbone-category-2|domains=fishbone-category">
            <a:extLst xmlns:a="http://schemas.openxmlformats.org/drawingml/2006/main">
              <a:ext uri="{FF2B5EF4-FFF2-40B4-BE49-F238E27FC236}">
                <a16:creationId xmlns:a16="http://schemas.microsoft.com/office/drawing/2014/main" id="{BE631A50-1DCD-447A-8A5C-954B9567C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1238" y="2365204"/>
            <a:ext cx="1982665" cy="2703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技术</a:t>
            </a:r>
          </a:p>
        </p:txBody>
      </p:sp>
      <p:sp>
        <p:nvSpPr>
          <p:cNvPr id="25" name="PPAGENT_QA|parent=fishbone-item-2-0|domains=fishbone-items">
            <a:extLst xmlns:a="http://schemas.openxmlformats.org/drawingml/2006/main">
              <a:ext uri="{FF2B5EF4-FFF2-40B4-BE49-F238E27FC236}">
                <a16:creationId xmlns:a16="http://schemas.microsoft.com/office/drawing/2014/main" id="{3B050FAB-B442-4169-9A85-EC065508E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1238" y="2725689"/>
            <a:ext cx="2072787" cy="252339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F0F5FA"/>
          </a:solidFill>
          <a:ln xmlns:a="http://schemas.openxmlformats.org/drawingml/2006/main" w="9525">
            <a:solidFill>
              <a:srgbClr val="B8CCE0"/>
            </a:solidFill>
            <a:prstDash val="solid"/>
          </a:ln>
        </p:spPr>
        <p:txBody>
          <a:bodyPr xmlns:a="http://schemas.openxmlformats.org/drawingml/2006/main" lIns="114300" tIns="9525" rIns="114300" bIns="9525" anchor="ctr">
            <a:normAutofit fontScale="95122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接口复杂</a:t>
            </a:r>
          </a:p>
        </p:txBody>
      </p:sp>
      <p:sp>
        <p:nvSpPr>
          <p:cNvPr id="26" name="PPAGENT_QA|parent=fishbone-item-2-1|domains=fishbone-items">
            <a:extLst xmlns:a="http://schemas.openxmlformats.org/drawingml/2006/main">
              <a:ext uri="{FF2B5EF4-FFF2-40B4-BE49-F238E27FC236}">
                <a16:creationId xmlns:a16="http://schemas.microsoft.com/office/drawing/2014/main" id="{598E9E40-A4A2-4BFC-B37C-27CF95478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7165" y="3014076"/>
            <a:ext cx="2072787" cy="252339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F0F5FA"/>
          </a:solidFill>
          <a:ln xmlns:a="http://schemas.openxmlformats.org/drawingml/2006/main" w="9525">
            <a:solidFill>
              <a:srgbClr val="B8CCE0"/>
            </a:solidFill>
            <a:prstDash val="solid"/>
          </a:ln>
        </p:spPr>
        <p:txBody>
          <a:bodyPr xmlns:a="http://schemas.openxmlformats.org/drawingml/2006/main" lIns="114300" tIns="9525" rIns="114300" bIns="9525" anchor="ctr">
            <a:normAutofit fontScale="95122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测试不足</a:t>
            </a:r>
          </a:p>
        </p:txBody>
      </p:sp>
      <p:sp>
        <p:nvSpPr>
          <p:cNvPr id="27" name="PPAGENT_CONNECTOR|from=fishbone-item-4-1|fromSide=bottom|to=fishbone-joint-4|toSide=center">
            <a:extLst xmlns:a="http://schemas.openxmlformats.org/drawingml/2006/main">
              <a:ext uri="{FF2B5EF4-FFF2-40B4-BE49-F238E27FC236}">
                <a16:creationId xmlns:a16="http://schemas.microsoft.com/office/drawing/2014/main" id="{E514D7AA-CC42-4589-A48E-2DF65654E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546951" y="3266416"/>
            <a:ext cx="621836" cy="46863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C88E8"/>
            </a:solidFill>
            <a:prstDash val="solid"/>
          </a:ln>
        </p:spPr>
      </p:sp>
      <p:sp>
        <p:nvSpPr>
          <p:cNvPr id="28" name="PPAGENT_QA|parent=fishbone-joint-4">
            <a:extLst xmlns:a="http://schemas.openxmlformats.org/drawingml/2006/main">
              <a:ext uri="{FF2B5EF4-FFF2-40B4-BE49-F238E27FC236}">
                <a16:creationId xmlns:a16="http://schemas.microsoft.com/office/drawing/2014/main" id="{A13FF7E8-1F52-4AA5-8AF8-735E87A1F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690" y="3662949"/>
            <a:ext cx="144194" cy="14419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C88E8"/>
            </a:solidFill>
            <a:prstDash val="solid"/>
          </a:ln>
        </p:spPr>
      </p:sp>
      <p:sp>
        <p:nvSpPr>
          <p:cNvPr id="29" name="PPAGENT_QA|parent=fishbone-category-4|domains=fishbone-category">
            <a:extLst xmlns:a="http://schemas.openxmlformats.org/drawingml/2006/main">
              <a:ext uri="{FF2B5EF4-FFF2-40B4-BE49-F238E27FC236}">
                <a16:creationId xmlns:a16="http://schemas.microsoft.com/office/drawing/2014/main" id="{594F00CA-34B8-48AF-9EBF-BB294483D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4630" y="2365204"/>
            <a:ext cx="1982665" cy="2703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需求</a:t>
            </a:r>
          </a:p>
        </p:txBody>
      </p:sp>
      <p:sp>
        <p:nvSpPr>
          <p:cNvPr id="30" name="PPAGENT_QA|parent=fishbone-item-4-0|domains=fishbone-items">
            <a:extLst xmlns:a="http://schemas.openxmlformats.org/drawingml/2006/main">
              <a:ext uri="{FF2B5EF4-FFF2-40B4-BE49-F238E27FC236}">
                <a16:creationId xmlns:a16="http://schemas.microsoft.com/office/drawing/2014/main" id="{A70E39CF-0890-4909-BB03-61B6D9710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4630" y="2725689"/>
            <a:ext cx="2072787" cy="252339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F0F5FA"/>
          </a:solidFill>
          <a:ln xmlns:a="http://schemas.openxmlformats.org/drawingml/2006/main" w="9525">
            <a:solidFill>
              <a:srgbClr val="B8CCE0"/>
            </a:solidFill>
            <a:prstDash val="solid"/>
          </a:ln>
        </p:spPr>
        <p:txBody>
          <a:bodyPr xmlns:a="http://schemas.openxmlformats.org/drawingml/2006/main" lIns="114300" tIns="9525" rIns="114300" bIns="9525" anchor="ctr">
            <a:normAutofit fontScale="95122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目标调整</a:t>
            </a:r>
          </a:p>
        </p:txBody>
      </p:sp>
      <p:sp>
        <p:nvSpPr>
          <p:cNvPr id="31" name="PPAGENT_QA|parent=fishbone-item-4-1|domains=fishbone-items">
            <a:extLst xmlns:a="http://schemas.openxmlformats.org/drawingml/2006/main">
              <a:ext uri="{FF2B5EF4-FFF2-40B4-BE49-F238E27FC236}">
                <a16:creationId xmlns:a16="http://schemas.microsoft.com/office/drawing/2014/main" id="{5B344747-3E2C-4EBB-A22A-C602E3F08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0557" y="3014076"/>
            <a:ext cx="2072787" cy="252339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F0F5FA"/>
          </a:solidFill>
          <a:ln xmlns:a="http://schemas.openxmlformats.org/drawingml/2006/main" w="9525">
            <a:solidFill>
              <a:srgbClr val="B8CCE0"/>
            </a:solidFill>
            <a:prstDash val="solid"/>
          </a:ln>
        </p:spPr>
        <p:txBody>
          <a:bodyPr xmlns:a="http://schemas.openxmlformats.org/drawingml/2006/main" lIns="114300" tIns="9525" rIns="114300" bIns="9525" anchor="ctr">
            <a:normAutofit fontScale="95122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口径模糊</a:t>
            </a:r>
          </a:p>
        </p:txBody>
      </p:sp>
      <p:sp>
        <p:nvSpPr>
          <p:cNvPr id="32" name="PPAGENT_CONNECTOR|from=fishbone-item-1-0|fromSide=top|to=fishbone-joint-1|toSide=center">
            <a:extLst xmlns:a="http://schemas.openxmlformats.org/drawingml/2006/main">
              <a:ext uri="{FF2B5EF4-FFF2-40B4-BE49-F238E27FC236}">
                <a16:creationId xmlns:a16="http://schemas.microsoft.com/office/drawing/2014/main" id="{4E096579-1268-432A-A1D3-BB9379095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2500166" y="3735046"/>
            <a:ext cx="621836" cy="46863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C88E8"/>
            </a:solidFill>
            <a:prstDash val="solid"/>
          </a:ln>
        </p:spPr>
      </p:sp>
      <p:sp>
        <p:nvSpPr>
          <p:cNvPr id="33" name="PPAGENT_QA|parent=fishbone-joint-1">
            <a:extLst xmlns:a="http://schemas.openxmlformats.org/drawingml/2006/main">
              <a:ext uri="{FF2B5EF4-FFF2-40B4-BE49-F238E27FC236}">
                <a16:creationId xmlns:a16="http://schemas.microsoft.com/office/drawing/2014/main" id="{E4F911B4-65A9-4468-8091-2FFCE8DE9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9905" y="3662949"/>
            <a:ext cx="144194" cy="14419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C88E8"/>
            </a:solidFill>
            <a:prstDash val="solid"/>
          </a:ln>
        </p:spPr>
      </p:sp>
      <p:sp>
        <p:nvSpPr>
          <p:cNvPr id="34" name="PPAGENT_QA|parent=fishbone-category-1|domains=fishbone-category">
            <a:extLst xmlns:a="http://schemas.openxmlformats.org/drawingml/2006/main">
              <a:ext uri="{FF2B5EF4-FFF2-40B4-BE49-F238E27FC236}">
                <a16:creationId xmlns:a16="http://schemas.microsoft.com/office/drawing/2014/main" id="{30D099B5-ED2D-4DD7-84E1-96B1D0682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7845" y="4834524"/>
            <a:ext cx="1982665" cy="2703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流程</a:t>
            </a:r>
          </a:p>
        </p:txBody>
      </p:sp>
      <p:sp>
        <p:nvSpPr>
          <p:cNvPr id="35" name="PPAGENT_QA|parent=fishbone-item-1-0|domains=fishbone-items">
            <a:extLst xmlns:a="http://schemas.openxmlformats.org/drawingml/2006/main">
              <a:ext uri="{FF2B5EF4-FFF2-40B4-BE49-F238E27FC236}">
                <a16:creationId xmlns:a16="http://schemas.microsoft.com/office/drawing/2014/main" id="{6C72084D-F903-4664-9D4F-228F696A6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773" y="4203676"/>
            <a:ext cx="2072787" cy="252339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9525">
            <a:solidFill>
              <a:srgbClr val="B9DCE8"/>
            </a:solidFill>
            <a:prstDash val="solid"/>
          </a:ln>
        </p:spPr>
        <p:txBody>
          <a:bodyPr xmlns:a="http://schemas.openxmlformats.org/drawingml/2006/main" lIns="114300" tIns="9525" rIns="114300" bIns="9525" anchor="ctr">
            <a:normAutofit fontScale="95122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审批过长</a:t>
            </a:r>
          </a:p>
        </p:txBody>
      </p:sp>
      <p:sp>
        <p:nvSpPr>
          <p:cNvPr id="36" name="PPAGENT_QA|parent=fishbone-item-1-1|domains=fishbone-items">
            <a:extLst xmlns:a="http://schemas.openxmlformats.org/drawingml/2006/main">
              <a:ext uri="{FF2B5EF4-FFF2-40B4-BE49-F238E27FC236}">
                <a16:creationId xmlns:a16="http://schemas.microsoft.com/office/drawing/2014/main" id="{CEC2D712-D801-4FFF-A551-18FC4FCFF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7845" y="4492063"/>
            <a:ext cx="2072787" cy="252339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9525">
            <a:solidFill>
              <a:srgbClr val="B9DCE8"/>
            </a:solidFill>
            <a:prstDash val="solid"/>
          </a:ln>
        </p:spPr>
        <p:txBody>
          <a:bodyPr xmlns:a="http://schemas.openxmlformats.org/drawingml/2006/main" lIns="114300" tIns="9525" rIns="114300" bIns="9525" anchor="ctr">
            <a:normAutofit fontScale="95122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交接缺失</a:t>
            </a:r>
          </a:p>
        </p:txBody>
      </p:sp>
      <p:sp>
        <p:nvSpPr>
          <p:cNvPr id="37" name="PPAGENT_CONNECTOR|from=fishbone-item-3-0|fromSide=top|to=fishbone-joint-3|toSide=center">
            <a:extLst xmlns:a="http://schemas.openxmlformats.org/drawingml/2006/main">
              <a:ext uri="{FF2B5EF4-FFF2-40B4-BE49-F238E27FC236}">
                <a16:creationId xmlns:a16="http://schemas.microsoft.com/office/drawing/2014/main" id="{60A85DA8-391C-4122-94F3-9218478A2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5023558" y="3735046"/>
            <a:ext cx="621836" cy="46863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C88E8"/>
            </a:solidFill>
            <a:prstDash val="solid"/>
          </a:ln>
        </p:spPr>
      </p:sp>
      <p:sp>
        <p:nvSpPr>
          <p:cNvPr id="38" name="PPAGENT_QA|parent=fishbone-joint-3">
            <a:extLst xmlns:a="http://schemas.openxmlformats.org/drawingml/2006/main">
              <a:ext uri="{FF2B5EF4-FFF2-40B4-BE49-F238E27FC236}">
                <a16:creationId xmlns:a16="http://schemas.microsoft.com/office/drawing/2014/main" id="{D0DFA8F4-5E46-4AE6-B6EF-5055E51F3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3297" y="3662949"/>
            <a:ext cx="144194" cy="14419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C88E8"/>
            </a:solidFill>
            <a:prstDash val="solid"/>
          </a:ln>
        </p:spPr>
      </p:sp>
      <p:sp>
        <p:nvSpPr>
          <p:cNvPr id="39" name="PPAGENT_QA|parent=fishbone-category-3|domains=fishbone-category">
            <a:extLst xmlns:a="http://schemas.openxmlformats.org/drawingml/2006/main">
              <a:ext uri="{FF2B5EF4-FFF2-40B4-BE49-F238E27FC236}">
                <a16:creationId xmlns:a16="http://schemas.microsoft.com/office/drawing/2014/main" id="{AF1467D4-E9BD-4CFE-8328-609EB923D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1238" y="4834524"/>
            <a:ext cx="1982665" cy="2703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资源</a:t>
            </a:r>
          </a:p>
        </p:txBody>
      </p:sp>
      <p:sp>
        <p:nvSpPr>
          <p:cNvPr id="40" name="PPAGENT_QA|parent=fishbone-item-3-0|domains=fishbone-items">
            <a:extLst xmlns:a="http://schemas.openxmlformats.org/drawingml/2006/main">
              <a:ext uri="{FF2B5EF4-FFF2-40B4-BE49-F238E27FC236}">
                <a16:creationId xmlns:a16="http://schemas.microsoft.com/office/drawing/2014/main" id="{826149F5-E163-4DFC-BEDE-F7BCE3BF2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7165" y="4203676"/>
            <a:ext cx="2072787" cy="252339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9525">
            <a:solidFill>
              <a:srgbClr val="B9DCE8"/>
            </a:solidFill>
            <a:prstDash val="solid"/>
          </a:ln>
        </p:spPr>
        <p:txBody>
          <a:bodyPr xmlns:a="http://schemas.openxmlformats.org/drawingml/2006/main" lIns="114300" tIns="9525" rIns="114300" bIns="9525" anchor="ctr">
            <a:normAutofit fontScale="95122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预算受限</a:t>
            </a:r>
          </a:p>
        </p:txBody>
      </p:sp>
      <p:sp>
        <p:nvSpPr>
          <p:cNvPr id="41" name="PPAGENT_QA|parent=fishbone-item-3-1|domains=fishbone-items">
            <a:extLst xmlns:a="http://schemas.openxmlformats.org/drawingml/2006/main">
              <a:ext uri="{FF2B5EF4-FFF2-40B4-BE49-F238E27FC236}">
                <a16:creationId xmlns:a16="http://schemas.microsoft.com/office/drawing/2014/main" id="{23DB284C-27C7-4672-B671-9292321BB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1238" y="4492063"/>
            <a:ext cx="2072787" cy="252339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9525">
            <a:solidFill>
              <a:srgbClr val="B9DCE8"/>
            </a:solidFill>
            <a:prstDash val="solid"/>
          </a:ln>
        </p:spPr>
        <p:txBody>
          <a:bodyPr xmlns:a="http://schemas.openxmlformats.org/drawingml/2006/main" lIns="114300" tIns="9525" rIns="114300" bIns="9525" anchor="ctr">
            <a:normAutofit fontScale="95122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设备延迟</a:t>
            </a:r>
          </a:p>
        </p:txBody>
      </p:sp>
      <p:sp>
        <p:nvSpPr>
          <p:cNvPr id="42" name="PPAGENT_CONNECTOR|from=fishbone-item-5-0|fromSide=top|to=fishbone-joint-5|toSide=center">
            <a:extLst xmlns:a="http://schemas.openxmlformats.org/drawingml/2006/main">
              <a:ext uri="{FF2B5EF4-FFF2-40B4-BE49-F238E27FC236}">
                <a16:creationId xmlns:a16="http://schemas.microsoft.com/office/drawing/2014/main" id="{FAE6125B-F526-4CDF-AB97-5E5370D07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7546951" y="3735046"/>
            <a:ext cx="621836" cy="46863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C88E8"/>
            </a:solidFill>
            <a:prstDash val="solid"/>
          </a:ln>
        </p:spPr>
      </p:sp>
      <p:sp>
        <p:nvSpPr>
          <p:cNvPr id="43" name="PPAGENT_QA|parent=fishbone-joint-5">
            <a:extLst xmlns:a="http://schemas.openxmlformats.org/drawingml/2006/main">
              <a:ext uri="{FF2B5EF4-FFF2-40B4-BE49-F238E27FC236}">
                <a16:creationId xmlns:a16="http://schemas.microsoft.com/office/drawing/2014/main" id="{1C7BF7BA-C4BA-4AEA-984F-1E9B938C6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690" y="3662949"/>
            <a:ext cx="144194" cy="14419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C88E8"/>
            </a:solidFill>
            <a:prstDash val="solid"/>
          </a:ln>
        </p:spPr>
      </p:sp>
      <p:sp>
        <p:nvSpPr>
          <p:cNvPr id="44" name="PPAGENT_QA|parent=fishbone-category-5|domains=fishbone-category">
            <a:extLst xmlns:a="http://schemas.openxmlformats.org/drawingml/2006/main">
              <a:ext uri="{FF2B5EF4-FFF2-40B4-BE49-F238E27FC236}">
                <a16:creationId xmlns:a16="http://schemas.microsoft.com/office/drawing/2014/main" id="{246C32F9-A1A6-4BF0-B37A-B8F4BA109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4630" y="4834524"/>
            <a:ext cx="1982665" cy="2703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环境</a:t>
            </a:r>
          </a:p>
        </p:txBody>
      </p:sp>
      <p:sp>
        <p:nvSpPr>
          <p:cNvPr id="45" name="PPAGENT_QA|parent=fishbone-item-5-0|domains=fishbone-items">
            <a:extLst xmlns:a="http://schemas.openxmlformats.org/drawingml/2006/main">
              <a:ext uri="{FF2B5EF4-FFF2-40B4-BE49-F238E27FC236}">
                <a16:creationId xmlns:a16="http://schemas.microsoft.com/office/drawing/2014/main" id="{DCD6ED42-4B1A-43B7-B90B-410219C6F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0557" y="4203676"/>
            <a:ext cx="2072787" cy="252339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9525">
            <a:solidFill>
              <a:srgbClr val="B9DCE8"/>
            </a:solidFill>
            <a:prstDash val="solid"/>
          </a:ln>
        </p:spPr>
        <p:txBody>
          <a:bodyPr xmlns:a="http://schemas.openxmlformats.org/drawingml/2006/main" lIns="114300" tIns="9525" rIns="114300" bIns="9525" anchor="ctr">
            <a:normAutofit fontScale="95122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外部波动</a:t>
            </a:r>
          </a:p>
        </p:txBody>
      </p:sp>
      <p:sp>
        <p:nvSpPr>
          <p:cNvPr id="46" name="PPAGENT_QA|parent=fishbone-item-5-1|domains=fishbone-items">
            <a:extLst xmlns:a="http://schemas.openxmlformats.org/drawingml/2006/main">
              <a:ext uri="{FF2B5EF4-FFF2-40B4-BE49-F238E27FC236}">
                <a16:creationId xmlns:a16="http://schemas.microsoft.com/office/drawing/2014/main" id="{5227BDD7-9E2E-4F11-8202-6EA07224B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4630" y="4492063"/>
            <a:ext cx="2072787" cy="252339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9525">
            <a:solidFill>
              <a:srgbClr val="B9DCE8"/>
            </a:solidFill>
            <a:prstDash val="solid"/>
          </a:ln>
        </p:spPr>
        <p:txBody>
          <a:bodyPr xmlns:a="http://schemas.openxmlformats.org/drawingml/2006/main" lIns="114300" tIns="9525" rIns="114300" bIns="9525" anchor="ctr">
            <a:normAutofit fontScale="95122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协作困难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250" b="1">
                <a:latin typeface="HYWenRunSongYun U"/>
                <a:ea typeface="HYWenRunSongYun U"/>
                <a:cs typeface="HYWenRunSongYun U"/>
              </a:defRPr>
            </a:pPr>
            <a:r>
              <a:rPr sz="225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从数据来源到应用的分层架构｜4+1+4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分层关系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980350A8-FD7D-42A3-8619-30883D57A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08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PAGENT_QA|parent=layer-label-app|domains=layer-label">
            <a:extLst xmlns:a="http://schemas.openxmlformats.org/drawingml/2006/main">
              <a:ext uri="{FF2B5EF4-FFF2-40B4-BE49-F238E27FC236}">
                <a16:creationId xmlns:a16="http://schemas.microsoft.com/office/drawing/2014/main" id="{D074E9F9-A719-4D66-A1E8-AF05B5ADF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118" y="2022744"/>
            <a:ext cx="1081454" cy="3064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应用层</a:t>
            </a:r>
          </a:p>
        </p:txBody>
      </p:sp>
      <p:sp>
        <p:nvSpPr>
          <p:cNvPr id="16" name="PPAGENT_QA|parent=layer-label-platform|domains=layer-label">
            <a:extLst xmlns:a="http://schemas.openxmlformats.org/drawingml/2006/main">
              <a:ext uri="{FF2B5EF4-FFF2-40B4-BE49-F238E27FC236}">
                <a16:creationId xmlns:a16="http://schemas.microsoft.com/office/drawing/2014/main" id="{99155001-784D-4D4C-BAB1-9FE975C1F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118" y="3554803"/>
            <a:ext cx="1081454" cy="3064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中台层</a:t>
            </a:r>
          </a:p>
        </p:txBody>
      </p:sp>
      <p:sp>
        <p:nvSpPr>
          <p:cNvPr id="17" name="PPAGENT_QA|parent=layer-label-source|domains=layer-label">
            <a:extLst xmlns:a="http://schemas.openxmlformats.org/drawingml/2006/main">
              <a:ext uri="{FF2B5EF4-FFF2-40B4-BE49-F238E27FC236}">
                <a16:creationId xmlns:a16="http://schemas.microsoft.com/office/drawing/2014/main" id="{34D37481-DCD3-4309-B69F-8A952E97D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118" y="5267105"/>
            <a:ext cx="1081454" cy="3064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云平台</a:t>
            </a:r>
          </a:p>
        </p:txBody>
      </p:sp>
      <p:sp>
        <p:nvSpPr>
          <p:cNvPr id="18" name="PPAGENT_QA|parent=layer-source-0|domains=layer-node,layer-source">
            <a:extLst xmlns:a="http://schemas.openxmlformats.org/drawingml/2006/main">
              <a:ext uri="{FF2B5EF4-FFF2-40B4-BE49-F238E27FC236}">
                <a16:creationId xmlns:a16="http://schemas.microsoft.com/office/drawing/2014/main" id="{8DE3C31C-FE7D-4870-B8DB-DFF76F0ED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3474" y="5050814"/>
            <a:ext cx="1189599" cy="72096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业务数据</a:t>
            </a:r>
          </a:p>
        </p:txBody>
      </p:sp>
      <p:sp>
        <p:nvSpPr>
          <p:cNvPr id="19" name="PPAGENT_QA|parent=layer-source-1|domains=layer-node,layer-source">
            <a:extLst xmlns:a="http://schemas.openxmlformats.org/drawingml/2006/main">
              <a:ext uri="{FF2B5EF4-FFF2-40B4-BE49-F238E27FC236}">
                <a16:creationId xmlns:a16="http://schemas.microsoft.com/office/drawing/2014/main" id="{712AAFC3-FD4D-4100-8545-AD7892F9D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5292" y="5050814"/>
            <a:ext cx="1189599" cy="72096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实验数据</a:t>
            </a:r>
          </a:p>
        </p:txBody>
      </p:sp>
      <p:sp>
        <p:nvSpPr>
          <p:cNvPr id="20" name="PPAGENT_QA|parent=layer-source-2|domains=layer-node,layer-source">
            <a:extLst xmlns:a="http://schemas.openxmlformats.org/drawingml/2006/main">
              <a:ext uri="{FF2B5EF4-FFF2-40B4-BE49-F238E27FC236}">
                <a16:creationId xmlns:a16="http://schemas.microsoft.com/office/drawing/2014/main" id="{88254639-A56A-41A3-B014-C82D69044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7109" y="5050814"/>
            <a:ext cx="1189599" cy="72096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文献资料</a:t>
            </a:r>
          </a:p>
        </p:txBody>
      </p:sp>
      <p:sp>
        <p:nvSpPr>
          <p:cNvPr id="21" name="PPAGENT_QA|parent=layer-source-3|domains=layer-node,layer-source">
            <a:extLst xmlns:a="http://schemas.openxmlformats.org/drawingml/2006/main">
              <a:ext uri="{FF2B5EF4-FFF2-40B4-BE49-F238E27FC236}">
                <a16:creationId xmlns:a16="http://schemas.microsoft.com/office/drawing/2014/main" id="{4BB372C3-06B7-4678-99A1-C19261F24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8926" y="5050814"/>
            <a:ext cx="1189599" cy="72096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外部接口</a:t>
            </a:r>
          </a:p>
        </p:txBody>
      </p:sp>
      <p:sp>
        <p:nvSpPr>
          <p:cNvPr id="22" name="PPAGENT_QA|parent=layer-platform|domains=layer-node,layer-platform">
            <a:extLst xmlns:a="http://schemas.openxmlformats.org/drawingml/2006/main">
              <a:ext uri="{FF2B5EF4-FFF2-40B4-BE49-F238E27FC236}">
                <a16:creationId xmlns:a16="http://schemas.microsoft.com/office/drawing/2014/main" id="{D614E83D-0EE3-41B7-93AF-A848248A7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1033" y="3248391"/>
            <a:ext cx="7389935" cy="1081454"/>
          </a:xfrm>
          <a:prstGeom xmlns:a="http://schemas.openxmlformats.org/drawingml/2006/main" prst="roundRect">
            <a:avLst>
              <a:gd name="adj" fmla="val 10569"/>
            </a:avLst>
          </a:prstGeom>
          <a:solidFill xmlns:a="http://schemas.openxmlformats.org/drawingml/2006/main">
            <a:srgbClr val="4C88E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统一研究与能力平台</a:t>
            </a:r>
          </a:p>
        </p:txBody>
      </p:sp>
      <p:sp>
        <p:nvSpPr>
          <p:cNvPr id="23" name="PPAGENT_QA|parent=layer-app-0|domains=layer-node,layer-app">
            <a:extLst xmlns:a="http://schemas.openxmlformats.org/drawingml/2006/main">
              <a:ext uri="{FF2B5EF4-FFF2-40B4-BE49-F238E27FC236}">
                <a16:creationId xmlns:a16="http://schemas.microsoft.com/office/drawing/2014/main" id="{7E4758B5-DA38-4C7B-AC56-4F5A01ECA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184" y="1806453"/>
            <a:ext cx="1189599" cy="8291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B5D2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智能分析</a:t>
            </a:r>
          </a:p>
        </p:txBody>
      </p:sp>
      <p:sp>
        <p:nvSpPr>
          <p:cNvPr id="24" name="PPAGENT_QA|parent=layer-app-1|domains=layer-node,layer-app">
            <a:extLst xmlns:a="http://schemas.openxmlformats.org/drawingml/2006/main">
              <a:ext uri="{FF2B5EF4-FFF2-40B4-BE49-F238E27FC236}">
                <a16:creationId xmlns:a16="http://schemas.microsoft.com/office/drawing/2014/main" id="{BFC58AFB-3CF8-4E7A-A19E-6E74C563A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3195" y="1806453"/>
            <a:ext cx="1189599" cy="8291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B5D2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方案设计</a:t>
            </a:r>
          </a:p>
        </p:txBody>
      </p:sp>
      <p:sp>
        <p:nvSpPr>
          <p:cNvPr id="25" name="PPAGENT_QA|parent=layer-app-2|domains=layer-node,layer-app">
            <a:extLst xmlns:a="http://schemas.openxmlformats.org/drawingml/2006/main">
              <a:ext uri="{FF2B5EF4-FFF2-40B4-BE49-F238E27FC236}">
                <a16:creationId xmlns:a16="http://schemas.microsoft.com/office/drawing/2014/main" id="{9ADE2EEB-753F-4189-8EB7-4BF152C48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9206" y="1806453"/>
            <a:ext cx="1189599" cy="8291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B5D2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辅助决策</a:t>
            </a:r>
          </a:p>
        </p:txBody>
      </p:sp>
      <p:sp>
        <p:nvSpPr>
          <p:cNvPr id="26" name="PPAGENT_QA|parent=layer-app-3|domains=layer-node,layer-app">
            <a:extLst xmlns:a="http://schemas.openxmlformats.org/drawingml/2006/main">
              <a:ext uri="{FF2B5EF4-FFF2-40B4-BE49-F238E27FC236}">
                <a16:creationId xmlns:a16="http://schemas.microsoft.com/office/drawing/2014/main" id="{F39A1F6D-A9AF-45CA-BD12-927C7211C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5217" y="1806453"/>
            <a:ext cx="1189599" cy="8291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B5D2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成果服务</a:t>
            </a:r>
          </a:p>
        </p:txBody>
      </p:sp>
      <p:sp>
        <p:nvSpPr>
          <p:cNvPr id="27" name="PPAGENT_CONNECTOR|from=layer-source-0|fromSide=top|to=layer-platform|toSide=bottom">
            <a:extLst xmlns:a="http://schemas.openxmlformats.org/drawingml/2006/main">
              <a:ext uri="{FF2B5EF4-FFF2-40B4-BE49-F238E27FC236}">
                <a16:creationId xmlns:a16="http://schemas.microsoft.com/office/drawing/2014/main" id="{7FCD63A2-BEAA-4195-92A5-70E313B84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4068274" y="4329845"/>
            <a:ext cx="2027726" cy="72096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FC6E8"/>
            </a:solidFill>
            <a:prstDash val="solid"/>
          </a:ln>
        </p:spPr>
      </p:sp>
      <p:sp>
        <p:nvSpPr>
          <p:cNvPr id="28" name="PPAGENT_CONNECTOR|from=layer-source-1|fromSide=top|to=layer-platform|toSide=bottom">
            <a:extLst xmlns:a="http://schemas.openxmlformats.org/drawingml/2006/main">
              <a:ext uri="{FF2B5EF4-FFF2-40B4-BE49-F238E27FC236}">
                <a16:creationId xmlns:a16="http://schemas.microsoft.com/office/drawing/2014/main" id="{3CFBEE9E-D286-45D3-8CE9-9B77C0F97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5420091" y="4329845"/>
            <a:ext cx="675909" cy="72096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FC6E8"/>
            </a:solidFill>
            <a:prstDash val="solid"/>
          </a:ln>
        </p:spPr>
      </p:sp>
      <p:sp>
        <p:nvSpPr>
          <p:cNvPr id="29" name="PPAGENT_CONNECTOR|from=layer-source-2|fromSide=top|to=layer-platform|toSide=bottom">
            <a:extLst xmlns:a="http://schemas.openxmlformats.org/drawingml/2006/main">
              <a:ext uri="{FF2B5EF4-FFF2-40B4-BE49-F238E27FC236}">
                <a16:creationId xmlns:a16="http://schemas.microsoft.com/office/drawing/2014/main" id="{34A3AA4F-E198-4EEE-BAE3-4C4128C8E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6096000" y="4329845"/>
            <a:ext cx="675909" cy="72096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FC6E8"/>
            </a:solidFill>
            <a:prstDash val="solid"/>
          </a:ln>
        </p:spPr>
      </p:sp>
      <p:sp>
        <p:nvSpPr>
          <p:cNvPr id="30" name="PPAGENT_CONNECTOR|from=layer-source-3|fromSide=top|to=layer-platform|toSide=bottom">
            <a:extLst xmlns:a="http://schemas.openxmlformats.org/drawingml/2006/main">
              <a:ext uri="{FF2B5EF4-FFF2-40B4-BE49-F238E27FC236}">
                <a16:creationId xmlns:a16="http://schemas.microsoft.com/office/drawing/2014/main" id="{BCB410BF-32F6-48BC-ABFB-CD908FD9C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6096000" y="4329845"/>
            <a:ext cx="2027726" cy="72096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FC6E8"/>
            </a:solidFill>
            <a:prstDash val="solid"/>
          </a:ln>
        </p:spPr>
      </p:sp>
      <p:sp>
        <p:nvSpPr>
          <p:cNvPr id="31" name="PPAGENT_CONNECTOR|from=layer-platform|fromSide=top|to=layer-app-0|toSide=bottom">
            <a:extLst xmlns:a="http://schemas.openxmlformats.org/drawingml/2006/main">
              <a:ext uri="{FF2B5EF4-FFF2-40B4-BE49-F238E27FC236}">
                <a16:creationId xmlns:a16="http://schemas.microsoft.com/office/drawing/2014/main" id="{21AC3BCB-2563-4E66-ADA5-C6F27BCB5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3851983" y="2635568"/>
            <a:ext cx="2244017" cy="61282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FC6E8"/>
            </a:solidFill>
            <a:prstDash val="solid"/>
          </a:ln>
        </p:spPr>
      </p:sp>
      <p:sp>
        <p:nvSpPr>
          <p:cNvPr id="32" name="PPAGENT_CONNECTOR|from=layer-platform|fromSide=top|to=layer-app-1|toSide=bottom">
            <a:extLst xmlns:a="http://schemas.openxmlformats.org/drawingml/2006/main">
              <a:ext uri="{FF2B5EF4-FFF2-40B4-BE49-F238E27FC236}">
                <a16:creationId xmlns:a16="http://schemas.microsoft.com/office/drawing/2014/main" id="{7C327905-37EB-48C7-8006-CE6A96D76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5347994" y="2635568"/>
            <a:ext cx="748006" cy="61282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FC6E8"/>
            </a:solidFill>
            <a:prstDash val="solid"/>
          </a:ln>
        </p:spPr>
      </p:sp>
      <p:sp>
        <p:nvSpPr>
          <p:cNvPr id="33" name="PPAGENT_CONNECTOR|from=layer-platform|fromSide=top|to=layer-app-2|toSide=bottom">
            <a:extLst xmlns:a="http://schemas.openxmlformats.org/drawingml/2006/main">
              <a:ext uri="{FF2B5EF4-FFF2-40B4-BE49-F238E27FC236}">
                <a16:creationId xmlns:a16="http://schemas.microsoft.com/office/drawing/2014/main" id="{DFF8FF9B-BD17-48F3-92E5-BE5C8CCE4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6096000" y="2635568"/>
            <a:ext cx="748006" cy="61282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FC6E8"/>
            </a:solidFill>
            <a:prstDash val="solid"/>
          </a:ln>
        </p:spPr>
      </p:sp>
      <p:sp>
        <p:nvSpPr>
          <p:cNvPr id="34" name="PPAGENT_CONNECTOR|from=layer-platform|fromSide=top|to=layer-app-3|toSide=bottom">
            <a:extLst xmlns:a="http://schemas.openxmlformats.org/drawingml/2006/main">
              <a:ext uri="{FF2B5EF4-FFF2-40B4-BE49-F238E27FC236}">
                <a16:creationId xmlns:a16="http://schemas.microsoft.com/office/drawing/2014/main" id="{549C6F3F-B839-4DEA-962A-52547A0E6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6096000" y="2635568"/>
            <a:ext cx="2244017" cy="61282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FC6E8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2026-08-13T04:34:45.8360000Z</dcterms:created>
  <dcterms:modified xsi:type="dcterms:W3CDTF">2026-08-13T04:34:45.8360000Z</dcterms:modified>
</coreProperties>
</file>