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b27eb094c41f6" /><Relationship Type="http://schemas.openxmlformats.org/officeDocument/2006/relationships/extended-properties" Target="/docProps/app.xml" Id="R2742c49c68f2444e" /><Relationship Type="http://schemas.openxmlformats.org/officeDocument/2006/relationships/officeDocument" Target="/ppt/presentation.xml" Id="Rff3b092e82ab46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bdb21df2b4437"/>
    <p:sldMasterId xmlns:r="http://schemas.openxmlformats.org/officeDocument/2006/relationships" id="2147483660" r:id="Re9e33d82b9554158"/>
    <p:sldMasterId xmlns:r="http://schemas.openxmlformats.org/officeDocument/2006/relationships" id="2147483663" r:id="Ra97ca4bbd3ff4483"/>
  </p:sldMasterIdLst>
  <p:notesMasterIdLst>
    <p:notesMasterId xmlns:r="http://schemas.openxmlformats.org/officeDocument/2006/relationships" r:id="R10e2dc341207477c"/>
  </p:notesMasterIdLst>
  <p:sldIdLst>
    <p:sldId xmlns:r="http://schemas.openxmlformats.org/officeDocument/2006/relationships" id="256" r:id="R2e1a9092047940f4"/>
    <p:sldId xmlns:r="http://schemas.openxmlformats.org/officeDocument/2006/relationships" id="257" r:id="Rf1e44d5307684e2b"/>
    <p:sldId xmlns:r="http://schemas.openxmlformats.org/officeDocument/2006/relationships" id="258" r:id="R20fb71d5f8954fa8"/>
    <p:sldId xmlns:r="http://schemas.openxmlformats.org/officeDocument/2006/relationships" id="259" r:id="Re89669c9c80e4aaa"/>
    <p:sldId xmlns:r="http://schemas.openxmlformats.org/officeDocument/2006/relationships" id="260" r:id="Rc3a50c35b4d64467"/>
    <p:sldId xmlns:r="http://schemas.openxmlformats.org/officeDocument/2006/relationships" id="261" r:id="R186e78bc5d8e4eef"/>
    <p:sldId xmlns:r="http://schemas.openxmlformats.org/officeDocument/2006/relationships" id="262" r:id="R36c4d6a1dc724f07"/>
    <p:sldId xmlns:r="http://schemas.openxmlformats.org/officeDocument/2006/relationships" id="263" r:id="R425e22d4f6954e81"/>
    <p:sldId xmlns:r="http://schemas.openxmlformats.org/officeDocument/2006/relationships" id="264" r:id="Rc31195a6d5b34c4b"/>
    <p:sldId xmlns:r="http://schemas.openxmlformats.org/officeDocument/2006/relationships" id="265" r:id="R0ad6c6c9f4e44f6c"/>
    <p:sldId xmlns:r="http://schemas.openxmlformats.org/officeDocument/2006/relationships" id="266" r:id="R6b52ddb020034c44"/>
    <p:sldId xmlns:r="http://schemas.openxmlformats.org/officeDocument/2006/relationships" id="267" r:id="R14ce2a65190c4c8a"/>
    <p:sldId xmlns:r="http://schemas.openxmlformats.org/officeDocument/2006/relationships" id="268" r:id="R32d72574ffad4cae"/>
    <p:sldId xmlns:r="http://schemas.openxmlformats.org/officeDocument/2006/relationships" id="269" r:id="R06e22f02115342be"/>
    <p:sldId xmlns:r="http://schemas.openxmlformats.org/officeDocument/2006/relationships" id="270" r:id="Rbe2cc13fb6154f00"/>
    <p:sldId xmlns:r="http://schemas.openxmlformats.org/officeDocument/2006/relationships" id="271" r:id="Ra61c2420ba4c4d89"/>
    <p:sldId xmlns:r="http://schemas.openxmlformats.org/officeDocument/2006/relationships" id="272" r:id="R4b475da6a61d458a"/>
    <p:sldId xmlns:r="http://schemas.openxmlformats.org/officeDocument/2006/relationships" id="273" r:id="R433ba6d40d324484"/>
    <p:sldId xmlns:r="http://schemas.openxmlformats.org/officeDocument/2006/relationships" id="274" r:id="R15a0531fc54142cb"/>
    <p:sldId xmlns:r="http://schemas.openxmlformats.org/officeDocument/2006/relationships" id="275" r:id="R1b746ca82a534620"/>
    <p:sldId xmlns:r="http://schemas.openxmlformats.org/officeDocument/2006/relationships" id="276" r:id="R27df7175b4cf4325"/>
    <p:sldId xmlns:r="http://schemas.openxmlformats.org/officeDocument/2006/relationships" id="277" r:id="R53f1794e415149ca"/>
    <p:sldId xmlns:r="http://schemas.openxmlformats.org/officeDocument/2006/relationships" id="278" r:id="Rae6168c8998f424e"/>
    <p:sldId xmlns:r="http://schemas.openxmlformats.org/officeDocument/2006/relationships" id="279" r:id="R9a293113b8734779"/>
    <p:sldId xmlns:r="http://schemas.openxmlformats.org/officeDocument/2006/relationships" id="280" r:id="Rf0c922c342314423"/>
    <p:sldId xmlns:r="http://schemas.openxmlformats.org/officeDocument/2006/relationships" id="281" r:id="R7ae964af9a734254"/>
    <p:sldId xmlns:r="http://schemas.openxmlformats.org/officeDocument/2006/relationships" id="282" r:id="R4b8eeca9d4f242f0"/>
    <p:sldId xmlns:r="http://schemas.openxmlformats.org/officeDocument/2006/relationships" id="283" r:id="R2ba6a6281dc941f0"/>
    <p:sldId xmlns:r="http://schemas.openxmlformats.org/officeDocument/2006/relationships" id="284" r:id="R33508cd8a0334adb"/>
    <p:sldId xmlns:r="http://schemas.openxmlformats.org/officeDocument/2006/relationships" id="285" r:id="R528395e5649341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86d8e03c64376" /><Relationship Type="http://schemas.openxmlformats.org/officeDocument/2006/relationships/slideMaster" Target="/ppt/slideMasters/slideMaster1.xml" Id="R6f9bdb21df2b4437" /><Relationship Type="http://schemas.openxmlformats.org/officeDocument/2006/relationships/slideMaster" Target="/ppt/slideMasters/slideMaster2.xml" Id="Re9e33d82b9554158" /><Relationship Type="http://schemas.openxmlformats.org/officeDocument/2006/relationships/slideMaster" Target="/ppt/slideMasters/slideMaster3.xml" Id="Ra97ca4bbd3ff4483" /><Relationship Type="http://schemas.openxmlformats.org/officeDocument/2006/relationships/notesMaster" Target="/ppt/notesMasters/notesMaster1.xml" Id="R10e2dc341207477c" /><Relationship Type="http://schemas.openxmlformats.org/officeDocument/2006/relationships/presProps" Target="/ppt/presProps.xml" Id="R12cce25b1c2d4d6d" /><Relationship Type="http://schemas.openxmlformats.org/officeDocument/2006/relationships/viewProps" Target="/ppt/viewProps.xml" Id="R5d877142e1e34110" /><Relationship Type="http://schemas.openxmlformats.org/officeDocument/2006/relationships/tableStyles" Target="/ppt/tableStyles.xml" Id="R920591cea53741f8" /><Relationship Type="http://schemas.openxmlformats.org/officeDocument/2006/relationships/slide" Target="/ppt/slides/slide1.xml" Id="R2e1a9092047940f4" /><Relationship Type="http://schemas.openxmlformats.org/officeDocument/2006/relationships/slide" Target="/ppt/slides/slide2.xml" Id="Rf1e44d5307684e2b" /><Relationship Type="http://schemas.openxmlformats.org/officeDocument/2006/relationships/slide" Target="/ppt/slides/slide3.xml" Id="R20fb71d5f8954fa8" /><Relationship Type="http://schemas.openxmlformats.org/officeDocument/2006/relationships/slide" Target="/ppt/slides/slide4.xml" Id="Re89669c9c80e4aaa" /><Relationship Type="http://schemas.openxmlformats.org/officeDocument/2006/relationships/slide" Target="/ppt/slides/slide5.xml" Id="Rc3a50c35b4d64467" /><Relationship Type="http://schemas.openxmlformats.org/officeDocument/2006/relationships/slide" Target="/ppt/slides/slide6.xml" Id="R186e78bc5d8e4eef" /><Relationship Type="http://schemas.openxmlformats.org/officeDocument/2006/relationships/slide" Target="/ppt/slides/slide7.xml" Id="R36c4d6a1dc724f07" /><Relationship Type="http://schemas.openxmlformats.org/officeDocument/2006/relationships/slide" Target="/ppt/slides/slide8.xml" Id="R425e22d4f6954e81" /><Relationship Type="http://schemas.openxmlformats.org/officeDocument/2006/relationships/slide" Target="/ppt/slides/slide9.xml" Id="Rc31195a6d5b34c4b" /><Relationship Type="http://schemas.openxmlformats.org/officeDocument/2006/relationships/slide" Target="/ppt/slides/slide10.xml" Id="R0ad6c6c9f4e44f6c" /><Relationship Type="http://schemas.openxmlformats.org/officeDocument/2006/relationships/slide" Target="/ppt/slides/slide11.xml" Id="R6b52ddb020034c44" /><Relationship Type="http://schemas.openxmlformats.org/officeDocument/2006/relationships/slide" Target="/ppt/slides/slide12.xml" Id="R14ce2a65190c4c8a" /><Relationship Type="http://schemas.openxmlformats.org/officeDocument/2006/relationships/slide" Target="/ppt/slides/slide13.xml" Id="R32d72574ffad4cae" /><Relationship Type="http://schemas.openxmlformats.org/officeDocument/2006/relationships/slide" Target="/ppt/slides/slide14.xml" Id="R06e22f02115342be" /><Relationship Type="http://schemas.openxmlformats.org/officeDocument/2006/relationships/slide" Target="/ppt/slides/slide15.xml" Id="Rbe2cc13fb6154f00" /><Relationship Type="http://schemas.openxmlformats.org/officeDocument/2006/relationships/slide" Target="/ppt/slides/slide16.xml" Id="Ra61c2420ba4c4d89" /><Relationship Type="http://schemas.openxmlformats.org/officeDocument/2006/relationships/slide" Target="/ppt/slides/slide17.xml" Id="R4b475da6a61d458a" /><Relationship Type="http://schemas.openxmlformats.org/officeDocument/2006/relationships/slide" Target="/ppt/slides/slide18.xml" Id="R433ba6d40d324484" /><Relationship Type="http://schemas.openxmlformats.org/officeDocument/2006/relationships/slide" Target="/ppt/slides/slide19.xml" Id="R15a0531fc54142cb" /><Relationship Type="http://schemas.openxmlformats.org/officeDocument/2006/relationships/slide" Target="/ppt/slides/slide20.xml" Id="R1b746ca82a534620" /><Relationship Type="http://schemas.openxmlformats.org/officeDocument/2006/relationships/slide" Target="/ppt/slides/slide21.xml" Id="R27df7175b4cf4325" /><Relationship Type="http://schemas.openxmlformats.org/officeDocument/2006/relationships/slide" Target="/ppt/slides/slide22.xml" Id="R53f1794e415149ca" /><Relationship Type="http://schemas.openxmlformats.org/officeDocument/2006/relationships/slide" Target="/ppt/slides/slide23.xml" Id="Rae6168c8998f424e" /><Relationship Type="http://schemas.openxmlformats.org/officeDocument/2006/relationships/slide" Target="/ppt/slides/slide24.xml" Id="R9a293113b8734779" /><Relationship Type="http://schemas.openxmlformats.org/officeDocument/2006/relationships/slide" Target="/ppt/slides/slide25.xml" Id="Rf0c922c342314423" /><Relationship Type="http://schemas.openxmlformats.org/officeDocument/2006/relationships/slide" Target="/ppt/slides/slide26.xml" Id="R7ae964af9a734254" /><Relationship Type="http://schemas.openxmlformats.org/officeDocument/2006/relationships/slide" Target="/ppt/slides/slide27.xml" Id="R4b8eeca9d4f242f0" /><Relationship Type="http://schemas.openxmlformats.org/officeDocument/2006/relationships/slide" Target="/ppt/slides/slide28.xml" Id="R2ba6a6281dc941f0" /><Relationship Type="http://schemas.openxmlformats.org/officeDocument/2006/relationships/slide" Target="/ppt/slides/slide29.xml" Id="R33508cd8a0334adb" /><Relationship Type="http://schemas.openxmlformats.org/officeDocument/2006/relationships/slide" Target="/ppt/slides/slide30.xml" Id="R528395e56493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134ecfe796d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de3bc36a5f4b7a" /><Relationship Type="http://schemas.openxmlformats.org/officeDocument/2006/relationships/notesMaster" Target="/ppt/notesMasters/notesMaster1.xml" Id="R975d3ab68e13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0d3f298b834e2a" /><Relationship Type="http://schemas.openxmlformats.org/officeDocument/2006/relationships/notesMaster" Target="/ppt/notesMasters/notesMaster1.xml" Id="Rb8e4889054cd48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c2d88fdf524e88" /><Relationship Type="http://schemas.openxmlformats.org/officeDocument/2006/relationships/notesMaster" Target="/ppt/notesMasters/notesMaster1.xml" Id="R5f5f4c7187784f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618cd09974abc" /><Relationship Type="http://schemas.openxmlformats.org/officeDocument/2006/relationships/notesMaster" Target="/ppt/notesMasters/notesMaster1.xml" Id="Rceb18260d586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60fc8d34b749f1" /><Relationship Type="http://schemas.openxmlformats.org/officeDocument/2006/relationships/notesMaster" Target="/ppt/notesMasters/notesMaster1.xml" Id="R2ae8fd0809c2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d09ea89414285" /><Relationship Type="http://schemas.openxmlformats.org/officeDocument/2006/relationships/notesMaster" Target="/ppt/notesMasters/notesMaster1.xml" Id="R697dc29c0f4b47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f420ac65ec47db" /><Relationship Type="http://schemas.openxmlformats.org/officeDocument/2006/relationships/notesMaster" Target="/ppt/notesMasters/notesMaster1.xml" Id="R20632713c5e04a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a826b3c8214a5a" /><Relationship Type="http://schemas.openxmlformats.org/officeDocument/2006/relationships/notesMaster" Target="/ppt/notesMasters/notesMaster1.xml" Id="R07349b2095ce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d231f6901d46e4" /><Relationship Type="http://schemas.openxmlformats.org/officeDocument/2006/relationships/notesMaster" Target="/ppt/notesMasters/notesMaster1.xml" Id="Re3dba1e7d05840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f39006b2c482e" /><Relationship Type="http://schemas.openxmlformats.org/officeDocument/2006/relationships/notesMaster" Target="/ppt/notesMasters/notesMaster1.xml" Id="Rfe5a165a547949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c0845dbfa54209" /><Relationship Type="http://schemas.openxmlformats.org/officeDocument/2006/relationships/notesMaster" Target="/ppt/notesMasters/notesMaster1.xml" Id="R0c7ff8c185bc45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ba49bd151844d5" /><Relationship Type="http://schemas.openxmlformats.org/officeDocument/2006/relationships/notesMaster" Target="/ppt/notesMasters/notesMaster1.xml" Id="R3a0a5094329d42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7362b7e3e24331" /><Relationship Type="http://schemas.openxmlformats.org/officeDocument/2006/relationships/notesMaster" Target="/ppt/notesMasters/notesMaster1.xml" Id="R1daaad2fe65247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2267d41b54462d" /><Relationship Type="http://schemas.openxmlformats.org/officeDocument/2006/relationships/notesMaster" Target="/ppt/notesMasters/notesMaster1.xml" Id="Rff95b2364d614c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3ef6d322c84213" /><Relationship Type="http://schemas.openxmlformats.org/officeDocument/2006/relationships/notesMaster" Target="/ppt/notesMasters/notesMaster1.xml" Id="Rd77be4ce160e47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7805a6fcab41d6" /><Relationship Type="http://schemas.openxmlformats.org/officeDocument/2006/relationships/notesMaster" Target="/ppt/notesMasters/notesMaster1.xml" Id="Rd269f7b4e80144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51f9e05cc14ca6" /><Relationship Type="http://schemas.openxmlformats.org/officeDocument/2006/relationships/notesMaster" Target="/ppt/notesMasters/notesMaster1.xml" Id="Ra3f24d5de50540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cf2316d9594d29" /><Relationship Type="http://schemas.openxmlformats.org/officeDocument/2006/relationships/notesMaster" Target="/ppt/notesMasters/notesMaster1.xml" Id="R8969c1dedd9f49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2d4d63ce264583" /><Relationship Type="http://schemas.openxmlformats.org/officeDocument/2006/relationships/notesMaster" Target="/ppt/notesMasters/notesMaster1.xml" Id="R1fff67b89c6141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1ae66702424389" /><Relationship Type="http://schemas.openxmlformats.org/officeDocument/2006/relationships/notesMaster" Target="/ppt/notesMasters/notesMaster1.xml" Id="R7a3c01d2ee4e41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12799ae8ed468a" /><Relationship Type="http://schemas.openxmlformats.org/officeDocument/2006/relationships/notesMaster" Target="/ppt/notesMasters/notesMaster1.xml" Id="Re791cc16dc2b46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7286dc97364ffd" /><Relationship Type="http://schemas.openxmlformats.org/officeDocument/2006/relationships/notesMaster" Target="/ppt/notesMasters/notesMaster1.xml" Id="Rae2d296afe194b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7b50f530a94bff" /><Relationship Type="http://schemas.openxmlformats.org/officeDocument/2006/relationships/notesMaster" Target="/ppt/notesMasters/notesMaster1.xml" Id="R1e566aaf906540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3fe30a9b3e447c" /><Relationship Type="http://schemas.openxmlformats.org/officeDocument/2006/relationships/notesMaster" Target="/ppt/notesMasters/notesMaster1.xml" Id="R94ef5cb4312e43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eef82827764960" /><Relationship Type="http://schemas.openxmlformats.org/officeDocument/2006/relationships/notesMaster" Target="/ppt/notesMasters/notesMaster1.xml" Id="R0b67c226daf94d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f6c04686cf4c9f" /><Relationship Type="http://schemas.openxmlformats.org/officeDocument/2006/relationships/notesMaster" Target="/ppt/notesMasters/notesMaster1.xml" Id="R0dd61657e9874b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6e66696f719436d" /><Relationship Type="http://schemas.openxmlformats.org/officeDocument/2006/relationships/notesMaster" Target="/ppt/notesMasters/notesMaster1.xml" Id="R8618792a9cf741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66673ba3b94525" /><Relationship Type="http://schemas.openxmlformats.org/officeDocument/2006/relationships/notesMaster" Target="/ppt/notesMasters/notesMaster1.xml" Id="R8a314701257a4f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24dee555cb4125" /><Relationship Type="http://schemas.openxmlformats.org/officeDocument/2006/relationships/notesMaster" Target="/ppt/notesMasters/notesMaster1.xml" Id="R0e769ba34d0940c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5088273a781495d" /><Relationship Type="http://schemas.openxmlformats.org/officeDocument/2006/relationships/notesMaster" Target="/ppt/notesMasters/notesMaster1.xml" Id="R6ad5d7e3c57c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3项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4项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5项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6项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7项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来源：PPT源/狗哥蓝色-精美逻辑图PPT模板.pptx#27</a:t>
            </a:r>
            <a:endParaRPr/>
          </a:p>
          <a:p xmlns:a="http://schemas.openxmlformats.org/drawingml/2006/main">
            <a:r>
              <a:t>- 结构：sequence / sequence-arrow-cards-p27 / 3项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来源：PPT源/狗哥蓝色-精美逻辑图PPT模板.pptx#27</a:t>
            </a:r>
            <a:endParaRPr/>
          </a:p>
          <a:p xmlns:a="http://schemas.openxmlformats.org/drawingml/2006/main">
            <a:r>
              <a:t>- 结构：sequence / sequence-arrow-cards-p27 / 4项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来源：PPT源/狗哥蓝色-精美逻辑图PPT模板.pptx#27</a:t>
            </a:r>
            <a:endParaRPr/>
          </a:p>
          <a:p xmlns:a="http://schemas.openxmlformats.org/drawingml/2006/main">
            <a:r>
              <a:t>- 结构：sequence / sequence-arrow-cards-p27 / 5项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来源：PPT源/狗哥蓝色-精美逻辑图PPT模板.pptx#27</a:t>
            </a:r>
            <a:endParaRPr/>
          </a:p>
          <a:p xmlns:a="http://schemas.openxmlformats.org/drawingml/2006/main">
            <a:r>
              <a:t>- 结构：sequence / sequence-arrow-cards-p27 / 6项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2组×1项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2组×2项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2组×3项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2组×4项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2组×5项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来源：PPT源/【蓝色版】年终日常汇报PPT模板-狗哥PPT出品.pptx#35</a:t>
            </a:r>
            <a:endParaRPr/>
          </a:p>
          <a:p xmlns:a="http://schemas.openxmlformats.org/drawingml/2006/main">
            <a:r>
              <a:t>- 结构：hierarchy / hierarchy-pyramid-p35 / 3层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来源：PPT源/【蓝色版】年终日常汇报PPT模板-狗哥PPT出品.pptx#35</a:t>
            </a:r>
            <a:endParaRPr/>
          </a:p>
          <a:p xmlns:a="http://schemas.openxmlformats.org/drawingml/2006/main">
            <a:r>
              <a:t>- 结构：hierarchy / hierarchy-pyramid-p35 / 4层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来源：PPT源/【蓝色版】年终日常汇报PPT模板-狗哥PPT出品.pptx#35</a:t>
            </a:r>
            <a:endParaRPr/>
          </a:p>
          <a:p xmlns:a="http://schemas.openxmlformats.org/drawingml/2006/main">
            <a:r>
              <a:t>- 结构：hierarchy / hierarchy-pyramid-p35 / 5层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来源：PPT源/【蓝色版】150页逻辑框架汇报PPT模板.pptx#57</a:t>
            </a:r>
            <a:endParaRPr/>
          </a:p>
          <a:p xmlns:a="http://schemas.openxmlformats.org/drawingml/2006/main">
            <a:r>
              <a:t>- 结构：cycle / cycle-pdca-ring-p57 / 3步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来源：PPT源/【蓝色版】150页逻辑框架汇报PPT模板.pptx#57</a:t>
            </a:r>
            <a:endParaRPr/>
          </a:p>
          <a:p xmlns:a="http://schemas.openxmlformats.org/drawingml/2006/main">
            <a:r>
              <a:t>- 结构：cycle / cycle-pdca-ring-p57 / 4步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来源：PPT源/【蓝色版】150页逻辑框架汇报PPT模板.pptx#57</a:t>
            </a:r>
            <a:endParaRPr/>
          </a:p>
          <a:p xmlns:a="http://schemas.openxmlformats.org/drawingml/2006/main">
            <a:r>
              <a:t>- 结构：cycle / cycle-pdca-ring-p57 / 5步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来源：PPT源/【蓝色版】150页逻辑框架汇报PPT模板.pptx#57</a:t>
            </a:r>
            <a:endParaRPr/>
          </a:p>
          <a:p xmlns:a="http://schemas.openxmlformats.org/drawingml/2006/main">
            <a:r>
              <a:t>- 结构：cycle / cycle-pdca-ring-p57 / 6步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来源：PPT源/狗哥蓝色-精美逻辑图PPT模板.pptx#69</a:t>
            </a:r>
            <a:endParaRPr/>
          </a:p>
          <a:p xmlns:a="http://schemas.openxmlformats.org/drawingml/2006/main">
            <a:r>
              <a:t>- 结构：matrix / matrix-pest-p69 / 固定4象限·短文案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来源：PPT源/狗哥蓝色-精美逻辑图PPT模板.pptx#69</a:t>
            </a:r>
            <a:endParaRPr/>
          </a:p>
          <a:p xmlns:a="http://schemas.openxmlformats.org/drawingml/2006/main">
            <a:r>
              <a:t>- 结构：matrix / matrix-pest-p69 / 固定4象限·长文案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来源：PPT源/【蓝色版】年终日常汇报PPT模板-狗哥PPT出品.pptx#94</a:t>
            </a:r>
            <a:endParaRPr/>
          </a:p>
          <a:p xmlns:a="http://schemas.openxmlformats.org/drawingml/2006/main">
            <a:r>
              <a:t>- 结构：causal / causal-fishbone-p94 / 4类原因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来源：PPT源/【蓝色版】年终日常汇报PPT模板-狗哥PPT出品.pptx#94</a:t>
            </a:r>
            <a:endParaRPr/>
          </a:p>
          <a:p xmlns:a="http://schemas.openxmlformats.org/drawingml/2006/main">
            <a:r>
              <a:t>- 结构：causal / causal-fishbone-p94 / 5类原因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来源：PPT源/【蓝色版】年终日常汇报PPT模板-狗哥PPT出品.pptx#94</a:t>
            </a:r>
            <a:endParaRPr/>
          </a:p>
          <a:p xmlns:a="http://schemas.openxmlformats.org/drawingml/2006/main">
            <a:r>
              <a:t>- 结构：causal / causal-fishbone-p94 / 6类原因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来源：PPT源/狗哥蓝色-精美逻辑图PPT模板.pptx#20</a:t>
            </a:r>
            <a:endParaRPr/>
          </a:p>
          <a:p xmlns:a="http://schemas.openxmlformats.org/drawingml/2006/main">
            <a:r>
              <a:t>- 结构：layered / layered-platform-p20 / 3+1+3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来源：PPT源/狗哥蓝色-精美逻辑图PPT模板.pptx#20</a:t>
            </a:r>
            <a:endParaRPr/>
          </a:p>
          <a:p xmlns:a="http://schemas.openxmlformats.org/drawingml/2006/main">
            <a:r>
              <a:t>- 结构：layered / layered-platform-p20 / 4+1+4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来源：PPT源/狗哥蓝色-精美逻辑图PPT模板.pptx#20</a:t>
            </a:r>
            <a:endParaRPr/>
          </a:p>
          <a:p xmlns:a="http://schemas.openxmlformats.org/drawingml/2006/main">
            <a:r>
              <a:t>- 结构：layered / layered-platform-p20 / 5+1+5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来源：PPT源/狗哥蓝色-精美逻辑图PPT模板.pptx#20</a:t>
            </a:r>
            <a:endParaRPr/>
          </a:p>
          <a:p xmlns:a="http://schemas.openxmlformats.org/drawingml/2006/main">
            <a:r>
              <a:t>- 结构：layered / layered-platform-p20 / 6+1+6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b8af6a9f4421d" /><Relationship Type="http://schemas.openxmlformats.org/officeDocument/2006/relationships/image" Target="/ppt/media/image.jpeg" Id="R7438ce2fd9734213" /><Relationship Type="http://schemas.openxmlformats.org/officeDocument/2006/relationships/image" Target="/ppt/media/image.png" Id="R0c38cdeb27814292" /><Relationship Type="http://schemas.openxmlformats.org/officeDocument/2006/relationships/image" Target="/ppt/media/image2.png" Id="R2058e3dbd914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1d55f48f54c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b758f0bdd4388" /><Relationship Type="http://schemas.openxmlformats.org/officeDocument/2006/relationships/image" Target="/ppt/media/image3.png" Id="R91ea489378484b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40abee9504a2b" /><Relationship Type="http://schemas.openxmlformats.org/officeDocument/2006/relationships/image" Target="/ppt/media/image4.png" Id="Rbb7b240d3b5846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a3ef42e8242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c553eade54c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57da3a7424b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6e6ddabee42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c06039a6248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b11bd6b7645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dd6dc6f874f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2f25b28fb84cc3" /><Relationship Type="http://schemas.openxmlformats.org/officeDocument/2006/relationships/image" Target="/ppt/media/image5.png" Id="R55d59cdbf62e4c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ff9876c29f481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63a9091bc44a73" /><Relationship Type="http://schemas.openxmlformats.org/officeDocument/2006/relationships/image" Target="/ppt/media/image5.png" Id="R45244117d21c432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fe4fe122104f5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8ce2fd973421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8cdeb2781429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8e3dbd914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758DE98-D5A0-4D04-B6F9-7A50016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a489378484b4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91F53A2-4C76-4312-8DF7-6498634A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7A5BEDC-1E45-49E9-B12D-61144AF0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DA9A128E-109A-4353-9024-530C951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BF6074C-C97E-4C30-B3BC-4C4A47D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b240d3b5846e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1519D6E5-D136-48C8-AB10-44F7383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136D3EE-081A-49D1-9506-38E1B1A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D71B3E-E7BB-4A91-8723-3D4D03F2A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7B0279-5A8E-4BE4-BE43-542616D70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E6B805-09F1-44B6-9A68-612479C56C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99862F6-230B-4A3D-84E8-43253C1C2A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7362CB8-4CED-4914-B3A7-DFD84D61824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3961E07-10CD-44C3-8416-A967B010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7A85E4-456D-4DAE-AAC8-5F388929B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081B8E5-10E5-43F8-84D2-282E76D88B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5406A-F660-44DD-96CD-E0F49B25F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077712-3436-48CD-B69B-591F3046EB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4904B4-02D6-45E1-BC08-689A64BD6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DEF11F-7F1E-4217-8CC7-DF404533C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C40515-429F-4416-B503-699E02A64E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3758940-0518-4887-8D17-E98BA24C86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401F09F-57E1-46F7-80CC-6624F652B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BB853-1DA9-459D-BC79-FD0C6DE41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40FC84-B276-4DD0-99A8-B5CCC964A1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CCC4875-3F26-47EB-8DE1-DC1A78F39E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2ADC1BD-49BC-4617-94DD-E17E461723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AFF0A32-0376-4849-8C4D-3AFD16569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EAB2A01-AFDE-462D-8F86-C6B22C3F47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7B14B8-5BFA-457A-BF3A-B54DABFF23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63062AA-DA77-45F0-B8DB-7A38D82590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C1B3C59-37B5-430B-A29A-9241204EF3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89C033C-01FC-44B5-8672-3C621F5E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D56847-625C-4964-AB64-246C5CD9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9C350E-B4AF-464E-A86A-B69CE7AFDE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FB291A-61D6-4D3D-8825-B11D9FD43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74A710E-2331-4C75-AD97-05BBC8B975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25E9E6-489D-48DF-98B4-8D62FE9E9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F8C246-6583-48EC-87BF-4B727B5C96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B31F33-7C1C-4413-B763-1A1FE1614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3ED077-1038-4CCB-A58F-2B46457CD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1E81820-00CA-46BD-87AF-EF42F0638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322561-297A-4894-A2B6-C70C01499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3B0073-AA2B-4211-9DDB-2797FAD372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0511962-D10A-40A8-BDF5-AD6E21911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59cdbf62e4c8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147CA5D-5D93-4DB2-A3D0-9018994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DEE3068-45EC-4DFF-A52C-D5BDCB7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439DB34-7F99-49C5-932C-5A718AC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9EB4AF1-E121-477D-8848-E546B93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44117d21c432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4B39580-6C16-4FD3-94D8-E59E73C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EC6B982-7612-40F6-9113-753E430E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EF429FB-8A7B-4645-BAF1-7CAC533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3A3A579-0B27-4649-9F93-3EEDA2B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29d98046742ba" /><Relationship Type="http://schemas.openxmlformats.org/officeDocument/2006/relationships/slideLayout" Target="/ppt/slideLayouts/slideLayout1.xml" Id="R2a4a4947d0fc42ee" /><Relationship Type="http://schemas.openxmlformats.org/officeDocument/2006/relationships/slideLayout" Target="/ppt/slideLayouts/slideLayout2.xml" Id="R566ab6969ad94a4f" /><Relationship Type="http://schemas.openxmlformats.org/officeDocument/2006/relationships/slideLayout" Target="/ppt/slideLayouts/slideLayout3.xml" Id="Rb0d8ed1b2108440e" /><Relationship Type="http://schemas.openxmlformats.org/officeDocument/2006/relationships/slideLayout" Target="/ppt/slideLayouts/slideLayout4.xml" Id="R66c287efdc8e447c" /><Relationship Type="http://schemas.openxmlformats.org/officeDocument/2006/relationships/slideLayout" Target="/ppt/slideLayouts/slideLayout5.xml" Id="R9b4c1a7d31ba452e" /><Relationship Type="http://schemas.openxmlformats.org/officeDocument/2006/relationships/slideLayout" Target="/ppt/slideLayouts/slideLayout6.xml" Id="Rdc8e19476ab94c28" /><Relationship Type="http://schemas.openxmlformats.org/officeDocument/2006/relationships/slideLayout" Target="/ppt/slideLayouts/slideLayout7.xml" Id="R34002bffc5644905" /><Relationship Type="http://schemas.openxmlformats.org/officeDocument/2006/relationships/slideLayout" Target="/ppt/slideLayouts/slideLayout8.xml" Id="Rf1f8fb55e4a54c82" /><Relationship Type="http://schemas.openxmlformats.org/officeDocument/2006/relationships/slideLayout" Target="/ppt/slideLayouts/slideLayout9.xml" Id="Rad06b9c734864b2a" /><Relationship Type="http://schemas.openxmlformats.org/officeDocument/2006/relationships/slideLayout" Target="/ppt/slideLayouts/slideLayout10.xml" Id="R704a416c6da8414a" /><Relationship Type="http://schemas.openxmlformats.org/officeDocument/2006/relationships/slideLayout" Target="/ppt/slideLayouts/slideLayout11.xml" Id="R065f449ffc21476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aca97e63764a6d" /><Relationship Type="http://schemas.openxmlformats.org/officeDocument/2006/relationships/slideLayout" Target="/ppt/slideLayouts/slideLayout12.xml" Id="R5b2beb1b9b8e44a2" /><Relationship Type="http://schemas.openxmlformats.org/officeDocument/2006/relationships/slideLayout" Target="/ppt/slideLayouts/slideLayout13.xml" Id="R991e22e47a804b5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28ca33101b043b9" /><Relationship Type="http://schemas.openxmlformats.org/officeDocument/2006/relationships/slideLayout" Target="/ppt/slideLayouts/slideLayout14.xml" Id="R1c2f05ff1e8247dd" /><Relationship Type="http://schemas.openxmlformats.org/officeDocument/2006/relationships/slideLayout" Target="/ppt/slideLayouts/slideLayout15.xml" Id="R99930d3c78c1494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43A70AB-23B6-4E3A-BE9A-1ADEE6392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201AFD-D46B-40EE-A238-2613F77759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E10013-E327-4DB6-8C73-9204F518D5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99D8FD-215C-403B-A9CF-8EA73647FF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D809B7-4D90-4FBF-8205-0D2EE229E6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a4947d0fc42ee"/>
    <p:sldLayoutId xmlns:r="http://schemas.openxmlformats.org/officeDocument/2006/relationships" id="2147483650" r:id="R566ab6969ad94a4f"/>
    <p:sldLayoutId xmlns:r="http://schemas.openxmlformats.org/officeDocument/2006/relationships" id="2147483651" r:id="Rb0d8ed1b2108440e"/>
    <p:sldLayoutId xmlns:r="http://schemas.openxmlformats.org/officeDocument/2006/relationships" id="2147483652" r:id="R66c287efdc8e447c"/>
    <p:sldLayoutId xmlns:r="http://schemas.openxmlformats.org/officeDocument/2006/relationships" id="2147483653" r:id="R9b4c1a7d31ba452e"/>
    <p:sldLayoutId xmlns:r="http://schemas.openxmlformats.org/officeDocument/2006/relationships" id="2147483654" r:id="Rdc8e19476ab94c28"/>
    <p:sldLayoutId xmlns:r="http://schemas.openxmlformats.org/officeDocument/2006/relationships" id="2147483655" r:id="R34002bffc5644905"/>
    <p:sldLayoutId xmlns:r="http://schemas.openxmlformats.org/officeDocument/2006/relationships" id="2147483656" r:id="Rf1f8fb55e4a54c82"/>
    <p:sldLayoutId xmlns:r="http://schemas.openxmlformats.org/officeDocument/2006/relationships" id="2147483657" r:id="Rad06b9c734864b2a"/>
    <p:sldLayoutId xmlns:r="http://schemas.openxmlformats.org/officeDocument/2006/relationships" id="2147483658" r:id="R704a416c6da8414a"/>
    <p:sldLayoutId xmlns:r="http://schemas.openxmlformats.org/officeDocument/2006/relationships" id="2147483659" r:id="R065f449ffc21476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94631D6-B35F-42F5-B1AB-5A4B8546F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CB73376-BAEC-4CD7-BFDE-EDD8ADBDA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D6EC4F-207A-418C-ABB6-5F154266304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76FF324-1DA8-4061-AA98-14471244CE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8D201D-F7EC-4336-8ACC-C1213BED64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b2beb1b9b8e44a2"/>
    <p:sldLayoutId xmlns:r="http://schemas.openxmlformats.org/officeDocument/2006/relationships" id="2147483662" r:id="R991e22e47a804b5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41A79C-7AC7-4302-A7F2-FF6027DA4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298E8F-9AEF-49A1-A5BB-C466E6C6A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5AE51F2-BF13-44FB-B6EE-C805CE8192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3C0833-64E6-4AAE-80AE-D8AC8644652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99096A-1382-4351-9721-A174A78990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c2f05ff1e8247dd"/>
    <p:sldLayoutId xmlns:r="http://schemas.openxmlformats.org/officeDocument/2006/relationships" id="2147483665" r:id="R99930d3c78c1494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9bffabfc44433a" /><Relationship Type="http://schemas.openxmlformats.org/officeDocument/2006/relationships/notesSlide" Target="/ppt/notesSlides/notesSlide1.xml" Id="R20645884a3ec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5e0a30badd4cf9" /><Relationship Type="http://schemas.openxmlformats.org/officeDocument/2006/relationships/notesSlide" Target="/ppt/notesSlides/notesSlide2.xml" Id="R40bdcd952664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6cd68823bf4e99" /><Relationship Type="http://schemas.openxmlformats.org/officeDocument/2006/relationships/notesSlide" Target="/ppt/notesSlides/notesSlide3.xml" Id="R3800f790ddf4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7be5c5813f4b4e" /><Relationship Type="http://schemas.openxmlformats.org/officeDocument/2006/relationships/notesSlide" Target="/ppt/notesSlides/notesSlide4.xml" Id="R806f8e3f32a4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4ea57e1e4c42c4" /><Relationship Type="http://schemas.openxmlformats.org/officeDocument/2006/relationships/notesSlide" Target="/ppt/notesSlides/notesSlide5.xml" Id="Rc2e4b981e541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1a9ed524a74da7" /><Relationship Type="http://schemas.openxmlformats.org/officeDocument/2006/relationships/notesSlide" Target="/ppt/notesSlides/notesSlide6.xml" Id="R2671d929f73f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c36c7059574547" /><Relationship Type="http://schemas.openxmlformats.org/officeDocument/2006/relationships/notesSlide" Target="/ppt/notesSlides/notesSlide7.xml" Id="R00603b7865204c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a5808ca2384a58" /><Relationship Type="http://schemas.openxmlformats.org/officeDocument/2006/relationships/notesSlide" Target="/ppt/notesSlides/notesSlide8.xml" Id="R41d30b645fb94f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b2cf76691948b1" /><Relationship Type="http://schemas.openxmlformats.org/officeDocument/2006/relationships/notesSlide" Target="/ppt/notesSlides/notesSlide9.xml" Id="R371fee150e564b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15c24bb10646e8" /><Relationship Type="http://schemas.openxmlformats.org/officeDocument/2006/relationships/notesSlide" Target="/ppt/notesSlides/notesSlide10.xml" Id="Rcce49d91ee474f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adb09bbe6f4081" /><Relationship Type="http://schemas.openxmlformats.org/officeDocument/2006/relationships/notesSlide" Target="/ppt/notesSlides/notesSlide11.xml" Id="Rd7a05e8dd962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fd126b9f604e2b" /><Relationship Type="http://schemas.openxmlformats.org/officeDocument/2006/relationships/notesSlide" Target="/ppt/notesSlides/notesSlide12.xml" Id="Rc88339daac8a4d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20b6dd50df4dd9" /><Relationship Type="http://schemas.openxmlformats.org/officeDocument/2006/relationships/notesSlide" Target="/ppt/notesSlides/notesSlide13.xml" Id="R4c4998904cf64f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ea5a6aab7f465c" /><Relationship Type="http://schemas.openxmlformats.org/officeDocument/2006/relationships/notesSlide" Target="/ppt/notesSlides/notesSlide14.xml" Id="R206049f6ba0140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6a29d3947b4a3c" /><Relationship Type="http://schemas.openxmlformats.org/officeDocument/2006/relationships/notesSlide" Target="/ppt/notesSlides/notesSlide15.xml" Id="R8179632855ef4a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4c52acfd2a496d" /><Relationship Type="http://schemas.openxmlformats.org/officeDocument/2006/relationships/notesSlide" Target="/ppt/notesSlides/notesSlide16.xml" Id="R89aa50fcf8bd46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8461d2290f416a" /><Relationship Type="http://schemas.openxmlformats.org/officeDocument/2006/relationships/notesSlide" Target="/ppt/notesSlides/notesSlide17.xml" Id="R4ebc143d3abe44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d57e3f3e4e4b14" /><Relationship Type="http://schemas.openxmlformats.org/officeDocument/2006/relationships/notesSlide" Target="/ppt/notesSlides/notesSlide18.xml" Id="Rfa7f75e1b1cc43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28fce0f4254447" /><Relationship Type="http://schemas.openxmlformats.org/officeDocument/2006/relationships/notesSlide" Target="/ppt/notesSlides/notesSlide19.xml" Id="Ra8b273d37e8247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862eddf7034fd5" /><Relationship Type="http://schemas.openxmlformats.org/officeDocument/2006/relationships/notesSlide" Target="/ppt/notesSlides/notesSlide20.xml" Id="R59322b43cd3840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e71780f9064398" /><Relationship Type="http://schemas.openxmlformats.org/officeDocument/2006/relationships/notesSlide" Target="/ppt/notesSlides/notesSlide21.xml" Id="Rb16ff882d19e46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6f2316490a4dbf" /><Relationship Type="http://schemas.openxmlformats.org/officeDocument/2006/relationships/notesSlide" Target="/ppt/notesSlides/notesSlide22.xml" Id="R495a2015d740499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cacd557b3f48a3" /><Relationship Type="http://schemas.openxmlformats.org/officeDocument/2006/relationships/notesSlide" Target="/ppt/notesSlides/notesSlide23.xml" Id="R425ac0803b874e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c701bfac154790" /><Relationship Type="http://schemas.openxmlformats.org/officeDocument/2006/relationships/notesSlide" Target="/ppt/notesSlides/notesSlide24.xml" Id="R2d185cb207084b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1c511c0a47459f" /><Relationship Type="http://schemas.openxmlformats.org/officeDocument/2006/relationships/notesSlide" Target="/ppt/notesSlides/notesSlide25.xml" Id="R01e564f39a0949b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68e1ec570e46ab" /><Relationship Type="http://schemas.openxmlformats.org/officeDocument/2006/relationships/notesSlide" Target="/ppt/notesSlides/notesSlide26.xml" Id="R78cff0b8de8147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0a0dfecda745d6" /><Relationship Type="http://schemas.openxmlformats.org/officeDocument/2006/relationships/notesSlide" Target="/ppt/notesSlides/notesSlide27.xml" Id="R25295d38eb5f4e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4fc9b1659a4e04" /><Relationship Type="http://schemas.openxmlformats.org/officeDocument/2006/relationships/notesSlide" Target="/ppt/notesSlides/notesSlide28.xml" Id="R93d07ae2b46a40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ba36b8592e4957" /><Relationship Type="http://schemas.openxmlformats.org/officeDocument/2006/relationships/notesSlide" Target="/ppt/notesSlides/notesSlide29.xml" Id="R116ae0e975d54a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8298ea688b481d" /><Relationship Type="http://schemas.openxmlformats.org/officeDocument/2006/relationships/notesSlide" Target="/ppt/notesSlides/notesSlide30.xml" Id="R13ab776d8ffa4b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同级能力的数量扩展｜3项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E74CC-EE19-4A70-AB83-C282C83B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C0C8C-0373-489F-BF8B-7DE43AA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13818-567E-44FB-B2DA-F7FFC88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46862-179E-45E6-9B0F-0478A475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F48B1-2DA0-4F2F-8E3E-248DE335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58BD9-BA98-4C5B-9ADB-8ADC407C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42A79-6A87-41E6-8C60-F94C1C5A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BCEF8-B992-4188-A9FC-34249819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8B42B-CB74-4E5D-8A01-9FFBC35B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E9B15-7110-4CAE-9457-D923F78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02AE2-2744-44E4-B816-83D0C2E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49AA0-6EAA-4FE7-9D43-4AA37662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62E07-75D2-4913-A5F8-E87F83A1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FE4C3-5DEF-408D-99CA-D94EF750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2A4A5-FFE4-4120-81FE-2C348A7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同级能力的数量扩展｜4项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AB466-8A1B-4675-9B58-BEDFFC15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9ECF1-0DCA-49E8-9057-5CFA7315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918C8-52A6-45C1-831A-90CC7FCC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FBC01-DA1A-4831-934D-EFD85DF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0522C-F044-4520-8E30-4EF6710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ED50C-41D5-4014-9292-128D16A7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71893-E99B-40CD-B52F-A0C64D4E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737CF-E6F3-469D-8EDD-D8465106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CE6BD-657E-4863-886E-E807C1C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64C48-A6C9-41C6-AF77-186418AD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ECD90-AA83-4C96-ADE2-46C9355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98313-9BA9-46C4-8FAA-30689C3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8F275-2100-4C71-8AFB-FB609C11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A08F6-86E0-4BC1-AB5C-21A53053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08B79F-D798-4A76-BF50-7945F1A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DD58C4-28BB-4DD6-8BF4-0AEFD1C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69F87-F472-44F1-A6AD-52F4F5FB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19FC2-E10D-473D-BEF3-A3DFF188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D2610-698A-45EA-9412-7189956B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B5C82-2A1A-468B-A79E-E7D25D57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同级能力的数量扩展｜5项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DFCCE-4CEF-4575-B573-91C023E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3DCC8-371B-4A54-B532-6CC28E0D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C9279-5895-4638-8F6D-18ADBD02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4BD6E-28DC-45F4-AAEA-A78F5676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5C594-2989-452A-BF38-8E35F1D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9E666-25AC-4B2A-B3DB-127F12B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AA0A2-CF3B-4523-AC58-51494E5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34270-2F24-4145-A447-247D29E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223D8-B792-4A2B-9335-EAFA32F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96651-BAAF-44F1-945B-E699C85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80C51-5EC1-4741-9AD8-F96D079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2BFA4-7C61-420B-9581-3CFC6CD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3560E-CA71-4508-ACE3-C0E87E0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8C23D-8D5B-47ED-B7CE-71D42571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49924-6ABA-4CD3-9A18-A17FFAE8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68774-F47F-4F67-9EB8-32919602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A3CD8-D797-4B46-8F73-9110680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4CE71-0D50-4579-822E-1585F3EB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362B12-B79B-4FD1-B585-82086AF7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4931C-04AA-4461-B541-4776189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CC4B2-0472-46FB-8017-1827416A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80BA7-3A57-43BE-A0B2-F21D102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A90BE5-0B76-466A-BCDD-A5E0AF7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2AA4AF-E9E6-40C3-8F71-B26F86B6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19CFC-EFD1-40BD-915B-1D87E30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连接团队与跨域知识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同级能力的数量扩展｜6项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8AB95-7330-4B16-B356-5D6C3EC3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22772-A29C-4AEF-B7D8-D6840AE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B1AA2-B099-4168-AF87-C61CB9CF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B7727-4797-4E9F-9B12-4A1EA12B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C57E5-8291-4ECB-A873-D3D3F955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00933-014D-4E77-9643-49C781E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D2E78-1591-4E5D-B77C-674C0712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4FFB4-63A8-430E-AB8D-6D52EF3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69FDF-FD80-4348-BE9D-43BBC302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26EF9-705B-41F8-8FAC-E0061FA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89C46-E18F-469F-BF5D-50DA47F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A4BECB-2AA8-4899-8D50-97EF990A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46907-CB9D-4F23-8AB9-78A39BB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CA0A2-DDD9-4095-98CC-942D0778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7144B-FA0D-4D2B-979A-0CFE25D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157170-69F0-413C-A513-FF58FB7E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C1677-B60E-4842-9E98-72BB100E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EC574-812F-40AC-A52C-B8ECF63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EF617-8D21-4935-B90E-1D47C06D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8739B-1158-4CBA-BBBF-32F4FFB6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4DFB55-628A-4280-8A93-368ECA42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2A6ED0-5ADD-42D4-9552-F9163E04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82560-7E61-4D3C-8825-881FD830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27C35C-3795-40B9-98E0-68B20CE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8131B2-E446-4F4C-8F67-83F743F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连接团队与跨域知识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D4776D-152C-4086-9E09-08525310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809750"/>
            <a:ext cx="1625600" cy="371475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13E393-8A47-4E84-923F-2FACE2F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809750"/>
            <a:ext cx="162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C81945-8B58-4E66-A08F-79803A6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F89F84-6439-42C2-B761-88FD4B0A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2952750"/>
            <a:ext cx="12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资源保障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320D5B-2021-4DDE-83AB-0172C85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3638550"/>
            <a:ext cx="12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提供稳定环境与工具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同级能力的数量扩展｜7项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7B860-CFDE-40D7-A023-85193860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FD8B7-0FF3-4BFF-971B-30A97FF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7B19B-AB1F-4B0D-9B7F-C66EF3A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670BF-76F8-40D8-B4B5-E151133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463C4-79D0-4428-84C7-9B03E3CB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16251-1C2D-45F0-A9A6-FEDC728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91F5B-ACBA-4157-B411-0400D063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A0F88-A42F-4867-8847-1AEB737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07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C4111-B998-48FB-88AB-2FEFAF49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07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E15F6-2E2F-4294-8C90-4A7DF773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57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6E32C-0EB0-4E9A-BC21-ED2F4BBF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D23F1-8838-496E-BF92-C38AD4ED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5F411-6547-496F-9A4A-70CF273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64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853011-5F5B-4434-B3CC-3A50963E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64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AC3C2-6E5C-4076-896B-7375A8D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814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形成稳定实验与评估流程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3D5DE-56C6-416B-B63B-6993AD8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6F3F9-28D2-45E2-A3F7-8F7A707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99C08A-BBB0-4302-A5C5-74F57B7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21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D932C-F0DB-4493-98C2-0AD29369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21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B5BD8-0889-474D-ABD0-D7867395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471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AD1DEC-0B9B-4390-A225-2B54191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ED66E-05E8-432E-957C-AF435C1F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21C1A0-5BF1-44BF-81AD-3805E21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079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61BD8-0B15-4532-A43A-B831CDB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079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开放协作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947474-3CDE-4465-BE37-30C988D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129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连接团队与跨域知识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58987-4B41-4244-B480-B0D92A60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7131A7-23F2-4068-B6F2-E7CC076F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36DE82-E3F2-449E-B809-89C409B3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36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FC4A4B-1D3E-47FE-BD6A-3D9CCA4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36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资源保障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22C0F1-02B4-4667-895C-F416083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86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提供稳定环境与工具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B47DEA-7D46-4EAD-8134-57F1D3A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1809750"/>
            <a:ext cx="1366157" cy="3714750"/>
          </a:xfrm>
          <a:prstGeom xmlns:a="http://schemas.openxmlformats.org/drawingml/2006/main" prst="roundRect">
            <a:avLst>
              <a:gd name="adj" fmla="val 836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DE89BD-D355-4778-90DB-86044E6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1809750"/>
            <a:ext cx="136615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59DDCF-2BC8-4646-9955-4FA2226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393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308A2-7B48-4B9B-A9C4-9EC5645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393" y="2952750"/>
            <a:ext cx="9851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F37CCF-6C4F-4276-A746-11BC82B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43" y="3638550"/>
            <a:ext cx="94705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用真实反馈推动改进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工作流程的步骤扩展｜3项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顺序关系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64F3AA7-8411-41EA-A794-488072B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FB82EC7-A46B-4587-83C6-31D2F06C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78E1ABD-2E7F-4173-801E-6FD7F83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C378D-850E-42C4-B03A-0DE5264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DED68C3C-B4A5-47A3-BA79-36773C4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2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F01D6CCE-F67F-4B8F-96C3-F154C18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明确目标、边界与输入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685B0-ADBF-4CB6-B81D-95363B1B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16C96419-AC43-4FFE-9E6F-06D7060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资料整理</a:t>
            </a:r>
          </a:p>
        </p:txBody>
      </p:sp>
      <p:sp>
        <p:nvSpPr>
          <p:cNvPr id="25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7C492AD-976F-45C8-A67D-88A69780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形成统一可靠的信息底座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B8498-0D5B-42DF-A9FD-8C81A61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AE39BBDB-6C0D-4851-9BA1-252F3982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8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539872A8-3A7F-4CD9-BB39-3C34CD58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建立结构和执行规则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工作流程的步骤扩展｜4项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顺序关系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87DD8A8-C940-4A51-8812-D3E07C3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DDFD2E1-7631-498E-80EE-FE8F142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B133F52-3B9C-49D2-ADC3-93138BAF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8580BF9-11CF-40E7-8F3D-AD0FD03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380E0-7674-4EAE-8261-ECD1AB7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568042A3-7984-4D2E-8642-7DE53904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4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91AD7D7A-528F-41EA-982A-A7DCD7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明确目标、边界与输入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59CB3-8DF6-4C78-A13F-ADFDA44A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0A181F01-3778-4B01-9973-5E07A979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资料整理</a:t>
            </a:r>
          </a:p>
        </p:txBody>
      </p:sp>
      <p:sp>
        <p:nvSpPr>
          <p:cNvPr id="27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2A1CC1B0-7F3B-43FF-B353-738D529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形成统一可靠的信息底座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E729C-BFCC-4F3E-A7A1-6DAB1D7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4D70E7FC-F4CB-46FB-9903-C02BB11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0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02F27FC2-3C1F-40AE-9D97-F95CEBE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建立结构和执行规则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F853D-9358-4525-9F43-454353E2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E5B0726C-884A-4629-816D-191B705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实施生成</a:t>
            </a:r>
          </a:p>
        </p:txBody>
      </p:sp>
      <p:sp>
        <p:nvSpPr>
          <p:cNvPr id="33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2FA6AEF1-9A99-4EA7-8009-B479A1B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按规则完成确定性输出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工作流程的步骤扩展｜5项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顺序关系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CE085FF-0147-42D7-ABBD-879AFE98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1824052" cy="2433271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C771C66-5777-4ED9-B7A8-2FA8171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583" y="2437301"/>
            <a:ext cx="1824052" cy="2433271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370D9F8-029D-4CC8-BD06-54EA8E7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974" y="2437301"/>
            <a:ext cx="1824052" cy="2433271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43B4662-DED8-4FEF-B1AE-43974B2E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65" y="2437301"/>
            <a:ext cx="1824052" cy="2433271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4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49D663A-12EB-4E45-9B7A-AA5B380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57" y="2437301"/>
            <a:ext cx="1824052" cy="2433271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55243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931635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08026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084417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C6AC9-41DE-4428-A6D4-A9E3F93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645654A8-7B16-47EE-90F2-4EBE6AF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427519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6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4EC3638C-757A-49D0-8A54-B89F5EB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427519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明确目标、边界与输入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87D80-25F4-45D7-B6AC-694AC2C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801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C30579A0-90EA-4CD1-AC9C-ECA8E09D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849" y="3302464"/>
            <a:ext cx="1427519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资料整理</a:t>
            </a:r>
          </a:p>
        </p:txBody>
      </p:sp>
      <p:sp>
        <p:nvSpPr>
          <p:cNvPr id="29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8F91B1F9-A02F-43FC-ACDD-E713994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849" y="3915288"/>
            <a:ext cx="1427519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形成统一可靠的信息底座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87DA8-80DD-400D-9267-AD4C84D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9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2AA78C6E-1261-4A15-BF2C-6CBF6F3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240" y="3302464"/>
            <a:ext cx="1427519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2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D8B3D883-8A99-412F-90FE-9733B84B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240" y="3915288"/>
            <a:ext cx="1427519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建立结构和执行规则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D7F53-ABC7-4E2E-8FCF-5AD767E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83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E685746C-3D37-4E8F-AFCB-F5B6792B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632" y="3302464"/>
            <a:ext cx="1427519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实施生成</a:t>
            </a:r>
          </a:p>
        </p:txBody>
      </p:sp>
      <p:sp>
        <p:nvSpPr>
          <p:cNvPr id="35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FD05E065-5635-487B-90F9-72C1AB4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632" y="3915288"/>
            <a:ext cx="1427519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按规则完成确定性输出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CDC0F-210C-4371-80DE-ACA74BB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975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PPAGENT_QA|within=sequential-step-4|role=title">
            <a:extLst xmlns:a="http://schemas.openxmlformats.org/drawingml/2006/main">
              <a:ext uri="{FF2B5EF4-FFF2-40B4-BE49-F238E27FC236}">
                <a16:creationId xmlns:a16="http://schemas.microsoft.com/office/drawing/2014/main" id="{E0A1F96D-E2E8-46D7-B368-9BEF492A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023" y="3302464"/>
            <a:ext cx="1427519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38" name="PPAGENT_QA|within=sequential-step-4|role=body">
            <a:extLst xmlns:a="http://schemas.openxmlformats.org/drawingml/2006/main">
              <a:ext uri="{FF2B5EF4-FFF2-40B4-BE49-F238E27FC236}">
                <a16:creationId xmlns:a16="http://schemas.microsoft.com/office/drawing/2014/main" id="{25841422-D174-4600-A3C9-9961FF29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023" y="3915288"/>
            <a:ext cx="1427519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检查关键约束和画面结果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工作流程的步骤扩展｜6项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顺序关系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FF097FD-2A9F-4BE2-A894-B71CB2F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D26A3025-538B-4292-832B-13DED8AD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517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C052EE4-ADC1-464B-BFE9-3CFFC93B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72D09FB-5CD1-4CF9-81D3-8D79B5EE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4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0CF927E-128F-42D5-B606-3DA0736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parent=sequential-step-5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FC7A8D5B-42BF-4A6D-AB4C-F8493DD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22" y="2437301"/>
            <a:ext cx="1477987" cy="2433271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09178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700157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430483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EB03C-4A7C-4C14-9304-5F9F99D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922F1ED7-1EE4-4EA6-9C6B-69B01704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8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E537C0AD-0D8B-405A-BE73-3F9516E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明确目标、边界与输入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51FC8-B141-4306-8442-2951FCD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735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16EF5FAA-414F-4E2D-B312-A4AA10A1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84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资料整理</a:t>
            </a:r>
          </a:p>
        </p:txBody>
      </p:sp>
      <p:sp>
        <p:nvSpPr>
          <p:cNvPr id="31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818D0E04-0A3D-4A66-9F88-77098C8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84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形成统一可靠的信息底座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40D6B-F86F-47CF-B88B-89930F77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0AA02235-4943-44CB-91F5-A2C38E11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4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490CDAC9-A91C-4CE0-9EEC-3087E44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建立结构和执行规则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DB143C-AC30-4902-8E18-5303E620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41F495B5-ABA6-42B9-A12E-2E766C8C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实施生成</a:t>
            </a:r>
          </a:p>
        </p:txBody>
      </p:sp>
      <p:sp>
        <p:nvSpPr>
          <p:cNvPr id="37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B8629AB1-3C63-4A06-933C-59D5CF5C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按规则完成确定性输出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F2167-B0BB-46B1-A2AC-38C0B446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sequential-step-4|role=title">
            <a:extLst xmlns:a="http://schemas.openxmlformats.org/drawingml/2006/main">
              <a:ext uri="{FF2B5EF4-FFF2-40B4-BE49-F238E27FC236}">
                <a16:creationId xmlns:a16="http://schemas.microsoft.com/office/drawing/2014/main" id="{2C40B594-EAC8-4AA5-9484-636E6120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40" name="PPAGENT_QA|within=sequential-step-4|role=body">
            <a:extLst xmlns:a="http://schemas.openxmlformats.org/drawingml/2006/main">
              <a:ext uri="{FF2B5EF4-FFF2-40B4-BE49-F238E27FC236}">
                <a16:creationId xmlns:a16="http://schemas.microsoft.com/office/drawing/2014/main" id="{79CD9009-D934-4BF3-8B26-410A4AF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检查关键约束和画面结果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E48DBF-A31A-4D56-834B-796792FF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040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PPAGENT_QA|within=sequential-step-5|role=title">
            <a:extLst xmlns:a="http://schemas.openxmlformats.org/drawingml/2006/main">
              <a:ext uri="{FF2B5EF4-FFF2-40B4-BE49-F238E27FC236}">
                <a16:creationId xmlns:a16="http://schemas.microsoft.com/office/drawing/2014/main" id="{E896A1D3-E9FF-4EAE-BAF1-55EAABED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88" y="3302464"/>
            <a:ext cx="1081454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交付复盘</a:t>
            </a:r>
          </a:p>
        </p:txBody>
      </p:sp>
      <p:sp>
        <p:nvSpPr>
          <p:cNvPr id="43" name="PPAGENT_QA|within=sequential-step-5|role=body">
            <a:extLst xmlns:a="http://schemas.openxmlformats.org/drawingml/2006/main">
              <a:ext uri="{FF2B5EF4-FFF2-40B4-BE49-F238E27FC236}">
                <a16:creationId xmlns:a16="http://schemas.microsoft.com/office/drawing/2014/main" id="{54A11318-35C6-422A-95B4-1AE2192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88" y="3915288"/>
            <a:ext cx="1081454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记录问题并持续改进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两种路线的容量扩展｜2组×1项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44F03-4BFE-4170-B7AB-0EF4575E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38343-7DC7-4721-8391-4C7543AF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8D788-A90B-4FB9-8F18-371D484C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116082EE-6774-4B2D-BBAF-D8A70489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C8313B9B-B3FA-4848-8B50-635F7528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3D5C6EF5-B558-4BCC-A677-0184AA79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21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6EB43C4-2ED1-4E0D-B8A0-FEAB6153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50E3DF9-21C6-4EE7-8253-4F1A9F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46AC520D-5273-4917-89F0-CD2488C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4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B601735-67E6-4E5F-AF24-C445A7D5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E8832AF8-B6AA-4E0F-97F2-5934D86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A260D7B1-5932-4580-8129-3905D9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27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A2BB5AAC-8624-4C4F-9A75-01A19717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389EC60-62E1-45DC-B4A0-3B03EDD4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7F1DFAB1-7114-44C4-B78D-D6E88D4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30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0396486D-D9CB-4D6D-A711-FEEB778F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1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FED32261-B1FE-46F9-9479-0062FB2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两种路线的容量扩展｜2组×2项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D2F9B-A1B9-4834-88DA-0C813904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9726F-4914-4FCF-AA25-BAFF567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B259C-3825-4261-8F64-5D0DA04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C61BE36C-CDB0-413A-80E2-C7CED95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A009D9D9-F395-4956-8D76-DE76A007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A00B95AC-6E36-40B7-91B2-E3F9A95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21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2AE86CE-37EB-4757-AB83-1236FA9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797786"/>
            <a:ext cx="3280410" cy="82911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CA3D6DF-BADB-42F7-935D-C483EC4C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077161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42821A53-E644-4AEC-9F2D-C4FB858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851858"/>
            <a:ext cx="2577465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4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C27D365-1E46-4614-B584-143921F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257748"/>
            <a:ext cx="3280410" cy="82911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F40C2C83-3F38-46E9-B15C-13AADFF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537124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BD7C80BD-F710-4DE1-A1F7-C77799DF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311821"/>
            <a:ext cx="2577465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27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151DBA09-3F38-49B8-9B78-1AF2F0B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4626FCFE-00BB-42C5-BCFC-25F1A4C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9C68B6C7-C8F0-40F0-9252-E13B51AF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30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40AD2BB-2571-4A9F-BB4E-92E6A42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797786"/>
            <a:ext cx="3280410" cy="82911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5C3D9AA2-C733-4C7E-9BFC-072D89D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077161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368E54C5-1AF4-4E76-A18B-6EA82E5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851858"/>
            <a:ext cx="2577465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33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05CBEFB3-7FA4-4DA0-AC20-F226F71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257748"/>
            <a:ext cx="3280410" cy="82911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813C78B-9E9D-4BAC-A2DC-1507DF3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537124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5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1179A720-BB44-4B7B-A57D-A4990F9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311821"/>
            <a:ext cx="2577465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边界清楚可验</a:t>
            </a:r>
          </a:p>
        </p:txBody>
      </p:sp>
      <p:sp>
        <p:nvSpPr>
          <p:cNvPr id="36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F03633F2-F4E6-459D-ABF5-1E29785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7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4A8538CF-FBA5-439C-B38E-A388AE3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两种路线的容量扩展｜2组×3项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EA9B8-19CE-4077-B022-BF0C711D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9079-9E3A-4E7E-80C4-2EDF4F25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7FE69-ABF3-4E10-B3EA-6826A4D5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6C8180FB-24FA-4A51-A683-9780B06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3CFB81B6-C3C4-4B8A-9AD0-139840F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910786F7-77AE-4AFA-B1E8-D8336CC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21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6C1CA6F9-77F4-4031-BE67-9E093E8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06355A0-8CA9-47BE-873C-BC58405C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A583B497-4F03-4897-844B-7626137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4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313550B6-92F2-4A8C-AD67-B81A6AE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9EBF7A4-76B8-4E31-8091-C309FE31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69F5BDB1-EB21-4D9C-874B-4791BD6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27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A47F4DE-080D-4B5C-ABCB-03339DDF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FB210FB3-9D24-4C77-9D77-A391A4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E1A13845-544C-47EA-B1B6-357739C8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反复消耗判断</a:t>
            </a:r>
          </a:p>
        </p:txBody>
      </p:sp>
      <p:sp>
        <p:nvSpPr>
          <p:cNvPr id="30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A2E77A03-267D-4576-BD3F-29F5B41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1B4750E1-0882-44F0-9D53-8C2AD5A2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1018B73C-B945-4823-B73E-3DEB1CA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33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C21CDB64-7A53-4453-A974-8881BAE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547BE5B7-879E-4467-B0A9-47AF65F3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5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EE3384D5-9D27-4E27-BA30-ACE34B5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36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B11904D9-9E40-446C-9926-F0F1F4BD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006E60B-842B-4372-801A-E357CC2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657E3A12-9F4A-4F50-A548-E039ECA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边界清楚可验</a:t>
            </a:r>
          </a:p>
        </p:txBody>
      </p:sp>
      <p:sp>
        <p:nvSpPr>
          <p:cNvPr id="39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D19815C2-6FBA-4485-A8CD-F7EF4E6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FDEB607-74FD-4A3A-9601-4059D00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6C842C32-1FAA-41ED-854C-C6AE1FAB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问题可以回归</a:t>
            </a:r>
          </a:p>
        </p:txBody>
      </p:sp>
      <p:sp>
        <p:nvSpPr>
          <p:cNvPr id="42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D78D1AE4-790F-4A11-A4F5-A45811A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3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554DDFF1-91E8-48EA-81D9-0C867204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两种路线的容量扩展｜2组×4项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E9DBD-1777-4E0B-B07B-1394F4C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6C04A-751E-4650-B1E7-D032280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031E9-65AA-470D-BD8F-1DB9BE3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EC366BF-82A1-4DA8-8AB4-FE9E1B2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63D4C756-FE07-4773-B63C-470CF80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6667B265-EDD0-4CF0-800B-7D55B76F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21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A256F720-E64A-44CF-BAC0-87DAEA7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581495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B08311C9-C763-40C2-BD2F-28EDDDCD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68964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F75BC524-0254-46C1-9320-7D0841E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35568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4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240D101-FAA4-4894-B971-6E3A6A0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374561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9B4E7B8-5EA4-48EC-BF24-B820C8E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48270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284F4A0B-DD85-4687-9D23-68EB3214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428634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27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EE1D399-F608-4AC5-9E0F-5A9E9C6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167627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0A25956-9536-4C0B-A8BC-BB0C91D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27577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E0347B5D-10F0-432B-B5EB-8309538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221700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反复消耗判断</a:t>
            </a:r>
          </a:p>
        </p:txBody>
      </p:sp>
      <p:sp>
        <p:nvSpPr>
          <p:cNvPr id="30" name="PPAGENT_QA|parent=comparison-left-row-3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3B99BB7E-6605-469A-9A40-2FFB1DA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960693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lef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2A6E33A-7E1C-4B36-AC46-0360C8EF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5068839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PPAGENT_QA|within=comparison-lef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37BD3C85-7332-4B11-B02D-512411A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5014766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经验难以沉淀</a:t>
            </a:r>
          </a:p>
        </p:txBody>
      </p:sp>
      <p:sp>
        <p:nvSpPr>
          <p:cNvPr id="33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81F37425-2338-435E-B055-BAF46FAE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0490C861-A0FD-4862-87BA-DCC7D93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26878D8A-7698-4213-A9FD-6BBD2AAE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36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A3958F74-8E60-45ED-9BC1-4835C2F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581495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F7D35E9-59B9-40CF-9C2F-405C57D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68964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19E264E8-8B8E-4451-AA99-00C303B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35568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39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03F4C6C5-06EF-4986-8865-FCD659E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374561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C2D5403-37DB-426C-9FF1-464E2DD6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48270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FEA61DA3-7C67-44E9-BFCE-85F8032B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428634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边界清楚可验</a:t>
            </a:r>
          </a:p>
        </p:txBody>
      </p:sp>
      <p:sp>
        <p:nvSpPr>
          <p:cNvPr id="42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305664F1-E19C-4031-9AF0-3575395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167627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3722E9F2-4094-42F6-985C-8FDF87B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27577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4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5E0A33CA-0170-4D02-8C3A-DD1AF240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221700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问题可以回归</a:t>
            </a:r>
          </a:p>
        </p:txBody>
      </p:sp>
      <p:sp>
        <p:nvSpPr>
          <p:cNvPr id="45" name="PPAGENT_QA|parent=comparison-right-row-3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85374403-7E2A-4DC8-80FD-553A19D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960693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6" name="PPAGENT_QA|within=comparison-righ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B3C2AF94-AAC1-424E-B451-56825919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5068839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7" name="PPAGENT_QA|within=comparison-righ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35C2C32F-D08F-49AA-A82E-44373B0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5014766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能力持续积累</a:t>
            </a:r>
          </a:p>
        </p:txBody>
      </p:sp>
      <p:sp>
        <p:nvSpPr>
          <p:cNvPr id="48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8BF3BF00-EDFD-483D-84E1-67B3292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9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7980650E-9C73-437B-9D6C-3159193D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两种路线的容量扩展｜2组×5项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82E5D-DF94-4499-9B7F-1F4FE1A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D2E36-813B-48D3-979C-490E0C6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CE6B4-30D6-4BAB-BDB1-D15D9FA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07CBD27-459B-4116-A621-339EDED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0105AC51-A70D-4E2F-9092-0F4E9889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7B030592-D1FA-49FB-86CE-493975A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21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901950C9-E300-4A75-BD21-C98995B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545446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4048E6E6-A848-467D-AE02-9052AAE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613037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1D0A9168-54EE-4680-964C-B2AC775D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599519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4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2967AEE5-BD2D-4CCF-AAFA-F19B563F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76294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006850C0-F20C-47C6-B7E3-CCBFE0BF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243885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EEFD45AB-13FB-442B-A8B0-BD6CDED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30367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27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4E9DDA88-F7DF-48EF-9566-84A7E14E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807143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063821D5-3FD9-4BD8-9F54-7E0A8F8D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7473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5B565236-FF7D-419A-BEB7-3729FD6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861215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反复消耗判断</a:t>
            </a:r>
          </a:p>
        </p:txBody>
      </p:sp>
      <p:sp>
        <p:nvSpPr>
          <p:cNvPr id="30" name="PPAGENT_QA|parent=comparison-left-row-3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F829B14-55B5-4D5D-B0EC-CFCD6715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437991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lef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56A50E57-9A8A-4184-82F8-DE8B38C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505581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PPAGENT_QA|within=comparison-lef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883E5144-3809-4CB2-BA5C-388E2ED1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492063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经验难以沉淀</a:t>
            </a:r>
          </a:p>
        </p:txBody>
      </p:sp>
      <p:sp>
        <p:nvSpPr>
          <p:cNvPr id="33" name="PPAGENT_QA|parent=comparison-left-row-4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C3C6689F-246C-4461-AADF-4AFC307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5068839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PPAGENT_QA|within=comparison-left-row-4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4FA1ED7-9D4A-46C5-83E0-DF1BE14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513643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5" name="PPAGENT_QA|within=comparison-left-row-4|role=item-text">
            <a:extLst xmlns:a="http://schemas.openxmlformats.org/drawingml/2006/main">
              <a:ext uri="{FF2B5EF4-FFF2-40B4-BE49-F238E27FC236}">
                <a16:creationId xmlns:a16="http://schemas.microsoft.com/office/drawing/2014/main" id="{9DAD1798-EA39-499A-B974-F2A6C75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5122911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维护成本较高</a:t>
            </a:r>
          </a:p>
        </p:txBody>
      </p:sp>
      <p:sp>
        <p:nvSpPr>
          <p:cNvPr id="36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E3374A9-6AC7-4792-BB19-E2C1D9B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1B9F186E-9846-4849-A7B2-B700141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9D2B8D01-ADC4-4483-A346-71E3687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39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22605CBF-AF38-409E-91B9-A29BD63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545446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4595CDCB-3184-49A0-8FAC-F6FBB67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613037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A1DB0EE8-F0DA-4E75-A47B-B0D427D9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599519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42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810F966-74B5-4D12-89E4-DBD1A46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76294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34DAAEA5-1A05-4C0D-8748-9A4080AE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243885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4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92D442E4-FAAF-4678-92D9-05C71B6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30367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边界清楚可验</a:t>
            </a:r>
          </a:p>
        </p:txBody>
      </p:sp>
      <p:sp>
        <p:nvSpPr>
          <p:cNvPr id="45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6F637C3-5B4B-4AED-9E32-C6C95A4D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807143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6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9FAAD70-E041-4ED3-8EA5-1487F2E5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7473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7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562968E1-70FD-429F-B003-6287A54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861215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问题可以回归</a:t>
            </a:r>
          </a:p>
        </p:txBody>
      </p:sp>
      <p:sp>
        <p:nvSpPr>
          <p:cNvPr id="48" name="PPAGENT_QA|parent=comparison-right-row-3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6A6794B5-4982-445B-8EEE-AB27CFE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437991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PPAGENT_QA|within=comparison-righ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3CF63BB4-BF99-4125-8340-7A7063EC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505581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0" name="PPAGENT_QA|within=comparison-righ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40993C9F-FF75-4202-A440-33E4BDAF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492063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能力持续积累</a:t>
            </a:r>
          </a:p>
        </p:txBody>
      </p:sp>
      <p:sp>
        <p:nvSpPr>
          <p:cNvPr id="51" name="PPAGENT_QA|parent=comparison-right-row-4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436B8FE6-505C-4FA4-B1E7-BED004F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5068839"/>
            <a:ext cx="3280410" cy="40554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2" name="PPAGENT_QA|within=comparison-right-row-4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D31F3D2-1327-489E-9A7B-7B95873D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513643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3" name="PPAGENT_QA|within=comparison-right-row-4|role=item-text">
            <a:extLst xmlns:a="http://schemas.openxmlformats.org/drawingml/2006/main">
              <a:ext uri="{FF2B5EF4-FFF2-40B4-BE49-F238E27FC236}">
                <a16:creationId xmlns:a16="http://schemas.microsoft.com/office/drawing/2014/main" id="{B30B5549-C2CE-4DC9-B1CE-C446A87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5122911"/>
            <a:ext cx="2577465" cy="2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维护责任明确</a:t>
            </a:r>
          </a:p>
        </p:txBody>
      </p:sp>
      <p:sp>
        <p:nvSpPr>
          <p:cNvPr id="54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D8706955-A38E-458A-8805-CEA96EB6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55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CA94BF15-934B-4836-B957-DE9E840B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能力体系的层级扩展｜3层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层级关系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317438F4-AB6F-4340-85CC-1633468A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B3083B9D-47E8-4A83-ACB2-EC35B22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7914398-221B-4B3F-8952-88D59381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1716332"/>
            <a:ext cx="1279720" cy="1351817"/>
          </a:xfrm>
          <a:custGeom xmlns:a="http://schemas.openxmlformats.org/drawingml/2006/main">
            <a:pathLst>
              <a:path w="1352550" h="1428750">
                <a:moveTo>
                  <a:pt x="676275" y="0"/>
                </a:moveTo>
                <a:lnTo>
                  <a:pt x="135255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108CE339-E599-442E-A8F5-232FC13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2162431"/>
            <a:ext cx="991333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愿景层</a:t>
            </a:r>
          </a:p>
        </p:txBody>
      </p:sp>
      <p:sp>
        <p:nvSpPr>
          <p:cNvPr id="19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6FE3BD5A-A955-4F3F-831B-E5955BE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3023088"/>
            <a:ext cx="1279720" cy="90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A3F4A5D-B090-4AAE-9586-C17CBAD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734356"/>
            <a:ext cx="4001379" cy="1315769"/>
          </a:xfrm>
          <a:prstGeom xmlns:a="http://schemas.openxmlformats.org/drawingml/2006/main" prst="roundRect">
            <a:avLst>
              <a:gd name="adj" fmla="val 8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1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1741B3F7-5866-48BD-9218-D5405353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221199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6FEA66F2-36BE-417C-A992-93C24CC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1833489"/>
            <a:ext cx="3010047" cy="106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确定长期价值和目标方向</a:t>
            </a:r>
          </a:p>
        </p:txBody>
      </p:sp>
      <p:sp>
        <p:nvSpPr>
          <p:cNvPr id="23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183246AB-5E3F-4173-90AA-1E8DDBD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2589" y="2392240"/>
            <a:ext cx="28748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4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C447907-207C-40D2-92A7-0568CB4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572" y="3293452"/>
            <a:ext cx="3208313" cy="1351817"/>
          </a:xfrm>
          <a:custGeom xmlns:a="http://schemas.openxmlformats.org/drawingml/2006/main">
            <a:pathLst>
              <a:path w="3390900" h="1428750">
                <a:moveTo>
                  <a:pt x="1019175" y="0"/>
                </a:moveTo>
                <a:lnTo>
                  <a:pt x="2371725" y="0"/>
                </a:lnTo>
                <a:lnTo>
                  <a:pt x="3390900" y="1257300"/>
                </a:lnTo>
                <a:lnTo>
                  <a:pt x="3390900" y="1257300"/>
                </a:lnTo>
                <a:lnTo>
                  <a:pt x="3202517" y="1287072"/>
                </a:lnTo>
                <a:lnTo>
                  <a:pt x="3014133" y="1315939"/>
                </a:lnTo>
                <a:lnTo>
                  <a:pt x="2825750" y="1343025"/>
                </a:lnTo>
                <a:lnTo>
                  <a:pt x="2637367" y="1367506"/>
                </a:lnTo>
                <a:lnTo>
                  <a:pt x="2448983" y="1388638"/>
                </a:lnTo>
                <a:lnTo>
                  <a:pt x="2260600" y="1405780"/>
                </a:lnTo>
                <a:lnTo>
                  <a:pt x="2072217" y="1418410"/>
                </a:lnTo>
                <a:lnTo>
                  <a:pt x="1883833" y="1426145"/>
                </a:lnTo>
                <a:lnTo>
                  <a:pt x="1695450" y="1428750"/>
                </a:lnTo>
                <a:lnTo>
                  <a:pt x="1507067" y="1426145"/>
                </a:lnTo>
                <a:lnTo>
                  <a:pt x="1318683" y="1418410"/>
                </a:lnTo>
                <a:lnTo>
                  <a:pt x="1130300" y="1405780"/>
                </a:lnTo>
                <a:lnTo>
                  <a:pt x="941917" y="1388638"/>
                </a:lnTo>
                <a:lnTo>
                  <a:pt x="753533" y="1367506"/>
                </a:lnTo>
                <a:lnTo>
                  <a:pt x="565150" y="1343025"/>
                </a:lnTo>
                <a:lnTo>
                  <a:pt x="376767" y="1315939"/>
                </a:lnTo>
                <a:lnTo>
                  <a:pt x="188383" y="1287072"/>
                </a:lnTo>
                <a:lnTo>
                  <a:pt x="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B2C5EA15-5E41-4707-A6D1-3D7A196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66" y="3739552"/>
            <a:ext cx="291992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26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3C7E7E48-F39C-4AB8-A537-5C590A5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3185307"/>
            <a:ext cx="1279720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7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A8C2E05-DE28-458E-90F1-FC252D89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3311476"/>
            <a:ext cx="4001379" cy="1315769"/>
          </a:xfrm>
          <a:prstGeom xmlns:a="http://schemas.openxmlformats.org/drawingml/2006/main" prst="roundRect">
            <a:avLst>
              <a:gd name="adj" fmla="val 8687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8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23ADA800-AEAB-478E-B6F6-06618AA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378911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27715E4F-76B4-418A-80D3-BD3B33C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3410609"/>
            <a:ext cx="3010047" cy="106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明确问题范围与判断边界</a:t>
            </a:r>
          </a:p>
        </p:txBody>
      </p:sp>
      <p:sp>
        <p:nvSpPr>
          <p:cNvPr id="30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5C0EB540-8F82-4029-927A-F42B2399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6885" y="3969361"/>
            <a:ext cx="19105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1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5B6D6992-8973-416F-9D4B-556A673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76" y="4870572"/>
            <a:ext cx="5136906" cy="1351817"/>
          </a:xfrm>
          <a:custGeom xmlns:a="http://schemas.openxmlformats.org/drawingml/2006/main">
            <a:pathLst>
              <a:path w="5429250" h="1428750">
                <a:moveTo>
                  <a:pt x="1019175" y="0"/>
                </a:moveTo>
                <a:lnTo>
                  <a:pt x="4410075" y="0"/>
                </a:lnTo>
                <a:lnTo>
                  <a:pt x="5429250" y="1257300"/>
                </a:lnTo>
                <a:lnTo>
                  <a:pt x="5429250" y="1257300"/>
                </a:lnTo>
                <a:lnTo>
                  <a:pt x="5127625" y="1287072"/>
                </a:lnTo>
                <a:lnTo>
                  <a:pt x="4826000" y="1315939"/>
                </a:lnTo>
                <a:lnTo>
                  <a:pt x="4524375" y="1343025"/>
                </a:lnTo>
                <a:lnTo>
                  <a:pt x="4222750" y="1367506"/>
                </a:lnTo>
                <a:lnTo>
                  <a:pt x="3921125" y="1388638"/>
                </a:lnTo>
                <a:lnTo>
                  <a:pt x="3619500" y="1405780"/>
                </a:lnTo>
                <a:lnTo>
                  <a:pt x="3317875" y="1418410"/>
                </a:lnTo>
                <a:lnTo>
                  <a:pt x="3016250" y="1426145"/>
                </a:lnTo>
                <a:lnTo>
                  <a:pt x="2714625" y="1428750"/>
                </a:lnTo>
                <a:lnTo>
                  <a:pt x="2413000" y="1426145"/>
                </a:lnTo>
                <a:lnTo>
                  <a:pt x="2111375" y="1418410"/>
                </a:lnTo>
                <a:lnTo>
                  <a:pt x="1809750" y="1405780"/>
                </a:lnTo>
                <a:lnTo>
                  <a:pt x="1508125" y="1388638"/>
                </a:lnTo>
                <a:lnTo>
                  <a:pt x="1206500" y="1367506"/>
                </a:lnTo>
                <a:lnTo>
                  <a:pt x="904875" y="1343025"/>
                </a:lnTo>
                <a:lnTo>
                  <a:pt x="603250" y="1315939"/>
                </a:lnTo>
                <a:lnTo>
                  <a:pt x="301625" y="1287072"/>
                </a:lnTo>
                <a:lnTo>
                  <a:pt x="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6BF0EF65-B9B7-46AE-9701-B69E98C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70" y="5316672"/>
            <a:ext cx="4848518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33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F53E5D54-082D-4B75-A148-4DC8E68B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572" y="4762427"/>
            <a:ext cx="3208313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34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1DFB673-BCE9-44B8-BE30-123129AE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4888596"/>
            <a:ext cx="4001379" cy="1315769"/>
          </a:xfrm>
          <a:prstGeom xmlns:a="http://schemas.openxmlformats.org/drawingml/2006/main" prst="roundRect">
            <a:avLst>
              <a:gd name="adj" fmla="val 86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5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A88BB95F-5F2F-4EC2-B521-6B2CA4CB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536623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1D472D8C-29A8-4848-99E7-AD803510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4987730"/>
            <a:ext cx="3010047" cy="106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37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02AFFF20-BF5D-495B-AF5D-3D27677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1182" y="5546481"/>
            <a:ext cx="94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能力体系的层级扩展｜4层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层级关系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5B6920C4-251A-46A1-B2C4-B8EDC994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AD4B5D02-F566-48E1-A805-123CDE9A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63E238A-2E59-4885-9CA4-B74B84FF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1716332"/>
            <a:ext cx="1279720" cy="957537"/>
          </a:xfrm>
          <a:custGeom xmlns:a="http://schemas.openxmlformats.org/drawingml/2006/main">
            <a:pathLst>
              <a:path w="1352550" h="1012031">
                <a:moveTo>
                  <a:pt x="676275" y="0"/>
                </a:moveTo>
                <a:lnTo>
                  <a:pt x="1352550" y="1012031"/>
                </a:lnTo>
                <a:lnTo>
                  <a:pt x="0" y="1012031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30157F47-D559-4475-A587-BF021731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2032319"/>
            <a:ext cx="991333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愿景层</a:t>
            </a:r>
          </a:p>
        </p:txBody>
      </p:sp>
      <p:sp>
        <p:nvSpPr>
          <p:cNvPr id="19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C42CB5B4-D315-4E80-B1B5-CAD5971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628808"/>
            <a:ext cx="1279720" cy="90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0EFEC99-237A-409C-AA51-46AA94A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73435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1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0B76EB9E-0A21-490D-A98F-5B1E6224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201485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2FFC6F1B-4C01-41C8-95ED-575EB16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1833489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确定长期价值和目标方向</a:t>
            </a:r>
          </a:p>
        </p:txBody>
      </p:sp>
      <p:sp>
        <p:nvSpPr>
          <p:cNvPr id="23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90FC975D-EA00-43FB-8E59-9A0FA7D2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2589" y="2195100"/>
            <a:ext cx="28748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4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9115C45-5A41-4A90-B235-7D7276F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004" y="2899172"/>
            <a:ext cx="2565449" cy="957537"/>
          </a:xfrm>
          <a:custGeom xmlns:a="http://schemas.openxmlformats.org/drawingml/2006/main">
            <a:pathLst>
              <a:path w="2711450" h="1012031">
                <a:moveTo>
                  <a:pt x="679450" y="0"/>
                </a:moveTo>
                <a:lnTo>
                  <a:pt x="2032000" y="0"/>
                </a:lnTo>
                <a:lnTo>
                  <a:pt x="2711450" y="840581"/>
                </a:lnTo>
                <a:lnTo>
                  <a:pt x="2711450" y="840581"/>
                </a:lnTo>
                <a:lnTo>
                  <a:pt x="2560814" y="870353"/>
                </a:lnTo>
                <a:lnTo>
                  <a:pt x="2410178" y="899221"/>
                </a:lnTo>
                <a:lnTo>
                  <a:pt x="2259542" y="926306"/>
                </a:lnTo>
                <a:lnTo>
                  <a:pt x="2108906" y="950787"/>
                </a:lnTo>
                <a:lnTo>
                  <a:pt x="1958269" y="971920"/>
                </a:lnTo>
                <a:lnTo>
                  <a:pt x="1807633" y="989061"/>
                </a:lnTo>
                <a:lnTo>
                  <a:pt x="1656997" y="1001692"/>
                </a:lnTo>
                <a:lnTo>
                  <a:pt x="1506361" y="1009427"/>
                </a:lnTo>
                <a:lnTo>
                  <a:pt x="1355725" y="1012031"/>
                </a:lnTo>
                <a:lnTo>
                  <a:pt x="1205089" y="1009427"/>
                </a:lnTo>
                <a:lnTo>
                  <a:pt x="1054453" y="1001692"/>
                </a:lnTo>
                <a:lnTo>
                  <a:pt x="903817" y="989061"/>
                </a:lnTo>
                <a:lnTo>
                  <a:pt x="753181" y="971920"/>
                </a:lnTo>
                <a:lnTo>
                  <a:pt x="602544" y="950787"/>
                </a:lnTo>
                <a:lnTo>
                  <a:pt x="451908" y="926306"/>
                </a:lnTo>
                <a:lnTo>
                  <a:pt x="301272" y="899221"/>
                </a:lnTo>
                <a:lnTo>
                  <a:pt x="150636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3498F2FB-5799-4395-8D96-FF8C6D3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98" y="3215159"/>
            <a:ext cx="2277061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26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7AFCAFF0-48E2-475C-8B2B-E0DAD56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791026"/>
            <a:ext cx="1279720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7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ECB8042-1E18-4E63-9474-8E37B6D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291719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8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87D3D60F-991F-4750-A1CB-746F0FA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319769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0A3E6A6D-5E2A-4DA2-98EB-943D27D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3016329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明确问题范围与判断边界</a:t>
            </a:r>
          </a:p>
        </p:txBody>
      </p:sp>
      <p:sp>
        <p:nvSpPr>
          <p:cNvPr id="30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74895352-60B2-466B-8AAE-FD3FCA76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45453" y="3377941"/>
            <a:ext cx="22320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1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1EC3448F-E9EA-4CBF-9783-58474AD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40" y="4082012"/>
            <a:ext cx="3851177" cy="957537"/>
          </a:xfrm>
          <a:custGeom xmlns:a="http://schemas.openxmlformats.org/drawingml/2006/main">
            <a:pathLst>
              <a:path w="4070350" h="1012031">
                <a:moveTo>
                  <a:pt x="679450" y="0"/>
                </a:moveTo>
                <a:lnTo>
                  <a:pt x="3390900" y="0"/>
                </a:lnTo>
                <a:lnTo>
                  <a:pt x="4070350" y="840581"/>
                </a:lnTo>
                <a:lnTo>
                  <a:pt x="4070350" y="840581"/>
                </a:lnTo>
                <a:lnTo>
                  <a:pt x="3844219" y="870353"/>
                </a:lnTo>
                <a:lnTo>
                  <a:pt x="3618089" y="899221"/>
                </a:lnTo>
                <a:lnTo>
                  <a:pt x="3391958" y="926306"/>
                </a:lnTo>
                <a:lnTo>
                  <a:pt x="3165828" y="950787"/>
                </a:lnTo>
                <a:lnTo>
                  <a:pt x="2939697" y="971920"/>
                </a:lnTo>
                <a:lnTo>
                  <a:pt x="2713567" y="989061"/>
                </a:lnTo>
                <a:lnTo>
                  <a:pt x="2487436" y="1001692"/>
                </a:lnTo>
                <a:lnTo>
                  <a:pt x="2261306" y="1009427"/>
                </a:lnTo>
                <a:lnTo>
                  <a:pt x="2035175" y="1012031"/>
                </a:lnTo>
                <a:lnTo>
                  <a:pt x="1809044" y="1009427"/>
                </a:lnTo>
                <a:lnTo>
                  <a:pt x="1582914" y="1001692"/>
                </a:lnTo>
                <a:lnTo>
                  <a:pt x="1356783" y="989061"/>
                </a:lnTo>
                <a:lnTo>
                  <a:pt x="1130653" y="971920"/>
                </a:lnTo>
                <a:lnTo>
                  <a:pt x="904522" y="950787"/>
                </a:lnTo>
                <a:lnTo>
                  <a:pt x="678392" y="926306"/>
                </a:lnTo>
                <a:lnTo>
                  <a:pt x="452261" y="899221"/>
                </a:lnTo>
                <a:lnTo>
                  <a:pt x="226131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9644BC21-9A7C-4D66-AC2E-D7687D41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334" y="4397999"/>
            <a:ext cx="3562790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33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9641B31D-DB7A-4684-9245-DA7DD70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004" y="3973867"/>
            <a:ext cx="2565449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34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222D6EF-AD4C-4C01-9173-C116E29E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410003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5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A0643E59-A8A5-40E9-BBDC-490EEB81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438053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3DE88B91-E3B6-40DD-B87D-E5FE914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4199170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37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F393604D-D87C-4F8E-A418-CB278298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8318" y="4560781"/>
            <a:ext cx="1589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8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4E88EEC-607F-4AD2-8DEA-62C675C8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76" y="5264852"/>
            <a:ext cx="5136906" cy="957537"/>
          </a:xfrm>
          <a:custGeom xmlns:a="http://schemas.openxmlformats.org/drawingml/2006/main">
            <a:pathLst>
              <a:path w="5429250" h="1012031">
                <a:moveTo>
                  <a:pt x="679450" y="0"/>
                </a:moveTo>
                <a:lnTo>
                  <a:pt x="4749800" y="0"/>
                </a:lnTo>
                <a:lnTo>
                  <a:pt x="5429250" y="840581"/>
                </a:lnTo>
                <a:lnTo>
                  <a:pt x="5429250" y="840581"/>
                </a:lnTo>
                <a:lnTo>
                  <a:pt x="5127625" y="870353"/>
                </a:lnTo>
                <a:lnTo>
                  <a:pt x="4826000" y="899221"/>
                </a:lnTo>
                <a:lnTo>
                  <a:pt x="4524375" y="926306"/>
                </a:lnTo>
                <a:lnTo>
                  <a:pt x="4222750" y="950787"/>
                </a:lnTo>
                <a:lnTo>
                  <a:pt x="3921125" y="971920"/>
                </a:lnTo>
                <a:lnTo>
                  <a:pt x="3619500" y="989061"/>
                </a:lnTo>
                <a:lnTo>
                  <a:pt x="3317875" y="1001692"/>
                </a:lnTo>
                <a:lnTo>
                  <a:pt x="3016250" y="1009427"/>
                </a:lnTo>
                <a:lnTo>
                  <a:pt x="2714625" y="1012031"/>
                </a:lnTo>
                <a:lnTo>
                  <a:pt x="2413000" y="1009427"/>
                </a:lnTo>
                <a:lnTo>
                  <a:pt x="2111375" y="1001692"/>
                </a:lnTo>
                <a:lnTo>
                  <a:pt x="1809750" y="989061"/>
                </a:lnTo>
                <a:lnTo>
                  <a:pt x="1508125" y="971920"/>
                </a:lnTo>
                <a:lnTo>
                  <a:pt x="1206500" y="950787"/>
                </a:lnTo>
                <a:lnTo>
                  <a:pt x="904875" y="926306"/>
                </a:lnTo>
                <a:lnTo>
                  <a:pt x="603250" y="899221"/>
                </a:lnTo>
                <a:lnTo>
                  <a:pt x="301625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67AE2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PPAGENT_QA|within=hierarchy-level-3|role=title">
            <a:extLst xmlns:a="http://schemas.openxmlformats.org/drawingml/2006/main">
              <a:ext uri="{FF2B5EF4-FFF2-40B4-BE49-F238E27FC236}">
                <a16:creationId xmlns:a16="http://schemas.microsoft.com/office/drawing/2014/main" id="{0FA31F22-5D95-4B0E-B316-1BA26A76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70" y="5580839"/>
            <a:ext cx="4848518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40" name="PPAGENT_QA|parent=hierarchy-face-3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9052C8E8-58E7-458F-8BF3-AF598790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40" y="5156707"/>
            <a:ext cx="3851177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41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5BA2695-F450-4D18-BB0C-3376855B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528287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42" name="PPAGENT_QA|within=hierarchy-note-3|role=number">
            <a:extLst xmlns:a="http://schemas.openxmlformats.org/drawingml/2006/main">
              <a:ext uri="{FF2B5EF4-FFF2-40B4-BE49-F238E27FC236}">
                <a16:creationId xmlns:a16="http://schemas.microsoft.com/office/drawing/2014/main" id="{01EA0024-6549-489C-B007-F414D40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556337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PPAGENT_QA|within=hierarchy-note-3|role=body">
            <a:extLst xmlns:a="http://schemas.openxmlformats.org/drawingml/2006/main">
              <a:ext uri="{FF2B5EF4-FFF2-40B4-BE49-F238E27FC236}">
                <a16:creationId xmlns:a16="http://schemas.microsoft.com/office/drawing/2014/main" id="{A4DFC46D-13BA-4A85-9E8D-3FE09E0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5382010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44" name="PPAGENT_CONNECTOR|from=hierarchy-level-3|fromSide=right|to=hierarchy-note-3|toSide=left">
            <a:extLst xmlns:a="http://schemas.openxmlformats.org/drawingml/2006/main">
              <a:ext uri="{FF2B5EF4-FFF2-40B4-BE49-F238E27FC236}">
                <a16:creationId xmlns:a16="http://schemas.microsoft.com/office/drawing/2014/main" id="{B549BD87-9C6F-4683-85F1-5596523C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1182" y="5743621"/>
            <a:ext cx="94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能力体系的层级扩展｜5层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层级关系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A80DA008-AB14-41E0-BE75-DC552E8D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1044E8C0-E57B-4BCE-8165-32C72F2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71380A82-7677-4A4F-BBB9-D43AD5C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1716332"/>
            <a:ext cx="1279720" cy="720969"/>
          </a:xfrm>
          <a:custGeom xmlns:a="http://schemas.openxmlformats.org/drawingml/2006/main">
            <a:pathLst>
              <a:path w="1352550" h="762000">
                <a:moveTo>
                  <a:pt x="676275" y="0"/>
                </a:moveTo>
                <a:lnTo>
                  <a:pt x="1352550" y="7620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BAC89553-AF01-4739-AC6C-19DEF2B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1954252"/>
            <a:ext cx="991333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愿景层</a:t>
            </a:r>
          </a:p>
        </p:txBody>
      </p:sp>
      <p:sp>
        <p:nvSpPr>
          <p:cNvPr id="19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B5219339-EA85-464B-8EA2-F865070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392240"/>
            <a:ext cx="1279720" cy="90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DB09B33-7D1F-4D85-B055-7AAEB15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734356"/>
            <a:ext cx="4001379" cy="684921"/>
          </a:xfrm>
          <a:prstGeom xmlns:a="http://schemas.openxmlformats.org/drawingml/2006/main" prst="roundRect">
            <a:avLst>
              <a:gd name="adj" fmla="val 16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1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D126C036-5021-4693-BB13-A82D69E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1896574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6B45E291-B641-447E-BE76-E3E0DA4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1833489"/>
            <a:ext cx="301004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确定长期价值和目标方向</a:t>
            </a:r>
          </a:p>
        </p:txBody>
      </p:sp>
      <p:sp>
        <p:nvSpPr>
          <p:cNvPr id="23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F293C627-5101-4021-BC45-4381822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2589" y="2076816"/>
            <a:ext cx="28748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4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371124FB-C4AE-4CFD-8056-AEB2DE8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20" y="2662604"/>
            <a:ext cx="2244017" cy="720969"/>
          </a:xfrm>
          <a:custGeom xmlns:a="http://schemas.openxmlformats.org/drawingml/2006/main">
            <a:pathLst>
              <a:path w="2371725" h="762000">
                <a:moveTo>
                  <a:pt x="509588" y="0"/>
                </a:moveTo>
                <a:lnTo>
                  <a:pt x="1862138" y="0"/>
                </a:lnTo>
                <a:lnTo>
                  <a:pt x="2371725" y="624840"/>
                </a:lnTo>
                <a:lnTo>
                  <a:pt x="2371725" y="624840"/>
                </a:lnTo>
                <a:lnTo>
                  <a:pt x="2239963" y="648658"/>
                </a:lnTo>
                <a:lnTo>
                  <a:pt x="2108200" y="671751"/>
                </a:lnTo>
                <a:lnTo>
                  <a:pt x="1976438" y="693420"/>
                </a:lnTo>
                <a:lnTo>
                  <a:pt x="1844675" y="713005"/>
                </a:lnTo>
                <a:lnTo>
                  <a:pt x="1712912" y="729911"/>
                </a:lnTo>
                <a:lnTo>
                  <a:pt x="1581150" y="743624"/>
                </a:lnTo>
                <a:lnTo>
                  <a:pt x="1449388" y="753728"/>
                </a:lnTo>
                <a:lnTo>
                  <a:pt x="1317625" y="759916"/>
                </a:lnTo>
                <a:lnTo>
                  <a:pt x="1185863" y="762000"/>
                </a:lnTo>
                <a:lnTo>
                  <a:pt x="1054100" y="759916"/>
                </a:lnTo>
                <a:lnTo>
                  <a:pt x="922337" y="753728"/>
                </a:lnTo>
                <a:lnTo>
                  <a:pt x="790575" y="743624"/>
                </a:lnTo>
                <a:lnTo>
                  <a:pt x="658812" y="729911"/>
                </a:lnTo>
                <a:lnTo>
                  <a:pt x="527050" y="713005"/>
                </a:lnTo>
                <a:lnTo>
                  <a:pt x="395288" y="693420"/>
                </a:lnTo>
                <a:lnTo>
                  <a:pt x="263525" y="671751"/>
                </a:lnTo>
                <a:lnTo>
                  <a:pt x="131763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094889A5-2AE6-4642-93DA-AC8C5B28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914" y="2900524"/>
            <a:ext cx="1955629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26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4DD1D64E-E99D-474A-AE90-3820A79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554458"/>
            <a:ext cx="1279720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7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AE9248E0-0C74-44D4-BCE4-3788948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2680628"/>
            <a:ext cx="4001379" cy="684921"/>
          </a:xfrm>
          <a:prstGeom xmlns:a="http://schemas.openxmlformats.org/drawingml/2006/main" prst="roundRect">
            <a:avLst>
              <a:gd name="adj" fmla="val 16688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8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347E27F5-8FCD-4993-81DA-14C66D5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2842846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88D49D2D-5C5D-4DDC-B8C3-6449E8C1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2779761"/>
            <a:ext cx="301004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明确问题范围与判断边界</a:t>
            </a:r>
          </a:p>
        </p:txBody>
      </p:sp>
      <p:sp>
        <p:nvSpPr>
          <p:cNvPr id="30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ECBD4E30-B83F-432F-8ED1-E3600D4E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84737" y="3023088"/>
            <a:ext cx="23927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1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5BF98DF9-0550-43E0-860A-F159FD0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572" y="3608876"/>
            <a:ext cx="3208313" cy="720969"/>
          </a:xfrm>
          <a:custGeom xmlns:a="http://schemas.openxmlformats.org/drawingml/2006/main">
            <a:pathLst>
              <a:path w="3390900" h="762000">
                <a:moveTo>
                  <a:pt x="509588" y="0"/>
                </a:moveTo>
                <a:lnTo>
                  <a:pt x="2881313" y="0"/>
                </a:lnTo>
                <a:lnTo>
                  <a:pt x="3390900" y="624840"/>
                </a:lnTo>
                <a:lnTo>
                  <a:pt x="3390900" y="624840"/>
                </a:lnTo>
                <a:lnTo>
                  <a:pt x="3202517" y="648658"/>
                </a:lnTo>
                <a:lnTo>
                  <a:pt x="3014133" y="671751"/>
                </a:lnTo>
                <a:lnTo>
                  <a:pt x="2825750" y="693420"/>
                </a:lnTo>
                <a:lnTo>
                  <a:pt x="2637367" y="713005"/>
                </a:lnTo>
                <a:lnTo>
                  <a:pt x="2448983" y="729911"/>
                </a:lnTo>
                <a:lnTo>
                  <a:pt x="2260600" y="743624"/>
                </a:lnTo>
                <a:lnTo>
                  <a:pt x="2072217" y="753728"/>
                </a:lnTo>
                <a:lnTo>
                  <a:pt x="1883833" y="759916"/>
                </a:lnTo>
                <a:lnTo>
                  <a:pt x="1695450" y="762000"/>
                </a:lnTo>
                <a:lnTo>
                  <a:pt x="1507067" y="759916"/>
                </a:lnTo>
                <a:lnTo>
                  <a:pt x="1318683" y="753728"/>
                </a:lnTo>
                <a:lnTo>
                  <a:pt x="1130300" y="743624"/>
                </a:lnTo>
                <a:lnTo>
                  <a:pt x="941917" y="729911"/>
                </a:lnTo>
                <a:lnTo>
                  <a:pt x="753533" y="713005"/>
                </a:lnTo>
                <a:lnTo>
                  <a:pt x="565150" y="693420"/>
                </a:lnTo>
                <a:lnTo>
                  <a:pt x="376767" y="671751"/>
                </a:lnTo>
                <a:lnTo>
                  <a:pt x="188383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6F3A72E6-A8B2-470A-AE4B-B24702B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66" y="3846796"/>
            <a:ext cx="291992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33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74C3D9AA-88A1-4D67-B3EA-1B7CE28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20" y="3500731"/>
            <a:ext cx="2244017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34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B148D2B-3010-4C42-9189-166CB3D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3626900"/>
            <a:ext cx="4001379" cy="684921"/>
          </a:xfrm>
          <a:prstGeom xmlns:a="http://schemas.openxmlformats.org/drawingml/2006/main" prst="roundRect">
            <a:avLst>
              <a:gd name="adj" fmla="val 16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5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77970147-6021-47F9-AE9F-C1899C5C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378911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CCBBE929-6D2F-4E58-9C4B-0A241275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3726033"/>
            <a:ext cx="301004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37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628B6C2B-2CCA-4BC0-9029-D6B2BAB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6885" y="3969361"/>
            <a:ext cx="19105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8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F4AAB47-CC38-4008-AC15-ACE481A4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24" y="4555148"/>
            <a:ext cx="4172609" cy="720969"/>
          </a:xfrm>
          <a:custGeom xmlns:a="http://schemas.openxmlformats.org/drawingml/2006/main">
            <a:pathLst>
              <a:path w="4410075" h="762000">
                <a:moveTo>
                  <a:pt x="509588" y="0"/>
                </a:moveTo>
                <a:lnTo>
                  <a:pt x="3900488" y="0"/>
                </a:lnTo>
                <a:lnTo>
                  <a:pt x="4410075" y="624840"/>
                </a:lnTo>
                <a:lnTo>
                  <a:pt x="4410075" y="624840"/>
                </a:lnTo>
                <a:lnTo>
                  <a:pt x="4165071" y="648658"/>
                </a:lnTo>
                <a:lnTo>
                  <a:pt x="3920067" y="671751"/>
                </a:lnTo>
                <a:lnTo>
                  <a:pt x="3675063" y="693420"/>
                </a:lnTo>
                <a:lnTo>
                  <a:pt x="3430058" y="713005"/>
                </a:lnTo>
                <a:lnTo>
                  <a:pt x="3185054" y="729911"/>
                </a:lnTo>
                <a:lnTo>
                  <a:pt x="2940050" y="743624"/>
                </a:lnTo>
                <a:lnTo>
                  <a:pt x="2695046" y="753728"/>
                </a:lnTo>
                <a:lnTo>
                  <a:pt x="2450042" y="759916"/>
                </a:lnTo>
                <a:lnTo>
                  <a:pt x="2205038" y="762000"/>
                </a:lnTo>
                <a:lnTo>
                  <a:pt x="1960033" y="759916"/>
                </a:lnTo>
                <a:lnTo>
                  <a:pt x="1715029" y="753728"/>
                </a:lnTo>
                <a:lnTo>
                  <a:pt x="1470025" y="743624"/>
                </a:lnTo>
                <a:lnTo>
                  <a:pt x="1225021" y="729911"/>
                </a:lnTo>
                <a:lnTo>
                  <a:pt x="980017" y="713005"/>
                </a:lnTo>
                <a:lnTo>
                  <a:pt x="735012" y="693420"/>
                </a:lnTo>
                <a:lnTo>
                  <a:pt x="490008" y="671751"/>
                </a:lnTo>
                <a:lnTo>
                  <a:pt x="245004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67AE2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PPAGENT_QA|within=hierarchy-level-3|role=title">
            <a:extLst xmlns:a="http://schemas.openxmlformats.org/drawingml/2006/main">
              <a:ext uri="{FF2B5EF4-FFF2-40B4-BE49-F238E27FC236}">
                <a16:creationId xmlns:a16="http://schemas.microsoft.com/office/drawing/2014/main" id="{2BF1A372-65DF-4D9C-B025-DE02BDC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18" y="4793068"/>
            <a:ext cx="3884222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40" name="PPAGENT_QA|parent=hierarchy-face-3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4AAB5125-0353-4E91-AFFF-750D9D3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572" y="4447003"/>
            <a:ext cx="3208313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41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B6A52FCF-CE8D-460E-A36E-E4ED0D61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4573172"/>
            <a:ext cx="4001379" cy="684921"/>
          </a:xfrm>
          <a:prstGeom xmlns:a="http://schemas.openxmlformats.org/drawingml/2006/main" prst="roundRect">
            <a:avLst>
              <a:gd name="adj" fmla="val 16688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42" name="PPAGENT_QA|within=hierarchy-note-3|role=number">
            <a:extLst xmlns:a="http://schemas.openxmlformats.org/drawingml/2006/main">
              <a:ext uri="{FF2B5EF4-FFF2-40B4-BE49-F238E27FC236}">
                <a16:creationId xmlns:a16="http://schemas.microsoft.com/office/drawing/2014/main" id="{1C817157-AF73-4EF5-8D19-9E6AA9F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4735390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PPAGENT_QA|within=hierarchy-note-3|role=body">
            <a:extLst xmlns:a="http://schemas.openxmlformats.org/drawingml/2006/main">
              <a:ext uri="{FF2B5EF4-FFF2-40B4-BE49-F238E27FC236}">
                <a16:creationId xmlns:a16="http://schemas.microsoft.com/office/drawing/2014/main" id="{6F49D720-9281-4D7F-A15C-FB783F2A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4672306"/>
            <a:ext cx="301004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44" name="PPAGENT_CONNECTOR|from=hierarchy-level-3|fromSide=right|to=hierarchy-note-3|toSide=left">
            <a:extLst xmlns:a="http://schemas.openxmlformats.org/drawingml/2006/main">
              <a:ext uri="{FF2B5EF4-FFF2-40B4-BE49-F238E27FC236}">
                <a16:creationId xmlns:a16="http://schemas.microsoft.com/office/drawing/2014/main" id="{ED894DBE-A7B7-472D-93E8-E727B91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9034" y="4915633"/>
            <a:ext cx="14284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45" name="PPAGENT_QA|parent=hierarchy-level-4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5825DE4-DAB5-47B5-86F1-4AE76F78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76" y="5501420"/>
            <a:ext cx="5136906" cy="720969"/>
          </a:xfrm>
          <a:custGeom xmlns:a="http://schemas.openxmlformats.org/drawingml/2006/main">
            <a:pathLst>
              <a:path w="5429250" h="762000">
                <a:moveTo>
                  <a:pt x="509588" y="0"/>
                </a:moveTo>
                <a:lnTo>
                  <a:pt x="4919663" y="0"/>
                </a:lnTo>
                <a:lnTo>
                  <a:pt x="5429250" y="624840"/>
                </a:lnTo>
                <a:lnTo>
                  <a:pt x="5429250" y="624840"/>
                </a:lnTo>
                <a:lnTo>
                  <a:pt x="5127625" y="648658"/>
                </a:lnTo>
                <a:lnTo>
                  <a:pt x="4826000" y="671751"/>
                </a:lnTo>
                <a:lnTo>
                  <a:pt x="4524375" y="693420"/>
                </a:lnTo>
                <a:lnTo>
                  <a:pt x="4222750" y="713005"/>
                </a:lnTo>
                <a:lnTo>
                  <a:pt x="3921125" y="729911"/>
                </a:lnTo>
                <a:lnTo>
                  <a:pt x="3619500" y="743624"/>
                </a:lnTo>
                <a:lnTo>
                  <a:pt x="3317875" y="753728"/>
                </a:lnTo>
                <a:lnTo>
                  <a:pt x="3016250" y="759916"/>
                </a:lnTo>
                <a:lnTo>
                  <a:pt x="2714625" y="762000"/>
                </a:lnTo>
                <a:lnTo>
                  <a:pt x="2413000" y="759916"/>
                </a:lnTo>
                <a:lnTo>
                  <a:pt x="2111375" y="753728"/>
                </a:lnTo>
                <a:lnTo>
                  <a:pt x="1809750" y="743624"/>
                </a:lnTo>
                <a:lnTo>
                  <a:pt x="1508125" y="729911"/>
                </a:lnTo>
                <a:lnTo>
                  <a:pt x="1206500" y="713005"/>
                </a:lnTo>
                <a:lnTo>
                  <a:pt x="904875" y="693420"/>
                </a:lnTo>
                <a:lnTo>
                  <a:pt x="603250" y="671751"/>
                </a:lnTo>
                <a:lnTo>
                  <a:pt x="301625" y="648658"/>
                </a:lnTo>
                <a:lnTo>
                  <a:pt x="0" y="624840"/>
                </a:lnTo>
                <a:lnTo>
                  <a:pt x="0" y="624840"/>
                </a:lnTo>
                <a:close/>
              </a:path>
            </a:pathLst>
          </a:custGeom>
          <a:solidFill xmlns:a="http://schemas.openxmlformats.org/drawingml/2006/main">
            <a:srgbClr val="206ED4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PPAGENT_QA|within=hierarchy-level-4|role=title">
            <a:extLst xmlns:a="http://schemas.openxmlformats.org/drawingml/2006/main">
              <a:ext uri="{FF2B5EF4-FFF2-40B4-BE49-F238E27FC236}">
                <a16:creationId xmlns:a16="http://schemas.microsoft.com/office/drawing/2014/main" id="{712E0BE5-C25A-4135-B3DF-984274BC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70" y="5739340"/>
            <a:ext cx="4848518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47" name="PPAGENT_QA|parent=hierarchy-face-4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BC9EF78A-C434-454F-BEAE-D3DA234C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24" y="5393275"/>
            <a:ext cx="4172609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48" name="PPAGENT_QA|parent=hierarchy-note-4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40B900C-33DD-4631-BA88-4AF1741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5519444"/>
            <a:ext cx="4001379" cy="684921"/>
          </a:xfrm>
          <a:prstGeom xmlns:a="http://schemas.openxmlformats.org/drawingml/2006/main" prst="roundRect">
            <a:avLst>
              <a:gd name="adj" fmla="val 16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49" name="PPAGENT_QA|within=hierarchy-note-4|role=number">
            <a:extLst xmlns:a="http://schemas.openxmlformats.org/drawingml/2006/main">
              <a:ext uri="{FF2B5EF4-FFF2-40B4-BE49-F238E27FC236}">
                <a16:creationId xmlns:a16="http://schemas.microsoft.com/office/drawing/2014/main" id="{3FFCBDB4-4334-43E9-857A-FFBB344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5681663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6ED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0" name="PPAGENT_QA|within=hierarchy-note-4|role=body">
            <a:extLst xmlns:a="http://schemas.openxmlformats.org/drawingml/2006/main">
              <a:ext uri="{FF2B5EF4-FFF2-40B4-BE49-F238E27FC236}">
                <a16:creationId xmlns:a16="http://schemas.microsoft.com/office/drawing/2014/main" id="{3DBF545F-A04E-4855-8DD4-D3D5F32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5618578"/>
            <a:ext cx="301004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面向真实稿件稳定交付</a:t>
            </a:r>
          </a:p>
        </p:txBody>
      </p:sp>
      <p:sp>
        <p:nvSpPr>
          <p:cNvPr id="51" name="PPAGENT_CONNECTOR|from=hierarchy-level-4|fromSide=right|to=hierarchy-note-4|toSide=left">
            <a:extLst xmlns:a="http://schemas.openxmlformats.org/drawingml/2006/main">
              <a:ext uri="{FF2B5EF4-FFF2-40B4-BE49-F238E27FC236}">
                <a16:creationId xmlns:a16="http://schemas.microsoft.com/office/drawing/2014/main" id="{E9B03A44-476D-48F9-827D-6887C95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1182" y="5861905"/>
            <a:ext cx="94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持续改进的环节扩展｜3步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循环关系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9AD26-E5B5-4987-8E86-D917E91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671290" y="146355"/>
                </a:moveTo>
                <a:lnTo>
                  <a:pt x="1791918" y="159960"/>
                </a:lnTo>
                <a:lnTo>
                  <a:pt x="1910955" y="183756"/>
                </a:lnTo>
                <a:lnTo>
                  <a:pt x="2027544" y="217570"/>
                </a:lnTo>
                <a:lnTo>
                  <a:pt x="2140841" y="261159"/>
                </a:lnTo>
                <a:lnTo>
                  <a:pt x="2250028" y="314209"/>
                </a:lnTo>
                <a:lnTo>
                  <a:pt x="2354319" y="376336"/>
                </a:lnTo>
                <a:lnTo>
                  <a:pt x="2452959" y="447091"/>
                </a:lnTo>
                <a:lnTo>
                  <a:pt x="2545237" y="525964"/>
                </a:lnTo>
                <a:lnTo>
                  <a:pt x="2630486" y="612386"/>
                </a:lnTo>
                <a:lnTo>
                  <a:pt x="2708092" y="705733"/>
                </a:lnTo>
                <a:lnTo>
                  <a:pt x="2777494" y="805330"/>
                </a:lnTo>
                <a:lnTo>
                  <a:pt x="2838190" y="910460"/>
                </a:lnTo>
                <a:lnTo>
                  <a:pt x="2889743" y="1020362"/>
                </a:lnTo>
                <a:lnTo>
                  <a:pt x="2931781" y="1134244"/>
                </a:lnTo>
                <a:lnTo>
                  <a:pt x="2964000" y="1251283"/>
                </a:lnTo>
                <a:lnTo>
                  <a:pt x="2986167" y="1370634"/>
                </a:lnTo>
                <a:lnTo>
                  <a:pt x="2998123" y="1491437"/>
                </a:lnTo>
                <a:lnTo>
                  <a:pt x="2999781" y="1612819"/>
                </a:lnTo>
                <a:lnTo>
                  <a:pt x="2991129" y="1733903"/>
                </a:lnTo>
                <a:lnTo>
                  <a:pt x="2972230" y="1853815"/>
                </a:lnTo>
                <a:lnTo>
                  <a:pt x="2943220" y="1971691"/>
                </a:lnTo>
                <a:lnTo>
                  <a:pt x="2904309" y="2086678"/>
                </a:lnTo>
                <a:lnTo>
                  <a:pt x="2855777" y="2197948"/>
                </a:lnTo>
                <a:lnTo>
                  <a:pt x="2559532" y="2165219"/>
                </a:lnTo>
                <a:lnTo>
                  <a:pt x="2359238" y="1955770"/>
                </a:lnTo>
                <a:lnTo>
                  <a:pt x="2389004" y="1887524"/>
                </a:lnTo>
                <a:lnTo>
                  <a:pt x="2412870" y="1816999"/>
                </a:lnTo>
                <a:lnTo>
                  <a:pt x="2430663" y="1744702"/>
                </a:lnTo>
                <a:lnTo>
                  <a:pt x="2442254" y="1671155"/>
                </a:lnTo>
                <a:lnTo>
                  <a:pt x="2447561" y="1596890"/>
                </a:lnTo>
                <a:lnTo>
                  <a:pt x="2446544" y="1522443"/>
                </a:lnTo>
                <a:lnTo>
                  <a:pt x="2439211" y="1448351"/>
                </a:lnTo>
                <a:lnTo>
                  <a:pt x="2425615" y="1375148"/>
                </a:lnTo>
                <a:lnTo>
                  <a:pt x="2405854" y="1303364"/>
                </a:lnTo>
                <a:lnTo>
                  <a:pt x="2380071" y="1233517"/>
                </a:lnTo>
                <a:lnTo>
                  <a:pt x="2348452" y="1166110"/>
                </a:lnTo>
                <a:lnTo>
                  <a:pt x="2311224" y="1101631"/>
                </a:lnTo>
                <a:lnTo>
                  <a:pt x="2268658" y="1040544"/>
                </a:lnTo>
                <a:lnTo>
                  <a:pt x="2221060" y="983292"/>
                </a:lnTo>
                <a:lnTo>
                  <a:pt x="2168774" y="930286"/>
                </a:lnTo>
                <a:lnTo>
                  <a:pt x="2112177" y="881911"/>
                </a:lnTo>
                <a:lnTo>
                  <a:pt x="2051677" y="838514"/>
                </a:lnTo>
                <a:lnTo>
                  <a:pt x="1987712" y="800410"/>
                </a:lnTo>
                <a:lnTo>
                  <a:pt x="1920744" y="767873"/>
                </a:lnTo>
                <a:lnTo>
                  <a:pt x="1851255" y="741138"/>
                </a:lnTo>
                <a:lnTo>
                  <a:pt x="1779748" y="720398"/>
                </a:lnTo>
                <a:lnTo>
                  <a:pt x="1706738" y="705804"/>
                </a:lnTo>
                <a:lnTo>
                  <a:pt x="1632753" y="697460"/>
                </a:lnTo>
                <a:close/>
              </a:path>
            </a:pathLst>
          </a:cu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E3AB2-6986-4C11-A0C4-08ED0A0E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516" y="307181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C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660B2-52A2-4F32-B33A-0DA1D2E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756112" y="2370572"/>
                </a:moveTo>
                <a:lnTo>
                  <a:pt x="2684016" y="2468236"/>
                </a:lnTo>
                <a:lnTo>
                  <a:pt x="2603890" y="2559428"/>
                </a:lnTo>
                <a:lnTo>
                  <a:pt x="2516312" y="2643490"/>
                </a:lnTo>
                <a:lnTo>
                  <a:pt x="2421914" y="2719813"/>
                </a:lnTo>
                <a:lnTo>
                  <a:pt x="2321378" y="2787848"/>
                </a:lnTo>
                <a:lnTo>
                  <a:pt x="2215429" y="2847102"/>
                </a:lnTo>
                <a:lnTo>
                  <a:pt x="2104833" y="2897150"/>
                </a:lnTo>
                <a:lnTo>
                  <a:pt x="1990388" y="2937628"/>
                </a:lnTo>
                <a:lnTo>
                  <a:pt x="1872919" y="2968245"/>
                </a:lnTo>
                <a:lnTo>
                  <a:pt x="1753276" y="2988780"/>
                </a:lnTo>
                <a:lnTo>
                  <a:pt x="1632321" y="2999085"/>
                </a:lnTo>
                <a:lnTo>
                  <a:pt x="1510929" y="2999085"/>
                </a:lnTo>
                <a:lnTo>
                  <a:pt x="1389974" y="2988780"/>
                </a:lnTo>
                <a:lnTo>
                  <a:pt x="1270331" y="2968245"/>
                </a:lnTo>
                <a:lnTo>
                  <a:pt x="1152862" y="2937628"/>
                </a:lnTo>
                <a:lnTo>
                  <a:pt x="1038417" y="2897150"/>
                </a:lnTo>
                <a:lnTo>
                  <a:pt x="927821" y="2847102"/>
                </a:lnTo>
                <a:lnTo>
                  <a:pt x="821872" y="2787848"/>
                </a:lnTo>
                <a:lnTo>
                  <a:pt x="721336" y="2719813"/>
                </a:lnTo>
                <a:lnTo>
                  <a:pt x="626938" y="2643490"/>
                </a:lnTo>
                <a:lnTo>
                  <a:pt x="539360" y="2559428"/>
                </a:lnTo>
                <a:lnTo>
                  <a:pt x="459234" y="2468236"/>
                </a:lnTo>
                <a:lnTo>
                  <a:pt x="387138" y="2370572"/>
                </a:lnTo>
                <a:lnTo>
                  <a:pt x="563604" y="2130380"/>
                </a:lnTo>
                <a:lnTo>
                  <a:pt x="845139" y="2061646"/>
                </a:lnTo>
                <a:lnTo>
                  <a:pt x="889358" y="2121547"/>
                </a:lnTo>
                <a:lnTo>
                  <a:pt x="938503" y="2177478"/>
                </a:lnTo>
                <a:lnTo>
                  <a:pt x="992217" y="2229035"/>
                </a:lnTo>
                <a:lnTo>
                  <a:pt x="1050115" y="2275847"/>
                </a:lnTo>
                <a:lnTo>
                  <a:pt x="1111777" y="2317575"/>
                </a:lnTo>
                <a:lnTo>
                  <a:pt x="1176758" y="2353918"/>
                </a:lnTo>
                <a:lnTo>
                  <a:pt x="1244591" y="2384613"/>
                </a:lnTo>
                <a:lnTo>
                  <a:pt x="1314784" y="2409440"/>
                </a:lnTo>
                <a:lnTo>
                  <a:pt x="1386831" y="2428219"/>
                </a:lnTo>
                <a:lnTo>
                  <a:pt x="1460212" y="2440814"/>
                </a:lnTo>
                <a:lnTo>
                  <a:pt x="1534398" y="2447134"/>
                </a:lnTo>
                <a:lnTo>
                  <a:pt x="1608852" y="2447134"/>
                </a:lnTo>
                <a:lnTo>
                  <a:pt x="1683038" y="2440814"/>
                </a:lnTo>
                <a:lnTo>
                  <a:pt x="1756419" y="2428219"/>
                </a:lnTo>
                <a:lnTo>
                  <a:pt x="1828466" y="2409440"/>
                </a:lnTo>
                <a:lnTo>
                  <a:pt x="1898659" y="2384613"/>
                </a:lnTo>
                <a:lnTo>
                  <a:pt x="1966492" y="2353918"/>
                </a:lnTo>
                <a:lnTo>
                  <a:pt x="2031473" y="2317575"/>
                </a:lnTo>
                <a:lnTo>
                  <a:pt x="2093135" y="2275847"/>
                </a:lnTo>
                <a:lnTo>
                  <a:pt x="2151033" y="2229035"/>
                </a:lnTo>
                <a:lnTo>
                  <a:pt x="2204747" y="2177478"/>
                </a:lnTo>
                <a:lnTo>
                  <a:pt x="2253892" y="2121547"/>
                </a:lnTo>
                <a:lnTo>
                  <a:pt x="2298111" y="2061646"/>
                </a:lnTo>
                <a:close/>
              </a:path>
            </a:pathLst>
          </a:cu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B4F11-796C-4ED8-A6BE-AD02A11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0D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5A5FC-DF77-4C25-946E-DDF389A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87473" y="2197948"/>
                </a:moveTo>
                <a:lnTo>
                  <a:pt x="238941" y="2086678"/>
                </a:lnTo>
                <a:lnTo>
                  <a:pt x="200030" y="1971691"/>
                </a:lnTo>
                <a:lnTo>
                  <a:pt x="171020" y="1853815"/>
                </a:lnTo>
                <a:lnTo>
                  <a:pt x="152121" y="1733903"/>
                </a:lnTo>
                <a:lnTo>
                  <a:pt x="143469" y="1612819"/>
                </a:lnTo>
                <a:lnTo>
                  <a:pt x="145127" y="1491437"/>
                </a:lnTo>
                <a:lnTo>
                  <a:pt x="157083" y="1370634"/>
                </a:lnTo>
                <a:lnTo>
                  <a:pt x="179250" y="1251283"/>
                </a:lnTo>
                <a:lnTo>
                  <a:pt x="211469" y="1134244"/>
                </a:lnTo>
                <a:lnTo>
                  <a:pt x="253507" y="1020362"/>
                </a:lnTo>
                <a:lnTo>
                  <a:pt x="305060" y="910460"/>
                </a:lnTo>
                <a:lnTo>
                  <a:pt x="365756" y="805330"/>
                </a:lnTo>
                <a:lnTo>
                  <a:pt x="435158" y="705733"/>
                </a:lnTo>
                <a:lnTo>
                  <a:pt x="512764" y="612386"/>
                </a:lnTo>
                <a:lnTo>
                  <a:pt x="598013" y="525964"/>
                </a:lnTo>
                <a:lnTo>
                  <a:pt x="690291" y="447091"/>
                </a:lnTo>
                <a:lnTo>
                  <a:pt x="788931" y="376336"/>
                </a:lnTo>
                <a:lnTo>
                  <a:pt x="893222" y="314209"/>
                </a:lnTo>
                <a:lnTo>
                  <a:pt x="1002409" y="261159"/>
                </a:lnTo>
                <a:lnTo>
                  <a:pt x="1115706" y="217570"/>
                </a:lnTo>
                <a:lnTo>
                  <a:pt x="1232295" y="183756"/>
                </a:lnTo>
                <a:lnTo>
                  <a:pt x="1351332" y="159960"/>
                </a:lnTo>
                <a:lnTo>
                  <a:pt x="1471960" y="146355"/>
                </a:lnTo>
                <a:lnTo>
                  <a:pt x="1591739" y="419276"/>
                </a:lnTo>
                <a:lnTo>
                  <a:pt x="1510497" y="697460"/>
                </a:lnTo>
                <a:lnTo>
                  <a:pt x="1436512" y="705804"/>
                </a:lnTo>
                <a:lnTo>
                  <a:pt x="1363502" y="720398"/>
                </a:lnTo>
                <a:lnTo>
                  <a:pt x="1291995" y="741138"/>
                </a:lnTo>
                <a:lnTo>
                  <a:pt x="1222506" y="767873"/>
                </a:lnTo>
                <a:lnTo>
                  <a:pt x="1155538" y="800410"/>
                </a:lnTo>
                <a:lnTo>
                  <a:pt x="1091573" y="838514"/>
                </a:lnTo>
                <a:lnTo>
                  <a:pt x="1031073" y="881911"/>
                </a:lnTo>
                <a:lnTo>
                  <a:pt x="974476" y="930286"/>
                </a:lnTo>
                <a:lnTo>
                  <a:pt x="922190" y="983292"/>
                </a:lnTo>
                <a:lnTo>
                  <a:pt x="874592" y="1040544"/>
                </a:lnTo>
                <a:lnTo>
                  <a:pt x="832026" y="1101631"/>
                </a:lnTo>
                <a:lnTo>
                  <a:pt x="794798" y="1166110"/>
                </a:lnTo>
                <a:lnTo>
                  <a:pt x="763179" y="1233517"/>
                </a:lnTo>
                <a:lnTo>
                  <a:pt x="737396" y="1303364"/>
                </a:lnTo>
                <a:lnTo>
                  <a:pt x="717635" y="1375148"/>
                </a:lnTo>
                <a:lnTo>
                  <a:pt x="704039" y="1448351"/>
                </a:lnTo>
                <a:lnTo>
                  <a:pt x="696706" y="1522443"/>
                </a:lnTo>
                <a:lnTo>
                  <a:pt x="695689" y="1596890"/>
                </a:lnTo>
                <a:lnTo>
                  <a:pt x="700996" y="1671155"/>
                </a:lnTo>
                <a:lnTo>
                  <a:pt x="712587" y="1744702"/>
                </a:lnTo>
                <a:lnTo>
                  <a:pt x="730380" y="1816999"/>
                </a:lnTo>
                <a:lnTo>
                  <a:pt x="754246" y="1887524"/>
                </a:lnTo>
                <a:lnTo>
                  <a:pt x="784012" y="1955770"/>
                </a:lnTo>
                <a:close/>
              </a:path>
            </a:pathLst>
          </a:cu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122F3-F3C1-4F3C-A471-F349E70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284" y="307181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A7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63D74-32BE-4368-9318-284F3A1B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A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342E4-050A-472C-B692-3045CC7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CAE90-3594-4A7C-BF07-52FB4AD4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BBC4D-F1C0-43C5-9627-CC0ADC30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506AE-0F1F-4580-9C32-FBD09FA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6FD10-38D2-441D-B0F2-0A66092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60ECF-B284-43D7-9F57-4F4724A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8F110-75F0-464E-9545-20E0587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98A176-9EBA-411A-B34C-AF263F3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选择合适的修正方案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DEC63-2872-44B9-9928-92689D7C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3E0AD-6E62-4DB1-8289-E99583CA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BD9EB4-AACA-411E-84AE-1B08F3BE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408F1-12BD-4E55-A32D-122E61C0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识别内容或视觉原因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持续改进的环节扩展｜4步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循环关系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264F6-A420-4536-A047-FD48C41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671290" y="146355"/>
                </a:moveTo>
                <a:lnTo>
                  <a:pt x="1790783" y="159784"/>
                </a:lnTo>
                <a:lnTo>
                  <a:pt x="1908725" y="183212"/>
                </a:lnTo>
                <a:lnTo>
                  <a:pt x="2024278" y="216475"/>
                </a:lnTo>
                <a:lnTo>
                  <a:pt x="2136626" y="259337"/>
                </a:lnTo>
                <a:lnTo>
                  <a:pt x="2244971" y="311494"/>
                </a:lnTo>
                <a:lnTo>
                  <a:pt x="2348547" y="372576"/>
                </a:lnTo>
                <a:lnTo>
                  <a:pt x="2446620" y="442152"/>
                </a:lnTo>
                <a:lnTo>
                  <a:pt x="2538496" y="519728"/>
                </a:lnTo>
                <a:lnTo>
                  <a:pt x="2623522" y="604754"/>
                </a:lnTo>
                <a:lnTo>
                  <a:pt x="2701098" y="696630"/>
                </a:lnTo>
                <a:lnTo>
                  <a:pt x="2770674" y="794703"/>
                </a:lnTo>
                <a:lnTo>
                  <a:pt x="2831756" y="898279"/>
                </a:lnTo>
                <a:lnTo>
                  <a:pt x="2883913" y="1006624"/>
                </a:lnTo>
                <a:lnTo>
                  <a:pt x="2926775" y="1118972"/>
                </a:lnTo>
                <a:lnTo>
                  <a:pt x="2960038" y="1234525"/>
                </a:lnTo>
                <a:lnTo>
                  <a:pt x="2983466" y="1352467"/>
                </a:lnTo>
                <a:lnTo>
                  <a:pt x="2996895" y="1471960"/>
                </a:lnTo>
                <a:lnTo>
                  <a:pt x="2723974" y="1591739"/>
                </a:lnTo>
                <a:lnTo>
                  <a:pt x="2445790" y="1510497"/>
                </a:lnTo>
                <a:lnTo>
                  <a:pt x="2437554" y="1437208"/>
                </a:lnTo>
                <a:lnTo>
                  <a:pt x="2423185" y="1364870"/>
                </a:lnTo>
                <a:lnTo>
                  <a:pt x="2402784" y="1293998"/>
                </a:lnTo>
                <a:lnTo>
                  <a:pt x="2376495" y="1225091"/>
                </a:lnTo>
                <a:lnTo>
                  <a:pt x="2344506" y="1158639"/>
                </a:lnTo>
                <a:lnTo>
                  <a:pt x="2307042" y="1095113"/>
                </a:lnTo>
                <a:lnTo>
                  <a:pt x="2264369" y="1034961"/>
                </a:lnTo>
                <a:lnTo>
                  <a:pt x="2216789" y="978611"/>
                </a:lnTo>
                <a:lnTo>
                  <a:pt x="2164639" y="926461"/>
                </a:lnTo>
                <a:lnTo>
                  <a:pt x="2108289" y="878881"/>
                </a:lnTo>
                <a:lnTo>
                  <a:pt x="2048137" y="836208"/>
                </a:lnTo>
                <a:lnTo>
                  <a:pt x="1984611" y="798744"/>
                </a:lnTo>
                <a:lnTo>
                  <a:pt x="1918159" y="766755"/>
                </a:lnTo>
                <a:lnTo>
                  <a:pt x="1849252" y="740466"/>
                </a:lnTo>
                <a:lnTo>
                  <a:pt x="1778380" y="720065"/>
                </a:lnTo>
                <a:lnTo>
                  <a:pt x="1706042" y="705696"/>
                </a:lnTo>
                <a:lnTo>
                  <a:pt x="1632753" y="697460"/>
                </a:lnTo>
                <a:close/>
              </a:path>
            </a:pathLst>
          </a:cu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32A89-2928-47D6-ACA3-5A6FF22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358" y="283311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C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09DA6-7EA9-4751-8FD1-4CE6CC0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996895" y="1671290"/>
                </a:moveTo>
                <a:lnTo>
                  <a:pt x="2983466" y="1790783"/>
                </a:lnTo>
                <a:lnTo>
                  <a:pt x="2960038" y="1908725"/>
                </a:lnTo>
                <a:lnTo>
                  <a:pt x="2926775" y="2024278"/>
                </a:lnTo>
                <a:lnTo>
                  <a:pt x="2883913" y="2136626"/>
                </a:lnTo>
                <a:lnTo>
                  <a:pt x="2831756" y="2244971"/>
                </a:lnTo>
                <a:lnTo>
                  <a:pt x="2770674" y="2348547"/>
                </a:lnTo>
                <a:lnTo>
                  <a:pt x="2701098" y="2446620"/>
                </a:lnTo>
                <a:lnTo>
                  <a:pt x="2623522" y="2538496"/>
                </a:lnTo>
                <a:lnTo>
                  <a:pt x="2538496" y="2623522"/>
                </a:lnTo>
                <a:lnTo>
                  <a:pt x="2446620" y="2701098"/>
                </a:lnTo>
                <a:lnTo>
                  <a:pt x="2348547" y="2770674"/>
                </a:lnTo>
                <a:lnTo>
                  <a:pt x="2244971" y="2831756"/>
                </a:lnTo>
                <a:lnTo>
                  <a:pt x="2136626" y="2883913"/>
                </a:lnTo>
                <a:lnTo>
                  <a:pt x="2024278" y="2926775"/>
                </a:lnTo>
                <a:lnTo>
                  <a:pt x="1908725" y="2960038"/>
                </a:lnTo>
                <a:lnTo>
                  <a:pt x="1790783" y="2983466"/>
                </a:lnTo>
                <a:lnTo>
                  <a:pt x="1671290" y="2996895"/>
                </a:lnTo>
                <a:lnTo>
                  <a:pt x="1551511" y="2723974"/>
                </a:lnTo>
                <a:lnTo>
                  <a:pt x="1632753" y="2445790"/>
                </a:lnTo>
                <a:lnTo>
                  <a:pt x="1706042" y="2437554"/>
                </a:lnTo>
                <a:lnTo>
                  <a:pt x="1778380" y="2423185"/>
                </a:lnTo>
                <a:lnTo>
                  <a:pt x="1849252" y="2402784"/>
                </a:lnTo>
                <a:lnTo>
                  <a:pt x="1918159" y="2376495"/>
                </a:lnTo>
                <a:lnTo>
                  <a:pt x="1984611" y="2344506"/>
                </a:lnTo>
                <a:lnTo>
                  <a:pt x="2048137" y="2307042"/>
                </a:lnTo>
                <a:lnTo>
                  <a:pt x="2108289" y="2264369"/>
                </a:lnTo>
                <a:lnTo>
                  <a:pt x="2164639" y="2216789"/>
                </a:lnTo>
                <a:lnTo>
                  <a:pt x="2216789" y="2164639"/>
                </a:lnTo>
                <a:lnTo>
                  <a:pt x="2264369" y="2108289"/>
                </a:lnTo>
                <a:lnTo>
                  <a:pt x="2307042" y="2048137"/>
                </a:lnTo>
                <a:lnTo>
                  <a:pt x="2344506" y="1984611"/>
                </a:lnTo>
                <a:lnTo>
                  <a:pt x="2376495" y="1918159"/>
                </a:lnTo>
                <a:lnTo>
                  <a:pt x="2402784" y="1849252"/>
                </a:lnTo>
                <a:lnTo>
                  <a:pt x="2423185" y="1778380"/>
                </a:lnTo>
                <a:lnTo>
                  <a:pt x="2437554" y="1706042"/>
                </a:lnTo>
                <a:lnTo>
                  <a:pt x="2445790" y="1632753"/>
                </a:lnTo>
                <a:close/>
              </a:path>
            </a:pathLst>
          </a:cu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BB68E-868A-429D-8BF5-EAFF635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358" y="446303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0D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6D38E-DE63-4DD8-A8F4-29018FE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471960" y="2996895"/>
                </a:moveTo>
                <a:lnTo>
                  <a:pt x="1352467" y="2983466"/>
                </a:lnTo>
                <a:lnTo>
                  <a:pt x="1234525" y="2960038"/>
                </a:lnTo>
                <a:lnTo>
                  <a:pt x="1118972" y="2926775"/>
                </a:lnTo>
                <a:lnTo>
                  <a:pt x="1006624" y="2883913"/>
                </a:lnTo>
                <a:lnTo>
                  <a:pt x="898279" y="2831756"/>
                </a:lnTo>
                <a:lnTo>
                  <a:pt x="794703" y="2770674"/>
                </a:lnTo>
                <a:lnTo>
                  <a:pt x="696630" y="2701098"/>
                </a:lnTo>
                <a:lnTo>
                  <a:pt x="604754" y="2623522"/>
                </a:lnTo>
                <a:lnTo>
                  <a:pt x="519728" y="2538496"/>
                </a:lnTo>
                <a:lnTo>
                  <a:pt x="442152" y="2446620"/>
                </a:lnTo>
                <a:lnTo>
                  <a:pt x="372576" y="2348547"/>
                </a:lnTo>
                <a:lnTo>
                  <a:pt x="311494" y="2244971"/>
                </a:lnTo>
                <a:lnTo>
                  <a:pt x="259337" y="2136626"/>
                </a:lnTo>
                <a:lnTo>
                  <a:pt x="216475" y="2024278"/>
                </a:lnTo>
                <a:lnTo>
                  <a:pt x="183212" y="1908725"/>
                </a:lnTo>
                <a:lnTo>
                  <a:pt x="159784" y="1790783"/>
                </a:lnTo>
                <a:lnTo>
                  <a:pt x="146355" y="1671290"/>
                </a:lnTo>
                <a:lnTo>
                  <a:pt x="419276" y="1551511"/>
                </a:lnTo>
                <a:lnTo>
                  <a:pt x="697460" y="1632753"/>
                </a:lnTo>
                <a:lnTo>
                  <a:pt x="705696" y="1706042"/>
                </a:lnTo>
                <a:lnTo>
                  <a:pt x="720065" y="1778380"/>
                </a:lnTo>
                <a:lnTo>
                  <a:pt x="740466" y="1849252"/>
                </a:lnTo>
                <a:lnTo>
                  <a:pt x="766755" y="1918159"/>
                </a:lnTo>
                <a:lnTo>
                  <a:pt x="798744" y="1984611"/>
                </a:lnTo>
                <a:lnTo>
                  <a:pt x="836208" y="2048137"/>
                </a:lnTo>
                <a:lnTo>
                  <a:pt x="878881" y="2108289"/>
                </a:lnTo>
                <a:lnTo>
                  <a:pt x="926461" y="2164639"/>
                </a:lnTo>
                <a:lnTo>
                  <a:pt x="978611" y="2216789"/>
                </a:lnTo>
                <a:lnTo>
                  <a:pt x="1034961" y="2264369"/>
                </a:lnTo>
                <a:lnTo>
                  <a:pt x="1095113" y="2307042"/>
                </a:lnTo>
                <a:lnTo>
                  <a:pt x="1158639" y="2344506"/>
                </a:lnTo>
                <a:lnTo>
                  <a:pt x="1225091" y="2376495"/>
                </a:lnTo>
                <a:lnTo>
                  <a:pt x="1293998" y="2402784"/>
                </a:lnTo>
                <a:lnTo>
                  <a:pt x="1364870" y="2423185"/>
                </a:lnTo>
                <a:lnTo>
                  <a:pt x="1437208" y="2437554"/>
                </a:lnTo>
                <a:lnTo>
                  <a:pt x="1510497" y="2445790"/>
                </a:lnTo>
                <a:close/>
              </a:path>
            </a:pathLst>
          </a:cu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0D83A-9565-4C65-8EFD-C5AF60C1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442" y="446303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A7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B7303-F028-4C68-9B50-5B6A081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46355" y="1471960"/>
                </a:moveTo>
                <a:lnTo>
                  <a:pt x="159784" y="1352467"/>
                </a:lnTo>
                <a:lnTo>
                  <a:pt x="183212" y="1234525"/>
                </a:lnTo>
                <a:lnTo>
                  <a:pt x="216475" y="1118972"/>
                </a:lnTo>
                <a:lnTo>
                  <a:pt x="259337" y="1006624"/>
                </a:lnTo>
                <a:lnTo>
                  <a:pt x="311494" y="898279"/>
                </a:lnTo>
                <a:lnTo>
                  <a:pt x="372576" y="794703"/>
                </a:lnTo>
                <a:lnTo>
                  <a:pt x="442152" y="696630"/>
                </a:lnTo>
                <a:lnTo>
                  <a:pt x="519728" y="604754"/>
                </a:lnTo>
                <a:lnTo>
                  <a:pt x="604754" y="519728"/>
                </a:lnTo>
                <a:lnTo>
                  <a:pt x="696630" y="442152"/>
                </a:lnTo>
                <a:lnTo>
                  <a:pt x="794703" y="372576"/>
                </a:lnTo>
                <a:lnTo>
                  <a:pt x="898279" y="311494"/>
                </a:lnTo>
                <a:lnTo>
                  <a:pt x="1006624" y="259337"/>
                </a:lnTo>
                <a:lnTo>
                  <a:pt x="1118972" y="216475"/>
                </a:lnTo>
                <a:lnTo>
                  <a:pt x="1234525" y="183212"/>
                </a:lnTo>
                <a:lnTo>
                  <a:pt x="1352467" y="159784"/>
                </a:lnTo>
                <a:lnTo>
                  <a:pt x="1471960" y="146355"/>
                </a:lnTo>
                <a:lnTo>
                  <a:pt x="1591739" y="419276"/>
                </a:lnTo>
                <a:lnTo>
                  <a:pt x="1510497" y="697460"/>
                </a:lnTo>
                <a:lnTo>
                  <a:pt x="1437208" y="705696"/>
                </a:lnTo>
                <a:lnTo>
                  <a:pt x="1364870" y="720065"/>
                </a:lnTo>
                <a:lnTo>
                  <a:pt x="1293998" y="740466"/>
                </a:lnTo>
                <a:lnTo>
                  <a:pt x="1225091" y="766755"/>
                </a:lnTo>
                <a:lnTo>
                  <a:pt x="1158639" y="798744"/>
                </a:lnTo>
                <a:lnTo>
                  <a:pt x="1095113" y="836208"/>
                </a:lnTo>
                <a:lnTo>
                  <a:pt x="1034961" y="878881"/>
                </a:lnTo>
                <a:lnTo>
                  <a:pt x="978611" y="926461"/>
                </a:lnTo>
                <a:lnTo>
                  <a:pt x="926461" y="978611"/>
                </a:lnTo>
                <a:lnTo>
                  <a:pt x="878881" y="1034961"/>
                </a:lnTo>
                <a:lnTo>
                  <a:pt x="836208" y="1095113"/>
                </a:lnTo>
                <a:lnTo>
                  <a:pt x="798744" y="1158639"/>
                </a:lnTo>
                <a:lnTo>
                  <a:pt x="766755" y="1225091"/>
                </a:lnTo>
                <a:lnTo>
                  <a:pt x="740466" y="1293998"/>
                </a:lnTo>
                <a:lnTo>
                  <a:pt x="720065" y="1364870"/>
                </a:lnTo>
                <a:lnTo>
                  <a:pt x="705696" y="1437208"/>
                </a:lnTo>
                <a:lnTo>
                  <a:pt x="697460" y="1510497"/>
                </a:lnTo>
                <a:close/>
              </a:path>
            </a:pathLst>
          </a:cu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63CEF-74C8-447F-A950-546D96AD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442" y="283311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BFD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E663B-0374-472E-8F11-A96B51D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A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99E39-42F1-4BFA-81BD-ED3B4A7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C3E8F-5F54-43F1-A3C4-32646AA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902EB-2250-406C-AE24-66E218F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1E05C-49D0-4224-8D1E-2AC48070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09377-28F8-45EB-831C-8730A95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DD76A-F899-418C-AAB3-63DC424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4824D-E890-4DD3-9079-C8620C0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4348E-C7FB-4314-95BD-CB2A737B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选择合适的修正方案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38EC8-87CE-4C1C-91F5-6A95DA8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0C316-02E5-4BC6-ADF8-AC9AB133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78C4F-354B-483E-AD9D-5F1BC4DD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0E1DE-308E-4EAA-BF85-542C836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识别内容或视觉原因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E59872-8347-412B-B6B1-511BCFE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24B1B-B301-49D9-870C-2C2B53B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DB4247-57BC-40B6-A5E6-EB8B599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82A62A-66C1-4515-A1FC-11C0F97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更新规则、资产或代码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持续改进的环节扩展｜5步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循环关系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B21D8-5F6C-4479-8ACA-84FAF0DF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671290" y="146355"/>
                </a:moveTo>
                <a:lnTo>
                  <a:pt x="1793236" y="160166"/>
                </a:lnTo>
                <a:lnTo>
                  <a:pt x="1913547" y="184392"/>
                </a:lnTo>
                <a:lnTo>
                  <a:pt x="2031336" y="218853"/>
                </a:lnTo>
                <a:lnTo>
                  <a:pt x="2145732" y="263295"/>
                </a:lnTo>
                <a:lnTo>
                  <a:pt x="2255893" y="317391"/>
                </a:lnTo>
                <a:lnTo>
                  <a:pt x="2361005" y="380740"/>
                </a:lnTo>
                <a:lnTo>
                  <a:pt x="2460292" y="452877"/>
                </a:lnTo>
                <a:lnTo>
                  <a:pt x="2553023" y="533268"/>
                </a:lnTo>
                <a:lnTo>
                  <a:pt x="2638512" y="621320"/>
                </a:lnTo>
                <a:lnTo>
                  <a:pt x="2716129" y="716385"/>
                </a:lnTo>
                <a:lnTo>
                  <a:pt x="2785302" y="817759"/>
                </a:lnTo>
                <a:lnTo>
                  <a:pt x="2845520" y="924696"/>
                </a:lnTo>
                <a:lnTo>
                  <a:pt x="2896339" y="1036406"/>
                </a:lnTo>
                <a:lnTo>
                  <a:pt x="2673790" y="1234659"/>
                </a:lnTo>
                <a:lnTo>
                  <a:pt x="2384116" y="1243357"/>
                </a:lnTo>
                <a:lnTo>
                  <a:pt x="2352947" y="1174842"/>
                </a:lnTo>
                <a:lnTo>
                  <a:pt x="2316014" y="1109254"/>
                </a:lnTo>
                <a:lnTo>
                  <a:pt x="2273588" y="1047078"/>
                </a:lnTo>
                <a:lnTo>
                  <a:pt x="2225982" y="988771"/>
                </a:lnTo>
                <a:lnTo>
                  <a:pt x="2173549" y="934766"/>
                </a:lnTo>
                <a:lnTo>
                  <a:pt x="2116674" y="885459"/>
                </a:lnTo>
                <a:lnTo>
                  <a:pt x="2055778" y="841216"/>
                </a:lnTo>
                <a:lnTo>
                  <a:pt x="1991309" y="802361"/>
                </a:lnTo>
                <a:lnTo>
                  <a:pt x="1923744" y="769183"/>
                </a:lnTo>
                <a:lnTo>
                  <a:pt x="1853581" y="741925"/>
                </a:lnTo>
                <a:lnTo>
                  <a:pt x="1781337" y="720789"/>
                </a:lnTo>
                <a:lnTo>
                  <a:pt x="1707546" y="705930"/>
                </a:lnTo>
                <a:lnTo>
                  <a:pt x="1632753" y="697460"/>
                </a:lnTo>
                <a:close/>
              </a:path>
            </a:pathLst>
          </a:cu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84DCB-E215-4FD5-ADEB-841C11B5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837" y="271566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C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83D20-8345-4A99-BB10-4B9519A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957935" y="1225979"/>
                </a:moveTo>
                <a:lnTo>
                  <a:pt x="2982483" y="1346225"/>
                </a:lnTo>
                <a:lnTo>
                  <a:pt x="2996622" y="1468134"/>
                </a:lnTo>
                <a:lnTo>
                  <a:pt x="3000246" y="1590806"/>
                </a:lnTo>
                <a:lnTo>
                  <a:pt x="2993330" y="1713337"/>
                </a:lnTo>
                <a:lnTo>
                  <a:pt x="2975923" y="1834823"/>
                </a:lnTo>
                <a:lnTo>
                  <a:pt x="2948155" y="1954366"/>
                </a:lnTo>
                <a:lnTo>
                  <a:pt x="2910231" y="2071085"/>
                </a:lnTo>
                <a:lnTo>
                  <a:pt x="2862430" y="2184119"/>
                </a:lnTo>
                <a:lnTo>
                  <a:pt x="2805105" y="2292634"/>
                </a:lnTo>
                <a:lnTo>
                  <a:pt x="2738678" y="2395830"/>
                </a:lnTo>
                <a:lnTo>
                  <a:pt x="2663641" y="2492943"/>
                </a:lnTo>
                <a:lnTo>
                  <a:pt x="2580547" y="2583259"/>
                </a:lnTo>
                <a:lnTo>
                  <a:pt x="2490008" y="2666111"/>
                </a:lnTo>
                <a:lnTo>
                  <a:pt x="2232686" y="2515718"/>
                </a:lnTo>
                <a:lnTo>
                  <a:pt x="2134900" y="2242910"/>
                </a:lnTo>
                <a:lnTo>
                  <a:pt x="2190430" y="2192094"/>
                </a:lnTo>
                <a:lnTo>
                  <a:pt x="2241395" y="2136700"/>
                </a:lnTo>
                <a:lnTo>
                  <a:pt x="2287418" y="2077137"/>
                </a:lnTo>
                <a:lnTo>
                  <a:pt x="2328159" y="2013844"/>
                </a:lnTo>
                <a:lnTo>
                  <a:pt x="2363319" y="1947288"/>
                </a:lnTo>
                <a:lnTo>
                  <a:pt x="2392637" y="1877961"/>
                </a:lnTo>
                <a:lnTo>
                  <a:pt x="2415897" y="1806373"/>
                </a:lnTo>
                <a:lnTo>
                  <a:pt x="2432928" y="1733053"/>
                </a:lnTo>
                <a:lnTo>
                  <a:pt x="2443604" y="1658542"/>
                </a:lnTo>
                <a:lnTo>
                  <a:pt x="2447846" y="1583390"/>
                </a:lnTo>
                <a:lnTo>
                  <a:pt x="2445623" y="1508150"/>
                </a:lnTo>
                <a:lnTo>
                  <a:pt x="2436951" y="1433380"/>
                </a:lnTo>
                <a:lnTo>
                  <a:pt x="2421895" y="1359629"/>
                </a:lnTo>
                <a:close/>
              </a:path>
            </a:pathLst>
          </a:cu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2E1AC-5766-4124-94D1-40590F3D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516" y="400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0D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20392-25CC-4463-B3F3-C880B4E5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328747" y="2783274"/>
                </a:moveTo>
                <a:lnTo>
                  <a:pt x="2221972" y="2843779"/>
                </a:lnTo>
                <a:lnTo>
                  <a:pt x="2110399" y="2894897"/>
                </a:lnTo>
                <a:lnTo>
                  <a:pt x="1994851" y="2936252"/>
                </a:lnTo>
                <a:lnTo>
                  <a:pt x="1876180" y="2967538"/>
                </a:lnTo>
                <a:lnTo>
                  <a:pt x="1755261" y="2988525"/>
                </a:lnTo>
                <a:lnTo>
                  <a:pt x="1632988" y="2999057"/>
                </a:lnTo>
                <a:lnTo>
                  <a:pt x="1510262" y="2999057"/>
                </a:lnTo>
                <a:lnTo>
                  <a:pt x="1387989" y="2988525"/>
                </a:lnTo>
                <a:lnTo>
                  <a:pt x="1267070" y="2967538"/>
                </a:lnTo>
                <a:lnTo>
                  <a:pt x="1148399" y="2936252"/>
                </a:lnTo>
                <a:lnTo>
                  <a:pt x="1032851" y="2894897"/>
                </a:lnTo>
                <a:lnTo>
                  <a:pt x="921278" y="2843779"/>
                </a:lnTo>
                <a:lnTo>
                  <a:pt x="814503" y="2783274"/>
                </a:lnTo>
                <a:lnTo>
                  <a:pt x="878018" y="2492072"/>
                </a:lnTo>
                <a:lnTo>
                  <a:pt x="1107257" y="2314770"/>
                </a:lnTo>
                <a:lnTo>
                  <a:pt x="1172745" y="2351879"/>
                </a:lnTo>
                <a:lnTo>
                  <a:pt x="1241177" y="2383232"/>
                </a:lnTo>
                <a:lnTo>
                  <a:pt x="1312047" y="2408596"/>
                </a:lnTo>
                <a:lnTo>
                  <a:pt x="1384832" y="2427785"/>
                </a:lnTo>
                <a:lnTo>
                  <a:pt x="1458995" y="2440657"/>
                </a:lnTo>
                <a:lnTo>
                  <a:pt x="1533989" y="2447116"/>
                </a:lnTo>
                <a:lnTo>
                  <a:pt x="1609261" y="2447116"/>
                </a:lnTo>
                <a:lnTo>
                  <a:pt x="1684255" y="2440657"/>
                </a:lnTo>
                <a:lnTo>
                  <a:pt x="1758418" y="2427785"/>
                </a:lnTo>
                <a:lnTo>
                  <a:pt x="1831203" y="2408596"/>
                </a:lnTo>
                <a:lnTo>
                  <a:pt x="1902073" y="2383232"/>
                </a:lnTo>
                <a:lnTo>
                  <a:pt x="1970505" y="2351879"/>
                </a:lnTo>
                <a:lnTo>
                  <a:pt x="2035993" y="2314770"/>
                </a:lnTo>
                <a:close/>
              </a:path>
            </a:pathLst>
          </a:cu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12080-352A-41A1-9FF7-EF21A05A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A7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B6D7A-E02C-474A-9488-814748D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653242" y="2666111"/>
                </a:moveTo>
                <a:lnTo>
                  <a:pt x="562703" y="2583259"/>
                </a:lnTo>
                <a:lnTo>
                  <a:pt x="479609" y="2492943"/>
                </a:lnTo>
                <a:lnTo>
                  <a:pt x="404572" y="2395830"/>
                </a:lnTo>
                <a:lnTo>
                  <a:pt x="338145" y="2292634"/>
                </a:lnTo>
                <a:lnTo>
                  <a:pt x="280820" y="2184119"/>
                </a:lnTo>
                <a:lnTo>
                  <a:pt x="233019" y="2071085"/>
                </a:lnTo>
                <a:lnTo>
                  <a:pt x="195095" y="1954366"/>
                </a:lnTo>
                <a:lnTo>
                  <a:pt x="167327" y="1834823"/>
                </a:lnTo>
                <a:lnTo>
                  <a:pt x="149920" y="1713337"/>
                </a:lnTo>
                <a:lnTo>
                  <a:pt x="143004" y="1590806"/>
                </a:lnTo>
                <a:lnTo>
                  <a:pt x="146628" y="1468134"/>
                </a:lnTo>
                <a:lnTo>
                  <a:pt x="160767" y="1346225"/>
                </a:lnTo>
                <a:lnTo>
                  <a:pt x="185315" y="1225979"/>
                </a:lnTo>
                <a:lnTo>
                  <a:pt x="481891" y="1196400"/>
                </a:lnTo>
                <a:lnTo>
                  <a:pt x="721355" y="1359629"/>
                </a:lnTo>
                <a:lnTo>
                  <a:pt x="706299" y="1433380"/>
                </a:lnTo>
                <a:lnTo>
                  <a:pt x="697627" y="1508150"/>
                </a:lnTo>
                <a:lnTo>
                  <a:pt x="695404" y="1583390"/>
                </a:lnTo>
                <a:lnTo>
                  <a:pt x="699646" y="1658542"/>
                </a:lnTo>
                <a:lnTo>
                  <a:pt x="710322" y="1733053"/>
                </a:lnTo>
                <a:lnTo>
                  <a:pt x="727353" y="1806373"/>
                </a:lnTo>
                <a:lnTo>
                  <a:pt x="750613" y="1877961"/>
                </a:lnTo>
                <a:lnTo>
                  <a:pt x="779931" y="1947288"/>
                </a:lnTo>
                <a:lnTo>
                  <a:pt x="815091" y="2013844"/>
                </a:lnTo>
                <a:lnTo>
                  <a:pt x="855832" y="2077137"/>
                </a:lnTo>
                <a:lnTo>
                  <a:pt x="901855" y="2136700"/>
                </a:lnTo>
                <a:lnTo>
                  <a:pt x="952820" y="2192094"/>
                </a:lnTo>
                <a:lnTo>
                  <a:pt x="1008350" y="2242910"/>
                </a:lnTo>
                <a:close/>
              </a:path>
            </a:pathLst>
          </a:cu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E2140-85F6-4656-ADCB-5B51479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284" y="400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BFD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82F59-B209-43DF-AAF5-1C969FC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46911" y="1036406"/>
                </a:moveTo>
                <a:lnTo>
                  <a:pt x="297730" y="924696"/>
                </a:lnTo>
                <a:lnTo>
                  <a:pt x="357948" y="817759"/>
                </a:lnTo>
                <a:lnTo>
                  <a:pt x="427121" y="716385"/>
                </a:lnTo>
                <a:lnTo>
                  <a:pt x="504738" y="621320"/>
                </a:lnTo>
                <a:lnTo>
                  <a:pt x="590227" y="533268"/>
                </a:lnTo>
                <a:lnTo>
                  <a:pt x="682958" y="452877"/>
                </a:lnTo>
                <a:lnTo>
                  <a:pt x="782245" y="380740"/>
                </a:lnTo>
                <a:lnTo>
                  <a:pt x="887357" y="317391"/>
                </a:lnTo>
                <a:lnTo>
                  <a:pt x="997518" y="263295"/>
                </a:lnTo>
                <a:lnTo>
                  <a:pt x="1111914" y="218853"/>
                </a:lnTo>
                <a:lnTo>
                  <a:pt x="1229703" y="184392"/>
                </a:lnTo>
                <a:lnTo>
                  <a:pt x="1350014" y="160166"/>
                </a:lnTo>
                <a:lnTo>
                  <a:pt x="1471960" y="146355"/>
                </a:lnTo>
                <a:lnTo>
                  <a:pt x="1591739" y="419276"/>
                </a:lnTo>
                <a:lnTo>
                  <a:pt x="1510497" y="697460"/>
                </a:lnTo>
                <a:lnTo>
                  <a:pt x="1435704" y="705930"/>
                </a:lnTo>
                <a:lnTo>
                  <a:pt x="1361913" y="720789"/>
                </a:lnTo>
                <a:lnTo>
                  <a:pt x="1289669" y="741925"/>
                </a:lnTo>
                <a:lnTo>
                  <a:pt x="1219506" y="769183"/>
                </a:lnTo>
                <a:lnTo>
                  <a:pt x="1151941" y="802361"/>
                </a:lnTo>
                <a:lnTo>
                  <a:pt x="1087472" y="841216"/>
                </a:lnTo>
                <a:lnTo>
                  <a:pt x="1026576" y="885459"/>
                </a:lnTo>
                <a:lnTo>
                  <a:pt x="969701" y="934766"/>
                </a:lnTo>
                <a:lnTo>
                  <a:pt x="917268" y="988771"/>
                </a:lnTo>
                <a:lnTo>
                  <a:pt x="869662" y="1047078"/>
                </a:lnTo>
                <a:lnTo>
                  <a:pt x="827236" y="1109254"/>
                </a:lnTo>
                <a:lnTo>
                  <a:pt x="790303" y="1174842"/>
                </a:lnTo>
                <a:lnTo>
                  <a:pt x="759134" y="1243357"/>
                </a:lnTo>
                <a:close/>
              </a:path>
            </a:pathLst>
          </a:custGeom>
          <a:solidFill xmlns:a="http://schemas.openxmlformats.org/drawingml/2006/main">
            <a:srgbClr val="4672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C1B3E-227E-4AC4-BA3F-0B9F8BD5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963" y="271566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72D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315A5-05C8-497E-A62A-30A08453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A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B78AC-9128-463B-9FF1-8F3A4A4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F9AB1-744C-47D0-A7A3-7F7D2FB5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311A9-867F-408B-B7E6-A53AD77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FD11F-C3C6-4504-8CBE-C5343E21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460EA-3BDB-413C-A823-3DAC4EE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E5B0B4-B8D4-492C-A5C7-2B4221FE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B7EC6-458E-42D4-9E63-F5B6EEB0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5F27F-F149-41D8-A366-ED25177B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选择合适的修正方案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E35A5-7CF4-48BD-86F6-AC20692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ADAC3-9893-4C7D-A4D3-BEC2D67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38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2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BC91C5-F0EC-4F38-BF1A-D0C7E40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877D0C-B1BD-4E73-8F64-2DD50A2A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用新稿件重新检查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6F3F3D-EA66-475D-983E-F28BAB12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4746F7-F7B4-43F6-BE2D-D466DA20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FF932C-3614-438F-A650-E26EDBB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89374D-A224-43F7-BBA5-9182923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识别内容或视觉原因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1E43F1-55A8-4EEF-8DF8-870D1F6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E09A7F-E30F-493F-90DA-DB23C7DF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DD1C61-D68D-41D5-BE5E-36F1883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9D6082-2308-482A-9613-D271EFFF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更新规则、资产或代码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持续改进的环节扩展｜6步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循环关系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E28AA-683D-4BFD-9FB8-6D57F879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671290" y="146355"/>
                </a:moveTo>
                <a:lnTo>
                  <a:pt x="1788411" y="159417"/>
                </a:lnTo>
                <a:lnTo>
                  <a:pt x="1904058" y="182087"/>
                </a:lnTo>
                <a:lnTo>
                  <a:pt x="2017443" y="214211"/>
                </a:lnTo>
                <a:lnTo>
                  <a:pt x="2127795" y="255570"/>
                </a:lnTo>
                <a:lnTo>
                  <a:pt x="2234363" y="305882"/>
                </a:lnTo>
                <a:lnTo>
                  <a:pt x="2336422" y="364806"/>
                </a:lnTo>
                <a:lnTo>
                  <a:pt x="2433278" y="431940"/>
                </a:lnTo>
                <a:lnTo>
                  <a:pt x="2524271" y="506828"/>
                </a:lnTo>
                <a:lnTo>
                  <a:pt x="2608784" y="588961"/>
                </a:lnTo>
                <a:lnTo>
                  <a:pt x="2686240" y="677779"/>
                </a:lnTo>
                <a:lnTo>
                  <a:pt x="2756112" y="772678"/>
                </a:lnTo>
                <a:lnTo>
                  <a:pt x="2579646" y="1012870"/>
                </a:lnTo>
                <a:lnTo>
                  <a:pt x="2298111" y="1081604"/>
                </a:lnTo>
                <a:lnTo>
                  <a:pt x="2255255" y="1023399"/>
                </a:lnTo>
                <a:lnTo>
                  <a:pt x="2207749" y="968924"/>
                </a:lnTo>
                <a:lnTo>
                  <a:pt x="2155915" y="918550"/>
                </a:lnTo>
                <a:lnTo>
                  <a:pt x="2100105" y="872618"/>
                </a:lnTo>
                <a:lnTo>
                  <a:pt x="2040700" y="831443"/>
                </a:lnTo>
                <a:lnTo>
                  <a:pt x="1978104" y="795303"/>
                </a:lnTo>
                <a:lnTo>
                  <a:pt x="1912742" y="764444"/>
                </a:lnTo>
                <a:lnTo>
                  <a:pt x="1845060" y="739078"/>
                </a:lnTo>
                <a:lnTo>
                  <a:pt x="1775517" y="719375"/>
                </a:lnTo>
                <a:lnTo>
                  <a:pt x="1704587" y="705471"/>
                </a:lnTo>
                <a:lnTo>
                  <a:pt x="1632753" y="697460"/>
                </a:lnTo>
                <a:close/>
              </a:path>
            </a:pathLst>
          </a:cu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E1794-D42C-4A5A-BC2E-0756141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2649959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C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62F00-F2D8-41D7-A6C6-AA8B63DD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855777" y="945302"/>
                </a:moveTo>
                <a:lnTo>
                  <a:pt x="2903026" y="1053263"/>
                </a:lnTo>
                <a:lnTo>
                  <a:pt x="2941216" y="1164751"/>
                </a:lnTo>
                <a:lnTo>
                  <a:pt x="2970089" y="1279007"/>
                </a:lnTo>
                <a:lnTo>
                  <a:pt x="2989447" y="1395254"/>
                </a:lnTo>
                <a:lnTo>
                  <a:pt x="2999159" y="1512701"/>
                </a:lnTo>
                <a:lnTo>
                  <a:pt x="2999159" y="1630549"/>
                </a:lnTo>
                <a:lnTo>
                  <a:pt x="2989447" y="1747996"/>
                </a:lnTo>
                <a:lnTo>
                  <a:pt x="2970089" y="1864243"/>
                </a:lnTo>
                <a:lnTo>
                  <a:pt x="2941216" y="1978499"/>
                </a:lnTo>
                <a:lnTo>
                  <a:pt x="2903026" y="2089987"/>
                </a:lnTo>
                <a:lnTo>
                  <a:pt x="2855777" y="2197948"/>
                </a:lnTo>
                <a:lnTo>
                  <a:pt x="2559532" y="2165219"/>
                </a:lnTo>
                <a:lnTo>
                  <a:pt x="2359238" y="1955770"/>
                </a:lnTo>
                <a:lnTo>
                  <a:pt x="2388217" y="1889553"/>
                </a:lnTo>
                <a:lnTo>
                  <a:pt x="2411641" y="1821174"/>
                </a:lnTo>
                <a:lnTo>
                  <a:pt x="2429350" y="1751097"/>
                </a:lnTo>
                <a:lnTo>
                  <a:pt x="2441223" y="1679799"/>
                </a:lnTo>
                <a:lnTo>
                  <a:pt x="2447179" y="1607765"/>
                </a:lnTo>
                <a:lnTo>
                  <a:pt x="2447179" y="1535485"/>
                </a:lnTo>
                <a:lnTo>
                  <a:pt x="2441223" y="1463451"/>
                </a:lnTo>
                <a:lnTo>
                  <a:pt x="2429350" y="1392153"/>
                </a:lnTo>
                <a:lnTo>
                  <a:pt x="2411641" y="1322076"/>
                </a:lnTo>
                <a:lnTo>
                  <a:pt x="2388217" y="1253697"/>
                </a:lnTo>
                <a:lnTo>
                  <a:pt x="2359238" y="1187480"/>
                </a:lnTo>
                <a:close/>
              </a:path>
            </a:pathLst>
          </a:cu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F5ADF-4C53-4426-B4ED-16EEF1F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0D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060A6-8122-44ED-98AE-D85CC86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756112" y="2370572"/>
                </a:moveTo>
                <a:lnTo>
                  <a:pt x="2686240" y="2465471"/>
                </a:lnTo>
                <a:lnTo>
                  <a:pt x="2608784" y="2554289"/>
                </a:lnTo>
                <a:lnTo>
                  <a:pt x="2524271" y="2636422"/>
                </a:lnTo>
                <a:lnTo>
                  <a:pt x="2433278" y="2711310"/>
                </a:lnTo>
                <a:lnTo>
                  <a:pt x="2336422" y="2778444"/>
                </a:lnTo>
                <a:lnTo>
                  <a:pt x="2234363" y="2837368"/>
                </a:lnTo>
                <a:lnTo>
                  <a:pt x="2127795" y="2887680"/>
                </a:lnTo>
                <a:lnTo>
                  <a:pt x="2017443" y="2929039"/>
                </a:lnTo>
                <a:lnTo>
                  <a:pt x="1904058" y="2961163"/>
                </a:lnTo>
                <a:lnTo>
                  <a:pt x="1788411" y="2983833"/>
                </a:lnTo>
                <a:lnTo>
                  <a:pt x="1671290" y="2996895"/>
                </a:lnTo>
                <a:lnTo>
                  <a:pt x="1551511" y="2723974"/>
                </a:lnTo>
                <a:lnTo>
                  <a:pt x="1632753" y="2445790"/>
                </a:lnTo>
                <a:lnTo>
                  <a:pt x="1704587" y="2437779"/>
                </a:lnTo>
                <a:lnTo>
                  <a:pt x="1775517" y="2423875"/>
                </a:lnTo>
                <a:lnTo>
                  <a:pt x="1845060" y="2404172"/>
                </a:lnTo>
                <a:lnTo>
                  <a:pt x="1912742" y="2378806"/>
                </a:lnTo>
                <a:lnTo>
                  <a:pt x="1978104" y="2347947"/>
                </a:lnTo>
                <a:lnTo>
                  <a:pt x="2040700" y="2311807"/>
                </a:lnTo>
                <a:lnTo>
                  <a:pt x="2100105" y="2270632"/>
                </a:lnTo>
                <a:lnTo>
                  <a:pt x="2155915" y="2224700"/>
                </a:lnTo>
                <a:lnTo>
                  <a:pt x="2207749" y="2174326"/>
                </a:lnTo>
                <a:lnTo>
                  <a:pt x="2255255" y="2119851"/>
                </a:lnTo>
                <a:lnTo>
                  <a:pt x="2298111" y="2061646"/>
                </a:lnTo>
                <a:close/>
              </a:path>
            </a:pathLst>
          </a:cu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95DD6-504B-4425-A7EE-F3C17AE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464619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A7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C66EE-F1A3-4154-925A-7D6F17C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471960" y="2996895"/>
                </a:moveTo>
                <a:lnTo>
                  <a:pt x="1354839" y="2983833"/>
                </a:lnTo>
                <a:lnTo>
                  <a:pt x="1239192" y="2961163"/>
                </a:lnTo>
                <a:lnTo>
                  <a:pt x="1125807" y="2929039"/>
                </a:lnTo>
                <a:lnTo>
                  <a:pt x="1015455" y="2887680"/>
                </a:lnTo>
                <a:lnTo>
                  <a:pt x="908887" y="2837368"/>
                </a:lnTo>
                <a:lnTo>
                  <a:pt x="806828" y="2778444"/>
                </a:lnTo>
                <a:lnTo>
                  <a:pt x="709972" y="2711310"/>
                </a:lnTo>
                <a:lnTo>
                  <a:pt x="618979" y="2636422"/>
                </a:lnTo>
                <a:lnTo>
                  <a:pt x="534466" y="2554289"/>
                </a:lnTo>
                <a:lnTo>
                  <a:pt x="457010" y="2465471"/>
                </a:lnTo>
                <a:lnTo>
                  <a:pt x="387138" y="2370572"/>
                </a:lnTo>
                <a:lnTo>
                  <a:pt x="563604" y="2130380"/>
                </a:lnTo>
                <a:lnTo>
                  <a:pt x="845139" y="2061646"/>
                </a:lnTo>
                <a:lnTo>
                  <a:pt x="887995" y="2119851"/>
                </a:lnTo>
                <a:lnTo>
                  <a:pt x="935501" y="2174326"/>
                </a:lnTo>
                <a:lnTo>
                  <a:pt x="987335" y="2224700"/>
                </a:lnTo>
                <a:lnTo>
                  <a:pt x="1043145" y="2270632"/>
                </a:lnTo>
                <a:lnTo>
                  <a:pt x="1102550" y="2311807"/>
                </a:lnTo>
                <a:lnTo>
                  <a:pt x="1165146" y="2347947"/>
                </a:lnTo>
                <a:lnTo>
                  <a:pt x="1230508" y="2378806"/>
                </a:lnTo>
                <a:lnTo>
                  <a:pt x="1298190" y="2404172"/>
                </a:lnTo>
                <a:lnTo>
                  <a:pt x="1367733" y="2423875"/>
                </a:lnTo>
                <a:lnTo>
                  <a:pt x="1438663" y="2437779"/>
                </a:lnTo>
                <a:lnTo>
                  <a:pt x="1510497" y="2445790"/>
                </a:lnTo>
                <a:close/>
              </a:path>
            </a:pathLst>
          </a:cu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2E172-3C3E-417A-95B8-51359939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64619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BFD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65536-8B91-43F4-BADF-95D82218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87473" y="2197948"/>
                </a:moveTo>
                <a:lnTo>
                  <a:pt x="240224" y="2089987"/>
                </a:lnTo>
                <a:lnTo>
                  <a:pt x="202034" y="1978499"/>
                </a:lnTo>
                <a:lnTo>
                  <a:pt x="173161" y="1864243"/>
                </a:lnTo>
                <a:lnTo>
                  <a:pt x="153803" y="1747996"/>
                </a:lnTo>
                <a:lnTo>
                  <a:pt x="144091" y="1630549"/>
                </a:lnTo>
                <a:lnTo>
                  <a:pt x="144091" y="1512701"/>
                </a:lnTo>
                <a:lnTo>
                  <a:pt x="153803" y="1395254"/>
                </a:lnTo>
                <a:lnTo>
                  <a:pt x="173161" y="1279007"/>
                </a:lnTo>
                <a:lnTo>
                  <a:pt x="202034" y="1164751"/>
                </a:lnTo>
                <a:lnTo>
                  <a:pt x="240224" y="1053263"/>
                </a:lnTo>
                <a:lnTo>
                  <a:pt x="287473" y="945302"/>
                </a:lnTo>
                <a:lnTo>
                  <a:pt x="583718" y="978031"/>
                </a:lnTo>
                <a:lnTo>
                  <a:pt x="784012" y="1187480"/>
                </a:lnTo>
                <a:lnTo>
                  <a:pt x="755033" y="1253697"/>
                </a:lnTo>
                <a:lnTo>
                  <a:pt x="731609" y="1322076"/>
                </a:lnTo>
                <a:lnTo>
                  <a:pt x="713900" y="1392153"/>
                </a:lnTo>
                <a:lnTo>
                  <a:pt x="702027" y="1463451"/>
                </a:lnTo>
                <a:lnTo>
                  <a:pt x="696071" y="1535485"/>
                </a:lnTo>
                <a:lnTo>
                  <a:pt x="696071" y="1607765"/>
                </a:lnTo>
                <a:lnTo>
                  <a:pt x="702027" y="1679799"/>
                </a:lnTo>
                <a:lnTo>
                  <a:pt x="713900" y="1751097"/>
                </a:lnTo>
                <a:lnTo>
                  <a:pt x="731609" y="1821174"/>
                </a:lnTo>
                <a:lnTo>
                  <a:pt x="755033" y="1889553"/>
                </a:lnTo>
                <a:lnTo>
                  <a:pt x="784012" y="1955770"/>
                </a:lnTo>
                <a:close/>
              </a:path>
            </a:pathLst>
          </a:custGeom>
          <a:solidFill xmlns:a="http://schemas.openxmlformats.org/drawingml/2006/main">
            <a:srgbClr val="4672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02DB2-D21B-4FEE-ACEF-BFA3BF5F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72D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E93EF-F450-4B9B-B954-6076E9A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387138" y="772678"/>
                </a:moveTo>
                <a:lnTo>
                  <a:pt x="457010" y="677779"/>
                </a:lnTo>
                <a:lnTo>
                  <a:pt x="534466" y="588961"/>
                </a:lnTo>
                <a:lnTo>
                  <a:pt x="618979" y="506828"/>
                </a:lnTo>
                <a:lnTo>
                  <a:pt x="709972" y="431940"/>
                </a:lnTo>
                <a:lnTo>
                  <a:pt x="806828" y="364806"/>
                </a:lnTo>
                <a:lnTo>
                  <a:pt x="908887" y="305882"/>
                </a:lnTo>
                <a:lnTo>
                  <a:pt x="1015455" y="255570"/>
                </a:lnTo>
                <a:lnTo>
                  <a:pt x="1125807" y="214211"/>
                </a:lnTo>
                <a:lnTo>
                  <a:pt x="1239192" y="182087"/>
                </a:lnTo>
                <a:lnTo>
                  <a:pt x="1354839" y="159417"/>
                </a:lnTo>
                <a:lnTo>
                  <a:pt x="1471960" y="146355"/>
                </a:lnTo>
                <a:lnTo>
                  <a:pt x="1591739" y="419276"/>
                </a:lnTo>
                <a:lnTo>
                  <a:pt x="1510497" y="697460"/>
                </a:lnTo>
                <a:lnTo>
                  <a:pt x="1438663" y="705471"/>
                </a:lnTo>
                <a:lnTo>
                  <a:pt x="1367733" y="719375"/>
                </a:lnTo>
                <a:lnTo>
                  <a:pt x="1298190" y="739078"/>
                </a:lnTo>
                <a:lnTo>
                  <a:pt x="1230508" y="764444"/>
                </a:lnTo>
                <a:lnTo>
                  <a:pt x="1165146" y="795303"/>
                </a:lnTo>
                <a:lnTo>
                  <a:pt x="1102550" y="831443"/>
                </a:lnTo>
                <a:lnTo>
                  <a:pt x="1043145" y="872618"/>
                </a:lnTo>
                <a:lnTo>
                  <a:pt x="987335" y="918550"/>
                </a:lnTo>
                <a:lnTo>
                  <a:pt x="935501" y="968924"/>
                </a:lnTo>
                <a:lnTo>
                  <a:pt x="887995" y="1023399"/>
                </a:lnTo>
                <a:lnTo>
                  <a:pt x="845139" y="1081604"/>
                </a:lnTo>
                <a:close/>
              </a:path>
            </a:pathLst>
          </a:custGeom>
          <a:solidFill xmlns:a="http://schemas.openxmlformats.org/drawingml/2006/main">
            <a:srgbClr val="3459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3437D-D80E-4C9E-9E46-4C68EC4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649959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59B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59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59B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827C2-2E15-4A73-A29C-EBA2A6EB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A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51E59-C6C0-4DC2-9C2E-AC6E0711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0CCAF-449A-4F77-9E99-9F11A96D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D3AA62-8F3A-4A12-A90A-57C05F3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6D591-32E5-4C1D-AAA7-D0DBF29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42ACC-25E1-4240-BB26-DB0E85C1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4F081-68ED-483C-9C34-FAD1B902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58CFC-07FC-42F7-ACF9-E28B115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75B639-9B31-448E-8C75-C2118FA6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选择合适的修正方案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4AB9E2-1EA2-43FF-92FE-5809B5FF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CF8FC-418F-45F8-93E5-D1B6C87F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38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2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335D51-8418-48AC-8743-248B26C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672D1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7F7E95-E8B3-4D12-A8F3-F8E41B8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用新稿件重新检查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058E1-5B52-4265-AA43-7125F16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4781B3-C195-4A6E-A24D-75996B1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57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352BA1-E8CF-4EF4-A29E-7817DFDB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227255-E12A-4051-A6C9-510CCF2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识别内容或视觉原因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1CEC86-31BE-4BA6-A440-73C2F15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F89AE2-1939-412C-9C63-6EE99A87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84CB7B-2DC4-4C82-A5E0-4C5A305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595EF9-80C0-4632-AC87-4134073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更新规则、资产或代码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7ABAA1-D5D5-41EC-916C-6D4DC3B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A8B0C-F976-48A8-9A14-0511D24F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38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9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F68351-7A8E-4F85-B1A0-0361C4E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59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459B6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CBFBBD-5A49-49EF-BA51-2C4CD4D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387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把有效经验写回能力库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固定四象限的文字容量｜固定4象限·短文案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矩阵关系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F4502DE4-D419-45CA-8A4D-2D82967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0BF55EC9-06C5-485E-8CDE-D89F91A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</a:t>
            </a:r>
          </a:p>
        </p:txBody>
      </p:sp>
      <p:sp>
        <p:nvSpPr>
          <p:cNvPr id="17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1DC389A8-4030-489C-B437-54C57F6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18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41AB55C0-B09D-4972-B3A5-4E409F9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ED1DC29C-A0E0-48C7-AE72-A83723F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BE136-4499-4678-BE31-1707518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896712AD-EAA3-4320-9D69-83AB604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政策窗口与行业规则</a:t>
            </a:r>
          </a:p>
        </p:txBody>
      </p:sp>
      <p:sp>
        <p:nvSpPr>
          <p:cNvPr id="22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990CDBDF-1F0E-429D-BE7A-0006809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3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E6FA87ED-15EC-4D91-BBB6-8732920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88FE373C-4098-4AFB-A91B-6EF3352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</a:t>
            </a:r>
          </a:p>
        </p:txBody>
      </p:sp>
      <p:sp>
        <p:nvSpPr>
          <p:cNvPr id="25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B501E280-B8E6-4011-9FE0-A917DE0D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6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4AD7902F-7F42-4442-BFED-09798EA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7BB70BFD-EB5C-42EB-9CF7-9DD5AA14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1C120-A88D-4653-8613-35B873EE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1BF7974A-E21E-49C9-9951-9557D88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成本与市场规模</a:t>
            </a:r>
          </a:p>
        </p:txBody>
      </p:sp>
      <p:sp>
        <p:nvSpPr>
          <p:cNvPr id="30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F53BBBB1-1740-4C6F-BB8A-DB205B34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1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9BCB9EA2-7961-43A4-A493-3C269B10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CECAFA91-4D49-4EDB-94E6-48BC51F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33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63822663-6E32-4C63-864D-E3F45C2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4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874165E4-2481-4931-8ADD-3365332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B3D6B219-2DED-493E-A03F-163D8395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D5F4F-4DE6-4065-87C0-BA3AE23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4B3BC924-6F93-4E08-8E50-2CF5017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用户需求与接受度</a:t>
            </a:r>
          </a:p>
        </p:txBody>
      </p:sp>
      <p:sp>
        <p:nvSpPr>
          <p:cNvPr id="38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84055093-2B8E-4930-B518-D4B3654F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9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BC0409D7-AE2D-4EE9-A1A9-5DBC3F2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0D18DA8A-ABDE-4438-A381-84D738E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</a:t>
            </a:r>
          </a:p>
        </p:txBody>
      </p:sp>
      <p:sp>
        <p:nvSpPr>
          <p:cNvPr id="41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6EB529D3-1D9B-42E8-9AA5-A504C81B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2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CFD478E7-69B8-429C-A716-EDAF138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A9CD4FA9-3347-482B-91CA-DD5DB9A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D3D197-26B1-42CC-89E9-1005539F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742815C1-55AD-4D93-BFDF-4CFDDB7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技术成熟度与工具链</a:t>
            </a:r>
          </a:p>
        </p:txBody>
      </p:sp>
      <p:sp>
        <p:nvSpPr>
          <p:cNvPr id="46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93FF2B1D-E43C-4D4D-A7C5-34DEFF9E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固定四象限的文字容量｜固定4象限·长文案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矩阵关系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807332A7-7A1A-48EF-B740-D0A357F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06F40D04-531A-46BD-8F64-362A26A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</a:t>
            </a:r>
          </a:p>
        </p:txBody>
      </p:sp>
      <p:sp>
        <p:nvSpPr>
          <p:cNvPr id="17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54ABD138-2C01-4E15-B2FD-3D85308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18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76795BE-3BBC-4E02-AC61-0BFF4F7E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9C1E408C-5C78-4246-8012-47A64AD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9CC19-C73D-4A52-BBFB-3DBCF53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DAC2921A-CCA2-4913-98AB-C0B9794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关注政策窗口、行业规则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以及监管环境的阶段性变化</a:t>
            </a:r>
          </a:p>
        </p:txBody>
      </p:sp>
      <p:sp>
        <p:nvSpPr>
          <p:cNvPr id="22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7AD3934B-44B6-4016-A8D9-4609E3F8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3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6753F014-F87A-472D-ADCE-F529C97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083EC90B-2210-4B7B-8119-03E4F643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</a:t>
            </a:r>
          </a:p>
        </p:txBody>
      </p:sp>
      <p:sp>
        <p:nvSpPr>
          <p:cNvPr id="25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27F6C050-ACF4-46E0-AEA3-A71C4428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6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D54ADB2D-6510-440D-AC6C-3F79283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B1E5911E-6E82-4DBF-89A5-E17DFEA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5466A-D927-49C9-8F69-DF33489E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AFB4C114-1549-4734-84B5-CD5523DB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分析成本水平、资金条件和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市场规模对项目推进的影响</a:t>
            </a:r>
          </a:p>
        </p:txBody>
      </p:sp>
      <p:sp>
        <p:nvSpPr>
          <p:cNvPr id="30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A8E41E00-793D-4E4A-81DC-DC584FC5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1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B2DAA4F8-9DB9-4671-9442-1BBD18E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2AA2D014-4DB5-4DB6-9989-BD0904C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33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12EA6DA3-658B-4A4B-A2B1-17B1CBF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4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6AAE5FA5-9AEC-47C3-BEDB-59F0A8E8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0AB3EC40-371F-43D9-B26C-62E5890D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25E18-0827-486F-9A11-9953330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9334F3A5-8160-4BA2-B242-FE45D0A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判断用户需求、组织协同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和社会接受度是否形成支撑</a:t>
            </a:r>
          </a:p>
        </p:txBody>
      </p:sp>
      <p:sp>
        <p:nvSpPr>
          <p:cNvPr id="38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5B2CD5B9-FFED-4BC5-A49D-1F40850F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9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50C7E292-81E7-456F-BF12-854B0C4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7E73CCEA-DAA9-41FF-9794-FA62D5C3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</a:t>
            </a:r>
          </a:p>
        </p:txBody>
      </p:sp>
      <p:sp>
        <p:nvSpPr>
          <p:cNvPr id="41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D3810C7E-DAA6-4EC6-919D-08F044C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2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26A4BB3E-C984-48A1-AF4F-B989EE0E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7E5D7CFE-FED4-4B4B-8AF7-DD4BAFAC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EA7BE-527B-43FA-8C1F-3581DB0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B6FC1FB1-085B-48D8-8E4D-BBD32044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评估技术成熟度、基础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设施和工具链能否稳定承载</a:t>
            </a:r>
          </a:p>
        </p:txBody>
      </p:sp>
      <p:sp>
        <p:nvSpPr>
          <p:cNvPr id="46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ADE40849-FF93-4CA2-B718-390B161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原因类别的数量扩展｜4类原因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因果关系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fishbone-backbone|domains=fishbone-backbone">
            <a:extLst xmlns:a="http://schemas.openxmlformats.org/drawingml/2006/main">
              <a:ext uri="{FF2B5EF4-FFF2-40B4-BE49-F238E27FC236}">
                <a16:creationId xmlns:a16="http://schemas.microsoft.com/office/drawing/2014/main" id="{81427C64-5400-422C-9244-7BE93FA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B604F67F-8D3D-42E0-BCD1-1F3A881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1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F4BCB0EC-1D8E-4ED5-BBE8-162D250D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1378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349E30CC-4906-4C9E-B2B5-63F888B4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PPAGENT_QA|parent=fishbone-category-0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F8E28A3E-9160-4AEB-A9DC-17A8E3DC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C487E17-A8F3-41BD-BADF-7F4D8322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FEABE5C-FDC3-4FFB-B6EF-9F053D21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边界不清</a:t>
            </a:r>
          </a:p>
        </p:txBody>
      </p:sp>
      <p:sp>
        <p:nvSpPr>
          <p:cNvPr id="22" name="PPAGENT_CONNECTOR|from=fishbone-item-2-1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A7E2B8BB-D16C-4CCD-873A-4F55A9F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6103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3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AED84605-83D7-4398-B464-7B1B899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4" name="PPAGENT_QA|parent=fishbone-category-2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1D791E15-F653-4250-B634-5BE75B61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5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63FE3735-5C27-491D-9DAE-2DE414D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接口复杂</a:t>
            </a:r>
          </a:p>
        </p:txBody>
      </p:sp>
      <p:sp>
        <p:nvSpPr>
          <p:cNvPr id="26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E3824B8F-FA46-4562-ADD2-451390BF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测试不足</a:t>
            </a:r>
          </a:p>
        </p:txBody>
      </p:sp>
      <p:sp>
        <p:nvSpPr>
          <p:cNvPr id="27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834929F2-04F3-4FDC-BB84-680914D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1378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8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3E1E559A-0D41-4A6E-8474-EEA6188A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9" name="PPAGENT_QA|parent=fishbone-category-1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A3795BF6-D2B6-46E4-9FDF-7C8F034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0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4594B29-A7FE-481F-9A6E-34FE5EC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审批过长</a:t>
            </a:r>
          </a:p>
        </p:txBody>
      </p:sp>
      <p:sp>
        <p:nvSpPr>
          <p:cNvPr id="31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1B168878-06A8-45E8-8AA0-7E0ABD1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交接缺失</a:t>
            </a:r>
          </a:p>
        </p:txBody>
      </p:sp>
      <p:sp>
        <p:nvSpPr>
          <p:cNvPr id="32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4FA4E03B-152C-4FAE-AF16-095926B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6103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3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A8DE41B5-A3FC-4F92-87A4-1FA02931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4" name="PPAGENT_QA|parent=fishbone-category-3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14D04D90-4C49-4538-B7C7-C6E23BF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35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635EF50A-B277-4557-9E78-E4752E5B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预算受限</a:t>
            </a:r>
          </a:p>
        </p:txBody>
      </p:sp>
      <p:sp>
        <p:nvSpPr>
          <p:cNvPr id="36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C946C02-193F-4557-A161-FE15EE7E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设备延迟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原因类别的数量扩展｜5类原因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因果关系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fishbone-backbone|domains=fishbone-backbone">
            <a:extLst xmlns:a="http://schemas.openxmlformats.org/drawingml/2006/main">
              <a:ext uri="{FF2B5EF4-FFF2-40B4-BE49-F238E27FC236}">
                <a16:creationId xmlns:a16="http://schemas.microsoft.com/office/drawing/2014/main" id="{E3940543-6F74-408B-AF3A-73C795C2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0C81844F-7A92-4A9C-B37C-32848F2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1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372BD375-65DE-4F11-B1EE-5FF75BE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0166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717D4DE9-C06C-4D8F-9654-CEB2733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PPAGENT_QA|parent=fishbone-category-0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B38840CB-4434-474E-9939-2165DB0B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7B83320-38DB-4226-BB44-FA6C738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472F6E8-8BD7-49CE-8539-D224551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边界不清</a:t>
            </a:r>
          </a:p>
        </p:txBody>
      </p:sp>
      <p:sp>
        <p:nvSpPr>
          <p:cNvPr id="22" name="PPAGENT_CONNECTOR|from=fishbone-item-2-1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9485C63B-E170-4D6D-B1CE-CF2066A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3558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3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CC87DB5C-8567-443B-B39A-76AD258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4" name="PPAGENT_QA|parent=fishbone-category-2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8993424C-B9B4-4C22-B9AC-A1D88C2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5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4E27DD1-6813-4BC5-A632-32A6653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接口复杂</a:t>
            </a:r>
          </a:p>
        </p:txBody>
      </p:sp>
      <p:sp>
        <p:nvSpPr>
          <p:cNvPr id="26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331A5A9-9E99-4650-B880-AD63AF3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测试不足</a:t>
            </a:r>
          </a:p>
        </p:txBody>
      </p:sp>
      <p:sp>
        <p:nvSpPr>
          <p:cNvPr id="27" name="PPAGENT_CONNECTOR|from=fishbone-item-4-1|fromSide=bottom|to=fishbone-joint-4|toSide=center">
            <a:extLst xmlns:a="http://schemas.openxmlformats.org/drawingml/2006/main">
              <a:ext uri="{FF2B5EF4-FFF2-40B4-BE49-F238E27FC236}">
                <a16:creationId xmlns:a16="http://schemas.microsoft.com/office/drawing/2014/main" id="{A2FA33FC-56D2-4578-ACFE-D7F32DE5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46951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8" name="PPAGENT_QA|parent=fishbone-joint-4">
            <a:extLst xmlns:a="http://schemas.openxmlformats.org/drawingml/2006/main">
              <a:ext uri="{FF2B5EF4-FFF2-40B4-BE49-F238E27FC236}">
                <a16:creationId xmlns:a16="http://schemas.microsoft.com/office/drawing/2014/main" id="{5E47CAF9-B58A-4B7E-A0DF-3DC7F8A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9" name="PPAGENT_QA|parent=fishbone-category-4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EA375C88-01F1-44F0-919F-1B99CCCD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0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ABF8631-EEA5-42FA-A1D8-F537D9C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目标调整</a:t>
            </a:r>
          </a:p>
        </p:txBody>
      </p:sp>
      <p:sp>
        <p:nvSpPr>
          <p:cNvPr id="31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C474272-A3E9-41A8-9262-3628DCF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口径模糊</a:t>
            </a:r>
          </a:p>
        </p:txBody>
      </p:sp>
      <p:sp>
        <p:nvSpPr>
          <p:cNvPr id="32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344ED340-A46D-4A3F-94CA-B743995D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1378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3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A7249190-5972-44F5-9C08-98E74F2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4" name="PPAGENT_QA|parent=fishbone-category-1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997702B0-A970-4A73-A42B-1F67919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5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9998126-EA12-4855-A7BE-26B5207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审批过长</a:t>
            </a:r>
          </a:p>
        </p:txBody>
      </p:sp>
      <p:sp>
        <p:nvSpPr>
          <p:cNvPr id="36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015F42E-41B7-4708-88BB-3420751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交接缺失</a:t>
            </a:r>
          </a:p>
        </p:txBody>
      </p:sp>
      <p:sp>
        <p:nvSpPr>
          <p:cNvPr id="37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6AA89854-BF67-41FC-AB35-846677B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6103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8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28369283-0B03-414F-9D98-68A2B113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9" name="PPAGENT_QA|parent=fishbone-category-3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AE944D4C-6872-4D54-A237-72A8CB8A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40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B7F844E-6FF3-410B-8311-730D359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预算受限</a:t>
            </a:r>
          </a:p>
        </p:txBody>
      </p:sp>
      <p:sp>
        <p:nvSpPr>
          <p:cNvPr id="41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B9F2C83-D767-4E7D-8A02-984ED84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设备延迟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原因类别的数量扩展｜6类原因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因果关系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fishbone-backbone|domains=fishbone-backbone">
            <a:extLst xmlns:a="http://schemas.openxmlformats.org/drawingml/2006/main">
              <a:ext uri="{FF2B5EF4-FFF2-40B4-BE49-F238E27FC236}">
                <a16:creationId xmlns:a16="http://schemas.microsoft.com/office/drawing/2014/main" id="{2872428F-1EE3-4D06-8CBF-E10F35F3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00111222-A27C-497D-B16D-29FC79D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1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91F181F0-27CD-4078-B377-B77182C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0166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E86F904F-C539-4458-B1E1-1162212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PPAGENT_QA|parent=fishbone-category-0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84E83EB0-C9E9-4946-9F63-BEA11CF7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974B1EBA-9C7B-46AE-9C20-0F8834B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1DFFAAE-5DD7-4B9C-936B-C8804F3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边界不清</a:t>
            </a:r>
          </a:p>
        </p:txBody>
      </p:sp>
      <p:sp>
        <p:nvSpPr>
          <p:cNvPr id="22" name="PPAGENT_CONNECTOR|from=fishbone-item-2-1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20DE2151-CF64-4F15-9461-A9020C51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3558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3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2D45B546-93BA-4C0E-B0B8-FD75C085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4" name="PPAGENT_QA|parent=fishbone-category-2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DE4D7637-CC4D-4B6D-BF5C-3F63D75B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5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CEFBCA8-C03B-42C4-83AE-A2DFF5C4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接口复杂</a:t>
            </a:r>
          </a:p>
        </p:txBody>
      </p:sp>
      <p:sp>
        <p:nvSpPr>
          <p:cNvPr id="26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B4DF61EF-39CC-4A51-81B7-C2C1622C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测试不足</a:t>
            </a:r>
          </a:p>
        </p:txBody>
      </p:sp>
      <p:sp>
        <p:nvSpPr>
          <p:cNvPr id="27" name="PPAGENT_CONNECTOR|from=fishbone-item-4-1|fromSide=bottom|to=fishbone-joint-4|toSide=center">
            <a:extLst xmlns:a="http://schemas.openxmlformats.org/drawingml/2006/main">
              <a:ext uri="{FF2B5EF4-FFF2-40B4-BE49-F238E27FC236}">
                <a16:creationId xmlns:a16="http://schemas.microsoft.com/office/drawing/2014/main" id="{866C169D-A721-453A-B534-AEC17B4B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46951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8" name="PPAGENT_QA|parent=fishbone-joint-4">
            <a:extLst xmlns:a="http://schemas.openxmlformats.org/drawingml/2006/main">
              <a:ext uri="{FF2B5EF4-FFF2-40B4-BE49-F238E27FC236}">
                <a16:creationId xmlns:a16="http://schemas.microsoft.com/office/drawing/2014/main" id="{A01C5A0A-F2E4-4917-8DFC-D9499FEA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9" name="PPAGENT_QA|parent=fishbone-category-4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64BDF258-6685-44DC-9433-889B5A09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0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6DEFBBC-D3DB-4D00-A93B-96D6FBC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目标调整</a:t>
            </a:r>
          </a:p>
        </p:txBody>
      </p:sp>
      <p:sp>
        <p:nvSpPr>
          <p:cNvPr id="31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F88DE78-E96B-41B8-8801-DB6C24D1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口径模糊</a:t>
            </a:r>
          </a:p>
        </p:txBody>
      </p:sp>
      <p:sp>
        <p:nvSpPr>
          <p:cNvPr id="32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B8B6AD1D-8145-4310-97BB-0BEEBDB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00166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3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AAC10CB8-F58D-461D-94E1-60A48C6F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4" name="PPAGENT_QA|parent=fishbone-category-1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3758A31E-A527-4252-8299-DAA98286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5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4562F32-93A2-4595-B262-EB57A21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审批过长</a:t>
            </a:r>
          </a:p>
        </p:txBody>
      </p:sp>
      <p:sp>
        <p:nvSpPr>
          <p:cNvPr id="36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EB523A1-148D-4279-B440-86D5A75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交接缺失</a:t>
            </a:r>
          </a:p>
        </p:txBody>
      </p:sp>
      <p:sp>
        <p:nvSpPr>
          <p:cNvPr id="37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CECEFE7F-A952-4581-844A-DA9B648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23558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8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9DCDEABD-8BFB-4CBC-8D12-104213CB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9" name="PPAGENT_QA|parent=fishbone-category-3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20749685-1813-4272-BF37-8CA09C98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40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78CFA79-320F-4D77-A51C-1CE1C74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预算受限</a:t>
            </a:r>
          </a:p>
        </p:txBody>
      </p:sp>
      <p:sp>
        <p:nvSpPr>
          <p:cNvPr id="41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499E9F9-722B-4369-B657-97BE31F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设备延迟</a:t>
            </a:r>
          </a:p>
        </p:txBody>
      </p:sp>
      <p:sp>
        <p:nvSpPr>
          <p:cNvPr id="42" name="PPAGENT_CONNECTOR|from=fishbone-item-5-0|fromSide=top|to=fishbone-joint-5|toSide=center">
            <a:extLst xmlns:a="http://schemas.openxmlformats.org/drawingml/2006/main">
              <a:ext uri="{FF2B5EF4-FFF2-40B4-BE49-F238E27FC236}">
                <a16:creationId xmlns:a16="http://schemas.microsoft.com/office/drawing/2014/main" id="{54CDDD67-C18A-4F24-9BBB-CDD021E8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46951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43" name="PPAGENT_QA|parent=fishbone-joint-5">
            <a:extLst xmlns:a="http://schemas.openxmlformats.org/drawingml/2006/main">
              <a:ext uri="{FF2B5EF4-FFF2-40B4-BE49-F238E27FC236}">
                <a16:creationId xmlns:a16="http://schemas.microsoft.com/office/drawing/2014/main" id="{2503C69F-CB95-42DF-ACA4-E60AB672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4" name="PPAGENT_QA|parent=fishbone-category-5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DCC91297-F1B6-4558-8F7D-3809612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45" name="PPAGENT_QA|parent=fishbone-item-5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5605151-2B9F-47D5-9DAD-3B63E681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外部波动</a:t>
            </a:r>
          </a:p>
        </p:txBody>
      </p:sp>
      <p:sp>
        <p:nvSpPr>
          <p:cNvPr id="46" name="PPAGENT_QA|parent=fishbone-item-5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B82E74B-ECA4-47BD-B966-0221E8E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协作困难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来源—平台—应用的数量扩展｜3+1+3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7EB29641-99DC-4051-A284-B5E227A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2022744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DA1484F1-46AA-4FB3-9358-AB2A75C1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554803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17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6005504A-A634-45A6-A3E0-BE4F0AE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5267105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8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3C3CE63-9CEA-4FE1-BED1-68D0B09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83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9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99C4044-49AD-45AD-AB57-EF4A6486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200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0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2E6B22E-5AAD-471A-BE48-507BCB5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18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21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8BE87CCA-0530-43DC-A98A-18C560A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33" y="3248391"/>
            <a:ext cx="7389935" cy="1081454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22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68AAEEB-BF9C-4022-A621-6A2B671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23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159C29A-7736-4963-8C68-0209134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200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4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6B6C2DA-DEBF-415E-A481-BF1C258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212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25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504DF17-42A7-4492-8C3B-17765AF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44183" y="4329845"/>
            <a:ext cx="1351817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6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AE6D667-1EF3-45A1-80CB-FEC0551D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329845"/>
            <a:ext cx="0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7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A5303025-49DE-4C49-B980-FB3F4CB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1351817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8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65C8E89F-4B58-41E5-8B68-F6513581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99989" y="2635568"/>
            <a:ext cx="1496011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9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1F63E6B3-0CA1-451B-A40F-114BA210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0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0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9A5B5F42-D6E3-49D8-B3BF-F7073C9E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1496011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来源—平台—应用的数量扩展｜4+1+4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6D7B638D-D81B-402D-9E49-947D78C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2022744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B06B7212-F87F-4B48-937C-F95EE73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554803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17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24799D4B-2402-466B-8AC6-BB2BED4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5267105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8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922AE5A4-89E3-48C2-9E65-C721114F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74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9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76E873A-D6FD-4D45-AD02-5D5F955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292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0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3A34FAF-F923-421F-ADCC-27664C2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09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21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C72EDE8-4A53-418C-8DD9-5E8D5445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926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2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DFDD70F8-4737-4272-A636-65FAB69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33" y="3248391"/>
            <a:ext cx="7389935" cy="1081454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2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4F42F9B-F498-42E8-91FA-D5CA30CF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184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2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8E5A60B-D453-401F-80BF-9794048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95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17C42B8B-E098-4275-9FA3-F942EF1A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206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26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695795E-74D6-47A0-9B4A-349B8A6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217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27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B14574D-6A28-4F6E-8D61-D9D92CE8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68274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8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29DD85D-4956-4661-8480-7C1A1D8E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20091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9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1FC7A08-D455-4078-A337-1191330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0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A00798FA-0338-45A3-B5E9-E52F461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1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6ED5A980-B1FB-4D5C-84C0-3FEA848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51983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2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A37206A3-4741-4017-A090-5D40C0F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47994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3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84CBC7DB-50E7-4F70-B960-C40FCDF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4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3B157A62-7C32-45C6-898F-7DBC8C2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来源—平台—应用的数量扩展｜5+1+5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9958742E-53F2-41F4-83D1-37689CE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2022744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D5CFE277-9EC2-46BB-9EED-5BE2F93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554803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17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98C0A59C-0C38-4BD0-99A1-567E43CE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5267105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8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AAF21F5-8311-4359-A343-1B4B8B0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566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9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BCF91CE8-AEAB-4940-886B-86B27F7F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83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0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B4BC91C-88F1-44EE-9232-63C2FF5E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200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21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BED9F5F0-6D9F-47B6-815D-87AF555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18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22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FE0413B-4ECE-4C56-94C6-5C3F20F6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835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23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C3332CC6-9279-4B12-B523-976DF2C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33" y="3248391"/>
            <a:ext cx="7389935" cy="1081454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24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C580319-AB53-4E46-BB88-A805C2E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78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25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8B4E3E29-C697-43D4-9876-611CF35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6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950C4FF-5CC4-4311-B414-52A4D950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200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27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0F419E4-F533-4629-BC4E-D4508D4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212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28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92A1C28-EE9C-445C-97D9-9DCF2512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223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29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CDB23876-3681-47DF-9D16-DCC4368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92365" y="4329845"/>
            <a:ext cx="2703635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0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986F975-BE9D-4B88-8746-555DCDCC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44183" y="4329845"/>
            <a:ext cx="1351817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1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9F85F94-ABAE-4C1A-98F3-AF51B00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329845"/>
            <a:ext cx="0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2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635924B-7467-490E-B2DC-0DA98B67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1351817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3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0EA7A19-5393-4CF1-B727-347EFC43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2703635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4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2A658257-2DA1-4273-BC75-B45F1FFC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03978" y="2635568"/>
            <a:ext cx="2992022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5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C82CF986-A851-4BE2-A835-C313568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99989" y="2635568"/>
            <a:ext cx="1496011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6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28B7F2ED-891A-4EAC-8B0A-AD780931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0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7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8E14DEC9-5DBE-4E1A-AF65-28E83CBA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1496011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8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290BA366-B726-49D5-A948-30ACB11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2992022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来源—平台—应用的数量扩展｜6+1+6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30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7CB681CE-91A9-4C6D-9163-FD055FB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2022744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2CFACBC5-8FF0-4872-B634-9A75B9F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554803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17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9BC8C19B-F4AD-4186-9150-5241C56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5267105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8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ED0B6F5-027B-46F4-81C7-7A6DC31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657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9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36DEC95-0320-4FCB-85A0-DB878F1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74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0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622A93DF-9701-458B-9EC8-B33F2239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292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21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EDD12ED-E4D8-446C-9639-0F948C4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09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22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50547E1-7A67-493B-92C6-DFAB7666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926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23" name="PPAGENT_QA|parent=layer-source-5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8A2C7B8-4DAD-45AC-9DC4-3106153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744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24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FB9A4993-B6F6-4EE7-9EAC-B56EE73F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33" y="3248391"/>
            <a:ext cx="7389935" cy="1081454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25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86E30133-D53C-4C09-8CFB-6873215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3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26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083991F-FEDE-4C15-88FE-8432806E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184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7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E2B57E7-37A4-4043-83BE-92750B7E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95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28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512A2E2-E940-4295-B779-8B89662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206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29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C73D8A5-B211-46F5-A3E5-1665CAF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217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30" name="PPAGENT_QA|parent=layer-app-5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22907F6-2803-401E-BB3E-FF7EDBD2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228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31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3AE9B88-EF67-49C9-8E7C-4296746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6457" y="4329845"/>
            <a:ext cx="3379543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2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AD7158E3-DBEE-4894-9DC6-71FD06E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68274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3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FAC7E2B-2EFE-405E-B818-3D4B842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20091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4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A408ED4-9212-4DAC-B81B-45FB885E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5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995E6CF8-B712-4C55-B240-B1FD65B5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6" name="PPAGENT_CONNECTOR|from=layer-source-5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C0FE92B-4F93-4FEB-902C-4E247651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3379543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7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4B729C90-6945-48D7-AB1F-0E03658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355972" y="2635568"/>
            <a:ext cx="3740028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8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2C0E81D9-9185-40F5-B3E0-80E585C5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51983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9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C1EAC41C-4F67-4D44-9F80-14B71887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47994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40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C8D87232-FB00-4246-AC17-6246EFB5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41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BC945849-111C-4A10-A155-F289BEE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42" name="PPAGENT_CONNECTOR|from=layer-platform|fromSide=top|to=layer-app-5|toSide=bottom">
            <a:extLst xmlns:a="http://schemas.openxmlformats.org/drawingml/2006/main">
              <a:ext uri="{FF2B5EF4-FFF2-40B4-BE49-F238E27FC236}">
                <a16:creationId xmlns:a16="http://schemas.microsoft.com/office/drawing/2014/main" id="{9D4D2197-741B-4329-A109-2DCDC98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3740028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2026-08-13T04:59:11.8930000Z</dcterms:created>
  <dcterms:modified xsi:type="dcterms:W3CDTF">2026-08-13T04:59:11.8930000Z</dcterms:modified>
</coreProperties>
</file>