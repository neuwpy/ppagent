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d16af80555439d" /><Relationship Type="http://schemas.openxmlformats.org/officeDocument/2006/relationships/extended-properties" Target="/docProps/app.xml" Id="Rf52f100281404cdc" /><Relationship Type="http://schemas.openxmlformats.org/officeDocument/2006/relationships/officeDocument" Target="/ppt/presentation.xml" Id="R5eb914e49acb4d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a9076bc4bf4d51"/>
    <p:sldMasterId xmlns:r="http://schemas.openxmlformats.org/officeDocument/2006/relationships" id="2147483660" r:id="R141ac546805d48d3"/>
    <p:sldMasterId xmlns:r="http://schemas.openxmlformats.org/officeDocument/2006/relationships" id="2147483663" r:id="R957a12a30fc44894"/>
  </p:sldMasterIdLst>
  <p:notesMasterIdLst>
    <p:notesMasterId xmlns:r="http://schemas.openxmlformats.org/officeDocument/2006/relationships" r:id="R82c8fe8d42a74476"/>
  </p:notesMasterIdLst>
  <p:sldIdLst>
    <p:sldId xmlns:r="http://schemas.openxmlformats.org/officeDocument/2006/relationships" id="256" r:id="R25e37ad166ad4f56"/>
    <p:sldId xmlns:r="http://schemas.openxmlformats.org/officeDocument/2006/relationships" id="257" r:id="Rea05837bcbe9474e"/>
    <p:sldId xmlns:r="http://schemas.openxmlformats.org/officeDocument/2006/relationships" id="258" r:id="R4705346f8a7e483c"/>
    <p:sldId xmlns:r="http://schemas.openxmlformats.org/officeDocument/2006/relationships" id="259" r:id="R7209f9c78d4f4bb8"/>
    <p:sldId xmlns:r="http://schemas.openxmlformats.org/officeDocument/2006/relationships" id="260" r:id="R16ee67a2e81644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f3d1b4edb343aa" /><Relationship Type="http://schemas.openxmlformats.org/officeDocument/2006/relationships/slideMaster" Target="/ppt/slideMasters/slideMaster1.xml" Id="R5fa9076bc4bf4d51" /><Relationship Type="http://schemas.openxmlformats.org/officeDocument/2006/relationships/slideMaster" Target="/ppt/slideMasters/slideMaster2.xml" Id="R141ac546805d48d3" /><Relationship Type="http://schemas.openxmlformats.org/officeDocument/2006/relationships/slideMaster" Target="/ppt/slideMasters/slideMaster3.xml" Id="R957a12a30fc44894" /><Relationship Type="http://schemas.openxmlformats.org/officeDocument/2006/relationships/notesMaster" Target="/ppt/notesMasters/notesMaster1.xml" Id="R82c8fe8d42a74476" /><Relationship Type="http://schemas.openxmlformats.org/officeDocument/2006/relationships/presProps" Target="/ppt/presProps.xml" Id="R387731a74e524931" /><Relationship Type="http://schemas.openxmlformats.org/officeDocument/2006/relationships/viewProps" Target="/ppt/viewProps.xml" Id="Rcb67084673514986" /><Relationship Type="http://schemas.openxmlformats.org/officeDocument/2006/relationships/tableStyles" Target="/ppt/tableStyles.xml" Id="R0173aa753a5a4a81" /><Relationship Type="http://schemas.openxmlformats.org/officeDocument/2006/relationships/slide" Target="/ppt/slides/slide1.xml" Id="R25e37ad166ad4f56" /><Relationship Type="http://schemas.openxmlformats.org/officeDocument/2006/relationships/slide" Target="/ppt/slides/slide2.xml" Id="Rea05837bcbe9474e" /><Relationship Type="http://schemas.openxmlformats.org/officeDocument/2006/relationships/slide" Target="/ppt/slides/slide3.xml" Id="R4705346f8a7e483c" /><Relationship Type="http://schemas.openxmlformats.org/officeDocument/2006/relationships/slide" Target="/ppt/slides/slide4.xml" Id="R7209f9c78d4f4bb8" /><Relationship Type="http://schemas.openxmlformats.org/officeDocument/2006/relationships/slide" Target="/ppt/slides/slide5.xml" Id="R16ee67a2e81644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034f715787443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be099184ee4f8b" /><Relationship Type="http://schemas.openxmlformats.org/officeDocument/2006/relationships/notesMaster" Target="/ppt/notesMasters/notesMaster1.xml" Id="Rc25b1674a0d14c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70f755d8d64a18" /><Relationship Type="http://schemas.openxmlformats.org/officeDocument/2006/relationships/notesMaster" Target="/ppt/notesMasters/notesMaster1.xml" Id="Rb3533cc934ce43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9a2a0292904aa8" /><Relationship Type="http://schemas.openxmlformats.org/officeDocument/2006/relationships/notesMaster" Target="/ppt/notesMasters/notesMaster1.xml" Id="Rbfc024eb6d954b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56452d50484c5f" /><Relationship Type="http://schemas.openxmlformats.org/officeDocument/2006/relationships/notesMaster" Target="/ppt/notesMasters/notesMaster1.xml" Id="R3fdf01a6089d47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1fdcd7c56642f5" /><Relationship Type="http://schemas.openxmlformats.org/officeDocument/2006/relationships/notesMaster" Target="/ppt/notesMasters/notesMaster1.xml" Id="R8aa8bee9157f4e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来源：【动画版】500页创意图文排版PPT模板-深蓝版.pptx 第 365 页</a:t>
            </a:r>
            <a:endParaRPr/>
          </a:p>
          <a:p xmlns:a="http://schemas.openxmlformats.org/drawingml/2006/main">
            <a:r>
              <a:t>- 结构：parallel / radial-p365 / state=3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来源：【动画版】500页创意图文排版PPT模板-深蓝版.pptx 第 365 页</a:t>
            </a:r>
            <a:endParaRPr/>
          </a:p>
          <a:p xmlns:a="http://schemas.openxmlformats.org/drawingml/2006/main">
            <a:r>
              <a:t>- 结构：parallel / radial-p365 / state=4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来源：【动画版】500页创意图文排版PPT模板-深蓝版.pptx 第 365 页</a:t>
            </a:r>
            <a:endParaRPr/>
          </a:p>
          <a:p xmlns:a="http://schemas.openxmlformats.org/drawingml/2006/main">
            <a:r>
              <a:t>- 结构：parallel / radial-p365 / state=5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来源：【动画版】500页创意图文排版PPT模板-深蓝版.pptx 第 365 页</a:t>
            </a:r>
            <a:endParaRPr/>
          </a:p>
          <a:p xmlns:a="http://schemas.openxmlformats.org/drawingml/2006/main">
            <a:r>
              <a:t>- 结构：parallel / radial-p365 / state=6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来源：【动画版】500页创意图文排版PPT模板-深蓝版.pptx 第 365 页</a:t>
            </a:r>
            <a:endParaRPr/>
          </a:p>
          <a:p xmlns:a="http://schemas.openxmlformats.org/drawingml/2006/main">
            <a:r>
              <a:t>- 结构：parallel / radial-p365 / state=7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80cf8ca754ae4" /><Relationship Type="http://schemas.openxmlformats.org/officeDocument/2006/relationships/image" Target="/ppt/media/image.jpeg" Id="Rcab4b9d23c9943f7" /><Relationship Type="http://schemas.openxmlformats.org/officeDocument/2006/relationships/image" Target="/ppt/media/image.png" Id="R4876afb6978f4d01" /><Relationship Type="http://schemas.openxmlformats.org/officeDocument/2006/relationships/image" Target="/ppt/media/image2.png" Id="R4b0b7533797d4a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d6e08b5204c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bcc2b7558446b1" /><Relationship Type="http://schemas.openxmlformats.org/officeDocument/2006/relationships/image" Target="/ppt/media/image3.png" Id="R2be5a8a5bd9344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13caa9d8b424a" /><Relationship Type="http://schemas.openxmlformats.org/officeDocument/2006/relationships/image" Target="/ppt/media/image4.png" Id="R13dd072e6f9144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453bedb7245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dcdc87bb9452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f433d4d8c49c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e4e871f9648f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45f04f2c24fa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cec0807ce405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f5a058005401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e45a27bb424279" /><Relationship Type="http://schemas.openxmlformats.org/officeDocument/2006/relationships/image" Target="/ppt/media/image5.png" Id="R87b8726cecb24cf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0069245afc445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7f9ed33c7ce4d69" /><Relationship Type="http://schemas.openxmlformats.org/officeDocument/2006/relationships/image" Target="/ppt/media/image5.png" Id="R8035d30bfbc648a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f8ab565646d4610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4b9d23c9943f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6afb6978f4d01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b7533797d4a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45A0D165-D633-4D2E-B527-B73575B3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5a8a5bd9344ed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6F50BA8F-B4E6-41CE-8028-996192A4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3346D50-2F03-416B-B594-29FC30B7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5D0A142A-E589-4433-81BD-0896CC27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90E1776C-728D-4BAC-8C0C-503F9FC3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d072e6f914497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C14712D2-7BF6-4F77-B1D0-4922E3B9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628D909E-1648-481B-9F5E-12B4AEA0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408B56D-1F5E-4F3D-AC5D-21E6A5E834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A02E1AA-E240-4542-927B-113E9D4536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953703-8D3C-4608-B609-C45369A944B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568ED84-64C0-4CA4-9F78-80DF2C6F94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AE37472-FDBF-4D02-A488-AE9679E4488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8914527-489F-4CF2-907C-F0E8CB024A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7B802C0-EA1E-4331-9EF7-5912ABE641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3DF40BD-969C-4720-9E07-3BAD8A477B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A7D3904-29DB-414C-9B3C-DE05D8EFC4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3F6820A-9118-4B54-BC13-4B658E8108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310B409-DB32-4161-96EC-7A1458B78A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6496C17-13EF-4A10-B237-84B4027B34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0E8F057-0775-4589-AB58-A5AA4C16CD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5D9F232-0E94-404B-8C2A-6A78C0B5B6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B0282A1-CDF5-4C35-96B8-BB3B37D82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EABBF4-0B2F-42A5-863C-EA88D5FADD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4313BFA-893F-4EDD-BEDF-8710939055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C030C33-FDE3-4E09-B528-FD1EA1F69B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119CFD0-9A20-4F41-834F-B7A2E52238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C092988-7FFF-4CDE-B9C8-CACE4F6C40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EA190DC-2A4A-4A1A-B876-300CD9E999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281DE87-38FD-4F1E-8A63-D8F1E59C56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42213D17-07F0-4053-9672-734850FA6AF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6A120D9-9EF4-4657-BFCB-BB21AD095B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D48ABA9-1F1E-4186-9DD5-1E5693AFBA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C0B6384-5586-496F-A8CD-7C1D665B45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BA08347-674E-4585-B90C-4A393B2AA4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1DABAA1-6A7E-499A-A12F-0FC92B2331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06C7736-B091-4377-9DC6-DA02DA8A54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2771CE-0239-465D-ADDF-91265919AB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07336F4-D1B0-4BD9-9EA9-C3FFDB08A8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BBB36DF-D751-498C-9382-C7CAC69945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FB05EFE6-8E21-4ED5-94A8-7F76FE22A9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EEA131D-711B-46B3-8D88-B157DEFD37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44BABBD-AC39-4BF5-80E7-4B0CB64D58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6CF6443-CBBA-4533-8FC8-6D34C294D2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0189DDC-2448-4AAE-A058-790243223F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8726cecb24cf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A7A2CDFF-E4F6-4424-A2CB-97DAF843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092A546-EBBD-4905-845C-CE5D3636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18AFD99-6290-4EA5-969F-41D5558D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941FB436-92EF-4E27-94B9-5C6DE8C3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5d30bfbc648a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E151251-C151-467C-AA53-AC8D5A2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7865D9D-E94C-43F3-A127-A661B1A3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C4E19E07-CA0B-4DD5-888F-4BB27144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105D060-EFE5-4125-B824-1C6A54DE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5fa19ce78c44e0" /><Relationship Type="http://schemas.openxmlformats.org/officeDocument/2006/relationships/slideLayout" Target="/ppt/slideLayouts/slideLayout1.xml" Id="Rceca5502df2f42d6" /><Relationship Type="http://schemas.openxmlformats.org/officeDocument/2006/relationships/slideLayout" Target="/ppt/slideLayouts/slideLayout2.xml" Id="R65e3c6dd660442fc" /><Relationship Type="http://schemas.openxmlformats.org/officeDocument/2006/relationships/slideLayout" Target="/ppt/slideLayouts/slideLayout3.xml" Id="R31ef47be11e34706" /><Relationship Type="http://schemas.openxmlformats.org/officeDocument/2006/relationships/slideLayout" Target="/ppt/slideLayouts/slideLayout4.xml" Id="Rdb0555ca862843d8" /><Relationship Type="http://schemas.openxmlformats.org/officeDocument/2006/relationships/slideLayout" Target="/ppt/slideLayouts/slideLayout5.xml" Id="R615aefcce9df4ca3" /><Relationship Type="http://schemas.openxmlformats.org/officeDocument/2006/relationships/slideLayout" Target="/ppt/slideLayouts/slideLayout6.xml" Id="R468ff07ae3034bf4" /><Relationship Type="http://schemas.openxmlformats.org/officeDocument/2006/relationships/slideLayout" Target="/ppt/slideLayouts/slideLayout7.xml" Id="R8e87e715eec345b2" /><Relationship Type="http://schemas.openxmlformats.org/officeDocument/2006/relationships/slideLayout" Target="/ppt/slideLayouts/slideLayout8.xml" Id="R73c45cd9108f496e" /><Relationship Type="http://schemas.openxmlformats.org/officeDocument/2006/relationships/slideLayout" Target="/ppt/slideLayouts/slideLayout9.xml" Id="R9006417e71324baf" /><Relationship Type="http://schemas.openxmlformats.org/officeDocument/2006/relationships/slideLayout" Target="/ppt/slideLayouts/slideLayout10.xml" Id="R6de98810f4c0427b" /><Relationship Type="http://schemas.openxmlformats.org/officeDocument/2006/relationships/slideLayout" Target="/ppt/slideLayouts/slideLayout11.xml" Id="R3e0e1d6abd7d40c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24b9a5670224a2c" /><Relationship Type="http://schemas.openxmlformats.org/officeDocument/2006/relationships/slideLayout" Target="/ppt/slideLayouts/slideLayout12.xml" Id="R50c9b7bf2d4a48ed" /><Relationship Type="http://schemas.openxmlformats.org/officeDocument/2006/relationships/slideLayout" Target="/ppt/slideLayouts/slideLayout13.xml" Id="R669cfaeaeb7b4f5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22c5da95939240b5" /><Relationship Type="http://schemas.openxmlformats.org/officeDocument/2006/relationships/slideLayout" Target="/ppt/slideLayouts/slideLayout14.xml" Id="Rb316f6e342434e22" /><Relationship Type="http://schemas.openxmlformats.org/officeDocument/2006/relationships/slideLayout" Target="/ppt/slideLayouts/slideLayout15.xml" Id="Rdb23849f19384a2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53A95F2-D044-48D5-AA6B-B866DAA7F0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FE74F7F-0D5B-435B-AAF4-16CF0EE166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0EF7727-F573-4F91-9A02-3CDA79524F6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5C64D8-0D99-4059-A7C4-F1E0F7126F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664C8A6-DE02-446F-932C-4C769996E6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ca5502df2f42d6"/>
    <p:sldLayoutId xmlns:r="http://schemas.openxmlformats.org/officeDocument/2006/relationships" id="2147483650" r:id="R65e3c6dd660442fc"/>
    <p:sldLayoutId xmlns:r="http://schemas.openxmlformats.org/officeDocument/2006/relationships" id="2147483651" r:id="R31ef47be11e34706"/>
    <p:sldLayoutId xmlns:r="http://schemas.openxmlformats.org/officeDocument/2006/relationships" id="2147483652" r:id="Rdb0555ca862843d8"/>
    <p:sldLayoutId xmlns:r="http://schemas.openxmlformats.org/officeDocument/2006/relationships" id="2147483653" r:id="R615aefcce9df4ca3"/>
    <p:sldLayoutId xmlns:r="http://schemas.openxmlformats.org/officeDocument/2006/relationships" id="2147483654" r:id="R468ff07ae3034bf4"/>
    <p:sldLayoutId xmlns:r="http://schemas.openxmlformats.org/officeDocument/2006/relationships" id="2147483655" r:id="R8e87e715eec345b2"/>
    <p:sldLayoutId xmlns:r="http://schemas.openxmlformats.org/officeDocument/2006/relationships" id="2147483656" r:id="R73c45cd9108f496e"/>
    <p:sldLayoutId xmlns:r="http://schemas.openxmlformats.org/officeDocument/2006/relationships" id="2147483657" r:id="R9006417e71324baf"/>
    <p:sldLayoutId xmlns:r="http://schemas.openxmlformats.org/officeDocument/2006/relationships" id="2147483658" r:id="R6de98810f4c0427b"/>
    <p:sldLayoutId xmlns:r="http://schemas.openxmlformats.org/officeDocument/2006/relationships" id="2147483659" r:id="R3e0e1d6abd7d40c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557604F-4051-4A6B-8D4A-7F7EC1CC2B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0E67D26-5C3A-4F9F-B35F-51734D36AD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56AC1B-9413-45C6-9170-98DAEA36055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589769-3D1B-49D1-9EDB-746FB0E401F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8037438-2044-4B5C-A4B3-D0848B5CE29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0c9b7bf2d4a48ed"/>
    <p:sldLayoutId xmlns:r="http://schemas.openxmlformats.org/officeDocument/2006/relationships" id="2147483662" r:id="R669cfaeaeb7b4f52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824FC42-CD64-41B2-AC49-D63C8CEDE8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F2922F5-97C6-4753-B4B2-F422A2B5C4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D7597E7-C25D-40BF-8B13-E8E426C4A9E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2F496B-BC44-4989-943B-BDFA1817DA4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B67BCCC-40EA-4C79-9F2D-F2C8C0D7E8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b316f6e342434e22"/>
    <p:sldLayoutId xmlns:r="http://schemas.openxmlformats.org/officeDocument/2006/relationships" id="2147483665" r:id="Rdb23849f19384a24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ff84c4c25974049" /><Relationship Type="http://schemas.openxmlformats.org/officeDocument/2006/relationships/notesSlide" Target="/ppt/notesSlides/notesSlide1.xml" Id="R0ae07d2a55c64c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4e103dff7e494c" /><Relationship Type="http://schemas.openxmlformats.org/officeDocument/2006/relationships/notesSlide" Target="/ppt/notesSlides/notesSlide2.xml" Id="R05d3ca4e70b440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aba6724f7584f17" /><Relationship Type="http://schemas.openxmlformats.org/officeDocument/2006/relationships/notesSlide" Target="/ppt/notesSlides/notesSlide3.xml" Id="Rb2f938d43a7543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957b535d0cc4918" /><Relationship Type="http://schemas.openxmlformats.org/officeDocument/2006/relationships/notesSlide" Target="/ppt/notesSlides/notesSlide4.xml" Id="R475fa562d88749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c8817a46ef54531" /><Relationship Type="http://schemas.openxmlformats.org/officeDocument/2006/relationships/notesSlide" Target="/ppt/notesSlides/notesSlide5.xml" Id="R46739dcbc70042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科研平台的协同能力｜3 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结构能力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BFC56AB-39CC-4E46-BB7F-272BD920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dot-field">
            <a:extLst xmlns:a="http://schemas.openxmlformats.org/drawingml/2006/main">
              <a:ext uri="{FF2B5EF4-FFF2-40B4-BE49-F238E27FC236}">
                <a16:creationId xmlns:a16="http://schemas.microsoft.com/office/drawing/2014/main" id="{055ACB2A-9BE8-4FB2-84C4-415409D5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1821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ot-field">
            <a:extLst xmlns:a="http://schemas.openxmlformats.org/drawingml/2006/main">
              <a:ext uri="{FF2B5EF4-FFF2-40B4-BE49-F238E27FC236}">
                <a16:creationId xmlns:a16="http://schemas.microsoft.com/office/drawing/2014/main" id="{10FD2E0D-9107-4A0E-A503-DA14CF7B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1821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ot-field">
            <a:extLst xmlns:a="http://schemas.openxmlformats.org/drawingml/2006/main">
              <a:ext uri="{FF2B5EF4-FFF2-40B4-BE49-F238E27FC236}">
                <a16:creationId xmlns:a16="http://schemas.microsoft.com/office/drawing/2014/main" id="{945BCC3D-7F6B-4AD6-9B67-4FDCB89A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1821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ot-field">
            <a:extLst xmlns:a="http://schemas.openxmlformats.org/drawingml/2006/main">
              <a:ext uri="{FF2B5EF4-FFF2-40B4-BE49-F238E27FC236}">
                <a16:creationId xmlns:a16="http://schemas.microsoft.com/office/drawing/2014/main" id="{46550E68-4722-4201-B5A7-BB56FA9B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ot-field">
            <a:extLst xmlns:a="http://schemas.openxmlformats.org/drawingml/2006/main">
              <a:ext uri="{FF2B5EF4-FFF2-40B4-BE49-F238E27FC236}">
                <a16:creationId xmlns:a16="http://schemas.microsoft.com/office/drawing/2014/main" id="{BCDD760F-FA17-4477-B4FF-27486473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ot-field">
            <a:extLst xmlns:a="http://schemas.openxmlformats.org/drawingml/2006/main">
              <a:ext uri="{FF2B5EF4-FFF2-40B4-BE49-F238E27FC236}">
                <a16:creationId xmlns:a16="http://schemas.microsoft.com/office/drawing/2014/main" id="{0DFD36A5-BFA9-4BCA-8DD2-119F7DCD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ot-field">
            <a:extLst xmlns:a="http://schemas.openxmlformats.org/drawingml/2006/main">
              <a:ext uri="{FF2B5EF4-FFF2-40B4-BE49-F238E27FC236}">
                <a16:creationId xmlns:a16="http://schemas.microsoft.com/office/drawing/2014/main" id="{185D34DE-E196-4179-832E-AE85A142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ot-field">
            <a:extLst xmlns:a="http://schemas.openxmlformats.org/drawingml/2006/main">
              <a:ext uri="{FF2B5EF4-FFF2-40B4-BE49-F238E27FC236}">
                <a16:creationId xmlns:a16="http://schemas.microsoft.com/office/drawing/2014/main" id="{5022A581-C789-44F2-9663-AFA8B7AE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ot-field">
            <a:extLst xmlns:a="http://schemas.openxmlformats.org/drawingml/2006/main">
              <a:ext uri="{FF2B5EF4-FFF2-40B4-BE49-F238E27FC236}">
                <a16:creationId xmlns:a16="http://schemas.microsoft.com/office/drawing/2014/main" id="{4DB3E726-D2FD-452F-92CC-134A53B3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ot-field">
            <a:extLst xmlns:a="http://schemas.openxmlformats.org/drawingml/2006/main">
              <a:ext uri="{FF2B5EF4-FFF2-40B4-BE49-F238E27FC236}">
                <a16:creationId xmlns:a16="http://schemas.microsoft.com/office/drawing/2014/main" id="{682529A1-C59D-47CB-AB27-E2718F74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0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ot-field">
            <a:extLst xmlns:a="http://schemas.openxmlformats.org/drawingml/2006/main">
              <a:ext uri="{FF2B5EF4-FFF2-40B4-BE49-F238E27FC236}">
                <a16:creationId xmlns:a16="http://schemas.microsoft.com/office/drawing/2014/main" id="{BFBAF401-4002-4A8B-B4DD-4C696999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6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ot-field">
            <a:extLst xmlns:a="http://schemas.openxmlformats.org/drawingml/2006/main">
              <a:ext uri="{FF2B5EF4-FFF2-40B4-BE49-F238E27FC236}">
                <a16:creationId xmlns:a16="http://schemas.microsoft.com/office/drawing/2014/main" id="{62466BE2-1CD3-424E-977B-F48B8A60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ot-field">
            <a:extLst xmlns:a="http://schemas.openxmlformats.org/drawingml/2006/main">
              <a:ext uri="{FF2B5EF4-FFF2-40B4-BE49-F238E27FC236}">
                <a16:creationId xmlns:a16="http://schemas.microsoft.com/office/drawing/2014/main" id="{8BF8D0A6-CA60-47C8-B0AA-CDC378A5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ot-field">
            <a:extLst xmlns:a="http://schemas.openxmlformats.org/drawingml/2006/main">
              <a:ext uri="{FF2B5EF4-FFF2-40B4-BE49-F238E27FC236}">
                <a16:creationId xmlns:a16="http://schemas.microsoft.com/office/drawing/2014/main" id="{554D9648-0CA2-4AB1-A0CE-CE577ADD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ot-field">
            <a:extLst xmlns:a="http://schemas.openxmlformats.org/drawingml/2006/main">
              <a:ext uri="{FF2B5EF4-FFF2-40B4-BE49-F238E27FC236}">
                <a16:creationId xmlns:a16="http://schemas.microsoft.com/office/drawing/2014/main" id="{1780FCBA-8420-42FB-B8B8-772594D0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ot-field">
            <a:extLst xmlns:a="http://schemas.openxmlformats.org/drawingml/2006/main">
              <a:ext uri="{FF2B5EF4-FFF2-40B4-BE49-F238E27FC236}">
                <a16:creationId xmlns:a16="http://schemas.microsoft.com/office/drawing/2014/main" id="{2F761FEF-004A-438B-8CB3-58E9632E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ot-field">
            <a:extLst xmlns:a="http://schemas.openxmlformats.org/drawingml/2006/main">
              <a:ext uri="{FF2B5EF4-FFF2-40B4-BE49-F238E27FC236}">
                <a16:creationId xmlns:a16="http://schemas.microsoft.com/office/drawing/2014/main" id="{C1355A9B-155D-4EE6-AFA9-DA7ED119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ot-field">
            <a:extLst xmlns:a="http://schemas.openxmlformats.org/drawingml/2006/main">
              <a:ext uri="{FF2B5EF4-FFF2-40B4-BE49-F238E27FC236}">
                <a16:creationId xmlns:a16="http://schemas.microsoft.com/office/drawing/2014/main" id="{E9D24598-E926-4A47-AFC0-182FC03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ot-field">
            <a:extLst xmlns:a="http://schemas.openxmlformats.org/drawingml/2006/main">
              <a:ext uri="{FF2B5EF4-FFF2-40B4-BE49-F238E27FC236}">
                <a16:creationId xmlns:a16="http://schemas.microsoft.com/office/drawing/2014/main" id="{2306722D-0E6E-4EF9-8A95-D5367859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ot-field">
            <a:extLst xmlns:a="http://schemas.openxmlformats.org/drawingml/2006/main">
              <a:ext uri="{FF2B5EF4-FFF2-40B4-BE49-F238E27FC236}">
                <a16:creationId xmlns:a16="http://schemas.microsoft.com/office/drawing/2014/main" id="{C6836315-FB0C-4B53-85B4-F08C6F71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ot-field">
            <a:extLst xmlns:a="http://schemas.openxmlformats.org/drawingml/2006/main">
              <a:ext uri="{FF2B5EF4-FFF2-40B4-BE49-F238E27FC236}">
                <a16:creationId xmlns:a16="http://schemas.microsoft.com/office/drawing/2014/main" id="{928EB75B-682C-466B-B780-A1B6172A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ot-field">
            <a:extLst xmlns:a="http://schemas.openxmlformats.org/drawingml/2006/main">
              <a:ext uri="{FF2B5EF4-FFF2-40B4-BE49-F238E27FC236}">
                <a16:creationId xmlns:a16="http://schemas.microsoft.com/office/drawing/2014/main" id="{5BC6E670-B527-49D5-B759-18887B6C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ot-field">
            <a:extLst xmlns:a="http://schemas.openxmlformats.org/drawingml/2006/main">
              <a:ext uri="{FF2B5EF4-FFF2-40B4-BE49-F238E27FC236}">
                <a16:creationId xmlns:a16="http://schemas.microsoft.com/office/drawing/2014/main" id="{9220F8F8-6167-4F90-9EA5-56432E88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8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ot-field">
            <a:extLst xmlns:a="http://schemas.openxmlformats.org/drawingml/2006/main">
              <a:ext uri="{FF2B5EF4-FFF2-40B4-BE49-F238E27FC236}">
                <a16:creationId xmlns:a16="http://schemas.microsoft.com/office/drawing/2014/main" id="{501E32D4-8F3B-4F49-B32C-D1D05615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ot-field">
            <a:extLst xmlns:a="http://schemas.openxmlformats.org/drawingml/2006/main">
              <a:ext uri="{FF2B5EF4-FFF2-40B4-BE49-F238E27FC236}">
                <a16:creationId xmlns:a16="http://schemas.microsoft.com/office/drawing/2014/main" id="{CAB91D9A-DC27-405F-B7A5-449E7A2F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ot-field">
            <a:extLst xmlns:a="http://schemas.openxmlformats.org/drawingml/2006/main">
              <a:ext uri="{FF2B5EF4-FFF2-40B4-BE49-F238E27FC236}">
                <a16:creationId xmlns:a16="http://schemas.microsoft.com/office/drawing/2014/main" id="{23866AF5-A649-4597-BB89-5BC6A5D5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ot-field">
            <a:extLst xmlns:a="http://schemas.openxmlformats.org/drawingml/2006/main">
              <a:ext uri="{FF2B5EF4-FFF2-40B4-BE49-F238E27FC236}">
                <a16:creationId xmlns:a16="http://schemas.microsoft.com/office/drawing/2014/main" id="{8828DBFF-D2EE-4E72-A956-32B9984F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ot-field">
            <a:extLst xmlns:a="http://schemas.openxmlformats.org/drawingml/2006/main">
              <a:ext uri="{FF2B5EF4-FFF2-40B4-BE49-F238E27FC236}">
                <a16:creationId xmlns:a16="http://schemas.microsoft.com/office/drawing/2014/main" id="{C76212EC-B95D-4733-8BCF-25B5C263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ot-field">
            <a:extLst xmlns:a="http://schemas.openxmlformats.org/drawingml/2006/main">
              <a:ext uri="{FF2B5EF4-FFF2-40B4-BE49-F238E27FC236}">
                <a16:creationId xmlns:a16="http://schemas.microsoft.com/office/drawing/2014/main" id="{2CA04FBD-82DE-4915-9B4F-2DC0F38E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ot-field">
            <a:extLst xmlns:a="http://schemas.openxmlformats.org/drawingml/2006/main">
              <a:ext uri="{FF2B5EF4-FFF2-40B4-BE49-F238E27FC236}">
                <a16:creationId xmlns:a16="http://schemas.microsoft.com/office/drawing/2014/main" id="{690BF0C2-0C54-40EF-952F-ADB636AA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ot-field">
            <a:extLst xmlns:a="http://schemas.openxmlformats.org/drawingml/2006/main">
              <a:ext uri="{FF2B5EF4-FFF2-40B4-BE49-F238E27FC236}">
                <a16:creationId xmlns:a16="http://schemas.microsoft.com/office/drawing/2014/main" id="{BC2A02A8-2216-4001-A0E5-3F922F0F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ot-field">
            <a:extLst xmlns:a="http://schemas.openxmlformats.org/drawingml/2006/main">
              <a:ext uri="{FF2B5EF4-FFF2-40B4-BE49-F238E27FC236}">
                <a16:creationId xmlns:a16="http://schemas.microsoft.com/office/drawing/2014/main" id="{2E7193E2-1F43-4EC6-979C-A2FF5E25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ot-field">
            <a:extLst xmlns:a="http://schemas.openxmlformats.org/drawingml/2006/main">
              <a:ext uri="{FF2B5EF4-FFF2-40B4-BE49-F238E27FC236}">
                <a16:creationId xmlns:a16="http://schemas.microsoft.com/office/drawing/2014/main" id="{C6EA2E95-DDCF-453B-8A97-78236ABC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ot-field">
            <a:extLst xmlns:a="http://schemas.openxmlformats.org/drawingml/2006/main">
              <a:ext uri="{FF2B5EF4-FFF2-40B4-BE49-F238E27FC236}">
                <a16:creationId xmlns:a16="http://schemas.microsoft.com/office/drawing/2014/main" id="{6BF6570F-4FFE-43D1-A52D-C5B94E53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ot-field">
            <a:extLst xmlns:a="http://schemas.openxmlformats.org/drawingml/2006/main">
              <a:ext uri="{FF2B5EF4-FFF2-40B4-BE49-F238E27FC236}">
                <a16:creationId xmlns:a16="http://schemas.microsoft.com/office/drawing/2014/main" id="{54C0711D-DFC6-429F-BA6D-50FC31F3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8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ot-field">
            <a:extLst xmlns:a="http://schemas.openxmlformats.org/drawingml/2006/main">
              <a:ext uri="{FF2B5EF4-FFF2-40B4-BE49-F238E27FC236}">
                <a16:creationId xmlns:a16="http://schemas.microsoft.com/office/drawing/2014/main" id="{03E5955C-FE99-415E-8A23-E6E0D9C5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ot-field">
            <a:extLst xmlns:a="http://schemas.openxmlformats.org/drawingml/2006/main">
              <a:ext uri="{FF2B5EF4-FFF2-40B4-BE49-F238E27FC236}">
                <a16:creationId xmlns:a16="http://schemas.microsoft.com/office/drawing/2014/main" id="{CFC74AE2-B8B5-4938-8A0B-C0CC5389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ot-field">
            <a:extLst xmlns:a="http://schemas.openxmlformats.org/drawingml/2006/main">
              <a:ext uri="{FF2B5EF4-FFF2-40B4-BE49-F238E27FC236}">
                <a16:creationId xmlns:a16="http://schemas.microsoft.com/office/drawing/2014/main" id="{0EFC4524-EE55-412C-8635-696F4DFF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ot-field">
            <a:extLst xmlns:a="http://schemas.openxmlformats.org/drawingml/2006/main">
              <a:ext uri="{FF2B5EF4-FFF2-40B4-BE49-F238E27FC236}">
                <a16:creationId xmlns:a16="http://schemas.microsoft.com/office/drawing/2014/main" id="{4959E052-400A-4FF6-AA4A-231A1220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ot-field">
            <a:extLst xmlns:a="http://schemas.openxmlformats.org/drawingml/2006/main">
              <a:ext uri="{FF2B5EF4-FFF2-40B4-BE49-F238E27FC236}">
                <a16:creationId xmlns:a16="http://schemas.microsoft.com/office/drawing/2014/main" id="{CFA0E643-DE7F-46C5-9827-9AA0A7C5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ot-field">
            <a:extLst xmlns:a="http://schemas.openxmlformats.org/drawingml/2006/main">
              <a:ext uri="{FF2B5EF4-FFF2-40B4-BE49-F238E27FC236}">
                <a16:creationId xmlns:a16="http://schemas.microsoft.com/office/drawing/2014/main" id="{EFF2BFC9-A5FD-4659-B258-8F631729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ot-field">
            <a:extLst xmlns:a="http://schemas.openxmlformats.org/drawingml/2006/main">
              <a:ext uri="{FF2B5EF4-FFF2-40B4-BE49-F238E27FC236}">
                <a16:creationId xmlns:a16="http://schemas.microsoft.com/office/drawing/2014/main" id="{5A0A50DE-A988-4974-9D4A-B7838FA0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ot-field">
            <a:extLst xmlns:a="http://schemas.openxmlformats.org/drawingml/2006/main">
              <a:ext uri="{FF2B5EF4-FFF2-40B4-BE49-F238E27FC236}">
                <a16:creationId xmlns:a16="http://schemas.microsoft.com/office/drawing/2014/main" id="{4CF6F4FF-F9B2-41C3-9289-12949181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ot-field">
            <a:extLst xmlns:a="http://schemas.openxmlformats.org/drawingml/2006/main">
              <a:ext uri="{FF2B5EF4-FFF2-40B4-BE49-F238E27FC236}">
                <a16:creationId xmlns:a16="http://schemas.microsoft.com/office/drawing/2014/main" id="{1C4FD39E-5C0C-49C2-9DF6-8BA721E2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ot-field">
            <a:extLst xmlns:a="http://schemas.openxmlformats.org/drawingml/2006/main">
              <a:ext uri="{FF2B5EF4-FFF2-40B4-BE49-F238E27FC236}">
                <a16:creationId xmlns:a16="http://schemas.microsoft.com/office/drawing/2014/main" id="{1FF0658B-A08B-443E-ACEE-C942FAA5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ot-field">
            <a:extLst xmlns:a="http://schemas.openxmlformats.org/drawingml/2006/main">
              <a:ext uri="{FF2B5EF4-FFF2-40B4-BE49-F238E27FC236}">
                <a16:creationId xmlns:a16="http://schemas.microsoft.com/office/drawing/2014/main" id="{D6699F57-0235-4345-ACB8-D3B959B2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ot-field">
            <a:extLst xmlns:a="http://schemas.openxmlformats.org/drawingml/2006/main">
              <a:ext uri="{FF2B5EF4-FFF2-40B4-BE49-F238E27FC236}">
                <a16:creationId xmlns:a16="http://schemas.microsoft.com/office/drawing/2014/main" id="{29C3124B-4D97-4C57-9CE7-48D06362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ot-field">
            <a:extLst xmlns:a="http://schemas.openxmlformats.org/drawingml/2006/main">
              <a:ext uri="{FF2B5EF4-FFF2-40B4-BE49-F238E27FC236}">
                <a16:creationId xmlns:a16="http://schemas.microsoft.com/office/drawing/2014/main" id="{86178E1C-02BC-409D-816F-ECF61A18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ot-field">
            <a:extLst xmlns:a="http://schemas.openxmlformats.org/drawingml/2006/main">
              <a:ext uri="{FF2B5EF4-FFF2-40B4-BE49-F238E27FC236}">
                <a16:creationId xmlns:a16="http://schemas.microsoft.com/office/drawing/2014/main" id="{16D89C3F-2A9D-4929-81A0-061ACA14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dot-field">
            <a:extLst xmlns:a="http://schemas.openxmlformats.org/drawingml/2006/main">
              <a:ext uri="{FF2B5EF4-FFF2-40B4-BE49-F238E27FC236}">
                <a16:creationId xmlns:a16="http://schemas.microsoft.com/office/drawing/2014/main" id="{12343643-F142-40E3-80CA-9DDEAE97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ot-field">
            <a:extLst xmlns:a="http://schemas.openxmlformats.org/drawingml/2006/main">
              <a:ext uri="{FF2B5EF4-FFF2-40B4-BE49-F238E27FC236}">
                <a16:creationId xmlns:a16="http://schemas.microsoft.com/office/drawing/2014/main" id="{FFC2948B-68DA-40EA-9EE0-EAA1EAD4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ot-field">
            <a:extLst xmlns:a="http://schemas.openxmlformats.org/drawingml/2006/main">
              <a:ext uri="{FF2B5EF4-FFF2-40B4-BE49-F238E27FC236}">
                <a16:creationId xmlns:a16="http://schemas.microsoft.com/office/drawing/2014/main" id="{53C8C023-E108-47FA-A774-A9CAEAFA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ot-field">
            <a:extLst xmlns:a="http://schemas.openxmlformats.org/drawingml/2006/main">
              <a:ext uri="{FF2B5EF4-FFF2-40B4-BE49-F238E27FC236}">
                <a16:creationId xmlns:a16="http://schemas.microsoft.com/office/drawing/2014/main" id="{BA1AF8AF-8E54-4546-A13C-A65FF9A6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dot-field">
            <a:extLst xmlns:a="http://schemas.openxmlformats.org/drawingml/2006/main">
              <a:ext uri="{FF2B5EF4-FFF2-40B4-BE49-F238E27FC236}">
                <a16:creationId xmlns:a16="http://schemas.microsoft.com/office/drawing/2014/main" id="{FF0EF1CF-CE01-4208-A88A-3E340AC9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ot-field">
            <a:extLst xmlns:a="http://schemas.openxmlformats.org/drawingml/2006/main">
              <a:ext uri="{FF2B5EF4-FFF2-40B4-BE49-F238E27FC236}">
                <a16:creationId xmlns:a16="http://schemas.microsoft.com/office/drawing/2014/main" id="{97CFD041-FF9B-4527-A14B-C37D48CD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ot-field">
            <a:extLst xmlns:a="http://schemas.openxmlformats.org/drawingml/2006/main">
              <a:ext uri="{FF2B5EF4-FFF2-40B4-BE49-F238E27FC236}">
                <a16:creationId xmlns:a16="http://schemas.microsoft.com/office/drawing/2014/main" id="{E838A802-9423-47CE-B3A6-7B206534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ot-field">
            <a:extLst xmlns:a="http://schemas.openxmlformats.org/drawingml/2006/main">
              <a:ext uri="{FF2B5EF4-FFF2-40B4-BE49-F238E27FC236}">
                <a16:creationId xmlns:a16="http://schemas.microsoft.com/office/drawing/2014/main" id="{A873C4CD-1928-4019-B68F-094DFF51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dot-field">
            <a:extLst xmlns:a="http://schemas.openxmlformats.org/drawingml/2006/main">
              <a:ext uri="{FF2B5EF4-FFF2-40B4-BE49-F238E27FC236}">
                <a16:creationId xmlns:a16="http://schemas.microsoft.com/office/drawing/2014/main" id="{E22C24FB-AAE3-4C00-A997-A9F1FADB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ot-field">
            <a:extLst xmlns:a="http://schemas.openxmlformats.org/drawingml/2006/main">
              <a:ext uri="{FF2B5EF4-FFF2-40B4-BE49-F238E27FC236}">
                <a16:creationId xmlns:a16="http://schemas.microsoft.com/office/drawing/2014/main" id="{BAF6B0E9-88D6-40F6-B607-65D0640E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ot-field">
            <a:extLst xmlns:a="http://schemas.openxmlformats.org/drawingml/2006/main">
              <a:ext uri="{FF2B5EF4-FFF2-40B4-BE49-F238E27FC236}">
                <a16:creationId xmlns:a16="http://schemas.microsoft.com/office/drawing/2014/main" id="{5FD61499-AD54-4806-BD52-DB78F17F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ot-field">
            <a:extLst xmlns:a="http://schemas.openxmlformats.org/drawingml/2006/main">
              <a:ext uri="{FF2B5EF4-FFF2-40B4-BE49-F238E27FC236}">
                <a16:creationId xmlns:a16="http://schemas.microsoft.com/office/drawing/2014/main" id="{F3879A81-6F24-4513-A798-E2C1BF3A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ot-field">
            <a:extLst xmlns:a="http://schemas.openxmlformats.org/drawingml/2006/main">
              <a:ext uri="{FF2B5EF4-FFF2-40B4-BE49-F238E27FC236}">
                <a16:creationId xmlns:a16="http://schemas.microsoft.com/office/drawing/2014/main" id="{2AC84427-4766-4BAB-A271-FD820001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dot-field">
            <a:extLst xmlns:a="http://schemas.openxmlformats.org/drawingml/2006/main">
              <a:ext uri="{FF2B5EF4-FFF2-40B4-BE49-F238E27FC236}">
                <a16:creationId xmlns:a16="http://schemas.microsoft.com/office/drawing/2014/main" id="{F36A263A-5E31-4F1E-89C9-2FA29FDE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ot-field">
            <a:extLst xmlns:a="http://schemas.openxmlformats.org/drawingml/2006/main">
              <a:ext uri="{FF2B5EF4-FFF2-40B4-BE49-F238E27FC236}">
                <a16:creationId xmlns:a16="http://schemas.microsoft.com/office/drawing/2014/main" id="{4E25FCC5-2EE1-455A-92AE-C6A7FA21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dot-field">
            <a:extLst xmlns:a="http://schemas.openxmlformats.org/drawingml/2006/main">
              <a:ext uri="{FF2B5EF4-FFF2-40B4-BE49-F238E27FC236}">
                <a16:creationId xmlns:a16="http://schemas.microsoft.com/office/drawing/2014/main" id="{A5987E0A-8F0D-4749-9BFC-5D629D1C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dot-field">
            <a:extLst xmlns:a="http://schemas.openxmlformats.org/drawingml/2006/main">
              <a:ext uri="{FF2B5EF4-FFF2-40B4-BE49-F238E27FC236}">
                <a16:creationId xmlns:a16="http://schemas.microsoft.com/office/drawing/2014/main" id="{4116E26C-A1D3-44AE-BF93-4E29626D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dot-field">
            <a:extLst xmlns:a="http://schemas.openxmlformats.org/drawingml/2006/main">
              <a:ext uri="{FF2B5EF4-FFF2-40B4-BE49-F238E27FC236}">
                <a16:creationId xmlns:a16="http://schemas.microsoft.com/office/drawing/2014/main" id="{07E9A88A-F883-476B-AECD-C25829A8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dot-field">
            <a:extLst xmlns:a="http://schemas.openxmlformats.org/drawingml/2006/main">
              <a:ext uri="{FF2B5EF4-FFF2-40B4-BE49-F238E27FC236}">
                <a16:creationId xmlns:a16="http://schemas.microsoft.com/office/drawing/2014/main" id="{790D57EB-D85F-4CC7-9D75-A8E0089C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dot-field">
            <a:extLst xmlns:a="http://schemas.openxmlformats.org/drawingml/2006/main">
              <a:ext uri="{FF2B5EF4-FFF2-40B4-BE49-F238E27FC236}">
                <a16:creationId xmlns:a16="http://schemas.microsoft.com/office/drawing/2014/main" id="{F00083D1-79D1-472E-96AB-4D5A77E3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193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dot-field">
            <a:extLst xmlns:a="http://schemas.openxmlformats.org/drawingml/2006/main">
              <a:ext uri="{FF2B5EF4-FFF2-40B4-BE49-F238E27FC236}">
                <a16:creationId xmlns:a16="http://schemas.microsoft.com/office/drawing/2014/main" id="{A3C8A24B-26D6-4317-B828-C1A817A5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3193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dot-field">
            <a:extLst xmlns:a="http://schemas.openxmlformats.org/drawingml/2006/main">
              <a:ext uri="{FF2B5EF4-FFF2-40B4-BE49-F238E27FC236}">
                <a16:creationId xmlns:a16="http://schemas.microsoft.com/office/drawing/2014/main" id="{7F5ABCD6-34FA-4727-ACC7-C7A891C4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ot-field">
            <a:extLst xmlns:a="http://schemas.openxmlformats.org/drawingml/2006/main">
              <a:ext uri="{FF2B5EF4-FFF2-40B4-BE49-F238E27FC236}">
                <a16:creationId xmlns:a16="http://schemas.microsoft.com/office/drawing/2014/main" id="{4534BAAA-FCC3-487E-80F2-76A26E02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dot-field">
            <a:extLst xmlns:a="http://schemas.openxmlformats.org/drawingml/2006/main">
              <a:ext uri="{FF2B5EF4-FFF2-40B4-BE49-F238E27FC236}">
                <a16:creationId xmlns:a16="http://schemas.microsoft.com/office/drawing/2014/main" id="{D463B8C1-D068-44BE-B1F9-1D3205CC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dot-field">
            <a:extLst xmlns:a="http://schemas.openxmlformats.org/drawingml/2006/main">
              <a:ext uri="{FF2B5EF4-FFF2-40B4-BE49-F238E27FC236}">
                <a16:creationId xmlns:a16="http://schemas.microsoft.com/office/drawing/2014/main" id="{48909E57-9DF4-4F8A-A033-90476615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dot-field">
            <a:extLst xmlns:a="http://schemas.openxmlformats.org/drawingml/2006/main">
              <a:ext uri="{FF2B5EF4-FFF2-40B4-BE49-F238E27FC236}">
                <a16:creationId xmlns:a16="http://schemas.microsoft.com/office/drawing/2014/main" id="{E672A985-41D7-4832-B2F2-39B7A316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ot-field">
            <a:extLst xmlns:a="http://schemas.openxmlformats.org/drawingml/2006/main">
              <a:ext uri="{FF2B5EF4-FFF2-40B4-BE49-F238E27FC236}">
                <a16:creationId xmlns:a16="http://schemas.microsoft.com/office/drawing/2014/main" id="{F3547BBD-91E0-44FE-B181-BC830F24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ot-field">
            <a:extLst xmlns:a="http://schemas.openxmlformats.org/drawingml/2006/main">
              <a:ext uri="{FF2B5EF4-FFF2-40B4-BE49-F238E27FC236}">
                <a16:creationId xmlns:a16="http://schemas.microsoft.com/office/drawing/2014/main" id="{F092D08A-ACAB-417B-A6B6-4AB9E949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ot-field">
            <a:extLst xmlns:a="http://schemas.openxmlformats.org/drawingml/2006/main">
              <a:ext uri="{FF2B5EF4-FFF2-40B4-BE49-F238E27FC236}">
                <a16:creationId xmlns:a16="http://schemas.microsoft.com/office/drawing/2014/main" id="{45F84D05-8A4A-4729-98DA-CF2AB3AD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ot-field">
            <a:extLst xmlns:a="http://schemas.openxmlformats.org/drawingml/2006/main">
              <a:ext uri="{FF2B5EF4-FFF2-40B4-BE49-F238E27FC236}">
                <a16:creationId xmlns:a16="http://schemas.microsoft.com/office/drawing/2014/main" id="{E51D55B3-5876-4086-A16A-C6ADE37C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ot-field">
            <a:extLst xmlns:a="http://schemas.openxmlformats.org/drawingml/2006/main">
              <a:ext uri="{FF2B5EF4-FFF2-40B4-BE49-F238E27FC236}">
                <a16:creationId xmlns:a16="http://schemas.microsoft.com/office/drawing/2014/main" id="{0088CA06-C64E-49D5-AEBA-7A3CF775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193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dot-field">
            <a:extLst xmlns:a="http://schemas.openxmlformats.org/drawingml/2006/main">
              <a:ext uri="{FF2B5EF4-FFF2-40B4-BE49-F238E27FC236}">
                <a16:creationId xmlns:a16="http://schemas.microsoft.com/office/drawing/2014/main" id="{576C4AC2-3A99-4DB0-98CD-87CA5245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421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ot-field">
            <a:extLst xmlns:a="http://schemas.openxmlformats.org/drawingml/2006/main">
              <a:ext uri="{FF2B5EF4-FFF2-40B4-BE49-F238E27FC236}">
                <a16:creationId xmlns:a16="http://schemas.microsoft.com/office/drawing/2014/main" id="{EC228FC4-D1EA-4EC3-87D5-60019F6D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dot-field">
            <a:extLst xmlns:a="http://schemas.openxmlformats.org/drawingml/2006/main">
              <a:ext uri="{FF2B5EF4-FFF2-40B4-BE49-F238E27FC236}">
                <a16:creationId xmlns:a16="http://schemas.microsoft.com/office/drawing/2014/main" id="{8B6FB438-2A10-4E79-988B-915D94CF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ot-field">
            <a:extLst xmlns:a="http://schemas.openxmlformats.org/drawingml/2006/main">
              <a:ext uri="{FF2B5EF4-FFF2-40B4-BE49-F238E27FC236}">
                <a16:creationId xmlns:a16="http://schemas.microsoft.com/office/drawing/2014/main" id="{DA71DC12-6182-44E9-808F-1F7118F2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dot-field">
            <a:extLst xmlns:a="http://schemas.openxmlformats.org/drawingml/2006/main">
              <a:ext uri="{FF2B5EF4-FFF2-40B4-BE49-F238E27FC236}">
                <a16:creationId xmlns:a16="http://schemas.microsoft.com/office/drawing/2014/main" id="{A9134BD4-E0AF-44C4-8C33-42BD9832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ot-field">
            <a:extLst xmlns:a="http://schemas.openxmlformats.org/drawingml/2006/main">
              <a:ext uri="{FF2B5EF4-FFF2-40B4-BE49-F238E27FC236}">
                <a16:creationId xmlns:a16="http://schemas.microsoft.com/office/drawing/2014/main" id="{1D681A35-DE02-4B6E-97DE-2C40DF10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dot-field">
            <a:extLst xmlns:a="http://schemas.openxmlformats.org/drawingml/2006/main">
              <a:ext uri="{FF2B5EF4-FFF2-40B4-BE49-F238E27FC236}">
                <a16:creationId xmlns:a16="http://schemas.microsoft.com/office/drawing/2014/main" id="{1B87323B-5D94-4F7D-AED4-C632FB2A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ot-field">
            <a:extLst xmlns:a="http://schemas.openxmlformats.org/drawingml/2006/main">
              <a:ext uri="{FF2B5EF4-FFF2-40B4-BE49-F238E27FC236}">
                <a16:creationId xmlns:a16="http://schemas.microsoft.com/office/drawing/2014/main" id="{3ED65391-6DDD-4A7F-9087-61126997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dot-field">
            <a:extLst xmlns:a="http://schemas.openxmlformats.org/drawingml/2006/main">
              <a:ext uri="{FF2B5EF4-FFF2-40B4-BE49-F238E27FC236}">
                <a16:creationId xmlns:a16="http://schemas.microsoft.com/office/drawing/2014/main" id="{3EE88E50-6542-4F0D-B0BC-B8B87A20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ot-field">
            <a:extLst xmlns:a="http://schemas.openxmlformats.org/drawingml/2006/main">
              <a:ext uri="{FF2B5EF4-FFF2-40B4-BE49-F238E27FC236}">
                <a16:creationId xmlns:a16="http://schemas.microsoft.com/office/drawing/2014/main" id="{DB806BDC-BA1C-4574-A692-B68C4772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421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dot-field">
            <a:extLst xmlns:a="http://schemas.openxmlformats.org/drawingml/2006/main">
              <a:ext uri="{FF2B5EF4-FFF2-40B4-BE49-F238E27FC236}">
                <a16:creationId xmlns:a16="http://schemas.microsoft.com/office/drawing/2014/main" id="{34AAA612-179B-4854-9098-3C119DA3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3421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ot-field">
            <a:extLst xmlns:a="http://schemas.openxmlformats.org/drawingml/2006/main">
              <a:ext uri="{FF2B5EF4-FFF2-40B4-BE49-F238E27FC236}">
                <a16:creationId xmlns:a16="http://schemas.microsoft.com/office/drawing/2014/main" id="{C56812B6-4593-4030-93E2-23EC446D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ot-field">
            <a:extLst xmlns:a="http://schemas.openxmlformats.org/drawingml/2006/main">
              <a:ext uri="{FF2B5EF4-FFF2-40B4-BE49-F238E27FC236}">
                <a16:creationId xmlns:a16="http://schemas.microsoft.com/office/drawing/2014/main" id="{E1BEF70E-E1F5-434C-BE94-F7B3E6D5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ot-field">
            <a:extLst xmlns:a="http://schemas.openxmlformats.org/drawingml/2006/main">
              <a:ext uri="{FF2B5EF4-FFF2-40B4-BE49-F238E27FC236}">
                <a16:creationId xmlns:a16="http://schemas.microsoft.com/office/drawing/2014/main" id="{9B3DCB17-8973-4227-AD8F-63734B69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ot-field">
            <a:extLst xmlns:a="http://schemas.openxmlformats.org/drawingml/2006/main">
              <a:ext uri="{FF2B5EF4-FFF2-40B4-BE49-F238E27FC236}">
                <a16:creationId xmlns:a16="http://schemas.microsoft.com/office/drawing/2014/main" id="{32D22436-C62F-4A4C-A755-5B2E95DC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ot-field">
            <a:extLst xmlns:a="http://schemas.openxmlformats.org/drawingml/2006/main">
              <a:ext uri="{FF2B5EF4-FFF2-40B4-BE49-F238E27FC236}">
                <a16:creationId xmlns:a16="http://schemas.microsoft.com/office/drawing/2014/main" id="{2F700715-75EA-4198-BC26-64510115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dot-field">
            <a:extLst xmlns:a="http://schemas.openxmlformats.org/drawingml/2006/main">
              <a:ext uri="{FF2B5EF4-FFF2-40B4-BE49-F238E27FC236}">
                <a16:creationId xmlns:a16="http://schemas.microsoft.com/office/drawing/2014/main" id="{C0626AF5-89A8-4422-92C3-7C4A23F9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ot-field">
            <a:extLst xmlns:a="http://schemas.openxmlformats.org/drawingml/2006/main">
              <a:ext uri="{FF2B5EF4-FFF2-40B4-BE49-F238E27FC236}">
                <a16:creationId xmlns:a16="http://schemas.microsoft.com/office/drawing/2014/main" id="{B796820A-68AD-4D65-8D54-84163403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dot-field">
            <a:extLst xmlns:a="http://schemas.openxmlformats.org/drawingml/2006/main">
              <a:ext uri="{FF2B5EF4-FFF2-40B4-BE49-F238E27FC236}">
                <a16:creationId xmlns:a16="http://schemas.microsoft.com/office/drawing/2014/main" id="{5EEF58E2-1574-43A8-9624-3E92283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ot-field">
            <a:extLst xmlns:a="http://schemas.openxmlformats.org/drawingml/2006/main">
              <a:ext uri="{FF2B5EF4-FFF2-40B4-BE49-F238E27FC236}">
                <a16:creationId xmlns:a16="http://schemas.microsoft.com/office/drawing/2014/main" id="{754F3CF5-517F-4592-89BB-E04D486D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dot-field">
            <a:extLst xmlns:a="http://schemas.openxmlformats.org/drawingml/2006/main">
              <a:ext uri="{FF2B5EF4-FFF2-40B4-BE49-F238E27FC236}">
                <a16:creationId xmlns:a16="http://schemas.microsoft.com/office/drawing/2014/main" id="{DFFAF397-173D-4BC0-9E34-F9A25583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ot-field">
            <a:extLst xmlns:a="http://schemas.openxmlformats.org/drawingml/2006/main">
              <a:ext uri="{FF2B5EF4-FFF2-40B4-BE49-F238E27FC236}">
                <a16:creationId xmlns:a16="http://schemas.microsoft.com/office/drawing/2014/main" id="{9B74B428-6B15-4802-A871-52B84C5E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ot-field">
            <a:extLst xmlns:a="http://schemas.openxmlformats.org/drawingml/2006/main">
              <a:ext uri="{FF2B5EF4-FFF2-40B4-BE49-F238E27FC236}">
                <a16:creationId xmlns:a16="http://schemas.microsoft.com/office/drawing/2014/main" id="{F0C8E513-7C3A-4631-A4D3-4DC56DF5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ot-field">
            <a:extLst xmlns:a="http://schemas.openxmlformats.org/drawingml/2006/main">
              <a:ext uri="{FF2B5EF4-FFF2-40B4-BE49-F238E27FC236}">
                <a16:creationId xmlns:a16="http://schemas.microsoft.com/office/drawing/2014/main" id="{C6BE498D-B2D9-451A-9E51-DCEE6F51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dot-field">
            <a:extLst xmlns:a="http://schemas.openxmlformats.org/drawingml/2006/main">
              <a:ext uri="{FF2B5EF4-FFF2-40B4-BE49-F238E27FC236}">
                <a16:creationId xmlns:a16="http://schemas.microsoft.com/office/drawing/2014/main" id="{52104C98-7C41-432F-B5EC-B9F65DFF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ot-field">
            <a:extLst xmlns:a="http://schemas.openxmlformats.org/drawingml/2006/main">
              <a:ext uri="{FF2B5EF4-FFF2-40B4-BE49-F238E27FC236}">
                <a16:creationId xmlns:a16="http://schemas.microsoft.com/office/drawing/2014/main" id="{165532BD-9DB6-4DD5-8D57-8E3BE4C4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dot-field">
            <a:extLst xmlns:a="http://schemas.openxmlformats.org/drawingml/2006/main">
              <a:ext uri="{FF2B5EF4-FFF2-40B4-BE49-F238E27FC236}">
                <a16:creationId xmlns:a16="http://schemas.microsoft.com/office/drawing/2014/main" id="{5985E1A7-EBE5-4005-8D6D-D5A42D65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ot-field">
            <a:extLst xmlns:a="http://schemas.openxmlformats.org/drawingml/2006/main">
              <a:ext uri="{FF2B5EF4-FFF2-40B4-BE49-F238E27FC236}">
                <a16:creationId xmlns:a16="http://schemas.microsoft.com/office/drawing/2014/main" id="{8FDDB6B4-E0C7-4E03-9324-41E5816C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dot-field">
            <a:extLst xmlns:a="http://schemas.openxmlformats.org/drawingml/2006/main">
              <a:ext uri="{FF2B5EF4-FFF2-40B4-BE49-F238E27FC236}">
                <a16:creationId xmlns:a16="http://schemas.microsoft.com/office/drawing/2014/main" id="{F7ADD2A6-8ED2-4BB2-8015-0E0B6393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ot-field">
            <a:extLst xmlns:a="http://schemas.openxmlformats.org/drawingml/2006/main">
              <a:ext uri="{FF2B5EF4-FFF2-40B4-BE49-F238E27FC236}">
                <a16:creationId xmlns:a16="http://schemas.microsoft.com/office/drawing/2014/main" id="{5D018C16-6DED-4673-8F1B-1882BFE1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ot-field">
            <a:extLst xmlns:a="http://schemas.openxmlformats.org/drawingml/2006/main">
              <a:ext uri="{FF2B5EF4-FFF2-40B4-BE49-F238E27FC236}">
                <a16:creationId xmlns:a16="http://schemas.microsoft.com/office/drawing/2014/main" id="{5FC14F7B-8DD7-419C-9744-93777BA7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ot-field">
            <a:extLst xmlns:a="http://schemas.openxmlformats.org/drawingml/2006/main">
              <a:ext uri="{FF2B5EF4-FFF2-40B4-BE49-F238E27FC236}">
                <a16:creationId xmlns:a16="http://schemas.microsoft.com/office/drawing/2014/main" id="{38E36DCD-1E4E-4901-AFBA-AF331234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ot-field">
            <a:extLst xmlns:a="http://schemas.openxmlformats.org/drawingml/2006/main">
              <a:ext uri="{FF2B5EF4-FFF2-40B4-BE49-F238E27FC236}">
                <a16:creationId xmlns:a16="http://schemas.microsoft.com/office/drawing/2014/main" id="{22638B4D-2249-4DFF-BACD-70853FB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ot-field">
            <a:extLst xmlns:a="http://schemas.openxmlformats.org/drawingml/2006/main">
              <a:ext uri="{FF2B5EF4-FFF2-40B4-BE49-F238E27FC236}">
                <a16:creationId xmlns:a16="http://schemas.microsoft.com/office/drawing/2014/main" id="{824BE0E0-F3E1-4E64-AC80-44F9251C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ot-field">
            <a:extLst xmlns:a="http://schemas.openxmlformats.org/drawingml/2006/main">
              <a:ext uri="{FF2B5EF4-FFF2-40B4-BE49-F238E27FC236}">
                <a16:creationId xmlns:a16="http://schemas.microsoft.com/office/drawing/2014/main" id="{3865F9D6-DBC9-4F3C-A20F-4C0591D9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dot-field">
            <a:extLst xmlns:a="http://schemas.openxmlformats.org/drawingml/2006/main">
              <a:ext uri="{FF2B5EF4-FFF2-40B4-BE49-F238E27FC236}">
                <a16:creationId xmlns:a16="http://schemas.microsoft.com/office/drawing/2014/main" id="{012DBD26-C8DC-4CBA-A249-F4EDBB90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ot-field">
            <a:extLst xmlns:a="http://schemas.openxmlformats.org/drawingml/2006/main">
              <a:ext uri="{FF2B5EF4-FFF2-40B4-BE49-F238E27FC236}">
                <a16:creationId xmlns:a16="http://schemas.microsoft.com/office/drawing/2014/main" id="{E64AF0F5-400D-4E4F-B9BB-E79ABF0D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dot-field">
            <a:extLst xmlns:a="http://schemas.openxmlformats.org/drawingml/2006/main">
              <a:ext uri="{FF2B5EF4-FFF2-40B4-BE49-F238E27FC236}">
                <a16:creationId xmlns:a16="http://schemas.microsoft.com/office/drawing/2014/main" id="{DB39FA85-DE49-4FBF-B3D3-E6D0D323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ot-field">
            <a:extLst xmlns:a="http://schemas.openxmlformats.org/drawingml/2006/main">
              <a:ext uri="{FF2B5EF4-FFF2-40B4-BE49-F238E27FC236}">
                <a16:creationId xmlns:a16="http://schemas.microsoft.com/office/drawing/2014/main" id="{9849675E-1AF6-44FA-B769-35E82B5F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ot-field">
            <a:extLst xmlns:a="http://schemas.openxmlformats.org/drawingml/2006/main">
              <a:ext uri="{FF2B5EF4-FFF2-40B4-BE49-F238E27FC236}">
                <a16:creationId xmlns:a16="http://schemas.microsoft.com/office/drawing/2014/main" id="{8F02AC52-D8E5-459A-B4C0-933830E6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ot-field">
            <a:extLst xmlns:a="http://schemas.openxmlformats.org/drawingml/2006/main">
              <a:ext uri="{FF2B5EF4-FFF2-40B4-BE49-F238E27FC236}">
                <a16:creationId xmlns:a16="http://schemas.microsoft.com/office/drawing/2014/main" id="{44BFDD6C-5E8F-4FA3-B4D5-1CD58C1F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ot-field">
            <a:extLst xmlns:a="http://schemas.openxmlformats.org/drawingml/2006/main">
              <a:ext uri="{FF2B5EF4-FFF2-40B4-BE49-F238E27FC236}">
                <a16:creationId xmlns:a16="http://schemas.microsoft.com/office/drawing/2014/main" id="{78163D3D-839E-47FD-BEAE-7A1183E3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ot-field">
            <a:extLst xmlns:a="http://schemas.openxmlformats.org/drawingml/2006/main">
              <a:ext uri="{FF2B5EF4-FFF2-40B4-BE49-F238E27FC236}">
                <a16:creationId xmlns:a16="http://schemas.microsoft.com/office/drawing/2014/main" id="{9A665438-5C45-402C-8160-E52CFDF2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ot-field">
            <a:extLst xmlns:a="http://schemas.openxmlformats.org/drawingml/2006/main">
              <a:ext uri="{FF2B5EF4-FFF2-40B4-BE49-F238E27FC236}">
                <a16:creationId xmlns:a16="http://schemas.microsoft.com/office/drawing/2014/main" id="{EFA93BF4-F61E-4A7C-8E27-CFD58B80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ot-field">
            <a:extLst xmlns:a="http://schemas.openxmlformats.org/drawingml/2006/main">
              <a:ext uri="{FF2B5EF4-FFF2-40B4-BE49-F238E27FC236}">
                <a16:creationId xmlns:a16="http://schemas.microsoft.com/office/drawing/2014/main" id="{1E54AF9D-7007-41D6-9DE2-0CB1C684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ot-field">
            <a:extLst xmlns:a="http://schemas.openxmlformats.org/drawingml/2006/main">
              <a:ext uri="{FF2B5EF4-FFF2-40B4-BE49-F238E27FC236}">
                <a16:creationId xmlns:a16="http://schemas.microsoft.com/office/drawing/2014/main" id="{F33E5F8D-0F02-473C-8C7F-8A49ADD2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ot-field">
            <a:extLst xmlns:a="http://schemas.openxmlformats.org/drawingml/2006/main">
              <a:ext uri="{FF2B5EF4-FFF2-40B4-BE49-F238E27FC236}">
                <a16:creationId xmlns:a16="http://schemas.microsoft.com/office/drawing/2014/main" id="{A25114BF-56C2-48F3-9166-447C6495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ot-field">
            <a:extLst xmlns:a="http://schemas.openxmlformats.org/drawingml/2006/main">
              <a:ext uri="{FF2B5EF4-FFF2-40B4-BE49-F238E27FC236}">
                <a16:creationId xmlns:a16="http://schemas.microsoft.com/office/drawing/2014/main" id="{B05078EA-232E-4677-B41A-A7C832D1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336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ot-field">
            <a:extLst xmlns:a="http://schemas.openxmlformats.org/drawingml/2006/main">
              <a:ext uri="{FF2B5EF4-FFF2-40B4-BE49-F238E27FC236}">
                <a16:creationId xmlns:a16="http://schemas.microsoft.com/office/drawing/2014/main" id="{88BCD68C-9348-4CAC-8BB8-0C5F8795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dot-field">
            <a:extLst xmlns:a="http://schemas.openxmlformats.org/drawingml/2006/main">
              <a:ext uri="{FF2B5EF4-FFF2-40B4-BE49-F238E27FC236}">
                <a16:creationId xmlns:a16="http://schemas.microsoft.com/office/drawing/2014/main" id="{7E641525-23C7-49BF-BFB9-FE692F19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ot-field">
            <a:extLst xmlns:a="http://schemas.openxmlformats.org/drawingml/2006/main">
              <a:ext uri="{FF2B5EF4-FFF2-40B4-BE49-F238E27FC236}">
                <a16:creationId xmlns:a16="http://schemas.microsoft.com/office/drawing/2014/main" id="{08F81677-5550-4564-9634-5F3528B9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dot-field">
            <a:extLst xmlns:a="http://schemas.openxmlformats.org/drawingml/2006/main">
              <a:ext uri="{FF2B5EF4-FFF2-40B4-BE49-F238E27FC236}">
                <a16:creationId xmlns:a16="http://schemas.microsoft.com/office/drawing/2014/main" id="{8DEAD1B0-8CCF-4B07-AB48-35B6CCEA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dot-field">
            <a:extLst xmlns:a="http://schemas.openxmlformats.org/drawingml/2006/main">
              <a:ext uri="{FF2B5EF4-FFF2-40B4-BE49-F238E27FC236}">
                <a16:creationId xmlns:a16="http://schemas.microsoft.com/office/drawing/2014/main" id="{6E2A247F-1E80-4FCC-954C-75F2246A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dot-field">
            <a:extLst xmlns:a="http://schemas.openxmlformats.org/drawingml/2006/main">
              <a:ext uri="{FF2B5EF4-FFF2-40B4-BE49-F238E27FC236}">
                <a16:creationId xmlns:a16="http://schemas.microsoft.com/office/drawing/2014/main" id="{08B9045F-5FEA-4114-BC3F-D5CE42A6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dot-field">
            <a:extLst xmlns:a="http://schemas.openxmlformats.org/drawingml/2006/main">
              <a:ext uri="{FF2B5EF4-FFF2-40B4-BE49-F238E27FC236}">
                <a16:creationId xmlns:a16="http://schemas.microsoft.com/office/drawing/2014/main" id="{0FA386D9-AC00-481F-B3D8-DD7B3696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ot-field">
            <a:extLst xmlns:a="http://schemas.openxmlformats.org/drawingml/2006/main">
              <a:ext uri="{FF2B5EF4-FFF2-40B4-BE49-F238E27FC236}">
                <a16:creationId xmlns:a16="http://schemas.microsoft.com/office/drawing/2014/main" id="{D4CA2E44-93C8-4912-BDE7-2829FA7D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dot-field">
            <a:extLst xmlns:a="http://schemas.openxmlformats.org/drawingml/2006/main">
              <a:ext uri="{FF2B5EF4-FFF2-40B4-BE49-F238E27FC236}">
                <a16:creationId xmlns:a16="http://schemas.microsoft.com/office/drawing/2014/main" id="{389CA7D8-AC19-4520-85F9-083D9A2A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336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dot-field">
            <a:extLst xmlns:a="http://schemas.openxmlformats.org/drawingml/2006/main">
              <a:ext uri="{FF2B5EF4-FFF2-40B4-BE49-F238E27FC236}">
                <a16:creationId xmlns:a16="http://schemas.microsoft.com/office/drawing/2014/main" id="{12BAE160-8A77-49D3-88E5-F4E6C684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4336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dot-field">
            <a:extLst xmlns:a="http://schemas.openxmlformats.org/drawingml/2006/main">
              <a:ext uri="{FF2B5EF4-FFF2-40B4-BE49-F238E27FC236}">
                <a16:creationId xmlns:a16="http://schemas.microsoft.com/office/drawing/2014/main" id="{07BAF3D9-56DF-4BDC-BCC2-86F1D8E8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564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dot-field">
            <a:extLst xmlns:a="http://schemas.openxmlformats.org/drawingml/2006/main">
              <a:ext uri="{FF2B5EF4-FFF2-40B4-BE49-F238E27FC236}">
                <a16:creationId xmlns:a16="http://schemas.microsoft.com/office/drawing/2014/main" id="{FFD4DEBD-783D-476C-ADCA-1ED03083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dot-field">
            <a:extLst xmlns:a="http://schemas.openxmlformats.org/drawingml/2006/main">
              <a:ext uri="{FF2B5EF4-FFF2-40B4-BE49-F238E27FC236}">
                <a16:creationId xmlns:a16="http://schemas.microsoft.com/office/drawing/2014/main" id="{902AC8CE-F10D-4B7C-AAE3-82A236D7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dot-field">
            <a:extLst xmlns:a="http://schemas.openxmlformats.org/drawingml/2006/main">
              <a:ext uri="{FF2B5EF4-FFF2-40B4-BE49-F238E27FC236}">
                <a16:creationId xmlns:a16="http://schemas.microsoft.com/office/drawing/2014/main" id="{180814F1-421E-4CCF-BD21-BCCF8303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dot-field">
            <a:extLst xmlns:a="http://schemas.openxmlformats.org/drawingml/2006/main">
              <a:ext uri="{FF2B5EF4-FFF2-40B4-BE49-F238E27FC236}">
                <a16:creationId xmlns:a16="http://schemas.microsoft.com/office/drawing/2014/main" id="{A9F50272-6BBE-43A4-A121-E7AD2437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dot-field">
            <a:extLst xmlns:a="http://schemas.openxmlformats.org/drawingml/2006/main">
              <a:ext uri="{FF2B5EF4-FFF2-40B4-BE49-F238E27FC236}">
                <a16:creationId xmlns:a16="http://schemas.microsoft.com/office/drawing/2014/main" id="{D4F2B20C-E2CB-421D-AC54-A856DFDB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ot-field">
            <a:extLst xmlns:a="http://schemas.openxmlformats.org/drawingml/2006/main">
              <a:ext uri="{FF2B5EF4-FFF2-40B4-BE49-F238E27FC236}">
                <a16:creationId xmlns:a16="http://schemas.microsoft.com/office/drawing/2014/main" id="{06C7930F-169F-4340-AFBF-026D73E1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dot-field">
            <a:extLst xmlns:a="http://schemas.openxmlformats.org/drawingml/2006/main">
              <a:ext uri="{FF2B5EF4-FFF2-40B4-BE49-F238E27FC236}">
                <a16:creationId xmlns:a16="http://schemas.microsoft.com/office/drawing/2014/main" id="{6A2D4457-EA5E-4F13-9CD0-5EFAD8CE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dot-field">
            <a:extLst xmlns:a="http://schemas.openxmlformats.org/drawingml/2006/main">
              <a:ext uri="{FF2B5EF4-FFF2-40B4-BE49-F238E27FC236}">
                <a16:creationId xmlns:a16="http://schemas.microsoft.com/office/drawing/2014/main" id="{2D427C12-AE7B-45C0-825A-0C3A8475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ot-field">
            <a:extLst xmlns:a="http://schemas.openxmlformats.org/drawingml/2006/main">
              <a:ext uri="{FF2B5EF4-FFF2-40B4-BE49-F238E27FC236}">
                <a16:creationId xmlns:a16="http://schemas.microsoft.com/office/drawing/2014/main" id="{B5745775-60FD-43B4-9016-272105FE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dot-field">
            <a:extLst xmlns:a="http://schemas.openxmlformats.org/drawingml/2006/main">
              <a:ext uri="{FF2B5EF4-FFF2-40B4-BE49-F238E27FC236}">
                <a16:creationId xmlns:a16="http://schemas.microsoft.com/office/drawing/2014/main" id="{D6A9DDD5-88F3-4E54-975B-6EF64A00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dot-field">
            <a:extLst xmlns:a="http://schemas.openxmlformats.org/drawingml/2006/main">
              <a:ext uri="{FF2B5EF4-FFF2-40B4-BE49-F238E27FC236}">
                <a16:creationId xmlns:a16="http://schemas.microsoft.com/office/drawing/2014/main" id="{D9720750-EDE8-4CFB-8709-E89EC652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564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dot-field">
            <a:extLst xmlns:a="http://schemas.openxmlformats.org/drawingml/2006/main">
              <a:ext uri="{FF2B5EF4-FFF2-40B4-BE49-F238E27FC236}">
                <a16:creationId xmlns:a16="http://schemas.microsoft.com/office/drawing/2014/main" id="{790B008B-D04E-4CF0-8268-4F2BDC5B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ot-field">
            <a:extLst xmlns:a="http://schemas.openxmlformats.org/drawingml/2006/main">
              <a:ext uri="{FF2B5EF4-FFF2-40B4-BE49-F238E27FC236}">
                <a16:creationId xmlns:a16="http://schemas.microsoft.com/office/drawing/2014/main" id="{810455E9-9755-4E04-AFF9-FEA261EB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dot-field">
            <a:extLst xmlns:a="http://schemas.openxmlformats.org/drawingml/2006/main">
              <a:ext uri="{FF2B5EF4-FFF2-40B4-BE49-F238E27FC236}">
                <a16:creationId xmlns:a16="http://schemas.microsoft.com/office/drawing/2014/main" id="{47C501E7-814B-4F2E-A162-F4B6A30D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dot-field">
            <a:extLst xmlns:a="http://schemas.openxmlformats.org/drawingml/2006/main">
              <a:ext uri="{FF2B5EF4-FFF2-40B4-BE49-F238E27FC236}">
                <a16:creationId xmlns:a16="http://schemas.microsoft.com/office/drawing/2014/main" id="{969634A3-BA88-48C8-9906-F626AC65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dot-field">
            <a:extLst xmlns:a="http://schemas.openxmlformats.org/drawingml/2006/main">
              <a:ext uri="{FF2B5EF4-FFF2-40B4-BE49-F238E27FC236}">
                <a16:creationId xmlns:a16="http://schemas.microsoft.com/office/drawing/2014/main" id="{5C871EBF-0E53-4DCA-AB9B-3AF754BA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dot-field">
            <a:extLst xmlns:a="http://schemas.openxmlformats.org/drawingml/2006/main">
              <a:ext uri="{FF2B5EF4-FFF2-40B4-BE49-F238E27FC236}">
                <a16:creationId xmlns:a16="http://schemas.microsoft.com/office/drawing/2014/main" id="{C8962BFD-4F4F-4C10-92A0-7AEA105E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dot-field">
            <a:extLst xmlns:a="http://schemas.openxmlformats.org/drawingml/2006/main">
              <a:ext uri="{FF2B5EF4-FFF2-40B4-BE49-F238E27FC236}">
                <a16:creationId xmlns:a16="http://schemas.microsoft.com/office/drawing/2014/main" id="{524D7501-9E47-41D0-9C80-A7E74651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dot-field">
            <a:extLst xmlns:a="http://schemas.openxmlformats.org/drawingml/2006/main">
              <a:ext uri="{FF2B5EF4-FFF2-40B4-BE49-F238E27FC236}">
                <a16:creationId xmlns:a16="http://schemas.microsoft.com/office/drawing/2014/main" id="{EF1EE49F-8B7C-4822-AA3B-ADFEAFC4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dot-field">
            <a:extLst xmlns:a="http://schemas.openxmlformats.org/drawingml/2006/main">
              <a:ext uri="{FF2B5EF4-FFF2-40B4-BE49-F238E27FC236}">
                <a16:creationId xmlns:a16="http://schemas.microsoft.com/office/drawing/2014/main" id="{624EF10B-1A51-4FCB-8945-47EA6C8B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dot-field">
            <a:extLst xmlns:a="http://schemas.openxmlformats.org/drawingml/2006/main">
              <a:ext uri="{FF2B5EF4-FFF2-40B4-BE49-F238E27FC236}">
                <a16:creationId xmlns:a16="http://schemas.microsoft.com/office/drawing/2014/main" id="{6DFDA680-916A-4A57-A1B2-3484A62B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dot-field">
            <a:extLst xmlns:a="http://schemas.openxmlformats.org/drawingml/2006/main">
              <a:ext uri="{FF2B5EF4-FFF2-40B4-BE49-F238E27FC236}">
                <a16:creationId xmlns:a16="http://schemas.microsoft.com/office/drawing/2014/main" id="{83EF582E-6F0F-4D12-9CE2-B5977623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dot-field">
            <a:extLst xmlns:a="http://schemas.openxmlformats.org/drawingml/2006/main">
              <a:ext uri="{FF2B5EF4-FFF2-40B4-BE49-F238E27FC236}">
                <a16:creationId xmlns:a16="http://schemas.microsoft.com/office/drawing/2014/main" id="{0667DC29-0A50-4B2F-8FDC-610BD5E0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dot-field">
            <a:extLst xmlns:a="http://schemas.openxmlformats.org/drawingml/2006/main">
              <a:ext uri="{FF2B5EF4-FFF2-40B4-BE49-F238E27FC236}">
                <a16:creationId xmlns:a16="http://schemas.microsoft.com/office/drawing/2014/main" id="{52816416-3487-44E1-8C34-F9347FFA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dot-field">
            <a:extLst xmlns:a="http://schemas.openxmlformats.org/drawingml/2006/main">
              <a:ext uri="{FF2B5EF4-FFF2-40B4-BE49-F238E27FC236}">
                <a16:creationId xmlns:a16="http://schemas.microsoft.com/office/drawing/2014/main" id="{8D6F795F-8145-4C38-ACCB-34AE5B9E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dot-field">
            <a:extLst xmlns:a="http://schemas.openxmlformats.org/drawingml/2006/main">
              <a:ext uri="{FF2B5EF4-FFF2-40B4-BE49-F238E27FC236}">
                <a16:creationId xmlns:a16="http://schemas.microsoft.com/office/drawing/2014/main" id="{C0539C3E-9090-4B9B-80F3-F683F1FA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dot-field">
            <a:extLst xmlns:a="http://schemas.openxmlformats.org/drawingml/2006/main">
              <a:ext uri="{FF2B5EF4-FFF2-40B4-BE49-F238E27FC236}">
                <a16:creationId xmlns:a16="http://schemas.microsoft.com/office/drawing/2014/main" id="{4E2C4761-9997-487B-B7A7-D29D4523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dot-field">
            <a:extLst xmlns:a="http://schemas.openxmlformats.org/drawingml/2006/main">
              <a:ext uri="{FF2B5EF4-FFF2-40B4-BE49-F238E27FC236}">
                <a16:creationId xmlns:a16="http://schemas.microsoft.com/office/drawing/2014/main" id="{6B0FAF8F-FAF0-4AED-9628-BCAAB7FD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dot-field">
            <a:extLst xmlns:a="http://schemas.openxmlformats.org/drawingml/2006/main">
              <a:ext uri="{FF2B5EF4-FFF2-40B4-BE49-F238E27FC236}">
                <a16:creationId xmlns:a16="http://schemas.microsoft.com/office/drawing/2014/main" id="{90FB770C-A5C3-4CEC-ABE5-384E7260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502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dot-field">
            <a:extLst xmlns:a="http://schemas.openxmlformats.org/drawingml/2006/main">
              <a:ext uri="{FF2B5EF4-FFF2-40B4-BE49-F238E27FC236}">
                <a16:creationId xmlns:a16="http://schemas.microsoft.com/office/drawing/2014/main" id="{615DAA8C-990E-445A-897B-75DC71D3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502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dot-field">
            <a:extLst xmlns:a="http://schemas.openxmlformats.org/drawingml/2006/main">
              <a:ext uri="{FF2B5EF4-FFF2-40B4-BE49-F238E27FC236}">
                <a16:creationId xmlns:a16="http://schemas.microsoft.com/office/drawing/2014/main" id="{B7559387-C507-4C99-870C-E4E49F72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dot-field">
            <a:extLst xmlns:a="http://schemas.openxmlformats.org/drawingml/2006/main">
              <a:ext uri="{FF2B5EF4-FFF2-40B4-BE49-F238E27FC236}">
                <a16:creationId xmlns:a16="http://schemas.microsoft.com/office/drawing/2014/main" id="{05BD246A-53E4-47C8-8DE2-7D8C4DF3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dot-field">
            <a:extLst xmlns:a="http://schemas.openxmlformats.org/drawingml/2006/main">
              <a:ext uri="{FF2B5EF4-FFF2-40B4-BE49-F238E27FC236}">
                <a16:creationId xmlns:a16="http://schemas.microsoft.com/office/drawing/2014/main" id="{C79D62D2-D114-4D32-B524-F4679EAA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dot-field">
            <a:extLst xmlns:a="http://schemas.openxmlformats.org/drawingml/2006/main">
              <a:ext uri="{FF2B5EF4-FFF2-40B4-BE49-F238E27FC236}">
                <a16:creationId xmlns:a16="http://schemas.microsoft.com/office/drawing/2014/main" id="{D3D89DAF-4BD8-45C1-8B0F-46E417DE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dot-field">
            <a:extLst xmlns:a="http://schemas.openxmlformats.org/drawingml/2006/main">
              <a:ext uri="{FF2B5EF4-FFF2-40B4-BE49-F238E27FC236}">
                <a16:creationId xmlns:a16="http://schemas.microsoft.com/office/drawing/2014/main" id="{0B04FC04-DDBE-4271-BC0C-530C70F4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dot-field">
            <a:extLst xmlns:a="http://schemas.openxmlformats.org/drawingml/2006/main">
              <a:ext uri="{FF2B5EF4-FFF2-40B4-BE49-F238E27FC236}">
                <a16:creationId xmlns:a16="http://schemas.microsoft.com/office/drawing/2014/main" id="{52F9B7C5-564A-4CB9-A805-81D15C6F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dot-field">
            <a:extLst xmlns:a="http://schemas.openxmlformats.org/drawingml/2006/main">
              <a:ext uri="{FF2B5EF4-FFF2-40B4-BE49-F238E27FC236}">
                <a16:creationId xmlns:a16="http://schemas.microsoft.com/office/drawing/2014/main" id="{99D65B24-2173-4C84-8616-037BA5CD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dot-field">
            <a:extLst xmlns:a="http://schemas.openxmlformats.org/drawingml/2006/main">
              <a:ext uri="{FF2B5EF4-FFF2-40B4-BE49-F238E27FC236}">
                <a16:creationId xmlns:a16="http://schemas.microsoft.com/office/drawing/2014/main" id="{DFAEE1B4-ED01-4C67-853E-5BE2BB05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dot-field">
            <a:extLst xmlns:a="http://schemas.openxmlformats.org/drawingml/2006/main">
              <a:ext uri="{FF2B5EF4-FFF2-40B4-BE49-F238E27FC236}">
                <a16:creationId xmlns:a16="http://schemas.microsoft.com/office/drawing/2014/main" id="{D6CB36F2-B5CA-4555-A4B5-299FCD60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dot-field">
            <a:extLst xmlns:a="http://schemas.openxmlformats.org/drawingml/2006/main">
              <a:ext uri="{FF2B5EF4-FFF2-40B4-BE49-F238E27FC236}">
                <a16:creationId xmlns:a16="http://schemas.microsoft.com/office/drawing/2014/main" id="{69A0480E-88E3-4B8E-ABEE-FEEF9E73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ot-field">
            <a:extLst xmlns:a="http://schemas.openxmlformats.org/drawingml/2006/main">
              <a:ext uri="{FF2B5EF4-FFF2-40B4-BE49-F238E27FC236}">
                <a16:creationId xmlns:a16="http://schemas.microsoft.com/office/drawing/2014/main" id="{D2787972-E8A7-4ABE-A317-AFEC4953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dot-field">
            <a:extLst xmlns:a="http://schemas.openxmlformats.org/drawingml/2006/main">
              <a:ext uri="{FF2B5EF4-FFF2-40B4-BE49-F238E27FC236}">
                <a16:creationId xmlns:a16="http://schemas.microsoft.com/office/drawing/2014/main" id="{0150332B-810C-4A14-ADCB-598222BF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ot-field">
            <a:extLst xmlns:a="http://schemas.openxmlformats.org/drawingml/2006/main">
              <a:ext uri="{FF2B5EF4-FFF2-40B4-BE49-F238E27FC236}">
                <a16:creationId xmlns:a16="http://schemas.microsoft.com/office/drawing/2014/main" id="{C366D4ED-26E6-466B-8E49-FDD7F19A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502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dot-field">
            <a:extLst xmlns:a="http://schemas.openxmlformats.org/drawingml/2006/main">
              <a:ext uri="{FF2B5EF4-FFF2-40B4-BE49-F238E27FC236}">
                <a16:creationId xmlns:a16="http://schemas.microsoft.com/office/drawing/2014/main" id="{7B674219-2833-4201-A451-D8E8D319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ot-field">
            <a:extLst xmlns:a="http://schemas.openxmlformats.org/drawingml/2006/main">
              <a:ext uri="{FF2B5EF4-FFF2-40B4-BE49-F238E27FC236}">
                <a16:creationId xmlns:a16="http://schemas.microsoft.com/office/drawing/2014/main" id="{E863B31B-C2D2-426F-9B14-706C6B84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dot-field">
            <a:extLst xmlns:a="http://schemas.openxmlformats.org/drawingml/2006/main">
              <a:ext uri="{FF2B5EF4-FFF2-40B4-BE49-F238E27FC236}">
                <a16:creationId xmlns:a16="http://schemas.microsoft.com/office/drawing/2014/main" id="{EB4B6D65-93F1-4737-86A1-8842E104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ot-field">
            <a:extLst xmlns:a="http://schemas.openxmlformats.org/drawingml/2006/main">
              <a:ext uri="{FF2B5EF4-FFF2-40B4-BE49-F238E27FC236}">
                <a16:creationId xmlns:a16="http://schemas.microsoft.com/office/drawing/2014/main" id="{08D3A457-C4F9-45DD-937C-A0CBDD68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dot-field">
            <a:extLst xmlns:a="http://schemas.openxmlformats.org/drawingml/2006/main">
              <a:ext uri="{FF2B5EF4-FFF2-40B4-BE49-F238E27FC236}">
                <a16:creationId xmlns:a16="http://schemas.microsoft.com/office/drawing/2014/main" id="{9F0DE009-0036-4EF0-B12A-A8C4BDB9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ot-field">
            <a:extLst xmlns:a="http://schemas.openxmlformats.org/drawingml/2006/main">
              <a:ext uri="{FF2B5EF4-FFF2-40B4-BE49-F238E27FC236}">
                <a16:creationId xmlns:a16="http://schemas.microsoft.com/office/drawing/2014/main" id="{8BFD0891-7215-446A-BD0D-C3844D3E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dot-field">
            <a:extLst xmlns:a="http://schemas.openxmlformats.org/drawingml/2006/main">
              <a:ext uri="{FF2B5EF4-FFF2-40B4-BE49-F238E27FC236}">
                <a16:creationId xmlns:a16="http://schemas.microsoft.com/office/drawing/2014/main" id="{663C1AAF-9823-4E1A-9B22-39CC808F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ot-field">
            <a:extLst xmlns:a="http://schemas.openxmlformats.org/drawingml/2006/main">
              <a:ext uri="{FF2B5EF4-FFF2-40B4-BE49-F238E27FC236}">
                <a16:creationId xmlns:a16="http://schemas.microsoft.com/office/drawing/2014/main" id="{E55A90E4-DA40-44B1-A609-626534F3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dot-field">
            <a:extLst xmlns:a="http://schemas.openxmlformats.org/drawingml/2006/main">
              <a:ext uri="{FF2B5EF4-FFF2-40B4-BE49-F238E27FC236}">
                <a16:creationId xmlns:a16="http://schemas.microsoft.com/office/drawing/2014/main" id="{CE03512A-268D-4AA4-A56C-A02331DC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ot-field">
            <a:extLst xmlns:a="http://schemas.openxmlformats.org/drawingml/2006/main">
              <a:ext uri="{FF2B5EF4-FFF2-40B4-BE49-F238E27FC236}">
                <a16:creationId xmlns:a16="http://schemas.microsoft.com/office/drawing/2014/main" id="{813DCDD1-E659-4DBF-AFCE-BBABD4E8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dot-field">
            <a:extLst xmlns:a="http://schemas.openxmlformats.org/drawingml/2006/main">
              <a:ext uri="{FF2B5EF4-FFF2-40B4-BE49-F238E27FC236}">
                <a16:creationId xmlns:a16="http://schemas.microsoft.com/office/drawing/2014/main" id="{8F9DB60D-ABCB-44E3-9CBD-C13C6F32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ot-field">
            <a:extLst xmlns:a="http://schemas.openxmlformats.org/drawingml/2006/main">
              <a:ext uri="{FF2B5EF4-FFF2-40B4-BE49-F238E27FC236}">
                <a16:creationId xmlns:a16="http://schemas.microsoft.com/office/drawing/2014/main" id="{55ED4C3B-786A-4201-8C82-E1B4F33B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ot-field">
            <a:extLst xmlns:a="http://schemas.openxmlformats.org/drawingml/2006/main">
              <a:ext uri="{FF2B5EF4-FFF2-40B4-BE49-F238E27FC236}">
                <a16:creationId xmlns:a16="http://schemas.microsoft.com/office/drawing/2014/main" id="{9A389A42-F42B-4677-8755-E44E718C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ot-field">
            <a:extLst xmlns:a="http://schemas.openxmlformats.org/drawingml/2006/main">
              <a:ext uri="{FF2B5EF4-FFF2-40B4-BE49-F238E27FC236}">
                <a16:creationId xmlns:a16="http://schemas.microsoft.com/office/drawing/2014/main" id="{5DE1BD08-BB3D-4C7D-9F38-CE8DAFCC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ot-field">
            <a:extLst xmlns:a="http://schemas.openxmlformats.org/drawingml/2006/main">
              <a:ext uri="{FF2B5EF4-FFF2-40B4-BE49-F238E27FC236}">
                <a16:creationId xmlns:a16="http://schemas.microsoft.com/office/drawing/2014/main" id="{62D54020-C522-4001-9C7C-69F6A28E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ot-field">
            <a:extLst xmlns:a="http://schemas.openxmlformats.org/drawingml/2006/main">
              <a:ext uri="{FF2B5EF4-FFF2-40B4-BE49-F238E27FC236}">
                <a16:creationId xmlns:a16="http://schemas.microsoft.com/office/drawing/2014/main" id="{08AC3AC6-53A6-43E1-ACAB-4483FF88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ot-field">
            <a:extLst xmlns:a="http://schemas.openxmlformats.org/drawingml/2006/main">
              <a:ext uri="{FF2B5EF4-FFF2-40B4-BE49-F238E27FC236}">
                <a16:creationId xmlns:a16="http://schemas.microsoft.com/office/drawing/2014/main" id="{E4B2A2DE-FD7D-40BE-AF66-6CD9C592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ot-field">
            <a:extLst xmlns:a="http://schemas.openxmlformats.org/drawingml/2006/main">
              <a:ext uri="{FF2B5EF4-FFF2-40B4-BE49-F238E27FC236}">
                <a16:creationId xmlns:a16="http://schemas.microsoft.com/office/drawing/2014/main" id="{341FDAD4-7F98-4D7A-A36C-7F7BAA0E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dot-field">
            <a:extLst xmlns:a="http://schemas.openxmlformats.org/drawingml/2006/main">
              <a:ext uri="{FF2B5EF4-FFF2-40B4-BE49-F238E27FC236}">
                <a16:creationId xmlns:a16="http://schemas.microsoft.com/office/drawing/2014/main" id="{455099D6-7D1C-4537-A03E-98F91CBA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ot-field">
            <a:extLst xmlns:a="http://schemas.openxmlformats.org/drawingml/2006/main">
              <a:ext uri="{FF2B5EF4-FFF2-40B4-BE49-F238E27FC236}">
                <a16:creationId xmlns:a16="http://schemas.microsoft.com/office/drawing/2014/main" id="{122918E8-94B6-4154-95F0-1A98BF63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dot-field">
            <a:extLst xmlns:a="http://schemas.openxmlformats.org/drawingml/2006/main">
              <a:ext uri="{FF2B5EF4-FFF2-40B4-BE49-F238E27FC236}">
                <a16:creationId xmlns:a16="http://schemas.microsoft.com/office/drawing/2014/main" id="{44FFF664-6830-4D50-8AC5-DC3FA808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ot-field">
            <a:extLst xmlns:a="http://schemas.openxmlformats.org/drawingml/2006/main">
              <a:ext uri="{FF2B5EF4-FFF2-40B4-BE49-F238E27FC236}">
                <a16:creationId xmlns:a16="http://schemas.microsoft.com/office/drawing/2014/main" id="{CE65C7B9-805D-4967-A696-55D19E09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dot-field">
            <a:extLst xmlns:a="http://schemas.openxmlformats.org/drawingml/2006/main">
              <a:ext uri="{FF2B5EF4-FFF2-40B4-BE49-F238E27FC236}">
                <a16:creationId xmlns:a16="http://schemas.microsoft.com/office/drawing/2014/main" id="{E440D069-8F3D-4B62-BDC7-2FC195B9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ot-field">
            <a:extLst xmlns:a="http://schemas.openxmlformats.org/drawingml/2006/main">
              <a:ext uri="{FF2B5EF4-FFF2-40B4-BE49-F238E27FC236}">
                <a16:creationId xmlns:a16="http://schemas.microsoft.com/office/drawing/2014/main" id="{E58CEE5C-C30A-43F9-8712-F09EA4A0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dot-field">
            <a:extLst xmlns:a="http://schemas.openxmlformats.org/drawingml/2006/main">
              <a:ext uri="{FF2B5EF4-FFF2-40B4-BE49-F238E27FC236}">
                <a16:creationId xmlns:a16="http://schemas.microsoft.com/office/drawing/2014/main" id="{770B2F6C-22B9-4B28-A172-B1697D66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8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ot-field">
            <a:extLst xmlns:a="http://schemas.openxmlformats.org/drawingml/2006/main">
              <a:ext uri="{FF2B5EF4-FFF2-40B4-BE49-F238E27FC236}">
                <a16:creationId xmlns:a16="http://schemas.microsoft.com/office/drawing/2014/main" id="{5CF7FC62-B02E-4D66-9D07-BF3F56BB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dot-field">
            <a:extLst xmlns:a="http://schemas.openxmlformats.org/drawingml/2006/main">
              <a:ext uri="{FF2B5EF4-FFF2-40B4-BE49-F238E27FC236}">
                <a16:creationId xmlns:a16="http://schemas.microsoft.com/office/drawing/2014/main" id="{9A931D72-B7C7-4B8A-9619-35BD206C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ot-field">
            <a:extLst xmlns:a="http://schemas.openxmlformats.org/drawingml/2006/main">
              <a:ext uri="{FF2B5EF4-FFF2-40B4-BE49-F238E27FC236}">
                <a16:creationId xmlns:a16="http://schemas.microsoft.com/office/drawing/2014/main" id="{CE579D5F-87BE-4C78-B9C5-25171DA1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ot-field">
            <a:extLst xmlns:a="http://schemas.openxmlformats.org/drawingml/2006/main">
              <a:ext uri="{FF2B5EF4-FFF2-40B4-BE49-F238E27FC236}">
                <a16:creationId xmlns:a16="http://schemas.microsoft.com/office/drawing/2014/main" id="{7F3C6F82-9A99-4EB5-A1BC-9D59327F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ot-field">
            <a:extLst xmlns:a="http://schemas.openxmlformats.org/drawingml/2006/main">
              <a:ext uri="{FF2B5EF4-FFF2-40B4-BE49-F238E27FC236}">
                <a16:creationId xmlns:a16="http://schemas.microsoft.com/office/drawing/2014/main" id="{FC4753CF-6F84-4309-AFF5-5D48A891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ot-field">
            <a:extLst xmlns:a="http://schemas.openxmlformats.org/drawingml/2006/main">
              <a:ext uri="{FF2B5EF4-FFF2-40B4-BE49-F238E27FC236}">
                <a16:creationId xmlns:a16="http://schemas.microsoft.com/office/drawing/2014/main" id="{C0F7FD44-CFBD-417B-B76C-4939E493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dot-field">
            <a:extLst xmlns:a="http://schemas.openxmlformats.org/drawingml/2006/main">
              <a:ext uri="{FF2B5EF4-FFF2-40B4-BE49-F238E27FC236}">
                <a16:creationId xmlns:a16="http://schemas.microsoft.com/office/drawing/2014/main" id="{C45C6BE8-D189-4FF8-AC62-255B2389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ot-field">
            <a:extLst xmlns:a="http://schemas.openxmlformats.org/drawingml/2006/main">
              <a:ext uri="{FF2B5EF4-FFF2-40B4-BE49-F238E27FC236}">
                <a16:creationId xmlns:a16="http://schemas.microsoft.com/office/drawing/2014/main" id="{CD3147C1-24AC-442B-BDAC-A9261DC6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0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dot-field">
            <a:extLst xmlns:a="http://schemas.openxmlformats.org/drawingml/2006/main">
              <a:ext uri="{FF2B5EF4-FFF2-40B4-BE49-F238E27FC236}">
                <a16:creationId xmlns:a16="http://schemas.microsoft.com/office/drawing/2014/main" id="{319A6CE5-135E-4588-A7E0-1214C7BA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6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ot-field">
            <a:extLst xmlns:a="http://schemas.openxmlformats.org/drawingml/2006/main">
              <a:ext uri="{FF2B5EF4-FFF2-40B4-BE49-F238E27FC236}">
                <a16:creationId xmlns:a16="http://schemas.microsoft.com/office/drawing/2014/main" id="{5CD371EB-01E0-4FDB-8E3A-DF17CE7A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dot-field">
            <a:extLst xmlns:a="http://schemas.openxmlformats.org/drawingml/2006/main">
              <a:ext uri="{FF2B5EF4-FFF2-40B4-BE49-F238E27FC236}">
                <a16:creationId xmlns:a16="http://schemas.microsoft.com/office/drawing/2014/main" id="{FDCDEEA0-4E66-44B0-9D94-C44DEB95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dot-field">
            <a:extLst xmlns:a="http://schemas.openxmlformats.org/drawingml/2006/main">
              <a:ext uri="{FF2B5EF4-FFF2-40B4-BE49-F238E27FC236}">
                <a16:creationId xmlns:a16="http://schemas.microsoft.com/office/drawing/2014/main" id="{E198CF8B-B747-4D40-9738-75BE6BD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dot-field">
            <a:extLst xmlns:a="http://schemas.openxmlformats.org/drawingml/2006/main">
              <a:ext uri="{FF2B5EF4-FFF2-40B4-BE49-F238E27FC236}">
                <a16:creationId xmlns:a16="http://schemas.microsoft.com/office/drawing/2014/main" id="{3428F02D-CBB1-4B06-A8FF-D7FDCB94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dot-field">
            <a:extLst xmlns:a="http://schemas.openxmlformats.org/drawingml/2006/main">
              <a:ext uri="{FF2B5EF4-FFF2-40B4-BE49-F238E27FC236}">
                <a16:creationId xmlns:a16="http://schemas.microsoft.com/office/drawing/2014/main" id="{4E712F75-47F1-49C8-B7A7-CE62FAD9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dot-field">
            <a:extLst xmlns:a="http://schemas.openxmlformats.org/drawingml/2006/main">
              <a:ext uri="{FF2B5EF4-FFF2-40B4-BE49-F238E27FC236}">
                <a16:creationId xmlns:a16="http://schemas.microsoft.com/office/drawing/2014/main" id="{F0B26C3B-E202-4995-A4AD-0AA82F94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0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center-ring">
            <a:extLst xmlns:a="http://schemas.openxmlformats.org/drawingml/2006/main">
              <a:ext uri="{FF2B5EF4-FFF2-40B4-BE49-F238E27FC236}">
                <a16:creationId xmlns:a16="http://schemas.microsoft.com/office/drawing/2014/main" id="{8029B6CF-9515-4142-9096-D2961E1B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155" y="2493454"/>
            <a:ext cx="2861691" cy="2861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B9DC"/>
            </a:solidFill>
            <a:prstDash val="solid"/>
          </a:ln>
        </p:spPr>
      </p:sp>
      <p:sp>
        <p:nvSpPr>
          <p:cNvPr id="238" name="center-image-required-slot">
            <a:extLst xmlns:a="http://schemas.openxmlformats.org/drawingml/2006/main">
              <a:ext uri="{FF2B5EF4-FFF2-40B4-BE49-F238E27FC236}">
                <a16:creationId xmlns:a16="http://schemas.microsoft.com/office/drawing/2014/main" id="{24F9B393-8C00-4EFC-B464-F3B6D53A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405" y="2588704"/>
            <a:ext cx="2671191" cy="26711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9050">
            <a:solidFill>
              <a:srgbClr val="1A75BB"/>
            </a:solidFill>
            <a:prstDash val="dash"/>
          </a:ln>
        </p:spPr>
      </p:sp>
      <p:sp>
        <p:nvSpPr>
          <p:cNvPr id="239" name="center-image-required-label">
            <a:extLst xmlns:a="http://schemas.openxmlformats.org/drawingml/2006/main">
              <a:ext uri="{FF2B5EF4-FFF2-40B4-BE49-F238E27FC236}">
                <a16:creationId xmlns:a16="http://schemas.microsoft.com/office/drawing/2014/main" id="{204C5856-DA8B-4B5C-9DB0-BC0FA467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405" y="2588704"/>
            <a:ext cx="2671191" cy="2671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rPr>
              <a:t>中心图片槽</a:t>
            </a:r>
          </a:p>
          <a:p xmlns:a="http://schemas.openxmlformats.org/drawingml/2006/main">
            <a:pPr algn="ctr">
              <a:def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rPr>
              <a:t>必填</a:t>
            </a:r>
          </a:p>
        </p:txBody>
      </p:sp>
      <p:sp>
        <p:nvSpPr>
          <p:cNvPr id="240" name="icon-disk-governance">
            <a:extLst xmlns:a="http://schemas.openxmlformats.org/drawingml/2006/main">
              <a:ext uri="{FF2B5EF4-FFF2-40B4-BE49-F238E27FC236}">
                <a16:creationId xmlns:a16="http://schemas.microsoft.com/office/drawing/2014/main" id="{D3E21DDD-5AD2-424E-A2D1-2DEED75B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3676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41" name="icon-slot-governance">
            <a:extLst xmlns:a="http://schemas.openxmlformats.org/drawingml/2006/main">
              <a:ext uri="{FF2B5EF4-FFF2-40B4-BE49-F238E27FC236}">
                <a16:creationId xmlns:a16="http://schemas.microsoft.com/office/drawing/2014/main" id="{7B1DFEB0-4B40-43E9-ADC4-4A559220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3676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42" name="title-governance">
            <a:extLst xmlns:a="http://schemas.openxmlformats.org/drawingml/2006/main">
              <a:ext uri="{FF2B5EF4-FFF2-40B4-BE49-F238E27FC236}">
                <a16:creationId xmlns:a16="http://schemas.microsoft.com/office/drawing/2014/main" id="{7B394A1B-36F3-4AD5-A8FA-B92E0F23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4" y="3648075"/>
            <a:ext cx="25379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数据治理</a:t>
            </a:r>
          </a:p>
        </p:txBody>
      </p:sp>
      <p:sp>
        <p:nvSpPr>
          <p:cNvPr id="243" name="body-governance">
            <a:extLst xmlns:a="http://schemas.openxmlformats.org/drawingml/2006/main">
              <a:ext uri="{FF2B5EF4-FFF2-40B4-BE49-F238E27FC236}">
                <a16:creationId xmlns:a16="http://schemas.microsoft.com/office/drawing/2014/main" id="{C7AEC961-7BE9-4476-8FCB-48CFE222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4" y="3924300"/>
            <a:ext cx="253793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统一口径与可信数据底座</a:t>
            </a:r>
          </a:p>
        </p:txBody>
      </p:sp>
      <p:sp>
        <p:nvSpPr>
          <p:cNvPr id="244" name="icon-disk-modeling">
            <a:extLst xmlns:a="http://schemas.openxmlformats.org/drawingml/2006/main">
              <a:ext uri="{FF2B5EF4-FFF2-40B4-BE49-F238E27FC236}">
                <a16:creationId xmlns:a16="http://schemas.microsoft.com/office/drawing/2014/main" id="{0829D1F4-89D3-4361-97AA-065AFED5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61" y="3248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45" name="icon-slot-modeling">
            <a:extLst xmlns:a="http://schemas.openxmlformats.org/drawingml/2006/main">
              <a:ext uri="{FF2B5EF4-FFF2-40B4-BE49-F238E27FC236}">
                <a16:creationId xmlns:a16="http://schemas.microsoft.com/office/drawing/2014/main" id="{0B19791A-C2FD-4C9F-978A-BD566584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61" y="32480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46" name="title-modeling">
            <a:extLst xmlns:a="http://schemas.openxmlformats.org/drawingml/2006/main">
              <a:ext uri="{FF2B5EF4-FFF2-40B4-BE49-F238E27FC236}">
                <a16:creationId xmlns:a16="http://schemas.microsoft.com/office/drawing/2014/main" id="{09FCDDAC-2CD1-4C6E-BB50-7FFE2A26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25379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模型研发</a:t>
            </a:r>
          </a:p>
        </p:txBody>
      </p:sp>
      <p:sp>
        <p:nvSpPr>
          <p:cNvPr id="247" name="body-modeling">
            <a:extLst xmlns:a="http://schemas.openxmlformats.org/drawingml/2006/main">
              <a:ext uri="{FF2B5EF4-FFF2-40B4-BE49-F238E27FC236}">
                <a16:creationId xmlns:a16="http://schemas.microsoft.com/office/drawing/2014/main" id="{8BEBEC5A-20D9-49C4-80BF-D902B89A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95675"/>
            <a:ext cx="253793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面向问题构建可复用模型</a:t>
            </a:r>
          </a:p>
        </p:txBody>
      </p:sp>
      <p:sp>
        <p:nvSpPr>
          <p:cNvPr id="248" name="icon-disk-validation">
            <a:extLst xmlns:a="http://schemas.openxmlformats.org/drawingml/2006/main">
              <a:ext uri="{FF2B5EF4-FFF2-40B4-BE49-F238E27FC236}">
                <a16:creationId xmlns:a16="http://schemas.microsoft.com/office/drawing/2014/main" id="{E70345E4-412F-4832-A059-1EA1A153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61" y="41052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49" name="icon-slot-validation">
            <a:extLst xmlns:a="http://schemas.openxmlformats.org/drawingml/2006/main">
              <a:ext uri="{FF2B5EF4-FFF2-40B4-BE49-F238E27FC236}">
                <a16:creationId xmlns:a16="http://schemas.microsoft.com/office/drawing/2014/main" id="{41ABA181-BA31-4D1A-AA49-CEFBD83F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61" y="41052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50" name="title-validation">
            <a:extLst xmlns:a="http://schemas.openxmlformats.org/drawingml/2006/main">
              <a:ext uri="{FF2B5EF4-FFF2-40B4-BE49-F238E27FC236}">
                <a16:creationId xmlns:a16="http://schemas.microsoft.com/office/drawing/2014/main" id="{0CC38FA5-021B-498F-800A-554D9CA1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76700"/>
            <a:ext cx="25379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实验验证</a:t>
            </a:r>
          </a:p>
        </p:txBody>
      </p:sp>
      <p:sp>
        <p:nvSpPr>
          <p:cNvPr id="251" name="body-validation">
            <a:extLst xmlns:a="http://schemas.openxmlformats.org/drawingml/2006/main">
              <a:ext uri="{FF2B5EF4-FFF2-40B4-BE49-F238E27FC236}">
                <a16:creationId xmlns:a16="http://schemas.microsoft.com/office/drawing/2014/main" id="{EF08B12E-1FCA-45EA-B986-8A96089F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52925"/>
            <a:ext cx="253793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用可重复证据检验方法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科研平台的协同能力｜4 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结构能力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BFC56AB-39CC-4E46-BB7F-272BD920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dot-field">
            <a:extLst xmlns:a="http://schemas.openxmlformats.org/drawingml/2006/main">
              <a:ext uri="{FF2B5EF4-FFF2-40B4-BE49-F238E27FC236}">
                <a16:creationId xmlns:a16="http://schemas.microsoft.com/office/drawing/2014/main" id="{1F4C1E3B-350F-491B-8126-6ADA24DC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1821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ot-field">
            <a:extLst xmlns:a="http://schemas.openxmlformats.org/drawingml/2006/main">
              <a:ext uri="{FF2B5EF4-FFF2-40B4-BE49-F238E27FC236}">
                <a16:creationId xmlns:a16="http://schemas.microsoft.com/office/drawing/2014/main" id="{4D618728-FC57-4A00-96B4-8C472902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1821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ot-field">
            <a:extLst xmlns:a="http://schemas.openxmlformats.org/drawingml/2006/main">
              <a:ext uri="{FF2B5EF4-FFF2-40B4-BE49-F238E27FC236}">
                <a16:creationId xmlns:a16="http://schemas.microsoft.com/office/drawing/2014/main" id="{E1CAF199-2ABD-43E1-806F-A0969C1A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1821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ot-field">
            <a:extLst xmlns:a="http://schemas.openxmlformats.org/drawingml/2006/main">
              <a:ext uri="{FF2B5EF4-FFF2-40B4-BE49-F238E27FC236}">
                <a16:creationId xmlns:a16="http://schemas.microsoft.com/office/drawing/2014/main" id="{520DCCD1-70F0-4395-9F32-CF0A4040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ot-field">
            <a:extLst xmlns:a="http://schemas.openxmlformats.org/drawingml/2006/main">
              <a:ext uri="{FF2B5EF4-FFF2-40B4-BE49-F238E27FC236}">
                <a16:creationId xmlns:a16="http://schemas.microsoft.com/office/drawing/2014/main" id="{C46479D2-E679-4DF5-B068-DD91AE96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ot-field">
            <a:extLst xmlns:a="http://schemas.openxmlformats.org/drawingml/2006/main">
              <a:ext uri="{FF2B5EF4-FFF2-40B4-BE49-F238E27FC236}">
                <a16:creationId xmlns:a16="http://schemas.microsoft.com/office/drawing/2014/main" id="{BE1C19CD-1F88-4462-8BF9-CEE1C2FD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ot-field">
            <a:extLst xmlns:a="http://schemas.openxmlformats.org/drawingml/2006/main">
              <a:ext uri="{FF2B5EF4-FFF2-40B4-BE49-F238E27FC236}">
                <a16:creationId xmlns:a16="http://schemas.microsoft.com/office/drawing/2014/main" id="{23BF46B5-E1D6-4E3F-8C58-1D0450CC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ot-field">
            <a:extLst xmlns:a="http://schemas.openxmlformats.org/drawingml/2006/main">
              <a:ext uri="{FF2B5EF4-FFF2-40B4-BE49-F238E27FC236}">
                <a16:creationId xmlns:a16="http://schemas.microsoft.com/office/drawing/2014/main" id="{C8EF351D-9E82-41C2-B33E-B5450C31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ot-field">
            <a:extLst xmlns:a="http://schemas.openxmlformats.org/drawingml/2006/main">
              <a:ext uri="{FF2B5EF4-FFF2-40B4-BE49-F238E27FC236}">
                <a16:creationId xmlns:a16="http://schemas.microsoft.com/office/drawing/2014/main" id="{2E2B44A3-6E41-48F2-9502-C3F09B67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ot-field">
            <a:extLst xmlns:a="http://schemas.openxmlformats.org/drawingml/2006/main">
              <a:ext uri="{FF2B5EF4-FFF2-40B4-BE49-F238E27FC236}">
                <a16:creationId xmlns:a16="http://schemas.microsoft.com/office/drawing/2014/main" id="{4388BE96-97A8-4B1C-9FE9-A95729CA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0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ot-field">
            <a:extLst xmlns:a="http://schemas.openxmlformats.org/drawingml/2006/main">
              <a:ext uri="{FF2B5EF4-FFF2-40B4-BE49-F238E27FC236}">
                <a16:creationId xmlns:a16="http://schemas.microsoft.com/office/drawing/2014/main" id="{68530F13-DE0D-40AB-8115-6B87D961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6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ot-field">
            <a:extLst xmlns:a="http://schemas.openxmlformats.org/drawingml/2006/main">
              <a:ext uri="{FF2B5EF4-FFF2-40B4-BE49-F238E27FC236}">
                <a16:creationId xmlns:a16="http://schemas.microsoft.com/office/drawing/2014/main" id="{42693F47-C489-44D4-BF4D-38B876CC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ot-field">
            <a:extLst xmlns:a="http://schemas.openxmlformats.org/drawingml/2006/main">
              <a:ext uri="{FF2B5EF4-FFF2-40B4-BE49-F238E27FC236}">
                <a16:creationId xmlns:a16="http://schemas.microsoft.com/office/drawing/2014/main" id="{0FAA78BD-C9F2-4852-9765-9D0370AB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ot-field">
            <a:extLst xmlns:a="http://schemas.openxmlformats.org/drawingml/2006/main">
              <a:ext uri="{FF2B5EF4-FFF2-40B4-BE49-F238E27FC236}">
                <a16:creationId xmlns:a16="http://schemas.microsoft.com/office/drawing/2014/main" id="{9D1F096B-E409-4BE9-B4A1-CADFAA81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ot-field">
            <a:extLst xmlns:a="http://schemas.openxmlformats.org/drawingml/2006/main">
              <a:ext uri="{FF2B5EF4-FFF2-40B4-BE49-F238E27FC236}">
                <a16:creationId xmlns:a16="http://schemas.microsoft.com/office/drawing/2014/main" id="{06F118F0-FBC7-4C37-BA40-293A08BC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ot-field">
            <a:extLst xmlns:a="http://schemas.openxmlformats.org/drawingml/2006/main">
              <a:ext uri="{FF2B5EF4-FFF2-40B4-BE49-F238E27FC236}">
                <a16:creationId xmlns:a16="http://schemas.microsoft.com/office/drawing/2014/main" id="{90892EEA-D534-4CE3-97E0-C94F8E31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ot-field">
            <a:extLst xmlns:a="http://schemas.openxmlformats.org/drawingml/2006/main">
              <a:ext uri="{FF2B5EF4-FFF2-40B4-BE49-F238E27FC236}">
                <a16:creationId xmlns:a16="http://schemas.microsoft.com/office/drawing/2014/main" id="{92D6C4D6-9EBF-44B1-8E63-14DC3034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ot-field">
            <a:extLst xmlns:a="http://schemas.openxmlformats.org/drawingml/2006/main">
              <a:ext uri="{FF2B5EF4-FFF2-40B4-BE49-F238E27FC236}">
                <a16:creationId xmlns:a16="http://schemas.microsoft.com/office/drawing/2014/main" id="{BE51621B-552C-4FB4-B65B-77EAE059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ot-field">
            <a:extLst xmlns:a="http://schemas.openxmlformats.org/drawingml/2006/main">
              <a:ext uri="{FF2B5EF4-FFF2-40B4-BE49-F238E27FC236}">
                <a16:creationId xmlns:a16="http://schemas.microsoft.com/office/drawing/2014/main" id="{308F0A43-C77F-4228-B2EA-F0DBE2C9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ot-field">
            <a:extLst xmlns:a="http://schemas.openxmlformats.org/drawingml/2006/main">
              <a:ext uri="{FF2B5EF4-FFF2-40B4-BE49-F238E27FC236}">
                <a16:creationId xmlns:a16="http://schemas.microsoft.com/office/drawing/2014/main" id="{C2CE0CF6-A491-47F9-A624-0732DFC7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ot-field">
            <a:extLst xmlns:a="http://schemas.openxmlformats.org/drawingml/2006/main">
              <a:ext uri="{FF2B5EF4-FFF2-40B4-BE49-F238E27FC236}">
                <a16:creationId xmlns:a16="http://schemas.microsoft.com/office/drawing/2014/main" id="{5EABF951-76AE-4DC6-AA8C-C66417D8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ot-field">
            <a:extLst xmlns:a="http://schemas.openxmlformats.org/drawingml/2006/main">
              <a:ext uri="{FF2B5EF4-FFF2-40B4-BE49-F238E27FC236}">
                <a16:creationId xmlns:a16="http://schemas.microsoft.com/office/drawing/2014/main" id="{E9B0F5B2-D58C-47DA-ABB1-2265C663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ot-field">
            <a:extLst xmlns:a="http://schemas.openxmlformats.org/drawingml/2006/main">
              <a:ext uri="{FF2B5EF4-FFF2-40B4-BE49-F238E27FC236}">
                <a16:creationId xmlns:a16="http://schemas.microsoft.com/office/drawing/2014/main" id="{23DD26F6-60AF-4E69-AD3F-17DA1614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8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ot-field">
            <a:extLst xmlns:a="http://schemas.openxmlformats.org/drawingml/2006/main">
              <a:ext uri="{FF2B5EF4-FFF2-40B4-BE49-F238E27FC236}">
                <a16:creationId xmlns:a16="http://schemas.microsoft.com/office/drawing/2014/main" id="{91ED70D7-88F8-4FF1-806C-FB2C3ECB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ot-field">
            <a:extLst xmlns:a="http://schemas.openxmlformats.org/drawingml/2006/main">
              <a:ext uri="{FF2B5EF4-FFF2-40B4-BE49-F238E27FC236}">
                <a16:creationId xmlns:a16="http://schemas.microsoft.com/office/drawing/2014/main" id="{D74618CE-24F3-4B26-9402-E29AF318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ot-field">
            <a:extLst xmlns:a="http://schemas.openxmlformats.org/drawingml/2006/main">
              <a:ext uri="{FF2B5EF4-FFF2-40B4-BE49-F238E27FC236}">
                <a16:creationId xmlns:a16="http://schemas.microsoft.com/office/drawing/2014/main" id="{23D71D9B-6242-409E-87D0-B9A4F5F5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ot-field">
            <a:extLst xmlns:a="http://schemas.openxmlformats.org/drawingml/2006/main">
              <a:ext uri="{FF2B5EF4-FFF2-40B4-BE49-F238E27FC236}">
                <a16:creationId xmlns:a16="http://schemas.microsoft.com/office/drawing/2014/main" id="{490F8BE2-1640-40A5-A5CE-8E8C0CCF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ot-field">
            <a:extLst xmlns:a="http://schemas.openxmlformats.org/drawingml/2006/main">
              <a:ext uri="{FF2B5EF4-FFF2-40B4-BE49-F238E27FC236}">
                <a16:creationId xmlns:a16="http://schemas.microsoft.com/office/drawing/2014/main" id="{767EB3B9-0224-4ED8-806C-F86287B3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ot-field">
            <a:extLst xmlns:a="http://schemas.openxmlformats.org/drawingml/2006/main">
              <a:ext uri="{FF2B5EF4-FFF2-40B4-BE49-F238E27FC236}">
                <a16:creationId xmlns:a16="http://schemas.microsoft.com/office/drawing/2014/main" id="{0EFF7787-FBF8-47EB-8CB1-384CC2A8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ot-field">
            <a:extLst xmlns:a="http://schemas.openxmlformats.org/drawingml/2006/main">
              <a:ext uri="{FF2B5EF4-FFF2-40B4-BE49-F238E27FC236}">
                <a16:creationId xmlns:a16="http://schemas.microsoft.com/office/drawing/2014/main" id="{2BCDD0FC-7F0F-4ABB-881D-C5299C67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ot-field">
            <a:extLst xmlns:a="http://schemas.openxmlformats.org/drawingml/2006/main">
              <a:ext uri="{FF2B5EF4-FFF2-40B4-BE49-F238E27FC236}">
                <a16:creationId xmlns:a16="http://schemas.microsoft.com/office/drawing/2014/main" id="{7EA4A77F-DD39-4C1A-AA12-DA66222D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ot-field">
            <a:extLst xmlns:a="http://schemas.openxmlformats.org/drawingml/2006/main">
              <a:ext uri="{FF2B5EF4-FFF2-40B4-BE49-F238E27FC236}">
                <a16:creationId xmlns:a16="http://schemas.microsoft.com/office/drawing/2014/main" id="{EFEB94FC-E3A1-4E67-9C28-0E6BAC2B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ot-field">
            <a:extLst xmlns:a="http://schemas.openxmlformats.org/drawingml/2006/main">
              <a:ext uri="{FF2B5EF4-FFF2-40B4-BE49-F238E27FC236}">
                <a16:creationId xmlns:a16="http://schemas.microsoft.com/office/drawing/2014/main" id="{1F740388-3697-4995-8BA5-10DA97AC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ot-field">
            <a:extLst xmlns:a="http://schemas.openxmlformats.org/drawingml/2006/main">
              <a:ext uri="{FF2B5EF4-FFF2-40B4-BE49-F238E27FC236}">
                <a16:creationId xmlns:a16="http://schemas.microsoft.com/office/drawing/2014/main" id="{A33E8A18-F550-4B4D-9F3D-61423240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ot-field">
            <a:extLst xmlns:a="http://schemas.openxmlformats.org/drawingml/2006/main">
              <a:ext uri="{FF2B5EF4-FFF2-40B4-BE49-F238E27FC236}">
                <a16:creationId xmlns:a16="http://schemas.microsoft.com/office/drawing/2014/main" id="{A1264C72-2049-4F41-8013-C30B2F35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8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ot-field">
            <a:extLst xmlns:a="http://schemas.openxmlformats.org/drawingml/2006/main">
              <a:ext uri="{FF2B5EF4-FFF2-40B4-BE49-F238E27FC236}">
                <a16:creationId xmlns:a16="http://schemas.microsoft.com/office/drawing/2014/main" id="{8607BAF8-4F18-434B-B58B-2AD0F162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ot-field">
            <a:extLst xmlns:a="http://schemas.openxmlformats.org/drawingml/2006/main">
              <a:ext uri="{FF2B5EF4-FFF2-40B4-BE49-F238E27FC236}">
                <a16:creationId xmlns:a16="http://schemas.microsoft.com/office/drawing/2014/main" id="{5DBFC24D-09E0-42D3-910D-70158FA2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ot-field">
            <a:extLst xmlns:a="http://schemas.openxmlformats.org/drawingml/2006/main">
              <a:ext uri="{FF2B5EF4-FFF2-40B4-BE49-F238E27FC236}">
                <a16:creationId xmlns:a16="http://schemas.microsoft.com/office/drawing/2014/main" id="{6CEC0FCE-EF32-48D6-BCA2-86015276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ot-field">
            <a:extLst xmlns:a="http://schemas.openxmlformats.org/drawingml/2006/main">
              <a:ext uri="{FF2B5EF4-FFF2-40B4-BE49-F238E27FC236}">
                <a16:creationId xmlns:a16="http://schemas.microsoft.com/office/drawing/2014/main" id="{A5F8AF19-FBD6-4FA9-B423-DB6BE7E3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ot-field">
            <a:extLst xmlns:a="http://schemas.openxmlformats.org/drawingml/2006/main">
              <a:ext uri="{FF2B5EF4-FFF2-40B4-BE49-F238E27FC236}">
                <a16:creationId xmlns:a16="http://schemas.microsoft.com/office/drawing/2014/main" id="{61FF552C-6313-4FDF-BAC0-0A9D3814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ot-field">
            <a:extLst xmlns:a="http://schemas.openxmlformats.org/drawingml/2006/main">
              <a:ext uri="{FF2B5EF4-FFF2-40B4-BE49-F238E27FC236}">
                <a16:creationId xmlns:a16="http://schemas.microsoft.com/office/drawing/2014/main" id="{3FC7C177-5E5A-495C-8246-D5328810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ot-field">
            <a:extLst xmlns:a="http://schemas.openxmlformats.org/drawingml/2006/main">
              <a:ext uri="{FF2B5EF4-FFF2-40B4-BE49-F238E27FC236}">
                <a16:creationId xmlns:a16="http://schemas.microsoft.com/office/drawing/2014/main" id="{FBE81284-C28C-425D-9F0F-C6BDE4BE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ot-field">
            <a:extLst xmlns:a="http://schemas.openxmlformats.org/drawingml/2006/main">
              <a:ext uri="{FF2B5EF4-FFF2-40B4-BE49-F238E27FC236}">
                <a16:creationId xmlns:a16="http://schemas.microsoft.com/office/drawing/2014/main" id="{9C2B6EC0-8A73-4DEE-927C-0764F911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ot-field">
            <a:extLst xmlns:a="http://schemas.openxmlformats.org/drawingml/2006/main">
              <a:ext uri="{FF2B5EF4-FFF2-40B4-BE49-F238E27FC236}">
                <a16:creationId xmlns:a16="http://schemas.microsoft.com/office/drawing/2014/main" id="{A844B4FD-0B21-4A87-9367-AAB1A02E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ot-field">
            <a:extLst xmlns:a="http://schemas.openxmlformats.org/drawingml/2006/main">
              <a:ext uri="{FF2B5EF4-FFF2-40B4-BE49-F238E27FC236}">
                <a16:creationId xmlns:a16="http://schemas.microsoft.com/office/drawing/2014/main" id="{02B9871D-F13F-46ED-A1E5-94FFDFD7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ot-field">
            <a:extLst xmlns:a="http://schemas.openxmlformats.org/drawingml/2006/main">
              <a:ext uri="{FF2B5EF4-FFF2-40B4-BE49-F238E27FC236}">
                <a16:creationId xmlns:a16="http://schemas.microsoft.com/office/drawing/2014/main" id="{84781B75-520B-41FE-88CF-FBD9E754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ot-field">
            <a:extLst xmlns:a="http://schemas.openxmlformats.org/drawingml/2006/main">
              <a:ext uri="{FF2B5EF4-FFF2-40B4-BE49-F238E27FC236}">
                <a16:creationId xmlns:a16="http://schemas.microsoft.com/office/drawing/2014/main" id="{B12944D2-D54C-4646-952E-19FF2859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ot-field">
            <a:extLst xmlns:a="http://schemas.openxmlformats.org/drawingml/2006/main">
              <a:ext uri="{FF2B5EF4-FFF2-40B4-BE49-F238E27FC236}">
                <a16:creationId xmlns:a16="http://schemas.microsoft.com/office/drawing/2014/main" id="{39FFD1C6-EB6C-4916-9AD3-9EC17D22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ot-field">
            <a:extLst xmlns:a="http://schemas.openxmlformats.org/drawingml/2006/main">
              <a:ext uri="{FF2B5EF4-FFF2-40B4-BE49-F238E27FC236}">
                <a16:creationId xmlns:a16="http://schemas.microsoft.com/office/drawing/2014/main" id="{BCF2E062-F8E3-4155-88F7-F8C63B9A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dot-field">
            <a:extLst xmlns:a="http://schemas.openxmlformats.org/drawingml/2006/main">
              <a:ext uri="{FF2B5EF4-FFF2-40B4-BE49-F238E27FC236}">
                <a16:creationId xmlns:a16="http://schemas.microsoft.com/office/drawing/2014/main" id="{B1D673B1-D547-4E06-8F60-188E9226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ot-field">
            <a:extLst xmlns:a="http://schemas.openxmlformats.org/drawingml/2006/main">
              <a:ext uri="{FF2B5EF4-FFF2-40B4-BE49-F238E27FC236}">
                <a16:creationId xmlns:a16="http://schemas.microsoft.com/office/drawing/2014/main" id="{5A7D752E-4ABB-442D-9A3A-330E0AA9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ot-field">
            <a:extLst xmlns:a="http://schemas.openxmlformats.org/drawingml/2006/main">
              <a:ext uri="{FF2B5EF4-FFF2-40B4-BE49-F238E27FC236}">
                <a16:creationId xmlns:a16="http://schemas.microsoft.com/office/drawing/2014/main" id="{5408A85F-0B41-46F7-AA65-ED4A40F5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ot-field">
            <a:extLst xmlns:a="http://schemas.openxmlformats.org/drawingml/2006/main">
              <a:ext uri="{FF2B5EF4-FFF2-40B4-BE49-F238E27FC236}">
                <a16:creationId xmlns:a16="http://schemas.microsoft.com/office/drawing/2014/main" id="{019DCDF7-B238-453E-A23F-4C51A5E3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dot-field">
            <a:extLst xmlns:a="http://schemas.openxmlformats.org/drawingml/2006/main">
              <a:ext uri="{FF2B5EF4-FFF2-40B4-BE49-F238E27FC236}">
                <a16:creationId xmlns:a16="http://schemas.microsoft.com/office/drawing/2014/main" id="{AD6620B2-9793-4D0E-BBF3-53E2E850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ot-field">
            <a:extLst xmlns:a="http://schemas.openxmlformats.org/drawingml/2006/main">
              <a:ext uri="{FF2B5EF4-FFF2-40B4-BE49-F238E27FC236}">
                <a16:creationId xmlns:a16="http://schemas.microsoft.com/office/drawing/2014/main" id="{91DEF2DB-5A8C-4E60-BB68-E8463F13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ot-field">
            <a:extLst xmlns:a="http://schemas.openxmlformats.org/drawingml/2006/main">
              <a:ext uri="{FF2B5EF4-FFF2-40B4-BE49-F238E27FC236}">
                <a16:creationId xmlns:a16="http://schemas.microsoft.com/office/drawing/2014/main" id="{AA32E709-F9C0-49F2-83E0-5C4F1D8E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ot-field">
            <a:extLst xmlns:a="http://schemas.openxmlformats.org/drawingml/2006/main">
              <a:ext uri="{FF2B5EF4-FFF2-40B4-BE49-F238E27FC236}">
                <a16:creationId xmlns:a16="http://schemas.microsoft.com/office/drawing/2014/main" id="{D4FB4C3C-CF12-4A13-8DBB-F0C0C8F2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dot-field">
            <a:extLst xmlns:a="http://schemas.openxmlformats.org/drawingml/2006/main">
              <a:ext uri="{FF2B5EF4-FFF2-40B4-BE49-F238E27FC236}">
                <a16:creationId xmlns:a16="http://schemas.microsoft.com/office/drawing/2014/main" id="{D5458797-F825-4E1A-8A9C-D67EF1DB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ot-field">
            <a:extLst xmlns:a="http://schemas.openxmlformats.org/drawingml/2006/main">
              <a:ext uri="{FF2B5EF4-FFF2-40B4-BE49-F238E27FC236}">
                <a16:creationId xmlns:a16="http://schemas.microsoft.com/office/drawing/2014/main" id="{6774679C-A3B4-47CC-84FC-7315598F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ot-field">
            <a:extLst xmlns:a="http://schemas.openxmlformats.org/drawingml/2006/main">
              <a:ext uri="{FF2B5EF4-FFF2-40B4-BE49-F238E27FC236}">
                <a16:creationId xmlns:a16="http://schemas.microsoft.com/office/drawing/2014/main" id="{937C9895-B85D-492C-B6E7-318711E4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ot-field">
            <a:extLst xmlns:a="http://schemas.openxmlformats.org/drawingml/2006/main">
              <a:ext uri="{FF2B5EF4-FFF2-40B4-BE49-F238E27FC236}">
                <a16:creationId xmlns:a16="http://schemas.microsoft.com/office/drawing/2014/main" id="{2EAA26F8-77E9-4F2A-8306-28D74A81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ot-field">
            <a:extLst xmlns:a="http://schemas.openxmlformats.org/drawingml/2006/main">
              <a:ext uri="{FF2B5EF4-FFF2-40B4-BE49-F238E27FC236}">
                <a16:creationId xmlns:a16="http://schemas.microsoft.com/office/drawing/2014/main" id="{A38B614F-942D-4AA3-9582-5A7FE0DE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dot-field">
            <a:extLst xmlns:a="http://schemas.openxmlformats.org/drawingml/2006/main">
              <a:ext uri="{FF2B5EF4-FFF2-40B4-BE49-F238E27FC236}">
                <a16:creationId xmlns:a16="http://schemas.microsoft.com/office/drawing/2014/main" id="{CE3F3625-8EA8-41C3-8D96-56A98409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ot-field">
            <a:extLst xmlns:a="http://schemas.openxmlformats.org/drawingml/2006/main">
              <a:ext uri="{FF2B5EF4-FFF2-40B4-BE49-F238E27FC236}">
                <a16:creationId xmlns:a16="http://schemas.microsoft.com/office/drawing/2014/main" id="{69137B3E-4BA6-4617-ADE5-B9E21075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dot-field">
            <a:extLst xmlns:a="http://schemas.openxmlformats.org/drawingml/2006/main">
              <a:ext uri="{FF2B5EF4-FFF2-40B4-BE49-F238E27FC236}">
                <a16:creationId xmlns:a16="http://schemas.microsoft.com/office/drawing/2014/main" id="{BD9C24FB-3334-4196-A76E-D877891F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dot-field">
            <a:extLst xmlns:a="http://schemas.openxmlformats.org/drawingml/2006/main">
              <a:ext uri="{FF2B5EF4-FFF2-40B4-BE49-F238E27FC236}">
                <a16:creationId xmlns:a16="http://schemas.microsoft.com/office/drawing/2014/main" id="{6BB80C2E-8487-4F2C-ACEE-30016C68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dot-field">
            <a:extLst xmlns:a="http://schemas.openxmlformats.org/drawingml/2006/main">
              <a:ext uri="{FF2B5EF4-FFF2-40B4-BE49-F238E27FC236}">
                <a16:creationId xmlns:a16="http://schemas.microsoft.com/office/drawing/2014/main" id="{187BA2C8-B73C-4493-BE5D-EA8452E7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dot-field">
            <a:extLst xmlns:a="http://schemas.openxmlformats.org/drawingml/2006/main">
              <a:ext uri="{FF2B5EF4-FFF2-40B4-BE49-F238E27FC236}">
                <a16:creationId xmlns:a16="http://schemas.microsoft.com/office/drawing/2014/main" id="{6B2213D5-AB17-4319-A907-2D5C711D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dot-field">
            <a:extLst xmlns:a="http://schemas.openxmlformats.org/drawingml/2006/main">
              <a:ext uri="{FF2B5EF4-FFF2-40B4-BE49-F238E27FC236}">
                <a16:creationId xmlns:a16="http://schemas.microsoft.com/office/drawing/2014/main" id="{3A08EE0A-6981-4F6A-9627-0C2EEE43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193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dot-field">
            <a:extLst xmlns:a="http://schemas.openxmlformats.org/drawingml/2006/main">
              <a:ext uri="{FF2B5EF4-FFF2-40B4-BE49-F238E27FC236}">
                <a16:creationId xmlns:a16="http://schemas.microsoft.com/office/drawing/2014/main" id="{D8598AAC-139C-4674-8D26-22700487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3193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dot-field">
            <a:extLst xmlns:a="http://schemas.openxmlformats.org/drawingml/2006/main">
              <a:ext uri="{FF2B5EF4-FFF2-40B4-BE49-F238E27FC236}">
                <a16:creationId xmlns:a16="http://schemas.microsoft.com/office/drawing/2014/main" id="{62C474DB-8C6F-44A6-AD83-6CAA2570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ot-field">
            <a:extLst xmlns:a="http://schemas.openxmlformats.org/drawingml/2006/main">
              <a:ext uri="{FF2B5EF4-FFF2-40B4-BE49-F238E27FC236}">
                <a16:creationId xmlns:a16="http://schemas.microsoft.com/office/drawing/2014/main" id="{0BA4EF98-8749-4956-808B-645C2D1E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dot-field">
            <a:extLst xmlns:a="http://schemas.openxmlformats.org/drawingml/2006/main">
              <a:ext uri="{FF2B5EF4-FFF2-40B4-BE49-F238E27FC236}">
                <a16:creationId xmlns:a16="http://schemas.microsoft.com/office/drawing/2014/main" id="{341F69EB-4515-4AA9-B977-AD299F0D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dot-field">
            <a:extLst xmlns:a="http://schemas.openxmlformats.org/drawingml/2006/main">
              <a:ext uri="{FF2B5EF4-FFF2-40B4-BE49-F238E27FC236}">
                <a16:creationId xmlns:a16="http://schemas.microsoft.com/office/drawing/2014/main" id="{54DF0B84-C1C7-493F-AF16-279B45C9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dot-field">
            <a:extLst xmlns:a="http://schemas.openxmlformats.org/drawingml/2006/main">
              <a:ext uri="{FF2B5EF4-FFF2-40B4-BE49-F238E27FC236}">
                <a16:creationId xmlns:a16="http://schemas.microsoft.com/office/drawing/2014/main" id="{E587A7EE-5891-4D02-B30F-F118014A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ot-field">
            <a:extLst xmlns:a="http://schemas.openxmlformats.org/drawingml/2006/main">
              <a:ext uri="{FF2B5EF4-FFF2-40B4-BE49-F238E27FC236}">
                <a16:creationId xmlns:a16="http://schemas.microsoft.com/office/drawing/2014/main" id="{94520743-BAD3-4990-BCE3-48B3DAE4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ot-field">
            <a:extLst xmlns:a="http://schemas.openxmlformats.org/drawingml/2006/main">
              <a:ext uri="{FF2B5EF4-FFF2-40B4-BE49-F238E27FC236}">
                <a16:creationId xmlns:a16="http://schemas.microsoft.com/office/drawing/2014/main" id="{0053B76C-1BFC-410A-B791-8361AEA3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ot-field">
            <a:extLst xmlns:a="http://schemas.openxmlformats.org/drawingml/2006/main">
              <a:ext uri="{FF2B5EF4-FFF2-40B4-BE49-F238E27FC236}">
                <a16:creationId xmlns:a16="http://schemas.microsoft.com/office/drawing/2014/main" id="{C0A21F58-A989-4C31-AFAF-397BB47C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ot-field">
            <a:extLst xmlns:a="http://schemas.openxmlformats.org/drawingml/2006/main">
              <a:ext uri="{FF2B5EF4-FFF2-40B4-BE49-F238E27FC236}">
                <a16:creationId xmlns:a16="http://schemas.microsoft.com/office/drawing/2014/main" id="{7666C9A4-AB4E-4862-9F80-06F3AD80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ot-field">
            <a:extLst xmlns:a="http://schemas.openxmlformats.org/drawingml/2006/main">
              <a:ext uri="{FF2B5EF4-FFF2-40B4-BE49-F238E27FC236}">
                <a16:creationId xmlns:a16="http://schemas.microsoft.com/office/drawing/2014/main" id="{5DA4E6C5-4104-426D-A92B-DAEED085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193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dot-field">
            <a:extLst xmlns:a="http://schemas.openxmlformats.org/drawingml/2006/main">
              <a:ext uri="{FF2B5EF4-FFF2-40B4-BE49-F238E27FC236}">
                <a16:creationId xmlns:a16="http://schemas.microsoft.com/office/drawing/2014/main" id="{F89E719A-8E01-40FB-82D0-DBA25D47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421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ot-field">
            <a:extLst xmlns:a="http://schemas.openxmlformats.org/drawingml/2006/main">
              <a:ext uri="{FF2B5EF4-FFF2-40B4-BE49-F238E27FC236}">
                <a16:creationId xmlns:a16="http://schemas.microsoft.com/office/drawing/2014/main" id="{AB403F26-EF34-41D6-9A6A-3C08346D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dot-field">
            <a:extLst xmlns:a="http://schemas.openxmlformats.org/drawingml/2006/main">
              <a:ext uri="{FF2B5EF4-FFF2-40B4-BE49-F238E27FC236}">
                <a16:creationId xmlns:a16="http://schemas.microsoft.com/office/drawing/2014/main" id="{A34FDD65-DA17-43E3-8DD4-D8333798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ot-field">
            <a:extLst xmlns:a="http://schemas.openxmlformats.org/drawingml/2006/main">
              <a:ext uri="{FF2B5EF4-FFF2-40B4-BE49-F238E27FC236}">
                <a16:creationId xmlns:a16="http://schemas.microsoft.com/office/drawing/2014/main" id="{9DDEA55B-D922-426D-B416-A11CA705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dot-field">
            <a:extLst xmlns:a="http://schemas.openxmlformats.org/drawingml/2006/main">
              <a:ext uri="{FF2B5EF4-FFF2-40B4-BE49-F238E27FC236}">
                <a16:creationId xmlns:a16="http://schemas.microsoft.com/office/drawing/2014/main" id="{81830AD5-DC27-41D8-847A-DAD27F10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ot-field">
            <a:extLst xmlns:a="http://schemas.openxmlformats.org/drawingml/2006/main">
              <a:ext uri="{FF2B5EF4-FFF2-40B4-BE49-F238E27FC236}">
                <a16:creationId xmlns:a16="http://schemas.microsoft.com/office/drawing/2014/main" id="{C601508D-ECEA-40E5-91FA-6DA6352A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dot-field">
            <a:extLst xmlns:a="http://schemas.openxmlformats.org/drawingml/2006/main">
              <a:ext uri="{FF2B5EF4-FFF2-40B4-BE49-F238E27FC236}">
                <a16:creationId xmlns:a16="http://schemas.microsoft.com/office/drawing/2014/main" id="{89BD4066-630F-4FA2-B405-794E7302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ot-field">
            <a:extLst xmlns:a="http://schemas.openxmlformats.org/drawingml/2006/main">
              <a:ext uri="{FF2B5EF4-FFF2-40B4-BE49-F238E27FC236}">
                <a16:creationId xmlns:a16="http://schemas.microsoft.com/office/drawing/2014/main" id="{EA7F79D1-1562-4A0B-80E6-BBBBAC05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dot-field">
            <a:extLst xmlns:a="http://schemas.openxmlformats.org/drawingml/2006/main">
              <a:ext uri="{FF2B5EF4-FFF2-40B4-BE49-F238E27FC236}">
                <a16:creationId xmlns:a16="http://schemas.microsoft.com/office/drawing/2014/main" id="{B7C89AAA-4434-4BAE-8C29-ECDB73D1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ot-field">
            <a:extLst xmlns:a="http://schemas.openxmlformats.org/drawingml/2006/main">
              <a:ext uri="{FF2B5EF4-FFF2-40B4-BE49-F238E27FC236}">
                <a16:creationId xmlns:a16="http://schemas.microsoft.com/office/drawing/2014/main" id="{CA608B51-728D-441C-83D5-81E02E1B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421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dot-field">
            <a:extLst xmlns:a="http://schemas.openxmlformats.org/drawingml/2006/main">
              <a:ext uri="{FF2B5EF4-FFF2-40B4-BE49-F238E27FC236}">
                <a16:creationId xmlns:a16="http://schemas.microsoft.com/office/drawing/2014/main" id="{45F9F920-5C5B-4816-90F9-A7B985B6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3421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ot-field">
            <a:extLst xmlns:a="http://schemas.openxmlformats.org/drawingml/2006/main">
              <a:ext uri="{FF2B5EF4-FFF2-40B4-BE49-F238E27FC236}">
                <a16:creationId xmlns:a16="http://schemas.microsoft.com/office/drawing/2014/main" id="{A78494F1-F9B4-4147-B854-757B1F8C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ot-field">
            <a:extLst xmlns:a="http://schemas.openxmlformats.org/drawingml/2006/main">
              <a:ext uri="{FF2B5EF4-FFF2-40B4-BE49-F238E27FC236}">
                <a16:creationId xmlns:a16="http://schemas.microsoft.com/office/drawing/2014/main" id="{118A13D8-0078-4253-8C67-DBA47E2F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ot-field">
            <a:extLst xmlns:a="http://schemas.openxmlformats.org/drawingml/2006/main">
              <a:ext uri="{FF2B5EF4-FFF2-40B4-BE49-F238E27FC236}">
                <a16:creationId xmlns:a16="http://schemas.microsoft.com/office/drawing/2014/main" id="{4A5404F6-C0A4-4392-B28D-AD08FE31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ot-field">
            <a:extLst xmlns:a="http://schemas.openxmlformats.org/drawingml/2006/main">
              <a:ext uri="{FF2B5EF4-FFF2-40B4-BE49-F238E27FC236}">
                <a16:creationId xmlns:a16="http://schemas.microsoft.com/office/drawing/2014/main" id="{B35CC319-3BB3-49C4-AA86-E532A41B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ot-field">
            <a:extLst xmlns:a="http://schemas.openxmlformats.org/drawingml/2006/main">
              <a:ext uri="{FF2B5EF4-FFF2-40B4-BE49-F238E27FC236}">
                <a16:creationId xmlns:a16="http://schemas.microsoft.com/office/drawing/2014/main" id="{CC6F0970-1F4D-43B9-99DE-F68B3EF6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dot-field">
            <a:extLst xmlns:a="http://schemas.openxmlformats.org/drawingml/2006/main">
              <a:ext uri="{FF2B5EF4-FFF2-40B4-BE49-F238E27FC236}">
                <a16:creationId xmlns:a16="http://schemas.microsoft.com/office/drawing/2014/main" id="{77761EB4-DCF6-430F-98DF-0D030F2D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ot-field">
            <a:extLst xmlns:a="http://schemas.openxmlformats.org/drawingml/2006/main">
              <a:ext uri="{FF2B5EF4-FFF2-40B4-BE49-F238E27FC236}">
                <a16:creationId xmlns:a16="http://schemas.microsoft.com/office/drawing/2014/main" id="{379DB785-CFEC-44A4-99CD-E6860542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dot-field">
            <a:extLst xmlns:a="http://schemas.openxmlformats.org/drawingml/2006/main">
              <a:ext uri="{FF2B5EF4-FFF2-40B4-BE49-F238E27FC236}">
                <a16:creationId xmlns:a16="http://schemas.microsoft.com/office/drawing/2014/main" id="{4C8A3CA1-FB83-4FD8-AA7F-10C02FB8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ot-field">
            <a:extLst xmlns:a="http://schemas.openxmlformats.org/drawingml/2006/main">
              <a:ext uri="{FF2B5EF4-FFF2-40B4-BE49-F238E27FC236}">
                <a16:creationId xmlns:a16="http://schemas.microsoft.com/office/drawing/2014/main" id="{294AE158-3F00-415B-82F8-E638B321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dot-field">
            <a:extLst xmlns:a="http://schemas.openxmlformats.org/drawingml/2006/main">
              <a:ext uri="{FF2B5EF4-FFF2-40B4-BE49-F238E27FC236}">
                <a16:creationId xmlns:a16="http://schemas.microsoft.com/office/drawing/2014/main" id="{476369C9-ADE5-44F3-A3A9-43F15B44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ot-field">
            <a:extLst xmlns:a="http://schemas.openxmlformats.org/drawingml/2006/main">
              <a:ext uri="{FF2B5EF4-FFF2-40B4-BE49-F238E27FC236}">
                <a16:creationId xmlns:a16="http://schemas.microsoft.com/office/drawing/2014/main" id="{0FA69FAC-1607-4ADB-BA02-96C3DBDC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ot-field">
            <a:extLst xmlns:a="http://schemas.openxmlformats.org/drawingml/2006/main">
              <a:ext uri="{FF2B5EF4-FFF2-40B4-BE49-F238E27FC236}">
                <a16:creationId xmlns:a16="http://schemas.microsoft.com/office/drawing/2014/main" id="{AEA25741-BF57-4EA0-8D95-CD3A4F24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ot-field">
            <a:extLst xmlns:a="http://schemas.openxmlformats.org/drawingml/2006/main">
              <a:ext uri="{FF2B5EF4-FFF2-40B4-BE49-F238E27FC236}">
                <a16:creationId xmlns:a16="http://schemas.microsoft.com/office/drawing/2014/main" id="{C735E781-C534-4481-B3B3-C0ACA534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dot-field">
            <a:extLst xmlns:a="http://schemas.openxmlformats.org/drawingml/2006/main">
              <a:ext uri="{FF2B5EF4-FFF2-40B4-BE49-F238E27FC236}">
                <a16:creationId xmlns:a16="http://schemas.microsoft.com/office/drawing/2014/main" id="{74311C7E-FBF8-4A25-97C4-70EA6475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ot-field">
            <a:extLst xmlns:a="http://schemas.openxmlformats.org/drawingml/2006/main">
              <a:ext uri="{FF2B5EF4-FFF2-40B4-BE49-F238E27FC236}">
                <a16:creationId xmlns:a16="http://schemas.microsoft.com/office/drawing/2014/main" id="{329D9357-6EF6-490D-9380-2DB48272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dot-field">
            <a:extLst xmlns:a="http://schemas.openxmlformats.org/drawingml/2006/main">
              <a:ext uri="{FF2B5EF4-FFF2-40B4-BE49-F238E27FC236}">
                <a16:creationId xmlns:a16="http://schemas.microsoft.com/office/drawing/2014/main" id="{17457330-F93A-4B1D-8B86-4C161A1B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ot-field">
            <a:extLst xmlns:a="http://schemas.openxmlformats.org/drawingml/2006/main">
              <a:ext uri="{FF2B5EF4-FFF2-40B4-BE49-F238E27FC236}">
                <a16:creationId xmlns:a16="http://schemas.microsoft.com/office/drawing/2014/main" id="{D580E401-27DE-4431-90ED-5A7558B1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dot-field">
            <a:extLst xmlns:a="http://schemas.openxmlformats.org/drawingml/2006/main">
              <a:ext uri="{FF2B5EF4-FFF2-40B4-BE49-F238E27FC236}">
                <a16:creationId xmlns:a16="http://schemas.microsoft.com/office/drawing/2014/main" id="{967232FE-0483-4B7B-8237-17AB5092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ot-field">
            <a:extLst xmlns:a="http://schemas.openxmlformats.org/drawingml/2006/main">
              <a:ext uri="{FF2B5EF4-FFF2-40B4-BE49-F238E27FC236}">
                <a16:creationId xmlns:a16="http://schemas.microsoft.com/office/drawing/2014/main" id="{4C242F5C-1B1A-408B-9160-6538417F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ot-field">
            <a:extLst xmlns:a="http://schemas.openxmlformats.org/drawingml/2006/main">
              <a:ext uri="{FF2B5EF4-FFF2-40B4-BE49-F238E27FC236}">
                <a16:creationId xmlns:a16="http://schemas.microsoft.com/office/drawing/2014/main" id="{67206767-DC08-42CA-AB19-DB8351A1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ot-field">
            <a:extLst xmlns:a="http://schemas.openxmlformats.org/drawingml/2006/main">
              <a:ext uri="{FF2B5EF4-FFF2-40B4-BE49-F238E27FC236}">
                <a16:creationId xmlns:a16="http://schemas.microsoft.com/office/drawing/2014/main" id="{F983B8A5-DCB1-44ED-8229-945884C4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ot-field">
            <a:extLst xmlns:a="http://schemas.openxmlformats.org/drawingml/2006/main">
              <a:ext uri="{FF2B5EF4-FFF2-40B4-BE49-F238E27FC236}">
                <a16:creationId xmlns:a16="http://schemas.microsoft.com/office/drawing/2014/main" id="{3F21B60A-3483-4A42-84F0-F99E1B88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ot-field">
            <a:extLst xmlns:a="http://schemas.openxmlformats.org/drawingml/2006/main">
              <a:ext uri="{FF2B5EF4-FFF2-40B4-BE49-F238E27FC236}">
                <a16:creationId xmlns:a16="http://schemas.microsoft.com/office/drawing/2014/main" id="{F6774C3C-588C-43FC-B6B7-2E1063F2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ot-field">
            <a:extLst xmlns:a="http://schemas.openxmlformats.org/drawingml/2006/main">
              <a:ext uri="{FF2B5EF4-FFF2-40B4-BE49-F238E27FC236}">
                <a16:creationId xmlns:a16="http://schemas.microsoft.com/office/drawing/2014/main" id="{90BC0AE4-9A56-4466-B38E-EEF83D24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dot-field">
            <a:extLst xmlns:a="http://schemas.openxmlformats.org/drawingml/2006/main">
              <a:ext uri="{FF2B5EF4-FFF2-40B4-BE49-F238E27FC236}">
                <a16:creationId xmlns:a16="http://schemas.microsoft.com/office/drawing/2014/main" id="{D5014997-3776-456D-8552-3C80A6BE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ot-field">
            <a:extLst xmlns:a="http://schemas.openxmlformats.org/drawingml/2006/main">
              <a:ext uri="{FF2B5EF4-FFF2-40B4-BE49-F238E27FC236}">
                <a16:creationId xmlns:a16="http://schemas.microsoft.com/office/drawing/2014/main" id="{8E2B80AD-C108-49CE-B5AA-A255A9FC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dot-field">
            <a:extLst xmlns:a="http://schemas.openxmlformats.org/drawingml/2006/main">
              <a:ext uri="{FF2B5EF4-FFF2-40B4-BE49-F238E27FC236}">
                <a16:creationId xmlns:a16="http://schemas.microsoft.com/office/drawing/2014/main" id="{E2EDEE85-263B-4DAF-A398-DDAB0ED5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ot-field">
            <a:extLst xmlns:a="http://schemas.openxmlformats.org/drawingml/2006/main">
              <a:ext uri="{FF2B5EF4-FFF2-40B4-BE49-F238E27FC236}">
                <a16:creationId xmlns:a16="http://schemas.microsoft.com/office/drawing/2014/main" id="{91F49B6C-E140-44A7-A205-35ABD0DC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ot-field">
            <a:extLst xmlns:a="http://schemas.openxmlformats.org/drawingml/2006/main">
              <a:ext uri="{FF2B5EF4-FFF2-40B4-BE49-F238E27FC236}">
                <a16:creationId xmlns:a16="http://schemas.microsoft.com/office/drawing/2014/main" id="{EEBF9118-30CB-4E2C-AFE6-7BA4C193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ot-field">
            <a:extLst xmlns:a="http://schemas.openxmlformats.org/drawingml/2006/main">
              <a:ext uri="{FF2B5EF4-FFF2-40B4-BE49-F238E27FC236}">
                <a16:creationId xmlns:a16="http://schemas.microsoft.com/office/drawing/2014/main" id="{70CEC88B-A9BD-4A55-AC28-63702F90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ot-field">
            <a:extLst xmlns:a="http://schemas.openxmlformats.org/drawingml/2006/main">
              <a:ext uri="{FF2B5EF4-FFF2-40B4-BE49-F238E27FC236}">
                <a16:creationId xmlns:a16="http://schemas.microsoft.com/office/drawing/2014/main" id="{B4FFDB65-410F-481F-B4A5-183CF433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ot-field">
            <a:extLst xmlns:a="http://schemas.openxmlformats.org/drawingml/2006/main">
              <a:ext uri="{FF2B5EF4-FFF2-40B4-BE49-F238E27FC236}">
                <a16:creationId xmlns:a16="http://schemas.microsoft.com/office/drawing/2014/main" id="{3F363A1D-6B32-4CF4-A3AC-6165FEB1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ot-field">
            <a:extLst xmlns:a="http://schemas.openxmlformats.org/drawingml/2006/main">
              <a:ext uri="{FF2B5EF4-FFF2-40B4-BE49-F238E27FC236}">
                <a16:creationId xmlns:a16="http://schemas.microsoft.com/office/drawing/2014/main" id="{51BE0387-E46F-4D21-B14E-6D0A3A02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ot-field">
            <a:extLst xmlns:a="http://schemas.openxmlformats.org/drawingml/2006/main">
              <a:ext uri="{FF2B5EF4-FFF2-40B4-BE49-F238E27FC236}">
                <a16:creationId xmlns:a16="http://schemas.microsoft.com/office/drawing/2014/main" id="{D8FC9DB7-2BC6-4B79-A013-7CF40FEE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ot-field">
            <a:extLst xmlns:a="http://schemas.openxmlformats.org/drawingml/2006/main">
              <a:ext uri="{FF2B5EF4-FFF2-40B4-BE49-F238E27FC236}">
                <a16:creationId xmlns:a16="http://schemas.microsoft.com/office/drawing/2014/main" id="{2A0B1149-07BE-4562-87A6-1F454784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ot-field">
            <a:extLst xmlns:a="http://schemas.openxmlformats.org/drawingml/2006/main">
              <a:ext uri="{FF2B5EF4-FFF2-40B4-BE49-F238E27FC236}">
                <a16:creationId xmlns:a16="http://schemas.microsoft.com/office/drawing/2014/main" id="{571DA83B-42AF-421A-9914-C1AB13F4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ot-field">
            <a:extLst xmlns:a="http://schemas.openxmlformats.org/drawingml/2006/main">
              <a:ext uri="{FF2B5EF4-FFF2-40B4-BE49-F238E27FC236}">
                <a16:creationId xmlns:a16="http://schemas.microsoft.com/office/drawing/2014/main" id="{3F478889-D22C-47DA-8DA5-465FF346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336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ot-field">
            <a:extLst xmlns:a="http://schemas.openxmlformats.org/drawingml/2006/main">
              <a:ext uri="{FF2B5EF4-FFF2-40B4-BE49-F238E27FC236}">
                <a16:creationId xmlns:a16="http://schemas.microsoft.com/office/drawing/2014/main" id="{550D7504-CD70-4FD3-A338-862977F3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dot-field">
            <a:extLst xmlns:a="http://schemas.openxmlformats.org/drawingml/2006/main">
              <a:ext uri="{FF2B5EF4-FFF2-40B4-BE49-F238E27FC236}">
                <a16:creationId xmlns:a16="http://schemas.microsoft.com/office/drawing/2014/main" id="{6BED493F-32DD-4E5D-9449-5C3F531E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ot-field">
            <a:extLst xmlns:a="http://schemas.openxmlformats.org/drawingml/2006/main">
              <a:ext uri="{FF2B5EF4-FFF2-40B4-BE49-F238E27FC236}">
                <a16:creationId xmlns:a16="http://schemas.microsoft.com/office/drawing/2014/main" id="{8E2AEC9D-140F-40EA-91C2-D16E9728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dot-field">
            <a:extLst xmlns:a="http://schemas.openxmlformats.org/drawingml/2006/main">
              <a:ext uri="{FF2B5EF4-FFF2-40B4-BE49-F238E27FC236}">
                <a16:creationId xmlns:a16="http://schemas.microsoft.com/office/drawing/2014/main" id="{B3EC3D06-69B9-41AF-BD42-945B4ED7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dot-field">
            <a:extLst xmlns:a="http://schemas.openxmlformats.org/drawingml/2006/main">
              <a:ext uri="{FF2B5EF4-FFF2-40B4-BE49-F238E27FC236}">
                <a16:creationId xmlns:a16="http://schemas.microsoft.com/office/drawing/2014/main" id="{14B04870-EAB5-48BF-9F2F-248646CF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dot-field">
            <a:extLst xmlns:a="http://schemas.openxmlformats.org/drawingml/2006/main">
              <a:ext uri="{FF2B5EF4-FFF2-40B4-BE49-F238E27FC236}">
                <a16:creationId xmlns:a16="http://schemas.microsoft.com/office/drawing/2014/main" id="{496D2E57-0DCD-4A42-B3FA-79E81894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dot-field">
            <a:extLst xmlns:a="http://schemas.openxmlformats.org/drawingml/2006/main">
              <a:ext uri="{FF2B5EF4-FFF2-40B4-BE49-F238E27FC236}">
                <a16:creationId xmlns:a16="http://schemas.microsoft.com/office/drawing/2014/main" id="{23831DB6-D919-43F5-BEFD-3EEED180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ot-field">
            <a:extLst xmlns:a="http://schemas.openxmlformats.org/drawingml/2006/main">
              <a:ext uri="{FF2B5EF4-FFF2-40B4-BE49-F238E27FC236}">
                <a16:creationId xmlns:a16="http://schemas.microsoft.com/office/drawing/2014/main" id="{C7557A2F-2FED-4B46-AB7C-064C35AB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dot-field">
            <a:extLst xmlns:a="http://schemas.openxmlformats.org/drawingml/2006/main">
              <a:ext uri="{FF2B5EF4-FFF2-40B4-BE49-F238E27FC236}">
                <a16:creationId xmlns:a16="http://schemas.microsoft.com/office/drawing/2014/main" id="{776FAB61-C58C-44C7-A857-51C435B1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336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dot-field">
            <a:extLst xmlns:a="http://schemas.openxmlformats.org/drawingml/2006/main">
              <a:ext uri="{FF2B5EF4-FFF2-40B4-BE49-F238E27FC236}">
                <a16:creationId xmlns:a16="http://schemas.microsoft.com/office/drawing/2014/main" id="{2D7D153B-6575-48BC-9C0B-7485C8D0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4336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dot-field">
            <a:extLst xmlns:a="http://schemas.openxmlformats.org/drawingml/2006/main">
              <a:ext uri="{FF2B5EF4-FFF2-40B4-BE49-F238E27FC236}">
                <a16:creationId xmlns:a16="http://schemas.microsoft.com/office/drawing/2014/main" id="{5381F709-48CB-44C9-A72F-0298278A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564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dot-field">
            <a:extLst xmlns:a="http://schemas.openxmlformats.org/drawingml/2006/main">
              <a:ext uri="{FF2B5EF4-FFF2-40B4-BE49-F238E27FC236}">
                <a16:creationId xmlns:a16="http://schemas.microsoft.com/office/drawing/2014/main" id="{610408C4-AE33-44EC-804E-2DCECCCC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dot-field">
            <a:extLst xmlns:a="http://schemas.openxmlformats.org/drawingml/2006/main">
              <a:ext uri="{FF2B5EF4-FFF2-40B4-BE49-F238E27FC236}">
                <a16:creationId xmlns:a16="http://schemas.microsoft.com/office/drawing/2014/main" id="{5BA9FDC2-6FE3-437D-A441-86B54E92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dot-field">
            <a:extLst xmlns:a="http://schemas.openxmlformats.org/drawingml/2006/main">
              <a:ext uri="{FF2B5EF4-FFF2-40B4-BE49-F238E27FC236}">
                <a16:creationId xmlns:a16="http://schemas.microsoft.com/office/drawing/2014/main" id="{E65A8BA6-0A13-469A-9CFF-CF8395D8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dot-field">
            <a:extLst xmlns:a="http://schemas.openxmlformats.org/drawingml/2006/main">
              <a:ext uri="{FF2B5EF4-FFF2-40B4-BE49-F238E27FC236}">
                <a16:creationId xmlns:a16="http://schemas.microsoft.com/office/drawing/2014/main" id="{40C5515D-3EA4-4D1B-AA29-439D2A2D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dot-field">
            <a:extLst xmlns:a="http://schemas.openxmlformats.org/drawingml/2006/main">
              <a:ext uri="{FF2B5EF4-FFF2-40B4-BE49-F238E27FC236}">
                <a16:creationId xmlns:a16="http://schemas.microsoft.com/office/drawing/2014/main" id="{7EA0012A-98D4-43F8-A32C-D0161965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ot-field">
            <a:extLst xmlns:a="http://schemas.openxmlformats.org/drawingml/2006/main">
              <a:ext uri="{FF2B5EF4-FFF2-40B4-BE49-F238E27FC236}">
                <a16:creationId xmlns:a16="http://schemas.microsoft.com/office/drawing/2014/main" id="{E9C20A9B-1411-4000-B67E-13BBCEFE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dot-field">
            <a:extLst xmlns:a="http://schemas.openxmlformats.org/drawingml/2006/main">
              <a:ext uri="{FF2B5EF4-FFF2-40B4-BE49-F238E27FC236}">
                <a16:creationId xmlns:a16="http://schemas.microsoft.com/office/drawing/2014/main" id="{995BBB94-1DD0-4CB8-926C-0AB131CE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dot-field">
            <a:extLst xmlns:a="http://schemas.openxmlformats.org/drawingml/2006/main">
              <a:ext uri="{FF2B5EF4-FFF2-40B4-BE49-F238E27FC236}">
                <a16:creationId xmlns:a16="http://schemas.microsoft.com/office/drawing/2014/main" id="{2A10E064-E897-41E8-A13C-38A1BA12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ot-field">
            <a:extLst xmlns:a="http://schemas.openxmlformats.org/drawingml/2006/main">
              <a:ext uri="{FF2B5EF4-FFF2-40B4-BE49-F238E27FC236}">
                <a16:creationId xmlns:a16="http://schemas.microsoft.com/office/drawing/2014/main" id="{5260B740-99B8-4D97-97EF-E4856ABC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dot-field">
            <a:extLst xmlns:a="http://schemas.openxmlformats.org/drawingml/2006/main">
              <a:ext uri="{FF2B5EF4-FFF2-40B4-BE49-F238E27FC236}">
                <a16:creationId xmlns:a16="http://schemas.microsoft.com/office/drawing/2014/main" id="{5BAD474D-4CAB-484D-8126-F9913011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dot-field">
            <a:extLst xmlns:a="http://schemas.openxmlformats.org/drawingml/2006/main">
              <a:ext uri="{FF2B5EF4-FFF2-40B4-BE49-F238E27FC236}">
                <a16:creationId xmlns:a16="http://schemas.microsoft.com/office/drawing/2014/main" id="{35A3BC40-95C8-4E9E-B10F-387C3B61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564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dot-field">
            <a:extLst xmlns:a="http://schemas.openxmlformats.org/drawingml/2006/main">
              <a:ext uri="{FF2B5EF4-FFF2-40B4-BE49-F238E27FC236}">
                <a16:creationId xmlns:a16="http://schemas.microsoft.com/office/drawing/2014/main" id="{1B05E5A8-FBA0-45CC-B504-36C6860A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ot-field">
            <a:extLst xmlns:a="http://schemas.openxmlformats.org/drawingml/2006/main">
              <a:ext uri="{FF2B5EF4-FFF2-40B4-BE49-F238E27FC236}">
                <a16:creationId xmlns:a16="http://schemas.microsoft.com/office/drawing/2014/main" id="{DDFF9823-A252-4A4A-A5CF-81E3275C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dot-field">
            <a:extLst xmlns:a="http://schemas.openxmlformats.org/drawingml/2006/main">
              <a:ext uri="{FF2B5EF4-FFF2-40B4-BE49-F238E27FC236}">
                <a16:creationId xmlns:a16="http://schemas.microsoft.com/office/drawing/2014/main" id="{18626612-C1E0-47B6-B574-C24FB652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dot-field">
            <a:extLst xmlns:a="http://schemas.openxmlformats.org/drawingml/2006/main">
              <a:ext uri="{FF2B5EF4-FFF2-40B4-BE49-F238E27FC236}">
                <a16:creationId xmlns:a16="http://schemas.microsoft.com/office/drawing/2014/main" id="{028BB534-B003-4D33-BB6B-FD759C2E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dot-field">
            <a:extLst xmlns:a="http://schemas.openxmlformats.org/drawingml/2006/main">
              <a:ext uri="{FF2B5EF4-FFF2-40B4-BE49-F238E27FC236}">
                <a16:creationId xmlns:a16="http://schemas.microsoft.com/office/drawing/2014/main" id="{3A666280-1B77-4B96-BA0B-0DE984EC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dot-field">
            <a:extLst xmlns:a="http://schemas.openxmlformats.org/drawingml/2006/main">
              <a:ext uri="{FF2B5EF4-FFF2-40B4-BE49-F238E27FC236}">
                <a16:creationId xmlns:a16="http://schemas.microsoft.com/office/drawing/2014/main" id="{3DE2D10C-FCA3-4F2F-9EEE-3BA26EB0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dot-field">
            <a:extLst xmlns:a="http://schemas.openxmlformats.org/drawingml/2006/main">
              <a:ext uri="{FF2B5EF4-FFF2-40B4-BE49-F238E27FC236}">
                <a16:creationId xmlns:a16="http://schemas.microsoft.com/office/drawing/2014/main" id="{AC125A67-BF13-4ED5-972E-E9FABB73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dot-field">
            <a:extLst xmlns:a="http://schemas.openxmlformats.org/drawingml/2006/main">
              <a:ext uri="{FF2B5EF4-FFF2-40B4-BE49-F238E27FC236}">
                <a16:creationId xmlns:a16="http://schemas.microsoft.com/office/drawing/2014/main" id="{58266F17-B674-4FAB-A05B-85C4AE06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dot-field">
            <a:extLst xmlns:a="http://schemas.openxmlformats.org/drawingml/2006/main">
              <a:ext uri="{FF2B5EF4-FFF2-40B4-BE49-F238E27FC236}">
                <a16:creationId xmlns:a16="http://schemas.microsoft.com/office/drawing/2014/main" id="{836F8369-6C6E-42B8-94D0-9F21BB31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dot-field">
            <a:extLst xmlns:a="http://schemas.openxmlformats.org/drawingml/2006/main">
              <a:ext uri="{FF2B5EF4-FFF2-40B4-BE49-F238E27FC236}">
                <a16:creationId xmlns:a16="http://schemas.microsoft.com/office/drawing/2014/main" id="{2AE96067-9F59-490F-889A-28B38F0E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dot-field">
            <a:extLst xmlns:a="http://schemas.openxmlformats.org/drawingml/2006/main">
              <a:ext uri="{FF2B5EF4-FFF2-40B4-BE49-F238E27FC236}">
                <a16:creationId xmlns:a16="http://schemas.microsoft.com/office/drawing/2014/main" id="{BBA74E33-2969-4BE2-8E48-2A788151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dot-field">
            <a:extLst xmlns:a="http://schemas.openxmlformats.org/drawingml/2006/main">
              <a:ext uri="{FF2B5EF4-FFF2-40B4-BE49-F238E27FC236}">
                <a16:creationId xmlns:a16="http://schemas.microsoft.com/office/drawing/2014/main" id="{B5854E66-57BB-4734-A42A-6DD3E77E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dot-field">
            <a:extLst xmlns:a="http://schemas.openxmlformats.org/drawingml/2006/main">
              <a:ext uri="{FF2B5EF4-FFF2-40B4-BE49-F238E27FC236}">
                <a16:creationId xmlns:a16="http://schemas.microsoft.com/office/drawing/2014/main" id="{4876D436-3C59-4408-B053-D4C7FCCA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dot-field">
            <a:extLst xmlns:a="http://schemas.openxmlformats.org/drawingml/2006/main">
              <a:ext uri="{FF2B5EF4-FFF2-40B4-BE49-F238E27FC236}">
                <a16:creationId xmlns:a16="http://schemas.microsoft.com/office/drawing/2014/main" id="{2B656263-7F43-4220-A889-2EB318E3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dot-field">
            <a:extLst xmlns:a="http://schemas.openxmlformats.org/drawingml/2006/main">
              <a:ext uri="{FF2B5EF4-FFF2-40B4-BE49-F238E27FC236}">
                <a16:creationId xmlns:a16="http://schemas.microsoft.com/office/drawing/2014/main" id="{37FFA86B-2389-4D0B-8643-DDC9BB2D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dot-field">
            <a:extLst xmlns:a="http://schemas.openxmlformats.org/drawingml/2006/main">
              <a:ext uri="{FF2B5EF4-FFF2-40B4-BE49-F238E27FC236}">
                <a16:creationId xmlns:a16="http://schemas.microsoft.com/office/drawing/2014/main" id="{8C31D860-48C7-447B-B401-B09E8EC5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dot-field">
            <a:extLst xmlns:a="http://schemas.openxmlformats.org/drawingml/2006/main">
              <a:ext uri="{FF2B5EF4-FFF2-40B4-BE49-F238E27FC236}">
                <a16:creationId xmlns:a16="http://schemas.microsoft.com/office/drawing/2014/main" id="{26186C58-1580-492C-AA1B-EF9E5AE8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dot-field">
            <a:extLst xmlns:a="http://schemas.openxmlformats.org/drawingml/2006/main">
              <a:ext uri="{FF2B5EF4-FFF2-40B4-BE49-F238E27FC236}">
                <a16:creationId xmlns:a16="http://schemas.microsoft.com/office/drawing/2014/main" id="{D5C209A8-AB42-4119-8AF8-4F0B7ED8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502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dot-field">
            <a:extLst xmlns:a="http://schemas.openxmlformats.org/drawingml/2006/main">
              <a:ext uri="{FF2B5EF4-FFF2-40B4-BE49-F238E27FC236}">
                <a16:creationId xmlns:a16="http://schemas.microsoft.com/office/drawing/2014/main" id="{40A62FEA-5083-42D0-B324-5F0E2017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502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dot-field">
            <a:extLst xmlns:a="http://schemas.openxmlformats.org/drawingml/2006/main">
              <a:ext uri="{FF2B5EF4-FFF2-40B4-BE49-F238E27FC236}">
                <a16:creationId xmlns:a16="http://schemas.microsoft.com/office/drawing/2014/main" id="{F12C406D-B53C-4687-BA90-934C3EB4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dot-field">
            <a:extLst xmlns:a="http://schemas.openxmlformats.org/drawingml/2006/main">
              <a:ext uri="{FF2B5EF4-FFF2-40B4-BE49-F238E27FC236}">
                <a16:creationId xmlns:a16="http://schemas.microsoft.com/office/drawing/2014/main" id="{AE045ABD-C305-4B6C-AB60-60DAFCE7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dot-field">
            <a:extLst xmlns:a="http://schemas.openxmlformats.org/drawingml/2006/main">
              <a:ext uri="{FF2B5EF4-FFF2-40B4-BE49-F238E27FC236}">
                <a16:creationId xmlns:a16="http://schemas.microsoft.com/office/drawing/2014/main" id="{34D94D99-465F-4516-A54E-CBCCD441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dot-field">
            <a:extLst xmlns:a="http://schemas.openxmlformats.org/drawingml/2006/main">
              <a:ext uri="{FF2B5EF4-FFF2-40B4-BE49-F238E27FC236}">
                <a16:creationId xmlns:a16="http://schemas.microsoft.com/office/drawing/2014/main" id="{35DD263C-70F6-4623-920C-E787D243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dot-field">
            <a:extLst xmlns:a="http://schemas.openxmlformats.org/drawingml/2006/main">
              <a:ext uri="{FF2B5EF4-FFF2-40B4-BE49-F238E27FC236}">
                <a16:creationId xmlns:a16="http://schemas.microsoft.com/office/drawing/2014/main" id="{AE531F08-4A7C-4145-9ABB-BDD90C98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dot-field">
            <a:extLst xmlns:a="http://schemas.openxmlformats.org/drawingml/2006/main">
              <a:ext uri="{FF2B5EF4-FFF2-40B4-BE49-F238E27FC236}">
                <a16:creationId xmlns:a16="http://schemas.microsoft.com/office/drawing/2014/main" id="{9436232F-6E7D-4B0B-8B4B-1FC97CE0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dot-field">
            <a:extLst xmlns:a="http://schemas.openxmlformats.org/drawingml/2006/main">
              <a:ext uri="{FF2B5EF4-FFF2-40B4-BE49-F238E27FC236}">
                <a16:creationId xmlns:a16="http://schemas.microsoft.com/office/drawing/2014/main" id="{1BB2908C-798E-45F2-B685-5978BFAD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dot-field">
            <a:extLst xmlns:a="http://schemas.openxmlformats.org/drawingml/2006/main">
              <a:ext uri="{FF2B5EF4-FFF2-40B4-BE49-F238E27FC236}">
                <a16:creationId xmlns:a16="http://schemas.microsoft.com/office/drawing/2014/main" id="{6598CC04-9FAC-4E61-98FE-289E43B4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dot-field">
            <a:extLst xmlns:a="http://schemas.openxmlformats.org/drawingml/2006/main">
              <a:ext uri="{FF2B5EF4-FFF2-40B4-BE49-F238E27FC236}">
                <a16:creationId xmlns:a16="http://schemas.microsoft.com/office/drawing/2014/main" id="{E79615BF-17B1-4C81-91FD-B6DFD00D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dot-field">
            <a:extLst xmlns:a="http://schemas.openxmlformats.org/drawingml/2006/main">
              <a:ext uri="{FF2B5EF4-FFF2-40B4-BE49-F238E27FC236}">
                <a16:creationId xmlns:a16="http://schemas.microsoft.com/office/drawing/2014/main" id="{0E0714C4-1C78-4C4E-8F79-72DAE6F1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ot-field">
            <a:extLst xmlns:a="http://schemas.openxmlformats.org/drawingml/2006/main">
              <a:ext uri="{FF2B5EF4-FFF2-40B4-BE49-F238E27FC236}">
                <a16:creationId xmlns:a16="http://schemas.microsoft.com/office/drawing/2014/main" id="{3034136A-A0FA-4DC7-9244-3AA310DD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dot-field">
            <a:extLst xmlns:a="http://schemas.openxmlformats.org/drawingml/2006/main">
              <a:ext uri="{FF2B5EF4-FFF2-40B4-BE49-F238E27FC236}">
                <a16:creationId xmlns:a16="http://schemas.microsoft.com/office/drawing/2014/main" id="{988095B6-1B5F-4F07-8F7E-EA0D5803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ot-field">
            <a:extLst xmlns:a="http://schemas.openxmlformats.org/drawingml/2006/main">
              <a:ext uri="{FF2B5EF4-FFF2-40B4-BE49-F238E27FC236}">
                <a16:creationId xmlns:a16="http://schemas.microsoft.com/office/drawing/2014/main" id="{66CDC420-4B76-49A9-ABEC-25DEA3F8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502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dot-field">
            <a:extLst xmlns:a="http://schemas.openxmlformats.org/drawingml/2006/main">
              <a:ext uri="{FF2B5EF4-FFF2-40B4-BE49-F238E27FC236}">
                <a16:creationId xmlns:a16="http://schemas.microsoft.com/office/drawing/2014/main" id="{83BCDEDE-4F6D-4390-BF1E-3C24B24C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ot-field">
            <a:extLst xmlns:a="http://schemas.openxmlformats.org/drawingml/2006/main">
              <a:ext uri="{FF2B5EF4-FFF2-40B4-BE49-F238E27FC236}">
                <a16:creationId xmlns:a16="http://schemas.microsoft.com/office/drawing/2014/main" id="{DE015B24-5C2D-46B4-83B5-7E62FACC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dot-field">
            <a:extLst xmlns:a="http://schemas.openxmlformats.org/drawingml/2006/main">
              <a:ext uri="{FF2B5EF4-FFF2-40B4-BE49-F238E27FC236}">
                <a16:creationId xmlns:a16="http://schemas.microsoft.com/office/drawing/2014/main" id="{01C7464C-FA76-41BF-87AD-DE5D54AC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ot-field">
            <a:extLst xmlns:a="http://schemas.openxmlformats.org/drawingml/2006/main">
              <a:ext uri="{FF2B5EF4-FFF2-40B4-BE49-F238E27FC236}">
                <a16:creationId xmlns:a16="http://schemas.microsoft.com/office/drawing/2014/main" id="{814D8682-F64B-47BE-BF57-6052640B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dot-field">
            <a:extLst xmlns:a="http://schemas.openxmlformats.org/drawingml/2006/main">
              <a:ext uri="{FF2B5EF4-FFF2-40B4-BE49-F238E27FC236}">
                <a16:creationId xmlns:a16="http://schemas.microsoft.com/office/drawing/2014/main" id="{BCB91D4E-A8CF-4854-92D5-01FCD420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ot-field">
            <a:extLst xmlns:a="http://schemas.openxmlformats.org/drawingml/2006/main">
              <a:ext uri="{FF2B5EF4-FFF2-40B4-BE49-F238E27FC236}">
                <a16:creationId xmlns:a16="http://schemas.microsoft.com/office/drawing/2014/main" id="{E18E448B-0CA1-4881-9330-F13E0346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dot-field">
            <a:extLst xmlns:a="http://schemas.openxmlformats.org/drawingml/2006/main">
              <a:ext uri="{FF2B5EF4-FFF2-40B4-BE49-F238E27FC236}">
                <a16:creationId xmlns:a16="http://schemas.microsoft.com/office/drawing/2014/main" id="{A82A2F4D-9818-4E05-8136-1DB374F9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ot-field">
            <a:extLst xmlns:a="http://schemas.openxmlformats.org/drawingml/2006/main">
              <a:ext uri="{FF2B5EF4-FFF2-40B4-BE49-F238E27FC236}">
                <a16:creationId xmlns:a16="http://schemas.microsoft.com/office/drawing/2014/main" id="{A3DC013E-7D8E-4809-B595-B210658F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dot-field">
            <a:extLst xmlns:a="http://schemas.openxmlformats.org/drawingml/2006/main">
              <a:ext uri="{FF2B5EF4-FFF2-40B4-BE49-F238E27FC236}">
                <a16:creationId xmlns:a16="http://schemas.microsoft.com/office/drawing/2014/main" id="{B743D410-C45C-42BF-87B9-8F5658D6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ot-field">
            <a:extLst xmlns:a="http://schemas.openxmlformats.org/drawingml/2006/main">
              <a:ext uri="{FF2B5EF4-FFF2-40B4-BE49-F238E27FC236}">
                <a16:creationId xmlns:a16="http://schemas.microsoft.com/office/drawing/2014/main" id="{B241BF5D-5686-41B8-9061-652F747C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dot-field">
            <a:extLst xmlns:a="http://schemas.openxmlformats.org/drawingml/2006/main">
              <a:ext uri="{FF2B5EF4-FFF2-40B4-BE49-F238E27FC236}">
                <a16:creationId xmlns:a16="http://schemas.microsoft.com/office/drawing/2014/main" id="{D2457C51-E512-4586-BBBC-5A2139E6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ot-field">
            <a:extLst xmlns:a="http://schemas.openxmlformats.org/drawingml/2006/main">
              <a:ext uri="{FF2B5EF4-FFF2-40B4-BE49-F238E27FC236}">
                <a16:creationId xmlns:a16="http://schemas.microsoft.com/office/drawing/2014/main" id="{ED09E2E0-E87A-4C3F-8D1D-E7E0FFF9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ot-field">
            <a:extLst xmlns:a="http://schemas.openxmlformats.org/drawingml/2006/main">
              <a:ext uri="{FF2B5EF4-FFF2-40B4-BE49-F238E27FC236}">
                <a16:creationId xmlns:a16="http://schemas.microsoft.com/office/drawing/2014/main" id="{2A65942F-B085-4284-B180-DF875A88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ot-field">
            <a:extLst xmlns:a="http://schemas.openxmlformats.org/drawingml/2006/main">
              <a:ext uri="{FF2B5EF4-FFF2-40B4-BE49-F238E27FC236}">
                <a16:creationId xmlns:a16="http://schemas.microsoft.com/office/drawing/2014/main" id="{5C10433C-7EB1-4013-ADFA-5FB17A76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ot-field">
            <a:extLst xmlns:a="http://schemas.openxmlformats.org/drawingml/2006/main">
              <a:ext uri="{FF2B5EF4-FFF2-40B4-BE49-F238E27FC236}">
                <a16:creationId xmlns:a16="http://schemas.microsoft.com/office/drawing/2014/main" id="{742C87DF-36EE-43A7-9EB4-26F3ACFA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ot-field">
            <a:extLst xmlns:a="http://schemas.openxmlformats.org/drawingml/2006/main">
              <a:ext uri="{FF2B5EF4-FFF2-40B4-BE49-F238E27FC236}">
                <a16:creationId xmlns:a16="http://schemas.microsoft.com/office/drawing/2014/main" id="{8BA70114-3738-47F8-B7AD-9F6C9AE8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ot-field">
            <a:extLst xmlns:a="http://schemas.openxmlformats.org/drawingml/2006/main">
              <a:ext uri="{FF2B5EF4-FFF2-40B4-BE49-F238E27FC236}">
                <a16:creationId xmlns:a16="http://schemas.microsoft.com/office/drawing/2014/main" id="{59D8EEA4-4721-4F51-8480-C3F372B5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ot-field">
            <a:extLst xmlns:a="http://schemas.openxmlformats.org/drawingml/2006/main">
              <a:ext uri="{FF2B5EF4-FFF2-40B4-BE49-F238E27FC236}">
                <a16:creationId xmlns:a16="http://schemas.microsoft.com/office/drawing/2014/main" id="{38888DF8-08B6-41EF-99F2-67704198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dot-field">
            <a:extLst xmlns:a="http://schemas.openxmlformats.org/drawingml/2006/main">
              <a:ext uri="{FF2B5EF4-FFF2-40B4-BE49-F238E27FC236}">
                <a16:creationId xmlns:a16="http://schemas.microsoft.com/office/drawing/2014/main" id="{5E728433-014A-49A7-B6FD-97DC0F74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ot-field">
            <a:extLst xmlns:a="http://schemas.openxmlformats.org/drawingml/2006/main">
              <a:ext uri="{FF2B5EF4-FFF2-40B4-BE49-F238E27FC236}">
                <a16:creationId xmlns:a16="http://schemas.microsoft.com/office/drawing/2014/main" id="{5D98799E-BC5A-42FD-A480-81AC137B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dot-field">
            <a:extLst xmlns:a="http://schemas.openxmlformats.org/drawingml/2006/main">
              <a:ext uri="{FF2B5EF4-FFF2-40B4-BE49-F238E27FC236}">
                <a16:creationId xmlns:a16="http://schemas.microsoft.com/office/drawing/2014/main" id="{44425126-21AE-476A-BB2B-59398D1C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ot-field">
            <a:extLst xmlns:a="http://schemas.openxmlformats.org/drawingml/2006/main">
              <a:ext uri="{FF2B5EF4-FFF2-40B4-BE49-F238E27FC236}">
                <a16:creationId xmlns:a16="http://schemas.microsoft.com/office/drawing/2014/main" id="{F691972C-94C0-49D7-B1B4-D68EDC3D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dot-field">
            <a:extLst xmlns:a="http://schemas.openxmlformats.org/drawingml/2006/main">
              <a:ext uri="{FF2B5EF4-FFF2-40B4-BE49-F238E27FC236}">
                <a16:creationId xmlns:a16="http://schemas.microsoft.com/office/drawing/2014/main" id="{C5471FE0-751E-4BD0-8A76-326C37A5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ot-field">
            <a:extLst xmlns:a="http://schemas.openxmlformats.org/drawingml/2006/main">
              <a:ext uri="{FF2B5EF4-FFF2-40B4-BE49-F238E27FC236}">
                <a16:creationId xmlns:a16="http://schemas.microsoft.com/office/drawing/2014/main" id="{87823AEA-CFD1-4299-AEF2-683CABA9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dot-field">
            <a:extLst xmlns:a="http://schemas.openxmlformats.org/drawingml/2006/main">
              <a:ext uri="{FF2B5EF4-FFF2-40B4-BE49-F238E27FC236}">
                <a16:creationId xmlns:a16="http://schemas.microsoft.com/office/drawing/2014/main" id="{E8ECEEC9-C930-47B8-93CD-A26E9176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8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ot-field">
            <a:extLst xmlns:a="http://schemas.openxmlformats.org/drawingml/2006/main">
              <a:ext uri="{FF2B5EF4-FFF2-40B4-BE49-F238E27FC236}">
                <a16:creationId xmlns:a16="http://schemas.microsoft.com/office/drawing/2014/main" id="{B38B1E81-56B1-4E70-A9F1-AA4293E8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dot-field">
            <a:extLst xmlns:a="http://schemas.openxmlformats.org/drawingml/2006/main">
              <a:ext uri="{FF2B5EF4-FFF2-40B4-BE49-F238E27FC236}">
                <a16:creationId xmlns:a16="http://schemas.microsoft.com/office/drawing/2014/main" id="{1790C1D4-4DB2-45E3-BD52-67296B1B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ot-field">
            <a:extLst xmlns:a="http://schemas.openxmlformats.org/drawingml/2006/main">
              <a:ext uri="{FF2B5EF4-FFF2-40B4-BE49-F238E27FC236}">
                <a16:creationId xmlns:a16="http://schemas.microsoft.com/office/drawing/2014/main" id="{28E46F25-9BF3-4C2A-AD4A-ACF7A643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ot-field">
            <a:extLst xmlns:a="http://schemas.openxmlformats.org/drawingml/2006/main">
              <a:ext uri="{FF2B5EF4-FFF2-40B4-BE49-F238E27FC236}">
                <a16:creationId xmlns:a16="http://schemas.microsoft.com/office/drawing/2014/main" id="{ED9F3368-8643-4D83-9557-3322FB2B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ot-field">
            <a:extLst xmlns:a="http://schemas.openxmlformats.org/drawingml/2006/main">
              <a:ext uri="{FF2B5EF4-FFF2-40B4-BE49-F238E27FC236}">
                <a16:creationId xmlns:a16="http://schemas.microsoft.com/office/drawing/2014/main" id="{243EE528-AB4A-4F11-8B09-2E653787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ot-field">
            <a:extLst xmlns:a="http://schemas.openxmlformats.org/drawingml/2006/main">
              <a:ext uri="{FF2B5EF4-FFF2-40B4-BE49-F238E27FC236}">
                <a16:creationId xmlns:a16="http://schemas.microsoft.com/office/drawing/2014/main" id="{85B51B30-8B97-4EC4-B5AB-E89440F3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dot-field">
            <a:extLst xmlns:a="http://schemas.openxmlformats.org/drawingml/2006/main">
              <a:ext uri="{FF2B5EF4-FFF2-40B4-BE49-F238E27FC236}">
                <a16:creationId xmlns:a16="http://schemas.microsoft.com/office/drawing/2014/main" id="{511D8527-F9EF-48D7-90B1-FC96636F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ot-field">
            <a:extLst xmlns:a="http://schemas.openxmlformats.org/drawingml/2006/main">
              <a:ext uri="{FF2B5EF4-FFF2-40B4-BE49-F238E27FC236}">
                <a16:creationId xmlns:a16="http://schemas.microsoft.com/office/drawing/2014/main" id="{CEB7106B-5380-4916-A1E1-616A34E8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0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dot-field">
            <a:extLst xmlns:a="http://schemas.openxmlformats.org/drawingml/2006/main">
              <a:ext uri="{FF2B5EF4-FFF2-40B4-BE49-F238E27FC236}">
                <a16:creationId xmlns:a16="http://schemas.microsoft.com/office/drawing/2014/main" id="{00CA3E08-8382-4E79-98EE-77069468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6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ot-field">
            <a:extLst xmlns:a="http://schemas.openxmlformats.org/drawingml/2006/main">
              <a:ext uri="{FF2B5EF4-FFF2-40B4-BE49-F238E27FC236}">
                <a16:creationId xmlns:a16="http://schemas.microsoft.com/office/drawing/2014/main" id="{C886A373-4264-4326-8514-74DF330D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dot-field">
            <a:extLst xmlns:a="http://schemas.openxmlformats.org/drawingml/2006/main">
              <a:ext uri="{FF2B5EF4-FFF2-40B4-BE49-F238E27FC236}">
                <a16:creationId xmlns:a16="http://schemas.microsoft.com/office/drawing/2014/main" id="{E4E71CC6-A0C0-4F84-BCDF-2B6AAEF7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dot-field">
            <a:extLst xmlns:a="http://schemas.openxmlformats.org/drawingml/2006/main">
              <a:ext uri="{FF2B5EF4-FFF2-40B4-BE49-F238E27FC236}">
                <a16:creationId xmlns:a16="http://schemas.microsoft.com/office/drawing/2014/main" id="{7E412D71-6227-49B7-859C-85595211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dot-field">
            <a:extLst xmlns:a="http://schemas.openxmlformats.org/drawingml/2006/main">
              <a:ext uri="{FF2B5EF4-FFF2-40B4-BE49-F238E27FC236}">
                <a16:creationId xmlns:a16="http://schemas.microsoft.com/office/drawing/2014/main" id="{448C32CD-63D0-4D28-A59D-E7AC3DA0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dot-field">
            <a:extLst xmlns:a="http://schemas.openxmlformats.org/drawingml/2006/main">
              <a:ext uri="{FF2B5EF4-FFF2-40B4-BE49-F238E27FC236}">
                <a16:creationId xmlns:a16="http://schemas.microsoft.com/office/drawing/2014/main" id="{7C62FB8E-ECEC-4D28-805E-6D6F9303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dot-field">
            <a:extLst xmlns:a="http://schemas.openxmlformats.org/drawingml/2006/main">
              <a:ext uri="{FF2B5EF4-FFF2-40B4-BE49-F238E27FC236}">
                <a16:creationId xmlns:a16="http://schemas.microsoft.com/office/drawing/2014/main" id="{7728A48D-E92A-4FDF-BC49-FF78FA10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0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center-ring">
            <a:extLst xmlns:a="http://schemas.openxmlformats.org/drawingml/2006/main">
              <a:ext uri="{FF2B5EF4-FFF2-40B4-BE49-F238E27FC236}">
                <a16:creationId xmlns:a16="http://schemas.microsoft.com/office/drawing/2014/main" id="{DDE2E4A4-2E8E-41F2-98BF-425CDB63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155" y="2493454"/>
            <a:ext cx="2861691" cy="2861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B9DC"/>
            </a:solidFill>
            <a:prstDash val="solid"/>
          </a:ln>
        </p:spPr>
      </p:sp>
      <p:sp>
        <p:nvSpPr>
          <p:cNvPr id="238" name="center-image-required-slot">
            <a:extLst xmlns:a="http://schemas.openxmlformats.org/drawingml/2006/main">
              <a:ext uri="{FF2B5EF4-FFF2-40B4-BE49-F238E27FC236}">
                <a16:creationId xmlns:a16="http://schemas.microsoft.com/office/drawing/2014/main" id="{D233447D-D976-4285-82B5-AF0BA249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405" y="2588704"/>
            <a:ext cx="2671191" cy="26711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9050">
            <a:solidFill>
              <a:srgbClr val="1A75BB"/>
            </a:solidFill>
            <a:prstDash val="dash"/>
          </a:ln>
        </p:spPr>
      </p:sp>
      <p:sp>
        <p:nvSpPr>
          <p:cNvPr id="239" name="center-image-required-label">
            <a:extLst xmlns:a="http://schemas.openxmlformats.org/drawingml/2006/main">
              <a:ext uri="{FF2B5EF4-FFF2-40B4-BE49-F238E27FC236}">
                <a16:creationId xmlns:a16="http://schemas.microsoft.com/office/drawing/2014/main" id="{F67451C0-BBA8-4381-8DC5-5C492A72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405" y="2588704"/>
            <a:ext cx="2671191" cy="2671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rPr>
              <a:t>中心图片槽</a:t>
            </a:r>
          </a:p>
          <a:p xmlns:a="http://schemas.openxmlformats.org/drawingml/2006/main">
            <a:pPr algn="ctr">
              <a:def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rPr>
              <a:t>必填</a:t>
            </a:r>
          </a:p>
        </p:txBody>
      </p:sp>
      <p:sp>
        <p:nvSpPr>
          <p:cNvPr id="240" name="icon-disk-governance">
            <a:extLst xmlns:a="http://schemas.openxmlformats.org/drawingml/2006/main">
              <a:ext uri="{FF2B5EF4-FFF2-40B4-BE49-F238E27FC236}">
                <a16:creationId xmlns:a16="http://schemas.microsoft.com/office/drawing/2014/main" id="{364A0603-3080-41ED-948E-690CFA27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3248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41" name="icon-slot-governance">
            <a:extLst xmlns:a="http://schemas.openxmlformats.org/drawingml/2006/main">
              <a:ext uri="{FF2B5EF4-FFF2-40B4-BE49-F238E27FC236}">
                <a16:creationId xmlns:a16="http://schemas.microsoft.com/office/drawing/2014/main" id="{B81CD3D4-49E7-4BD0-B988-1994FB29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32480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42" name="title-governance">
            <a:extLst xmlns:a="http://schemas.openxmlformats.org/drawingml/2006/main">
              <a:ext uri="{FF2B5EF4-FFF2-40B4-BE49-F238E27FC236}">
                <a16:creationId xmlns:a16="http://schemas.microsoft.com/office/drawing/2014/main" id="{82EA0035-4C67-4450-AB1C-89759EB8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4" y="3219450"/>
            <a:ext cx="25379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数据治理</a:t>
            </a:r>
          </a:p>
        </p:txBody>
      </p:sp>
      <p:sp>
        <p:nvSpPr>
          <p:cNvPr id="243" name="body-governance">
            <a:extLst xmlns:a="http://schemas.openxmlformats.org/drawingml/2006/main">
              <a:ext uri="{FF2B5EF4-FFF2-40B4-BE49-F238E27FC236}">
                <a16:creationId xmlns:a16="http://schemas.microsoft.com/office/drawing/2014/main" id="{EB6C0D08-B54F-4ADE-A3CE-1899B8B3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4" y="3495675"/>
            <a:ext cx="253793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统一口径与可信数据底座</a:t>
            </a:r>
          </a:p>
        </p:txBody>
      </p:sp>
      <p:sp>
        <p:nvSpPr>
          <p:cNvPr id="244" name="icon-disk-validation">
            <a:extLst xmlns:a="http://schemas.openxmlformats.org/drawingml/2006/main">
              <a:ext uri="{FF2B5EF4-FFF2-40B4-BE49-F238E27FC236}">
                <a16:creationId xmlns:a16="http://schemas.microsoft.com/office/drawing/2014/main" id="{FC72ACDA-FF0E-4270-96A9-33E126D9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41052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45" name="icon-slot-validation">
            <a:extLst xmlns:a="http://schemas.openxmlformats.org/drawingml/2006/main">
              <a:ext uri="{FF2B5EF4-FFF2-40B4-BE49-F238E27FC236}">
                <a16:creationId xmlns:a16="http://schemas.microsoft.com/office/drawing/2014/main" id="{6C841639-9C67-410D-B686-DB8303BE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41052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46" name="title-validation">
            <a:extLst xmlns:a="http://schemas.openxmlformats.org/drawingml/2006/main">
              <a:ext uri="{FF2B5EF4-FFF2-40B4-BE49-F238E27FC236}">
                <a16:creationId xmlns:a16="http://schemas.microsoft.com/office/drawing/2014/main" id="{DE4CFC71-B534-4103-B657-926FCC7B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4" y="4076700"/>
            <a:ext cx="25379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实验验证</a:t>
            </a:r>
          </a:p>
        </p:txBody>
      </p:sp>
      <p:sp>
        <p:nvSpPr>
          <p:cNvPr id="247" name="body-validation">
            <a:extLst xmlns:a="http://schemas.openxmlformats.org/drawingml/2006/main">
              <a:ext uri="{FF2B5EF4-FFF2-40B4-BE49-F238E27FC236}">
                <a16:creationId xmlns:a16="http://schemas.microsoft.com/office/drawing/2014/main" id="{4E0E39D2-4FE4-42A1-906A-00B5E762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4" y="4352925"/>
            <a:ext cx="253793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用可重复证据检验方法</a:t>
            </a:r>
          </a:p>
        </p:txBody>
      </p:sp>
      <p:sp>
        <p:nvSpPr>
          <p:cNvPr id="248" name="icon-disk-modeling">
            <a:extLst xmlns:a="http://schemas.openxmlformats.org/drawingml/2006/main">
              <a:ext uri="{FF2B5EF4-FFF2-40B4-BE49-F238E27FC236}">
                <a16:creationId xmlns:a16="http://schemas.microsoft.com/office/drawing/2014/main" id="{7B2E80DB-8EDF-4D8E-973A-3934E2E8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61" y="3248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49" name="icon-slot-modeling">
            <a:extLst xmlns:a="http://schemas.openxmlformats.org/drawingml/2006/main">
              <a:ext uri="{FF2B5EF4-FFF2-40B4-BE49-F238E27FC236}">
                <a16:creationId xmlns:a16="http://schemas.microsoft.com/office/drawing/2014/main" id="{1DE02684-6BA3-4092-A33E-B0E5B8E2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61" y="32480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50" name="title-modeling">
            <a:extLst xmlns:a="http://schemas.openxmlformats.org/drawingml/2006/main">
              <a:ext uri="{FF2B5EF4-FFF2-40B4-BE49-F238E27FC236}">
                <a16:creationId xmlns:a16="http://schemas.microsoft.com/office/drawing/2014/main" id="{9B44B906-8515-4460-9435-106CDEA5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25379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模型研发</a:t>
            </a:r>
          </a:p>
        </p:txBody>
      </p:sp>
      <p:sp>
        <p:nvSpPr>
          <p:cNvPr id="251" name="body-modeling">
            <a:extLst xmlns:a="http://schemas.openxmlformats.org/drawingml/2006/main">
              <a:ext uri="{FF2B5EF4-FFF2-40B4-BE49-F238E27FC236}">
                <a16:creationId xmlns:a16="http://schemas.microsoft.com/office/drawing/2014/main" id="{97C7CB7C-0573-4133-AFFF-9AA3ABE5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95675"/>
            <a:ext cx="253793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面向问题构建可复用模型</a:t>
            </a:r>
          </a:p>
        </p:txBody>
      </p:sp>
      <p:sp>
        <p:nvSpPr>
          <p:cNvPr id="252" name="icon-disk-translation">
            <a:extLst xmlns:a="http://schemas.openxmlformats.org/drawingml/2006/main">
              <a:ext uri="{FF2B5EF4-FFF2-40B4-BE49-F238E27FC236}">
                <a16:creationId xmlns:a16="http://schemas.microsoft.com/office/drawing/2014/main" id="{FCD3AB87-F833-408A-A4F3-FC41A92A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61" y="41052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53" name="icon-slot-translation">
            <a:extLst xmlns:a="http://schemas.openxmlformats.org/drawingml/2006/main">
              <a:ext uri="{FF2B5EF4-FFF2-40B4-BE49-F238E27FC236}">
                <a16:creationId xmlns:a16="http://schemas.microsoft.com/office/drawing/2014/main" id="{1D412DEF-4000-4A71-99D3-FFB55A27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61" y="41052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54" name="title-translation">
            <a:extLst xmlns:a="http://schemas.openxmlformats.org/drawingml/2006/main">
              <a:ext uri="{FF2B5EF4-FFF2-40B4-BE49-F238E27FC236}">
                <a16:creationId xmlns:a16="http://schemas.microsoft.com/office/drawing/2014/main" id="{DDFCEB2B-ABE8-4A57-8BFF-A69092D9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76700"/>
            <a:ext cx="25379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成果转化</a:t>
            </a:r>
          </a:p>
        </p:txBody>
      </p:sp>
      <p:sp>
        <p:nvSpPr>
          <p:cNvPr id="255" name="body-translation">
            <a:extLst xmlns:a="http://schemas.openxmlformats.org/drawingml/2006/main">
              <a:ext uri="{FF2B5EF4-FFF2-40B4-BE49-F238E27FC236}">
                <a16:creationId xmlns:a16="http://schemas.microsoft.com/office/drawing/2014/main" id="{B6F02EA8-D320-4B10-9EB2-19D1FB46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52925"/>
            <a:ext cx="253793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让研究结果进入真实场景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科研平台的协同能力｜5 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结构能力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BFC56AB-39CC-4E46-BB7F-272BD920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dot-field">
            <a:extLst xmlns:a="http://schemas.openxmlformats.org/drawingml/2006/main">
              <a:ext uri="{FF2B5EF4-FFF2-40B4-BE49-F238E27FC236}">
                <a16:creationId xmlns:a16="http://schemas.microsoft.com/office/drawing/2014/main" id="{69215DF2-FBD3-4C44-B2F1-3BD254DB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1821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ot-field">
            <a:extLst xmlns:a="http://schemas.openxmlformats.org/drawingml/2006/main">
              <a:ext uri="{FF2B5EF4-FFF2-40B4-BE49-F238E27FC236}">
                <a16:creationId xmlns:a16="http://schemas.microsoft.com/office/drawing/2014/main" id="{6B5E268B-0581-4AD4-8FC3-7BC1554C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1821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ot-field">
            <a:extLst xmlns:a="http://schemas.openxmlformats.org/drawingml/2006/main">
              <a:ext uri="{FF2B5EF4-FFF2-40B4-BE49-F238E27FC236}">
                <a16:creationId xmlns:a16="http://schemas.microsoft.com/office/drawing/2014/main" id="{8760BCF8-E638-496D-972B-1BB0B6D7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1821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ot-field">
            <a:extLst xmlns:a="http://schemas.openxmlformats.org/drawingml/2006/main">
              <a:ext uri="{FF2B5EF4-FFF2-40B4-BE49-F238E27FC236}">
                <a16:creationId xmlns:a16="http://schemas.microsoft.com/office/drawing/2014/main" id="{674731F5-CA0D-4A7D-B1E3-243C174B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ot-field">
            <a:extLst xmlns:a="http://schemas.openxmlformats.org/drawingml/2006/main">
              <a:ext uri="{FF2B5EF4-FFF2-40B4-BE49-F238E27FC236}">
                <a16:creationId xmlns:a16="http://schemas.microsoft.com/office/drawing/2014/main" id="{22802A02-C39B-450D-B2C6-90307E23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ot-field">
            <a:extLst xmlns:a="http://schemas.openxmlformats.org/drawingml/2006/main">
              <a:ext uri="{FF2B5EF4-FFF2-40B4-BE49-F238E27FC236}">
                <a16:creationId xmlns:a16="http://schemas.microsoft.com/office/drawing/2014/main" id="{15C0960B-5296-4C4D-A80E-91D45722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ot-field">
            <a:extLst xmlns:a="http://schemas.openxmlformats.org/drawingml/2006/main">
              <a:ext uri="{FF2B5EF4-FFF2-40B4-BE49-F238E27FC236}">
                <a16:creationId xmlns:a16="http://schemas.microsoft.com/office/drawing/2014/main" id="{ADFBA4E3-F715-406B-8D89-D8CCF870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ot-field">
            <a:extLst xmlns:a="http://schemas.openxmlformats.org/drawingml/2006/main">
              <a:ext uri="{FF2B5EF4-FFF2-40B4-BE49-F238E27FC236}">
                <a16:creationId xmlns:a16="http://schemas.microsoft.com/office/drawing/2014/main" id="{7EAA6AD3-3368-4A43-87FA-7DD6B6D4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ot-field">
            <a:extLst xmlns:a="http://schemas.openxmlformats.org/drawingml/2006/main">
              <a:ext uri="{FF2B5EF4-FFF2-40B4-BE49-F238E27FC236}">
                <a16:creationId xmlns:a16="http://schemas.microsoft.com/office/drawing/2014/main" id="{AC1B26AC-E5EC-44A7-AEB4-B34CC0AB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ot-field">
            <a:extLst xmlns:a="http://schemas.openxmlformats.org/drawingml/2006/main">
              <a:ext uri="{FF2B5EF4-FFF2-40B4-BE49-F238E27FC236}">
                <a16:creationId xmlns:a16="http://schemas.microsoft.com/office/drawing/2014/main" id="{1AD2E2A2-8196-49A8-8DBC-2761E023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0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ot-field">
            <a:extLst xmlns:a="http://schemas.openxmlformats.org/drawingml/2006/main">
              <a:ext uri="{FF2B5EF4-FFF2-40B4-BE49-F238E27FC236}">
                <a16:creationId xmlns:a16="http://schemas.microsoft.com/office/drawing/2014/main" id="{FA6DCBFC-21BB-4C89-8FB5-B3620D3E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6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ot-field">
            <a:extLst xmlns:a="http://schemas.openxmlformats.org/drawingml/2006/main">
              <a:ext uri="{FF2B5EF4-FFF2-40B4-BE49-F238E27FC236}">
                <a16:creationId xmlns:a16="http://schemas.microsoft.com/office/drawing/2014/main" id="{6AB42FEC-4E5A-4621-A87B-3936AAAE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ot-field">
            <a:extLst xmlns:a="http://schemas.openxmlformats.org/drawingml/2006/main">
              <a:ext uri="{FF2B5EF4-FFF2-40B4-BE49-F238E27FC236}">
                <a16:creationId xmlns:a16="http://schemas.microsoft.com/office/drawing/2014/main" id="{954AC472-A518-40D8-86D4-659B6D67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ot-field">
            <a:extLst xmlns:a="http://schemas.openxmlformats.org/drawingml/2006/main">
              <a:ext uri="{FF2B5EF4-FFF2-40B4-BE49-F238E27FC236}">
                <a16:creationId xmlns:a16="http://schemas.microsoft.com/office/drawing/2014/main" id="{A4AB91C1-516C-49F2-B3F0-EF5B9C2E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ot-field">
            <a:extLst xmlns:a="http://schemas.openxmlformats.org/drawingml/2006/main">
              <a:ext uri="{FF2B5EF4-FFF2-40B4-BE49-F238E27FC236}">
                <a16:creationId xmlns:a16="http://schemas.microsoft.com/office/drawing/2014/main" id="{F15F12A2-71F2-4A0E-9D78-C63B4775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ot-field">
            <a:extLst xmlns:a="http://schemas.openxmlformats.org/drawingml/2006/main">
              <a:ext uri="{FF2B5EF4-FFF2-40B4-BE49-F238E27FC236}">
                <a16:creationId xmlns:a16="http://schemas.microsoft.com/office/drawing/2014/main" id="{56DFE3B7-0476-4F9F-B165-E97E2DB5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ot-field">
            <a:extLst xmlns:a="http://schemas.openxmlformats.org/drawingml/2006/main">
              <a:ext uri="{FF2B5EF4-FFF2-40B4-BE49-F238E27FC236}">
                <a16:creationId xmlns:a16="http://schemas.microsoft.com/office/drawing/2014/main" id="{6DFDA1ED-E60E-43DC-B237-8D5EA8BF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ot-field">
            <a:extLst xmlns:a="http://schemas.openxmlformats.org/drawingml/2006/main">
              <a:ext uri="{FF2B5EF4-FFF2-40B4-BE49-F238E27FC236}">
                <a16:creationId xmlns:a16="http://schemas.microsoft.com/office/drawing/2014/main" id="{12B86FDD-C52C-47C1-8AC2-858EF217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ot-field">
            <a:extLst xmlns:a="http://schemas.openxmlformats.org/drawingml/2006/main">
              <a:ext uri="{FF2B5EF4-FFF2-40B4-BE49-F238E27FC236}">
                <a16:creationId xmlns:a16="http://schemas.microsoft.com/office/drawing/2014/main" id="{E4F8DA7B-977E-4B15-B319-DB5E356E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ot-field">
            <a:extLst xmlns:a="http://schemas.openxmlformats.org/drawingml/2006/main">
              <a:ext uri="{FF2B5EF4-FFF2-40B4-BE49-F238E27FC236}">
                <a16:creationId xmlns:a16="http://schemas.microsoft.com/office/drawing/2014/main" id="{D9A8C142-F213-48BA-BCC7-2AFC7401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ot-field">
            <a:extLst xmlns:a="http://schemas.openxmlformats.org/drawingml/2006/main">
              <a:ext uri="{FF2B5EF4-FFF2-40B4-BE49-F238E27FC236}">
                <a16:creationId xmlns:a16="http://schemas.microsoft.com/office/drawing/2014/main" id="{69A11E56-E281-4A95-9D81-AB83B316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ot-field">
            <a:extLst xmlns:a="http://schemas.openxmlformats.org/drawingml/2006/main">
              <a:ext uri="{FF2B5EF4-FFF2-40B4-BE49-F238E27FC236}">
                <a16:creationId xmlns:a16="http://schemas.microsoft.com/office/drawing/2014/main" id="{5F54F8FC-1E3B-46D5-B306-60E01C7F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ot-field">
            <a:extLst xmlns:a="http://schemas.openxmlformats.org/drawingml/2006/main">
              <a:ext uri="{FF2B5EF4-FFF2-40B4-BE49-F238E27FC236}">
                <a16:creationId xmlns:a16="http://schemas.microsoft.com/office/drawing/2014/main" id="{42FC2A9E-F97C-4DB2-AF00-E1EF7A42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8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ot-field">
            <a:extLst xmlns:a="http://schemas.openxmlformats.org/drawingml/2006/main">
              <a:ext uri="{FF2B5EF4-FFF2-40B4-BE49-F238E27FC236}">
                <a16:creationId xmlns:a16="http://schemas.microsoft.com/office/drawing/2014/main" id="{372CF380-1744-4930-9519-199B63A1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ot-field">
            <a:extLst xmlns:a="http://schemas.openxmlformats.org/drawingml/2006/main">
              <a:ext uri="{FF2B5EF4-FFF2-40B4-BE49-F238E27FC236}">
                <a16:creationId xmlns:a16="http://schemas.microsoft.com/office/drawing/2014/main" id="{9D488A77-57BB-4695-860D-F2BA2A33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ot-field">
            <a:extLst xmlns:a="http://schemas.openxmlformats.org/drawingml/2006/main">
              <a:ext uri="{FF2B5EF4-FFF2-40B4-BE49-F238E27FC236}">
                <a16:creationId xmlns:a16="http://schemas.microsoft.com/office/drawing/2014/main" id="{847F27B2-99B1-4A81-B51F-96198F14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ot-field">
            <a:extLst xmlns:a="http://schemas.openxmlformats.org/drawingml/2006/main">
              <a:ext uri="{FF2B5EF4-FFF2-40B4-BE49-F238E27FC236}">
                <a16:creationId xmlns:a16="http://schemas.microsoft.com/office/drawing/2014/main" id="{465B2A64-657B-4F5F-84B7-BFBB8685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ot-field">
            <a:extLst xmlns:a="http://schemas.openxmlformats.org/drawingml/2006/main">
              <a:ext uri="{FF2B5EF4-FFF2-40B4-BE49-F238E27FC236}">
                <a16:creationId xmlns:a16="http://schemas.microsoft.com/office/drawing/2014/main" id="{FCA376BB-EE58-4AE7-8E64-CB4532E7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ot-field">
            <a:extLst xmlns:a="http://schemas.openxmlformats.org/drawingml/2006/main">
              <a:ext uri="{FF2B5EF4-FFF2-40B4-BE49-F238E27FC236}">
                <a16:creationId xmlns:a16="http://schemas.microsoft.com/office/drawing/2014/main" id="{718616D6-4F6E-4440-8BC3-84BCB2EC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ot-field">
            <a:extLst xmlns:a="http://schemas.openxmlformats.org/drawingml/2006/main">
              <a:ext uri="{FF2B5EF4-FFF2-40B4-BE49-F238E27FC236}">
                <a16:creationId xmlns:a16="http://schemas.microsoft.com/office/drawing/2014/main" id="{8093C669-1B5D-4FB9-A3B1-8EFA4978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ot-field">
            <a:extLst xmlns:a="http://schemas.openxmlformats.org/drawingml/2006/main">
              <a:ext uri="{FF2B5EF4-FFF2-40B4-BE49-F238E27FC236}">
                <a16:creationId xmlns:a16="http://schemas.microsoft.com/office/drawing/2014/main" id="{A09244A2-B985-4ACE-9071-27878644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ot-field">
            <a:extLst xmlns:a="http://schemas.openxmlformats.org/drawingml/2006/main">
              <a:ext uri="{FF2B5EF4-FFF2-40B4-BE49-F238E27FC236}">
                <a16:creationId xmlns:a16="http://schemas.microsoft.com/office/drawing/2014/main" id="{B5E5CB31-88E7-4C46-81BA-3AAA18BC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ot-field">
            <a:extLst xmlns:a="http://schemas.openxmlformats.org/drawingml/2006/main">
              <a:ext uri="{FF2B5EF4-FFF2-40B4-BE49-F238E27FC236}">
                <a16:creationId xmlns:a16="http://schemas.microsoft.com/office/drawing/2014/main" id="{35EA3C37-1051-4B41-895D-7AC71C2F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ot-field">
            <a:extLst xmlns:a="http://schemas.openxmlformats.org/drawingml/2006/main">
              <a:ext uri="{FF2B5EF4-FFF2-40B4-BE49-F238E27FC236}">
                <a16:creationId xmlns:a16="http://schemas.microsoft.com/office/drawing/2014/main" id="{4B1E67B8-8FFB-40BA-B182-CFCE9018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ot-field">
            <a:extLst xmlns:a="http://schemas.openxmlformats.org/drawingml/2006/main">
              <a:ext uri="{FF2B5EF4-FFF2-40B4-BE49-F238E27FC236}">
                <a16:creationId xmlns:a16="http://schemas.microsoft.com/office/drawing/2014/main" id="{0F812F41-37C3-4410-A314-076DDA28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8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ot-field">
            <a:extLst xmlns:a="http://schemas.openxmlformats.org/drawingml/2006/main">
              <a:ext uri="{FF2B5EF4-FFF2-40B4-BE49-F238E27FC236}">
                <a16:creationId xmlns:a16="http://schemas.microsoft.com/office/drawing/2014/main" id="{BE379EF8-8800-4377-99A2-38820F30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ot-field">
            <a:extLst xmlns:a="http://schemas.openxmlformats.org/drawingml/2006/main">
              <a:ext uri="{FF2B5EF4-FFF2-40B4-BE49-F238E27FC236}">
                <a16:creationId xmlns:a16="http://schemas.microsoft.com/office/drawing/2014/main" id="{861F82E2-D0F7-4412-BECA-EB654E3E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ot-field">
            <a:extLst xmlns:a="http://schemas.openxmlformats.org/drawingml/2006/main">
              <a:ext uri="{FF2B5EF4-FFF2-40B4-BE49-F238E27FC236}">
                <a16:creationId xmlns:a16="http://schemas.microsoft.com/office/drawing/2014/main" id="{97C64179-46B6-488A-8C65-A2FEBCA8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ot-field">
            <a:extLst xmlns:a="http://schemas.openxmlformats.org/drawingml/2006/main">
              <a:ext uri="{FF2B5EF4-FFF2-40B4-BE49-F238E27FC236}">
                <a16:creationId xmlns:a16="http://schemas.microsoft.com/office/drawing/2014/main" id="{DD135360-8239-4A17-A6BD-4209219C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ot-field">
            <a:extLst xmlns:a="http://schemas.openxmlformats.org/drawingml/2006/main">
              <a:ext uri="{FF2B5EF4-FFF2-40B4-BE49-F238E27FC236}">
                <a16:creationId xmlns:a16="http://schemas.microsoft.com/office/drawing/2014/main" id="{0E89EF52-0FB4-4BB3-9213-86EA13EA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ot-field">
            <a:extLst xmlns:a="http://schemas.openxmlformats.org/drawingml/2006/main">
              <a:ext uri="{FF2B5EF4-FFF2-40B4-BE49-F238E27FC236}">
                <a16:creationId xmlns:a16="http://schemas.microsoft.com/office/drawing/2014/main" id="{37BA9CA5-4142-45E1-9578-F8DBD747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ot-field">
            <a:extLst xmlns:a="http://schemas.openxmlformats.org/drawingml/2006/main">
              <a:ext uri="{FF2B5EF4-FFF2-40B4-BE49-F238E27FC236}">
                <a16:creationId xmlns:a16="http://schemas.microsoft.com/office/drawing/2014/main" id="{7386D0CB-3187-41AC-8335-9B1C4CA1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ot-field">
            <a:extLst xmlns:a="http://schemas.openxmlformats.org/drawingml/2006/main">
              <a:ext uri="{FF2B5EF4-FFF2-40B4-BE49-F238E27FC236}">
                <a16:creationId xmlns:a16="http://schemas.microsoft.com/office/drawing/2014/main" id="{9E4414D0-81D1-4F22-823D-E79500CF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ot-field">
            <a:extLst xmlns:a="http://schemas.openxmlformats.org/drawingml/2006/main">
              <a:ext uri="{FF2B5EF4-FFF2-40B4-BE49-F238E27FC236}">
                <a16:creationId xmlns:a16="http://schemas.microsoft.com/office/drawing/2014/main" id="{52ADB8C9-ABC1-402E-A273-B8D3FBE5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ot-field">
            <a:extLst xmlns:a="http://schemas.openxmlformats.org/drawingml/2006/main">
              <a:ext uri="{FF2B5EF4-FFF2-40B4-BE49-F238E27FC236}">
                <a16:creationId xmlns:a16="http://schemas.microsoft.com/office/drawing/2014/main" id="{547E4C23-1731-4F95-9C0C-7BB08BB8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ot-field">
            <a:extLst xmlns:a="http://schemas.openxmlformats.org/drawingml/2006/main">
              <a:ext uri="{FF2B5EF4-FFF2-40B4-BE49-F238E27FC236}">
                <a16:creationId xmlns:a16="http://schemas.microsoft.com/office/drawing/2014/main" id="{6F2BB1F3-FE96-4C7C-A47A-B75F5F9E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ot-field">
            <a:extLst xmlns:a="http://schemas.openxmlformats.org/drawingml/2006/main">
              <a:ext uri="{FF2B5EF4-FFF2-40B4-BE49-F238E27FC236}">
                <a16:creationId xmlns:a16="http://schemas.microsoft.com/office/drawing/2014/main" id="{5C6D56B3-B097-45C8-A7E1-FBA69DFF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ot-field">
            <a:extLst xmlns:a="http://schemas.openxmlformats.org/drawingml/2006/main">
              <a:ext uri="{FF2B5EF4-FFF2-40B4-BE49-F238E27FC236}">
                <a16:creationId xmlns:a16="http://schemas.microsoft.com/office/drawing/2014/main" id="{A65B3BF3-0433-4B93-97C4-6BD8FCF7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ot-field">
            <a:extLst xmlns:a="http://schemas.openxmlformats.org/drawingml/2006/main">
              <a:ext uri="{FF2B5EF4-FFF2-40B4-BE49-F238E27FC236}">
                <a16:creationId xmlns:a16="http://schemas.microsoft.com/office/drawing/2014/main" id="{097B288B-9C46-44E2-AC56-C7B43DC7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dot-field">
            <a:extLst xmlns:a="http://schemas.openxmlformats.org/drawingml/2006/main">
              <a:ext uri="{FF2B5EF4-FFF2-40B4-BE49-F238E27FC236}">
                <a16:creationId xmlns:a16="http://schemas.microsoft.com/office/drawing/2014/main" id="{D3CAED4F-455B-471C-8C14-B480D6E3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ot-field">
            <a:extLst xmlns:a="http://schemas.openxmlformats.org/drawingml/2006/main">
              <a:ext uri="{FF2B5EF4-FFF2-40B4-BE49-F238E27FC236}">
                <a16:creationId xmlns:a16="http://schemas.microsoft.com/office/drawing/2014/main" id="{7D127E33-7B88-47C3-99AA-A7FDBEC5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ot-field">
            <a:extLst xmlns:a="http://schemas.openxmlformats.org/drawingml/2006/main">
              <a:ext uri="{FF2B5EF4-FFF2-40B4-BE49-F238E27FC236}">
                <a16:creationId xmlns:a16="http://schemas.microsoft.com/office/drawing/2014/main" id="{DD1939F8-BE1C-403F-A00C-4A586206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ot-field">
            <a:extLst xmlns:a="http://schemas.openxmlformats.org/drawingml/2006/main">
              <a:ext uri="{FF2B5EF4-FFF2-40B4-BE49-F238E27FC236}">
                <a16:creationId xmlns:a16="http://schemas.microsoft.com/office/drawing/2014/main" id="{49ABEF19-F0ED-47A3-AE03-2063B714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dot-field">
            <a:extLst xmlns:a="http://schemas.openxmlformats.org/drawingml/2006/main">
              <a:ext uri="{FF2B5EF4-FFF2-40B4-BE49-F238E27FC236}">
                <a16:creationId xmlns:a16="http://schemas.microsoft.com/office/drawing/2014/main" id="{67D933B8-E314-4F74-BFFD-04BAF9A5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ot-field">
            <a:extLst xmlns:a="http://schemas.openxmlformats.org/drawingml/2006/main">
              <a:ext uri="{FF2B5EF4-FFF2-40B4-BE49-F238E27FC236}">
                <a16:creationId xmlns:a16="http://schemas.microsoft.com/office/drawing/2014/main" id="{3D895B68-C7A0-4966-A7BD-A8A177C5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ot-field">
            <a:extLst xmlns:a="http://schemas.openxmlformats.org/drawingml/2006/main">
              <a:ext uri="{FF2B5EF4-FFF2-40B4-BE49-F238E27FC236}">
                <a16:creationId xmlns:a16="http://schemas.microsoft.com/office/drawing/2014/main" id="{0D80D617-F482-46BD-91C9-0AA18B58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ot-field">
            <a:extLst xmlns:a="http://schemas.openxmlformats.org/drawingml/2006/main">
              <a:ext uri="{FF2B5EF4-FFF2-40B4-BE49-F238E27FC236}">
                <a16:creationId xmlns:a16="http://schemas.microsoft.com/office/drawing/2014/main" id="{577924CA-1865-44F5-A4A0-3896677C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dot-field">
            <a:extLst xmlns:a="http://schemas.openxmlformats.org/drawingml/2006/main">
              <a:ext uri="{FF2B5EF4-FFF2-40B4-BE49-F238E27FC236}">
                <a16:creationId xmlns:a16="http://schemas.microsoft.com/office/drawing/2014/main" id="{6DFC400E-C112-461A-9FE6-9D31A33F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ot-field">
            <a:extLst xmlns:a="http://schemas.openxmlformats.org/drawingml/2006/main">
              <a:ext uri="{FF2B5EF4-FFF2-40B4-BE49-F238E27FC236}">
                <a16:creationId xmlns:a16="http://schemas.microsoft.com/office/drawing/2014/main" id="{9A73744F-7617-495C-A446-4E2C5721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ot-field">
            <a:extLst xmlns:a="http://schemas.openxmlformats.org/drawingml/2006/main">
              <a:ext uri="{FF2B5EF4-FFF2-40B4-BE49-F238E27FC236}">
                <a16:creationId xmlns:a16="http://schemas.microsoft.com/office/drawing/2014/main" id="{9484F893-F575-4F84-AAA5-652A5E7C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ot-field">
            <a:extLst xmlns:a="http://schemas.openxmlformats.org/drawingml/2006/main">
              <a:ext uri="{FF2B5EF4-FFF2-40B4-BE49-F238E27FC236}">
                <a16:creationId xmlns:a16="http://schemas.microsoft.com/office/drawing/2014/main" id="{8E9E23C4-9A73-431D-944D-C3E4FBF0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ot-field">
            <a:extLst xmlns:a="http://schemas.openxmlformats.org/drawingml/2006/main">
              <a:ext uri="{FF2B5EF4-FFF2-40B4-BE49-F238E27FC236}">
                <a16:creationId xmlns:a16="http://schemas.microsoft.com/office/drawing/2014/main" id="{6D0A6667-C160-496A-8B95-A20B3506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dot-field">
            <a:extLst xmlns:a="http://schemas.openxmlformats.org/drawingml/2006/main">
              <a:ext uri="{FF2B5EF4-FFF2-40B4-BE49-F238E27FC236}">
                <a16:creationId xmlns:a16="http://schemas.microsoft.com/office/drawing/2014/main" id="{7391870D-B6E7-4FBA-8F5E-2C503633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ot-field">
            <a:extLst xmlns:a="http://schemas.openxmlformats.org/drawingml/2006/main">
              <a:ext uri="{FF2B5EF4-FFF2-40B4-BE49-F238E27FC236}">
                <a16:creationId xmlns:a16="http://schemas.microsoft.com/office/drawing/2014/main" id="{D2D378D2-6F07-40CD-BD5B-5E28E616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dot-field">
            <a:extLst xmlns:a="http://schemas.openxmlformats.org/drawingml/2006/main">
              <a:ext uri="{FF2B5EF4-FFF2-40B4-BE49-F238E27FC236}">
                <a16:creationId xmlns:a16="http://schemas.microsoft.com/office/drawing/2014/main" id="{16515C8A-14B8-4192-8311-FCA3FDB7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dot-field">
            <a:extLst xmlns:a="http://schemas.openxmlformats.org/drawingml/2006/main">
              <a:ext uri="{FF2B5EF4-FFF2-40B4-BE49-F238E27FC236}">
                <a16:creationId xmlns:a16="http://schemas.microsoft.com/office/drawing/2014/main" id="{0A55ADB4-8689-45BE-836A-07C9B9D2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dot-field">
            <a:extLst xmlns:a="http://schemas.openxmlformats.org/drawingml/2006/main">
              <a:ext uri="{FF2B5EF4-FFF2-40B4-BE49-F238E27FC236}">
                <a16:creationId xmlns:a16="http://schemas.microsoft.com/office/drawing/2014/main" id="{6B45CD84-BB0B-4582-AD50-33CD0C2D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dot-field">
            <a:extLst xmlns:a="http://schemas.openxmlformats.org/drawingml/2006/main">
              <a:ext uri="{FF2B5EF4-FFF2-40B4-BE49-F238E27FC236}">
                <a16:creationId xmlns:a16="http://schemas.microsoft.com/office/drawing/2014/main" id="{D1D3A104-FABC-4E38-96E1-757CD5ED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dot-field">
            <a:extLst xmlns:a="http://schemas.openxmlformats.org/drawingml/2006/main">
              <a:ext uri="{FF2B5EF4-FFF2-40B4-BE49-F238E27FC236}">
                <a16:creationId xmlns:a16="http://schemas.microsoft.com/office/drawing/2014/main" id="{A93B9078-9F8F-4098-B881-A01F8C20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193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dot-field">
            <a:extLst xmlns:a="http://schemas.openxmlformats.org/drawingml/2006/main">
              <a:ext uri="{FF2B5EF4-FFF2-40B4-BE49-F238E27FC236}">
                <a16:creationId xmlns:a16="http://schemas.microsoft.com/office/drawing/2014/main" id="{330B416E-F793-4AFD-A7E5-7FCAB6B0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3193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dot-field">
            <a:extLst xmlns:a="http://schemas.openxmlformats.org/drawingml/2006/main">
              <a:ext uri="{FF2B5EF4-FFF2-40B4-BE49-F238E27FC236}">
                <a16:creationId xmlns:a16="http://schemas.microsoft.com/office/drawing/2014/main" id="{A099F771-73D6-4BE1-8104-84D67661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ot-field">
            <a:extLst xmlns:a="http://schemas.openxmlformats.org/drawingml/2006/main">
              <a:ext uri="{FF2B5EF4-FFF2-40B4-BE49-F238E27FC236}">
                <a16:creationId xmlns:a16="http://schemas.microsoft.com/office/drawing/2014/main" id="{1123B05A-9955-4026-B3F5-D0140109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dot-field">
            <a:extLst xmlns:a="http://schemas.openxmlformats.org/drawingml/2006/main">
              <a:ext uri="{FF2B5EF4-FFF2-40B4-BE49-F238E27FC236}">
                <a16:creationId xmlns:a16="http://schemas.microsoft.com/office/drawing/2014/main" id="{587F30A2-CB6D-48F3-95C8-2BA1F613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dot-field">
            <a:extLst xmlns:a="http://schemas.openxmlformats.org/drawingml/2006/main">
              <a:ext uri="{FF2B5EF4-FFF2-40B4-BE49-F238E27FC236}">
                <a16:creationId xmlns:a16="http://schemas.microsoft.com/office/drawing/2014/main" id="{B349A335-BE40-48DE-B2F0-9D478E6E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dot-field">
            <a:extLst xmlns:a="http://schemas.openxmlformats.org/drawingml/2006/main">
              <a:ext uri="{FF2B5EF4-FFF2-40B4-BE49-F238E27FC236}">
                <a16:creationId xmlns:a16="http://schemas.microsoft.com/office/drawing/2014/main" id="{DB2B2BBA-1DDE-426C-9C47-C4791C74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ot-field">
            <a:extLst xmlns:a="http://schemas.openxmlformats.org/drawingml/2006/main">
              <a:ext uri="{FF2B5EF4-FFF2-40B4-BE49-F238E27FC236}">
                <a16:creationId xmlns:a16="http://schemas.microsoft.com/office/drawing/2014/main" id="{324707A6-39C9-49C2-B835-F811709E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ot-field">
            <a:extLst xmlns:a="http://schemas.openxmlformats.org/drawingml/2006/main">
              <a:ext uri="{FF2B5EF4-FFF2-40B4-BE49-F238E27FC236}">
                <a16:creationId xmlns:a16="http://schemas.microsoft.com/office/drawing/2014/main" id="{D1BEFF6D-497A-4671-9150-B74D148F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ot-field">
            <a:extLst xmlns:a="http://schemas.openxmlformats.org/drawingml/2006/main">
              <a:ext uri="{FF2B5EF4-FFF2-40B4-BE49-F238E27FC236}">
                <a16:creationId xmlns:a16="http://schemas.microsoft.com/office/drawing/2014/main" id="{FD57D2B2-AB0A-4885-9C7A-0A0B6596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ot-field">
            <a:extLst xmlns:a="http://schemas.openxmlformats.org/drawingml/2006/main">
              <a:ext uri="{FF2B5EF4-FFF2-40B4-BE49-F238E27FC236}">
                <a16:creationId xmlns:a16="http://schemas.microsoft.com/office/drawing/2014/main" id="{D79FA565-B78A-408D-85E4-4446C6AE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ot-field">
            <a:extLst xmlns:a="http://schemas.openxmlformats.org/drawingml/2006/main">
              <a:ext uri="{FF2B5EF4-FFF2-40B4-BE49-F238E27FC236}">
                <a16:creationId xmlns:a16="http://schemas.microsoft.com/office/drawing/2014/main" id="{F560C316-7E0C-49D5-A70B-9A4F0C49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193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dot-field">
            <a:extLst xmlns:a="http://schemas.openxmlformats.org/drawingml/2006/main">
              <a:ext uri="{FF2B5EF4-FFF2-40B4-BE49-F238E27FC236}">
                <a16:creationId xmlns:a16="http://schemas.microsoft.com/office/drawing/2014/main" id="{B2AF379B-1921-4F38-9997-8DE32D15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421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ot-field">
            <a:extLst xmlns:a="http://schemas.openxmlformats.org/drawingml/2006/main">
              <a:ext uri="{FF2B5EF4-FFF2-40B4-BE49-F238E27FC236}">
                <a16:creationId xmlns:a16="http://schemas.microsoft.com/office/drawing/2014/main" id="{D774B0EE-3773-4F77-B3A0-B630694E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dot-field">
            <a:extLst xmlns:a="http://schemas.openxmlformats.org/drawingml/2006/main">
              <a:ext uri="{FF2B5EF4-FFF2-40B4-BE49-F238E27FC236}">
                <a16:creationId xmlns:a16="http://schemas.microsoft.com/office/drawing/2014/main" id="{496FDF59-C370-4DC7-8C32-464A5431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ot-field">
            <a:extLst xmlns:a="http://schemas.openxmlformats.org/drawingml/2006/main">
              <a:ext uri="{FF2B5EF4-FFF2-40B4-BE49-F238E27FC236}">
                <a16:creationId xmlns:a16="http://schemas.microsoft.com/office/drawing/2014/main" id="{44B9D489-3416-4339-A8B2-BE714764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dot-field">
            <a:extLst xmlns:a="http://schemas.openxmlformats.org/drawingml/2006/main">
              <a:ext uri="{FF2B5EF4-FFF2-40B4-BE49-F238E27FC236}">
                <a16:creationId xmlns:a16="http://schemas.microsoft.com/office/drawing/2014/main" id="{132C368C-3ED8-4031-80CE-F6C5823B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ot-field">
            <a:extLst xmlns:a="http://schemas.openxmlformats.org/drawingml/2006/main">
              <a:ext uri="{FF2B5EF4-FFF2-40B4-BE49-F238E27FC236}">
                <a16:creationId xmlns:a16="http://schemas.microsoft.com/office/drawing/2014/main" id="{8B8B17BD-A571-4642-964C-51A79073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dot-field">
            <a:extLst xmlns:a="http://schemas.openxmlformats.org/drawingml/2006/main">
              <a:ext uri="{FF2B5EF4-FFF2-40B4-BE49-F238E27FC236}">
                <a16:creationId xmlns:a16="http://schemas.microsoft.com/office/drawing/2014/main" id="{882EE96C-E7D4-440B-8FE3-11096E0D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ot-field">
            <a:extLst xmlns:a="http://schemas.openxmlformats.org/drawingml/2006/main">
              <a:ext uri="{FF2B5EF4-FFF2-40B4-BE49-F238E27FC236}">
                <a16:creationId xmlns:a16="http://schemas.microsoft.com/office/drawing/2014/main" id="{54FB782C-7DD0-4F23-8D5F-6050C306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dot-field">
            <a:extLst xmlns:a="http://schemas.openxmlformats.org/drawingml/2006/main">
              <a:ext uri="{FF2B5EF4-FFF2-40B4-BE49-F238E27FC236}">
                <a16:creationId xmlns:a16="http://schemas.microsoft.com/office/drawing/2014/main" id="{FB542224-5200-4612-8D82-29915A35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ot-field">
            <a:extLst xmlns:a="http://schemas.openxmlformats.org/drawingml/2006/main">
              <a:ext uri="{FF2B5EF4-FFF2-40B4-BE49-F238E27FC236}">
                <a16:creationId xmlns:a16="http://schemas.microsoft.com/office/drawing/2014/main" id="{C01FFBB2-E444-47F2-A450-0D421883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421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dot-field">
            <a:extLst xmlns:a="http://schemas.openxmlformats.org/drawingml/2006/main">
              <a:ext uri="{FF2B5EF4-FFF2-40B4-BE49-F238E27FC236}">
                <a16:creationId xmlns:a16="http://schemas.microsoft.com/office/drawing/2014/main" id="{29971AD0-02E3-4084-B4CF-0418F7D0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3421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ot-field">
            <a:extLst xmlns:a="http://schemas.openxmlformats.org/drawingml/2006/main">
              <a:ext uri="{FF2B5EF4-FFF2-40B4-BE49-F238E27FC236}">
                <a16:creationId xmlns:a16="http://schemas.microsoft.com/office/drawing/2014/main" id="{0C943EB3-45EC-45C6-A909-D94043C0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ot-field">
            <a:extLst xmlns:a="http://schemas.openxmlformats.org/drawingml/2006/main">
              <a:ext uri="{FF2B5EF4-FFF2-40B4-BE49-F238E27FC236}">
                <a16:creationId xmlns:a16="http://schemas.microsoft.com/office/drawing/2014/main" id="{6F9F953B-BAEC-4D76-9B5E-B0006FE2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ot-field">
            <a:extLst xmlns:a="http://schemas.openxmlformats.org/drawingml/2006/main">
              <a:ext uri="{FF2B5EF4-FFF2-40B4-BE49-F238E27FC236}">
                <a16:creationId xmlns:a16="http://schemas.microsoft.com/office/drawing/2014/main" id="{994C57ED-B990-4DFD-BA28-F86A579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ot-field">
            <a:extLst xmlns:a="http://schemas.openxmlformats.org/drawingml/2006/main">
              <a:ext uri="{FF2B5EF4-FFF2-40B4-BE49-F238E27FC236}">
                <a16:creationId xmlns:a16="http://schemas.microsoft.com/office/drawing/2014/main" id="{E491C725-1C12-46DD-AB42-CC01F400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ot-field">
            <a:extLst xmlns:a="http://schemas.openxmlformats.org/drawingml/2006/main">
              <a:ext uri="{FF2B5EF4-FFF2-40B4-BE49-F238E27FC236}">
                <a16:creationId xmlns:a16="http://schemas.microsoft.com/office/drawing/2014/main" id="{36FF3A2C-13B6-419A-9D04-C6A69892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dot-field">
            <a:extLst xmlns:a="http://schemas.openxmlformats.org/drawingml/2006/main">
              <a:ext uri="{FF2B5EF4-FFF2-40B4-BE49-F238E27FC236}">
                <a16:creationId xmlns:a16="http://schemas.microsoft.com/office/drawing/2014/main" id="{832D5675-0ADE-4759-A724-097BC76B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ot-field">
            <a:extLst xmlns:a="http://schemas.openxmlformats.org/drawingml/2006/main">
              <a:ext uri="{FF2B5EF4-FFF2-40B4-BE49-F238E27FC236}">
                <a16:creationId xmlns:a16="http://schemas.microsoft.com/office/drawing/2014/main" id="{4E0E0EA4-54C7-4D8F-A9B4-F7DF35EF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dot-field">
            <a:extLst xmlns:a="http://schemas.openxmlformats.org/drawingml/2006/main">
              <a:ext uri="{FF2B5EF4-FFF2-40B4-BE49-F238E27FC236}">
                <a16:creationId xmlns:a16="http://schemas.microsoft.com/office/drawing/2014/main" id="{5C026DE3-9732-4D54-B0ED-27910B7D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ot-field">
            <a:extLst xmlns:a="http://schemas.openxmlformats.org/drawingml/2006/main">
              <a:ext uri="{FF2B5EF4-FFF2-40B4-BE49-F238E27FC236}">
                <a16:creationId xmlns:a16="http://schemas.microsoft.com/office/drawing/2014/main" id="{27FC5F93-5CD6-4E69-8C04-15F917EB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dot-field">
            <a:extLst xmlns:a="http://schemas.openxmlformats.org/drawingml/2006/main">
              <a:ext uri="{FF2B5EF4-FFF2-40B4-BE49-F238E27FC236}">
                <a16:creationId xmlns:a16="http://schemas.microsoft.com/office/drawing/2014/main" id="{D1F5CCFA-B89D-4C18-909E-8E0F2E88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ot-field">
            <a:extLst xmlns:a="http://schemas.openxmlformats.org/drawingml/2006/main">
              <a:ext uri="{FF2B5EF4-FFF2-40B4-BE49-F238E27FC236}">
                <a16:creationId xmlns:a16="http://schemas.microsoft.com/office/drawing/2014/main" id="{DAD7DDE6-79F8-499B-B833-21A1B38E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ot-field">
            <a:extLst xmlns:a="http://schemas.openxmlformats.org/drawingml/2006/main">
              <a:ext uri="{FF2B5EF4-FFF2-40B4-BE49-F238E27FC236}">
                <a16:creationId xmlns:a16="http://schemas.microsoft.com/office/drawing/2014/main" id="{D92B7012-816D-4C17-8AF1-0BC5348F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ot-field">
            <a:extLst xmlns:a="http://schemas.openxmlformats.org/drawingml/2006/main">
              <a:ext uri="{FF2B5EF4-FFF2-40B4-BE49-F238E27FC236}">
                <a16:creationId xmlns:a16="http://schemas.microsoft.com/office/drawing/2014/main" id="{14C045EB-0D10-4692-914C-6D6524A3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dot-field">
            <a:extLst xmlns:a="http://schemas.openxmlformats.org/drawingml/2006/main">
              <a:ext uri="{FF2B5EF4-FFF2-40B4-BE49-F238E27FC236}">
                <a16:creationId xmlns:a16="http://schemas.microsoft.com/office/drawing/2014/main" id="{224092E7-6112-4541-8C2E-93A5E90C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ot-field">
            <a:extLst xmlns:a="http://schemas.openxmlformats.org/drawingml/2006/main">
              <a:ext uri="{FF2B5EF4-FFF2-40B4-BE49-F238E27FC236}">
                <a16:creationId xmlns:a16="http://schemas.microsoft.com/office/drawing/2014/main" id="{BADB9972-6AF2-4216-988F-7B1BB92E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dot-field">
            <a:extLst xmlns:a="http://schemas.openxmlformats.org/drawingml/2006/main">
              <a:ext uri="{FF2B5EF4-FFF2-40B4-BE49-F238E27FC236}">
                <a16:creationId xmlns:a16="http://schemas.microsoft.com/office/drawing/2014/main" id="{E9D62A04-5CEF-4E82-96AA-43E72215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ot-field">
            <a:extLst xmlns:a="http://schemas.openxmlformats.org/drawingml/2006/main">
              <a:ext uri="{FF2B5EF4-FFF2-40B4-BE49-F238E27FC236}">
                <a16:creationId xmlns:a16="http://schemas.microsoft.com/office/drawing/2014/main" id="{43964788-974C-4DB9-BF6E-0377F887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dot-field">
            <a:extLst xmlns:a="http://schemas.openxmlformats.org/drawingml/2006/main">
              <a:ext uri="{FF2B5EF4-FFF2-40B4-BE49-F238E27FC236}">
                <a16:creationId xmlns:a16="http://schemas.microsoft.com/office/drawing/2014/main" id="{189E6A5B-5A77-4F70-8E00-B3D5DE1E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ot-field">
            <a:extLst xmlns:a="http://schemas.openxmlformats.org/drawingml/2006/main">
              <a:ext uri="{FF2B5EF4-FFF2-40B4-BE49-F238E27FC236}">
                <a16:creationId xmlns:a16="http://schemas.microsoft.com/office/drawing/2014/main" id="{3437FA7C-4AF6-4354-BEC4-F44C9853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ot-field">
            <a:extLst xmlns:a="http://schemas.openxmlformats.org/drawingml/2006/main">
              <a:ext uri="{FF2B5EF4-FFF2-40B4-BE49-F238E27FC236}">
                <a16:creationId xmlns:a16="http://schemas.microsoft.com/office/drawing/2014/main" id="{84FDFE73-7972-4CF8-AFC0-DA057388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ot-field">
            <a:extLst xmlns:a="http://schemas.openxmlformats.org/drawingml/2006/main">
              <a:ext uri="{FF2B5EF4-FFF2-40B4-BE49-F238E27FC236}">
                <a16:creationId xmlns:a16="http://schemas.microsoft.com/office/drawing/2014/main" id="{F5D135FC-5A09-4D67-82BF-E61DAE0E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ot-field">
            <a:extLst xmlns:a="http://schemas.openxmlformats.org/drawingml/2006/main">
              <a:ext uri="{FF2B5EF4-FFF2-40B4-BE49-F238E27FC236}">
                <a16:creationId xmlns:a16="http://schemas.microsoft.com/office/drawing/2014/main" id="{E0673197-2B2A-48AF-9FD8-3827129C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ot-field">
            <a:extLst xmlns:a="http://schemas.openxmlformats.org/drawingml/2006/main">
              <a:ext uri="{FF2B5EF4-FFF2-40B4-BE49-F238E27FC236}">
                <a16:creationId xmlns:a16="http://schemas.microsoft.com/office/drawing/2014/main" id="{91C1C6DC-C376-4B79-BD2A-DD52BFFC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ot-field">
            <a:extLst xmlns:a="http://schemas.openxmlformats.org/drawingml/2006/main">
              <a:ext uri="{FF2B5EF4-FFF2-40B4-BE49-F238E27FC236}">
                <a16:creationId xmlns:a16="http://schemas.microsoft.com/office/drawing/2014/main" id="{A5ED580C-A270-447F-A67D-37DB52BA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dot-field">
            <a:extLst xmlns:a="http://schemas.openxmlformats.org/drawingml/2006/main">
              <a:ext uri="{FF2B5EF4-FFF2-40B4-BE49-F238E27FC236}">
                <a16:creationId xmlns:a16="http://schemas.microsoft.com/office/drawing/2014/main" id="{7A5CA0AC-A164-4A47-9715-44692C11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ot-field">
            <a:extLst xmlns:a="http://schemas.openxmlformats.org/drawingml/2006/main">
              <a:ext uri="{FF2B5EF4-FFF2-40B4-BE49-F238E27FC236}">
                <a16:creationId xmlns:a16="http://schemas.microsoft.com/office/drawing/2014/main" id="{05BC3595-0062-4B7D-87BA-0F137695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dot-field">
            <a:extLst xmlns:a="http://schemas.openxmlformats.org/drawingml/2006/main">
              <a:ext uri="{FF2B5EF4-FFF2-40B4-BE49-F238E27FC236}">
                <a16:creationId xmlns:a16="http://schemas.microsoft.com/office/drawing/2014/main" id="{78A97939-1387-43B1-98EF-EB66286E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ot-field">
            <a:extLst xmlns:a="http://schemas.openxmlformats.org/drawingml/2006/main">
              <a:ext uri="{FF2B5EF4-FFF2-40B4-BE49-F238E27FC236}">
                <a16:creationId xmlns:a16="http://schemas.microsoft.com/office/drawing/2014/main" id="{5AC31652-A742-4912-80EE-4BCE476D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ot-field">
            <a:extLst xmlns:a="http://schemas.openxmlformats.org/drawingml/2006/main">
              <a:ext uri="{FF2B5EF4-FFF2-40B4-BE49-F238E27FC236}">
                <a16:creationId xmlns:a16="http://schemas.microsoft.com/office/drawing/2014/main" id="{3E4CCD26-9A77-41AB-BDA3-C4A77A2A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ot-field">
            <a:extLst xmlns:a="http://schemas.openxmlformats.org/drawingml/2006/main">
              <a:ext uri="{FF2B5EF4-FFF2-40B4-BE49-F238E27FC236}">
                <a16:creationId xmlns:a16="http://schemas.microsoft.com/office/drawing/2014/main" id="{19B0D0F0-7581-40A4-82D9-5434D23B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ot-field">
            <a:extLst xmlns:a="http://schemas.openxmlformats.org/drawingml/2006/main">
              <a:ext uri="{FF2B5EF4-FFF2-40B4-BE49-F238E27FC236}">
                <a16:creationId xmlns:a16="http://schemas.microsoft.com/office/drawing/2014/main" id="{720ABC68-4D77-4986-B0FA-723626D7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ot-field">
            <a:extLst xmlns:a="http://schemas.openxmlformats.org/drawingml/2006/main">
              <a:ext uri="{FF2B5EF4-FFF2-40B4-BE49-F238E27FC236}">
                <a16:creationId xmlns:a16="http://schemas.microsoft.com/office/drawing/2014/main" id="{473B350C-4AE2-4F2E-B542-BD88440D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ot-field">
            <a:extLst xmlns:a="http://schemas.openxmlformats.org/drawingml/2006/main">
              <a:ext uri="{FF2B5EF4-FFF2-40B4-BE49-F238E27FC236}">
                <a16:creationId xmlns:a16="http://schemas.microsoft.com/office/drawing/2014/main" id="{A00953DB-CD24-48B2-9EB3-5813B8E0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ot-field">
            <a:extLst xmlns:a="http://schemas.openxmlformats.org/drawingml/2006/main">
              <a:ext uri="{FF2B5EF4-FFF2-40B4-BE49-F238E27FC236}">
                <a16:creationId xmlns:a16="http://schemas.microsoft.com/office/drawing/2014/main" id="{EC463839-270E-4CAA-B3C8-984E339E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ot-field">
            <a:extLst xmlns:a="http://schemas.openxmlformats.org/drawingml/2006/main">
              <a:ext uri="{FF2B5EF4-FFF2-40B4-BE49-F238E27FC236}">
                <a16:creationId xmlns:a16="http://schemas.microsoft.com/office/drawing/2014/main" id="{162CBD66-7538-48B5-8251-B3AD6991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ot-field">
            <a:extLst xmlns:a="http://schemas.openxmlformats.org/drawingml/2006/main">
              <a:ext uri="{FF2B5EF4-FFF2-40B4-BE49-F238E27FC236}">
                <a16:creationId xmlns:a16="http://schemas.microsoft.com/office/drawing/2014/main" id="{9A95EC48-5C1A-4567-BF69-1AC3AD1B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ot-field">
            <a:extLst xmlns:a="http://schemas.openxmlformats.org/drawingml/2006/main">
              <a:ext uri="{FF2B5EF4-FFF2-40B4-BE49-F238E27FC236}">
                <a16:creationId xmlns:a16="http://schemas.microsoft.com/office/drawing/2014/main" id="{AB43A3FA-12D6-41B5-840B-68963CF8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336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ot-field">
            <a:extLst xmlns:a="http://schemas.openxmlformats.org/drawingml/2006/main">
              <a:ext uri="{FF2B5EF4-FFF2-40B4-BE49-F238E27FC236}">
                <a16:creationId xmlns:a16="http://schemas.microsoft.com/office/drawing/2014/main" id="{3E738D24-6DA6-4896-9C7A-21E9A17A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dot-field">
            <a:extLst xmlns:a="http://schemas.openxmlformats.org/drawingml/2006/main">
              <a:ext uri="{FF2B5EF4-FFF2-40B4-BE49-F238E27FC236}">
                <a16:creationId xmlns:a16="http://schemas.microsoft.com/office/drawing/2014/main" id="{85D27349-E722-4474-9597-74B7BD1F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ot-field">
            <a:extLst xmlns:a="http://schemas.openxmlformats.org/drawingml/2006/main">
              <a:ext uri="{FF2B5EF4-FFF2-40B4-BE49-F238E27FC236}">
                <a16:creationId xmlns:a16="http://schemas.microsoft.com/office/drawing/2014/main" id="{8E789CAD-55F1-4486-9926-99699ADD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dot-field">
            <a:extLst xmlns:a="http://schemas.openxmlformats.org/drawingml/2006/main">
              <a:ext uri="{FF2B5EF4-FFF2-40B4-BE49-F238E27FC236}">
                <a16:creationId xmlns:a16="http://schemas.microsoft.com/office/drawing/2014/main" id="{90D34552-0C0B-4DDB-9FA2-39A629D8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dot-field">
            <a:extLst xmlns:a="http://schemas.openxmlformats.org/drawingml/2006/main">
              <a:ext uri="{FF2B5EF4-FFF2-40B4-BE49-F238E27FC236}">
                <a16:creationId xmlns:a16="http://schemas.microsoft.com/office/drawing/2014/main" id="{EC7152F1-D3CC-4DC0-B3AA-E6F32E1B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dot-field">
            <a:extLst xmlns:a="http://schemas.openxmlformats.org/drawingml/2006/main">
              <a:ext uri="{FF2B5EF4-FFF2-40B4-BE49-F238E27FC236}">
                <a16:creationId xmlns:a16="http://schemas.microsoft.com/office/drawing/2014/main" id="{DB1775CB-08C6-4F1F-9BDC-C627CFCC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dot-field">
            <a:extLst xmlns:a="http://schemas.openxmlformats.org/drawingml/2006/main">
              <a:ext uri="{FF2B5EF4-FFF2-40B4-BE49-F238E27FC236}">
                <a16:creationId xmlns:a16="http://schemas.microsoft.com/office/drawing/2014/main" id="{56737A7C-C3BB-4178-9BBF-BFFD5E12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ot-field">
            <a:extLst xmlns:a="http://schemas.openxmlformats.org/drawingml/2006/main">
              <a:ext uri="{FF2B5EF4-FFF2-40B4-BE49-F238E27FC236}">
                <a16:creationId xmlns:a16="http://schemas.microsoft.com/office/drawing/2014/main" id="{3F3059AF-DDE5-41C1-A9F9-0DE0DD87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dot-field">
            <a:extLst xmlns:a="http://schemas.openxmlformats.org/drawingml/2006/main">
              <a:ext uri="{FF2B5EF4-FFF2-40B4-BE49-F238E27FC236}">
                <a16:creationId xmlns:a16="http://schemas.microsoft.com/office/drawing/2014/main" id="{053986AC-AF4E-4952-B369-82FFBAF0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336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dot-field">
            <a:extLst xmlns:a="http://schemas.openxmlformats.org/drawingml/2006/main">
              <a:ext uri="{FF2B5EF4-FFF2-40B4-BE49-F238E27FC236}">
                <a16:creationId xmlns:a16="http://schemas.microsoft.com/office/drawing/2014/main" id="{146789AC-D7FF-4663-90CA-43B04001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4336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dot-field">
            <a:extLst xmlns:a="http://schemas.openxmlformats.org/drawingml/2006/main">
              <a:ext uri="{FF2B5EF4-FFF2-40B4-BE49-F238E27FC236}">
                <a16:creationId xmlns:a16="http://schemas.microsoft.com/office/drawing/2014/main" id="{2E3A5449-D788-4660-8025-9F492468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564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dot-field">
            <a:extLst xmlns:a="http://schemas.openxmlformats.org/drawingml/2006/main">
              <a:ext uri="{FF2B5EF4-FFF2-40B4-BE49-F238E27FC236}">
                <a16:creationId xmlns:a16="http://schemas.microsoft.com/office/drawing/2014/main" id="{85F48683-5D0F-40FD-A828-0B38E274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dot-field">
            <a:extLst xmlns:a="http://schemas.openxmlformats.org/drawingml/2006/main">
              <a:ext uri="{FF2B5EF4-FFF2-40B4-BE49-F238E27FC236}">
                <a16:creationId xmlns:a16="http://schemas.microsoft.com/office/drawing/2014/main" id="{CBA14829-5730-4937-BF9B-D4CC974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dot-field">
            <a:extLst xmlns:a="http://schemas.openxmlformats.org/drawingml/2006/main">
              <a:ext uri="{FF2B5EF4-FFF2-40B4-BE49-F238E27FC236}">
                <a16:creationId xmlns:a16="http://schemas.microsoft.com/office/drawing/2014/main" id="{846D5825-FB65-47C8-A14E-3A98F26F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dot-field">
            <a:extLst xmlns:a="http://schemas.openxmlformats.org/drawingml/2006/main">
              <a:ext uri="{FF2B5EF4-FFF2-40B4-BE49-F238E27FC236}">
                <a16:creationId xmlns:a16="http://schemas.microsoft.com/office/drawing/2014/main" id="{7A3F7959-AEF7-4D16-8E02-8BF745A3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dot-field">
            <a:extLst xmlns:a="http://schemas.openxmlformats.org/drawingml/2006/main">
              <a:ext uri="{FF2B5EF4-FFF2-40B4-BE49-F238E27FC236}">
                <a16:creationId xmlns:a16="http://schemas.microsoft.com/office/drawing/2014/main" id="{61FCD2D0-D509-4A50-9214-DFA7D193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ot-field">
            <a:extLst xmlns:a="http://schemas.openxmlformats.org/drawingml/2006/main">
              <a:ext uri="{FF2B5EF4-FFF2-40B4-BE49-F238E27FC236}">
                <a16:creationId xmlns:a16="http://schemas.microsoft.com/office/drawing/2014/main" id="{CDB72851-C3E6-44EB-86C1-7301D28F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dot-field">
            <a:extLst xmlns:a="http://schemas.openxmlformats.org/drawingml/2006/main">
              <a:ext uri="{FF2B5EF4-FFF2-40B4-BE49-F238E27FC236}">
                <a16:creationId xmlns:a16="http://schemas.microsoft.com/office/drawing/2014/main" id="{211B0FF9-FF26-43DD-AA22-0434632D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dot-field">
            <a:extLst xmlns:a="http://schemas.openxmlformats.org/drawingml/2006/main">
              <a:ext uri="{FF2B5EF4-FFF2-40B4-BE49-F238E27FC236}">
                <a16:creationId xmlns:a16="http://schemas.microsoft.com/office/drawing/2014/main" id="{CC0B2686-B441-4F02-B6C0-30E58A6D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ot-field">
            <a:extLst xmlns:a="http://schemas.openxmlformats.org/drawingml/2006/main">
              <a:ext uri="{FF2B5EF4-FFF2-40B4-BE49-F238E27FC236}">
                <a16:creationId xmlns:a16="http://schemas.microsoft.com/office/drawing/2014/main" id="{36EE74BA-36E7-45AB-900E-B7984FAC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dot-field">
            <a:extLst xmlns:a="http://schemas.openxmlformats.org/drawingml/2006/main">
              <a:ext uri="{FF2B5EF4-FFF2-40B4-BE49-F238E27FC236}">
                <a16:creationId xmlns:a16="http://schemas.microsoft.com/office/drawing/2014/main" id="{A9CCEDCC-E39C-421F-8A9A-622929A0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dot-field">
            <a:extLst xmlns:a="http://schemas.openxmlformats.org/drawingml/2006/main">
              <a:ext uri="{FF2B5EF4-FFF2-40B4-BE49-F238E27FC236}">
                <a16:creationId xmlns:a16="http://schemas.microsoft.com/office/drawing/2014/main" id="{E8B6961D-B1DD-4CA6-9301-251D90AD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564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dot-field">
            <a:extLst xmlns:a="http://schemas.openxmlformats.org/drawingml/2006/main">
              <a:ext uri="{FF2B5EF4-FFF2-40B4-BE49-F238E27FC236}">
                <a16:creationId xmlns:a16="http://schemas.microsoft.com/office/drawing/2014/main" id="{A0550DD7-2A2C-48F0-8165-E56BCB1E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ot-field">
            <a:extLst xmlns:a="http://schemas.openxmlformats.org/drawingml/2006/main">
              <a:ext uri="{FF2B5EF4-FFF2-40B4-BE49-F238E27FC236}">
                <a16:creationId xmlns:a16="http://schemas.microsoft.com/office/drawing/2014/main" id="{8617CD62-3F9D-448F-932E-79648F9E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dot-field">
            <a:extLst xmlns:a="http://schemas.openxmlformats.org/drawingml/2006/main">
              <a:ext uri="{FF2B5EF4-FFF2-40B4-BE49-F238E27FC236}">
                <a16:creationId xmlns:a16="http://schemas.microsoft.com/office/drawing/2014/main" id="{1373903B-24B1-402F-8A0D-9635B97C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dot-field">
            <a:extLst xmlns:a="http://schemas.openxmlformats.org/drawingml/2006/main">
              <a:ext uri="{FF2B5EF4-FFF2-40B4-BE49-F238E27FC236}">
                <a16:creationId xmlns:a16="http://schemas.microsoft.com/office/drawing/2014/main" id="{88732D65-DC95-4AB1-973C-8F074264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dot-field">
            <a:extLst xmlns:a="http://schemas.openxmlformats.org/drawingml/2006/main">
              <a:ext uri="{FF2B5EF4-FFF2-40B4-BE49-F238E27FC236}">
                <a16:creationId xmlns:a16="http://schemas.microsoft.com/office/drawing/2014/main" id="{32CC7EE3-DEF3-4684-A686-30B91B4B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dot-field">
            <a:extLst xmlns:a="http://schemas.openxmlformats.org/drawingml/2006/main">
              <a:ext uri="{FF2B5EF4-FFF2-40B4-BE49-F238E27FC236}">
                <a16:creationId xmlns:a16="http://schemas.microsoft.com/office/drawing/2014/main" id="{6400DD39-4DB6-4EE3-8FB1-779F878D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dot-field">
            <a:extLst xmlns:a="http://schemas.openxmlformats.org/drawingml/2006/main">
              <a:ext uri="{FF2B5EF4-FFF2-40B4-BE49-F238E27FC236}">
                <a16:creationId xmlns:a16="http://schemas.microsoft.com/office/drawing/2014/main" id="{75BF4653-6652-49F1-B62C-509EB1E8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dot-field">
            <a:extLst xmlns:a="http://schemas.openxmlformats.org/drawingml/2006/main">
              <a:ext uri="{FF2B5EF4-FFF2-40B4-BE49-F238E27FC236}">
                <a16:creationId xmlns:a16="http://schemas.microsoft.com/office/drawing/2014/main" id="{B3B9E294-FEF9-4197-9FF8-99A9BD41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dot-field">
            <a:extLst xmlns:a="http://schemas.openxmlformats.org/drawingml/2006/main">
              <a:ext uri="{FF2B5EF4-FFF2-40B4-BE49-F238E27FC236}">
                <a16:creationId xmlns:a16="http://schemas.microsoft.com/office/drawing/2014/main" id="{ACA79D70-1BDC-4637-A598-0EC46A85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dot-field">
            <a:extLst xmlns:a="http://schemas.openxmlformats.org/drawingml/2006/main">
              <a:ext uri="{FF2B5EF4-FFF2-40B4-BE49-F238E27FC236}">
                <a16:creationId xmlns:a16="http://schemas.microsoft.com/office/drawing/2014/main" id="{467BA0E9-90AE-4E63-B889-874E8D4E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dot-field">
            <a:extLst xmlns:a="http://schemas.openxmlformats.org/drawingml/2006/main">
              <a:ext uri="{FF2B5EF4-FFF2-40B4-BE49-F238E27FC236}">
                <a16:creationId xmlns:a16="http://schemas.microsoft.com/office/drawing/2014/main" id="{1A303822-B36E-490B-B76C-28F8C28D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dot-field">
            <a:extLst xmlns:a="http://schemas.openxmlformats.org/drawingml/2006/main">
              <a:ext uri="{FF2B5EF4-FFF2-40B4-BE49-F238E27FC236}">
                <a16:creationId xmlns:a16="http://schemas.microsoft.com/office/drawing/2014/main" id="{065317A4-D893-4ACB-AD16-2C5DD31A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dot-field">
            <a:extLst xmlns:a="http://schemas.openxmlformats.org/drawingml/2006/main">
              <a:ext uri="{FF2B5EF4-FFF2-40B4-BE49-F238E27FC236}">
                <a16:creationId xmlns:a16="http://schemas.microsoft.com/office/drawing/2014/main" id="{1B71166D-699A-47B6-8EF3-164ADBDE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dot-field">
            <a:extLst xmlns:a="http://schemas.openxmlformats.org/drawingml/2006/main">
              <a:ext uri="{FF2B5EF4-FFF2-40B4-BE49-F238E27FC236}">
                <a16:creationId xmlns:a16="http://schemas.microsoft.com/office/drawing/2014/main" id="{C7EBF9C6-5073-48C5-8A02-5CD331FA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dot-field">
            <a:extLst xmlns:a="http://schemas.openxmlformats.org/drawingml/2006/main">
              <a:ext uri="{FF2B5EF4-FFF2-40B4-BE49-F238E27FC236}">
                <a16:creationId xmlns:a16="http://schemas.microsoft.com/office/drawing/2014/main" id="{F06AC63F-0D00-4539-9D08-45479FE9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dot-field">
            <a:extLst xmlns:a="http://schemas.openxmlformats.org/drawingml/2006/main">
              <a:ext uri="{FF2B5EF4-FFF2-40B4-BE49-F238E27FC236}">
                <a16:creationId xmlns:a16="http://schemas.microsoft.com/office/drawing/2014/main" id="{2F9484CD-71D8-42D3-9A90-9AFA376E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dot-field">
            <a:extLst xmlns:a="http://schemas.openxmlformats.org/drawingml/2006/main">
              <a:ext uri="{FF2B5EF4-FFF2-40B4-BE49-F238E27FC236}">
                <a16:creationId xmlns:a16="http://schemas.microsoft.com/office/drawing/2014/main" id="{F5CDE498-9104-4A5F-9428-813A64E3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dot-field">
            <a:extLst xmlns:a="http://schemas.openxmlformats.org/drawingml/2006/main">
              <a:ext uri="{FF2B5EF4-FFF2-40B4-BE49-F238E27FC236}">
                <a16:creationId xmlns:a16="http://schemas.microsoft.com/office/drawing/2014/main" id="{F0CB2173-CDEF-4869-BCE4-F800776F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502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dot-field">
            <a:extLst xmlns:a="http://schemas.openxmlformats.org/drawingml/2006/main">
              <a:ext uri="{FF2B5EF4-FFF2-40B4-BE49-F238E27FC236}">
                <a16:creationId xmlns:a16="http://schemas.microsoft.com/office/drawing/2014/main" id="{8DAEA30D-3082-4004-A991-4BB365F7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502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dot-field">
            <a:extLst xmlns:a="http://schemas.openxmlformats.org/drawingml/2006/main">
              <a:ext uri="{FF2B5EF4-FFF2-40B4-BE49-F238E27FC236}">
                <a16:creationId xmlns:a16="http://schemas.microsoft.com/office/drawing/2014/main" id="{55FF01FA-A944-46AB-A497-14CE9D82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dot-field">
            <a:extLst xmlns:a="http://schemas.openxmlformats.org/drawingml/2006/main">
              <a:ext uri="{FF2B5EF4-FFF2-40B4-BE49-F238E27FC236}">
                <a16:creationId xmlns:a16="http://schemas.microsoft.com/office/drawing/2014/main" id="{9041E472-7234-45E6-BD4B-4EB65B11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dot-field">
            <a:extLst xmlns:a="http://schemas.openxmlformats.org/drawingml/2006/main">
              <a:ext uri="{FF2B5EF4-FFF2-40B4-BE49-F238E27FC236}">
                <a16:creationId xmlns:a16="http://schemas.microsoft.com/office/drawing/2014/main" id="{9CDB82D7-C301-4BC8-87F2-46A54CC1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dot-field">
            <a:extLst xmlns:a="http://schemas.openxmlformats.org/drawingml/2006/main">
              <a:ext uri="{FF2B5EF4-FFF2-40B4-BE49-F238E27FC236}">
                <a16:creationId xmlns:a16="http://schemas.microsoft.com/office/drawing/2014/main" id="{6FF915BF-03A1-4420-B242-CA15259C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dot-field">
            <a:extLst xmlns:a="http://schemas.openxmlformats.org/drawingml/2006/main">
              <a:ext uri="{FF2B5EF4-FFF2-40B4-BE49-F238E27FC236}">
                <a16:creationId xmlns:a16="http://schemas.microsoft.com/office/drawing/2014/main" id="{F027C794-87F5-46D9-9FC8-E1EA2713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dot-field">
            <a:extLst xmlns:a="http://schemas.openxmlformats.org/drawingml/2006/main">
              <a:ext uri="{FF2B5EF4-FFF2-40B4-BE49-F238E27FC236}">
                <a16:creationId xmlns:a16="http://schemas.microsoft.com/office/drawing/2014/main" id="{5D6AAC48-2162-4FD6-AD41-B465A396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dot-field">
            <a:extLst xmlns:a="http://schemas.openxmlformats.org/drawingml/2006/main">
              <a:ext uri="{FF2B5EF4-FFF2-40B4-BE49-F238E27FC236}">
                <a16:creationId xmlns:a16="http://schemas.microsoft.com/office/drawing/2014/main" id="{3B1F7F20-02F6-4A80-A968-052B1C06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dot-field">
            <a:extLst xmlns:a="http://schemas.openxmlformats.org/drawingml/2006/main">
              <a:ext uri="{FF2B5EF4-FFF2-40B4-BE49-F238E27FC236}">
                <a16:creationId xmlns:a16="http://schemas.microsoft.com/office/drawing/2014/main" id="{028E2E01-AEC1-4D28-B64E-48F38DE5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dot-field">
            <a:extLst xmlns:a="http://schemas.openxmlformats.org/drawingml/2006/main">
              <a:ext uri="{FF2B5EF4-FFF2-40B4-BE49-F238E27FC236}">
                <a16:creationId xmlns:a16="http://schemas.microsoft.com/office/drawing/2014/main" id="{98C0C1DB-84D8-4417-8A8D-B903C2A1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dot-field">
            <a:extLst xmlns:a="http://schemas.openxmlformats.org/drawingml/2006/main">
              <a:ext uri="{FF2B5EF4-FFF2-40B4-BE49-F238E27FC236}">
                <a16:creationId xmlns:a16="http://schemas.microsoft.com/office/drawing/2014/main" id="{97F02C15-6F0D-4821-B1A8-E0C2F188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ot-field">
            <a:extLst xmlns:a="http://schemas.openxmlformats.org/drawingml/2006/main">
              <a:ext uri="{FF2B5EF4-FFF2-40B4-BE49-F238E27FC236}">
                <a16:creationId xmlns:a16="http://schemas.microsoft.com/office/drawing/2014/main" id="{E9DFB7E9-9715-49E2-BC4D-0B4EF6C6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dot-field">
            <a:extLst xmlns:a="http://schemas.openxmlformats.org/drawingml/2006/main">
              <a:ext uri="{FF2B5EF4-FFF2-40B4-BE49-F238E27FC236}">
                <a16:creationId xmlns:a16="http://schemas.microsoft.com/office/drawing/2014/main" id="{6D312BD6-7D2D-4E23-8A51-CFE5E22A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ot-field">
            <a:extLst xmlns:a="http://schemas.openxmlformats.org/drawingml/2006/main">
              <a:ext uri="{FF2B5EF4-FFF2-40B4-BE49-F238E27FC236}">
                <a16:creationId xmlns:a16="http://schemas.microsoft.com/office/drawing/2014/main" id="{C7C2519C-8007-4587-AAF0-1BBFC2A4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502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dot-field">
            <a:extLst xmlns:a="http://schemas.openxmlformats.org/drawingml/2006/main">
              <a:ext uri="{FF2B5EF4-FFF2-40B4-BE49-F238E27FC236}">
                <a16:creationId xmlns:a16="http://schemas.microsoft.com/office/drawing/2014/main" id="{B8773BD3-583B-497D-9DCC-75BDF9B0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ot-field">
            <a:extLst xmlns:a="http://schemas.openxmlformats.org/drawingml/2006/main">
              <a:ext uri="{FF2B5EF4-FFF2-40B4-BE49-F238E27FC236}">
                <a16:creationId xmlns:a16="http://schemas.microsoft.com/office/drawing/2014/main" id="{B824AF70-B6E2-4894-9E54-0FD0FC3F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dot-field">
            <a:extLst xmlns:a="http://schemas.openxmlformats.org/drawingml/2006/main">
              <a:ext uri="{FF2B5EF4-FFF2-40B4-BE49-F238E27FC236}">
                <a16:creationId xmlns:a16="http://schemas.microsoft.com/office/drawing/2014/main" id="{FB1D3C80-5482-48FD-8F60-2F08DF58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ot-field">
            <a:extLst xmlns:a="http://schemas.openxmlformats.org/drawingml/2006/main">
              <a:ext uri="{FF2B5EF4-FFF2-40B4-BE49-F238E27FC236}">
                <a16:creationId xmlns:a16="http://schemas.microsoft.com/office/drawing/2014/main" id="{B1F49BC3-365E-43E2-8E41-9A0A3B4D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dot-field">
            <a:extLst xmlns:a="http://schemas.openxmlformats.org/drawingml/2006/main">
              <a:ext uri="{FF2B5EF4-FFF2-40B4-BE49-F238E27FC236}">
                <a16:creationId xmlns:a16="http://schemas.microsoft.com/office/drawing/2014/main" id="{D9246ADE-22D6-47A1-8CE1-00B97792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ot-field">
            <a:extLst xmlns:a="http://schemas.openxmlformats.org/drawingml/2006/main">
              <a:ext uri="{FF2B5EF4-FFF2-40B4-BE49-F238E27FC236}">
                <a16:creationId xmlns:a16="http://schemas.microsoft.com/office/drawing/2014/main" id="{068D393D-C5BD-4768-A641-15CE72B9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dot-field">
            <a:extLst xmlns:a="http://schemas.openxmlformats.org/drawingml/2006/main">
              <a:ext uri="{FF2B5EF4-FFF2-40B4-BE49-F238E27FC236}">
                <a16:creationId xmlns:a16="http://schemas.microsoft.com/office/drawing/2014/main" id="{3C15D8A1-B77A-43E5-A18C-53A58EAD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ot-field">
            <a:extLst xmlns:a="http://schemas.openxmlformats.org/drawingml/2006/main">
              <a:ext uri="{FF2B5EF4-FFF2-40B4-BE49-F238E27FC236}">
                <a16:creationId xmlns:a16="http://schemas.microsoft.com/office/drawing/2014/main" id="{B5B06ADC-4E7B-468D-90E7-A2EAC8FE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dot-field">
            <a:extLst xmlns:a="http://schemas.openxmlformats.org/drawingml/2006/main">
              <a:ext uri="{FF2B5EF4-FFF2-40B4-BE49-F238E27FC236}">
                <a16:creationId xmlns:a16="http://schemas.microsoft.com/office/drawing/2014/main" id="{42F66C41-A947-47F2-8AA2-EC8ED611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ot-field">
            <a:extLst xmlns:a="http://schemas.openxmlformats.org/drawingml/2006/main">
              <a:ext uri="{FF2B5EF4-FFF2-40B4-BE49-F238E27FC236}">
                <a16:creationId xmlns:a16="http://schemas.microsoft.com/office/drawing/2014/main" id="{9331121D-21C3-46EA-BA67-05EFE87B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dot-field">
            <a:extLst xmlns:a="http://schemas.openxmlformats.org/drawingml/2006/main">
              <a:ext uri="{FF2B5EF4-FFF2-40B4-BE49-F238E27FC236}">
                <a16:creationId xmlns:a16="http://schemas.microsoft.com/office/drawing/2014/main" id="{769D919A-718D-4E2F-AF72-1F6BAD68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ot-field">
            <a:extLst xmlns:a="http://schemas.openxmlformats.org/drawingml/2006/main">
              <a:ext uri="{FF2B5EF4-FFF2-40B4-BE49-F238E27FC236}">
                <a16:creationId xmlns:a16="http://schemas.microsoft.com/office/drawing/2014/main" id="{0CFEBACE-B40E-40C1-98B5-A16510F6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ot-field">
            <a:extLst xmlns:a="http://schemas.openxmlformats.org/drawingml/2006/main">
              <a:ext uri="{FF2B5EF4-FFF2-40B4-BE49-F238E27FC236}">
                <a16:creationId xmlns:a16="http://schemas.microsoft.com/office/drawing/2014/main" id="{3E6929A7-5FC2-4613-BFB5-F166025C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ot-field">
            <a:extLst xmlns:a="http://schemas.openxmlformats.org/drawingml/2006/main">
              <a:ext uri="{FF2B5EF4-FFF2-40B4-BE49-F238E27FC236}">
                <a16:creationId xmlns:a16="http://schemas.microsoft.com/office/drawing/2014/main" id="{1F1D46F8-27F6-4252-8DC3-08C69EF4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ot-field">
            <a:extLst xmlns:a="http://schemas.openxmlformats.org/drawingml/2006/main">
              <a:ext uri="{FF2B5EF4-FFF2-40B4-BE49-F238E27FC236}">
                <a16:creationId xmlns:a16="http://schemas.microsoft.com/office/drawing/2014/main" id="{39797C81-4C03-43F0-8881-557940AA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ot-field">
            <a:extLst xmlns:a="http://schemas.openxmlformats.org/drawingml/2006/main">
              <a:ext uri="{FF2B5EF4-FFF2-40B4-BE49-F238E27FC236}">
                <a16:creationId xmlns:a16="http://schemas.microsoft.com/office/drawing/2014/main" id="{24966267-40B5-4DA6-A15E-9992863F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ot-field">
            <a:extLst xmlns:a="http://schemas.openxmlformats.org/drawingml/2006/main">
              <a:ext uri="{FF2B5EF4-FFF2-40B4-BE49-F238E27FC236}">
                <a16:creationId xmlns:a16="http://schemas.microsoft.com/office/drawing/2014/main" id="{8F2F817B-59DF-45EF-9100-72ED7549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ot-field">
            <a:extLst xmlns:a="http://schemas.openxmlformats.org/drawingml/2006/main">
              <a:ext uri="{FF2B5EF4-FFF2-40B4-BE49-F238E27FC236}">
                <a16:creationId xmlns:a16="http://schemas.microsoft.com/office/drawing/2014/main" id="{7D02A73F-B319-4999-B74A-9BC1D4DE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dot-field">
            <a:extLst xmlns:a="http://schemas.openxmlformats.org/drawingml/2006/main">
              <a:ext uri="{FF2B5EF4-FFF2-40B4-BE49-F238E27FC236}">
                <a16:creationId xmlns:a16="http://schemas.microsoft.com/office/drawing/2014/main" id="{614B4914-082E-4A8D-82E9-FEFA60E7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ot-field">
            <a:extLst xmlns:a="http://schemas.openxmlformats.org/drawingml/2006/main">
              <a:ext uri="{FF2B5EF4-FFF2-40B4-BE49-F238E27FC236}">
                <a16:creationId xmlns:a16="http://schemas.microsoft.com/office/drawing/2014/main" id="{DCFE0C3E-FDB0-440A-AFA4-75869450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dot-field">
            <a:extLst xmlns:a="http://schemas.openxmlformats.org/drawingml/2006/main">
              <a:ext uri="{FF2B5EF4-FFF2-40B4-BE49-F238E27FC236}">
                <a16:creationId xmlns:a16="http://schemas.microsoft.com/office/drawing/2014/main" id="{4A40EBAB-5C19-472B-BB9A-30BFB73E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ot-field">
            <a:extLst xmlns:a="http://schemas.openxmlformats.org/drawingml/2006/main">
              <a:ext uri="{FF2B5EF4-FFF2-40B4-BE49-F238E27FC236}">
                <a16:creationId xmlns:a16="http://schemas.microsoft.com/office/drawing/2014/main" id="{FDBCB369-1FAB-419A-8FD9-51561F52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dot-field">
            <a:extLst xmlns:a="http://schemas.openxmlformats.org/drawingml/2006/main">
              <a:ext uri="{FF2B5EF4-FFF2-40B4-BE49-F238E27FC236}">
                <a16:creationId xmlns:a16="http://schemas.microsoft.com/office/drawing/2014/main" id="{4101BF3E-8C82-44DA-8662-772F1F7B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ot-field">
            <a:extLst xmlns:a="http://schemas.openxmlformats.org/drawingml/2006/main">
              <a:ext uri="{FF2B5EF4-FFF2-40B4-BE49-F238E27FC236}">
                <a16:creationId xmlns:a16="http://schemas.microsoft.com/office/drawing/2014/main" id="{0DE7E083-301A-4E67-A4D1-207C579E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dot-field">
            <a:extLst xmlns:a="http://schemas.openxmlformats.org/drawingml/2006/main">
              <a:ext uri="{FF2B5EF4-FFF2-40B4-BE49-F238E27FC236}">
                <a16:creationId xmlns:a16="http://schemas.microsoft.com/office/drawing/2014/main" id="{A8261168-C783-426F-9FD1-094D6171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8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ot-field">
            <a:extLst xmlns:a="http://schemas.openxmlformats.org/drawingml/2006/main">
              <a:ext uri="{FF2B5EF4-FFF2-40B4-BE49-F238E27FC236}">
                <a16:creationId xmlns:a16="http://schemas.microsoft.com/office/drawing/2014/main" id="{880FA0A5-67CD-4BD9-BEF9-073CEB5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dot-field">
            <a:extLst xmlns:a="http://schemas.openxmlformats.org/drawingml/2006/main">
              <a:ext uri="{FF2B5EF4-FFF2-40B4-BE49-F238E27FC236}">
                <a16:creationId xmlns:a16="http://schemas.microsoft.com/office/drawing/2014/main" id="{DF0DA8B8-8F35-4BF0-836C-4B73E669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ot-field">
            <a:extLst xmlns:a="http://schemas.openxmlformats.org/drawingml/2006/main">
              <a:ext uri="{FF2B5EF4-FFF2-40B4-BE49-F238E27FC236}">
                <a16:creationId xmlns:a16="http://schemas.microsoft.com/office/drawing/2014/main" id="{7E8AF3FF-3FEC-4E85-A5E7-39702DCD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ot-field">
            <a:extLst xmlns:a="http://schemas.openxmlformats.org/drawingml/2006/main">
              <a:ext uri="{FF2B5EF4-FFF2-40B4-BE49-F238E27FC236}">
                <a16:creationId xmlns:a16="http://schemas.microsoft.com/office/drawing/2014/main" id="{1F73C406-3852-4903-9B76-4C0A143D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ot-field">
            <a:extLst xmlns:a="http://schemas.openxmlformats.org/drawingml/2006/main">
              <a:ext uri="{FF2B5EF4-FFF2-40B4-BE49-F238E27FC236}">
                <a16:creationId xmlns:a16="http://schemas.microsoft.com/office/drawing/2014/main" id="{A12D40B9-98AE-45DA-971C-B22E3220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ot-field">
            <a:extLst xmlns:a="http://schemas.openxmlformats.org/drawingml/2006/main">
              <a:ext uri="{FF2B5EF4-FFF2-40B4-BE49-F238E27FC236}">
                <a16:creationId xmlns:a16="http://schemas.microsoft.com/office/drawing/2014/main" id="{D6DA820C-13A0-4EE7-BEE9-7DAACF18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dot-field">
            <a:extLst xmlns:a="http://schemas.openxmlformats.org/drawingml/2006/main">
              <a:ext uri="{FF2B5EF4-FFF2-40B4-BE49-F238E27FC236}">
                <a16:creationId xmlns:a16="http://schemas.microsoft.com/office/drawing/2014/main" id="{C8F6C4C3-2F58-4719-973E-A3F8F4FF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ot-field">
            <a:extLst xmlns:a="http://schemas.openxmlformats.org/drawingml/2006/main">
              <a:ext uri="{FF2B5EF4-FFF2-40B4-BE49-F238E27FC236}">
                <a16:creationId xmlns:a16="http://schemas.microsoft.com/office/drawing/2014/main" id="{C173CFF2-5536-49EE-B197-E119E5C7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0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dot-field">
            <a:extLst xmlns:a="http://schemas.openxmlformats.org/drawingml/2006/main">
              <a:ext uri="{FF2B5EF4-FFF2-40B4-BE49-F238E27FC236}">
                <a16:creationId xmlns:a16="http://schemas.microsoft.com/office/drawing/2014/main" id="{69B5BCDF-DB82-464C-9FF9-F34F03CC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6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ot-field">
            <a:extLst xmlns:a="http://schemas.openxmlformats.org/drawingml/2006/main">
              <a:ext uri="{FF2B5EF4-FFF2-40B4-BE49-F238E27FC236}">
                <a16:creationId xmlns:a16="http://schemas.microsoft.com/office/drawing/2014/main" id="{8FF9535B-84C5-4EE0-A0E2-9EE84F28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dot-field">
            <a:extLst xmlns:a="http://schemas.openxmlformats.org/drawingml/2006/main">
              <a:ext uri="{FF2B5EF4-FFF2-40B4-BE49-F238E27FC236}">
                <a16:creationId xmlns:a16="http://schemas.microsoft.com/office/drawing/2014/main" id="{9566A416-DD32-4E59-838A-F64B2F5E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dot-field">
            <a:extLst xmlns:a="http://schemas.openxmlformats.org/drawingml/2006/main">
              <a:ext uri="{FF2B5EF4-FFF2-40B4-BE49-F238E27FC236}">
                <a16:creationId xmlns:a16="http://schemas.microsoft.com/office/drawing/2014/main" id="{9B9DE48E-6C88-48E2-8998-55D6FEC2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dot-field">
            <a:extLst xmlns:a="http://schemas.openxmlformats.org/drawingml/2006/main">
              <a:ext uri="{FF2B5EF4-FFF2-40B4-BE49-F238E27FC236}">
                <a16:creationId xmlns:a16="http://schemas.microsoft.com/office/drawing/2014/main" id="{7EC0C0D4-DE57-47D0-B457-D43EB678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dot-field">
            <a:extLst xmlns:a="http://schemas.openxmlformats.org/drawingml/2006/main">
              <a:ext uri="{FF2B5EF4-FFF2-40B4-BE49-F238E27FC236}">
                <a16:creationId xmlns:a16="http://schemas.microsoft.com/office/drawing/2014/main" id="{ECE15EFC-FFCB-46F5-BED6-60AD88EC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dot-field">
            <a:extLst xmlns:a="http://schemas.openxmlformats.org/drawingml/2006/main">
              <a:ext uri="{FF2B5EF4-FFF2-40B4-BE49-F238E27FC236}">
                <a16:creationId xmlns:a16="http://schemas.microsoft.com/office/drawing/2014/main" id="{43544D61-4021-4C4E-A9FB-A884B8C4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0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center-ring">
            <a:extLst xmlns:a="http://schemas.openxmlformats.org/drawingml/2006/main">
              <a:ext uri="{FF2B5EF4-FFF2-40B4-BE49-F238E27FC236}">
                <a16:creationId xmlns:a16="http://schemas.microsoft.com/office/drawing/2014/main" id="{02B94995-5950-444C-B741-B9F4773F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155" y="2493454"/>
            <a:ext cx="2861691" cy="2861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B9DC"/>
            </a:solidFill>
            <a:prstDash val="solid"/>
          </a:ln>
        </p:spPr>
      </p:sp>
      <p:sp>
        <p:nvSpPr>
          <p:cNvPr id="238" name="center-image-required-slot">
            <a:extLst xmlns:a="http://schemas.openxmlformats.org/drawingml/2006/main">
              <a:ext uri="{FF2B5EF4-FFF2-40B4-BE49-F238E27FC236}">
                <a16:creationId xmlns:a16="http://schemas.microsoft.com/office/drawing/2014/main" id="{D0D99627-77E2-402D-87D3-707AA629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405" y="2588704"/>
            <a:ext cx="2671191" cy="26711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9050">
            <a:solidFill>
              <a:srgbClr val="1A75BB"/>
            </a:solidFill>
            <a:prstDash val="dash"/>
          </a:ln>
        </p:spPr>
      </p:sp>
      <p:sp>
        <p:nvSpPr>
          <p:cNvPr id="239" name="center-image-required-label">
            <a:extLst xmlns:a="http://schemas.openxmlformats.org/drawingml/2006/main">
              <a:ext uri="{FF2B5EF4-FFF2-40B4-BE49-F238E27FC236}">
                <a16:creationId xmlns:a16="http://schemas.microsoft.com/office/drawing/2014/main" id="{5082D235-0F41-462B-8ACA-9EAAFAF0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405" y="2588704"/>
            <a:ext cx="2671191" cy="2671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rPr>
              <a:t>中心图片槽</a:t>
            </a:r>
          </a:p>
          <a:p xmlns:a="http://schemas.openxmlformats.org/drawingml/2006/main">
            <a:pPr algn="ctr">
              <a:def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rPr>
              <a:t>必填</a:t>
            </a:r>
          </a:p>
        </p:txBody>
      </p:sp>
      <p:sp>
        <p:nvSpPr>
          <p:cNvPr id="240" name="icon-disk-governance">
            <a:extLst xmlns:a="http://schemas.openxmlformats.org/drawingml/2006/main">
              <a:ext uri="{FF2B5EF4-FFF2-40B4-BE49-F238E27FC236}">
                <a16:creationId xmlns:a16="http://schemas.microsoft.com/office/drawing/2014/main" id="{F1F6732C-A63F-44E4-AF59-6BBE65E7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3248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41" name="icon-slot-governance">
            <a:extLst xmlns:a="http://schemas.openxmlformats.org/drawingml/2006/main">
              <a:ext uri="{FF2B5EF4-FFF2-40B4-BE49-F238E27FC236}">
                <a16:creationId xmlns:a16="http://schemas.microsoft.com/office/drawing/2014/main" id="{99E75714-394D-4166-9B96-D94E1D4C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32480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42" name="title-governance">
            <a:extLst xmlns:a="http://schemas.openxmlformats.org/drawingml/2006/main">
              <a:ext uri="{FF2B5EF4-FFF2-40B4-BE49-F238E27FC236}">
                <a16:creationId xmlns:a16="http://schemas.microsoft.com/office/drawing/2014/main" id="{7B74E3F1-8199-4166-AB62-DA09A173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4" y="3219450"/>
            <a:ext cx="25379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数据治理</a:t>
            </a:r>
          </a:p>
        </p:txBody>
      </p:sp>
      <p:sp>
        <p:nvSpPr>
          <p:cNvPr id="243" name="body-governance">
            <a:extLst xmlns:a="http://schemas.openxmlformats.org/drawingml/2006/main">
              <a:ext uri="{FF2B5EF4-FFF2-40B4-BE49-F238E27FC236}">
                <a16:creationId xmlns:a16="http://schemas.microsoft.com/office/drawing/2014/main" id="{F863C37B-ADBC-44CB-95F0-CCBD292A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4" y="3495675"/>
            <a:ext cx="253793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统一口径与可信数据底座</a:t>
            </a:r>
          </a:p>
        </p:txBody>
      </p:sp>
      <p:sp>
        <p:nvSpPr>
          <p:cNvPr id="244" name="icon-disk-validation">
            <a:extLst xmlns:a="http://schemas.openxmlformats.org/drawingml/2006/main">
              <a:ext uri="{FF2B5EF4-FFF2-40B4-BE49-F238E27FC236}">
                <a16:creationId xmlns:a16="http://schemas.microsoft.com/office/drawing/2014/main" id="{2D8106F1-8E49-438D-A35C-6B163A13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41052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45" name="icon-slot-validation">
            <a:extLst xmlns:a="http://schemas.openxmlformats.org/drawingml/2006/main">
              <a:ext uri="{FF2B5EF4-FFF2-40B4-BE49-F238E27FC236}">
                <a16:creationId xmlns:a16="http://schemas.microsoft.com/office/drawing/2014/main" id="{549893C1-E4BD-48CD-9ABD-9A13894D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41052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46" name="title-validation">
            <a:extLst xmlns:a="http://schemas.openxmlformats.org/drawingml/2006/main">
              <a:ext uri="{FF2B5EF4-FFF2-40B4-BE49-F238E27FC236}">
                <a16:creationId xmlns:a16="http://schemas.microsoft.com/office/drawing/2014/main" id="{40E985D5-5929-49F4-8742-C895BA2A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4" y="4076700"/>
            <a:ext cx="25379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实验验证</a:t>
            </a:r>
          </a:p>
        </p:txBody>
      </p:sp>
      <p:sp>
        <p:nvSpPr>
          <p:cNvPr id="247" name="body-validation">
            <a:extLst xmlns:a="http://schemas.openxmlformats.org/drawingml/2006/main">
              <a:ext uri="{FF2B5EF4-FFF2-40B4-BE49-F238E27FC236}">
                <a16:creationId xmlns:a16="http://schemas.microsoft.com/office/drawing/2014/main" id="{C40DC0F1-8C71-49FC-B146-7A873D9E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4" y="4352925"/>
            <a:ext cx="253793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用可重复证据检验方法</a:t>
            </a:r>
          </a:p>
        </p:txBody>
      </p:sp>
      <p:sp>
        <p:nvSpPr>
          <p:cNvPr id="248" name="icon-disk-modeling">
            <a:extLst xmlns:a="http://schemas.openxmlformats.org/drawingml/2006/main">
              <a:ext uri="{FF2B5EF4-FFF2-40B4-BE49-F238E27FC236}">
                <a16:creationId xmlns:a16="http://schemas.microsoft.com/office/drawing/2014/main" id="{1C913AC6-D8D7-41EA-9C78-AB4B8203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61" y="2819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49" name="icon-slot-modeling">
            <a:extLst xmlns:a="http://schemas.openxmlformats.org/drawingml/2006/main">
              <a:ext uri="{FF2B5EF4-FFF2-40B4-BE49-F238E27FC236}">
                <a16:creationId xmlns:a16="http://schemas.microsoft.com/office/drawing/2014/main" id="{7AC2AEB0-E505-4EC0-A539-F78CE659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61" y="28194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50" name="title-modeling">
            <a:extLst xmlns:a="http://schemas.openxmlformats.org/drawingml/2006/main">
              <a:ext uri="{FF2B5EF4-FFF2-40B4-BE49-F238E27FC236}">
                <a16:creationId xmlns:a16="http://schemas.microsoft.com/office/drawing/2014/main" id="{88F763EB-6933-4574-86AB-29ABF0F9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90825"/>
            <a:ext cx="25379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模型研发</a:t>
            </a:r>
          </a:p>
        </p:txBody>
      </p:sp>
      <p:sp>
        <p:nvSpPr>
          <p:cNvPr id="251" name="body-modeling">
            <a:extLst xmlns:a="http://schemas.openxmlformats.org/drawingml/2006/main">
              <a:ext uri="{FF2B5EF4-FFF2-40B4-BE49-F238E27FC236}">
                <a16:creationId xmlns:a16="http://schemas.microsoft.com/office/drawing/2014/main" id="{CD6A535C-F186-4E5A-9854-26F521A7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253793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面向问题构建可复用模型</a:t>
            </a:r>
          </a:p>
        </p:txBody>
      </p:sp>
      <p:sp>
        <p:nvSpPr>
          <p:cNvPr id="252" name="icon-disk-translation">
            <a:extLst xmlns:a="http://schemas.openxmlformats.org/drawingml/2006/main">
              <a:ext uri="{FF2B5EF4-FFF2-40B4-BE49-F238E27FC236}">
                <a16:creationId xmlns:a16="http://schemas.microsoft.com/office/drawing/2014/main" id="{01F1D811-C1A0-4F50-8061-33D72392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61" y="3676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53" name="icon-slot-translation">
            <a:extLst xmlns:a="http://schemas.openxmlformats.org/drawingml/2006/main">
              <a:ext uri="{FF2B5EF4-FFF2-40B4-BE49-F238E27FC236}">
                <a16:creationId xmlns:a16="http://schemas.microsoft.com/office/drawing/2014/main" id="{628C611C-BACE-4611-8A52-7E0BDCF4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61" y="3676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54" name="title-translation">
            <a:extLst xmlns:a="http://schemas.openxmlformats.org/drawingml/2006/main">
              <a:ext uri="{FF2B5EF4-FFF2-40B4-BE49-F238E27FC236}">
                <a16:creationId xmlns:a16="http://schemas.microsoft.com/office/drawing/2014/main" id="{7211B937-D99C-4ADD-8BEF-63EC40AA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48075"/>
            <a:ext cx="25379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成果转化</a:t>
            </a:r>
          </a:p>
        </p:txBody>
      </p:sp>
      <p:sp>
        <p:nvSpPr>
          <p:cNvPr id="255" name="body-translation">
            <a:extLst xmlns:a="http://schemas.openxmlformats.org/drawingml/2006/main">
              <a:ext uri="{FF2B5EF4-FFF2-40B4-BE49-F238E27FC236}">
                <a16:creationId xmlns:a16="http://schemas.microsoft.com/office/drawing/2014/main" id="{F4A8FC2F-0D56-4B26-A7F3-49C8B295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24300"/>
            <a:ext cx="253793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让研究结果进入真实场景</a:t>
            </a:r>
          </a:p>
        </p:txBody>
      </p:sp>
      <p:sp>
        <p:nvSpPr>
          <p:cNvPr id="256" name="icon-disk-collaboration">
            <a:extLst xmlns:a="http://schemas.openxmlformats.org/drawingml/2006/main">
              <a:ext uri="{FF2B5EF4-FFF2-40B4-BE49-F238E27FC236}">
                <a16:creationId xmlns:a16="http://schemas.microsoft.com/office/drawing/2014/main" id="{19A4833E-6BB6-4A12-B646-F0BBA732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61" y="4533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57" name="icon-slot-collaboration">
            <a:extLst xmlns:a="http://schemas.openxmlformats.org/drawingml/2006/main">
              <a:ext uri="{FF2B5EF4-FFF2-40B4-BE49-F238E27FC236}">
                <a16:creationId xmlns:a16="http://schemas.microsoft.com/office/drawing/2014/main" id="{0C6B1C09-18EC-445E-922F-5C8661AD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61" y="45339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58" name="title-collaboration">
            <a:extLst xmlns:a="http://schemas.openxmlformats.org/drawingml/2006/main">
              <a:ext uri="{FF2B5EF4-FFF2-40B4-BE49-F238E27FC236}">
                <a16:creationId xmlns:a16="http://schemas.microsoft.com/office/drawing/2014/main" id="{0E54CCEF-CDB1-4EB2-995A-76F5BE88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05325"/>
            <a:ext cx="25379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开放协作</a:t>
            </a:r>
          </a:p>
        </p:txBody>
      </p:sp>
      <p:sp>
        <p:nvSpPr>
          <p:cNvPr id="259" name="body-collaboration">
            <a:extLst xmlns:a="http://schemas.openxmlformats.org/drawingml/2006/main">
              <a:ext uri="{FF2B5EF4-FFF2-40B4-BE49-F238E27FC236}">
                <a16:creationId xmlns:a16="http://schemas.microsoft.com/office/drawing/2014/main" id="{0A93BB30-E810-4E10-8738-676DBACF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81550"/>
            <a:ext cx="253793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连接团队与跨域知识网络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科研平台的协同能力｜6 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结构能力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BFC56AB-39CC-4E46-BB7F-272BD920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dot-field">
            <a:extLst xmlns:a="http://schemas.openxmlformats.org/drawingml/2006/main">
              <a:ext uri="{FF2B5EF4-FFF2-40B4-BE49-F238E27FC236}">
                <a16:creationId xmlns:a16="http://schemas.microsoft.com/office/drawing/2014/main" id="{EC59D06D-31C3-4B05-83EC-9A9B3689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1821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ot-field">
            <a:extLst xmlns:a="http://schemas.openxmlformats.org/drawingml/2006/main">
              <a:ext uri="{FF2B5EF4-FFF2-40B4-BE49-F238E27FC236}">
                <a16:creationId xmlns:a16="http://schemas.microsoft.com/office/drawing/2014/main" id="{DC63B611-F4FD-4801-9458-B83A48F7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1821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ot-field">
            <a:extLst xmlns:a="http://schemas.openxmlformats.org/drawingml/2006/main">
              <a:ext uri="{FF2B5EF4-FFF2-40B4-BE49-F238E27FC236}">
                <a16:creationId xmlns:a16="http://schemas.microsoft.com/office/drawing/2014/main" id="{7DDC42F0-319C-444D-8791-46D49605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1821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ot-field">
            <a:extLst xmlns:a="http://schemas.openxmlformats.org/drawingml/2006/main">
              <a:ext uri="{FF2B5EF4-FFF2-40B4-BE49-F238E27FC236}">
                <a16:creationId xmlns:a16="http://schemas.microsoft.com/office/drawing/2014/main" id="{D2C17C9A-6D51-4235-9CCA-0F550C18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ot-field">
            <a:extLst xmlns:a="http://schemas.openxmlformats.org/drawingml/2006/main">
              <a:ext uri="{FF2B5EF4-FFF2-40B4-BE49-F238E27FC236}">
                <a16:creationId xmlns:a16="http://schemas.microsoft.com/office/drawing/2014/main" id="{292723D4-4E96-41BA-B906-002F6F77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ot-field">
            <a:extLst xmlns:a="http://schemas.openxmlformats.org/drawingml/2006/main">
              <a:ext uri="{FF2B5EF4-FFF2-40B4-BE49-F238E27FC236}">
                <a16:creationId xmlns:a16="http://schemas.microsoft.com/office/drawing/2014/main" id="{8AF473F2-E8AA-4F73-B669-8C28B60B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ot-field">
            <a:extLst xmlns:a="http://schemas.openxmlformats.org/drawingml/2006/main">
              <a:ext uri="{FF2B5EF4-FFF2-40B4-BE49-F238E27FC236}">
                <a16:creationId xmlns:a16="http://schemas.microsoft.com/office/drawing/2014/main" id="{4D46C1D0-97DA-44E6-857C-CF89607F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ot-field">
            <a:extLst xmlns:a="http://schemas.openxmlformats.org/drawingml/2006/main">
              <a:ext uri="{FF2B5EF4-FFF2-40B4-BE49-F238E27FC236}">
                <a16:creationId xmlns:a16="http://schemas.microsoft.com/office/drawing/2014/main" id="{C9BCD377-9036-4505-B385-18FCC461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ot-field">
            <a:extLst xmlns:a="http://schemas.openxmlformats.org/drawingml/2006/main">
              <a:ext uri="{FF2B5EF4-FFF2-40B4-BE49-F238E27FC236}">
                <a16:creationId xmlns:a16="http://schemas.microsoft.com/office/drawing/2014/main" id="{85F0B220-A955-414C-8A62-4BCCCDED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ot-field">
            <a:extLst xmlns:a="http://schemas.openxmlformats.org/drawingml/2006/main">
              <a:ext uri="{FF2B5EF4-FFF2-40B4-BE49-F238E27FC236}">
                <a16:creationId xmlns:a16="http://schemas.microsoft.com/office/drawing/2014/main" id="{739A6F92-53B1-4443-920E-75C3E90B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0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ot-field">
            <a:extLst xmlns:a="http://schemas.openxmlformats.org/drawingml/2006/main">
              <a:ext uri="{FF2B5EF4-FFF2-40B4-BE49-F238E27FC236}">
                <a16:creationId xmlns:a16="http://schemas.microsoft.com/office/drawing/2014/main" id="{82BFFBE4-8411-4C42-9222-DA6FC477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6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ot-field">
            <a:extLst xmlns:a="http://schemas.openxmlformats.org/drawingml/2006/main">
              <a:ext uri="{FF2B5EF4-FFF2-40B4-BE49-F238E27FC236}">
                <a16:creationId xmlns:a16="http://schemas.microsoft.com/office/drawing/2014/main" id="{2C44D4EE-D514-4512-B8B6-7B6F5913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ot-field">
            <a:extLst xmlns:a="http://schemas.openxmlformats.org/drawingml/2006/main">
              <a:ext uri="{FF2B5EF4-FFF2-40B4-BE49-F238E27FC236}">
                <a16:creationId xmlns:a16="http://schemas.microsoft.com/office/drawing/2014/main" id="{6C9BB362-9D0B-4201-94AF-D3A37052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ot-field">
            <a:extLst xmlns:a="http://schemas.openxmlformats.org/drawingml/2006/main">
              <a:ext uri="{FF2B5EF4-FFF2-40B4-BE49-F238E27FC236}">
                <a16:creationId xmlns:a16="http://schemas.microsoft.com/office/drawing/2014/main" id="{E40D5757-E922-47BE-A66D-414E7735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ot-field">
            <a:extLst xmlns:a="http://schemas.openxmlformats.org/drawingml/2006/main">
              <a:ext uri="{FF2B5EF4-FFF2-40B4-BE49-F238E27FC236}">
                <a16:creationId xmlns:a16="http://schemas.microsoft.com/office/drawing/2014/main" id="{EDC0A7F1-B87E-460F-AC7F-7A2BD464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ot-field">
            <a:extLst xmlns:a="http://schemas.openxmlformats.org/drawingml/2006/main">
              <a:ext uri="{FF2B5EF4-FFF2-40B4-BE49-F238E27FC236}">
                <a16:creationId xmlns:a16="http://schemas.microsoft.com/office/drawing/2014/main" id="{FA350B96-5A05-4D4B-8C31-FE0C9C4A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ot-field">
            <a:extLst xmlns:a="http://schemas.openxmlformats.org/drawingml/2006/main">
              <a:ext uri="{FF2B5EF4-FFF2-40B4-BE49-F238E27FC236}">
                <a16:creationId xmlns:a16="http://schemas.microsoft.com/office/drawing/2014/main" id="{B8AA235A-7E81-4A4A-864A-4FB0C63A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ot-field">
            <a:extLst xmlns:a="http://schemas.openxmlformats.org/drawingml/2006/main">
              <a:ext uri="{FF2B5EF4-FFF2-40B4-BE49-F238E27FC236}">
                <a16:creationId xmlns:a16="http://schemas.microsoft.com/office/drawing/2014/main" id="{E5C82718-303F-4950-ADA5-8E4813B8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ot-field">
            <a:extLst xmlns:a="http://schemas.openxmlformats.org/drawingml/2006/main">
              <a:ext uri="{FF2B5EF4-FFF2-40B4-BE49-F238E27FC236}">
                <a16:creationId xmlns:a16="http://schemas.microsoft.com/office/drawing/2014/main" id="{9D424746-85F6-4C50-B530-3F55B941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ot-field">
            <a:extLst xmlns:a="http://schemas.openxmlformats.org/drawingml/2006/main">
              <a:ext uri="{FF2B5EF4-FFF2-40B4-BE49-F238E27FC236}">
                <a16:creationId xmlns:a16="http://schemas.microsoft.com/office/drawing/2014/main" id="{FCEA33F8-7332-4C6C-8590-FE8204F9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ot-field">
            <a:extLst xmlns:a="http://schemas.openxmlformats.org/drawingml/2006/main">
              <a:ext uri="{FF2B5EF4-FFF2-40B4-BE49-F238E27FC236}">
                <a16:creationId xmlns:a16="http://schemas.microsoft.com/office/drawing/2014/main" id="{D1B9C441-A4A3-4D90-92A0-EFE293CE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ot-field">
            <a:extLst xmlns:a="http://schemas.openxmlformats.org/drawingml/2006/main">
              <a:ext uri="{FF2B5EF4-FFF2-40B4-BE49-F238E27FC236}">
                <a16:creationId xmlns:a16="http://schemas.microsoft.com/office/drawing/2014/main" id="{2FB2A3BC-E636-421C-B62E-77D191ED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ot-field">
            <a:extLst xmlns:a="http://schemas.openxmlformats.org/drawingml/2006/main">
              <a:ext uri="{FF2B5EF4-FFF2-40B4-BE49-F238E27FC236}">
                <a16:creationId xmlns:a16="http://schemas.microsoft.com/office/drawing/2014/main" id="{EE44C605-AAB4-4E85-9E77-1BC696C3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8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ot-field">
            <a:extLst xmlns:a="http://schemas.openxmlformats.org/drawingml/2006/main">
              <a:ext uri="{FF2B5EF4-FFF2-40B4-BE49-F238E27FC236}">
                <a16:creationId xmlns:a16="http://schemas.microsoft.com/office/drawing/2014/main" id="{0C0C9F58-2044-40DB-8E69-CE0DC8F9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ot-field">
            <a:extLst xmlns:a="http://schemas.openxmlformats.org/drawingml/2006/main">
              <a:ext uri="{FF2B5EF4-FFF2-40B4-BE49-F238E27FC236}">
                <a16:creationId xmlns:a16="http://schemas.microsoft.com/office/drawing/2014/main" id="{1D6C6278-1FED-4BD7-A65C-18BB1384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ot-field">
            <a:extLst xmlns:a="http://schemas.openxmlformats.org/drawingml/2006/main">
              <a:ext uri="{FF2B5EF4-FFF2-40B4-BE49-F238E27FC236}">
                <a16:creationId xmlns:a16="http://schemas.microsoft.com/office/drawing/2014/main" id="{9D471321-859A-4A13-AA3A-9440B7AE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ot-field">
            <a:extLst xmlns:a="http://schemas.openxmlformats.org/drawingml/2006/main">
              <a:ext uri="{FF2B5EF4-FFF2-40B4-BE49-F238E27FC236}">
                <a16:creationId xmlns:a16="http://schemas.microsoft.com/office/drawing/2014/main" id="{0D5F12EA-0280-48EB-B0DA-EBD7E1D1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ot-field">
            <a:extLst xmlns:a="http://schemas.openxmlformats.org/drawingml/2006/main">
              <a:ext uri="{FF2B5EF4-FFF2-40B4-BE49-F238E27FC236}">
                <a16:creationId xmlns:a16="http://schemas.microsoft.com/office/drawing/2014/main" id="{9A9AED83-3613-43F7-B976-F58E50B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ot-field">
            <a:extLst xmlns:a="http://schemas.openxmlformats.org/drawingml/2006/main">
              <a:ext uri="{FF2B5EF4-FFF2-40B4-BE49-F238E27FC236}">
                <a16:creationId xmlns:a16="http://schemas.microsoft.com/office/drawing/2014/main" id="{09CAF175-CA32-40F7-8BCB-56F7FC9E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ot-field">
            <a:extLst xmlns:a="http://schemas.openxmlformats.org/drawingml/2006/main">
              <a:ext uri="{FF2B5EF4-FFF2-40B4-BE49-F238E27FC236}">
                <a16:creationId xmlns:a16="http://schemas.microsoft.com/office/drawing/2014/main" id="{05A356DD-9D9F-4136-9637-0375F826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ot-field">
            <a:extLst xmlns:a="http://schemas.openxmlformats.org/drawingml/2006/main">
              <a:ext uri="{FF2B5EF4-FFF2-40B4-BE49-F238E27FC236}">
                <a16:creationId xmlns:a16="http://schemas.microsoft.com/office/drawing/2014/main" id="{5D042C41-94AA-45C9-BAA3-35A2E978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ot-field">
            <a:extLst xmlns:a="http://schemas.openxmlformats.org/drawingml/2006/main">
              <a:ext uri="{FF2B5EF4-FFF2-40B4-BE49-F238E27FC236}">
                <a16:creationId xmlns:a16="http://schemas.microsoft.com/office/drawing/2014/main" id="{2E5ADB72-93D6-40FA-B19A-46B4D8CB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ot-field">
            <a:extLst xmlns:a="http://schemas.openxmlformats.org/drawingml/2006/main">
              <a:ext uri="{FF2B5EF4-FFF2-40B4-BE49-F238E27FC236}">
                <a16:creationId xmlns:a16="http://schemas.microsoft.com/office/drawing/2014/main" id="{2E56BCD6-E2DE-4DD0-A731-6AD52747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ot-field">
            <a:extLst xmlns:a="http://schemas.openxmlformats.org/drawingml/2006/main">
              <a:ext uri="{FF2B5EF4-FFF2-40B4-BE49-F238E27FC236}">
                <a16:creationId xmlns:a16="http://schemas.microsoft.com/office/drawing/2014/main" id="{5FC38A3A-884A-4272-8747-6B15A422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ot-field">
            <a:extLst xmlns:a="http://schemas.openxmlformats.org/drawingml/2006/main">
              <a:ext uri="{FF2B5EF4-FFF2-40B4-BE49-F238E27FC236}">
                <a16:creationId xmlns:a16="http://schemas.microsoft.com/office/drawing/2014/main" id="{D7670C75-09D8-4112-B5E8-5C453A09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8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ot-field">
            <a:extLst xmlns:a="http://schemas.openxmlformats.org/drawingml/2006/main">
              <a:ext uri="{FF2B5EF4-FFF2-40B4-BE49-F238E27FC236}">
                <a16:creationId xmlns:a16="http://schemas.microsoft.com/office/drawing/2014/main" id="{8E0DC1B9-82D5-44FF-B656-3F30D1AB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ot-field">
            <a:extLst xmlns:a="http://schemas.openxmlformats.org/drawingml/2006/main">
              <a:ext uri="{FF2B5EF4-FFF2-40B4-BE49-F238E27FC236}">
                <a16:creationId xmlns:a16="http://schemas.microsoft.com/office/drawing/2014/main" id="{FBEA2775-16E7-43AE-BAB6-7C09E184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ot-field">
            <a:extLst xmlns:a="http://schemas.openxmlformats.org/drawingml/2006/main">
              <a:ext uri="{FF2B5EF4-FFF2-40B4-BE49-F238E27FC236}">
                <a16:creationId xmlns:a16="http://schemas.microsoft.com/office/drawing/2014/main" id="{454E08BE-33F5-4F16-BE3C-0F807AB3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ot-field">
            <a:extLst xmlns:a="http://schemas.openxmlformats.org/drawingml/2006/main">
              <a:ext uri="{FF2B5EF4-FFF2-40B4-BE49-F238E27FC236}">
                <a16:creationId xmlns:a16="http://schemas.microsoft.com/office/drawing/2014/main" id="{50ED3A09-28AA-434B-9B2B-2D83ACAC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ot-field">
            <a:extLst xmlns:a="http://schemas.openxmlformats.org/drawingml/2006/main">
              <a:ext uri="{FF2B5EF4-FFF2-40B4-BE49-F238E27FC236}">
                <a16:creationId xmlns:a16="http://schemas.microsoft.com/office/drawing/2014/main" id="{E261407A-1606-4926-853B-C84517F6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ot-field">
            <a:extLst xmlns:a="http://schemas.openxmlformats.org/drawingml/2006/main">
              <a:ext uri="{FF2B5EF4-FFF2-40B4-BE49-F238E27FC236}">
                <a16:creationId xmlns:a16="http://schemas.microsoft.com/office/drawing/2014/main" id="{63018101-6F64-4208-9F69-ACEB7D7C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ot-field">
            <a:extLst xmlns:a="http://schemas.openxmlformats.org/drawingml/2006/main">
              <a:ext uri="{FF2B5EF4-FFF2-40B4-BE49-F238E27FC236}">
                <a16:creationId xmlns:a16="http://schemas.microsoft.com/office/drawing/2014/main" id="{AABF833B-7770-471E-8CA2-5BA3E317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ot-field">
            <a:extLst xmlns:a="http://schemas.openxmlformats.org/drawingml/2006/main">
              <a:ext uri="{FF2B5EF4-FFF2-40B4-BE49-F238E27FC236}">
                <a16:creationId xmlns:a16="http://schemas.microsoft.com/office/drawing/2014/main" id="{40C4C599-71B3-4149-8457-68E1B334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ot-field">
            <a:extLst xmlns:a="http://schemas.openxmlformats.org/drawingml/2006/main">
              <a:ext uri="{FF2B5EF4-FFF2-40B4-BE49-F238E27FC236}">
                <a16:creationId xmlns:a16="http://schemas.microsoft.com/office/drawing/2014/main" id="{E7E70909-2E17-4F15-A652-91E7AD74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ot-field">
            <a:extLst xmlns:a="http://schemas.openxmlformats.org/drawingml/2006/main">
              <a:ext uri="{FF2B5EF4-FFF2-40B4-BE49-F238E27FC236}">
                <a16:creationId xmlns:a16="http://schemas.microsoft.com/office/drawing/2014/main" id="{003E24B1-0A49-4922-8F00-E8182B3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ot-field">
            <a:extLst xmlns:a="http://schemas.openxmlformats.org/drawingml/2006/main">
              <a:ext uri="{FF2B5EF4-FFF2-40B4-BE49-F238E27FC236}">
                <a16:creationId xmlns:a16="http://schemas.microsoft.com/office/drawing/2014/main" id="{C92C33C1-BD52-4D43-9FF4-CB50FD5E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ot-field">
            <a:extLst xmlns:a="http://schemas.openxmlformats.org/drawingml/2006/main">
              <a:ext uri="{FF2B5EF4-FFF2-40B4-BE49-F238E27FC236}">
                <a16:creationId xmlns:a16="http://schemas.microsoft.com/office/drawing/2014/main" id="{B41874CC-9AAC-45C9-B3B8-73F6E310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ot-field">
            <a:extLst xmlns:a="http://schemas.openxmlformats.org/drawingml/2006/main">
              <a:ext uri="{FF2B5EF4-FFF2-40B4-BE49-F238E27FC236}">
                <a16:creationId xmlns:a16="http://schemas.microsoft.com/office/drawing/2014/main" id="{49894897-0D69-4771-B445-F773B989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ot-field">
            <a:extLst xmlns:a="http://schemas.openxmlformats.org/drawingml/2006/main">
              <a:ext uri="{FF2B5EF4-FFF2-40B4-BE49-F238E27FC236}">
                <a16:creationId xmlns:a16="http://schemas.microsoft.com/office/drawing/2014/main" id="{D01AC2F0-2608-4F8E-96D8-A0A021AE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dot-field">
            <a:extLst xmlns:a="http://schemas.openxmlformats.org/drawingml/2006/main">
              <a:ext uri="{FF2B5EF4-FFF2-40B4-BE49-F238E27FC236}">
                <a16:creationId xmlns:a16="http://schemas.microsoft.com/office/drawing/2014/main" id="{5F769859-8E9E-4226-88A1-4F6489B3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ot-field">
            <a:extLst xmlns:a="http://schemas.openxmlformats.org/drawingml/2006/main">
              <a:ext uri="{FF2B5EF4-FFF2-40B4-BE49-F238E27FC236}">
                <a16:creationId xmlns:a16="http://schemas.microsoft.com/office/drawing/2014/main" id="{2364525E-6279-4586-9867-9F17156D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ot-field">
            <a:extLst xmlns:a="http://schemas.openxmlformats.org/drawingml/2006/main">
              <a:ext uri="{FF2B5EF4-FFF2-40B4-BE49-F238E27FC236}">
                <a16:creationId xmlns:a16="http://schemas.microsoft.com/office/drawing/2014/main" id="{1EB6DADE-72E8-4623-B10E-A1DF642D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ot-field">
            <a:extLst xmlns:a="http://schemas.openxmlformats.org/drawingml/2006/main">
              <a:ext uri="{FF2B5EF4-FFF2-40B4-BE49-F238E27FC236}">
                <a16:creationId xmlns:a16="http://schemas.microsoft.com/office/drawing/2014/main" id="{F786E5AB-387E-4ACE-9067-66622402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dot-field">
            <a:extLst xmlns:a="http://schemas.openxmlformats.org/drawingml/2006/main">
              <a:ext uri="{FF2B5EF4-FFF2-40B4-BE49-F238E27FC236}">
                <a16:creationId xmlns:a16="http://schemas.microsoft.com/office/drawing/2014/main" id="{18B6F89E-C670-4809-BE66-170413D1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ot-field">
            <a:extLst xmlns:a="http://schemas.openxmlformats.org/drawingml/2006/main">
              <a:ext uri="{FF2B5EF4-FFF2-40B4-BE49-F238E27FC236}">
                <a16:creationId xmlns:a16="http://schemas.microsoft.com/office/drawing/2014/main" id="{3E418A22-70F6-4A04-ADFB-4CD76BD7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ot-field">
            <a:extLst xmlns:a="http://schemas.openxmlformats.org/drawingml/2006/main">
              <a:ext uri="{FF2B5EF4-FFF2-40B4-BE49-F238E27FC236}">
                <a16:creationId xmlns:a16="http://schemas.microsoft.com/office/drawing/2014/main" id="{D1D2C1BC-10C7-466D-B116-057F9570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ot-field">
            <a:extLst xmlns:a="http://schemas.openxmlformats.org/drawingml/2006/main">
              <a:ext uri="{FF2B5EF4-FFF2-40B4-BE49-F238E27FC236}">
                <a16:creationId xmlns:a16="http://schemas.microsoft.com/office/drawing/2014/main" id="{ADAACB18-82C8-4151-B274-A35F2D7A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dot-field">
            <a:extLst xmlns:a="http://schemas.openxmlformats.org/drawingml/2006/main">
              <a:ext uri="{FF2B5EF4-FFF2-40B4-BE49-F238E27FC236}">
                <a16:creationId xmlns:a16="http://schemas.microsoft.com/office/drawing/2014/main" id="{0D38E4B4-38AC-4361-A6B9-7C33D330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ot-field">
            <a:extLst xmlns:a="http://schemas.openxmlformats.org/drawingml/2006/main">
              <a:ext uri="{FF2B5EF4-FFF2-40B4-BE49-F238E27FC236}">
                <a16:creationId xmlns:a16="http://schemas.microsoft.com/office/drawing/2014/main" id="{0F355C76-E6DB-4C03-9D13-D01D98FF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ot-field">
            <a:extLst xmlns:a="http://schemas.openxmlformats.org/drawingml/2006/main">
              <a:ext uri="{FF2B5EF4-FFF2-40B4-BE49-F238E27FC236}">
                <a16:creationId xmlns:a16="http://schemas.microsoft.com/office/drawing/2014/main" id="{D7979F29-8696-4D44-AB16-243D5664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ot-field">
            <a:extLst xmlns:a="http://schemas.openxmlformats.org/drawingml/2006/main">
              <a:ext uri="{FF2B5EF4-FFF2-40B4-BE49-F238E27FC236}">
                <a16:creationId xmlns:a16="http://schemas.microsoft.com/office/drawing/2014/main" id="{92564302-F9F2-493D-8299-2421DDFD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ot-field">
            <a:extLst xmlns:a="http://schemas.openxmlformats.org/drawingml/2006/main">
              <a:ext uri="{FF2B5EF4-FFF2-40B4-BE49-F238E27FC236}">
                <a16:creationId xmlns:a16="http://schemas.microsoft.com/office/drawing/2014/main" id="{24CF37BA-F1F0-4228-909E-F7601E84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dot-field">
            <a:extLst xmlns:a="http://schemas.openxmlformats.org/drawingml/2006/main">
              <a:ext uri="{FF2B5EF4-FFF2-40B4-BE49-F238E27FC236}">
                <a16:creationId xmlns:a16="http://schemas.microsoft.com/office/drawing/2014/main" id="{6535FD58-F8CC-407F-996C-E801F7B6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ot-field">
            <a:extLst xmlns:a="http://schemas.openxmlformats.org/drawingml/2006/main">
              <a:ext uri="{FF2B5EF4-FFF2-40B4-BE49-F238E27FC236}">
                <a16:creationId xmlns:a16="http://schemas.microsoft.com/office/drawing/2014/main" id="{0DFAFB11-718E-4D38-865B-758631CF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dot-field">
            <a:extLst xmlns:a="http://schemas.openxmlformats.org/drawingml/2006/main">
              <a:ext uri="{FF2B5EF4-FFF2-40B4-BE49-F238E27FC236}">
                <a16:creationId xmlns:a16="http://schemas.microsoft.com/office/drawing/2014/main" id="{1B1CE2E6-515B-4110-B88C-8F272E7C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dot-field">
            <a:extLst xmlns:a="http://schemas.openxmlformats.org/drawingml/2006/main">
              <a:ext uri="{FF2B5EF4-FFF2-40B4-BE49-F238E27FC236}">
                <a16:creationId xmlns:a16="http://schemas.microsoft.com/office/drawing/2014/main" id="{0116359F-EA5F-4207-9C7A-1F4ED749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dot-field">
            <a:extLst xmlns:a="http://schemas.openxmlformats.org/drawingml/2006/main">
              <a:ext uri="{FF2B5EF4-FFF2-40B4-BE49-F238E27FC236}">
                <a16:creationId xmlns:a16="http://schemas.microsoft.com/office/drawing/2014/main" id="{4402C900-B30B-44D3-9E66-DE85FFE9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dot-field">
            <a:extLst xmlns:a="http://schemas.openxmlformats.org/drawingml/2006/main">
              <a:ext uri="{FF2B5EF4-FFF2-40B4-BE49-F238E27FC236}">
                <a16:creationId xmlns:a16="http://schemas.microsoft.com/office/drawing/2014/main" id="{32C83E05-17AE-427A-9977-91DFB0C5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dot-field">
            <a:extLst xmlns:a="http://schemas.openxmlformats.org/drawingml/2006/main">
              <a:ext uri="{FF2B5EF4-FFF2-40B4-BE49-F238E27FC236}">
                <a16:creationId xmlns:a16="http://schemas.microsoft.com/office/drawing/2014/main" id="{8755851C-FF24-4725-87BC-A2A4524F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193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dot-field">
            <a:extLst xmlns:a="http://schemas.openxmlformats.org/drawingml/2006/main">
              <a:ext uri="{FF2B5EF4-FFF2-40B4-BE49-F238E27FC236}">
                <a16:creationId xmlns:a16="http://schemas.microsoft.com/office/drawing/2014/main" id="{6D1C992F-8592-4F37-89F5-CE6BB751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3193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dot-field">
            <a:extLst xmlns:a="http://schemas.openxmlformats.org/drawingml/2006/main">
              <a:ext uri="{FF2B5EF4-FFF2-40B4-BE49-F238E27FC236}">
                <a16:creationId xmlns:a16="http://schemas.microsoft.com/office/drawing/2014/main" id="{3A0CE93B-5A1E-43D8-A249-E011BC88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ot-field">
            <a:extLst xmlns:a="http://schemas.openxmlformats.org/drawingml/2006/main">
              <a:ext uri="{FF2B5EF4-FFF2-40B4-BE49-F238E27FC236}">
                <a16:creationId xmlns:a16="http://schemas.microsoft.com/office/drawing/2014/main" id="{85EE5ABC-9A37-400A-8057-1F2485FE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dot-field">
            <a:extLst xmlns:a="http://schemas.openxmlformats.org/drawingml/2006/main">
              <a:ext uri="{FF2B5EF4-FFF2-40B4-BE49-F238E27FC236}">
                <a16:creationId xmlns:a16="http://schemas.microsoft.com/office/drawing/2014/main" id="{B6A03A3B-D882-4CA2-B6FE-B134C538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dot-field">
            <a:extLst xmlns:a="http://schemas.openxmlformats.org/drawingml/2006/main">
              <a:ext uri="{FF2B5EF4-FFF2-40B4-BE49-F238E27FC236}">
                <a16:creationId xmlns:a16="http://schemas.microsoft.com/office/drawing/2014/main" id="{B2B7642B-FF47-42EC-B5DC-36626051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dot-field">
            <a:extLst xmlns:a="http://schemas.openxmlformats.org/drawingml/2006/main">
              <a:ext uri="{FF2B5EF4-FFF2-40B4-BE49-F238E27FC236}">
                <a16:creationId xmlns:a16="http://schemas.microsoft.com/office/drawing/2014/main" id="{EAA9420D-A54C-4185-B73E-448CE58A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ot-field">
            <a:extLst xmlns:a="http://schemas.openxmlformats.org/drawingml/2006/main">
              <a:ext uri="{FF2B5EF4-FFF2-40B4-BE49-F238E27FC236}">
                <a16:creationId xmlns:a16="http://schemas.microsoft.com/office/drawing/2014/main" id="{120A6D4E-F940-4F81-A15F-DF0527D1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ot-field">
            <a:extLst xmlns:a="http://schemas.openxmlformats.org/drawingml/2006/main">
              <a:ext uri="{FF2B5EF4-FFF2-40B4-BE49-F238E27FC236}">
                <a16:creationId xmlns:a16="http://schemas.microsoft.com/office/drawing/2014/main" id="{59E9DD79-70EF-4378-9270-2656D784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ot-field">
            <a:extLst xmlns:a="http://schemas.openxmlformats.org/drawingml/2006/main">
              <a:ext uri="{FF2B5EF4-FFF2-40B4-BE49-F238E27FC236}">
                <a16:creationId xmlns:a16="http://schemas.microsoft.com/office/drawing/2014/main" id="{38170EB8-2181-40A0-9C09-B2A003CC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ot-field">
            <a:extLst xmlns:a="http://schemas.openxmlformats.org/drawingml/2006/main">
              <a:ext uri="{FF2B5EF4-FFF2-40B4-BE49-F238E27FC236}">
                <a16:creationId xmlns:a16="http://schemas.microsoft.com/office/drawing/2014/main" id="{B97DED6D-94B7-4AB3-AA1E-242612BB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ot-field">
            <a:extLst xmlns:a="http://schemas.openxmlformats.org/drawingml/2006/main">
              <a:ext uri="{FF2B5EF4-FFF2-40B4-BE49-F238E27FC236}">
                <a16:creationId xmlns:a16="http://schemas.microsoft.com/office/drawing/2014/main" id="{FBD81913-7F93-4EA5-A9AD-C254CA00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193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dot-field">
            <a:extLst xmlns:a="http://schemas.openxmlformats.org/drawingml/2006/main">
              <a:ext uri="{FF2B5EF4-FFF2-40B4-BE49-F238E27FC236}">
                <a16:creationId xmlns:a16="http://schemas.microsoft.com/office/drawing/2014/main" id="{BB86F1F2-3340-4536-B689-C49811BB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421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ot-field">
            <a:extLst xmlns:a="http://schemas.openxmlformats.org/drawingml/2006/main">
              <a:ext uri="{FF2B5EF4-FFF2-40B4-BE49-F238E27FC236}">
                <a16:creationId xmlns:a16="http://schemas.microsoft.com/office/drawing/2014/main" id="{F0309C0D-E6BC-4AB1-AE3A-CD431D79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dot-field">
            <a:extLst xmlns:a="http://schemas.openxmlformats.org/drawingml/2006/main">
              <a:ext uri="{FF2B5EF4-FFF2-40B4-BE49-F238E27FC236}">
                <a16:creationId xmlns:a16="http://schemas.microsoft.com/office/drawing/2014/main" id="{310BECAA-68B4-4A51-94B6-5D92DC92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ot-field">
            <a:extLst xmlns:a="http://schemas.openxmlformats.org/drawingml/2006/main">
              <a:ext uri="{FF2B5EF4-FFF2-40B4-BE49-F238E27FC236}">
                <a16:creationId xmlns:a16="http://schemas.microsoft.com/office/drawing/2014/main" id="{AD6CFFC6-DF53-42D1-90FE-F2D13EA3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dot-field">
            <a:extLst xmlns:a="http://schemas.openxmlformats.org/drawingml/2006/main">
              <a:ext uri="{FF2B5EF4-FFF2-40B4-BE49-F238E27FC236}">
                <a16:creationId xmlns:a16="http://schemas.microsoft.com/office/drawing/2014/main" id="{5E61B291-0ECB-4E0F-819D-03E883B0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ot-field">
            <a:extLst xmlns:a="http://schemas.openxmlformats.org/drawingml/2006/main">
              <a:ext uri="{FF2B5EF4-FFF2-40B4-BE49-F238E27FC236}">
                <a16:creationId xmlns:a16="http://schemas.microsoft.com/office/drawing/2014/main" id="{EB6F1702-EEB6-4E21-845E-8F22FA54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dot-field">
            <a:extLst xmlns:a="http://schemas.openxmlformats.org/drawingml/2006/main">
              <a:ext uri="{FF2B5EF4-FFF2-40B4-BE49-F238E27FC236}">
                <a16:creationId xmlns:a16="http://schemas.microsoft.com/office/drawing/2014/main" id="{86E0A2EF-4D4A-4671-AC17-666CF671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ot-field">
            <a:extLst xmlns:a="http://schemas.openxmlformats.org/drawingml/2006/main">
              <a:ext uri="{FF2B5EF4-FFF2-40B4-BE49-F238E27FC236}">
                <a16:creationId xmlns:a16="http://schemas.microsoft.com/office/drawing/2014/main" id="{2B60EAAF-2529-4777-97AF-0C3840FD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dot-field">
            <a:extLst xmlns:a="http://schemas.openxmlformats.org/drawingml/2006/main">
              <a:ext uri="{FF2B5EF4-FFF2-40B4-BE49-F238E27FC236}">
                <a16:creationId xmlns:a16="http://schemas.microsoft.com/office/drawing/2014/main" id="{E4100763-97B2-4169-895A-D27E58B1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ot-field">
            <a:extLst xmlns:a="http://schemas.openxmlformats.org/drawingml/2006/main">
              <a:ext uri="{FF2B5EF4-FFF2-40B4-BE49-F238E27FC236}">
                <a16:creationId xmlns:a16="http://schemas.microsoft.com/office/drawing/2014/main" id="{10FB2B1A-5621-4D4E-A668-78DEFB87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421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dot-field">
            <a:extLst xmlns:a="http://schemas.openxmlformats.org/drawingml/2006/main">
              <a:ext uri="{FF2B5EF4-FFF2-40B4-BE49-F238E27FC236}">
                <a16:creationId xmlns:a16="http://schemas.microsoft.com/office/drawing/2014/main" id="{B8F0C59F-32DD-4AEE-A930-BB17D2F4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3421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ot-field">
            <a:extLst xmlns:a="http://schemas.openxmlformats.org/drawingml/2006/main">
              <a:ext uri="{FF2B5EF4-FFF2-40B4-BE49-F238E27FC236}">
                <a16:creationId xmlns:a16="http://schemas.microsoft.com/office/drawing/2014/main" id="{871F7F5F-2979-43CF-9F38-47664714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ot-field">
            <a:extLst xmlns:a="http://schemas.openxmlformats.org/drawingml/2006/main">
              <a:ext uri="{FF2B5EF4-FFF2-40B4-BE49-F238E27FC236}">
                <a16:creationId xmlns:a16="http://schemas.microsoft.com/office/drawing/2014/main" id="{150E864C-E81C-4087-B48B-0567D9CC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ot-field">
            <a:extLst xmlns:a="http://schemas.openxmlformats.org/drawingml/2006/main">
              <a:ext uri="{FF2B5EF4-FFF2-40B4-BE49-F238E27FC236}">
                <a16:creationId xmlns:a16="http://schemas.microsoft.com/office/drawing/2014/main" id="{3BB0DE6E-43EB-4F5A-B051-B40DFE86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ot-field">
            <a:extLst xmlns:a="http://schemas.openxmlformats.org/drawingml/2006/main">
              <a:ext uri="{FF2B5EF4-FFF2-40B4-BE49-F238E27FC236}">
                <a16:creationId xmlns:a16="http://schemas.microsoft.com/office/drawing/2014/main" id="{BFBD6ABB-FA89-4A03-A3D5-A3C74232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ot-field">
            <a:extLst xmlns:a="http://schemas.openxmlformats.org/drawingml/2006/main">
              <a:ext uri="{FF2B5EF4-FFF2-40B4-BE49-F238E27FC236}">
                <a16:creationId xmlns:a16="http://schemas.microsoft.com/office/drawing/2014/main" id="{9248B028-234A-473F-81D6-2A846DB2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dot-field">
            <a:extLst xmlns:a="http://schemas.openxmlformats.org/drawingml/2006/main">
              <a:ext uri="{FF2B5EF4-FFF2-40B4-BE49-F238E27FC236}">
                <a16:creationId xmlns:a16="http://schemas.microsoft.com/office/drawing/2014/main" id="{0A47FBDB-4033-41D9-B410-F46DE895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ot-field">
            <a:extLst xmlns:a="http://schemas.openxmlformats.org/drawingml/2006/main">
              <a:ext uri="{FF2B5EF4-FFF2-40B4-BE49-F238E27FC236}">
                <a16:creationId xmlns:a16="http://schemas.microsoft.com/office/drawing/2014/main" id="{AB8AD07C-2B73-45CB-B195-5EB80E46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dot-field">
            <a:extLst xmlns:a="http://schemas.openxmlformats.org/drawingml/2006/main">
              <a:ext uri="{FF2B5EF4-FFF2-40B4-BE49-F238E27FC236}">
                <a16:creationId xmlns:a16="http://schemas.microsoft.com/office/drawing/2014/main" id="{C4E60873-B9C0-4127-B3DE-EB8772DB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ot-field">
            <a:extLst xmlns:a="http://schemas.openxmlformats.org/drawingml/2006/main">
              <a:ext uri="{FF2B5EF4-FFF2-40B4-BE49-F238E27FC236}">
                <a16:creationId xmlns:a16="http://schemas.microsoft.com/office/drawing/2014/main" id="{45279FCD-FB0B-4E87-B0E4-552FFD89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dot-field">
            <a:extLst xmlns:a="http://schemas.openxmlformats.org/drawingml/2006/main">
              <a:ext uri="{FF2B5EF4-FFF2-40B4-BE49-F238E27FC236}">
                <a16:creationId xmlns:a16="http://schemas.microsoft.com/office/drawing/2014/main" id="{DFBD4A0B-04DE-4E18-B2F9-5A97F2C2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ot-field">
            <a:extLst xmlns:a="http://schemas.openxmlformats.org/drawingml/2006/main">
              <a:ext uri="{FF2B5EF4-FFF2-40B4-BE49-F238E27FC236}">
                <a16:creationId xmlns:a16="http://schemas.microsoft.com/office/drawing/2014/main" id="{9EE9C253-15B1-4378-BB4C-DD3364F8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ot-field">
            <a:extLst xmlns:a="http://schemas.openxmlformats.org/drawingml/2006/main">
              <a:ext uri="{FF2B5EF4-FFF2-40B4-BE49-F238E27FC236}">
                <a16:creationId xmlns:a16="http://schemas.microsoft.com/office/drawing/2014/main" id="{37F9CE33-49AC-43AC-90F8-5F0FDF9A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ot-field">
            <a:extLst xmlns:a="http://schemas.openxmlformats.org/drawingml/2006/main">
              <a:ext uri="{FF2B5EF4-FFF2-40B4-BE49-F238E27FC236}">
                <a16:creationId xmlns:a16="http://schemas.microsoft.com/office/drawing/2014/main" id="{FE529F61-541E-484D-9A71-5A5ABDCD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dot-field">
            <a:extLst xmlns:a="http://schemas.openxmlformats.org/drawingml/2006/main">
              <a:ext uri="{FF2B5EF4-FFF2-40B4-BE49-F238E27FC236}">
                <a16:creationId xmlns:a16="http://schemas.microsoft.com/office/drawing/2014/main" id="{2866ABE6-3188-41B7-9EE5-84C270FF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ot-field">
            <a:extLst xmlns:a="http://schemas.openxmlformats.org/drawingml/2006/main">
              <a:ext uri="{FF2B5EF4-FFF2-40B4-BE49-F238E27FC236}">
                <a16:creationId xmlns:a16="http://schemas.microsoft.com/office/drawing/2014/main" id="{D55FCF34-CF3D-4167-B14F-1E084943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dot-field">
            <a:extLst xmlns:a="http://schemas.openxmlformats.org/drawingml/2006/main">
              <a:ext uri="{FF2B5EF4-FFF2-40B4-BE49-F238E27FC236}">
                <a16:creationId xmlns:a16="http://schemas.microsoft.com/office/drawing/2014/main" id="{CEA4A91C-6D0B-451D-AC11-68D838CE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ot-field">
            <a:extLst xmlns:a="http://schemas.openxmlformats.org/drawingml/2006/main">
              <a:ext uri="{FF2B5EF4-FFF2-40B4-BE49-F238E27FC236}">
                <a16:creationId xmlns:a16="http://schemas.microsoft.com/office/drawing/2014/main" id="{62BF7193-63B6-4B91-849B-B42F71DF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dot-field">
            <a:extLst xmlns:a="http://schemas.openxmlformats.org/drawingml/2006/main">
              <a:ext uri="{FF2B5EF4-FFF2-40B4-BE49-F238E27FC236}">
                <a16:creationId xmlns:a16="http://schemas.microsoft.com/office/drawing/2014/main" id="{9B6D6081-A230-4AE0-BBE9-5A5BFC68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ot-field">
            <a:extLst xmlns:a="http://schemas.openxmlformats.org/drawingml/2006/main">
              <a:ext uri="{FF2B5EF4-FFF2-40B4-BE49-F238E27FC236}">
                <a16:creationId xmlns:a16="http://schemas.microsoft.com/office/drawing/2014/main" id="{CFA37FBE-30A7-4760-8F71-8E25C87A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ot-field">
            <a:extLst xmlns:a="http://schemas.openxmlformats.org/drawingml/2006/main">
              <a:ext uri="{FF2B5EF4-FFF2-40B4-BE49-F238E27FC236}">
                <a16:creationId xmlns:a16="http://schemas.microsoft.com/office/drawing/2014/main" id="{6F8349AC-17C6-4FF6-850A-3A8A6FDA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ot-field">
            <a:extLst xmlns:a="http://schemas.openxmlformats.org/drawingml/2006/main">
              <a:ext uri="{FF2B5EF4-FFF2-40B4-BE49-F238E27FC236}">
                <a16:creationId xmlns:a16="http://schemas.microsoft.com/office/drawing/2014/main" id="{937341DE-D5D4-4FC9-9C8E-F3AFB462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ot-field">
            <a:extLst xmlns:a="http://schemas.openxmlformats.org/drawingml/2006/main">
              <a:ext uri="{FF2B5EF4-FFF2-40B4-BE49-F238E27FC236}">
                <a16:creationId xmlns:a16="http://schemas.microsoft.com/office/drawing/2014/main" id="{DE42BB68-EB65-4F93-B332-F69911CF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ot-field">
            <a:extLst xmlns:a="http://schemas.openxmlformats.org/drawingml/2006/main">
              <a:ext uri="{FF2B5EF4-FFF2-40B4-BE49-F238E27FC236}">
                <a16:creationId xmlns:a16="http://schemas.microsoft.com/office/drawing/2014/main" id="{7AB16C1F-781B-4F68-8D66-2AEEB6F7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ot-field">
            <a:extLst xmlns:a="http://schemas.openxmlformats.org/drawingml/2006/main">
              <a:ext uri="{FF2B5EF4-FFF2-40B4-BE49-F238E27FC236}">
                <a16:creationId xmlns:a16="http://schemas.microsoft.com/office/drawing/2014/main" id="{C214F1C7-67C9-42D6-873F-5725E99A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dot-field">
            <a:extLst xmlns:a="http://schemas.openxmlformats.org/drawingml/2006/main">
              <a:ext uri="{FF2B5EF4-FFF2-40B4-BE49-F238E27FC236}">
                <a16:creationId xmlns:a16="http://schemas.microsoft.com/office/drawing/2014/main" id="{E7E9D94F-BDC4-4547-A4BB-47103EFB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ot-field">
            <a:extLst xmlns:a="http://schemas.openxmlformats.org/drawingml/2006/main">
              <a:ext uri="{FF2B5EF4-FFF2-40B4-BE49-F238E27FC236}">
                <a16:creationId xmlns:a16="http://schemas.microsoft.com/office/drawing/2014/main" id="{1948B9C4-64CD-4604-AE54-2941D9A4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dot-field">
            <a:extLst xmlns:a="http://schemas.openxmlformats.org/drawingml/2006/main">
              <a:ext uri="{FF2B5EF4-FFF2-40B4-BE49-F238E27FC236}">
                <a16:creationId xmlns:a16="http://schemas.microsoft.com/office/drawing/2014/main" id="{44BAF349-0497-4546-941A-8218EFD3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ot-field">
            <a:extLst xmlns:a="http://schemas.openxmlformats.org/drawingml/2006/main">
              <a:ext uri="{FF2B5EF4-FFF2-40B4-BE49-F238E27FC236}">
                <a16:creationId xmlns:a16="http://schemas.microsoft.com/office/drawing/2014/main" id="{F24FB197-4B45-4466-83FA-964188C4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ot-field">
            <a:extLst xmlns:a="http://schemas.openxmlformats.org/drawingml/2006/main">
              <a:ext uri="{FF2B5EF4-FFF2-40B4-BE49-F238E27FC236}">
                <a16:creationId xmlns:a16="http://schemas.microsoft.com/office/drawing/2014/main" id="{38099083-2720-4318-A44B-1476100A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ot-field">
            <a:extLst xmlns:a="http://schemas.openxmlformats.org/drawingml/2006/main">
              <a:ext uri="{FF2B5EF4-FFF2-40B4-BE49-F238E27FC236}">
                <a16:creationId xmlns:a16="http://schemas.microsoft.com/office/drawing/2014/main" id="{6AE9A7FE-760D-4A6F-8777-250E0651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ot-field">
            <a:extLst xmlns:a="http://schemas.openxmlformats.org/drawingml/2006/main">
              <a:ext uri="{FF2B5EF4-FFF2-40B4-BE49-F238E27FC236}">
                <a16:creationId xmlns:a16="http://schemas.microsoft.com/office/drawing/2014/main" id="{3DE409A3-BAF3-40D2-AAC6-9C0E8944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ot-field">
            <a:extLst xmlns:a="http://schemas.openxmlformats.org/drawingml/2006/main">
              <a:ext uri="{FF2B5EF4-FFF2-40B4-BE49-F238E27FC236}">
                <a16:creationId xmlns:a16="http://schemas.microsoft.com/office/drawing/2014/main" id="{D0D382EB-9565-44FE-BB11-FB7C1FB1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ot-field">
            <a:extLst xmlns:a="http://schemas.openxmlformats.org/drawingml/2006/main">
              <a:ext uri="{FF2B5EF4-FFF2-40B4-BE49-F238E27FC236}">
                <a16:creationId xmlns:a16="http://schemas.microsoft.com/office/drawing/2014/main" id="{4D677A46-8E16-4F4D-9B8F-CD24FDA7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ot-field">
            <a:extLst xmlns:a="http://schemas.openxmlformats.org/drawingml/2006/main">
              <a:ext uri="{FF2B5EF4-FFF2-40B4-BE49-F238E27FC236}">
                <a16:creationId xmlns:a16="http://schemas.microsoft.com/office/drawing/2014/main" id="{EA5F2298-1DBD-4C29-A770-E8CAB254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ot-field">
            <a:extLst xmlns:a="http://schemas.openxmlformats.org/drawingml/2006/main">
              <a:ext uri="{FF2B5EF4-FFF2-40B4-BE49-F238E27FC236}">
                <a16:creationId xmlns:a16="http://schemas.microsoft.com/office/drawing/2014/main" id="{2AEDAC87-36AD-4ADD-8776-F1C33EE9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ot-field">
            <a:extLst xmlns:a="http://schemas.openxmlformats.org/drawingml/2006/main">
              <a:ext uri="{FF2B5EF4-FFF2-40B4-BE49-F238E27FC236}">
                <a16:creationId xmlns:a16="http://schemas.microsoft.com/office/drawing/2014/main" id="{46BB33C6-ACD0-4268-B16E-27F44E94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ot-field">
            <a:extLst xmlns:a="http://schemas.openxmlformats.org/drawingml/2006/main">
              <a:ext uri="{FF2B5EF4-FFF2-40B4-BE49-F238E27FC236}">
                <a16:creationId xmlns:a16="http://schemas.microsoft.com/office/drawing/2014/main" id="{B06EEA78-CE13-430A-9F04-48EA7A25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336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ot-field">
            <a:extLst xmlns:a="http://schemas.openxmlformats.org/drawingml/2006/main">
              <a:ext uri="{FF2B5EF4-FFF2-40B4-BE49-F238E27FC236}">
                <a16:creationId xmlns:a16="http://schemas.microsoft.com/office/drawing/2014/main" id="{36936CA6-3B05-47B4-BB71-E11A29A8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dot-field">
            <a:extLst xmlns:a="http://schemas.openxmlformats.org/drawingml/2006/main">
              <a:ext uri="{FF2B5EF4-FFF2-40B4-BE49-F238E27FC236}">
                <a16:creationId xmlns:a16="http://schemas.microsoft.com/office/drawing/2014/main" id="{F90AD118-85E6-46EF-9472-87A81B60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ot-field">
            <a:extLst xmlns:a="http://schemas.openxmlformats.org/drawingml/2006/main">
              <a:ext uri="{FF2B5EF4-FFF2-40B4-BE49-F238E27FC236}">
                <a16:creationId xmlns:a16="http://schemas.microsoft.com/office/drawing/2014/main" id="{F919ABD3-3A23-47DF-AC75-A93B3C18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dot-field">
            <a:extLst xmlns:a="http://schemas.openxmlformats.org/drawingml/2006/main">
              <a:ext uri="{FF2B5EF4-FFF2-40B4-BE49-F238E27FC236}">
                <a16:creationId xmlns:a16="http://schemas.microsoft.com/office/drawing/2014/main" id="{69DA48A0-3E4C-4143-B8A1-E2DD44DE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dot-field">
            <a:extLst xmlns:a="http://schemas.openxmlformats.org/drawingml/2006/main">
              <a:ext uri="{FF2B5EF4-FFF2-40B4-BE49-F238E27FC236}">
                <a16:creationId xmlns:a16="http://schemas.microsoft.com/office/drawing/2014/main" id="{D8BB452A-2190-44C3-ABA4-8C3D029C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dot-field">
            <a:extLst xmlns:a="http://schemas.openxmlformats.org/drawingml/2006/main">
              <a:ext uri="{FF2B5EF4-FFF2-40B4-BE49-F238E27FC236}">
                <a16:creationId xmlns:a16="http://schemas.microsoft.com/office/drawing/2014/main" id="{C1C392B6-9A6C-4A40-9742-26001D96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dot-field">
            <a:extLst xmlns:a="http://schemas.openxmlformats.org/drawingml/2006/main">
              <a:ext uri="{FF2B5EF4-FFF2-40B4-BE49-F238E27FC236}">
                <a16:creationId xmlns:a16="http://schemas.microsoft.com/office/drawing/2014/main" id="{F5F02FAA-35F4-47C2-AFB5-C0DCB060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ot-field">
            <a:extLst xmlns:a="http://schemas.openxmlformats.org/drawingml/2006/main">
              <a:ext uri="{FF2B5EF4-FFF2-40B4-BE49-F238E27FC236}">
                <a16:creationId xmlns:a16="http://schemas.microsoft.com/office/drawing/2014/main" id="{5ACF294A-2F1B-4A22-9F2E-4F1FAC89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dot-field">
            <a:extLst xmlns:a="http://schemas.openxmlformats.org/drawingml/2006/main">
              <a:ext uri="{FF2B5EF4-FFF2-40B4-BE49-F238E27FC236}">
                <a16:creationId xmlns:a16="http://schemas.microsoft.com/office/drawing/2014/main" id="{7E53EC37-CEF5-4D3A-9B52-AA00D3AE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336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dot-field">
            <a:extLst xmlns:a="http://schemas.openxmlformats.org/drawingml/2006/main">
              <a:ext uri="{FF2B5EF4-FFF2-40B4-BE49-F238E27FC236}">
                <a16:creationId xmlns:a16="http://schemas.microsoft.com/office/drawing/2014/main" id="{86DE6E16-A38E-421D-8652-3FC2A4C0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4336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dot-field">
            <a:extLst xmlns:a="http://schemas.openxmlformats.org/drawingml/2006/main">
              <a:ext uri="{FF2B5EF4-FFF2-40B4-BE49-F238E27FC236}">
                <a16:creationId xmlns:a16="http://schemas.microsoft.com/office/drawing/2014/main" id="{A77CB9F3-7955-46EB-8674-093FC405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564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dot-field">
            <a:extLst xmlns:a="http://schemas.openxmlformats.org/drawingml/2006/main">
              <a:ext uri="{FF2B5EF4-FFF2-40B4-BE49-F238E27FC236}">
                <a16:creationId xmlns:a16="http://schemas.microsoft.com/office/drawing/2014/main" id="{0719C5F2-8C5D-4433-B948-5943BD3D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dot-field">
            <a:extLst xmlns:a="http://schemas.openxmlformats.org/drawingml/2006/main">
              <a:ext uri="{FF2B5EF4-FFF2-40B4-BE49-F238E27FC236}">
                <a16:creationId xmlns:a16="http://schemas.microsoft.com/office/drawing/2014/main" id="{318AACE5-D618-43BC-BCAF-93287D14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dot-field">
            <a:extLst xmlns:a="http://schemas.openxmlformats.org/drawingml/2006/main">
              <a:ext uri="{FF2B5EF4-FFF2-40B4-BE49-F238E27FC236}">
                <a16:creationId xmlns:a16="http://schemas.microsoft.com/office/drawing/2014/main" id="{E048D1C4-1603-47DF-8BE8-042B3CEA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dot-field">
            <a:extLst xmlns:a="http://schemas.openxmlformats.org/drawingml/2006/main">
              <a:ext uri="{FF2B5EF4-FFF2-40B4-BE49-F238E27FC236}">
                <a16:creationId xmlns:a16="http://schemas.microsoft.com/office/drawing/2014/main" id="{325ACDB5-9E09-4960-BC39-B38DB978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dot-field">
            <a:extLst xmlns:a="http://schemas.openxmlformats.org/drawingml/2006/main">
              <a:ext uri="{FF2B5EF4-FFF2-40B4-BE49-F238E27FC236}">
                <a16:creationId xmlns:a16="http://schemas.microsoft.com/office/drawing/2014/main" id="{E4C43ADE-973E-4A71-BBE4-65385C8C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ot-field">
            <a:extLst xmlns:a="http://schemas.openxmlformats.org/drawingml/2006/main">
              <a:ext uri="{FF2B5EF4-FFF2-40B4-BE49-F238E27FC236}">
                <a16:creationId xmlns:a16="http://schemas.microsoft.com/office/drawing/2014/main" id="{5600E0A5-19C7-4E90-8996-AD583D66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dot-field">
            <a:extLst xmlns:a="http://schemas.openxmlformats.org/drawingml/2006/main">
              <a:ext uri="{FF2B5EF4-FFF2-40B4-BE49-F238E27FC236}">
                <a16:creationId xmlns:a16="http://schemas.microsoft.com/office/drawing/2014/main" id="{110A30E4-E8F3-4ADD-8069-A81D6815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dot-field">
            <a:extLst xmlns:a="http://schemas.openxmlformats.org/drawingml/2006/main">
              <a:ext uri="{FF2B5EF4-FFF2-40B4-BE49-F238E27FC236}">
                <a16:creationId xmlns:a16="http://schemas.microsoft.com/office/drawing/2014/main" id="{0436CA53-5AA5-4548-A576-67A70AEF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ot-field">
            <a:extLst xmlns:a="http://schemas.openxmlformats.org/drawingml/2006/main">
              <a:ext uri="{FF2B5EF4-FFF2-40B4-BE49-F238E27FC236}">
                <a16:creationId xmlns:a16="http://schemas.microsoft.com/office/drawing/2014/main" id="{2A8745B0-EB99-4480-A995-52721CC2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dot-field">
            <a:extLst xmlns:a="http://schemas.openxmlformats.org/drawingml/2006/main">
              <a:ext uri="{FF2B5EF4-FFF2-40B4-BE49-F238E27FC236}">
                <a16:creationId xmlns:a16="http://schemas.microsoft.com/office/drawing/2014/main" id="{3474647C-EB1D-4B1F-9272-9E34284A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dot-field">
            <a:extLst xmlns:a="http://schemas.openxmlformats.org/drawingml/2006/main">
              <a:ext uri="{FF2B5EF4-FFF2-40B4-BE49-F238E27FC236}">
                <a16:creationId xmlns:a16="http://schemas.microsoft.com/office/drawing/2014/main" id="{FF968284-7984-4E31-A178-CF099DAF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564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dot-field">
            <a:extLst xmlns:a="http://schemas.openxmlformats.org/drawingml/2006/main">
              <a:ext uri="{FF2B5EF4-FFF2-40B4-BE49-F238E27FC236}">
                <a16:creationId xmlns:a16="http://schemas.microsoft.com/office/drawing/2014/main" id="{A5109218-FA5B-4332-8AA8-7CE54479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ot-field">
            <a:extLst xmlns:a="http://schemas.openxmlformats.org/drawingml/2006/main">
              <a:ext uri="{FF2B5EF4-FFF2-40B4-BE49-F238E27FC236}">
                <a16:creationId xmlns:a16="http://schemas.microsoft.com/office/drawing/2014/main" id="{B4BF2150-2110-4DE7-90F6-CCE6F527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dot-field">
            <a:extLst xmlns:a="http://schemas.openxmlformats.org/drawingml/2006/main">
              <a:ext uri="{FF2B5EF4-FFF2-40B4-BE49-F238E27FC236}">
                <a16:creationId xmlns:a16="http://schemas.microsoft.com/office/drawing/2014/main" id="{D3D5AB8E-543D-4EEE-8916-B1C53BCB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dot-field">
            <a:extLst xmlns:a="http://schemas.openxmlformats.org/drawingml/2006/main">
              <a:ext uri="{FF2B5EF4-FFF2-40B4-BE49-F238E27FC236}">
                <a16:creationId xmlns:a16="http://schemas.microsoft.com/office/drawing/2014/main" id="{187DB54C-D677-4085-A361-14C53D40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dot-field">
            <a:extLst xmlns:a="http://schemas.openxmlformats.org/drawingml/2006/main">
              <a:ext uri="{FF2B5EF4-FFF2-40B4-BE49-F238E27FC236}">
                <a16:creationId xmlns:a16="http://schemas.microsoft.com/office/drawing/2014/main" id="{DD099AA7-C99F-485A-8E1D-39D85926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dot-field">
            <a:extLst xmlns:a="http://schemas.openxmlformats.org/drawingml/2006/main">
              <a:ext uri="{FF2B5EF4-FFF2-40B4-BE49-F238E27FC236}">
                <a16:creationId xmlns:a16="http://schemas.microsoft.com/office/drawing/2014/main" id="{561F8CEE-ABD6-4927-B7A3-5653724A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dot-field">
            <a:extLst xmlns:a="http://schemas.openxmlformats.org/drawingml/2006/main">
              <a:ext uri="{FF2B5EF4-FFF2-40B4-BE49-F238E27FC236}">
                <a16:creationId xmlns:a16="http://schemas.microsoft.com/office/drawing/2014/main" id="{A9B0072B-FAB2-404C-90D0-7B9C46A6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dot-field">
            <a:extLst xmlns:a="http://schemas.openxmlformats.org/drawingml/2006/main">
              <a:ext uri="{FF2B5EF4-FFF2-40B4-BE49-F238E27FC236}">
                <a16:creationId xmlns:a16="http://schemas.microsoft.com/office/drawing/2014/main" id="{7D755124-3A2A-4052-990C-1539397B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dot-field">
            <a:extLst xmlns:a="http://schemas.openxmlformats.org/drawingml/2006/main">
              <a:ext uri="{FF2B5EF4-FFF2-40B4-BE49-F238E27FC236}">
                <a16:creationId xmlns:a16="http://schemas.microsoft.com/office/drawing/2014/main" id="{F78EF413-66CC-45C4-A964-D82F393B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dot-field">
            <a:extLst xmlns:a="http://schemas.openxmlformats.org/drawingml/2006/main">
              <a:ext uri="{FF2B5EF4-FFF2-40B4-BE49-F238E27FC236}">
                <a16:creationId xmlns:a16="http://schemas.microsoft.com/office/drawing/2014/main" id="{497D2E86-08DC-40A0-B2BF-8F985642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dot-field">
            <a:extLst xmlns:a="http://schemas.openxmlformats.org/drawingml/2006/main">
              <a:ext uri="{FF2B5EF4-FFF2-40B4-BE49-F238E27FC236}">
                <a16:creationId xmlns:a16="http://schemas.microsoft.com/office/drawing/2014/main" id="{FBF0036D-5ED3-4EC7-8357-A372257D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dot-field">
            <a:extLst xmlns:a="http://schemas.openxmlformats.org/drawingml/2006/main">
              <a:ext uri="{FF2B5EF4-FFF2-40B4-BE49-F238E27FC236}">
                <a16:creationId xmlns:a16="http://schemas.microsoft.com/office/drawing/2014/main" id="{E0CF11F5-DE9E-42FF-9058-C4F264A7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dot-field">
            <a:extLst xmlns:a="http://schemas.openxmlformats.org/drawingml/2006/main">
              <a:ext uri="{FF2B5EF4-FFF2-40B4-BE49-F238E27FC236}">
                <a16:creationId xmlns:a16="http://schemas.microsoft.com/office/drawing/2014/main" id="{56B7A4CB-A68F-43BA-8CF9-E73DB873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dot-field">
            <a:extLst xmlns:a="http://schemas.openxmlformats.org/drawingml/2006/main">
              <a:ext uri="{FF2B5EF4-FFF2-40B4-BE49-F238E27FC236}">
                <a16:creationId xmlns:a16="http://schemas.microsoft.com/office/drawing/2014/main" id="{21AE3530-63CA-470E-BD3C-41C3BE8F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dot-field">
            <a:extLst xmlns:a="http://schemas.openxmlformats.org/drawingml/2006/main">
              <a:ext uri="{FF2B5EF4-FFF2-40B4-BE49-F238E27FC236}">
                <a16:creationId xmlns:a16="http://schemas.microsoft.com/office/drawing/2014/main" id="{6111A660-946A-45DA-B1C2-0F71107F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dot-field">
            <a:extLst xmlns:a="http://schemas.openxmlformats.org/drawingml/2006/main">
              <a:ext uri="{FF2B5EF4-FFF2-40B4-BE49-F238E27FC236}">
                <a16:creationId xmlns:a16="http://schemas.microsoft.com/office/drawing/2014/main" id="{5365B7BE-E655-47C0-A929-CCD7AE4B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dot-field">
            <a:extLst xmlns:a="http://schemas.openxmlformats.org/drawingml/2006/main">
              <a:ext uri="{FF2B5EF4-FFF2-40B4-BE49-F238E27FC236}">
                <a16:creationId xmlns:a16="http://schemas.microsoft.com/office/drawing/2014/main" id="{0624054D-D24F-4BE5-BE4C-2553242E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dot-field">
            <a:extLst xmlns:a="http://schemas.openxmlformats.org/drawingml/2006/main">
              <a:ext uri="{FF2B5EF4-FFF2-40B4-BE49-F238E27FC236}">
                <a16:creationId xmlns:a16="http://schemas.microsoft.com/office/drawing/2014/main" id="{53F78586-1B9F-4474-A0B5-64693BF9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502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dot-field">
            <a:extLst xmlns:a="http://schemas.openxmlformats.org/drawingml/2006/main">
              <a:ext uri="{FF2B5EF4-FFF2-40B4-BE49-F238E27FC236}">
                <a16:creationId xmlns:a16="http://schemas.microsoft.com/office/drawing/2014/main" id="{58442B43-F622-4E2E-AC58-F4B914CD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502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dot-field">
            <a:extLst xmlns:a="http://schemas.openxmlformats.org/drawingml/2006/main">
              <a:ext uri="{FF2B5EF4-FFF2-40B4-BE49-F238E27FC236}">
                <a16:creationId xmlns:a16="http://schemas.microsoft.com/office/drawing/2014/main" id="{0A28E517-0CF1-468F-ADB0-383FE0BD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dot-field">
            <a:extLst xmlns:a="http://schemas.openxmlformats.org/drawingml/2006/main">
              <a:ext uri="{FF2B5EF4-FFF2-40B4-BE49-F238E27FC236}">
                <a16:creationId xmlns:a16="http://schemas.microsoft.com/office/drawing/2014/main" id="{92D77561-4937-4E23-88FD-103D4ED3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dot-field">
            <a:extLst xmlns:a="http://schemas.openxmlformats.org/drawingml/2006/main">
              <a:ext uri="{FF2B5EF4-FFF2-40B4-BE49-F238E27FC236}">
                <a16:creationId xmlns:a16="http://schemas.microsoft.com/office/drawing/2014/main" id="{53E3957C-1C22-493C-AD41-E2E4C795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dot-field">
            <a:extLst xmlns:a="http://schemas.openxmlformats.org/drawingml/2006/main">
              <a:ext uri="{FF2B5EF4-FFF2-40B4-BE49-F238E27FC236}">
                <a16:creationId xmlns:a16="http://schemas.microsoft.com/office/drawing/2014/main" id="{3BAB80F8-0D2D-4D6C-B374-B903F7FC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dot-field">
            <a:extLst xmlns:a="http://schemas.openxmlformats.org/drawingml/2006/main">
              <a:ext uri="{FF2B5EF4-FFF2-40B4-BE49-F238E27FC236}">
                <a16:creationId xmlns:a16="http://schemas.microsoft.com/office/drawing/2014/main" id="{27D203F0-E022-4726-8B44-018157CC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dot-field">
            <a:extLst xmlns:a="http://schemas.openxmlformats.org/drawingml/2006/main">
              <a:ext uri="{FF2B5EF4-FFF2-40B4-BE49-F238E27FC236}">
                <a16:creationId xmlns:a16="http://schemas.microsoft.com/office/drawing/2014/main" id="{DA793AFF-F629-4BBC-81E4-E597EBB6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dot-field">
            <a:extLst xmlns:a="http://schemas.openxmlformats.org/drawingml/2006/main">
              <a:ext uri="{FF2B5EF4-FFF2-40B4-BE49-F238E27FC236}">
                <a16:creationId xmlns:a16="http://schemas.microsoft.com/office/drawing/2014/main" id="{42A668DE-0C0E-420A-B25F-30791A05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dot-field">
            <a:extLst xmlns:a="http://schemas.openxmlformats.org/drawingml/2006/main">
              <a:ext uri="{FF2B5EF4-FFF2-40B4-BE49-F238E27FC236}">
                <a16:creationId xmlns:a16="http://schemas.microsoft.com/office/drawing/2014/main" id="{5374BC91-6893-492F-BED3-F44BFA9F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dot-field">
            <a:extLst xmlns:a="http://schemas.openxmlformats.org/drawingml/2006/main">
              <a:ext uri="{FF2B5EF4-FFF2-40B4-BE49-F238E27FC236}">
                <a16:creationId xmlns:a16="http://schemas.microsoft.com/office/drawing/2014/main" id="{BF600029-B7A4-4957-A8E6-8A9B45D3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dot-field">
            <a:extLst xmlns:a="http://schemas.openxmlformats.org/drawingml/2006/main">
              <a:ext uri="{FF2B5EF4-FFF2-40B4-BE49-F238E27FC236}">
                <a16:creationId xmlns:a16="http://schemas.microsoft.com/office/drawing/2014/main" id="{9D1A1721-8769-42D9-8741-49665B63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ot-field">
            <a:extLst xmlns:a="http://schemas.openxmlformats.org/drawingml/2006/main">
              <a:ext uri="{FF2B5EF4-FFF2-40B4-BE49-F238E27FC236}">
                <a16:creationId xmlns:a16="http://schemas.microsoft.com/office/drawing/2014/main" id="{3787A760-B769-45FE-A589-B476A159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dot-field">
            <a:extLst xmlns:a="http://schemas.openxmlformats.org/drawingml/2006/main">
              <a:ext uri="{FF2B5EF4-FFF2-40B4-BE49-F238E27FC236}">
                <a16:creationId xmlns:a16="http://schemas.microsoft.com/office/drawing/2014/main" id="{87D2184C-FE03-4E78-9F50-B6D94568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ot-field">
            <a:extLst xmlns:a="http://schemas.openxmlformats.org/drawingml/2006/main">
              <a:ext uri="{FF2B5EF4-FFF2-40B4-BE49-F238E27FC236}">
                <a16:creationId xmlns:a16="http://schemas.microsoft.com/office/drawing/2014/main" id="{B2D5FA70-1342-4943-B6EF-09A7C2F0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502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dot-field">
            <a:extLst xmlns:a="http://schemas.openxmlformats.org/drawingml/2006/main">
              <a:ext uri="{FF2B5EF4-FFF2-40B4-BE49-F238E27FC236}">
                <a16:creationId xmlns:a16="http://schemas.microsoft.com/office/drawing/2014/main" id="{4E6B0454-B62A-4EC1-B52C-FE4819A9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ot-field">
            <a:extLst xmlns:a="http://schemas.openxmlformats.org/drawingml/2006/main">
              <a:ext uri="{FF2B5EF4-FFF2-40B4-BE49-F238E27FC236}">
                <a16:creationId xmlns:a16="http://schemas.microsoft.com/office/drawing/2014/main" id="{B50D82CC-797D-437D-9D65-AB40C100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dot-field">
            <a:extLst xmlns:a="http://schemas.openxmlformats.org/drawingml/2006/main">
              <a:ext uri="{FF2B5EF4-FFF2-40B4-BE49-F238E27FC236}">
                <a16:creationId xmlns:a16="http://schemas.microsoft.com/office/drawing/2014/main" id="{3916913F-90F8-4DB5-9FA8-0846FED5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ot-field">
            <a:extLst xmlns:a="http://schemas.openxmlformats.org/drawingml/2006/main">
              <a:ext uri="{FF2B5EF4-FFF2-40B4-BE49-F238E27FC236}">
                <a16:creationId xmlns:a16="http://schemas.microsoft.com/office/drawing/2014/main" id="{999A7668-EBC7-406C-81E3-969DB6FB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dot-field">
            <a:extLst xmlns:a="http://schemas.openxmlformats.org/drawingml/2006/main">
              <a:ext uri="{FF2B5EF4-FFF2-40B4-BE49-F238E27FC236}">
                <a16:creationId xmlns:a16="http://schemas.microsoft.com/office/drawing/2014/main" id="{1D77D2C5-FFC3-4630-982C-438C5652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ot-field">
            <a:extLst xmlns:a="http://schemas.openxmlformats.org/drawingml/2006/main">
              <a:ext uri="{FF2B5EF4-FFF2-40B4-BE49-F238E27FC236}">
                <a16:creationId xmlns:a16="http://schemas.microsoft.com/office/drawing/2014/main" id="{2CBCA604-5CD7-4177-B52E-9F618D92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dot-field">
            <a:extLst xmlns:a="http://schemas.openxmlformats.org/drawingml/2006/main">
              <a:ext uri="{FF2B5EF4-FFF2-40B4-BE49-F238E27FC236}">
                <a16:creationId xmlns:a16="http://schemas.microsoft.com/office/drawing/2014/main" id="{04BB2F24-1472-41BD-B230-80530294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ot-field">
            <a:extLst xmlns:a="http://schemas.openxmlformats.org/drawingml/2006/main">
              <a:ext uri="{FF2B5EF4-FFF2-40B4-BE49-F238E27FC236}">
                <a16:creationId xmlns:a16="http://schemas.microsoft.com/office/drawing/2014/main" id="{E3883768-9AFC-4638-9AE2-980290C9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dot-field">
            <a:extLst xmlns:a="http://schemas.openxmlformats.org/drawingml/2006/main">
              <a:ext uri="{FF2B5EF4-FFF2-40B4-BE49-F238E27FC236}">
                <a16:creationId xmlns:a16="http://schemas.microsoft.com/office/drawing/2014/main" id="{7A82706E-FC46-4424-84DB-EF0A4485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ot-field">
            <a:extLst xmlns:a="http://schemas.openxmlformats.org/drawingml/2006/main">
              <a:ext uri="{FF2B5EF4-FFF2-40B4-BE49-F238E27FC236}">
                <a16:creationId xmlns:a16="http://schemas.microsoft.com/office/drawing/2014/main" id="{E0CF67FB-979F-40E2-A084-8FC48707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dot-field">
            <a:extLst xmlns:a="http://schemas.openxmlformats.org/drawingml/2006/main">
              <a:ext uri="{FF2B5EF4-FFF2-40B4-BE49-F238E27FC236}">
                <a16:creationId xmlns:a16="http://schemas.microsoft.com/office/drawing/2014/main" id="{E2AEE516-ECE2-40C7-9299-8DD80839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ot-field">
            <a:extLst xmlns:a="http://schemas.openxmlformats.org/drawingml/2006/main">
              <a:ext uri="{FF2B5EF4-FFF2-40B4-BE49-F238E27FC236}">
                <a16:creationId xmlns:a16="http://schemas.microsoft.com/office/drawing/2014/main" id="{003D4081-C708-410A-B68A-014DDBC6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ot-field">
            <a:extLst xmlns:a="http://schemas.openxmlformats.org/drawingml/2006/main">
              <a:ext uri="{FF2B5EF4-FFF2-40B4-BE49-F238E27FC236}">
                <a16:creationId xmlns:a16="http://schemas.microsoft.com/office/drawing/2014/main" id="{7F4CE5A1-727C-4355-9432-11F225C6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ot-field">
            <a:extLst xmlns:a="http://schemas.openxmlformats.org/drawingml/2006/main">
              <a:ext uri="{FF2B5EF4-FFF2-40B4-BE49-F238E27FC236}">
                <a16:creationId xmlns:a16="http://schemas.microsoft.com/office/drawing/2014/main" id="{E4385585-B006-4FD5-BA4F-637AA0B2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ot-field">
            <a:extLst xmlns:a="http://schemas.openxmlformats.org/drawingml/2006/main">
              <a:ext uri="{FF2B5EF4-FFF2-40B4-BE49-F238E27FC236}">
                <a16:creationId xmlns:a16="http://schemas.microsoft.com/office/drawing/2014/main" id="{F500FF49-8CE2-49AF-B3C9-838EE9D2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ot-field">
            <a:extLst xmlns:a="http://schemas.openxmlformats.org/drawingml/2006/main">
              <a:ext uri="{FF2B5EF4-FFF2-40B4-BE49-F238E27FC236}">
                <a16:creationId xmlns:a16="http://schemas.microsoft.com/office/drawing/2014/main" id="{DC9EFEDA-526B-44BE-8ABA-EB44B74D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ot-field">
            <a:extLst xmlns:a="http://schemas.openxmlformats.org/drawingml/2006/main">
              <a:ext uri="{FF2B5EF4-FFF2-40B4-BE49-F238E27FC236}">
                <a16:creationId xmlns:a16="http://schemas.microsoft.com/office/drawing/2014/main" id="{DF8736C1-7570-470C-84BF-2DB58C1C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ot-field">
            <a:extLst xmlns:a="http://schemas.openxmlformats.org/drawingml/2006/main">
              <a:ext uri="{FF2B5EF4-FFF2-40B4-BE49-F238E27FC236}">
                <a16:creationId xmlns:a16="http://schemas.microsoft.com/office/drawing/2014/main" id="{6530F3C6-C87F-4E70-994F-037ADA2B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dot-field">
            <a:extLst xmlns:a="http://schemas.openxmlformats.org/drawingml/2006/main">
              <a:ext uri="{FF2B5EF4-FFF2-40B4-BE49-F238E27FC236}">
                <a16:creationId xmlns:a16="http://schemas.microsoft.com/office/drawing/2014/main" id="{DAC35E4D-A82D-44A8-9899-800F0467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ot-field">
            <a:extLst xmlns:a="http://schemas.openxmlformats.org/drawingml/2006/main">
              <a:ext uri="{FF2B5EF4-FFF2-40B4-BE49-F238E27FC236}">
                <a16:creationId xmlns:a16="http://schemas.microsoft.com/office/drawing/2014/main" id="{7D96F344-D4CB-427B-B983-8A10F4B5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dot-field">
            <a:extLst xmlns:a="http://schemas.openxmlformats.org/drawingml/2006/main">
              <a:ext uri="{FF2B5EF4-FFF2-40B4-BE49-F238E27FC236}">
                <a16:creationId xmlns:a16="http://schemas.microsoft.com/office/drawing/2014/main" id="{1165A8BE-CF0E-4864-852F-2B8294B8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ot-field">
            <a:extLst xmlns:a="http://schemas.openxmlformats.org/drawingml/2006/main">
              <a:ext uri="{FF2B5EF4-FFF2-40B4-BE49-F238E27FC236}">
                <a16:creationId xmlns:a16="http://schemas.microsoft.com/office/drawing/2014/main" id="{0C02F233-6CFD-4ACC-8D13-A3934608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dot-field">
            <a:extLst xmlns:a="http://schemas.openxmlformats.org/drawingml/2006/main">
              <a:ext uri="{FF2B5EF4-FFF2-40B4-BE49-F238E27FC236}">
                <a16:creationId xmlns:a16="http://schemas.microsoft.com/office/drawing/2014/main" id="{8192181F-E483-4BB5-9D59-D215ED71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ot-field">
            <a:extLst xmlns:a="http://schemas.openxmlformats.org/drawingml/2006/main">
              <a:ext uri="{FF2B5EF4-FFF2-40B4-BE49-F238E27FC236}">
                <a16:creationId xmlns:a16="http://schemas.microsoft.com/office/drawing/2014/main" id="{880452D8-1537-4345-B8AC-EDE8C1AE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dot-field">
            <a:extLst xmlns:a="http://schemas.openxmlformats.org/drawingml/2006/main">
              <a:ext uri="{FF2B5EF4-FFF2-40B4-BE49-F238E27FC236}">
                <a16:creationId xmlns:a16="http://schemas.microsoft.com/office/drawing/2014/main" id="{AD9F62EB-E052-4CB0-903D-D3867C01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8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ot-field">
            <a:extLst xmlns:a="http://schemas.openxmlformats.org/drawingml/2006/main">
              <a:ext uri="{FF2B5EF4-FFF2-40B4-BE49-F238E27FC236}">
                <a16:creationId xmlns:a16="http://schemas.microsoft.com/office/drawing/2014/main" id="{69B6E4BA-0EB9-4B55-92FE-4CE975C1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dot-field">
            <a:extLst xmlns:a="http://schemas.openxmlformats.org/drawingml/2006/main">
              <a:ext uri="{FF2B5EF4-FFF2-40B4-BE49-F238E27FC236}">
                <a16:creationId xmlns:a16="http://schemas.microsoft.com/office/drawing/2014/main" id="{60CEF5B7-76C8-4A5E-A5E8-85C8A222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ot-field">
            <a:extLst xmlns:a="http://schemas.openxmlformats.org/drawingml/2006/main">
              <a:ext uri="{FF2B5EF4-FFF2-40B4-BE49-F238E27FC236}">
                <a16:creationId xmlns:a16="http://schemas.microsoft.com/office/drawing/2014/main" id="{779941DF-D41F-4676-B4E3-5BEC0D56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ot-field">
            <a:extLst xmlns:a="http://schemas.openxmlformats.org/drawingml/2006/main">
              <a:ext uri="{FF2B5EF4-FFF2-40B4-BE49-F238E27FC236}">
                <a16:creationId xmlns:a16="http://schemas.microsoft.com/office/drawing/2014/main" id="{2B497C30-F9D4-4339-A306-C3F6DE31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ot-field">
            <a:extLst xmlns:a="http://schemas.openxmlformats.org/drawingml/2006/main">
              <a:ext uri="{FF2B5EF4-FFF2-40B4-BE49-F238E27FC236}">
                <a16:creationId xmlns:a16="http://schemas.microsoft.com/office/drawing/2014/main" id="{3C69E64F-AAB9-4661-B2BE-C5642DEB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ot-field">
            <a:extLst xmlns:a="http://schemas.openxmlformats.org/drawingml/2006/main">
              <a:ext uri="{FF2B5EF4-FFF2-40B4-BE49-F238E27FC236}">
                <a16:creationId xmlns:a16="http://schemas.microsoft.com/office/drawing/2014/main" id="{DB195970-9082-413E-9236-DA0383B9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dot-field">
            <a:extLst xmlns:a="http://schemas.openxmlformats.org/drawingml/2006/main">
              <a:ext uri="{FF2B5EF4-FFF2-40B4-BE49-F238E27FC236}">
                <a16:creationId xmlns:a16="http://schemas.microsoft.com/office/drawing/2014/main" id="{959D9866-C0ED-40F3-86D0-AA5EBDDF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ot-field">
            <a:extLst xmlns:a="http://schemas.openxmlformats.org/drawingml/2006/main">
              <a:ext uri="{FF2B5EF4-FFF2-40B4-BE49-F238E27FC236}">
                <a16:creationId xmlns:a16="http://schemas.microsoft.com/office/drawing/2014/main" id="{059C4DF2-9E8A-491F-9143-C458EE05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0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dot-field">
            <a:extLst xmlns:a="http://schemas.openxmlformats.org/drawingml/2006/main">
              <a:ext uri="{FF2B5EF4-FFF2-40B4-BE49-F238E27FC236}">
                <a16:creationId xmlns:a16="http://schemas.microsoft.com/office/drawing/2014/main" id="{2BE6603A-9B3D-4D43-A5EA-BE3926ED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6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ot-field">
            <a:extLst xmlns:a="http://schemas.openxmlformats.org/drawingml/2006/main">
              <a:ext uri="{FF2B5EF4-FFF2-40B4-BE49-F238E27FC236}">
                <a16:creationId xmlns:a16="http://schemas.microsoft.com/office/drawing/2014/main" id="{98B99DD7-4F0B-4507-91BF-32CB34B0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dot-field">
            <a:extLst xmlns:a="http://schemas.openxmlformats.org/drawingml/2006/main">
              <a:ext uri="{FF2B5EF4-FFF2-40B4-BE49-F238E27FC236}">
                <a16:creationId xmlns:a16="http://schemas.microsoft.com/office/drawing/2014/main" id="{9FF2C8EA-6A3B-4C8C-8EBA-27F6BB39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dot-field">
            <a:extLst xmlns:a="http://schemas.openxmlformats.org/drawingml/2006/main">
              <a:ext uri="{FF2B5EF4-FFF2-40B4-BE49-F238E27FC236}">
                <a16:creationId xmlns:a16="http://schemas.microsoft.com/office/drawing/2014/main" id="{A93592ED-ADCA-4EB1-ACFF-2EAD602F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dot-field">
            <a:extLst xmlns:a="http://schemas.openxmlformats.org/drawingml/2006/main">
              <a:ext uri="{FF2B5EF4-FFF2-40B4-BE49-F238E27FC236}">
                <a16:creationId xmlns:a16="http://schemas.microsoft.com/office/drawing/2014/main" id="{A4A6778F-21E7-4799-BADD-6D91D374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dot-field">
            <a:extLst xmlns:a="http://schemas.openxmlformats.org/drawingml/2006/main">
              <a:ext uri="{FF2B5EF4-FFF2-40B4-BE49-F238E27FC236}">
                <a16:creationId xmlns:a16="http://schemas.microsoft.com/office/drawing/2014/main" id="{FC8278F1-435E-40EE-93E0-E9F9B693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dot-field">
            <a:extLst xmlns:a="http://schemas.openxmlformats.org/drawingml/2006/main">
              <a:ext uri="{FF2B5EF4-FFF2-40B4-BE49-F238E27FC236}">
                <a16:creationId xmlns:a16="http://schemas.microsoft.com/office/drawing/2014/main" id="{6262F84C-7F64-40A3-A54B-B7CB63F8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0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center-ring">
            <a:extLst xmlns:a="http://schemas.openxmlformats.org/drawingml/2006/main">
              <a:ext uri="{FF2B5EF4-FFF2-40B4-BE49-F238E27FC236}">
                <a16:creationId xmlns:a16="http://schemas.microsoft.com/office/drawing/2014/main" id="{42038500-7CFE-4FD4-ACAD-ADAFACBB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155" y="2493454"/>
            <a:ext cx="2861691" cy="2861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B9DC"/>
            </a:solidFill>
            <a:prstDash val="solid"/>
          </a:ln>
        </p:spPr>
      </p:sp>
      <p:sp>
        <p:nvSpPr>
          <p:cNvPr id="238" name="center-image-required-slot">
            <a:extLst xmlns:a="http://schemas.openxmlformats.org/drawingml/2006/main">
              <a:ext uri="{FF2B5EF4-FFF2-40B4-BE49-F238E27FC236}">
                <a16:creationId xmlns:a16="http://schemas.microsoft.com/office/drawing/2014/main" id="{9FEC6621-37EC-4681-A858-F3257526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405" y="2588704"/>
            <a:ext cx="2671191" cy="26711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9050">
            <a:solidFill>
              <a:srgbClr val="1A75BB"/>
            </a:solidFill>
            <a:prstDash val="dash"/>
          </a:ln>
        </p:spPr>
      </p:sp>
      <p:sp>
        <p:nvSpPr>
          <p:cNvPr id="239" name="center-image-required-label">
            <a:extLst xmlns:a="http://schemas.openxmlformats.org/drawingml/2006/main">
              <a:ext uri="{FF2B5EF4-FFF2-40B4-BE49-F238E27FC236}">
                <a16:creationId xmlns:a16="http://schemas.microsoft.com/office/drawing/2014/main" id="{67C15835-CCF8-416A-88D9-6C6B5021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405" y="2588704"/>
            <a:ext cx="2671191" cy="2671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rPr>
              <a:t>中心图片槽</a:t>
            </a:r>
          </a:p>
          <a:p xmlns:a="http://schemas.openxmlformats.org/drawingml/2006/main">
            <a:pPr algn="ctr">
              <a:def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rPr>
              <a:t>必填</a:t>
            </a:r>
          </a:p>
        </p:txBody>
      </p:sp>
      <p:sp>
        <p:nvSpPr>
          <p:cNvPr id="240" name="icon-disk-governance">
            <a:extLst xmlns:a="http://schemas.openxmlformats.org/drawingml/2006/main">
              <a:ext uri="{FF2B5EF4-FFF2-40B4-BE49-F238E27FC236}">
                <a16:creationId xmlns:a16="http://schemas.microsoft.com/office/drawing/2014/main" id="{E724BA1B-838F-445F-A025-84C11A36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2943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41" name="icon-slot-governance">
            <a:extLst xmlns:a="http://schemas.openxmlformats.org/drawingml/2006/main">
              <a:ext uri="{FF2B5EF4-FFF2-40B4-BE49-F238E27FC236}">
                <a16:creationId xmlns:a16="http://schemas.microsoft.com/office/drawing/2014/main" id="{703A12CD-410E-403F-805C-B9B23274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29432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42" name="title-governance">
            <a:extLst xmlns:a="http://schemas.openxmlformats.org/drawingml/2006/main">
              <a:ext uri="{FF2B5EF4-FFF2-40B4-BE49-F238E27FC236}">
                <a16:creationId xmlns:a16="http://schemas.microsoft.com/office/drawing/2014/main" id="{F6176A2E-ADE6-4DF7-8B1C-690AEABE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064" y="2905125"/>
            <a:ext cx="259508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数据治理</a:t>
            </a:r>
          </a:p>
        </p:txBody>
      </p:sp>
      <p:sp>
        <p:nvSpPr>
          <p:cNvPr id="243" name="body-governance">
            <a:extLst xmlns:a="http://schemas.openxmlformats.org/drawingml/2006/main">
              <a:ext uri="{FF2B5EF4-FFF2-40B4-BE49-F238E27FC236}">
                <a16:creationId xmlns:a16="http://schemas.microsoft.com/office/drawing/2014/main" id="{DB3C1B61-80AD-4ADA-B853-0013E1D7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064" y="3181350"/>
            <a:ext cx="259508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统一口径与可信数据底座</a:t>
            </a:r>
          </a:p>
        </p:txBody>
      </p:sp>
      <p:sp>
        <p:nvSpPr>
          <p:cNvPr id="244" name="icon-disk-validation">
            <a:extLst xmlns:a="http://schemas.openxmlformats.org/drawingml/2006/main">
              <a:ext uri="{FF2B5EF4-FFF2-40B4-BE49-F238E27FC236}">
                <a16:creationId xmlns:a16="http://schemas.microsoft.com/office/drawing/2014/main" id="{77CD5871-DECE-4FBE-B012-7687DEA2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3705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45" name="icon-slot-validation">
            <a:extLst xmlns:a="http://schemas.openxmlformats.org/drawingml/2006/main">
              <a:ext uri="{FF2B5EF4-FFF2-40B4-BE49-F238E27FC236}">
                <a16:creationId xmlns:a16="http://schemas.microsoft.com/office/drawing/2014/main" id="{9E272C4B-AC67-4ACA-90D9-E4ED2299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37052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46" name="title-validation">
            <a:extLst xmlns:a="http://schemas.openxmlformats.org/drawingml/2006/main">
              <a:ext uri="{FF2B5EF4-FFF2-40B4-BE49-F238E27FC236}">
                <a16:creationId xmlns:a16="http://schemas.microsoft.com/office/drawing/2014/main" id="{635617CB-6ABD-4351-9EE0-26EE12C9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064" y="3667125"/>
            <a:ext cx="259508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实验验证</a:t>
            </a:r>
          </a:p>
        </p:txBody>
      </p:sp>
      <p:sp>
        <p:nvSpPr>
          <p:cNvPr id="247" name="body-validation">
            <a:extLst xmlns:a="http://schemas.openxmlformats.org/drawingml/2006/main">
              <a:ext uri="{FF2B5EF4-FFF2-40B4-BE49-F238E27FC236}">
                <a16:creationId xmlns:a16="http://schemas.microsoft.com/office/drawing/2014/main" id="{BDFD56CA-433D-4649-AE19-4DAD2B8F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064" y="3943350"/>
            <a:ext cx="259508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用可重复证据检验方法</a:t>
            </a:r>
          </a:p>
        </p:txBody>
      </p:sp>
      <p:sp>
        <p:nvSpPr>
          <p:cNvPr id="248" name="icon-disk-collaboration">
            <a:extLst xmlns:a="http://schemas.openxmlformats.org/drawingml/2006/main">
              <a:ext uri="{FF2B5EF4-FFF2-40B4-BE49-F238E27FC236}">
                <a16:creationId xmlns:a16="http://schemas.microsoft.com/office/drawing/2014/main" id="{6C3ABB6A-40B1-49CF-B56B-48826F81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4467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49" name="icon-slot-collaboration">
            <a:extLst xmlns:a="http://schemas.openxmlformats.org/drawingml/2006/main">
              <a:ext uri="{FF2B5EF4-FFF2-40B4-BE49-F238E27FC236}">
                <a16:creationId xmlns:a16="http://schemas.microsoft.com/office/drawing/2014/main" id="{3D58C1B8-4A6E-4D44-815B-9D56BAB2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44672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50" name="title-collaboration">
            <a:extLst xmlns:a="http://schemas.openxmlformats.org/drawingml/2006/main">
              <a:ext uri="{FF2B5EF4-FFF2-40B4-BE49-F238E27FC236}">
                <a16:creationId xmlns:a16="http://schemas.microsoft.com/office/drawing/2014/main" id="{D5724CF3-0FAA-4E0D-AD8C-755C28B1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064" y="4429125"/>
            <a:ext cx="259508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开放协作</a:t>
            </a:r>
          </a:p>
        </p:txBody>
      </p:sp>
      <p:sp>
        <p:nvSpPr>
          <p:cNvPr id="251" name="body-collaboration">
            <a:extLst xmlns:a="http://schemas.openxmlformats.org/drawingml/2006/main">
              <a:ext uri="{FF2B5EF4-FFF2-40B4-BE49-F238E27FC236}">
                <a16:creationId xmlns:a16="http://schemas.microsoft.com/office/drawing/2014/main" id="{843A0C37-7D34-4657-AB8B-72DBDC00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064" y="4705350"/>
            <a:ext cx="259508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连接团队与跨域知识网络</a:t>
            </a:r>
          </a:p>
        </p:txBody>
      </p:sp>
      <p:sp>
        <p:nvSpPr>
          <p:cNvPr id="252" name="icon-disk-modeling">
            <a:extLst xmlns:a="http://schemas.openxmlformats.org/drawingml/2006/main">
              <a:ext uri="{FF2B5EF4-FFF2-40B4-BE49-F238E27FC236}">
                <a16:creationId xmlns:a16="http://schemas.microsoft.com/office/drawing/2014/main" id="{98FD1FE6-D959-44EF-BD99-96293D85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2811" y="2943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53" name="icon-slot-modeling">
            <a:extLst xmlns:a="http://schemas.openxmlformats.org/drawingml/2006/main">
              <a:ext uri="{FF2B5EF4-FFF2-40B4-BE49-F238E27FC236}">
                <a16:creationId xmlns:a16="http://schemas.microsoft.com/office/drawing/2014/main" id="{4D61C532-B2CC-42F5-93BB-DA1EDF04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2811" y="29432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54" name="title-modeling">
            <a:extLst xmlns:a="http://schemas.openxmlformats.org/drawingml/2006/main">
              <a:ext uri="{FF2B5EF4-FFF2-40B4-BE49-F238E27FC236}">
                <a16:creationId xmlns:a16="http://schemas.microsoft.com/office/drawing/2014/main" id="{753D41A5-0EAB-4699-BDC6-118117C9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05125"/>
            <a:ext cx="259508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模型研发</a:t>
            </a:r>
          </a:p>
        </p:txBody>
      </p:sp>
      <p:sp>
        <p:nvSpPr>
          <p:cNvPr id="255" name="body-modeling">
            <a:extLst xmlns:a="http://schemas.openxmlformats.org/drawingml/2006/main">
              <a:ext uri="{FF2B5EF4-FFF2-40B4-BE49-F238E27FC236}">
                <a16:creationId xmlns:a16="http://schemas.microsoft.com/office/drawing/2014/main" id="{8FCB3D3D-1BBE-4E33-94FF-DBEF6E99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81350"/>
            <a:ext cx="259508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面向问题构建可复用模型</a:t>
            </a:r>
          </a:p>
        </p:txBody>
      </p:sp>
      <p:sp>
        <p:nvSpPr>
          <p:cNvPr id="256" name="icon-disk-translation">
            <a:extLst xmlns:a="http://schemas.openxmlformats.org/drawingml/2006/main">
              <a:ext uri="{FF2B5EF4-FFF2-40B4-BE49-F238E27FC236}">
                <a16:creationId xmlns:a16="http://schemas.microsoft.com/office/drawing/2014/main" id="{E1938DFA-EC17-480C-B8D2-DEA6BE5B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2811" y="3705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57" name="icon-slot-translation">
            <a:extLst xmlns:a="http://schemas.openxmlformats.org/drawingml/2006/main">
              <a:ext uri="{FF2B5EF4-FFF2-40B4-BE49-F238E27FC236}">
                <a16:creationId xmlns:a16="http://schemas.microsoft.com/office/drawing/2014/main" id="{7E56B4F6-F51F-46D1-86CB-EFE04D83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2811" y="37052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58" name="title-translation">
            <a:extLst xmlns:a="http://schemas.openxmlformats.org/drawingml/2006/main">
              <a:ext uri="{FF2B5EF4-FFF2-40B4-BE49-F238E27FC236}">
                <a16:creationId xmlns:a16="http://schemas.microsoft.com/office/drawing/2014/main" id="{A6E18399-4836-457A-A330-F512A265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67125"/>
            <a:ext cx="259508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成果转化</a:t>
            </a:r>
          </a:p>
        </p:txBody>
      </p:sp>
      <p:sp>
        <p:nvSpPr>
          <p:cNvPr id="259" name="body-translation">
            <a:extLst xmlns:a="http://schemas.openxmlformats.org/drawingml/2006/main">
              <a:ext uri="{FF2B5EF4-FFF2-40B4-BE49-F238E27FC236}">
                <a16:creationId xmlns:a16="http://schemas.microsoft.com/office/drawing/2014/main" id="{093D71A8-6990-4E7E-9A9E-EFB9703E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259508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让研究结果进入真实场景</a:t>
            </a:r>
          </a:p>
        </p:txBody>
      </p:sp>
      <p:sp>
        <p:nvSpPr>
          <p:cNvPr id="260" name="icon-disk-engineering">
            <a:extLst xmlns:a="http://schemas.openxmlformats.org/drawingml/2006/main">
              <a:ext uri="{FF2B5EF4-FFF2-40B4-BE49-F238E27FC236}">
                <a16:creationId xmlns:a16="http://schemas.microsoft.com/office/drawing/2014/main" id="{45F1AC7D-5B54-4443-89AB-538A2769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2811" y="4467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61" name="icon-slot-engineering">
            <a:extLst xmlns:a="http://schemas.openxmlformats.org/drawingml/2006/main">
              <a:ext uri="{FF2B5EF4-FFF2-40B4-BE49-F238E27FC236}">
                <a16:creationId xmlns:a16="http://schemas.microsoft.com/office/drawing/2014/main" id="{A8FB68D6-480D-4883-8B19-54163AA4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2811" y="44672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62" name="title-engineering">
            <a:extLst xmlns:a="http://schemas.openxmlformats.org/drawingml/2006/main">
              <a:ext uri="{FF2B5EF4-FFF2-40B4-BE49-F238E27FC236}">
                <a16:creationId xmlns:a16="http://schemas.microsoft.com/office/drawing/2014/main" id="{4CF8C8A3-7BF3-4124-A071-49189D8F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29125"/>
            <a:ext cx="259508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工程支撑</a:t>
            </a:r>
          </a:p>
        </p:txBody>
      </p:sp>
      <p:sp>
        <p:nvSpPr>
          <p:cNvPr id="263" name="body-engineering">
            <a:extLst xmlns:a="http://schemas.openxmlformats.org/drawingml/2006/main">
              <a:ext uri="{FF2B5EF4-FFF2-40B4-BE49-F238E27FC236}">
                <a16:creationId xmlns:a16="http://schemas.microsoft.com/office/drawing/2014/main" id="{A380A5D7-9457-4B7F-B515-F06334A0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05350"/>
            <a:ext cx="259508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稳定交付可维护技术能力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科研平台的协同能力｜7 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结构能力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BFC56AB-39CC-4E46-BB7F-272BD920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dot-field">
            <a:extLst xmlns:a="http://schemas.openxmlformats.org/drawingml/2006/main">
              <a:ext uri="{FF2B5EF4-FFF2-40B4-BE49-F238E27FC236}">
                <a16:creationId xmlns:a16="http://schemas.microsoft.com/office/drawing/2014/main" id="{3C6F3379-0D9D-4225-A8CD-A9E8271D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1821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ot-field">
            <a:extLst xmlns:a="http://schemas.openxmlformats.org/drawingml/2006/main">
              <a:ext uri="{FF2B5EF4-FFF2-40B4-BE49-F238E27FC236}">
                <a16:creationId xmlns:a16="http://schemas.microsoft.com/office/drawing/2014/main" id="{0FB03E6A-DE09-4F06-B4E4-513D5EE3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1821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ot-field">
            <a:extLst xmlns:a="http://schemas.openxmlformats.org/drawingml/2006/main">
              <a:ext uri="{FF2B5EF4-FFF2-40B4-BE49-F238E27FC236}">
                <a16:creationId xmlns:a16="http://schemas.microsoft.com/office/drawing/2014/main" id="{2DC25E80-5AFD-4713-A7B0-4BA3C2D5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1821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ot-field">
            <a:extLst xmlns:a="http://schemas.openxmlformats.org/drawingml/2006/main">
              <a:ext uri="{FF2B5EF4-FFF2-40B4-BE49-F238E27FC236}">
                <a16:creationId xmlns:a16="http://schemas.microsoft.com/office/drawing/2014/main" id="{4B97885B-A43B-4696-AE25-56C88C5F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ot-field">
            <a:extLst xmlns:a="http://schemas.openxmlformats.org/drawingml/2006/main">
              <a:ext uri="{FF2B5EF4-FFF2-40B4-BE49-F238E27FC236}">
                <a16:creationId xmlns:a16="http://schemas.microsoft.com/office/drawing/2014/main" id="{C3D79BE0-1096-4DB0-AA2A-BBA96DED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ot-field">
            <a:extLst xmlns:a="http://schemas.openxmlformats.org/drawingml/2006/main">
              <a:ext uri="{FF2B5EF4-FFF2-40B4-BE49-F238E27FC236}">
                <a16:creationId xmlns:a16="http://schemas.microsoft.com/office/drawing/2014/main" id="{5C2E1EAE-E59A-49A7-A288-40DFFAB2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ot-field">
            <a:extLst xmlns:a="http://schemas.openxmlformats.org/drawingml/2006/main">
              <a:ext uri="{FF2B5EF4-FFF2-40B4-BE49-F238E27FC236}">
                <a16:creationId xmlns:a16="http://schemas.microsoft.com/office/drawing/2014/main" id="{B351B656-17DA-44A6-94B4-8EA9CCD6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ot-field">
            <a:extLst xmlns:a="http://schemas.openxmlformats.org/drawingml/2006/main">
              <a:ext uri="{FF2B5EF4-FFF2-40B4-BE49-F238E27FC236}">
                <a16:creationId xmlns:a16="http://schemas.microsoft.com/office/drawing/2014/main" id="{6F48B8AB-F699-4253-9932-052415ED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ot-field">
            <a:extLst xmlns:a="http://schemas.openxmlformats.org/drawingml/2006/main">
              <a:ext uri="{FF2B5EF4-FFF2-40B4-BE49-F238E27FC236}">
                <a16:creationId xmlns:a16="http://schemas.microsoft.com/office/drawing/2014/main" id="{AB746641-150E-43F3-82F6-B1A6E69C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ot-field">
            <a:extLst xmlns:a="http://schemas.openxmlformats.org/drawingml/2006/main">
              <a:ext uri="{FF2B5EF4-FFF2-40B4-BE49-F238E27FC236}">
                <a16:creationId xmlns:a16="http://schemas.microsoft.com/office/drawing/2014/main" id="{B62A2A88-4C7C-4652-BADD-0BF4AA5C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0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ot-field">
            <a:extLst xmlns:a="http://schemas.openxmlformats.org/drawingml/2006/main">
              <a:ext uri="{FF2B5EF4-FFF2-40B4-BE49-F238E27FC236}">
                <a16:creationId xmlns:a16="http://schemas.microsoft.com/office/drawing/2014/main" id="{61F87B0E-F66C-4706-9DC4-7A0492F3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6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ot-field">
            <a:extLst xmlns:a="http://schemas.openxmlformats.org/drawingml/2006/main">
              <a:ext uri="{FF2B5EF4-FFF2-40B4-BE49-F238E27FC236}">
                <a16:creationId xmlns:a16="http://schemas.microsoft.com/office/drawing/2014/main" id="{E83CD384-C471-4153-AE63-48A133BB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2050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ot-field">
            <a:extLst xmlns:a="http://schemas.openxmlformats.org/drawingml/2006/main">
              <a:ext uri="{FF2B5EF4-FFF2-40B4-BE49-F238E27FC236}">
                <a16:creationId xmlns:a16="http://schemas.microsoft.com/office/drawing/2014/main" id="{D19FE12C-2D23-4558-A61F-CAB11FBE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ot-field">
            <a:extLst xmlns:a="http://schemas.openxmlformats.org/drawingml/2006/main">
              <a:ext uri="{FF2B5EF4-FFF2-40B4-BE49-F238E27FC236}">
                <a16:creationId xmlns:a16="http://schemas.microsoft.com/office/drawing/2014/main" id="{136F323F-22F7-45A4-8E20-995F00C1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ot-field">
            <a:extLst xmlns:a="http://schemas.openxmlformats.org/drawingml/2006/main">
              <a:ext uri="{FF2B5EF4-FFF2-40B4-BE49-F238E27FC236}">
                <a16:creationId xmlns:a16="http://schemas.microsoft.com/office/drawing/2014/main" id="{E0FDC515-5B7F-4DE9-9F58-7C909C71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ot-field">
            <a:extLst xmlns:a="http://schemas.openxmlformats.org/drawingml/2006/main">
              <a:ext uri="{FF2B5EF4-FFF2-40B4-BE49-F238E27FC236}">
                <a16:creationId xmlns:a16="http://schemas.microsoft.com/office/drawing/2014/main" id="{3EB3DA0C-743F-4DC1-B6ED-599EBED2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ot-field">
            <a:extLst xmlns:a="http://schemas.openxmlformats.org/drawingml/2006/main">
              <a:ext uri="{FF2B5EF4-FFF2-40B4-BE49-F238E27FC236}">
                <a16:creationId xmlns:a16="http://schemas.microsoft.com/office/drawing/2014/main" id="{283BD17C-5C00-403E-BD2E-0CA0D26E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ot-field">
            <a:extLst xmlns:a="http://schemas.openxmlformats.org/drawingml/2006/main">
              <a:ext uri="{FF2B5EF4-FFF2-40B4-BE49-F238E27FC236}">
                <a16:creationId xmlns:a16="http://schemas.microsoft.com/office/drawing/2014/main" id="{47902284-BF05-43B0-826D-06231855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ot-field">
            <a:extLst xmlns:a="http://schemas.openxmlformats.org/drawingml/2006/main">
              <a:ext uri="{FF2B5EF4-FFF2-40B4-BE49-F238E27FC236}">
                <a16:creationId xmlns:a16="http://schemas.microsoft.com/office/drawing/2014/main" id="{23DE87AC-6114-4092-97D8-5BB2FD9D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ot-field">
            <a:extLst xmlns:a="http://schemas.openxmlformats.org/drawingml/2006/main">
              <a:ext uri="{FF2B5EF4-FFF2-40B4-BE49-F238E27FC236}">
                <a16:creationId xmlns:a16="http://schemas.microsoft.com/office/drawing/2014/main" id="{CD0CB321-6F67-4EEB-B8FB-EBEEC088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ot-field">
            <a:extLst xmlns:a="http://schemas.openxmlformats.org/drawingml/2006/main">
              <a:ext uri="{FF2B5EF4-FFF2-40B4-BE49-F238E27FC236}">
                <a16:creationId xmlns:a16="http://schemas.microsoft.com/office/drawing/2014/main" id="{998AF6C6-4EEA-4097-ADAB-56E6F475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283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ot-field">
            <a:extLst xmlns:a="http://schemas.openxmlformats.org/drawingml/2006/main">
              <a:ext uri="{FF2B5EF4-FFF2-40B4-BE49-F238E27FC236}">
                <a16:creationId xmlns:a16="http://schemas.microsoft.com/office/drawing/2014/main" id="{3D75FD8D-F4FC-42A3-8703-BBB325C6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ot-field">
            <a:extLst xmlns:a="http://schemas.openxmlformats.org/drawingml/2006/main">
              <a:ext uri="{FF2B5EF4-FFF2-40B4-BE49-F238E27FC236}">
                <a16:creationId xmlns:a16="http://schemas.microsoft.com/office/drawing/2014/main" id="{C221F8AC-FF84-4192-9303-559F50E9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821" y="2278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ot-field">
            <a:extLst xmlns:a="http://schemas.openxmlformats.org/drawingml/2006/main">
              <a:ext uri="{FF2B5EF4-FFF2-40B4-BE49-F238E27FC236}">
                <a16:creationId xmlns:a16="http://schemas.microsoft.com/office/drawing/2014/main" id="{5CBDB1B4-0F09-46A6-8621-DC231586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ot-field">
            <a:extLst xmlns:a="http://schemas.openxmlformats.org/drawingml/2006/main">
              <a:ext uri="{FF2B5EF4-FFF2-40B4-BE49-F238E27FC236}">
                <a16:creationId xmlns:a16="http://schemas.microsoft.com/office/drawing/2014/main" id="{AFF8F1F5-4BA1-4271-B2A4-E0A9B577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ot-field">
            <a:extLst xmlns:a="http://schemas.openxmlformats.org/drawingml/2006/main">
              <a:ext uri="{FF2B5EF4-FFF2-40B4-BE49-F238E27FC236}">
                <a16:creationId xmlns:a16="http://schemas.microsoft.com/office/drawing/2014/main" id="{F021A3FB-D399-4E91-A3BB-7655C05B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ot-field">
            <a:extLst xmlns:a="http://schemas.openxmlformats.org/drawingml/2006/main">
              <a:ext uri="{FF2B5EF4-FFF2-40B4-BE49-F238E27FC236}">
                <a16:creationId xmlns:a16="http://schemas.microsoft.com/office/drawing/2014/main" id="{6C218BC3-0918-488C-9FB7-72B67110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ot-field">
            <a:extLst xmlns:a="http://schemas.openxmlformats.org/drawingml/2006/main">
              <a:ext uri="{FF2B5EF4-FFF2-40B4-BE49-F238E27FC236}">
                <a16:creationId xmlns:a16="http://schemas.microsoft.com/office/drawing/2014/main" id="{3C5070E8-3E61-403A-B617-F302F6C2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ot-field">
            <a:extLst xmlns:a="http://schemas.openxmlformats.org/drawingml/2006/main">
              <a:ext uri="{FF2B5EF4-FFF2-40B4-BE49-F238E27FC236}">
                <a16:creationId xmlns:a16="http://schemas.microsoft.com/office/drawing/2014/main" id="{C0038A90-4F17-40FA-9B53-59C9B3F6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ot-field">
            <a:extLst xmlns:a="http://schemas.openxmlformats.org/drawingml/2006/main">
              <a:ext uri="{FF2B5EF4-FFF2-40B4-BE49-F238E27FC236}">
                <a16:creationId xmlns:a16="http://schemas.microsoft.com/office/drawing/2014/main" id="{42079BDF-4E96-465F-BBDD-1A13E699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ot-field">
            <a:extLst xmlns:a="http://schemas.openxmlformats.org/drawingml/2006/main">
              <a:ext uri="{FF2B5EF4-FFF2-40B4-BE49-F238E27FC236}">
                <a16:creationId xmlns:a16="http://schemas.microsoft.com/office/drawing/2014/main" id="{C9D446DE-8CDB-4478-B26A-F850DB9F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ot-field">
            <a:extLst xmlns:a="http://schemas.openxmlformats.org/drawingml/2006/main">
              <a:ext uri="{FF2B5EF4-FFF2-40B4-BE49-F238E27FC236}">
                <a16:creationId xmlns:a16="http://schemas.microsoft.com/office/drawing/2014/main" id="{F10795AE-2A87-4684-905A-DEBE1982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ot-field">
            <a:extLst xmlns:a="http://schemas.openxmlformats.org/drawingml/2006/main">
              <a:ext uri="{FF2B5EF4-FFF2-40B4-BE49-F238E27FC236}">
                <a16:creationId xmlns:a16="http://schemas.microsoft.com/office/drawing/2014/main" id="{53E34B32-830E-4E5A-861D-59575896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ot-field">
            <a:extLst xmlns:a="http://schemas.openxmlformats.org/drawingml/2006/main">
              <a:ext uri="{FF2B5EF4-FFF2-40B4-BE49-F238E27FC236}">
                <a16:creationId xmlns:a16="http://schemas.microsoft.com/office/drawing/2014/main" id="{5D72651F-FF50-46CB-8D4A-15603F94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2512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ot-field">
            <a:extLst xmlns:a="http://schemas.openxmlformats.org/drawingml/2006/main">
              <a:ext uri="{FF2B5EF4-FFF2-40B4-BE49-F238E27FC236}">
                <a16:creationId xmlns:a16="http://schemas.microsoft.com/office/drawing/2014/main" id="{96A10736-665B-47E2-B717-72C1DD76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8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ot-field">
            <a:extLst xmlns:a="http://schemas.openxmlformats.org/drawingml/2006/main">
              <a:ext uri="{FF2B5EF4-FFF2-40B4-BE49-F238E27FC236}">
                <a16:creationId xmlns:a16="http://schemas.microsoft.com/office/drawing/2014/main" id="{21A1AD04-725B-4A2A-BA34-59B2999B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2507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ot-field">
            <a:extLst xmlns:a="http://schemas.openxmlformats.org/drawingml/2006/main">
              <a:ext uri="{FF2B5EF4-FFF2-40B4-BE49-F238E27FC236}">
                <a16:creationId xmlns:a16="http://schemas.microsoft.com/office/drawing/2014/main" id="{8202124B-2690-4450-98DC-640C7228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ot-field">
            <a:extLst xmlns:a="http://schemas.openxmlformats.org/drawingml/2006/main">
              <a:ext uri="{FF2B5EF4-FFF2-40B4-BE49-F238E27FC236}">
                <a16:creationId xmlns:a16="http://schemas.microsoft.com/office/drawing/2014/main" id="{C6E57EEE-425E-4C31-946C-F42D3ABA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ot-field">
            <a:extLst xmlns:a="http://schemas.openxmlformats.org/drawingml/2006/main">
              <a:ext uri="{FF2B5EF4-FFF2-40B4-BE49-F238E27FC236}">
                <a16:creationId xmlns:a16="http://schemas.microsoft.com/office/drawing/2014/main" id="{46E730C1-3B89-4ABD-9F2F-AAC8FC26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ot-field">
            <a:extLst xmlns:a="http://schemas.openxmlformats.org/drawingml/2006/main">
              <a:ext uri="{FF2B5EF4-FFF2-40B4-BE49-F238E27FC236}">
                <a16:creationId xmlns:a16="http://schemas.microsoft.com/office/drawing/2014/main" id="{CF497647-7E87-42E5-AFCC-9717CA53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ot-field">
            <a:extLst xmlns:a="http://schemas.openxmlformats.org/drawingml/2006/main">
              <a:ext uri="{FF2B5EF4-FFF2-40B4-BE49-F238E27FC236}">
                <a16:creationId xmlns:a16="http://schemas.microsoft.com/office/drawing/2014/main" id="{7140548D-D280-48ED-87D6-377DD460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ot-field">
            <a:extLst xmlns:a="http://schemas.openxmlformats.org/drawingml/2006/main">
              <a:ext uri="{FF2B5EF4-FFF2-40B4-BE49-F238E27FC236}">
                <a16:creationId xmlns:a16="http://schemas.microsoft.com/office/drawing/2014/main" id="{BEBECD18-9268-4A33-906E-B3057377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ot-field">
            <a:extLst xmlns:a="http://schemas.openxmlformats.org/drawingml/2006/main">
              <a:ext uri="{FF2B5EF4-FFF2-40B4-BE49-F238E27FC236}">
                <a16:creationId xmlns:a16="http://schemas.microsoft.com/office/drawing/2014/main" id="{7D3F212B-A333-49C2-8036-FFC65384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ot-field">
            <a:extLst xmlns:a="http://schemas.openxmlformats.org/drawingml/2006/main">
              <a:ext uri="{FF2B5EF4-FFF2-40B4-BE49-F238E27FC236}">
                <a16:creationId xmlns:a16="http://schemas.microsoft.com/office/drawing/2014/main" id="{9C10B03F-FF4C-47AE-9250-E5F14216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ot-field">
            <a:extLst xmlns:a="http://schemas.openxmlformats.org/drawingml/2006/main">
              <a:ext uri="{FF2B5EF4-FFF2-40B4-BE49-F238E27FC236}">
                <a16:creationId xmlns:a16="http://schemas.microsoft.com/office/drawing/2014/main" id="{B9372D9A-9D72-40A9-9B0F-4051E1A7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ot-field">
            <a:extLst xmlns:a="http://schemas.openxmlformats.org/drawingml/2006/main">
              <a:ext uri="{FF2B5EF4-FFF2-40B4-BE49-F238E27FC236}">
                <a16:creationId xmlns:a16="http://schemas.microsoft.com/office/drawing/2014/main" id="{8766038D-3643-48B6-BC86-CCB030D5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ot-field">
            <a:extLst xmlns:a="http://schemas.openxmlformats.org/drawingml/2006/main">
              <a:ext uri="{FF2B5EF4-FFF2-40B4-BE49-F238E27FC236}">
                <a16:creationId xmlns:a16="http://schemas.microsoft.com/office/drawing/2014/main" id="{84F61D16-3D2D-4F09-8C86-0084A4CE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ot-field">
            <a:extLst xmlns:a="http://schemas.openxmlformats.org/drawingml/2006/main">
              <a:ext uri="{FF2B5EF4-FFF2-40B4-BE49-F238E27FC236}">
                <a16:creationId xmlns:a16="http://schemas.microsoft.com/office/drawing/2014/main" id="{B24037C4-61CD-4658-99A3-3C9DCF5D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ot-field">
            <a:extLst xmlns:a="http://schemas.openxmlformats.org/drawingml/2006/main">
              <a:ext uri="{FF2B5EF4-FFF2-40B4-BE49-F238E27FC236}">
                <a16:creationId xmlns:a16="http://schemas.microsoft.com/office/drawing/2014/main" id="{E91395A6-249E-42D3-B96E-53706FC1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2740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dot-field">
            <a:extLst xmlns:a="http://schemas.openxmlformats.org/drawingml/2006/main">
              <a:ext uri="{FF2B5EF4-FFF2-40B4-BE49-F238E27FC236}">
                <a16:creationId xmlns:a16="http://schemas.microsoft.com/office/drawing/2014/main" id="{67DFAA82-0D4F-4DB5-87AF-C5DD4449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ot-field">
            <a:extLst xmlns:a="http://schemas.openxmlformats.org/drawingml/2006/main">
              <a:ext uri="{FF2B5EF4-FFF2-40B4-BE49-F238E27FC236}">
                <a16:creationId xmlns:a16="http://schemas.microsoft.com/office/drawing/2014/main" id="{5FD95327-D811-4481-841A-27B59619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2736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ot-field">
            <a:extLst xmlns:a="http://schemas.openxmlformats.org/drawingml/2006/main">
              <a:ext uri="{FF2B5EF4-FFF2-40B4-BE49-F238E27FC236}">
                <a16:creationId xmlns:a16="http://schemas.microsoft.com/office/drawing/2014/main" id="{192EBDB9-0F31-417A-92FE-13F8DDF4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ot-field">
            <a:extLst xmlns:a="http://schemas.openxmlformats.org/drawingml/2006/main">
              <a:ext uri="{FF2B5EF4-FFF2-40B4-BE49-F238E27FC236}">
                <a16:creationId xmlns:a16="http://schemas.microsoft.com/office/drawing/2014/main" id="{77E58911-8B72-4286-B744-16DF416B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dot-field">
            <a:extLst xmlns:a="http://schemas.openxmlformats.org/drawingml/2006/main">
              <a:ext uri="{FF2B5EF4-FFF2-40B4-BE49-F238E27FC236}">
                <a16:creationId xmlns:a16="http://schemas.microsoft.com/office/drawing/2014/main" id="{32485A9C-834F-4DF6-BA5A-43D638DC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ot-field">
            <a:extLst xmlns:a="http://schemas.openxmlformats.org/drawingml/2006/main">
              <a:ext uri="{FF2B5EF4-FFF2-40B4-BE49-F238E27FC236}">
                <a16:creationId xmlns:a16="http://schemas.microsoft.com/office/drawing/2014/main" id="{A5C20E6E-9A64-4688-94D4-656F7595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ot-field">
            <a:extLst xmlns:a="http://schemas.openxmlformats.org/drawingml/2006/main">
              <a:ext uri="{FF2B5EF4-FFF2-40B4-BE49-F238E27FC236}">
                <a16:creationId xmlns:a16="http://schemas.microsoft.com/office/drawing/2014/main" id="{788719B2-7077-428F-B3DE-7B6D579A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ot-field">
            <a:extLst xmlns:a="http://schemas.openxmlformats.org/drawingml/2006/main">
              <a:ext uri="{FF2B5EF4-FFF2-40B4-BE49-F238E27FC236}">
                <a16:creationId xmlns:a16="http://schemas.microsoft.com/office/drawing/2014/main" id="{02649EFF-67BF-43C2-89F3-5AB1C2AE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dot-field">
            <a:extLst xmlns:a="http://schemas.openxmlformats.org/drawingml/2006/main">
              <a:ext uri="{FF2B5EF4-FFF2-40B4-BE49-F238E27FC236}">
                <a16:creationId xmlns:a16="http://schemas.microsoft.com/office/drawing/2014/main" id="{2164FF4C-E7A3-4A8B-9BF0-F846E0AD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ot-field">
            <a:extLst xmlns:a="http://schemas.openxmlformats.org/drawingml/2006/main">
              <a:ext uri="{FF2B5EF4-FFF2-40B4-BE49-F238E27FC236}">
                <a16:creationId xmlns:a16="http://schemas.microsoft.com/office/drawing/2014/main" id="{E236C672-FB9D-4BE0-B169-4EC9F0BF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ot-field">
            <a:extLst xmlns:a="http://schemas.openxmlformats.org/drawingml/2006/main">
              <a:ext uri="{FF2B5EF4-FFF2-40B4-BE49-F238E27FC236}">
                <a16:creationId xmlns:a16="http://schemas.microsoft.com/office/drawing/2014/main" id="{1E63D002-C612-4BE2-8D35-6F032523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ot-field">
            <a:extLst xmlns:a="http://schemas.openxmlformats.org/drawingml/2006/main">
              <a:ext uri="{FF2B5EF4-FFF2-40B4-BE49-F238E27FC236}">
                <a16:creationId xmlns:a16="http://schemas.microsoft.com/office/drawing/2014/main" id="{4E92E552-A5D2-489F-8EE1-B537B8D4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ot-field">
            <a:extLst xmlns:a="http://schemas.openxmlformats.org/drawingml/2006/main">
              <a:ext uri="{FF2B5EF4-FFF2-40B4-BE49-F238E27FC236}">
                <a16:creationId xmlns:a16="http://schemas.microsoft.com/office/drawing/2014/main" id="{7E019753-2B52-4185-984C-32FCB0D7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dot-field">
            <a:extLst xmlns:a="http://schemas.openxmlformats.org/drawingml/2006/main">
              <a:ext uri="{FF2B5EF4-FFF2-40B4-BE49-F238E27FC236}">
                <a16:creationId xmlns:a16="http://schemas.microsoft.com/office/drawing/2014/main" id="{FED09949-B216-4092-A1EA-22912BE7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ot-field">
            <a:extLst xmlns:a="http://schemas.openxmlformats.org/drawingml/2006/main">
              <a:ext uri="{FF2B5EF4-FFF2-40B4-BE49-F238E27FC236}">
                <a16:creationId xmlns:a16="http://schemas.microsoft.com/office/drawing/2014/main" id="{49400D56-027C-4696-8F88-6B98F03E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dot-field">
            <a:extLst xmlns:a="http://schemas.openxmlformats.org/drawingml/2006/main">
              <a:ext uri="{FF2B5EF4-FFF2-40B4-BE49-F238E27FC236}">
                <a16:creationId xmlns:a16="http://schemas.microsoft.com/office/drawing/2014/main" id="{7A866449-86C5-4209-985D-F2167265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dot-field">
            <a:extLst xmlns:a="http://schemas.openxmlformats.org/drawingml/2006/main">
              <a:ext uri="{FF2B5EF4-FFF2-40B4-BE49-F238E27FC236}">
                <a16:creationId xmlns:a16="http://schemas.microsoft.com/office/drawing/2014/main" id="{BEF0F22B-F303-4C7B-8477-0CC0367B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2969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dot-field">
            <a:extLst xmlns:a="http://schemas.openxmlformats.org/drawingml/2006/main">
              <a:ext uri="{FF2B5EF4-FFF2-40B4-BE49-F238E27FC236}">
                <a16:creationId xmlns:a16="http://schemas.microsoft.com/office/drawing/2014/main" id="{050FE4DC-917B-4052-A561-792F9D6A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dot-field">
            <a:extLst xmlns:a="http://schemas.openxmlformats.org/drawingml/2006/main">
              <a:ext uri="{FF2B5EF4-FFF2-40B4-BE49-F238E27FC236}">
                <a16:creationId xmlns:a16="http://schemas.microsoft.com/office/drawing/2014/main" id="{DBC1FADD-8DC6-4FCA-9090-A7471634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2964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dot-field">
            <a:extLst xmlns:a="http://schemas.openxmlformats.org/drawingml/2006/main">
              <a:ext uri="{FF2B5EF4-FFF2-40B4-BE49-F238E27FC236}">
                <a16:creationId xmlns:a16="http://schemas.microsoft.com/office/drawing/2014/main" id="{D5DFA468-A2C3-4792-83D6-A5FCABA8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193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dot-field">
            <a:extLst xmlns:a="http://schemas.openxmlformats.org/drawingml/2006/main">
              <a:ext uri="{FF2B5EF4-FFF2-40B4-BE49-F238E27FC236}">
                <a16:creationId xmlns:a16="http://schemas.microsoft.com/office/drawing/2014/main" id="{BEA63501-B844-44B0-B065-11990BB6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3193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dot-field">
            <a:extLst xmlns:a="http://schemas.openxmlformats.org/drawingml/2006/main">
              <a:ext uri="{FF2B5EF4-FFF2-40B4-BE49-F238E27FC236}">
                <a16:creationId xmlns:a16="http://schemas.microsoft.com/office/drawing/2014/main" id="{3E7BCBF7-AC80-4B7A-9D09-7CF26494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ot-field">
            <a:extLst xmlns:a="http://schemas.openxmlformats.org/drawingml/2006/main">
              <a:ext uri="{FF2B5EF4-FFF2-40B4-BE49-F238E27FC236}">
                <a16:creationId xmlns:a16="http://schemas.microsoft.com/office/drawing/2014/main" id="{EEEF0013-BD55-4CF5-9862-039EEF57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dot-field">
            <a:extLst xmlns:a="http://schemas.openxmlformats.org/drawingml/2006/main">
              <a:ext uri="{FF2B5EF4-FFF2-40B4-BE49-F238E27FC236}">
                <a16:creationId xmlns:a16="http://schemas.microsoft.com/office/drawing/2014/main" id="{7BDF7259-8021-4590-A952-276837F1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dot-field">
            <a:extLst xmlns:a="http://schemas.openxmlformats.org/drawingml/2006/main">
              <a:ext uri="{FF2B5EF4-FFF2-40B4-BE49-F238E27FC236}">
                <a16:creationId xmlns:a16="http://schemas.microsoft.com/office/drawing/2014/main" id="{CBA07D3C-DC9F-4A52-8772-76C2BABF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dot-field">
            <a:extLst xmlns:a="http://schemas.openxmlformats.org/drawingml/2006/main">
              <a:ext uri="{FF2B5EF4-FFF2-40B4-BE49-F238E27FC236}">
                <a16:creationId xmlns:a16="http://schemas.microsoft.com/office/drawing/2014/main" id="{80DB8A73-F5B4-4C82-B2B1-F69A7065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ot-field">
            <a:extLst xmlns:a="http://schemas.openxmlformats.org/drawingml/2006/main">
              <a:ext uri="{FF2B5EF4-FFF2-40B4-BE49-F238E27FC236}">
                <a16:creationId xmlns:a16="http://schemas.microsoft.com/office/drawing/2014/main" id="{5A4C152E-0A79-47B8-A38F-78C4D827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ot-field">
            <a:extLst xmlns:a="http://schemas.openxmlformats.org/drawingml/2006/main">
              <a:ext uri="{FF2B5EF4-FFF2-40B4-BE49-F238E27FC236}">
                <a16:creationId xmlns:a16="http://schemas.microsoft.com/office/drawing/2014/main" id="{AC6323A7-DA19-4B37-BB1B-73FBCBBE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ot-field">
            <a:extLst xmlns:a="http://schemas.openxmlformats.org/drawingml/2006/main">
              <a:ext uri="{FF2B5EF4-FFF2-40B4-BE49-F238E27FC236}">
                <a16:creationId xmlns:a16="http://schemas.microsoft.com/office/drawing/2014/main" id="{4555EE65-28EF-4038-A2BC-C29EDCED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ot-field">
            <a:extLst xmlns:a="http://schemas.openxmlformats.org/drawingml/2006/main">
              <a:ext uri="{FF2B5EF4-FFF2-40B4-BE49-F238E27FC236}">
                <a16:creationId xmlns:a16="http://schemas.microsoft.com/office/drawing/2014/main" id="{36727B7C-0044-4369-8EEE-7AEA4601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198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ot-field">
            <a:extLst xmlns:a="http://schemas.openxmlformats.org/drawingml/2006/main">
              <a:ext uri="{FF2B5EF4-FFF2-40B4-BE49-F238E27FC236}">
                <a16:creationId xmlns:a16="http://schemas.microsoft.com/office/drawing/2014/main" id="{EEE4A649-7398-4170-B51C-7437332D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193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dot-field">
            <a:extLst xmlns:a="http://schemas.openxmlformats.org/drawingml/2006/main">
              <a:ext uri="{FF2B5EF4-FFF2-40B4-BE49-F238E27FC236}">
                <a16:creationId xmlns:a16="http://schemas.microsoft.com/office/drawing/2014/main" id="{BE807F5C-E2A3-4CD9-B5B1-E897B5EB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421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ot-field">
            <a:extLst xmlns:a="http://schemas.openxmlformats.org/drawingml/2006/main">
              <a:ext uri="{FF2B5EF4-FFF2-40B4-BE49-F238E27FC236}">
                <a16:creationId xmlns:a16="http://schemas.microsoft.com/office/drawing/2014/main" id="{0349680B-D126-484D-9F5D-0247EEFA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dot-field">
            <a:extLst xmlns:a="http://schemas.openxmlformats.org/drawingml/2006/main">
              <a:ext uri="{FF2B5EF4-FFF2-40B4-BE49-F238E27FC236}">
                <a16:creationId xmlns:a16="http://schemas.microsoft.com/office/drawing/2014/main" id="{B8F0278C-2E9E-48CC-985E-2CFE9BCF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ot-field">
            <a:extLst xmlns:a="http://schemas.openxmlformats.org/drawingml/2006/main">
              <a:ext uri="{FF2B5EF4-FFF2-40B4-BE49-F238E27FC236}">
                <a16:creationId xmlns:a16="http://schemas.microsoft.com/office/drawing/2014/main" id="{B1A82D23-7427-4335-B4D2-28D4A6D8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dot-field">
            <a:extLst xmlns:a="http://schemas.openxmlformats.org/drawingml/2006/main">
              <a:ext uri="{FF2B5EF4-FFF2-40B4-BE49-F238E27FC236}">
                <a16:creationId xmlns:a16="http://schemas.microsoft.com/office/drawing/2014/main" id="{FED9A253-FABE-46FB-9982-37DC2251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ot-field">
            <a:extLst xmlns:a="http://schemas.openxmlformats.org/drawingml/2006/main">
              <a:ext uri="{FF2B5EF4-FFF2-40B4-BE49-F238E27FC236}">
                <a16:creationId xmlns:a16="http://schemas.microsoft.com/office/drawing/2014/main" id="{07522708-0FD8-4A37-AAFF-78EBE1EE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dot-field">
            <a:extLst xmlns:a="http://schemas.openxmlformats.org/drawingml/2006/main">
              <a:ext uri="{FF2B5EF4-FFF2-40B4-BE49-F238E27FC236}">
                <a16:creationId xmlns:a16="http://schemas.microsoft.com/office/drawing/2014/main" id="{0C5F6F6F-3BBF-4D84-A3FC-34104F9C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ot-field">
            <a:extLst xmlns:a="http://schemas.openxmlformats.org/drawingml/2006/main">
              <a:ext uri="{FF2B5EF4-FFF2-40B4-BE49-F238E27FC236}">
                <a16:creationId xmlns:a16="http://schemas.microsoft.com/office/drawing/2014/main" id="{94504191-FB63-4252-93DF-546CE694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dot-field">
            <a:extLst xmlns:a="http://schemas.openxmlformats.org/drawingml/2006/main">
              <a:ext uri="{FF2B5EF4-FFF2-40B4-BE49-F238E27FC236}">
                <a16:creationId xmlns:a16="http://schemas.microsoft.com/office/drawing/2014/main" id="{D4CBFA73-58F0-4204-9083-E2F805CE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426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ot-field">
            <a:extLst xmlns:a="http://schemas.openxmlformats.org/drawingml/2006/main">
              <a:ext uri="{FF2B5EF4-FFF2-40B4-BE49-F238E27FC236}">
                <a16:creationId xmlns:a16="http://schemas.microsoft.com/office/drawing/2014/main" id="{B2094EAD-80AB-4292-B4A6-8D35341F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421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dot-field">
            <a:extLst xmlns:a="http://schemas.openxmlformats.org/drawingml/2006/main">
              <a:ext uri="{FF2B5EF4-FFF2-40B4-BE49-F238E27FC236}">
                <a16:creationId xmlns:a16="http://schemas.microsoft.com/office/drawing/2014/main" id="{53F5E581-BFFA-45D0-B044-277F9B90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3421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ot-field">
            <a:extLst xmlns:a="http://schemas.openxmlformats.org/drawingml/2006/main">
              <a:ext uri="{FF2B5EF4-FFF2-40B4-BE49-F238E27FC236}">
                <a16:creationId xmlns:a16="http://schemas.microsoft.com/office/drawing/2014/main" id="{7EBF51E0-2F07-48CC-8B00-E0B394EA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ot-field">
            <a:extLst xmlns:a="http://schemas.openxmlformats.org/drawingml/2006/main">
              <a:ext uri="{FF2B5EF4-FFF2-40B4-BE49-F238E27FC236}">
                <a16:creationId xmlns:a16="http://schemas.microsoft.com/office/drawing/2014/main" id="{39831FA2-F16E-4A17-BB06-A1C3F436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ot-field">
            <a:extLst xmlns:a="http://schemas.openxmlformats.org/drawingml/2006/main">
              <a:ext uri="{FF2B5EF4-FFF2-40B4-BE49-F238E27FC236}">
                <a16:creationId xmlns:a16="http://schemas.microsoft.com/office/drawing/2014/main" id="{AD43B406-33EF-4297-9F93-50FD4852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ot-field">
            <a:extLst xmlns:a="http://schemas.openxmlformats.org/drawingml/2006/main">
              <a:ext uri="{FF2B5EF4-FFF2-40B4-BE49-F238E27FC236}">
                <a16:creationId xmlns:a16="http://schemas.microsoft.com/office/drawing/2014/main" id="{47BD16C7-DB36-43A5-BD43-B15C05A5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ot-field">
            <a:extLst xmlns:a="http://schemas.openxmlformats.org/drawingml/2006/main">
              <a:ext uri="{FF2B5EF4-FFF2-40B4-BE49-F238E27FC236}">
                <a16:creationId xmlns:a16="http://schemas.microsoft.com/office/drawing/2014/main" id="{4D91E421-C8BB-420F-8932-423887E9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dot-field">
            <a:extLst xmlns:a="http://schemas.openxmlformats.org/drawingml/2006/main">
              <a:ext uri="{FF2B5EF4-FFF2-40B4-BE49-F238E27FC236}">
                <a16:creationId xmlns:a16="http://schemas.microsoft.com/office/drawing/2014/main" id="{311DD754-97E0-4879-A0BB-B809F2DA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ot-field">
            <a:extLst xmlns:a="http://schemas.openxmlformats.org/drawingml/2006/main">
              <a:ext uri="{FF2B5EF4-FFF2-40B4-BE49-F238E27FC236}">
                <a16:creationId xmlns:a16="http://schemas.microsoft.com/office/drawing/2014/main" id="{B28D7A91-416C-48B4-98A7-248449D7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dot-field">
            <a:extLst xmlns:a="http://schemas.openxmlformats.org/drawingml/2006/main">
              <a:ext uri="{FF2B5EF4-FFF2-40B4-BE49-F238E27FC236}">
                <a16:creationId xmlns:a16="http://schemas.microsoft.com/office/drawing/2014/main" id="{64CEDEAF-60AA-4318-8FA2-4F9DAD90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ot-field">
            <a:extLst xmlns:a="http://schemas.openxmlformats.org/drawingml/2006/main">
              <a:ext uri="{FF2B5EF4-FFF2-40B4-BE49-F238E27FC236}">
                <a16:creationId xmlns:a16="http://schemas.microsoft.com/office/drawing/2014/main" id="{FDFF2EEB-0893-444A-A700-7974303A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dot-field">
            <a:extLst xmlns:a="http://schemas.openxmlformats.org/drawingml/2006/main">
              <a:ext uri="{FF2B5EF4-FFF2-40B4-BE49-F238E27FC236}">
                <a16:creationId xmlns:a16="http://schemas.microsoft.com/office/drawing/2014/main" id="{259F0140-1140-4538-BFCA-97C1C692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655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ot-field">
            <a:extLst xmlns:a="http://schemas.openxmlformats.org/drawingml/2006/main">
              <a:ext uri="{FF2B5EF4-FFF2-40B4-BE49-F238E27FC236}">
                <a16:creationId xmlns:a16="http://schemas.microsoft.com/office/drawing/2014/main" id="{F418FECC-96C7-402B-92C3-A3E0D326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ot-field">
            <a:extLst xmlns:a="http://schemas.openxmlformats.org/drawingml/2006/main">
              <a:ext uri="{FF2B5EF4-FFF2-40B4-BE49-F238E27FC236}">
                <a16:creationId xmlns:a16="http://schemas.microsoft.com/office/drawing/2014/main" id="{F1C64042-627E-42C4-9461-9F8BE584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3650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ot-field">
            <a:extLst xmlns:a="http://schemas.openxmlformats.org/drawingml/2006/main">
              <a:ext uri="{FF2B5EF4-FFF2-40B4-BE49-F238E27FC236}">
                <a16:creationId xmlns:a16="http://schemas.microsoft.com/office/drawing/2014/main" id="{DC8EB0D2-12A8-4F17-B7EF-FAB3AEB2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dot-field">
            <a:extLst xmlns:a="http://schemas.openxmlformats.org/drawingml/2006/main">
              <a:ext uri="{FF2B5EF4-FFF2-40B4-BE49-F238E27FC236}">
                <a16:creationId xmlns:a16="http://schemas.microsoft.com/office/drawing/2014/main" id="{1E74E115-F0D8-47D1-915C-ACAB8ED3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ot-field">
            <a:extLst xmlns:a="http://schemas.openxmlformats.org/drawingml/2006/main">
              <a:ext uri="{FF2B5EF4-FFF2-40B4-BE49-F238E27FC236}">
                <a16:creationId xmlns:a16="http://schemas.microsoft.com/office/drawing/2014/main" id="{86163714-1CBC-4AA7-BC23-784D4A4A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dot-field">
            <a:extLst xmlns:a="http://schemas.openxmlformats.org/drawingml/2006/main">
              <a:ext uri="{FF2B5EF4-FFF2-40B4-BE49-F238E27FC236}">
                <a16:creationId xmlns:a16="http://schemas.microsoft.com/office/drawing/2014/main" id="{A6AB2BAE-AE36-4C04-9A9F-E67F9F27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ot-field">
            <a:extLst xmlns:a="http://schemas.openxmlformats.org/drawingml/2006/main">
              <a:ext uri="{FF2B5EF4-FFF2-40B4-BE49-F238E27FC236}">
                <a16:creationId xmlns:a16="http://schemas.microsoft.com/office/drawing/2014/main" id="{11329E5E-87D8-47F6-A5DC-BAC6B2AC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dot-field">
            <a:extLst xmlns:a="http://schemas.openxmlformats.org/drawingml/2006/main">
              <a:ext uri="{FF2B5EF4-FFF2-40B4-BE49-F238E27FC236}">
                <a16:creationId xmlns:a16="http://schemas.microsoft.com/office/drawing/2014/main" id="{49EDA74E-E785-41E1-907A-8F612C49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ot-field">
            <a:extLst xmlns:a="http://schemas.openxmlformats.org/drawingml/2006/main">
              <a:ext uri="{FF2B5EF4-FFF2-40B4-BE49-F238E27FC236}">
                <a16:creationId xmlns:a16="http://schemas.microsoft.com/office/drawing/2014/main" id="{82ED4907-2DC7-453F-A631-DD8BF46B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ot-field">
            <a:extLst xmlns:a="http://schemas.openxmlformats.org/drawingml/2006/main">
              <a:ext uri="{FF2B5EF4-FFF2-40B4-BE49-F238E27FC236}">
                <a16:creationId xmlns:a16="http://schemas.microsoft.com/office/drawing/2014/main" id="{D3716949-5FC4-4684-9ED3-275805F6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ot-field">
            <a:extLst xmlns:a="http://schemas.openxmlformats.org/drawingml/2006/main">
              <a:ext uri="{FF2B5EF4-FFF2-40B4-BE49-F238E27FC236}">
                <a16:creationId xmlns:a16="http://schemas.microsoft.com/office/drawing/2014/main" id="{304774C3-67FD-492A-BFFF-53F61176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ot-field">
            <a:extLst xmlns:a="http://schemas.openxmlformats.org/drawingml/2006/main">
              <a:ext uri="{FF2B5EF4-FFF2-40B4-BE49-F238E27FC236}">
                <a16:creationId xmlns:a16="http://schemas.microsoft.com/office/drawing/2014/main" id="{E93B9962-72DF-4F3A-8F77-1D1CD60B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3883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ot-field">
            <a:extLst xmlns:a="http://schemas.openxmlformats.org/drawingml/2006/main">
              <a:ext uri="{FF2B5EF4-FFF2-40B4-BE49-F238E27FC236}">
                <a16:creationId xmlns:a16="http://schemas.microsoft.com/office/drawing/2014/main" id="{957CE230-629E-41C9-A329-EC104F18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ot-field">
            <a:extLst xmlns:a="http://schemas.openxmlformats.org/drawingml/2006/main">
              <a:ext uri="{FF2B5EF4-FFF2-40B4-BE49-F238E27FC236}">
                <a16:creationId xmlns:a16="http://schemas.microsoft.com/office/drawing/2014/main" id="{023F950F-AF12-455D-A058-48811252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3879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dot-field">
            <a:extLst xmlns:a="http://schemas.openxmlformats.org/drawingml/2006/main">
              <a:ext uri="{FF2B5EF4-FFF2-40B4-BE49-F238E27FC236}">
                <a16:creationId xmlns:a16="http://schemas.microsoft.com/office/drawing/2014/main" id="{9476BC48-A635-48D3-80BD-423D7DA3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ot-field">
            <a:extLst xmlns:a="http://schemas.openxmlformats.org/drawingml/2006/main">
              <a:ext uri="{FF2B5EF4-FFF2-40B4-BE49-F238E27FC236}">
                <a16:creationId xmlns:a16="http://schemas.microsoft.com/office/drawing/2014/main" id="{51738C96-6A64-4BBD-9D10-E5AF44C1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dot-field">
            <a:extLst xmlns:a="http://schemas.openxmlformats.org/drawingml/2006/main">
              <a:ext uri="{FF2B5EF4-FFF2-40B4-BE49-F238E27FC236}">
                <a16:creationId xmlns:a16="http://schemas.microsoft.com/office/drawing/2014/main" id="{50AA90CA-C9B7-4C05-BB3B-40700983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ot-field">
            <a:extLst xmlns:a="http://schemas.openxmlformats.org/drawingml/2006/main">
              <a:ext uri="{FF2B5EF4-FFF2-40B4-BE49-F238E27FC236}">
                <a16:creationId xmlns:a16="http://schemas.microsoft.com/office/drawing/2014/main" id="{BEF192AE-3361-4C94-AEDF-13C5436E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ot-field">
            <a:extLst xmlns:a="http://schemas.openxmlformats.org/drawingml/2006/main">
              <a:ext uri="{FF2B5EF4-FFF2-40B4-BE49-F238E27FC236}">
                <a16:creationId xmlns:a16="http://schemas.microsoft.com/office/drawing/2014/main" id="{1FCA6AFC-B61D-4D26-A15E-9B4E5CF9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ot-field">
            <a:extLst xmlns:a="http://schemas.openxmlformats.org/drawingml/2006/main">
              <a:ext uri="{FF2B5EF4-FFF2-40B4-BE49-F238E27FC236}">
                <a16:creationId xmlns:a16="http://schemas.microsoft.com/office/drawing/2014/main" id="{391CE72E-A1EE-45BB-8674-D00FE36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ot-field">
            <a:extLst xmlns:a="http://schemas.openxmlformats.org/drawingml/2006/main">
              <a:ext uri="{FF2B5EF4-FFF2-40B4-BE49-F238E27FC236}">
                <a16:creationId xmlns:a16="http://schemas.microsoft.com/office/drawing/2014/main" id="{25483771-EFAC-48C6-9AD1-B9EC5AE5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ot-field">
            <a:extLst xmlns:a="http://schemas.openxmlformats.org/drawingml/2006/main">
              <a:ext uri="{FF2B5EF4-FFF2-40B4-BE49-F238E27FC236}">
                <a16:creationId xmlns:a16="http://schemas.microsoft.com/office/drawing/2014/main" id="{ACD5C6B5-C5A7-458F-81F6-F56E40EF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ot-field">
            <a:extLst xmlns:a="http://schemas.openxmlformats.org/drawingml/2006/main">
              <a:ext uri="{FF2B5EF4-FFF2-40B4-BE49-F238E27FC236}">
                <a16:creationId xmlns:a16="http://schemas.microsoft.com/office/drawing/2014/main" id="{3CCC1B34-04B4-4287-8A20-5BB015BA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ot-field">
            <a:extLst xmlns:a="http://schemas.openxmlformats.org/drawingml/2006/main">
              <a:ext uri="{FF2B5EF4-FFF2-40B4-BE49-F238E27FC236}">
                <a16:creationId xmlns:a16="http://schemas.microsoft.com/office/drawing/2014/main" id="{B9C6300A-B142-4CE8-A696-712D0DF9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4112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ot-field">
            <a:extLst xmlns:a="http://schemas.openxmlformats.org/drawingml/2006/main">
              <a:ext uri="{FF2B5EF4-FFF2-40B4-BE49-F238E27FC236}">
                <a16:creationId xmlns:a16="http://schemas.microsoft.com/office/drawing/2014/main" id="{CE1B431C-2A42-4703-BC94-F4CB7FAF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ot-field">
            <a:extLst xmlns:a="http://schemas.openxmlformats.org/drawingml/2006/main">
              <a:ext uri="{FF2B5EF4-FFF2-40B4-BE49-F238E27FC236}">
                <a16:creationId xmlns:a16="http://schemas.microsoft.com/office/drawing/2014/main" id="{4C023F70-C4EB-4962-9677-B1FFA239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4107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ot-field">
            <a:extLst xmlns:a="http://schemas.openxmlformats.org/drawingml/2006/main">
              <a:ext uri="{FF2B5EF4-FFF2-40B4-BE49-F238E27FC236}">
                <a16:creationId xmlns:a16="http://schemas.microsoft.com/office/drawing/2014/main" id="{8BB59FCE-36C6-4145-9287-3DF3B12F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336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ot-field">
            <a:extLst xmlns:a="http://schemas.openxmlformats.org/drawingml/2006/main">
              <a:ext uri="{FF2B5EF4-FFF2-40B4-BE49-F238E27FC236}">
                <a16:creationId xmlns:a16="http://schemas.microsoft.com/office/drawing/2014/main" id="{004B8CCC-DD65-4B9D-A32A-5B0054CF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dot-field">
            <a:extLst xmlns:a="http://schemas.openxmlformats.org/drawingml/2006/main">
              <a:ext uri="{FF2B5EF4-FFF2-40B4-BE49-F238E27FC236}">
                <a16:creationId xmlns:a16="http://schemas.microsoft.com/office/drawing/2014/main" id="{9DCB52DC-AD06-4895-906D-3CA130BE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ot-field">
            <a:extLst xmlns:a="http://schemas.openxmlformats.org/drawingml/2006/main">
              <a:ext uri="{FF2B5EF4-FFF2-40B4-BE49-F238E27FC236}">
                <a16:creationId xmlns:a16="http://schemas.microsoft.com/office/drawing/2014/main" id="{43686181-F700-4BA9-B9B9-D32DB368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dot-field">
            <a:extLst xmlns:a="http://schemas.openxmlformats.org/drawingml/2006/main">
              <a:ext uri="{FF2B5EF4-FFF2-40B4-BE49-F238E27FC236}">
                <a16:creationId xmlns:a16="http://schemas.microsoft.com/office/drawing/2014/main" id="{11980E38-26E3-430D-8F48-A70CA3AE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dot-field">
            <a:extLst xmlns:a="http://schemas.openxmlformats.org/drawingml/2006/main">
              <a:ext uri="{FF2B5EF4-FFF2-40B4-BE49-F238E27FC236}">
                <a16:creationId xmlns:a16="http://schemas.microsoft.com/office/drawing/2014/main" id="{4FC9E5FD-C3BD-4DA5-9490-620E2CA0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dot-field">
            <a:extLst xmlns:a="http://schemas.openxmlformats.org/drawingml/2006/main">
              <a:ext uri="{FF2B5EF4-FFF2-40B4-BE49-F238E27FC236}">
                <a16:creationId xmlns:a16="http://schemas.microsoft.com/office/drawing/2014/main" id="{081D2BF5-7350-43D5-A64B-CD238AC3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dot-field">
            <a:extLst xmlns:a="http://schemas.openxmlformats.org/drawingml/2006/main">
              <a:ext uri="{FF2B5EF4-FFF2-40B4-BE49-F238E27FC236}">
                <a16:creationId xmlns:a16="http://schemas.microsoft.com/office/drawing/2014/main" id="{0F90C29B-11E1-4941-A819-5F20B1DB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ot-field">
            <a:extLst xmlns:a="http://schemas.openxmlformats.org/drawingml/2006/main">
              <a:ext uri="{FF2B5EF4-FFF2-40B4-BE49-F238E27FC236}">
                <a16:creationId xmlns:a16="http://schemas.microsoft.com/office/drawing/2014/main" id="{3F717B75-E797-4B5F-B04C-0ADACCB5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4341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dot-field">
            <a:extLst xmlns:a="http://schemas.openxmlformats.org/drawingml/2006/main">
              <a:ext uri="{FF2B5EF4-FFF2-40B4-BE49-F238E27FC236}">
                <a16:creationId xmlns:a16="http://schemas.microsoft.com/office/drawing/2014/main" id="{F1950C4F-EB9B-4E5C-AB0B-F5BCBC55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336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dot-field">
            <a:extLst xmlns:a="http://schemas.openxmlformats.org/drawingml/2006/main">
              <a:ext uri="{FF2B5EF4-FFF2-40B4-BE49-F238E27FC236}">
                <a16:creationId xmlns:a16="http://schemas.microsoft.com/office/drawing/2014/main" id="{CA3E9429-348C-40A1-A8D0-7B39D5E1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21" y="4336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dot-field">
            <a:extLst xmlns:a="http://schemas.openxmlformats.org/drawingml/2006/main">
              <a:ext uri="{FF2B5EF4-FFF2-40B4-BE49-F238E27FC236}">
                <a16:creationId xmlns:a16="http://schemas.microsoft.com/office/drawing/2014/main" id="{DA8C417E-63A2-41F9-91BC-A254AE4C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564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dot-field">
            <a:extLst xmlns:a="http://schemas.openxmlformats.org/drawingml/2006/main">
              <a:ext uri="{FF2B5EF4-FFF2-40B4-BE49-F238E27FC236}">
                <a16:creationId xmlns:a16="http://schemas.microsoft.com/office/drawing/2014/main" id="{5BE48E9B-9721-420E-9456-43C84032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dot-field">
            <a:extLst xmlns:a="http://schemas.openxmlformats.org/drawingml/2006/main">
              <a:ext uri="{FF2B5EF4-FFF2-40B4-BE49-F238E27FC236}">
                <a16:creationId xmlns:a16="http://schemas.microsoft.com/office/drawing/2014/main" id="{EBEB5EA0-1EFA-4E6E-AE35-BA4925AB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dot-field">
            <a:extLst xmlns:a="http://schemas.openxmlformats.org/drawingml/2006/main">
              <a:ext uri="{FF2B5EF4-FFF2-40B4-BE49-F238E27FC236}">
                <a16:creationId xmlns:a16="http://schemas.microsoft.com/office/drawing/2014/main" id="{C9A945CA-4174-4356-9EAA-A257D5C0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dot-field">
            <a:extLst xmlns:a="http://schemas.openxmlformats.org/drawingml/2006/main">
              <a:ext uri="{FF2B5EF4-FFF2-40B4-BE49-F238E27FC236}">
                <a16:creationId xmlns:a16="http://schemas.microsoft.com/office/drawing/2014/main" id="{0FB13045-EAD7-4596-9936-AD290C09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dot-field">
            <a:extLst xmlns:a="http://schemas.openxmlformats.org/drawingml/2006/main">
              <a:ext uri="{FF2B5EF4-FFF2-40B4-BE49-F238E27FC236}">
                <a16:creationId xmlns:a16="http://schemas.microsoft.com/office/drawing/2014/main" id="{D10C1226-1BED-4DB9-A1F7-80C42451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ot-field">
            <a:extLst xmlns:a="http://schemas.openxmlformats.org/drawingml/2006/main">
              <a:ext uri="{FF2B5EF4-FFF2-40B4-BE49-F238E27FC236}">
                <a16:creationId xmlns:a16="http://schemas.microsoft.com/office/drawing/2014/main" id="{B00778F7-9181-4BAC-94B7-85739F99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dot-field">
            <a:extLst xmlns:a="http://schemas.openxmlformats.org/drawingml/2006/main">
              <a:ext uri="{FF2B5EF4-FFF2-40B4-BE49-F238E27FC236}">
                <a16:creationId xmlns:a16="http://schemas.microsoft.com/office/drawing/2014/main" id="{858B4D60-5B32-4082-A53C-4A791043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dot-field">
            <a:extLst xmlns:a="http://schemas.openxmlformats.org/drawingml/2006/main">
              <a:ext uri="{FF2B5EF4-FFF2-40B4-BE49-F238E27FC236}">
                <a16:creationId xmlns:a16="http://schemas.microsoft.com/office/drawing/2014/main" id="{0F4B4B6B-ACA8-4E14-B240-67B1596F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ot-field">
            <a:extLst xmlns:a="http://schemas.openxmlformats.org/drawingml/2006/main">
              <a:ext uri="{FF2B5EF4-FFF2-40B4-BE49-F238E27FC236}">
                <a16:creationId xmlns:a16="http://schemas.microsoft.com/office/drawing/2014/main" id="{8B1E686D-BA43-4684-AF69-2B12928E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dot-field">
            <a:extLst xmlns:a="http://schemas.openxmlformats.org/drawingml/2006/main">
              <a:ext uri="{FF2B5EF4-FFF2-40B4-BE49-F238E27FC236}">
                <a16:creationId xmlns:a16="http://schemas.microsoft.com/office/drawing/2014/main" id="{66198FE7-D0AB-40A0-94C3-B91B0480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84" y="45696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dot-field">
            <a:extLst xmlns:a="http://schemas.openxmlformats.org/drawingml/2006/main">
              <a:ext uri="{FF2B5EF4-FFF2-40B4-BE49-F238E27FC236}">
                <a16:creationId xmlns:a16="http://schemas.microsoft.com/office/drawing/2014/main" id="{C20EC2CC-651E-4ED8-8EA1-617D73A5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564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dot-field">
            <a:extLst xmlns:a="http://schemas.openxmlformats.org/drawingml/2006/main">
              <a:ext uri="{FF2B5EF4-FFF2-40B4-BE49-F238E27FC236}">
                <a16:creationId xmlns:a16="http://schemas.microsoft.com/office/drawing/2014/main" id="{30D7AF42-7476-4CC8-8B26-7A4ADF82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ot-field">
            <a:extLst xmlns:a="http://schemas.openxmlformats.org/drawingml/2006/main">
              <a:ext uri="{FF2B5EF4-FFF2-40B4-BE49-F238E27FC236}">
                <a16:creationId xmlns:a16="http://schemas.microsoft.com/office/drawing/2014/main" id="{57ADDB72-14F9-4A4F-9181-773EFC01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dot-field">
            <a:extLst xmlns:a="http://schemas.openxmlformats.org/drawingml/2006/main">
              <a:ext uri="{FF2B5EF4-FFF2-40B4-BE49-F238E27FC236}">
                <a16:creationId xmlns:a16="http://schemas.microsoft.com/office/drawing/2014/main" id="{C1FB9264-ABA2-49F2-AAF8-71F7103D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9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dot-field">
            <a:extLst xmlns:a="http://schemas.openxmlformats.org/drawingml/2006/main">
              <a:ext uri="{FF2B5EF4-FFF2-40B4-BE49-F238E27FC236}">
                <a16:creationId xmlns:a16="http://schemas.microsoft.com/office/drawing/2014/main" id="{043A5777-B938-4EC9-80F7-79938F10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dot-field">
            <a:extLst xmlns:a="http://schemas.openxmlformats.org/drawingml/2006/main">
              <a:ext uri="{FF2B5EF4-FFF2-40B4-BE49-F238E27FC236}">
                <a16:creationId xmlns:a16="http://schemas.microsoft.com/office/drawing/2014/main" id="{EEF69A7F-D35C-48FB-B55F-0B400A9E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dot-field">
            <a:extLst xmlns:a="http://schemas.openxmlformats.org/drawingml/2006/main">
              <a:ext uri="{FF2B5EF4-FFF2-40B4-BE49-F238E27FC236}">
                <a16:creationId xmlns:a16="http://schemas.microsoft.com/office/drawing/2014/main" id="{488C73E4-36C3-44CA-AEE6-E9285D2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dot-field">
            <a:extLst xmlns:a="http://schemas.openxmlformats.org/drawingml/2006/main">
              <a:ext uri="{FF2B5EF4-FFF2-40B4-BE49-F238E27FC236}">
                <a16:creationId xmlns:a16="http://schemas.microsoft.com/office/drawing/2014/main" id="{5DF99379-AF10-422A-91F0-14F5AF72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dot-field">
            <a:extLst xmlns:a="http://schemas.openxmlformats.org/drawingml/2006/main">
              <a:ext uri="{FF2B5EF4-FFF2-40B4-BE49-F238E27FC236}">
                <a16:creationId xmlns:a16="http://schemas.microsoft.com/office/drawing/2014/main" id="{CCF7CCB2-642C-4AE5-9DCC-70D28818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dot-field">
            <a:extLst xmlns:a="http://schemas.openxmlformats.org/drawingml/2006/main">
              <a:ext uri="{FF2B5EF4-FFF2-40B4-BE49-F238E27FC236}">
                <a16:creationId xmlns:a16="http://schemas.microsoft.com/office/drawing/2014/main" id="{AE38EFB6-BABB-4169-BDE1-B40AC08B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dot-field">
            <a:extLst xmlns:a="http://schemas.openxmlformats.org/drawingml/2006/main">
              <a:ext uri="{FF2B5EF4-FFF2-40B4-BE49-F238E27FC236}">
                <a16:creationId xmlns:a16="http://schemas.microsoft.com/office/drawing/2014/main" id="{80131A8D-0A46-481F-8329-87CA80B5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dot-field">
            <a:extLst xmlns:a="http://schemas.openxmlformats.org/drawingml/2006/main">
              <a:ext uri="{FF2B5EF4-FFF2-40B4-BE49-F238E27FC236}">
                <a16:creationId xmlns:a16="http://schemas.microsoft.com/office/drawing/2014/main" id="{0BD5C643-03B0-48D3-A6FE-F17C8E2D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dot-field">
            <a:extLst xmlns:a="http://schemas.openxmlformats.org/drawingml/2006/main">
              <a:ext uri="{FF2B5EF4-FFF2-40B4-BE49-F238E27FC236}">
                <a16:creationId xmlns:a16="http://schemas.microsoft.com/office/drawing/2014/main" id="{1E9A81C1-4C10-466B-943E-8C5B9A15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dot-field">
            <a:extLst xmlns:a="http://schemas.openxmlformats.org/drawingml/2006/main">
              <a:ext uri="{FF2B5EF4-FFF2-40B4-BE49-F238E27FC236}">
                <a16:creationId xmlns:a16="http://schemas.microsoft.com/office/drawing/2014/main" id="{7EAC3224-18FE-4571-BA97-80DDF201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dot-field">
            <a:extLst xmlns:a="http://schemas.openxmlformats.org/drawingml/2006/main">
              <a:ext uri="{FF2B5EF4-FFF2-40B4-BE49-F238E27FC236}">
                <a16:creationId xmlns:a16="http://schemas.microsoft.com/office/drawing/2014/main" id="{C098ABD5-326E-421A-8297-5A4C3187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dot-field">
            <a:extLst xmlns:a="http://schemas.openxmlformats.org/drawingml/2006/main">
              <a:ext uri="{FF2B5EF4-FFF2-40B4-BE49-F238E27FC236}">
                <a16:creationId xmlns:a16="http://schemas.microsoft.com/office/drawing/2014/main" id="{93C0A359-3EEE-412D-9003-7C7C1061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47982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dot-field">
            <a:extLst xmlns:a="http://schemas.openxmlformats.org/drawingml/2006/main">
              <a:ext uri="{FF2B5EF4-FFF2-40B4-BE49-F238E27FC236}">
                <a16:creationId xmlns:a16="http://schemas.microsoft.com/office/drawing/2014/main" id="{2499CE3B-B754-48AC-B82A-69E7ABEC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dot-field">
            <a:extLst xmlns:a="http://schemas.openxmlformats.org/drawingml/2006/main">
              <a:ext uri="{FF2B5EF4-FFF2-40B4-BE49-F238E27FC236}">
                <a16:creationId xmlns:a16="http://schemas.microsoft.com/office/drawing/2014/main" id="{01823D49-428A-4841-8866-4D63DAF7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21" y="4793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dot-field">
            <a:extLst xmlns:a="http://schemas.openxmlformats.org/drawingml/2006/main">
              <a:ext uri="{FF2B5EF4-FFF2-40B4-BE49-F238E27FC236}">
                <a16:creationId xmlns:a16="http://schemas.microsoft.com/office/drawing/2014/main" id="{A048BD3D-13CB-49F0-A60E-757CF262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21" y="502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dot-field">
            <a:extLst xmlns:a="http://schemas.openxmlformats.org/drawingml/2006/main">
              <a:ext uri="{FF2B5EF4-FFF2-40B4-BE49-F238E27FC236}">
                <a16:creationId xmlns:a16="http://schemas.microsoft.com/office/drawing/2014/main" id="{D4CF98AB-37C5-4710-AC0B-874BF8DE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502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dot-field">
            <a:extLst xmlns:a="http://schemas.openxmlformats.org/drawingml/2006/main">
              <a:ext uri="{FF2B5EF4-FFF2-40B4-BE49-F238E27FC236}">
                <a16:creationId xmlns:a16="http://schemas.microsoft.com/office/drawing/2014/main" id="{07BE4F45-672B-42E5-9D31-C429903D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5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dot-field">
            <a:extLst xmlns:a="http://schemas.openxmlformats.org/drawingml/2006/main">
              <a:ext uri="{FF2B5EF4-FFF2-40B4-BE49-F238E27FC236}">
                <a16:creationId xmlns:a16="http://schemas.microsoft.com/office/drawing/2014/main" id="{9A00C01E-6A8B-488D-8F3F-83B51CB3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dot-field">
            <a:extLst xmlns:a="http://schemas.openxmlformats.org/drawingml/2006/main">
              <a:ext uri="{FF2B5EF4-FFF2-40B4-BE49-F238E27FC236}">
                <a16:creationId xmlns:a16="http://schemas.microsoft.com/office/drawing/2014/main" id="{4E8E0954-5989-4877-99AF-417057E6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dot-field">
            <a:extLst xmlns:a="http://schemas.openxmlformats.org/drawingml/2006/main">
              <a:ext uri="{FF2B5EF4-FFF2-40B4-BE49-F238E27FC236}">
                <a16:creationId xmlns:a16="http://schemas.microsoft.com/office/drawing/2014/main" id="{C9B1F834-4540-445C-B116-0812B6C9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dot-field">
            <a:extLst xmlns:a="http://schemas.openxmlformats.org/drawingml/2006/main">
              <a:ext uri="{FF2B5EF4-FFF2-40B4-BE49-F238E27FC236}">
                <a16:creationId xmlns:a16="http://schemas.microsoft.com/office/drawing/2014/main" id="{A8661C0F-8E39-4C63-B3DE-7850C565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dot-field">
            <a:extLst xmlns:a="http://schemas.openxmlformats.org/drawingml/2006/main">
              <a:ext uri="{FF2B5EF4-FFF2-40B4-BE49-F238E27FC236}">
                <a16:creationId xmlns:a16="http://schemas.microsoft.com/office/drawing/2014/main" id="{7FA022C6-B9E3-43CC-A3BE-6FF5B434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dot-field">
            <a:extLst xmlns:a="http://schemas.openxmlformats.org/drawingml/2006/main">
              <a:ext uri="{FF2B5EF4-FFF2-40B4-BE49-F238E27FC236}">
                <a16:creationId xmlns:a16="http://schemas.microsoft.com/office/drawing/2014/main" id="{0950691A-06C6-413B-A73F-9ADB8BB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dot-field">
            <a:extLst xmlns:a="http://schemas.openxmlformats.org/drawingml/2006/main">
              <a:ext uri="{FF2B5EF4-FFF2-40B4-BE49-F238E27FC236}">
                <a16:creationId xmlns:a16="http://schemas.microsoft.com/office/drawing/2014/main" id="{C2352AFE-AC85-4105-B911-C5AE6D0F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dot-field">
            <a:extLst xmlns:a="http://schemas.openxmlformats.org/drawingml/2006/main">
              <a:ext uri="{FF2B5EF4-FFF2-40B4-BE49-F238E27FC236}">
                <a16:creationId xmlns:a16="http://schemas.microsoft.com/office/drawing/2014/main" id="{81B2C9EC-8634-4B09-9872-5D598C8A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dot-field">
            <a:extLst xmlns:a="http://schemas.openxmlformats.org/drawingml/2006/main">
              <a:ext uri="{FF2B5EF4-FFF2-40B4-BE49-F238E27FC236}">
                <a16:creationId xmlns:a16="http://schemas.microsoft.com/office/drawing/2014/main" id="{CDD6A8F6-1DCE-4289-A1D0-8AA4B6CA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ot-field">
            <a:extLst xmlns:a="http://schemas.openxmlformats.org/drawingml/2006/main">
              <a:ext uri="{FF2B5EF4-FFF2-40B4-BE49-F238E27FC236}">
                <a16:creationId xmlns:a16="http://schemas.microsoft.com/office/drawing/2014/main" id="{6B831EAF-717F-4BC7-8436-5F7E8CC2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dot-field">
            <a:extLst xmlns:a="http://schemas.openxmlformats.org/drawingml/2006/main">
              <a:ext uri="{FF2B5EF4-FFF2-40B4-BE49-F238E27FC236}">
                <a16:creationId xmlns:a16="http://schemas.microsoft.com/office/drawing/2014/main" id="{60E5A3F9-82E7-49B8-AD86-FB3DD307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84" y="50268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ot-field">
            <a:extLst xmlns:a="http://schemas.openxmlformats.org/drawingml/2006/main">
              <a:ext uri="{FF2B5EF4-FFF2-40B4-BE49-F238E27FC236}">
                <a16:creationId xmlns:a16="http://schemas.microsoft.com/office/drawing/2014/main" id="{1E95FD53-3096-4968-82C4-4952D86F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502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dot-field">
            <a:extLst xmlns:a="http://schemas.openxmlformats.org/drawingml/2006/main">
              <a:ext uri="{FF2B5EF4-FFF2-40B4-BE49-F238E27FC236}">
                <a16:creationId xmlns:a16="http://schemas.microsoft.com/office/drawing/2014/main" id="{9EDCCE91-F4C8-48B3-BAA7-AF7E8C54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2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ot-field">
            <a:extLst xmlns:a="http://schemas.openxmlformats.org/drawingml/2006/main">
              <a:ext uri="{FF2B5EF4-FFF2-40B4-BE49-F238E27FC236}">
                <a16:creationId xmlns:a16="http://schemas.microsoft.com/office/drawing/2014/main" id="{57032608-6EDC-416E-94EC-6C8CD7E8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dot-field">
            <a:extLst xmlns:a="http://schemas.openxmlformats.org/drawingml/2006/main">
              <a:ext uri="{FF2B5EF4-FFF2-40B4-BE49-F238E27FC236}">
                <a16:creationId xmlns:a16="http://schemas.microsoft.com/office/drawing/2014/main" id="{733F6BB1-5F8B-43A1-A4BF-364AA84E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ot-field">
            <a:extLst xmlns:a="http://schemas.openxmlformats.org/drawingml/2006/main">
              <a:ext uri="{FF2B5EF4-FFF2-40B4-BE49-F238E27FC236}">
                <a16:creationId xmlns:a16="http://schemas.microsoft.com/office/drawing/2014/main" id="{782070E5-BA4A-4EB7-9FC2-41F65411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dot-field">
            <a:extLst xmlns:a="http://schemas.openxmlformats.org/drawingml/2006/main">
              <a:ext uri="{FF2B5EF4-FFF2-40B4-BE49-F238E27FC236}">
                <a16:creationId xmlns:a16="http://schemas.microsoft.com/office/drawing/2014/main" id="{2747C908-BC5C-482D-9284-0C1EF0D0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ot-field">
            <a:extLst xmlns:a="http://schemas.openxmlformats.org/drawingml/2006/main">
              <a:ext uri="{FF2B5EF4-FFF2-40B4-BE49-F238E27FC236}">
                <a16:creationId xmlns:a16="http://schemas.microsoft.com/office/drawing/2014/main" id="{883EED5A-80FB-4CE9-A107-881CD1F9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dot-field">
            <a:extLst xmlns:a="http://schemas.openxmlformats.org/drawingml/2006/main">
              <a:ext uri="{FF2B5EF4-FFF2-40B4-BE49-F238E27FC236}">
                <a16:creationId xmlns:a16="http://schemas.microsoft.com/office/drawing/2014/main" id="{338A3029-AAAC-4283-BCA1-D33A2CE0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ot-field">
            <a:extLst xmlns:a="http://schemas.openxmlformats.org/drawingml/2006/main">
              <a:ext uri="{FF2B5EF4-FFF2-40B4-BE49-F238E27FC236}">
                <a16:creationId xmlns:a16="http://schemas.microsoft.com/office/drawing/2014/main" id="{9AB4C42E-8CEB-4CDA-B893-D991628C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dot-field">
            <a:extLst xmlns:a="http://schemas.openxmlformats.org/drawingml/2006/main">
              <a:ext uri="{FF2B5EF4-FFF2-40B4-BE49-F238E27FC236}">
                <a16:creationId xmlns:a16="http://schemas.microsoft.com/office/drawing/2014/main" id="{C1B13B5E-1AF0-4347-A1CD-769F8A7B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ot-field">
            <a:extLst xmlns:a="http://schemas.openxmlformats.org/drawingml/2006/main">
              <a:ext uri="{FF2B5EF4-FFF2-40B4-BE49-F238E27FC236}">
                <a16:creationId xmlns:a16="http://schemas.microsoft.com/office/drawing/2014/main" id="{F0356ADE-C744-4CC5-B4BF-F04A91E4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dot-field">
            <a:extLst xmlns:a="http://schemas.openxmlformats.org/drawingml/2006/main">
              <a:ext uri="{FF2B5EF4-FFF2-40B4-BE49-F238E27FC236}">
                <a16:creationId xmlns:a16="http://schemas.microsoft.com/office/drawing/2014/main" id="{C36EA970-1C8D-4B41-980A-95F4272A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9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ot-field">
            <a:extLst xmlns:a="http://schemas.openxmlformats.org/drawingml/2006/main">
              <a:ext uri="{FF2B5EF4-FFF2-40B4-BE49-F238E27FC236}">
                <a16:creationId xmlns:a16="http://schemas.microsoft.com/office/drawing/2014/main" id="{9E4F2A37-3CF9-4A47-9FCF-9C1D2592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84" y="52554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ot-field">
            <a:extLst xmlns:a="http://schemas.openxmlformats.org/drawingml/2006/main">
              <a:ext uri="{FF2B5EF4-FFF2-40B4-BE49-F238E27FC236}">
                <a16:creationId xmlns:a16="http://schemas.microsoft.com/office/drawing/2014/main" id="{310C5D5D-F3A2-4DFC-B537-3DF76B46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ot-field">
            <a:extLst xmlns:a="http://schemas.openxmlformats.org/drawingml/2006/main">
              <a:ext uri="{FF2B5EF4-FFF2-40B4-BE49-F238E27FC236}">
                <a16:creationId xmlns:a16="http://schemas.microsoft.com/office/drawing/2014/main" id="{2276AE4F-6910-4C3B-B368-0BA1364B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21" y="52507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ot-field">
            <a:extLst xmlns:a="http://schemas.openxmlformats.org/drawingml/2006/main">
              <a:ext uri="{FF2B5EF4-FFF2-40B4-BE49-F238E27FC236}">
                <a16:creationId xmlns:a16="http://schemas.microsoft.com/office/drawing/2014/main" id="{031A63F8-3FF3-4224-9513-44FB1D67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ot-field">
            <a:extLst xmlns:a="http://schemas.openxmlformats.org/drawingml/2006/main">
              <a:ext uri="{FF2B5EF4-FFF2-40B4-BE49-F238E27FC236}">
                <a16:creationId xmlns:a16="http://schemas.microsoft.com/office/drawing/2014/main" id="{B395DD41-E41D-4E12-85A1-CC8BA894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ot-field">
            <a:extLst xmlns:a="http://schemas.openxmlformats.org/drawingml/2006/main">
              <a:ext uri="{FF2B5EF4-FFF2-40B4-BE49-F238E27FC236}">
                <a16:creationId xmlns:a16="http://schemas.microsoft.com/office/drawing/2014/main" id="{0B0B9EAE-1120-4BA8-B559-F6EE98A0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7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ot-field">
            <a:extLst xmlns:a="http://schemas.openxmlformats.org/drawingml/2006/main">
              <a:ext uri="{FF2B5EF4-FFF2-40B4-BE49-F238E27FC236}">
                <a16:creationId xmlns:a16="http://schemas.microsoft.com/office/drawing/2014/main" id="{B6455A24-F748-42F7-BD4F-21F03E97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dot-field">
            <a:extLst xmlns:a="http://schemas.openxmlformats.org/drawingml/2006/main">
              <a:ext uri="{FF2B5EF4-FFF2-40B4-BE49-F238E27FC236}">
                <a16:creationId xmlns:a16="http://schemas.microsoft.com/office/drawing/2014/main" id="{78A567AA-9D52-4AA6-98FF-A74E9BC5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9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ot-field">
            <a:extLst xmlns:a="http://schemas.openxmlformats.org/drawingml/2006/main">
              <a:ext uri="{FF2B5EF4-FFF2-40B4-BE49-F238E27FC236}">
                <a16:creationId xmlns:a16="http://schemas.microsoft.com/office/drawing/2014/main" id="{88EC19D3-0113-4EC0-B1D2-7CC0171B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5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dot-field">
            <a:extLst xmlns:a="http://schemas.openxmlformats.org/drawingml/2006/main">
              <a:ext uri="{FF2B5EF4-FFF2-40B4-BE49-F238E27FC236}">
                <a16:creationId xmlns:a16="http://schemas.microsoft.com/office/drawing/2014/main" id="{45C48B99-6649-42C4-AC1A-F1B12A54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ot-field">
            <a:extLst xmlns:a="http://schemas.openxmlformats.org/drawingml/2006/main">
              <a:ext uri="{FF2B5EF4-FFF2-40B4-BE49-F238E27FC236}">
                <a16:creationId xmlns:a16="http://schemas.microsoft.com/office/drawing/2014/main" id="{DDE7D64A-D9EB-443C-AA0A-8A80E373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dot-field">
            <a:extLst xmlns:a="http://schemas.openxmlformats.org/drawingml/2006/main">
              <a:ext uri="{FF2B5EF4-FFF2-40B4-BE49-F238E27FC236}">
                <a16:creationId xmlns:a16="http://schemas.microsoft.com/office/drawing/2014/main" id="{EBD45D50-E64A-4188-B4BE-35E5B54D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84" y="548408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ot-field">
            <a:extLst xmlns:a="http://schemas.openxmlformats.org/drawingml/2006/main">
              <a:ext uri="{FF2B5EF4-FFF2-40B4-BE49-F238E27FC236}">
                <a16:creationId xmlns:a16="http://schemas.microsoft.com/office/drawing/2014/main" id="{1F0D0A61-5E76-4AA7-887F-5F12AC13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dot-field">
            <a:extLst xmlns:a="http://schemas.openxmlformats.org/drawingml/2006/main">
              <a:ext uri="{FF2B5EF4-FFF2-40B4-BE49-F238E27FC236}">
                <a16:creationId xmlns:a16="http://schemas.microsoft.com/office/drawing/2014/main" id="{32361DCB-B0CE-4A9F-9B79-02C89D29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8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ot-field">
            <a:extLst xmlns:a="http://schemas.openxmlformats.org/drawingml/2006/main">
              <a:ext uri="{FF2B5EF4-FFF2-40B4-BE49-F238E27FC236}">
                <a16:creationId xmlns:a16="http://schemas.microsoft.com/office/drawing/2014/main" id="{5BBD3818-9B6C-4952-AED0-CD969632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421" y="54793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dot-field">
            <a:extLst xmlns:a="http://schemas.openxmlformats.org/drawingml/2006/main">
              <a:ext uri="{FF2B5EF4-FFF2-40B4-BE49-F238E27FC236}">
                <a16:creationId xmlns:a16="http://schemas.microsoft.com/office/drawing/2014/main" id="{575388AF-F075-4769-9551-E66A0629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4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ot-field">
            <a:extLst xmlns:a="http://schemas.openxmlformats.org/drawingml/2006/main">
              <a:ext uri="{FF2B5EF4-FFF2-40B4-BE49-F238E27FC236}">
                <a16:creationId xmlns:a16="http://schemas.microsoft.com/office/drawing/2014/main" id="{1A80771A-6E1A-47A4-85F3-E722BDB2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0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ot-field">
            <a:extLst xmlns:a="http://schemas.openxmlformats.org/drawingml/2006/main">
              <a:ext uri="{FF2B5EF4-FFF2-40B4-BE49-F238E27FC236}">
                <a16:creationId xmlns:a16="http://schemas.microsoft.com/office/drawing/2014/main" id="{1660557A-6D9F-4BFD-89C7-423815DE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ot-field">
            <a:extLst xmlns:a="http://schemas.openxmlformats.org/drawingml/2006/main">
              <a:ext uri="{FF2B5EF4-FFF2-40B4-BE49-F238E27FC236}">
                <a16:creationId xmlns:a16="http://schemas.microsoft.com/office/drawing/2014/main" id="{E6F972B0-AE61-4AA9-A0B7-74206940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ot-field">
            <a:extLst xmlns:a="http://schemas.openxmlformats.org/drawingml/2006/main">
              <a:ext uri="{FF2B5EF4-FFF2-40B4-BE49-F238E27FC236}">
                <a16:creationId xmlns:a16="http://schemas.microsoft.com/office/drawing/2014/main" id="{875FCAB5-DCD3-4390-96E0-1F0B151F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dot-field">
            <a:extLst xmlns:a="http://schemas.openxmlformats.org/drawingml/2006/main">
              <a:ext uri="{FF2B5EF4-FFF2-40B4-BE49-F238E27FC236}">
                <a16:creationId xmlns:a16="http://schemas.microsoft.com/office/drawing/2014/main" id="{7ABFD5DF-E084-493B-AE80-0305D47E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ot-field">
            <a:extLst xmlns:a="http://schemas.openxmlformats.org/drawingml/2006/main">
              <a:ext uri="{FF2B5EF4-FFF2-40B4-BE49-F238E27FC236}">
                <a16:creationId xmlns:a16="http://schemas.microsoft.com/office/drawing/2014/main" id="{2F69074B-45A7-4F7C-B5E9-8C196E62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0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dot-field">
            <a:extLst xmlns:a="http://schemas.openxmlformats.org/drawingml/2006/main">
              <a:ext uri="{FF2B5EF4-FFF2-40B4-BE49-F238E27FC236}">
                <a16:creationId xmlns:a16="http://schemas.microsoft.com/office/drawing/2014/main" id="{8891A593-803C-4C96-AB04-AD53AA19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6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ot-field">
            <a:extLst xmlns:a="http://schemas.openxmlformats.org/drawingml/2006/main">
              <a:ext uri="{FF2B5EF4-FFF2-40B4-BE49-F238E27FC236}">
                <a16:creationId xmlns:a16="http://schemas.microsoft.com/office/drawing/2014/main" id="{5B6025F3-9851-47D9-B9A3-630B4F9E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21" y="57079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dot-field">
            <a:extLst xmlns:a="http://schemas.openxmlformats.org/drawingml/2006/main">
              <a:ext uri="{FF2B5EF4-FFF2-40B4-BE49-F238E27FC236}">
                <a16:creationId xmlns:a16="http://schemas.microsoft.com/office/drawing/2014/main" id="{68A9D41D-EE2D-4D54-BFCB-8C443218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dot-field">
            <a:extLst xmlns:a="http://schemas.openxmlformats.org/drawingml/2006/main">
              <a:ext uri="{FF2B5EF4-FFF2-40B4-BE49-F238E27FC236}">
                <a16:creationId xmlns:a16="http://schemas.microsoft.com/office/drawing/2014/main" id="{CDFC2505-E2BB-4677-BE84-40B7ED57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2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dot-field">
            <a:extLst xmlns:a="http://schemas.openxmlformats.org/drawingml/2006/main">
              <a:ext uri="{FF2B5EF4-FFF2-40B4-BE49-F238E27FC236}">
                <a16:creationId xmlns:a16="http://schemas.microsoft.com/office/drawing/2014/main" id="{BE256897-A718-4E6E-BFB6-9927642C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dot-field">
            <a:extLst xmlns:a="http://schemas.openxmlformats.org/drawingml/2006/main">
              <a:ext uri="{FF2B5EF4-FFF2-40B4-BE49-F238E27FC236}">
                <a16:creationId xmlns:a16="http://schemas.microsoft.com/office/drawing/2014/main" id="{4B85A847-56ED-4E23-A764-ECB67A1D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4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dot-field">
            <a:extLst xmlns:a="http://schemas.openxmlformats.org/drawingml/2006/main">
              <a:ext uri="{FF2B5EF4-FFF2-40B4-BE49-F238E27FC236}">
                <a16:creationId xmlns:a16="http://schemas.microsoft.com/office/drawing/2014/main" id="{DCDCF0B8-6AB5-43EA-A091-EF437774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021" y="59365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center-ring">
            <a:extLst xmlns:a="http://schemas.openxmlformats.org/drawingml/2006/main">
              <a:ext uri="{FF2B5EF4-FFF2-40B4-BE49-F238E27FC236}">
                <a16:creationId xmlns:a16="http://schemas.microsoft.com/office/drawing/2014/main" id="{92875756-F840-4B59-B658-8321B751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155" y="2493454"/>
            <a:ext cx="2861691" cy="2861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B9DC"/>
            </a:solidFill>
            <a:prstDash val="solid"/>
          </a:ln>
        </p:spPr>
      </p:sp>
      <p:sp>
        <p:nvSpPr>
          <p:cNvPr id="238" name="center-image-required-slot">
            <a:extLst xmlns:a="http://schemas.openxmlformats.org/drawingml/2006/main">
              <a:ext uri="{FF2B5EF4-FFF2-40B4-BE49-F238E27FC236}">
                <a16:creationId xmlns:a16="http://schemas.microsoft.com/office/drawing/2014/main" id="{1ADEDF1D-8813-496A-8B55-DB5234D3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405" y="2588704"/>
            <a:ext cx="2671191" cy="26711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9050">
            <a:solidFill>
              <a:srgbClr val="1A75BB"/>
            </a:solidFill>
            <a:prstDash val="dash"/>
          </a:ln>
        </p:spPr>
      </p:sp>
      <p:sp>
        <p:nvSpPr>
          <p:cNvPr id="239" name="center-image-required-label">
            <a:extLst xmlns:a="http://schemas.openxmlformats.org/drawingml/2006/main">
              <a:ext uri="{FF2B5EF4-FFF2-40B4-BE49-F238E27FC236}">
                <a16:creationId xmlns:a16="http://schemas.microsoft.com/office/drawing/2014/main" id="{66AE65AE-7601-4FE3-AF15-2112BFA4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405" y="2588704"/>
            <a:ext cx="2671191" cy="2671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rPr>
              <a:t>中心图片槽</a:t>
            </a:r>
          </a:p>
          <a:p xmlns:a="http://schemas.openxmlformats.org/drawingml/2006/main">
            <a:pPr algn="ctr">
              <a:def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658E"/>
                </a:solidFill>
                <a:latin typeface="Microsoft YaHei"/>
                <a:ea typeface="Microsoft YaHei"/>
                <a:cs typeface="Microsoft YaHei"/>
              </a:rPr>
              <a:t>必填</a:t>
            </a:r>
          </a:p>
        </p:txBody>
      </p:sp>
      <p:sp>
        <p:nvSpPr>
          <p:cNvPr id="240" name="icon-disk-governance">
            <a:extLst xmlns:a="http://schemas.openxmlformats.org/drawingml/2006/main">
              <a:ext uri="{FF2B5EF4-FFF2-40B4-BE49-F238E27FC236}">
                <a16:creationId xmlns:a16="http://schemas.microsoft.com/office/drawing/2014/main" id="{996FE089-5027-4E2F-87F6-1F8DFBB5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3019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41" name="icon-slot-governance">
            <a:extLst xmlns:a="http://schemas.openxmlformats.org/drawingml/2006/main">
              <a:ext uri="{FF2B5EF4-FFF2-40B4-BE49-F238E27FC236}">
                <a16:creationId xmlns:a16="http://schemas.microsoft.com/office/drawing/2014/main" id="{4C811104-4AC5-4179-BBCD-3328812F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3019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42" name="title-governance">
            <a:extLst xmlns:a="http://schemas.openxmlformats.org/drawingml/2006/main">
              <a:ext uri="{FF2B5EF4-FFF2-40B4-BE49-F238E27FC236}">
                <a16:creationId xmlns:a16="http://schemas.microsoft.com/office/drawing/2014/main" id="{23CDE130-B818-4A3E-B265-D7284720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389" y="2971800"/>
            <a:ext cx="266176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数据治理</a:t>
            </a:r>
          </a:p>
        </p:txBody>
      </p:sp>
      <p:sp>
        <p:nvSpPr>
          <p:cNvPr id="243" name="body-governance">
            <a:extLst xmlns:a="http://schemas.openxmlformats.org/drawingml/2006/main">
              <a:ext uri="{FF2B5EF4-FFF2-40B4-BE49-F238E27FC236}">
                <a16:creationId xmlns:a16="http://schemas.microsoft.com/office/drawing/2014/main" id="{5D3CB19A-32AB-4B95-AA47-BCBF9FD2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389" y="3248025"/>
            <a:ext cx="2661761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统一口径与可信数据底座</a:t>
            </a:r>
          </a:p>
        </p:txBody>
      </p:sp>
      <p:sp>
        <p:nvSpPr>
          <p:cNvPr id="244" name="icon-disk-validation">
            <a:extLst xmlns:a="http://schemas.openxmlformats.org/drawingml/2006/main">
              <a:ext uri="{FF2B5EF4-FFF2-40B4-BE49-F238E27FC236}">
                <a16:creationId xmlns:a16="http://schemas.microsoft.com/office/drawing/2014/main" id="{15C5BD8C-987A-49C1-B7C0-9201FD75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3724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45" name="icon-slot-validation">
            <a:extLst xmlns:a="http://schemas.openxmlformats.org/drawingml/2006/main">
              <a:ext uri="{FF2B5EF4-FFF2-40B4-BE49-F238E27FC236}">
                <a16:creationId xmlns:a16="http://schemas.microsoft.com/office/drawing/2014/main" id="{12AAF8CD-8C16-4DDE-B4BD-D4D9A508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3724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46" name="title-validation">
            <a:extLst xmlns:a="http://schemas.openxmlformats.org/drawingml/2006/main">
              <a:ext uri="{FF2B5EF4-FFF2-40B4-BE49-F238E27FC236}">
                <a16:creationId xmlns:a16="http://schemas.microsoft.com/office/drawing/2014/main" id="{07C7C15D-3A25-4162-A3A6-D0DD0CBE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389" y="3676650"/>
            <a:ext cx="266176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实验验证</a:t>
            </a:r>
          </a:p>
        </p:txBody>
      </p:sp>
      <p:sp>
        <p:nvSpPr>
          <p:cNvPr id="247" name="body-validation">
            <a:extLst xmlns:a="http://schemas.openxmlformats.org/drawingml/2006/main">
              <a:ext uri="{FF2B5EF4-FFF2-40B4-BE49-F238E27FC236}">
                <a16:creationId xmlns:a16="http://schemas.microsoft.com/office/drawing/2014/main" id="{AC9E6F7C-FEA5-4634-AECB-0D99A023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389" y="3952875"/>
            <a:ext cx="2661761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用可重复证据检验方法</a:t>
            </a:r>
          </a:p>
        </p:txBody>
      </p:sp>
      <p:sp>
        <p:nvSpPr>
          <p:cNvPr id="248" name="icon-disk-collaboration">
            <a:extLst xmlns:a="http://schemas.openxmlformats.org/drawingml/2006/main">
              <a:ext uri="{FF2B5EF4-FFF2-40B4-BE49-F238E27FC236}">
                <a16:creationId xmlns:a16="http://schemas.microsoft.com/office/drawing/2014/main" id="{60215D84-A1A8-4EEA-9B6E-D57C2E4F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4429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49" name="icon-slot-collaboration">
            <a:extLst xmlns:a="http://schemas.openxmlformats.org/drawingml/2006/main">
              <a:ext uri="{FF2B5EF4-FFF2-40B4-BE49-F238E27FC236}">
                <a16:creationId xmlns:a16="http://schemas.microsoft.com/office/drawing/2014/main" id="{0225E374-6359-434E-B239-75E0B945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9" y="4429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50" name="title-collaboration">
            <a:extLst xmlns:a="http://schemas.openxmlformats.org/drawingml/2006/main">
              <a:ext uri="{FF2B5EF4-FFF2-40B4-BE49-F238E27FC236}">
                <a16:creationId xmlns:a16="http://schemas.microsoft.com/office/drawing/2014/main" id="{3A8D1617-4721-493D-B4B7-21132867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389" y="4381500"/>
            <a:ext cx="266176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开放协作</a:t>
            </a:r>
          </a:p>
        </p:txBody>
      </p:sp>
      <p:sp>
        <p:nvSpPr>
          <p:cNvPr id="251" name="body-collaboration">
            <a:extLst xmlns:a="http://schemas.openxmlformats.org/drawingml/2006/main">
              <a:ext uri="{FF2B5EF4-FFF2-40B4-BE49-F238E27FC236}">
                <a16:creationId xmlns:a16="http://schemas.microsoft.com/office/drawing/2014/main" id="{24B45278-8B1E-41D7-8E97-00C24DC3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389" y="4657725"/>
            <a:ext cx="2661761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连接团队与跨域知识网络</a:t>
            </a:r>
          </a:p>
        </p:txBody>
      </p:sp>
      <p:sp>
        <p:nvSpPr>
          <p:cNvPr id="252" name="icon-disk-modeling">
            <a:extLst xmlns:a="http://schemas.openxmlformats.org/drawingml/2006/main">
              <a:ext uri="{FF2B5EF4-FFF2-40B4-BE49-F238E27FC236}">
                <a16:creationId xmlns:a16="http://schemas.microsoft.com/office/drawing/2014/main" id="{92C510AF-3B8D-4F12-B23D-3010AF24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911" y="2667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53" name="icon-slot-modeling">
            <a:extLst xmlns:a="http://schemas.openxmlformats.org/drawingml/2006/main">
              <a:ext uri="{FF2B5EF4-FFF2-40B4-BE49-F238E27FC236}">
                <a16:creationId xmlns:a16="http://schemas.microsoft.com/office/drawing/2014/main" id="{E6DA39E1-E8ED-4333-B359-8A7CCD36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911" y="2667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54" name="title-modeling">
            <a:extLst xmlns:a="http://schemas.openxmlformats.org/drawingml/2006/main">
              <a:ext uri="{FF2B5EF4-FFF2-40B4-BE49-F238E27FC236}">
                <a16:creationId xmlns:a16="http://schemas.microsoft.com/office/drawing/2014/main" id="{5CE5DB24-6025-47C3-AE05-28FB7D16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19375"/>
            <a:ext cx="266176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模型研发</a:t>
            </a:r>
          </a:p>
        </p:txBody>
      </p:sp>
      <p:sp>
        <p:nvSpPr>
          <p:cNvPr id="255" name="body-modeling">
            <a:extLst xmlns:a="http://schemas.openxmlformats.org/drawingml/2006/main">
              <a:ext uri="{FF2B5EF4-FFF2-40B4-BE49-F238E27FC236}">
                <a16:creationId xmlns:a16="http://schemas.microsoft.com/office/drawing/2014/main" id="{880BFFB0-3896-4B9B-94F4-2EF3BB5D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2661761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面向问题构建可复用模型</a:t>
            </a:r>
          </a:p>
        </p:txBody>
      </p:sp>
      <p:sp>
        <p:nvSpPr>
          <p:cNvPr id="256" name="icon-disk-translation">
            <a:extLst xmlns:a="http://schemas.openxmlformats.org/drawingml/2006/main">
              <a:ext uri="{FF2B5EF4-FFF2-40B4-BE49-F238E27FC236}">
                <a16:creationId xmlns:a16="http://schemas.microsoft.com/office/drawing/2014/main" id="{0ADB0B9D-E0C8-4217-B19D-9A5FBE58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911" y="3371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57" name="icon-slot-translation">
            <a:extLst xmlns:a="http://schemas.openxmlformats.org/drawingml/2006/main">
              <a:ext uri="{FF2B5EF4-FFF2-40B4-BE49-F238E27FC236}">
                <a16:creationId xmlns:a16="http://schemas.microsoft.com/office/drawing/2014/main" id="{8BE04A7F-3138-411C-83C4-7A9263CB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911" y="3371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58" name="title-translation">
            <a:extLst xmlns:a="http://schemas.openxmlformats.org/drawingml/2006/main">
              <a:ext uri="{FF2B5EF4-FFF2-40B4-BE49-F238E27FC236}">
                <a16:creationId xmlns:a16="http://schemas.microsoft.com/office/drawing/2014/main" id="{76F054BC-5022-4F8B-9659-6B6BFD1E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24225"/>
            <a:ext cx="266176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成果转化</a:t>
            </a:r>
          </a:p>
        </p:txBody>
      </p:sp>
      <p:sp>
        <p:nvSpPr>
          <p:cNvPr id="259" name="body-translation">
            <a:extLst xmlns:a="http://schemas.openxmlformats.org/drawingml/2006/main">
              <a:ext uri="{FF2B5EF4-FFF2-40B4-BE49-F238E27FC236}">
                <a16:creationId xmlns:a16="http://schemas.microsoft.com/office/drawing/2014/main" id="{608FE0E7-F88E-4718-AEF9-60594BBC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00450"/>
            <a:ext cx="2661761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让研究结果进入真实场景</a:t>
            </a:r>
          </a:p>
        </p:txBody>
      </p:sp>
      <p:sp>
        <p:nvSpPr>
          <p:cNvPr id="260" name="icon-disk-engineering">
            <a:extLst xmlns:a="http://schemas.openxmlformats.org/drawingml/2006/main">
              <a:ext uri="{FF2B5EF4-FFF2-40B4-BE49-F238E27FC236}">
                <a16:creationId xmlns:a16="http://schemas.microsoft.com/office/drawing/2014/main" id="{CCFB76EE-259B-4082-B876-79505481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911" y="4076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61" name="icon-slot-engineering">
            <a:extLst xmlns:a="http://schemas.openxmlformats.org/drawingml/2006/main">
              <a:ext uri="{FF2B5EF4-FFF2-40B4-BE49-F238E27FC236}">
                <a16:creationId xmlns:a16="http://schemas.microsoft.com/office/drawing/2014/main" id="{C92743C0-E528-40D6-B000-116BE29E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911" y="4076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62" name="title-engineering">
            <a:extLst xmlns:a="http://schemas.openxmlformats.org/drawingml/2006/main">
              <a:ext uri="{FF2B5EF4-FFF2-40B4-BE49-F238E27FC236}">
                <a16:creationId xmlns:a16="http://schemas.microsoft.com/office/drawing/2014/main" id="{1712E699-2C2D-4824-818F-8AE16DE7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29075"/>
            <a:ext cx="266176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工程支撑</a:t>
            </a:r>
          </a:p>
        </p:txBody>
      </p:sp>
      <p:sp>
        <p:nvSpPr>
          <p:cNvPr id="263" name="body-engineering">
            <a:extLst xmlns:a="http://schemas.openxmlformats.org/drawingml/2006/main">
              <a:ext uri="{FF2B5EF4-FFF2-40B4-BE49-F238E27FC236}">
                <a16:creationId xmlns:a16="http://schemas.microsoft.com/office/drawing/2014/main" id="{BF648EB7-8D64-42DB-8C8E-72997969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05300"/>
            <a:ext cx="2661761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稳定交付可维护技术能力</a:t>
            </a:r>
          </a:p>
        </p:txBody>
      </p:sp>
      <p:sp>
        <p:nvSpPr>
          <p:cNvPr id="264" name="icon-disk-evaluation">
            <a:extLst xmlns:a="http://schemas.openxmlformats.org/drawingml/2006/main">
              <a:ext uri="{FF2B5EF4-FFF2-40B4-BE49-F238E27FC236}">
                <a16:creationId xmlns:a16="http://schemas.microsoft.com/office/drawing/2014/main" id="{BA0BAE2F-EA57-47E4-9CDB-093ABA57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911" y="4781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sp>
        <p:nvSpPr>
          <p:cNvPr id="265" name="icon-slot-evaluation">
            <a:extLst xmlns:a="http://schemas.openxmlformats.org/drawingml/2006/main">
              <a:ext uri="{FF2B5EF4-FFF2-40B4-BE49-F238E27FC236}">
                <a16:creationId xmlns:a16="http://schemas.microsoft.com/office/drawing/2014/main" id="{8E589072-EC60-4266-97E1-09B30A85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911" y="4781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75BB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66" name="title-evaluation">
            <a:extLst xmlns:a="http://schemas.openxmlformats.org/drawingml/2006/main">
              <a:ext uri="{FF2B5EF4-FFF2-40B4-BE49-F238E27FC236}">
                <a16:creationId xmlns:a16="http://schemas.microsoft.com/office/drawing/2014/main" id="{CE5BE70D-2702-4D0D-968F-78BABE08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33925"/>
            <a:ext cx="266176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3B83"/>
                </a:solidFill>
                <a:latin typeface="Microsoft YaHei"/>
                <a:ea typeface="Microsoft YaHei"/>
                <a:cs typeface="Microsoft YaHei"/>
              </a:rPr>
              <a:t>持续评估</a:t>
            </a:r>
          </a:p>
        </p:txBody>
      </p:sp>
      <p:sp>
        <p:nvSpPr>
          <p:cNvPr id="267" name="body-evaluation">
            <a:extLst xmlns:a="http://schemas.openxmlformats.org/drawingml/2006/main">
              <a:ext uri="{FF2B5EF4-FFF2-40B4-BE49-F238E27FC236}">
                <a16:creationId xmlns:a16="http://schemas.microsoft.com/office/drawing/2014/main" id="{6D31CEF5-A475-48A8-8A8C-33ECFE6D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10150"/>
            <a:ext cx="2661761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89B"/>
                </a:solidFill>
                <a:latin typeface="Microsoft YaHei"/>
                <a:ea typeface="Microsoft YaHei"/>
                <a:cs typeface="Microsoft YaHei"/>
              </a:rPr>
              <a:t>用真实反馈推动持续改进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2026-08-13T01:30:50.7880000Z</dcterms:created>
  <dcterms:modified xsi:type="dcterms:W3CDTF">2026-08-13T01:30:50.7880000Z</dcterms:modified>
</coreProperties>
</file>