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f5ec8ae3b74aec" /><Relationship Type="http://schemas.openxmlformats.org/officeDocument/2006/relationships/extended-properties" Target="/docProps/app.xml" Id="Rce78a58177834998" /><Relationship Type="http://schemas.openxmlformats.org/officeDocument/2006/relationships/officeDocument" Target="/ppt/presentation.xml" Id="Rb9fece9a71fc4e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209c02099e4d56"/>
  </p:sldMasterIdLst>
  <p:notesMasterIdLst>
    <p:notesMasterId xmlns:r="http://schemas.openxmlformats.org/officeDocument/2006/relationships" r:id="R986ad998a06e4867"/>
  </p:notesMasterIdLst>
  <p:sldIdLst>
    <p:sldId xmlns:r="http://schemas.openxmlformats.org/officeDocument/2006/relationships" id="256" r:id="R33522087a7e84c07"/>
    <p:sldId xmlns:r="http://schemas.openxmlformats.org/officeDocument/2006/relationships" id="257" r:id="R30396c25b12849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fde4fcb0024d33" /><Relationship Type="http://schemas.openxmlformats.org/officeDocument/2006/relationships/slideMaster" Target="/ppt/slideMasters/slideMaster1.xml" Id="R17209c02099e4d56" /><Relationship Type="http://schemas.openxmlformats.org/officeDocument/2006/relationships/notesMaster" Target="/ppt/notesMasters/notesMaster1.xml" Id="R986ad998a06e4867" /><Relationship Type="http://schemas.openxmlformats.org/officeDocument/2006/relationships/presProps" Target="/ppt/presProps.xml" Id="R1714ec556be64741" /><Relationship Type="http://schemas.openxmlformats.org/officeDocument/2006/relationships/tableStyles" Target="/ppt/tableStyles.xml" Id="Rb8b6b5cf03f44c48" /><Relationship Type="http://schemas.openxmlformats.org/officeDocument/2006/relationships/slide" Target="/ppt/slides/slide1.xml" Id="R33522087a7e84c07" /><Relationship Type="http://schemas.openxmlformats.org/officeDocument/2006/relationships/slide" Target="/ppt/slides/slide2.xml" Id="R30396c25b12849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b63f2e03fe43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0d0490cf7048bc" /><Relationship Type="http://schemas.openxmlformats.org/officeDocument/2006/relationships/notesMaster" Target="/ppt/notesMasters/notesMaster1.xml" Id="Rb1227b8c3f9c49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c5c86e418f4d60" /><Relationship Type="http://schemas.openxmlformats.org/officeDocument/2006/relationships/notesMaster" Target="/ppt/notesMasters/notesMaster1.xml" Id="Rc6ca49a9e26249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196b9d2ef4b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0156568a71432e" /><Relationship Type="http://schemas.openxmlformats.org/officeDocument/2006/relationships/slideLayout" Target="/ppt/slideLayouts/slideLayout1.xml" Id="Rcfe14da77d51438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e14da77d5143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38b06a79148b1" /><Relationship Type="http://schemas.openxmlformats.org/officeDocument/2006/relationships/image" Target="/ppt/media/image.jpeg" Id="Raf35bf6eb8a8449b" /><Relationship Type="http://schemas.openxmlformats.org/officeDocument/2006/relationships/image" Target="/ppt/media/image.png" Id="R0314ac711c384c85" /><Relationship Type="http://schemas.openxmlformats.org/officeDocument/2006/relationships/image" Target="/ppt/media/image2.png" Id="Rf1999a1e68534963" /><Relationship Type="http://schemas.openxmlformats.org/officeDocument/2006/relationships/image" Target="/ppt/media/image3.png" Id="Rf44f51bcf3934729" /><Relationship Type="http://schemas.openxmlformats.org/officeDocument/2006/relationships/image" Target="/ppt/media/image4.png" Id="R86ba268730934722" /><Relationship Type="http://schemas.openxmlformats.org/officeDocument/2006/relationships/notesSlide" Target="/ppt/notesSlides/notesSlide1.xml" Id="R99cd333b7b2347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12b5dba714c81" /><Relationship Type="http://schemas.openxmlformats.org/officeDocument/2006/relationships/image" Target="/ppt/media/image2.jpeg" Id="R405ad02672f749fe" /><Relationship Type="http://schemas.openxmlformats.org/officeDocument/2006/relationships/image" Target="/ppt/media/image5.png" Id="R9c636c444dc54d87" /><Relationship Type="http://schemas.openxmlformats.org/officeDocument/2006/relationships/image" Target="/ppt/media/image6.png" Id="R1d5f95f3e449408b" /><Relationship Type="http://schemas.openxmlformats.org/officeDocument/2006/relationships/image" Target="/ppt/media/image7.png" Id="R12e0523fa8004ee5" /><Relationship Type="http://schemas.openxmlformats.org/officeDocument/2006/relationships/image" Target="/ppt/media/image8.png" Id="R6f4925ee2abb4ca9" /><Relationship Type="http://schemas.openxmlformats.org/officeDocument/2006/relationships/image" Target="/ppt/media/image9.png" Id="R1367f3b5b8874bd1" /><Relationship Type="http://schemas.openxmlformats.org/officeDocument/2006/relationships/image" Target="/ppt/media/image10.png" Id="Rd4c6fc2d5686468a" /><Relationship Type="http://schemas.openxmlformats.org/officeDocument/2006/relationships/image" Target="/ppt/media/image11.png" Id="R13006a0bbd394123" /><Relationship Type="http://schemas.openxmlformats.org/officeDocument/2006/relationships/notesSlide" Target="/ppt/notesSlides/notesSlide2.xml" Id="R1104b626783642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4" name="dot-field">
            <a:extLst xmlns:a="http://schemas.openxmlformats.org/drawingml/2006/main">
              <a:ext uri="{FF2B5EF4-FFF2-40B4-BE49-F238E27FC236}">
                <a16:creationId xmlns:a16="http://schemas.microsoft.com/office/drawing/2014/main" id="{1D82443C-E189-40C1-8CF5-4CAB7007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061" y="869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ot-field">
            <a:extLst xmlns:a="http://schemas.openxmlformats.org/drawingml/2006/main">
              <a:ext uri="{FF2B5EF4-FFF2-40B4-BE49-F238E27FC236}">
                <a16:creationId xmlns:a16="http://schemas.microsoft.com/office/drawing/2014/main" id="{7129947E-14AA-434B-B5F8-4B61B2BD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661" y="869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ot-field">
            <a:extLst xmlns:a="http://schemas.openxmlformats.org/drawingml/2006/main">
              <a:ext uri="{FF2B5EF4-FFF2-40B4-BE49-F238E27FC236}">
                <a16:creationId xmlns:a16="http://schemas.microsoft.com/office/drawing/2014/main" id="{A7F1D29A-CE6A-4245-9FA1-AE1B617F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261" y="869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ot-field">
            <a:extLst xmlns:a="http://schemas.openxmlformats.org/drawingml/2006/main">
              <a:ext uri="{FF2B5EF4-FFF2-40B4-BE49-F238E27FC236}">
                <a16:creationId xmlns:a16="http://schemas.microsoft.com/office/drawing/2014/main" id="{F115E8D5-58CC-4703-8C60-34B7FF6A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2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t-field">
            <a:extLst xmlns:a="http://schemas.openxmlformats.org/drawingml/2006/main">
              <a:ext uri="{FF2B5EF4-FFF2-40B4-BE49-F238E27FC236}">
                <a16:creationId xmlns:a16="http://schemas.microsoft.com/office/drawing/2014/main" id="{35DFA2B0-BDBE-439C-99D0-331179CA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8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t-field">
            <a:extLst xmlns:a="http://schemas.openxmlformats.org/drawingml/2006/main">
              <a:ext uri="{FF2B5EF4-FFF2-40B4-BE49-F238E27FC236}">
                <a16:creationId xmlns:a16="http://schemas.microsoft.com/office/drawing/2014/main" id="{9FA9550C-28D7-46BD-8966-0A838B0A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4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ot-field">
            <a:extLst xmlns:a="http://schemas.openxmlformats.org/drawingml/2006/main">
              <a:ext uri="{FF2B5EF4-FFF2-40B4-BE49-F238E27FC236}">
                <a16:creationId xmlns:a16="http://schemas.microsoft.com/office/drawing/2014/main" id="{3FB9BC02-9276-4AEA-8F20-0C7D6681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0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ot-field">
            <a:extLst xmlns:a="http://schemas.openxmlformats.org/drawingml/2006/main">
              <a:ext uri="{FF2B5EF4-FFF2-40B4-BE49-F238E27FC236}">
                <a16:creationId xmlns:a16="http://schemas.microsoft.com/office/drawing/2014/main" id="{93308641-B833-452C-80C5-340A379A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6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ot-field">
            <a:extLst xmlns:a="http://schemas.openxmlformats.org/drawingml/2006/main">
              <a:ext uri="{FF2B5EF4-FFF2-40B4-BE49-F238E27FC236}">
                <a16:creationId xmlns:a16="http://schemas.microsoft.com/office/drawing/2014/main" id="{868C718B-6A3F-4EE0-8831-A5550F2B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2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field">
            <a:extLst xmlns:a="http://schemas.openxmlformats.org/drawingml/2006/main">
              <a:ext uri="{FF2B5EF4-FFF2-40B4-BE49-F238E27FC236}">
                <a16:creationId xmlns:a16="http://schemas.microsoft.com/office/drawing/2014/main" id="{D58EACBD-5039-477B-B907-31FBA95B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8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ot-field">
            <a:extLst xmlns:a="http://schemas.openxmlformats.org/drawingml/2006/main">
              <a:ext uri="{FF2B5EF4-FFF2-40B4-BE49-F238E27FC236}">
                <a16:creationId xmlns:a16="http://schemas.microsoft.com/office/drawing/2014/main" id="{606866B5-46A9-4682-9B48-0EC224B0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4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ot-field">
            <a:extLst xmlns:a="http://schemas.openxmlformats.org/drawingml/2006/main">
              <a:ext uri="{FF2B5EF4-FFF2-40B4-BE49-F238E27FC236}">
                <a16:creationId xmlns:a16="http://schemas.microsoft.com/office/drawing/2014/main" id="{EAEABBDC-A674-4D32-A2FF-6D629FE5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0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ot-field">
            <a:extLst xmlns:a="http://schemas.openxmlformats.org/drawingml/2006/main">
              <a:ext uri="{FF2B5EF4-FFF2-40B4-BE49-F238E27FC236}">
                <a16:creationId xmlns:a16="http://schemas.microsoft.com/office/drawing/2014/main" id="{D2C4C42E-A992-4142-A21E-3CB043AD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0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ot-field">
            <a:extLst xmlns:a="http://schemas.openxmlformats.org/drawingml/2006/main">
              <a:ext uri="{FF2B5EF4-FFF2-40B4-BE49-F238E27FC236}">
                <a16:creationId xmlns:a16="http://schemas.microsoft.com/office/drawing/2014/main" id="{4DB9C6DE-5F8A-4544-A870-04395AEE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ot-field">
            <a:extLst xmlns:a="http://schemas.openxmlformats.org/drawingml/2006/main">
              <a:ext uri="{FF2B5EF4-FFF2-40B4-BE49-F238E27FC236}">
                <a16:creationId xmlns:a16="http://schemas.microsoft.com/office/drawing/2014/main" id="{9E4166DD-0365-4189-AB4A-5F4DF9A3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2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ot-field">
            <a:extLst xmlns:a="http://schemas.openxmlformats.org/drawingml/2006/main">
              <a:ext uri="{FF2B5EF4-FFF2-40B4-BE49-F238E27FC236}">
                <a16:creationId xmlns:a16="http://schemas.microsoft.com/office/drawing/2014/main" id="{064996F5-0469-4829-9CC6-0D51CCE7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8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ot-field">
            <a:extLst xmlns:a="http://schemas.openxmlformats.org/drawingml/2006/main">
              <a:ext uri="{FF2B5EF4-FFF2-40B4-BE49-F238E27FC236}">
                <a16:creationId xmlns:a16="http://schemas.microsoft.com/office/drawing/2014/main" id="{68B03557-BF50-4889-A429-FB924EE8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1331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ot-field">
            <a:extLst xmlns:a="http://schemas.openxmlformats.org/drawingml/2006/main">
              <a:ext uri="{FF2B5EF4-FFF2-40B4-BE49-F238E27FC236}">
                <a16:creationId xmlns:a16="http://schemas.microsoft.com/office/drawing/2014/main" id="{14AAD5E6-CBA3-48BC-82A3-1A7A29F9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1331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ot-field">
            <a:extLst xmlns:a="http://schemas.openxmlformats.org/drawingml/2006/main">
              <a:ext uri="{FF2B5EF4-FFF2-40B4-BE49-F238E27FC236}">
                <a16:creationId xmlns:a16="http://schemas.microsoft.com/office/drawing/2014/main" id="{0D708B09-C9BC-4F36-9A7E-7DA89225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1331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ot-field">
            <a:extLst xmlns:a="http://schemas.openxmlformats.org/drawingml/2006/main">
              <a:ext uri="{FF2B5EF4-FFF2-40B4-BE49-F238E27FC236}">
                <a16:creationId xmlns:a16="http://schemas.microsoft.com/office/drawing/2014/main" id="{F231FB0B-F34C-411F-BCB1-D37C1A25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1331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ot-field">
            <a:extLst xmlns:a="http://schemas.openxmlformats.org/drawingml/2006/main">
              <a:ext uri="{FF2B5EF4-FFF2-40B4-BE49-F238E27FC236}">
                <a16:creationId xmlns:a16="http://schemas.microsoft.com/office/drawing/2014/main" id="{3DEB75C9-8BB4-42AC-AA5C-AED8E1C2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1331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ot-field">
            <a:extLst xmlns:a="http://schemas.openxmlformats.org/drawingml/2006/main">
              <a:ext uri="{FF2B5EF4-FFF2-40B4-BE49-F238E27FC236}">
                <a16:creationId xmlns:a16="http://schemas.microsoft.com/office/drawing/2014/main" id="{B9B2080F-EFB7-4184-A6C7-9CC01ECC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4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ot-field">
            <a:extLst xmlns:a="http://schemas.openxmlformats.org/drawingml/2006/main">
              <a:ext uri="{FF2B5EF4-FFF2-40B4-BE49-F238E27FC236}">
                <a16:creationId xmlns:a16="http://schemas.microsoft.com/office/drawing/2014/main" id="{246D17D5-52BE-4B3D-9B08-FE298FAF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0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ot-field">
            <a:extLst xmlns:a="http://schemas.openxmlformats.org/drawingml/2006/main">
              <a:ext uri="{FF2B5EF4-FFF2-40B4-BE49-F238E27FC236}">
                <a16:creationId xmlns:a16="http://schemas.microsoft.com/office/drawing/2014/main" id="{671B7569-C361-4F72-B364-7B5D8E58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6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ot-field">
            <a:extLst xmlns:a="http://schemas.openxmlformats.org/drawingml/2006/main">
              <a:ext uri="{FF2B5EF4-FFF2-40B4-BE49-F238E27FC236}">
                <a16:creationId xmlns:a16="http://schemas.microsoft.com/office/drawing/2014/main" id="{9D706754-A25A-43E8-9D8C-14B47E7C5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2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ot-field">
            <a:extLst xmlns:a="http://schemas.openxmlformats.org/drawingml/2006/main">
              <a:ext uri="{FF2B5EF4-FFF2-40B4-BE49-F238E27FC236}">
                <a16:creationId xmlns:a16="http://schemas.microsoft.com/office/drawing/2014/main" id="{3C86714B-4EE9-4B8C-ABEF-E26A70C4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461" y="1554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ot-field">
            <a:extLst xmlns:a="http://schemas.openxmlformats.org/drawingml/2006/main">
              <a:ext uri="{FF2B5EF4-FFF2-40B4-BE49-F238E27FC236}">
                <a16:creationId xmlns:a16="http://schemas.microsoft.com/office/drawing/2014/main" id="{CE5A3475-886F-4E32-AC3A-2C2D5C19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061" y="1554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ot-field">
            <a:extLst xmlns:a="http://schemas.openxmlformats.org/drawingml/2006/main">
              <a:ext uri="{FF2B5EF4-FFF2-40B4-BE49-F238E27FC236}">
                <a16:creationId xmlns:a16="http://schemas.microsoft.com/office/drawing/2014/main" id="{DA471540-FB07-4F87-85F9-B755BFC5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61" y="1554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ot-field">
            <a:extLst xmlns:a="http://schemas.openxmlformats.org/drawingml/2006/main">
              <a:ext uri="{FF2B5EF4-FFF2-40B4-BE49-F238E27FC236}">
                <a16:creationId xmlns:a16="http://schemas.microsoft.com/office/drawing/2014/main" id="{37DA1D25-C317-4AC2-B113-E92219DE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ot-field">
            <a:extLst xmlns:a="http://schemas.openxmlformats.org/drawingml/2006/main">
              <a:ext uri="{FF2B5EF4-FFF2-40B4-BE49-F238E27FC236}">
                <a16:creationId xmlns:a16="http://schemas.microsoft.com/office/drawing/2014/main" id="{BC2F9BF6-9EEA-4161-9546-67CFB6D0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ot-field">
            <a:extLst xmlns:a="http://schemas.openxmlformats.org/drawingml/2006/main">
              <a:ext uri="{FF2B5EF4-FFF2-40B4-BE49-F238E27FC236}">
                <a16:creationId xmlns:a16="http://schemas.microsoft.com/office/drawing/2014/main" id="{500B7700-9088-45EE-8118-24B9BEE8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ot-field">
            <a:extLst xmlns:a="http://schemas.openxmlformats.org/drawingml/2006/main">
              <a:ext uri="{FF2B5EF4-FFF2-40B4-BE49-F238E27FC236}">
                <a16:creationId xmlns:a16="http://schemas.microsoft.com/office/drawing/2014/main" id="{993E2B4F-57D0-4F6D-822D-504CEACB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dot-field">
            <a:extLst xmlns:a="http://schemas.openxmlformats.org/drawingml/2006/main">
              <a:ext uri="{FF2B5EF4-FFF2-40B4-BE49-F238E27FC236}">
                <a16:creationId xmlns:a16="http://schemas.microsoft.com/office/drawing/2014/main" id="{867AA218-CC9A-4816-B44F-148538E6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ot-field">
            <a:extLst xmlns:a="http://schemas.openxmlformats.org/drawingml/2006/main">
              <a:ext uri="{FF2B5EF4-FFF2-40B4-BE49-F238E27FC236}">
                <a16:creationId xmlns:a16="http://schemas.microsoft.com/office/drawing/2014/main" id="{C03085E6-ACDB-4D05-B3BD-6130C0B3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ot-field">
            <a:extLst xmlns:a="http://schemas.openxmlformats.org/drawingml/2006/main">
              <a:ext uri="{FF2B5EF4-FFF2-40B4-BE49-F238E27FC236}">
                <a16:creationId xmlns:a16="http://schemas.microsoft.com/office/drawing/2014/main" id="{BAB30B2B-4FE4-4333-AA0F-24EB1AB3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ot-field">
            <a:extLst xmlns:a="http://schemas.openxmlformats.org/drawingml/2006/main">
              <a:ext uri="{FF2B5EF4-FFF2-40B4-BE49-F238E27FC236}">
                <a16:creationId xmlns:a16="http://schemas.microsoft.com/office/drawing/2014/main" id="{02F34A82-6FF4-4A48-8BE7-95498165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ot-field">
            <a:extLst xmlns:a="http://schemas.openxmlformats.org/drawingml/2006/main">
              <a:ext uri="{FF2B5EF4-FFF2-40B4-BE49-F238E27FC236}">
                <a16:creationId xmlns:a16="http://schemas.microsoft.com/office/drawing/2014/main" id="{1E6BFCB8-84D2-46CA-9A87-4108487D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ot-field">
            <a:extLst xmlns:a="http://schemas.openxmlformats.org/drawingml/2006/main">
              <a:ext uri="{FF2B5EF4-FFF2-40B4-BE49-F238E27FC236}">
                <a16:creationId xmlns:a16="http://schemas.microsoft.com/office/drawing/2014/main" id="{0E20570F-4AE9-4891-8FAC-97EE0311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661" y="1554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ot-field">
            <a:extLst xmlns:a="http://schemas.openxmlformats.org/drawingml/2006/main">
              <a:ext uri="{FF2B5EF4-FFF2-40B4-BE49-F238E27FC236}">
                <a16:creationId xmlns:a16="http://schemas.microsoft.com/office/drawing/2014/main" id="{8D10E8B4-824A-4A3F-88B5-FDA706BC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261" y="1554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ot-field">
            <a:extLst xmlns:a="http://schemas.openxmlformats.org/drawingml/2006/main">
              <a:ext uri="{FF2B5EF4-FFF2-40B4-BE49-F238E27FC236}">
                <a16:creationId xmlns:a16="http://schemas.microsoft.com/office/drawing/2014/main" id="{6CB41A56-8481-4D77-AA1B-B689E9D8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861" y="1554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ot-field">
            <a:extLst xmlns:a="http://schemas.openxmlformats.org/drawingml/2006/main">
              <a:ext uri="{FF2B5EF4-FFF2-40B4-BE49-F238E27FC236}">
                <a16:creationId xmlns:a16="http://schemas.microsoft.com/office/drawing/2014/main" id="{017DD789-634F-4754-86E0-426AACA6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61" y="1783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ot-field">
            <a:extLst xmlns:a="http://schemas.openxmlformats.org/drawingml/2006/main">
              <a:ext uri="{FF2B5EF4-FFF2-40B4-BE49-F238E27FC236}">
                <a16:creationId xmlns:a16="http://schemas.microsoft.com/office/drawing/2014/main" id="{3B6FB55D-5C75-4F30-9BEC-D7FB90F7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461" y="1783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dot-field">
            <a:extLst xmlns:a="http://schemas.openxmlformats.org/drawingml/2006/main">
              <a:ext uri="{FF2B5EF4-FFF2-40B4-BE49-F238E27FC236}">
                <a16:creationId xmlns:a16="http://schemas.microsoft.com/office/drawing/2014/main" id="{B605169F-4B96-42FC-B1C4-7A92CCE1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ot-field">
            <a:extLst xmlns:a="http://schemas.openxmlformats.org/drawingml/2006/main">
              <a:ext uri="{FF2B5EF4-FFF2-40B4-BE49-F238E27FC236}">
                <a16:creationId xmlns:a16="http://schemas.microsoft.com/office/drawing/2014/main" id="{B0473DBC-A07D-4079-A83E-22FDB929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ot-field">
            <a:extLst xmlns:a="http://schemas.openxmlformats.org/drawingml/2006/main">
              <a:ext uri="{FF2B5EF4-FFF2-40B4-BE49-F238E27FC236}">
                <a16:creationId xmlns:a16="http://schemas.microsoft.com/office/drawing/2014/main" id="{5F9A4F9C-F5B4-46A1-A72E-8AF2F446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ot-field">
            <a:extLst xmlns:a="http://schemas.openxmlformats.org/drawingml/2006/main">
              <a:ext uri="{FF2B5EF4-FFF2-40B4-BE49-F238E27FC236}">
                <a16:creationId xmlns:a16="http://schemas.microsoft.com/office/drawing/2014/main" id="{F01A16CD-8BBC-474F-AD39-8026C59B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ot-field">
            <a:extLst xmlns:a="http://schemas.openxmlformats.org/drawingml/2006/main">
              <a:ext uri="{FF2B5EF4-FFF2-40B4-BE49-F238E27FC236}">
                <a16:creationId xmlns:a16="http://schemas.microsoft.com/office/drawing/2014/main" id="{D276DA14-10EB-49E6-90B2-0AE3E24D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ot-field">
            <a:extLst xmlns:a="http://schemas.openxmlformats.org/drawingml/2006/main">
              <a:ext uri="{FF2B5EF4-FFF2-40B4-BE49-F238E27FC236}">
                <a16:creationId xmlns:a16="http://schemas.microsoft.com/office/drawing/2014/main" id="{68B53ACC-6A18-49C6-8846-1BB27EE2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ot-field">
            <a:extLst xmlns:a="http://schemas.openxmlformats.org/drawingml/2006/main">
              <a:ext uri="{FF2B5EF4-FFF2-40B4-BE49-F238E27FC236}">
                <a16:creationId xmlns:a16="http://schemas.microsoft.com/office/drawing/2014/main" id="{41491081-8C54-4CDE-AC18-401B8BC5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dot-field">
            <a:extLst xmlns:a="http://schemas.openxmlformats.org/drawingml/2006/main">
              <a:ext uri="{FF2B5EF4-FFF2-40B4-BE49-F238E27FC236}">
                <a16:creationId xmlns:a16="http://schemas.microsoft.com/office/drawing/2014/main" id="{D83FEDDE-1247-4B91-8563-E45A4027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dot-field">
            <a:extLst xmlns:a="http://schemas.openxmlformats.org/drawingml/2006/main">
              <a:ext uri="{FF2B5EF4-FFF2-40B4-BE49-F238E27FC236}">
                <a16:creationId xmlns:a16="http://schemas.microsoft.com/office/drawing/2014/main" id="{BA75B79D-357B-4DC6-9E24-B0223EAD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ot-field">
            <a:extLst xmlns:a="http://schemas.openxmlformats.org/drawingml/2006/main">
              <a:ext uri="{FF2B5EF4-FFF2-40B4-BE49-F238E27FC236}">
                <a16:creationId xmlns:a16="http://schemas.microsoft.com/office/drawing/2014/main" id="{2E6CC530-071D-48B2-8F03-314F8C3E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ot-field">
            <a:extLst xmlns:a="http://schemas.openxmlformats.org/drawingml/2006/main">
              <a:ext uri="{FF2B5EF4-FFF2-40B4-BE49-F238E27FC236}">
                <a16:creationId xmlns:a16="http://schemas.microsoft.com/office/drawing/2014/main" id="{3ED61EA2-ED50-4453-B767-DCF9E0A4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ot-field">
            <a:extLst xmlns:a="http://schemas.openxmlformats.org/drawingml/2006/main">
              <a:ext uri="{FF2B5EF4-FFF2-40B4-BE49-F238E27FC236}">
                <a16:creationId xmlns:a16="http://schemas.microsoft.com/office/drawing/2014/main" id="{1D5A5944-669E-4D68-B5AB-4572B18E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dot-field">
            <a:extLst xmlns:a="http://schemas.openxmlformats.org/drawingml/2006/main">
              <a:ext uri="{FF2B5EF4-FFF2-40B4-BE49-F238E27FC236}">
                <a16:creationId xmlns:a16="http://schemas.microsoft.com/office/drawing/2014/main" id="{E41D1AED-19CC-4BE3-833F-A727D975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dot-field">
            <a:extLst xmlns:a="http://schemas.openxmlformats.org/drawingml/2006/main">
              <a:ext uri="{FF2B5EF4-FFF2-40B4-BE49-F238E27FC236}">
                <a16:creationId xmlns:a16="http://schemas.microsoft.com/office/drawing/2014/main" id="{50B4D4B3-21D9-45CF-AED3-AA4A1F57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861" y="1783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ot-field">
            <a:extLst xmlns:a="http://schemas.openxmlformats.org/drawingml/2006/main">
              <a:ext uri="{FF2B5EF4-FFF2-40B4-BE49-F238E27FC236}">
                <a16:creationId xmlns:a16="http://schemas.microsoft.com/office/drawing/2014/main" id="{750DEF38-3A2E-4087-961A-CE019353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461" y="1783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dot-field">
            <a:extLst xmlns:a="http://schemas.openxmlformats.org/drawingml/2006/main">
              <a:ext uri="{FF2B5EF4-FFF2-40B4-BE49-F238E27FC236}">
                <a16:creationId xmlns:a16="http://schemas.microsoft.com/office/drawing/2014/main" id="{3FFA6405-FD89-4DB8-919B-6AEADA27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2012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dot-field">
            <a:extLst xmlns:a="http://schemas.openxmlformats.org/drawingml/2006/main">
              <a:ext uri="{FF2B5EF4-FFF2-40B4-BE49-F238E27FC236}">
                <a16:creationId xmlns:a16="http://schemas.microsoft.com/office/drawing/2014/main" id="{09A6ABD5-88D8-48C5-8709-C8288FB2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61" y="2012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dot-field">
            <a:extLst xmlns:a="http://schemas.openxmlformats.org/drawingml/2006/main">
              <a:ext uri="{FF2B5EF4-FFF2-40B4-BE49-F238E27FC236}">
                <a16:creationId xmlns:a16="http://schemas.microsoft.com/office/drawing/2014/main" id="{0743E8A5-8702-441D-82B7-5655F96F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ot-field">
            <a:extLst xmlns:a="http://schemas.openxmlformats.org/drawingml/2006/main">
              <a:ext uri="{FF2B5EF4-FFF2-40B4-BE49-F238E27FC236}">
                <a16:creationId xmlns:a16="http://schemas.microsoft.com/office/drawing/2014/main" id="{EB8B9A50-6A20-4617-BC26-6CC38140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dot-field">
            <a:extLst xmlns:a="http://schemas.openxmlformats.org/drawingml/2006/main">
              <a:ext uri="{FF2B5EF4-FFF2-40B4-BE49-F238E27FC236}">
                <a16:creationId xmlns:a16="http://schemas.microsoft.com/office/drawing/2014/main" id="{FCB21E25-EC49-4ABC-B3CB-B2B2295C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dot-field">
            <a:extLst xmlns:a="http://schemas.openxmlformats.org/drawingml/2006/main">
              <a:ext uri="{FF2B5EF4-FFF2-40B4-BE49-F238E27FC236}">
                <a16:creationId xmlns:a16="http://schemas.microsoft.com/office/drawing/2014/main" id="{F826229D-EAAD-46A0-95BD-9EF3FB59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dot-field">
            <a:extLst xmlns:a="http://schemas.openxmlformats.org/drawingml/2006/main">
              <a:ext uri="{FF2B5EF4-FFF2-40B4-BE49-F238E27FC236}">
                <a16:creationId xmlns:a16="http://schemas.microsoft.com/office/drawing/2014/main" id="{89493103-E3DF-4180-AAA2-3A641D4A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dot-field">
            <a:extLst xmlns:a="http://schemas.openxmlformats.org/drawingml/2006/main">
              <a:ext uri="{FF2B5EF4-FFF2-40B4-BE49-F238E27FC236}">
                <a16:creationId xmlns:a16="http://schemas.microsoft.com/office/drawing/2014/main" id="{4EEBC607-1005-4AC6-AE18-2F8C9610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dot-field">
            <a:extLst xmlns:a="http://schemas.openxmlformats.org/drawingml/2006/main">
              <a:ext uri="{FF2B5EF4-FFF2-40B4-BE49-F238E27FC236}">
                <a16:creationId xmlns:a16="http://schemas.microsoft.com/office/drawing/2014/main" id="{13E428DC-E65A-4DE1-A88D-0F1F0ECA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dot-field">
            <a:extLst xmlns:a="http://schemas.openxmlformats.org/drawingml/2006/main">
              <a:ext uri="{FF2B5EF4-FFF2-40B4-BE49-F238E27FC236}">
                <a16:creationId xmlns:a16="http://schemas.microsoft.com/office/drawing/2014/main" id="{CE9413F7-31E3-4100-BC39-4AD33764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dot-field">
            <a:extLst xmlns:a="http://schemas.openxmlformats.org/drawingml/2006/main">
              <a:ext uri="{FF2B5EF4-FFF2-40B4-BE49-F238E27FC236}">
                <a16:creationId xmlns:a16="http://schemas.microsoft.com/office/drawing/2014/main" id="{0DE3D6B6-A445-4227-8443-AE7B04B8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dot-field">
            <a:extLst xmlns:a="http://schemas.openxmlformats.org/drawingml/2006/main">
              <a:ext uri="{FF2B5EF4-FFF2-40B4-BE49-F238E27FC236}">
                <a16:creationId xmlns:a16="http://schemas.microsoft.com/office/drawing/2014/main" id="{97B459D2-6106-43C7-9524-3E01B7A1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dot-field">
            <a:extLst xmlns:a="http://schemas.openxmlformats.org/drawingml/2006/main">
              <a:ext uri="{FF2B5EF4-FFF2-40B4-BE49-F238E27FC236}">
                <a16:creationId xmlns:a16="http://schemas.microsoft.com/office/drawing/2014/main" id="{80F4DC9E-FC3B-4E7A-B560-965CBA17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dot-field">
            <a:extLst xmlns:a="http://schemas.openxmlformats.org/drawingml/2006/main">
              <a:ext uri="{FF2B5EF4-FFF2-40B4-BE49-F238E27FC236}">
                <a16:creationId xmlns:a16="http://schemas.microsoft.com/office/drawing/2014/main" id="{3432B8C0-498B-4B88-B6C6-F9CFF36C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dot-field">
            <a:extLst xmlns:a="http://schemas.openxmlformats.org/drawingml/2006/main">
              <a:ext uri="{FF2B5EF4-FFF2-40B4-BE49-F238E27FC236}">
                <a16:creationId xmlns:a16="http://schemas.microsoft.com/office/drawing/2014/main" id="{BE5158E9-DF01-43F7-8EBD-6E99207B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dot-field">
            <a:extLst xmlns:a="http://schemas.openxmlformats.org/drawingml/2006/main">
              <a:ext uri="{FF2B5EF4-FFF2-40B4-BE49-F238E27FC236}">
                <a16:creationId xmlns:a16="http://schemas.microsoft.com/office/drawing/2014/main" id="{6FA7C930-9253-407C-8E06-657B4630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dot-field">
            <a:extLst xmlns:a="http://schemas.openxmlformats.org/drawingml/2006/main">
              <a:ext uri="{FF2B5EF4-FFF2-40B4-BE49-F238E27FC236}">
                <a16:creationId xmlns:a16="http://schemas.microsoft.com/office/drawing/2014/main" id="{B9F75916-D969-4562-BDB1-08FE3A95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dot-field">
            <a:extLst xmlns:a="http://schemas.openxmlformats.org/drawingml/2006/main">
              <a:ext uri="{FF2B5EF4-FFF2-40B4-BE49-F238E27FC236}">
                <a16:creationId xmlns:a16="http://schemas.microsoft.com/office/drawing/2014/main" id="{92957C4F-8651-4F3F-919E-57B122F5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461" y="2012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dot-field">
            <a:extLst xmlns:a="http://schemas.openxmlformats.org/drawingml/2006/main">
              <a:ext uri="{FF2B5EF4-FFF2-40B4-BE49-F238E27FC236}">
                <a16:creationId xmlns:a16="http://schemas.microsoft.com/office/drawing/2014/main" id="{BA05BCF8-9D83-48F2-AB71-4345118F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061" y="2012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dot-field">
            <a:extLst xmlns:a="http://schemas.openxmlformats.org/drawingml/2006/main">
              <a:ext uri="{FF2B5EF4-FFF2-40B4-BE49-F238E27FC236}">
                <a16:creationId xmlns:a16="http://schemas.microsoft.com/office/drawing/2014/main" id="{8FA043E2-28AD-4710-92B9-7A7EA201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2240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dot-field">
            <a:extLst xmlns:a="http://schemas.openxmlformats.org/drawingml/2006/main">
              <a:ext uri="{FF2B5EF4-FFF2-40B4-BE49-F238E27FC236}">
                <a16:creationId xmlns:a16="http://schemas.microsoft.com/office/drawing/2014/main" id="{C19C0111-AF46-4FCA-B0AD-92A7F501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61" y="2240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dot-field">
            <a:extLst xmlns:a="http://schemas.openxmlformats.org/drawingml/2006/main">
              <a:ext uri="{FF2B5EF4-FFF2-40B4-BE49-F238E27FC236}">
                <a16:creationId xmlns:a16="http://schemas.microsoft.com/office/drawing/2014/main" id="{CF21EDC5-D5D9-4BAD-8978-879B55D2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dot-field">
            <a:extLst xmlns:a="http://schemas.openxmlformats.org/drawingml/2006/main">
              <a:ext uri="{FF2B5EF4-FFF2-40B4-BE49-F238E27FC236}">
                <a16:creationId xmlns:a16="http://schemas.microsoft.com/office/drawing/2014/main" id="{ECA4289D-C252-48E4-B246-E2DD3865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dot-field">
            <a:extLst xmlns:a="http://schemas.openxmlformats.org/drawingml/2006/main">
              <a:ext uri="{FF2B5EF4-FFF2-40B4-BE49-F238E27FC236}">
                <a16:creationId xmlns:a16="http://schemas.microsoft.com/office/drawing/2014/main" id="{8A3E48B0-1DD8-41A5-9F00-39CD77D1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dot-field">
            <a:extLst xmlns:a="http://schemas.openxmlformats.org/drawingml/2006/main">
              <a:ext uri="{FF2B5EF4-FFF2-40B4-BE49-F238E27FC236}">
                <a16:creationId xmlns:a16="http://schemas.microsoft.com/office/drawing/2014/main" id="{E564BA84-4A52-41C8-BFE5-76A4894D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dot-field">
            <a:extLst xmlns:a="http://schemas.openxmlformats.org/drawingml/2006/main">
              <a:ext uri="{FF2B5EF4-FFF2-40B4-BE49-F238E27FC236}">
                <a16:creationId xmlns:a16="http://schemas.microsoft.com/office/drawing/2014/main" id="{4F7CC309-7898-44C4-BB35-2EB9328F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dot-field">
            <a:extLst xmlns:a="http://schemas.openxmlformats.org/drawingml/2006/main">
              <a:ext uri="{FF2B5EF4-FFF2-40B4-BE49-F238E27FC236}">
                <a16:creationId xmlns:a16="http://schemas.microsoft.com/office/drawing/2014/main" id="{FC8E76A5-962D-4081-B000-B9D69D50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dot-field">
            <a:extLst xmlns:a="http://schemas.openxmlformats.org/drawingml/2006/main">
              <a:ext uri="{FF2B5EF4-FFF2-40B4-BE49-F238E27FC236}">
                <a16:creationId xmlns:a16="http://schemas.microsoft.com/office/drawing/2014/main" id="{255FE731-5D99-400D-8D5F-13FC1F0C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dot-field">
            <a:extLst xmlns:a="http://schemas.openxmlformats.org/drawingml/2006/main">
              <a:ext uri="{FF2B5EF4-FFF2-40B4-BE49-F238E27FC236}">
                <a16:creationId xmlns:a16="http://schemas.microsoft.com/office/drawing/2014/main" id="{67491C91-3C1F-4481-94CF-5AB70DBF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dot-field">
            <a:extLst xmlns:a="http://schemas.openxmlformats.org/drawingml/2006/main">
              <a:ext uri="{FF2B5EF4-FFF2-40B4-BE49-F238E27FC236}">
                <a16:creationId xmlns:a16="http://schemas.microsoft.com/office/drawing/2014/main" id="{53935C16-ED1A-4B9B-A1B3-BFDBC19F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dot-field">
            <a:extLst xmlns:a="http://schemas.openxmlformats.org/drawingml/2006/main">
              <a:ext uri="{FF2B5EF4-FFF2-40B4-BE49-F238E27FC236}">
                <a16:creationId xmlns:a16="http://schemas.microsoft.com/office/drawing/2014/main" id="{D59E7D52-0959-48EF-AA90-128FD493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dot-field">
            <a:extLst xmlns:a="http://schemas.openxmlformats.org/drawingml/2006/main">
              <a:ext uri="{FF2B5EF4-FFF2-40B4-BE49-F238E27FC236}">
                <a16:creationId xmlns:a16="http://schemas.microsoft.com/office/drawing/2014/main" id="{524BD6E3-90B1-4FCE-958A-8C79AE55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dot-field">
            <a:extLst xmlns:a="http://schemas.openxmlformats.org/drawingml/2006/main">
              <a:ext uri="{FF2B5EF4-FFF2-40B4-BE49-F238E27FC236}">
                <a16:creationId xmlns:a16="http://schemas.microsoft.com/office/drawing/2014/main" id="{113257DB-C218-4CBA-85DD-C98B3F27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dot-field">
            <a:extLst xmlns:a="http://schemas.openxmlformats.org/drawingml/2006/main">
              <a:ext uri="{FF2B5EF4-FFF2-40B4-BE49-F238E27FC236}">
                <a16:creationId xmlns:a16="http://schemas.microsoft.com/office/drawing/2014/main" id="{7AE24762-27F7-4180-BB03-1BDE6E65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dot-field">
            <a:extLst xmlns:a="http://schemas.openxmlformats.org/drawingml/2006/main">
              <a:ext uri="{FF2B5EF4-FFF2-40B4-BE49-F238E27FC236}">
                <a16:creationId xmlns:a16="http://schemas.microsoft.com/office/drawing/2014/main" id="{7AD210E2-3EA6-469C-8DA4-795AB3CF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dot-field">
            <a:extLst xmlns:a="http://schemas.openxmlformats.org/drawingml/2006/main">
              <a:ext uri="{FF2B5EF4-FFF2-40B4-BE49-F238E27FC236}">
                <a16:creationId xmlns:a16="http://schemas.microsoft.com/office/drawing/2014/main" id="{4F376CEA-CC84-4CDD-B4DD-B4301019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dot-field">
            <a:extLst xmlns:a="http://schemas.openxmlformats.org/drawingml/2006/main">
              <a:ext uri="{FF2B5EF4-FFF2-40B4-BE49-F238E27FC236}">
                <a16:creationId xmlns:a16="http://schemas.microsoft.com/office/drawing/2014/main" id="{4377A1B2-122D-4ECC-A181-9E1E6AC7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dot-field">
            <a:extLst xmlns:a="http://schemas.openxmlformats.org/drawingml/2006/main">
              <a:ext uri="{FF2B5EF4-FFF2-40B4-BE49-F238E27FC236}">
                <a16:creationId xmlns:a16="http://schemas.microsoft.com/office/drawing/2014/main" id="{7B39799B-0020-42B0-A20D-26B01D73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061" y="2240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ot-field">
            <a:extLst xmlns:a="http://schemas.openxmlformats.org/drawingml/2006/main">
              <a:ext uri="{FF2B5EF4-FFF2-40B4-BE49-F238E27FC236}">
                <a16:creationId xmlns:a16="http://schemas.microsoft.com/office/drawing/2014/main" id="{3FF38075-8E75-4604-BE71-85930C2A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2240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dot-field">
            <a:extLst xmlns:a="http://schemas.openxmlformats.org/drawingml/2006/main">
              <a:ext uri="{FF2B5EF4-FFF2-40B4-BE49-F238E27FC236}">
                <a16:creationId xmlns:a16="http://schemas.microsoft.com/office/drawing/2014/main" id="{083745B8-12FF-49B2-8537-9C10B1E3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2469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dot-field">
            <a:extLst xmlns:a="http://schemas.openxmlformats.org/drawingml/2006/main">
              <a:ext uri="{FF2B5EF4-FFF2-40B4-BE49-F238E27FC236}">
                <a16:creationId xmlns:a16="http://schemas.microsoft.com/office/drawing/2014/main" id="{FA3AC1EC-F9AE-420C-A991-3C3081EA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2469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dot-field">
            <a:extLst xmlns:a="http://schemas.openxmlformats.org/drawingml/2006/main">
              <a:ext uri="{FF2B5EF4-FFF2-40B4-BE49-F238E27FC236}">
                <a16:creationId xmlns:a16="http://schemas.microsoft.com/office/drawing/2014/main" id="{CD57270F-113E-447A-BD51-959EEDEB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dot-field">
            <a:extLst xmlns:a="http://schemas.openxmlformats.org/drawingml/2006/main">
              <a:ext uri="{FF2B5EF4-FFF2-40B4-BE49-F238E27FC236}">
                <a16:creationId xmlns:a16="http://schemas.microsoft.com/office/drawing/2014/main" id="{8F20B889-464E-4DA7-939E-7E6BFC1B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dot-field">
            <a:extLst xmlns:a="http://schemas.openxmlformats.org/drawingml/2006/main">
              <a:ext uri="{FF2B5EF4-FFF2-40B4-BE49-F238E27FC236}">
                <a16:creationId xmlns:a16="http://schemas.microsoft.com/office/drawing/2014/main" id="{600EC129-B382-41A5-B715-59EFFB03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ot-field">
            <a:extLst xmlns:a="http://schemas.openxmlformats.org/drawingml/2006/main">
              <a:ext uri="{FF2B5EF4-FFF2-40B4-BE49-F238E27FC236}">
                <a16:creationId xmlns:a16="http://schemas.microsoft.com/office/drawing/2014/main" id="{D21226BE-C265-4B30-A511-9EA95628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dot-field">
            <a:extLst xmlns:a="http://schemas.openxmlformats.org/drawingml/2006/main">
              <a:ext uri="{FF2B5EF4-FFF2-40B4-BE49-F238E27FC236}">
                <a16:creationId xmlns:a16="http://schemas.microsoft.com/office/drawing/2014/main" id="{18684513-057C-4305-B90C-1CBC0A5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ot-field">
            <a:extLst xmlns:a="http://schemas.openxmlformats.org/drawingml/2006/main">
              <a:ext uri="{FF2B5EF4-FFF2-40B4-BE49-F238E27FC236}">
                <a16:creationId xmlns:a16="http://schemas.microsoft.com/office/drawing/2014/main" id="{C247E2B4-AAFD-4259-BE2B-8072B82C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dot-field">
            <a:extLst xmlns:a="http://schemas.openxmlformats.org/drawingml/2006/main">
              <a:ext uri="{FF2B5EF4-FFF2-40B4-BE49-F238E27FC236}">
                <a16:creationId xmlns:a16="http://schemas.microsoft.com/office/drawing/2014/main" id="{6025E91F-D661-4FC1-BBBA-82F1CC9B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ot-field">
            <a:extLst xmlns:a="http://schemas.openxmlformats.org/drawingml/2006/main">
              <a:ext uri="{FF2B5EF4-FFF2-40B4-BE49-F238E27FC236}">
                <a16:creationId xmlns:a16="http://schemas.microsoft.com/office/drawing/2014/main" id="{02B9E06E-5BF5-479A-B09E-FD083B02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dot-field">
            <a:extLst xmlns:a="http://schemas.openxmlformats.org/drawingml/2006/main">
              <a:ext uri="{FF2B5EF4-FFF2-40B4-BE49-F238E27FC236}">
                <a16:creationId xmlns:a16="http://schemas.microsoft.com/office/drawing/2014/main" id="{49205D75-A03D-442D-957F-9D4CD3BE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ot-field">
            <a:extLst xmlns:a="http://schemas.openxmlformats.org/drawingml/2006/main">
              <a:ext uri="{FF2B5EF4-FFF2-40B4-BE49-F238E27FC236}">
                <a16:creationId xmlns:a16="http://schemas.microsoft.com/office/drawing/2014/main" id="{A28B397F-E40D-4CD1-90E9-B21B464C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dot-field">
            <a:extLst xmlns:a="http://schemas.openxmlformats.org/drawingml/2006/main">
              <a:ext uri="{FF2B5EF4-FFF2-40B4-BE49-F238E27FC236}">
                <a16:creationId xmlns:a16="http://schemas.microsoft.com/office/drawing/2014/main" id="{32EA7F16-F44A-4471-B6A6-6386EE41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ot-field">
            <a:extLst xmlns:a="http://schemas.openxmlformats.org/drawingml/2006/main">
              <a:ext uri="{FF2B5EF4-FFF2-40B4-BE49-F238E27FC236}">
                <a16:creationId xmlns:a16="http://schemas.microsoft.com/office/drawing/2014/main" id="{328ECB67-7069-4780-9A4D-F2016C94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dot-field">
            <a:extLst xmlns:a="http://schemas.openxmlformats.org/drawingml/2006/main">
              <a:ext uri="{FF2B5EF4-FFF2-40B4-BE49-F238E27FC236}">
                <a16:creationId xmlns:a16="http://schemas.microsoft.com/office/drawing/2014/main" id="{037B0B6D-9690-4554-9F77-891E3BC0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061" y="2469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ot-field">
            <a:extLst xmlns:a="http://schemas.openxmlformats.org/drawingml/2006/main">
              <a:ext uri="{FF2B5EF4-FFF2-40B4-BE49-F238E27FC236}">
                <a16:creationId xmlns:a16="http://schemas.microsoft.com/office/drawing/2014/main" id="{62476514-9D86-4240-89E7-179DC6D0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2469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dot-field">
            <a:extLst xmlns:a="http://schemas.openxmlformats.org/drawingml/2006/main">
              <a:ext uri="{FF2B5EF4-FFF2-40B4-BE49-F238E27FC236}">
                <a16:creationId xmlns:a16="http://schemas.microsoft.com/office/drawing/2014/main" id="{05C2575B-6BD3-4AFD-A51C-7EC2E101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2697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ot-field">
            <a:extLst xmlns:a="http://schemas.openxmlformats.org/drawingml/2006/main">
              <a:ext uri="{FF2B5EF4-FFF2-40B4-BE49-F238E27FC236}">
                <a16:creationId xmlns:a16="http://schemas.microsoft.com/office/drawing/2014/main" id="{A8D3881E-7971-4B32-82E5-7C3FBCC9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2697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dot-field">
            <a:extLst xmlns:a="http://schemas.openxmlformats.org/drawingml/2006/main">
              <a:ext uri="{FF2B5EF4-FFF2-40B4-BE49-F238E27FC236}">
                <a16:creationId xmlns:a16="http://schemas.microsoft.com/office/drawing/2014/main" id="{E7212D53-E0B7-4A78-AFA6-98C3D257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ot-field">
            <a:extLst xmlns:a="http://schemas.openxmlformats.org/drawingml/2006/main">
              <a:ext uri="{FF2B5EF4-FFF2-40B4-BE49-F238E27FC236}">
                <a16:creationId xmlns:a16="http://schemas.microsoft.com/office/drawing/2014/main" id="{8210F784-A614-4E1E-A592-3BAEF196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dot-field">
            <a:extLst xmlns:a="http://schemas.openxmlformats.org/drawingml/2006/main">
              <a:ext uri="{FF2B5EF4-FFF2-40B4-BE49-F238E27FC236}">
                <a16:creationId xmlns:a16="http://schemas.microsoft.com/office/drawing/2014/main" id="{2AA3D3DD-6F91-4E8C-88D8-E77C42CC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ot-field">
            <a:extLst xmlns:a="http://schemas.openxmlformats.org/drawingml/2006/main">
              <a:ext uri="{FF2B5EF4-FFF2-40B4-BE49-F238E27FC236}">
                <a16:creationId xmlns:a16="http://schemas.microsoft.com/office/drawing/2014/main" id="{6B255F58-D416-4EDF-8DA6-3ACCDC45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dot-field">
            <a:extLst xmlns:a="http://schemas.openxmlformats.org/drawingml/2006/main">
              <a:ext uri="{FF2B5EF4-FFF2-40B4-BE49-F238E27FC236}">
                <a16:creationId xmlns:a16="http://schemas.microsoft.com/office/drawing/2014/main" id="{C1B34F7A-C8AF-48BF-B938-AED67EB0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ot-field">
            <a:extLst xmlns:a="http://schemas.openxmlformats.org/drawingml/2006/main">
              <a:ext uri="{FF2B5EF4-FFF2-40B4-BE49-F238E27FC236}">
                <a16:creationId xmlns:a16="http://schemas.microsoft.com/office/drawing/2014/main" id="{FF14EA41-51FB-436D-9424-1BBAAA84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dot-field">
            <a:extLst xmlns:a="http://schemas.openxmlformats.org/drawingml/2006/main">
              <a:ext uri="{FF2B5EF4-FFF2-40B4-BE49-F238E27FC236}">
                <a16:creationId xmlns:a16="http://schemas.microsoft.com/office/drawing/2014/main" id="{B19861DA-6AC5-4529-8005-C8BD45A6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ot-field">
            <a:extLst xmlns:a="http://schemas.openxmlformats.org/drawingml/2006/main">
              <a:ext uri="{FF2B5EF4-FFF2-40B4-BE49-F238E27FC236}">
                <a16:creationId xmlns:a16="http://schemas.microsoft.com/office/drawing/2014/main" id="{BD62CF7D-CCCB-4C49-A229-17E71665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dot-field">
            <a:extLst xmlns:a="http://schemas.openxmlformats.org/drawingml/2006/main">
              <a:ext uri="{FF2B5EF4-FFF2-40B4-BE49-F238E27FC236}">
                <a16:creationId xmlns:a16="http://schemas.microsoft.com/office/drawing/2014/main" id="{9971309B-6306-4CFF-A688-239705D2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ot-field">
            <a:extLst xmlns:a="http://schemas.openxmlformats.org/drawingml/2006/main">
              <a:ext uri="{FF2B5EF4-FFF2-40B4-BE49-F238E27FC236}">
                <a16:creationId xmlns:a16="http://schemas.microsoft.com/office/drawing/2014/main" id="{FA9056EE-CF9A-43BE-A484-481CEAA9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dot-field">
            <a:extLst xmlns:a="http://schemas.openxmlformats.org/drawingml/2006/main">
              <a:ext uri="{FF2B5EF4-FFF2-40B4-BE49-F238E27FC236}">
                <a16:creationId xmlns:a16="http://schemas.microsoft.com/office/drawing/2014/main" id="{FD89AF1D-A642-4BE2-B619-0CAE3EF0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ot-field">
            <a:extLst xmlns:a="http://schemas.openxmlformats.org/drawingml/2006/main">
              <a:ext uri="{FF2B5EF4-FFF2-40B4-BE49-F238E27FC236}">
                <a16:creationId xmlns:a16="http://schemas.microsoft.com/office/drawing/2014/main" id="{6DF7BAAB-54F8-4931-8799-51EF0D6F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2697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dot-field">
            <a:extLst xmlns:a="http://schemas.openxmlformats.org/drawingml/2006/main">
              <a:ext uri="{FF2B5EF4-FFF2-40B4-BE49-F238E27FC236}">
                <a16:creationId xmlns:a16="http://schemas.microsoft.com/office/drawing/2014/main" id="{8DFF0167-A186-465F-8ED6-F168D633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2926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dot-field">
            <a:extLst xmlns:a="http://schemas.openxmlformats.org/drawingml/2006/main">
              <a:ext uri="{FF2B5EF4-FFF2-40B4-BE49-F238E27FC236}">
                <a16:creationId xmlns:a16="http://schemas.microsoft.com/office/drawing/2014/main" id="{13650420-E2DB-4E3A-8ABB-4E239BB2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0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ot-field">
            <a:extLst xmlns:a="http://schemas.openxmlformats.org/drawingml/2006/main">
              <a:ext uri="{FF2B5EF4-FFF2-40B4-BE49-F238E27FC236}">
                <a16:creationId xmlns:a16="http://schemas.microsoft.com/office/drawing/2014/main" id="{8F69B627-10B3-46FE-8233-E91BF17C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dot-field">
            <a:extLst xmlns:a="http://schemas.openxmlformats.org/drawingml/2006/main">
              <a:ext uri="{FF2B5EF4-FFF2-40B4-BE49-F238E27FC236}">
                <a16:creationId xmlns:a16="http://schemas.microsoft.com/office/drawing/2014/main" id="{BFB2A2E8-5D9B-431C-B093-775AFDF3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ot-field">
            <a:extLst xmlns:a="http://schemas.openxmlformats.org/drawingml/2006/main">
              <a:ext uri="{FF2B5EF4-FFF2-40B4-BE49-F238E27FC236}">
                <a16:creationId xmlns:a16="http://schemas.microsoft.com/office/drawing/2014/main" id="{8E752E24-B4D1-4796-9FC8-4B048347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dot-field">
            <a:extLst xmlns:a="http://schemas.openxmlformats.org/drawingml/2006/main">
              <a:ext uri="{FF2B5EF4-FFF2-40B4-BE49-F238E27FC236}">
                <a16:creationId xmlns:a16="http://schemas.microsoft.com/office/drawing/2014/main" id="{5C33C22C-DC4E-4B7F-9C5F-591D2A16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ot-field">
            <a:extLst xmlns:a="http://schemas.openxmlformats.org/drawingml/2006/main">
              <a:ext uri="{FF2B5EF4-FFF2-40B4-BE49-F238E27FC236}">
                <a16:creationId xmlns:a16="http://schemas.microsoft.com/office/drawing/2014/main" id="{0FA411D0-AFB1-4C0D-838A-20DD9DCE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dot-field">
            <a:extLst xmlns:a="http://schemas.openxmlformats.org/drawingml/2006/main">
              <a:ext uri="{FF2B5EF4-FFF2-40B4-BE49-F238E27FC236}">
                <a16:creationId xmlns:a16="http://schemas.microsoft.com/office/drawing/2014/main" id="{2FAD781F-2790-4B19-B62D-B4AE3FC8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ot-field">
            <a:extLst xmlns:a="http://schemas.openxmlformats.org/drawingml/2006/main">
              <a:ext uri="{FF2B5EF4-FFF2-40B4-BE49-F238E27FC236}">
                <a16:creationId xmlns:a16="http://schemas.microsoft.com/office/drawing/2014/main" id="{CB25098E-F47E-464F-BF6E-15CEE8F6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dot-field">
            <a:extLst xmlns:a="http://schemas.openxmlformats.org/drawingml/2006/main">
              <a:ext uri="{FF2B5EF4-FFF2-40B4-BE49-F238E27FC236}">
                <a16:creationId xmlns:a16="http://schemas.microsoft.com/office/drawing/2014/main" id="{04F73992-AE5B-4017-8613-381D666C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ot-field">
            <a:extLst xmlns:a="http://schemas.openxmlformats.org/drawingml/2006/main">
              <a:ext uri="{FF2B5EF4-FFF2-40B4-BE49-F238E27FC236}">
                <a16:creationId xmlns:a16="http://schemas.microsoft.com/office/drawing/2014/main" id="{4F00CD04-35DF-4209-8AB9-A5572063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dot-field">
            <a:extLst xmlns:a="http://schemas.openxmlformats.org/drawingml/2006/main">
              <a:ext uri="{FF2B5EF4-FFF2-40B4-BE49-F238E27FC236}">
                <a16:creationId xmlns:a16="http://schemas.microsoft.com/office/drawing/2014/main" id="{879EA550-A415-4A49-B664-6BC29988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2926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dot-field">
            <a:extLst xmlns:a="http://schemas.openxmlformats.org/drawingml/2006/main">
              <a:ext uri="{FF2B5EF4-FFF2-40B4-BE49-F238E27FC236}">
                <a16:creationId xmlns:a16="http://schemas.microsoft.com/office/drawing/2014/main" id="{BCA00538-DD1D-4482-979E-80CFAD05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261" y="2926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dot-field">
            <a:extLst xmlns:a="http://schemas.openxmlformats.org/drawingml/2006/main">
              <a:ext uri="{FF2B5EF4-FFF2-40B4-BE49-F238E27FC236}">
                <a16:creationId xmlns:a16="http://schemas.microsoft.com/office/drawing/2014/main" id="{57B4FE0E-4836-4B6C-85BA-BC08B732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061" y="3155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ot-field">
            <a:extLst xmlns:a="http://schemas.openxmlformats.org/drawingml/2006/main">
              <a:ext uri="{FF2B5EF4-FFF2-40B4-BE49-F238E27FC236}">
                <a16:creationId xmlns:a16="http://schemas.microsoft.com/office/drawing/2014/main" id="{2BC728FC-8538-488C-862E-33C93A85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3155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dot-field">
            <a:extLst xmlns:a="http://schemas.openxmlformats.org/drawingml/2006/main">
              <a:ext uri="{FF2B5EF4-FFF2-40B4-BE49-F238E27FC236}">
                <a16:creationId xmlns:a16="http://schemas.microsoft.com/office/drawing/2014/main" id="{69F991CD-1804-479F-AE77-D61ABA7C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0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dot-field">
            <a:extLst xmlns:a="http://schemas.openxmlformats.org/drawingml/2006/main">
              <a:ext uri="{FF2B5EF4-FFF2-40B4-BE49-F238E27FC236}">
                <a16:creationId xmlns:a16="http://schemas.microsoft.com/office/drawing/2014/main" id="{80B07BA3-5247-476B-994F-A1DC2AF5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dot-field">
            <a:extLst xmlns:a="http://schemas.openxmlformats.org/drawingml/2006/main">
              <a:ext uri="{FF2B5EF4-FFF2-40B4-BE49-F238E27FC236}">
                <a16:creationId xmlns:a16="http://schemas.microsoft.com/office/drawing/2014/main" id="{E4A3F09F-0319-4A9C-ACF9-BB18DFAE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dot-field">
            <a:extLst xmlns:a="http://schemas.openxmlformats.org/drawingml/2006/main">
              <a:ext uri="{FF2B5EF4-FFF2-40B4-BE49-F238E27FC236}">
                <a16:creationId xmlns:a16="http://schemas.microsoft.com/office/drawing/2014/main" id="{8C74A6F8-A931-4D82-BE34-9DB577D1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dot-field">
            <a:extLst xmlns:a="http://schemas.openxmlformats.org/drawingml/2006/main">
              <a:ext uri="{FF2B5EF4-FFF2-40B4-BE49-F238E27FC236}">
                <a16:creationId xmlns:a16="http://schemas.microsoft.com/office/drawing/2014/main" id="{D030B123-7C04-4108-8C8A-DADFE565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dot-field">
            <a:extLst xmlns:a="http://schemas.openxmlformats.org/drawingml/2006/main">
              <a:ext uri="{FF2B5EF4-FFF2-40B4-BE49-F238E27FC236}">
                <a16:creationId xmlns:a16="http://schemas.microsoft.com/office/drawing/2014/main" id="{379F3845-146E-4F1C-BE02-544072E6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dot-field">
            <a:extLst xmlns:a="http://schemas.openxmlformats.org/drawingml/2006/main">
              <a:ext uri="{FF2B5EF4-FFF2-40B4-BE49-F238E27FC236}">
                <a16:creationId xmlns:a16="http://schemas.microsoft.com/office/drawing/2014/main" id="{A3219971-AB6A-4C38-B56B-43B35574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dot-field">
            <a:extLst xmlns:a="http://schemas.openxmlformats.org/drawingml/2006/main">
              <a:ext uri="{FF2B5EF4-FFF2-40B4-BE49-F238E27FC236}">
                <a16:creationId xmlns:a16="http://schemas.microsoft.com/office/drawing/2014/main" id="{0EECCA24-A4BA-4F08-A4EE-D13E8500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dot-field">
            <a:extLst xmlns:a="http://schemas.openxmlformats.org/drawingml/2006/main">
              <a:ext uri="{FF2B5EF4-FFF2-40B4-BE49-F238E27FC236}">
                <a16:creationId xmlns:a16="http://schemas.microsoft.com/office/drawing/2014/main" id="{E5C9C81E-184D-4301-A3C0-4A09E2DA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dot-field">
            <a:extLst xmlns:a="http://schemas.openxmlformats.org/drawingml/2006/main">
              <a:ext uri="{FF2B5EF4-FFF2-40B4-BE49-F238E27FC236}">
                <a16:creationId xmlns:a16="http://schemas.microsoft.com/office/drawing/2014/main" id="{F250C750-490F-4D00-AEE1-8CED703A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dot-field">
            <a:extLst xmlns:a="http://schemas.openxmlformats.org/drawingml/2006/main">
              <a:ext uri="{FF2B5EF4-FFF2-40B4-BE49-F238E27FC236}">
                <a16:creationId xmlns:a16="http://schemas.microsoft.com/office/drawing/2014/main" id="{A7AD8F7A-3FF1-44D6-AD85-C37C518A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3155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dot-field">
            <a:extLst xmlns:a="http://schemas.openxmlformats.org/drawingml/2006/main">
              <a:ext uri="{FF2B5EF4-FFF2-40B4-BE49-F238E27FC236}">
                <a16:creationId xmlns:a16="http://schemas.microsoft.com/office/drawing/2014/main" id="{4E4F44B4-3DAB-44EE-AF4E-47680E53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261" y="3155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dot-field">
            <a:extLst xmlns:a="http://schemas.openxmlformats.org/drawingml/2006/main">
              <a:ext uri="{FF2B5EF4-FFF2-40B4-BE49-F238E27FC236}">
                <a16:creationId xmlns:a16="http://schemas.microsoft.com/office/drawing/2014/main" id="{F725FB1B-2E7F-48BF-A8CC-2AD88690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061" y="3383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dot-field">
            <a:extLst xmlns:a="http://schemas.openxmlformats.org/drawingml/2006/main">
              <a:ext uri="{FF2B5EF4-FFF2-40B4-BE49-F238E27FC236}">
                <a16:creationId xmlns:a16="http://schemas.microsoft.com/office/drawing/2014/main" id="{DB12531D-7943-4DF6-BFF5-F754F8B5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3383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dot-field">
            <a:extLst xmlns:a="http://schemas.openxmlformats.org/drawingml/2006/main">
              <a:ext uri="{FF2B5EF4-FFF2-40B4-BE49-F238E27FC236}">
                <a16:creationId xmlns:a16="http://schemas.microsoft.com/office/drawing/2014/main" id="{F98711AB-E2F4-4E84-9881-E900722C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0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dot-field">
            <a:extLst xmlns:a="http://schemas.openxmlformats.org/drawingml/2006/main">
              <a:ext uri="{FF2B5EF4-FFF2-40B4-BE49-F238E27FC236}">
                <a16:creationId xmlns:a16="http://schemas.microsoft.com/office/drawing/2014/main" id="{D6A15EB2-A77E-49AE-8B44-B21323CA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dot-field">
            <a:extLst xmlns:a="http://schemas.openxmlformats.org/drawingml/2006/main">
              <a:ext uri="{FF2B5EF4-FFF2-40B4-BE49-F238E27FC236}">
                <a16:creationId xmlns:a16="http://schemas.microsoft.com/office/drawing/2014/main" id="{77B3F76D-EFBE-46C8-8740-EA2BC44E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dot-field">
            <a:extLst xmlns:a="http://schemas.openxmlformats.org/drawingml/2006/main">
              <a:ext uri="{FF2B5EF4-FFF2-40B4-BE49-F238E27FC236}">
                <a16:creationId xmlns:a16="http://schemas.microsoft.com/office/drawing/2014/main" id="{1F2835D0-9A23-4048-93EB-99355071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dot-field">
            <a:extLst xmlns:a="http://schemas.openxmlformats.org/drawingml/2006/main">
              <a:ext uri="{FF2B5EF4-FFF2-40B4-BE49-F238E27FC236}">
                <a16:creationId xmlns:a16="http://schemas.microsoft.com/office/drawing/2014/main" id="{F4188E60-084A-4CF2-9072-8AAF6A95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dot-field">
            <a:extLst xmlns:a="http://schemas.openxmlformats.org/drawingml/2006/main">
              <a:ext uri="{FF2B5EF4-FFF2-40B4-BE49-F238E27FC236}">
                <a16:creationId xmlns:a16="http://schemas.microsoft.com/office/drawing/2014/main" id="{16AEF992-538F-44C4-A347-A581E07D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dot-field">
            <a:extLst xmlns:a="http://schemas.openxmlformats.org/drawingml/2006/main">
              <a:ext uri="{FF2B5EF4-FFF2-40B4-BE49-F238E27FC236}">
                <a16:creationId xmlns:a16="http://schemas.microsoft.com/office/drawing/2014/main" id="{73144C05-B43A-4483-BCBF-7D3BF3C9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dot-field">
            <a:extLst xmlns:a="http://schemas.openxmlformats.org/drawingml/2006/main">
              <a:ext uri="{FF2B5EF4-FFF2-40B4-BE49-F238E27FC236}">
                <a16:creationId xmlns:a16="http://schemas.microsoft.com/office/drawing/2014/main" id="{36625E51-5972-442C-B27F-28678B5D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dot-field">
            <a:extLst xmlns:a="http://schemas.openxmlformats.org/drawingml/2006/main">
              <a:ext uri="{FF2B5EF4-FFF2-40B4-BE49-F238E27FC236}">
                <a16:creationId xmlns:a16="http://schemas.microsoft.com/office/drawing/2014/main" id="{23716BB5-E0E0-48AC-B602-3D3FBC2E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dot-field">
            <a:extLst xmlns:a="http://schemas.openxmlformats.org/drawingml/2006/main">
              <a:ext uri="{FF2B5EF4-FFF2-40B4-BE49-F238E27FC236}">
                <a16:creationId xmlns:a16="http://schemas.microsoft.com/office/drawing/2014/main" id="{6FEFB00A-187E-42CE-86F9-A0DBB6D8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dot-field">
            <a:extLst xmlns:a="http://schemas.openxmlformats.org/drawingml/2006/main">
              <a:ext uri="{FF2B5EF4-FFF2-40B4-BE49-F238E27FC236}">
                <a16:creationId xmlns:a16="http://schemas.microsoft.com/office/drawing/2014/main" id="{D32F62BA-074A-4DD7-B4B0-E5599175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3383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dot-field">
            <a:extLst xmlns:a="http://schemas.openxmlformats.org/drawingml/2006/main">
              <a:ext uri="{FF2B5EF4-FFF2-40B4-BE49-F238E27FC236}">
                <a16:creationId xmlns:a16="http://schemas.microsoft.com/office/drawing/2014/main" id="{3EBD8E7A-43F9-451F-9DC1-E0A62BAE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261" y="3383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dot-field">
            <a:extLst xmlns:a="http://schemas.openxmlformats.org/drawingml/2006/main">
              <a:ext uri="{FF2B5EF4-FFF2-40B4-BE49-F238E27FC236}">
                <a16:creationId xmlns:a16="http://schemas.microsoft.com/office/drawing/2014/main" id="{3EF59E1F-06A2-4433-99C9-A7748BC2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061" y="3612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dot-field">
            <a:extLst xmlns:a="http://schemas.openxmlformats.org/drawingml/2006/main">
              <a:ext uri="{FF2B5EF4-FFF2-40B4-BE49-F238E27FC236}">
                <a16:creationId xmlns:a16="http://schemas.microsoft.com/office/drawing/2014/main" id="{0B71A770-8E68-4299-AC8D-5A719949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3612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dot-field">
            <a:extLst xmlns:a="http://schemas.openxmlformats.org/drawingml/2006/main">
              <a:ext uri="{FF2B5EF4-FFF2-40B4-BE49-F238E27FC236}">
                <a16:creationId xmlns:a16="http://schemas.microsoft.com/office/drawing/2014/main" id="{B60F1119-9221-4803-8B88-71605365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0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dot-field">
            <a:extLst xmlns:a="http://schemas.openxmlformats.org/drawingml/2006/main">
              <a:ext uri="{FF2B5EF4-FFF2-40B4-BE49-F238E27FC236}">
                <a16:creationId xmlns:a16="http://schemas.microsoft.com/office/drawing/2014/main" id="{967F166D-3D63-492E-A286-6D81C2F0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dot-field">
            <a:extLst xmlns:a="http://schemas.openxmlformats.org/drawingml/2006/main">
              <a:ext uri="{FF2B5EF4-FFF2-40B4-BE49-F238E27FC236}">
                <a16:creationId xmlns:a16="http://schemas.microsoft.com/office/drawing/2014/main" id="{EEBDCCBC-B2A2-41F8-8813-2CDEDE38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dot-field">
            <a:extLst xmlns:a="http://schemas.openxmlformats.org/drawingml/2006/main">
              <a:ext uri="{FF2B5EF4-FFF2-40B4-BE49-F238E27FC236}">
                <a16:creationId xmlns:a16="http://schemas.microsoft.com/office/drawing/2014/main" id="{7F9397CE-10B8-416E-A614-B990B110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dot-field">
            <a:extLst xmlns:a="http://schemas.openxmlformats.org/drawingml/2006/main">
              <a:ext uri="{FF2B5EF4-FFF2-40B4-BE49-F238E27FC236}">
                <a16:creationId xmlns:a16="http://schemas.microsoft.com/office/drawing/2014/main" id="{A088CF8A-1AF3-4200-B062-085C29C2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dot-field">
            <a:extLst xmlns:a="http://schemas.openxmlformats.org/drawingml/2006/main">
              <a:ext uri="{FF2B5EF4-FFF2-40B4-BE49-F238E27FC236}">
                <a16:creationId xmlns:a16="http://schemas.microsoft.com/office/drawing/2014/main" id="{33AB2444-3953-4D4D-8071-55CF8C5C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dot-field">
            <a:extLst xmlns:a="http://schemas.openxmlformats.org/drawingml/2006/main">
              <a:ext uri="{FF2B5EF4-FFF2-40B4-BE49-F238E27FC236}">
                <a16:creationId xmlns:a16="http://schemas.microsoft.com/office/drawing/2014/main" id="{4DD8AD87-1C3D-4979-9141-C4E84E6D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dot-field">
            <a:extLst xmlns:a="http://schemas.openxmlformats.org/drawingml/2006/main">
              <a:ext uri="{FF2B5EF4-FFF2-40B4-BE49-F238E27FC236}">
                <a16:creationId xmlns:a16="http://schemas.microsoft.com/office/drawing/2014/main" id="{97FDAC77-CC7C-483E-B7E4-602C54F0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dot-field">
            <a:extLst xmlns:a="http://schemas.openxmlformats.org/drawingml/2006/main">
              <a:ext uri="{FF2B5EF4-FFF2-40B4-BE49-F238E27FC236}">
                <a16:creationId xmlns:a16="http://schemas.microsoft.com/office/drawing/2014/main" id="{E68DFF16-3AA2-4B4A-B3D1-53897C8B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dot-field">
            <a:extLst xmlns:a="http://schemas.openxmlformats.org/drawingml/2006/main">
              <a:ext uri="{FF2B5EF4-FFF2-40B4-BE49-F238E27FC236}">
                <a16:creationId xmlns:a16="http://schemas.microsoft.com/office/drawing/2014/main" id="{DE705D63-B4A4-43B6-9385-6BC02537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dot-field">
            <a:extLst xmlns:a="http://schemas.openxmlformats.org/drawingml/2006/main">
              <a:ext uri="{FF2B5EF4-FFF2-40B4-BE49-F238E27FC236}">
                <a16:creationId xmlns:a16="http://schemas.microsoft.com/office/drawing/2014/main" id="{40C35A7A-056D-4EF0-AB66-6BB00935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3612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dot-field">
            <a:extLst xmlns:a="http://schemas.openxmlformats.org/drawingml/2006/main">
              <a:ext uri="{FF2B5EF4-FFF2-40B4-BE49-F238E27FC236}">
                <a16:creationId xmlns:a16="http://schemas.microsoft.com/office/drawing/2014/main" id="{2DA12B6B-E8FC-4EDB-BEB4-C0B650E0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261" y="3612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dot-field">
            <a:extLst xmlns:a="http://schemas.openxmlformats.org/drawingml/2006/main">
              <a:ext uri="{FF2B5EF4-FFF2-40B4-BE49-F238E27FC236}">
                <a16:creationId xmlns:a16="http://schemas.microsoft.com/office/drawing/2014/main" id="{3582214A-7B68-4439-AF03-4988BBAD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3840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dot-field">
            <a:extLst xmlns:a="http://schemas.openxmlformats.org/drawingml/2006/main">
              <a:ext uri="{FF2B5EF4-FFF2-40B4-BE49-F238E27FC236}">
                <a16:creationId xmlns:a16="http://schemas.microsoft.com/office/drawing/2014/main" id="{FF82E24B-8DE4-48BC-A287-E7017C86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0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dot-field">
            <a:extLst xmlns:a="http://schemas.openxmlformats.org/drawingml/2006/main">
              <a:ext uri="{FF2B5EF4-FFF2-40B4-BE49-F238E27FC236}">
                <a16:creationId xmlns:a16="http://schemas.microsoft.com/office/drawing/2014/main" id="{FB7C8D54-DCEC-4D38-826A-14FF2F2E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dot-field">
            <a:extLst xmlns:a="http://schemas.openxmlformats.org/drawingml/2006/main">
              <a:ext uri="{FF2B5EF4-FFF2-40B4-BE49-F238E27FC236}">
                <a16:creationId xmlns:a16="http://schemas.microsoft.com/office/drawing/2014/main" id="{88629365-0524-4BD5-A709-80F22C0A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dot-field">
            <a:extLst xmlns:a="http://schemas.openxmlformats.org/drawingml/2006/main">
              <a:ext uri="{FF2B5EF4-FFF2-40B4-BE49-F238E27FC236}">
                <a16:creationId xmlns:a16="http://schemas.microsoft.com/office/drawing/2014/main" id="{BE0769EB-182D-4E8C-B12B-F2BFDC82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dot-field">
            <a:extLst xmlns:a="http://schemas.openxmlformats.org/drawingml/2006/main">
              <a:ext uri="{FF2B5EF4-FFF2-40B4-BE49-F238E27FC236}">
                <a16:creationId xmlns:a16="http://schemas.microsoft.com/office/drawing/2014/main" id="{F67F19CB-B221-4DA9-9B58-8AFE367D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dot-field">
            <a:extLst xmlns:a="http://schemas.openxmlformats.org/drawingml/2006/main">
              <a:ext uri="{FF2B5EF4-FFF2-40B4-BE49-F238E27FC236}">
                <a16:creationId xmlns:a16="http://schemas.microsoft.com/office/drawing/2014/main" id="{3902DB9B-98D8-46D2-B403-FC604EBC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dot-field">
            <a:extLst xmlns:a="http://schemas.openxmlformats.org/drawingml/2006/main">
              <a:ext uri="{FF2B5EF4-FFF2-40B4-BE49-F238E27FC236}">
                <a16:creationId xmlns:a16="http://schemas.microsoft.com/office/drawing/2014/main" id="{D485FD47-AF58-4ED3-99EC-4052C6CB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dot-field">
            <a:extLst xmlns:a="http://schemas.openxmlformats.org/drawingml/2006/main">
              <a:ext uri="{FF2B5EF4-FFF2-40B4-BE49-F238E27FC236}">
                <a16:creationId xmlns:a16="http://schemas.microsoft.com/office/drawing/2014/main" id="{5E63DC33-49A0-47AF-9EE1-C06E2001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dot-field">
            <a:extLst xmlns:a="http://schemas.openxmlformats.org/drawingml/2006/main">
              <a:ext uri="{FF2B5EF4-FFF2-40B4-BE49-F238E27FC236}">
                <a16:creationId xmlns:a16="http://schemas.microsoft.com/office/drawing/2014/main" id="{D171AEE1-D24A-43B7-91EB-6638CA2B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dot-field">
            <a:extLst xmlns:a="http://schemas.openxmlformats.org/drawingml/2006/main">
              <a:ext uri="{FF2B5EF4-FFF2-40B4-BE49-F238E27FC236}">
                <a16:creationId xmlns:a16="http://schemas.microsoft.com/office/drawing/2014/main" id="{D566680A-1E8F-4220-92D7-F9D5D3F7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dot-field">
            <a:extLst xmlns:a="http://schemas.openxmlformats.org/drawingml/2006/main">
              <a:ext uri="{FF2B5EF4-FFF2-40B4-BE49-F238E27FC236}">
                <a16:creationId xmlns:a16="http://schemas.microsoft.com/office/drawing/2014/main" id="{46A97D6D-390B-4619-BF61-4ED1A2FB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3840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ot-field">
            <a:extLst xmlns:a="http://schemas.openxmlformats.org/drawingml/2006/main">
              <a:ext uri="{FF2B5EF4-FFF2-40B4-BE49-F238E27FC236}">
                <a16:creationId xmlns:a16="http://schemas.microsoft.com/office/drawing/2014/main" id="{F2F8971E-8B7C-49F1-BE8B-6F39B6748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261" y="3840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dot-field">
            <a:extLst xmlns:a="http://schemas.openxmlformats.org/drawingml/2006/main">
              <a:ext uri="{FF2B5EF4-FFF2-40B4-BE49-F238E27FC236}">
                <a16:creationId xmlns:a16="http://schemas.microsoft.com/office/drawing/2014/main" id="{CCC1A5CF-4FDD-420D-96DF-AA231C84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4069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ot-field">
            <a:extLst xmlns:a="http://schemas.openxmlformats.org/drawingml/2006/main">
              <a:ext uri="{FF2B5EF4-FFF2-40B4-BE49-F238E27FC236}">
                <a16:creationId xmlns:a16="http://schemas.microsoft.com/office/drawing/2014/main" id="{19AB29C6-63FB-4BEE-94D6-64135ED6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4069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dot-field">
            <a:extLst xmlns:a="http://schemas.openxmlformats.org/drawingml/2006/main">
              <a:ext uri="{FF2B5EF4-FFF2-40B4-BE49-F238E27FC236}">
                <a16:creationId xmlns:a16="http://schemas.microsoft.com/office/drawing/2014/main" id="{B8D46D68-0CB0-42F6-BCC1-531217C0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ot-field">
            <a:extLst xmlns:a="http://schemas.openxmlformats.org/drawingml/2006/main">
              <a:ext uri="{FF2B5EF4-FFF2-40B4-BE49-F238E27FC236}">
                <a16:creationId xmlns:a16="http://schemas.microsoft.com/office/drawing/2014/main" id="{11405569-6CCB-4475-A513-5AE583B5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dot-field">
            <a:extLst xmlns:a="http://schemas.openxmlformats.org/drawingml/2006/main">
              <a:ext uri="{FF2B5EF4-FFF2-40B4-BE49-F238E27FC236}">
                <a16:creationId xmlns:a16="http://schemas.microsoft.com/office/drawing/2014/main" id="{FCBB0927-1864-47F5-8697-79ECDFA5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ot-field">
            <a:extLst xmlns:a="http://schemas.openxmlformats.org/drawingml/2006/main">
              <a:ext uri="{FF2B5EF4-FFF2-40B4-BE49-F238E27FC236}">
                <a16:creationId xmlns:a16="http://schemas.microsoft.com/office/drawing/2014/main" id="{2FA37181-386F-4D31-BAE2-B8B082DA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dot-field">
            <a:extLst xmlns:a="http://schemas.openxmlformats.org/drawingml/2006/main">
              <a:ext uri="{FF2B5EF4-FFF2-40B4-BE49-F238E27FC236}">
                <a16:creationId xmlns:a16="http://schemas.microsoft.com/office/drawing/2014/main" id="{C4DC58E1-BF29-44AB-B13B-09069052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ot-field">
            <a:extLst xmlns:a="http://schemas.openxmlformats.org/drawingml/2006/main">
              <a:ext uri="{FF2B5EF4-FFF2-40B4-BE49-F238E27FC236}">
                <a16:creationId xmlns:a16="http://schemas.microsoft.com/office/drawing/2014/main" id="{DA13180C-718B-4577-8415-FA8F7C42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dot-field">
            <a:extLst xmlns:a="http://schemas.openxmlformats.org/drawingml/2006/main">
              <a:ext uri="{FF2B5EF4-FFF2-40B4-BE49-F238E27FC236}">
                <a16:creationId xmlns:a16="http://schemas.microsoft.com/office/drawing/2014/main" id="{2BCC8E5C-5456-4B9A-95E8-ED21E34E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ot-field">
            <a:extLst xmlns:a="http://schemas.openxmlformats.org/drawingml/2006/main">
              <a:ext uri="{FF2B5EF4-FFF2-40B4-BE49-F238E27FC236}">
                <a16:creationId xmlns:a16="http://schemas.microsoft.com/office/drawing/2014/main" id="{0FDE5E3B-19D7-4ABF-B6F9-3B7EEA34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dot-field">
            <a:extLst xmlns:a="http://schemas.openxmlformats.org/drawingml/2006/main">
              <a:ext uri="{FF2B5EF4-FFF2-40B4-BE49-F238E27FC236}">
                <a16:creationId xmlns:a16="http://schemas.microsoft.com/office/drawing/2014/main" id="{C6B9D37F-D5FA-41A5-93EF-36FA517D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ot-field">
            <a:extLst xmlns:a="http://schemas.openxmlformats.org/drawingml/2006/main">
              <a:ext uri="{FF2B5EF4-FFF2-40B4-BE49-F238E27FC236}">
                <a16:creationId xmlns:a16="http://schemas.microsoft.com/office/drawing/2014/main" id="{75471479-F3FC-4D0A-982B-126D22FA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dot-field">
            <a:extLst xmlns:a="http://schemas.openxmlformats.org/drawingml/2006/main">
              <a:ext uri="{FF2B5EF4-FFF2-40B4-BE49-F238E27FC236}">
                <a16:creationId xmlns:a16="http://schemas.microsoft.com/office/drawing/2014/main" id="{4C857F78-2001-4E08-9C83-82C192DB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dot-field">
            <a:extLst xmlns:a="http://schemas.openxmlformats.org/drawingml/2006/main">
              <a:ext uri="{FF2B5EF4-FFF2-40B4-BE49-F238E27FC236}">
                <a16:creationId xmlns:a16="http://schemas.microsoft.com/office/drawing/2014/main" id="{7651262C-F191-4FA1-965E-79C98B83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4069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dot-field">
            <a:extLst xmlns:a="http://schemas.openxmlformats.org/drawingml/2006/main">
              <a:ext uri="{FF2B5EF4-FFF2-40B4-BE49-F238E27FC236}">
                <a16:creationId xmlns:a16="http://schemas.microsoft.com/office/drawing/2014/main" id="{F855E88E-A3E5-4BC3-AC8F-4C259503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4298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dot-field">
            <a:extLst xmlns:a="http://schemas.openxmlformats.org/drawingml/2006/main">
              <a:ext uri="{FF2B5EF4-FFF2-40B4-BE49-F238E27FC236}">
                <a16:creationId xmlns:a16="http://schemas.microsoft.com/office/drawing/2014/main" id="{0FCA6A59-DBB5-4B18-9D03-A4459BEB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4298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dot-field">
            <a:extLst xmlns:a="http://schemas.openxmlformats.org/drawingml/2006/main">
              <a:ext uri="{FF2B5EF4-FFF2-40B4-BE49-F238E27FC236}">
                <a16:creationId xmlns:a16="http://schemas.microsoft.com/office/drawing/2014/main" id="{F7105C50-AD98-4658-B1C0-D5386CC3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dot-field">
            <a:extLst xmlns:a="http://schemas.openxmlformats.org/drawingml/2006/main">
              <a:ext uri="{FF2B5EF4-FFF2-40B4-BE49-F238E27FC236}">
                <a16:creationId xmlns:a16="http://schemas.microsoft.com/office/drawing/2014/main" id="{855916C5-828F-4380-8D34-7E40B451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dot-field">
            <a:extLst xmlns:a="http://schemas.openxmlformats.org/drawingml/2006/main">
              <a:ext uri="{FF2B5EF4-FFF2-40B4-BE49-F238E27FC236}">
                <a16:creationId xmlns:a16="http://schemas.microsoft.com/office/drawing/2014/main" id="{0DA5FFF2-38D0-444F-9D2B-5CB3F85C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ot-field">
            <a:extLst xmlns:a="http://schemas.openxmlformats.org/drawingml/2006/main">
              <a:ext uri="{FF2B5EF4-FFF2-40B4-BE49-F238E27FC236}">
                <a16:creationId xmlns:a16="http://schemas.microsoft.com/office/drawing/2014/main" id="{5EE4EA9F-9882-4117-A696-B050FCFA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dot-field">
            <a:extLst xmlns:a="http://schemas.openxmlformats.org/drawingml/2006/main">
              <a:ext uri="{FF2B5EF4-FFF2-40B4-BE49-F238E27FC236}">
                <a16:creationId xmlns:a16="http://schemas.microsoft.com/office/drawing/2014/main" id="{9B77EA73-3ADF-47A5-8CC4-43D63DF0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ot-field">
            <a:extLst xmlns:a="http://schemas.openxmlformats.org/drawingml/2006/main">
              <a:ext uri="{FF2B5EF4-FFF2-40B4-BE49-F238E27FC236}">
                <a16:creationId xmlns:a16="http://schemas.microsoft.com/office/drawing/2014/main" id="{A6D4479C-55FC-4E38-9795-5735E722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dot-field">
            <a:extLst xmlns:a="http://schemas.openxmlformats.org/drawingml/2006/main">
              <a:ext uri="{FF2B5EF4-FFF2-40B4-BE49-F238E27FC236}">
                <a16:creationId xmlns:a16="http://schemas.microsoft.com/office/drawing/2014/main" id="{6EE1312F-60F3-4AF9-9953-3268F9E3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ot-field">
            <a:extLst xmlns:a="http://schemas.openxmlformats.org/drawingml/2006/main">
              <a:ext uri="{FF2B5EF4-FFF2-40B4-BE49-F238E27FC236}">
                <a16:creationId xmlns:a16="http://schemas.microsoft.com/office/drawing/2014/main" id="{B465D182-7409-41E2-9F99-B27F9A11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dot-field">
            <a:extLst xmlns:a="http://schemas.openxmlformats.org/drawingml/2006/main">
              <a:ext uri="{FF2B5EF4-FFF2-40B4-BE49-F238E27FC236}">
                <a16:creationId xmlns:a16="http://schemas.microsoft.com/office/drawing/2014/main" id="{9CD97361-F2F8-42E4-BB9D-3F3E67C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ot-field">
            <a:extLst xmlns:a="http://schemas.openxmlformats.org/drawingml/2006/main">
              <a:ext uri="{FF2B5EF4-FFF2-40B4-BE49-F238E27FC236}">
                <a16:creationId xmlns:a16="http://schemas.microsoft.com/office/drawing/2014/main" id="{8D67F5F2-455F-4C27-BCC2-CA3C41ED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dot-field">
            <a:extLst xmlns:a="http://schemas.openxmlformats.org/drawingml/2006/main">
              <a:ext uri="{FF2B5EF4-FFF2-40B4-BE49-F238E27FC236}">
                <a16:creationId xmlns:a16="http://schemas.microsoft.com/office/drawing/2014/main" id="{5B7AD607-148B-4D11-B20B-81405F66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ot-field">
            <a:extLst xmlns:a="http://schemas.openxmlformats.org/drawingml/2006/main">
              <a:ext uri="{FF2B5EF4-FFF2-40B4-BE49-F238E27FC236}">
                <a16:creationId xmlns:a16="http://schemas.microsoft.com/office/drawing/2014/main" id="{5317003C-5033-4982-AF14-14499013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dot-field">
            <a:extLst xmlns:a="http://schemas.openxmlformats.org/drawingml/2006/main">
              <a:ext uri="{FF2B5EF4-FFF2-40B4-BE49-F238E27FC236}">
                <a16:creationId xmlns:a16="http://schemas.microsoft.com/office/drawing/2014/main" id="{7C9E8362-7C50-493E-9DE6-78AE6BF1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061" y="4298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ot-field">
            <a:extLst xmlns:a="http://schemas.openxmlformats.org/drawingml/2006/main">
              <a:ext uri="{FF2B5EF4-FFF2-40B4-BE49-F238E27FC236}">
                <a16:creationId xmlns:a16="http://schemas.microsoft.com/office/drawing/2014/main" id="{36F7973C-43F4-42B9-9ECE-E21E2C30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4298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dot-field">
            <a:extLst xmlns:a="http://schemas.openxmlformats.org/drawingml/2006/main">
              <a:ext uri="{FF2B5EF4-FFF2-40B4-BE49-F238E27FC236}">
                <a16:creationId xmlns:a16="http://schemas.microsoft.com/office/drawing/2014/main" id="{426FB818-7948-494A-9EFE-DAE5C0E7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4526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dot-field">
            <a:extLst xmlns:a="http://schemas.openxmlformats.org/drawingml/2006/main">
              <a:ext uri="{FF2B5EF4-FFF2-40B4-BE49-F238E27FC236}">
                <a16:creationId xmlns:a16="http://schemas.microsoft.com/office/drawing/2014/main" id="{BB205A45-E183-44AD-B8D4-531C01E4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61" y="4526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dot-field">
            <a:extLst xmlns:a="http://schemas.openxmlformats.org/drawingml/2006/main">
              <a:ext uri="{FF2B5EF4-FFF2-40B4-BE49-F238E27FC236}">
                <a16:creationId xmlns:a16="http://schemas.microsoft.com/office/drawing/2014/main" id="{DC84DE88-3D99-4432-94C5-FC471829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dot-field">
            <a:extLst xmlns:a="http://schemas.openxmlformats.org/drawingml/2006/main">
              <a:ext uri="{FF2B5EF4-FFF2-40B4-BE49-F238E27FC236}">
                <a16:creationId xmlns:a16="http://schemas.microsoft.com/office/drawing/2014/main" id="{9C30049F-BFCA-44E8-918D-6204FF354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dot-field">
            <a:extLst xmlns:a="http://schemas.openxmlformats.org/drawingml/2006/main">
              <a:ext uri="{FF2B5EF4-FFF2-40B4-BE49-F238E27FC236}">
                <a16:creationId xmlns:a16="http://schemas.microsoft.com/office/drawing/2014/main" id="{ACB08F96-EBB1-405C-9750-FBFFB39D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dot-field">
            <a:extLst xmlns:a="http://schemas.openxmlformats.org/drawingml/2006/main">
              <a:ext uri="{FF2B5EF4-FFF2-40B4-BE49-F238E27FC236}">
                <a16:creationId xmlns:a16="http://schemas.microsoft.com/office/drawing/2014/main" id="{1D207512-8B9F-4A35-A736-FCF1B961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dot-field">
            <a:extLst xmlns:a="http://schemas.openxmlformats.org/drawingml/2006/main">
              <a:ext uri="{FF2B5EF4-FFF2-40B4-BE49-F238E27FC236}">
                <a16:creationId xmlns:a16="http://schemas.microsoft.com/office/drawing/2014/main" id="{E388EB4D-EFF4-4777-8ABC-E5BCAD8C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dot-field">
            <a:extLst xmlns:a="http://schemas.openxmlformats.org/drawingml/2006/main">
              <a:ext uri="{FF2B5EF4-FFF2-40B4-BE49-F238E27FC236}">
                <a16:creationId xmlns:a16="http://schemas.microsoft.com/office/drawing/2014/main" id="{4C60A477-A34C-4588-94FD-0498195D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dot-field">
            <a:extLst xmlns:a="http://schemas.openxmlformats.org/drawingml/2006/main">
              <a:ext uri="{FF2B5EF4-FFF2-40B4-BE49-F238E27FC236}">
                <a16:creationId xmlns:a16="http://schemas.microsoft.com/office/drawing/2014/main" id="{16390FB8-F5E8-4C41-92A2-05828B70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dot-field">
            <a:extLst xmlns:a="http://schemas.openxmlformats.org/drawingml/2006/main">
              <a:ext uri="{FF2B5EF4-FFF2-40B4-BE49-F238E27FC236}">
                <a16:creationId xmlns:a16="http://schemas.microsoft.com/office/drawing/2014/main" id="{37685AF4-EC0C-4E42-8FDB-A8CE0F54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dot-field">
            <a:extLst xmlns:a="http://schemas.openxmlformats.org/drawingml/2006/main">
              <a:ext uri="{FF2B5EF4-FFF2-40B4-BE49-F238E27FC236}">
                <a16:creationId xmlns:a16="http://schemas.microsoft.com/office/drawing/2014/main" id="{CA8D51BF-DCFA-4476-815E-ADE0F756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dot-field">
            <a:extLst xmlns:a="http://schemas.openxmlformats.org/drawingml/2006/main">
              <a:ext uri="{FF2B5EF4-FFF2-40B4-BE49-F238E27FC236}">
                <a16:creationId xmlns:a16="http://schemas.microsoft.com/office/drawing/2014/main" id="{5FA1A1B1-4E7F-43F6-BEEB-57E6DF81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dot-field">
            <a:extLst xmlns:a="http://schemas.openxmlformats.org/drawingml/2006/main">
              <a:ext uri="{FF2B5EF4-FFF2-40B4-BE49-F238E27FC236}">
                <a16:creationId xmlns:a16="http://schemas.microsoft.com/office/drawing/2014/main" id="{581F9C1B-0754-4269-B21B-2644D696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dot-field">
            <a:extLst xmlns:a="http://schemas.openxmlformats.org/drawingml/2006/main">
              <a:ext uri="{FF2B5EF4-FFF2-40B4-BE49-F238E27FC236}">
                <a16:creationId xmlns:a16="http://schemas.microsoft.com/office/drawing/2014/main" id="{DC5DAD28-3C24-4751-A90F-A1CEA88A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dot-field">
            <a:extLst xmlns:a="http://schemas.openxmlformats.org/drawingml/2006/main">
              <a:ext uri="{FF2B5EF4-FFF2-40B4-BE49-F238E27FC236}">
                <a16:creationId xmlns:a16="http://schemas.microsoft.com/office/drawing/2014/main" id="{82BE8DA5-FB81-4268-892D-4AD01001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dot-field">
            <a:extLst xmlns:a="http://schemas.openxmlformats.org/drawingml/2006/main">
              <a:ext uri="{FF2B5EF4-FFF2-40B4-BE49-F238E27FC236}">
                <a16:creationId xmlns:a16="http://schemas.microsoft.com/office/drawing/2014/main" id="{AEC721D2-65EA-4D0C-B57F-3BAEBF12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dot-field">
            <a:extLst xmlns:a="http://schemas.openxmlformats.org/drawingml/2006/main">
              <a:ext uri="{FF2B5EF4-FFF2-40B4-BE49-F238E27FC236}">
                <a16:creationId xmlns:a16="http://schemas.microsoft.com/office/drawing/2014/main" id="{BBDD4D34-E8B8-44CB-BB76-4E9B3E63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dot-field">
            <a:extLst xmlns:a="http://schemas.openxmlformats.org/drawingml/2006/main">
              <a:ext uri="{FF2B5EF4-FFF2-40B4-BE49-F238E27FC236}">
                <a16:creationId xmlns:a16="http://schemas.microsoft.com/office/drawing/2014/main" id="{EAF6C502-1644-4690-8BB6-B9DB5776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dot-field">
            <a:extLst xmlns:a="http://schemas.openxmlformats.org/drawingml/2006/main">
              <a:ext uri="{FF2B5EF4-FFF2-40B4-BE49-F238E27FC236}">
                <a16:creationId xmlns:a16="http://schemas.microsoft.com/office/drawing/2014/main" id="{100817C6-E403-4282-B005-2B64D29B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061" y="4526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dot-field">
            <a:extLst xmlns:a="http://schemas.openxmlformats.org/drawingml/2006/main">
              <a:ext uri="{FF2B5EF4-FFF2-40B4-BE49-F238E27FC236}">
                <a16:creationId xmlns:a16="http://schemas.microsoft.com/office/drawing/2014/main" id="{968943C6-A652-4EC0-ACEB-9249D1AC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4526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dot-field">
            <a:extLst xmlns:a="http://schemas.openxmlformats.org/drawingml/2006/main">
              <a:ext uri="{FF2B5EF4-FFF2-40B4-BE49-F238E27FC236}">
                <a16:creationId xmlns:a16="http://schemas.microsoft.com/office/drawing/2014/main" id="{A6228BE2-6AE6-4BAD-80D3-19DEB03F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4755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dot-field">
            <a:extLst xmlns:a="http://schemas.openxmlformats.org/drawingml/2006/main">
              <a:ext uri="{FF2B5EF4-FFF2-40B4-BE49-F238E27FC236}">
                <a16:creationId xmlns:a16="http://schemas.microsoft.com/office/drawing/2014/main" id="{3A17B14B-F526-480D-83EF-37822BA7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61" y="4755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dot-field">
            <a:extLst xmlns:a="http://schemas.openxmlformats.org/drawingml/2006/main">
              <a:ext uri="{FF2B5EF4-FFF2-40B4-BE49-F238E27FC236}">
                <a16:creationId xmlns:a16="http://schemas.microsoft.com/office/drawing/2014/main" id="{17B9B0E8-B5D5-408A-9FBB-39C42B7B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dot-field">
            <a:extLst xmlns:a="http://schemas.openxmlformats.org/drawingml/2006/main">
              <a:ext uri="{FF2B5EF4-FFF2-40B4-BE49-F238E27FC236}">
                <a16:creationId xmlns:a16="http://schemas.microsoft.com/office/drawing/2014/main" id="{DCBD8239-2BC5-4D18-B8D0-A1985033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dot-field">
            <a:extLst xmlns:a="http://schemas.openxmlformats.org/drawingml/2006/main">
              <a:ext uri="{FF2B5EF4-FFF2-40B4-BE49-F238E27FC236}">
                <a16:creationId xmlns:a16="http://schemas.microsoft.com/office/drawing/2014/main" id="{35248157-55A2-495F-B1FA-C669CDD9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dot-field">
            <a:extLst xmlns:a="http://schemas.openxmlformats.org/drawingml/2006/main">
              <a:ext uri="{FF2B5EF4-FFF2-40B4-BE49-F238E27FC236}">
                <a16:creationId xmlns:a16="http://schemas.microsoft.com/office/drawing/2014/main" id="{DC1DFECC-2FCF-462D-BC75-90439CA1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dot-field">
            <a:extLst xmlns:a="http://schemas.openxmlformats.org/drawingml/2006/main">
              <a:ext uri="{FF2B5EF4-FFF2-40B4-BE49-F238E27FC236}">
                <a16:creationId xmlns:a16="http://schemas.microsoft.com/office/drawing/2014/main" id="{E7EC6C0B-FA57-486C-9FAA-CD495779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dot-field">
            <a:extLst xmlns:a="http://schemas.openxmlformats.org/drawingml/2006/main">
              <a:ext uri="{FF2B5EF4-FFF2-40B4-BE49-F238E27FC236}">
                <a16:creationId xmlns:a16="http://schemas.microsoft.com/office/drawing/2014/main" id="{00ACE463-A195-458B-A502-FF017B82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dot-field">
            <a:extLst xmlns:a="http://schemas.openxmlformats.org/drawingml/2006/main">
              <a:ext uri="{FF2B5EF4-FFF2-40B4-BE49-F238E27FC236}">
                <a16:creationId xmlns:a16="http://schemas.microsoft.com/office/drawing/2014/main" id="{37F0CA1E-D446-48F0-8E0A-8D541F83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dot-field">
            <a:extLst xmlns:a="http://schemas.openxmlformats.org/drawingml/2006/main">
              <a:ext uri="{FF2B5EF4-FFF2-40B4-BE49-F238E27FC236}">
                <a16:creationId xmlns:a16="http://schemas.microsoft.com/office/drawing/2014/main" id="{10FE0EF5-738F-4A11-80CA-BC08F1A2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dot-field">
            <a:extLst xmlns:a="http://schemas.openxmlformats.org/drawingml/2006/main">
              <a:ext uri="{FF2B5EF4-FFF2-40B4-BE49-F238E27FC236}">
                <a16:creationId xmlns:a16="http://schemas.microsoft.com/office/drawing/2014/main" id="{7BF1BC0C-45BE-426B-9D64-1F25EB1D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dot-field">
            <a:extLst xmlns:a="http://schemas.openxmlformats.org/drawingml/2006/main">
              <a:ext uri="{FF2B5EF4-FFF2-40B4-BE49-F238E27FC236}">
                <a16:creationId xmlns:a16="http://schemas.microsoft.com/office/drawing/2014/main" id="{E4C8CC18-2AC1-440E-A0E7-5EFFBBD3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dot-field">
            <a:extLst xmlns:a="http://schemas.openxmlformats.org/drawingml/2006/main">
              <a:ext uri="{FF2B5EF4-FFF2-40B4-BE49-F238E27FC236}">
                <a16:creationId xmlns:a16="http://schemas.microsoft.com/office/drawing/2014/main" id="{4D421502-2ED9-4CB7-BE37-D4B54B56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dot-field">
            <a:extLst xmlns:a="http://schemas.openxmlformats.org/drawingml/2006/main">
              <a:ext uri="{FF2B5EF4-FFF2-40B4-BE49-F238E27FC236}">
                <a16:creationId xmlns:a16="http://schemas.microsoft.com/office/drawing/2014/main" id="{1A1BFBF9-A429-42FD-A678-08AAB8CE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dot-field">
            <a:extLst xmlns:a="http://schemas.openxmlformats.org/drawingml/2006/main">
              <a:ext uri="{FF2B5EF4-FFF2-40B4-BE49-F238E27FC236}">
                <a16:creationId xmlns:a16="http://schemas.microsoft.com/office/drawing/2014/main" id="{739FB267-0C4D-4A60-82CD-07004119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dot-field">
            <a:extLst xmlns:a="http://schemas.openxmlformats.org/drawingml/2006/main">
              <a:ext uri="{FF2B5EF4-FFF2-40B4-BE49-F238E27FC236}">
                <a16:creationId xmlns:a16="http://schemas.microsoft.com/office/drawing/2014/main" id="{812D944C-4233-472B-B6E8-3846F781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dot-field">
            <a:extLst xmlns:a="http://schemas.openxmlformats.org/drawingml/2006/main">
              <a:ext uri="{FF2B5EF4-FFF2-40B4-BE49-F238E27FC236}">
                <a16:creationId xmlns:a16="http://schemas.microsoft.com/office/drawing/2014/main" id="{C2A46BC9-0171-4B26-8DBA-D95BE236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dot-field">
            <a:extLst xmlns:a="http://schemas.openxmlformats.org/drawingml/2006/main">
              <a:ext uri="{FF2B5EF4-FFF2-40B4-BE49-F238E27FC236}">
                <a16:creationId xmlns:a16="http://schemas.microsoft.com/office/drawing/2014/main" id="{27A28197-C003-4F8B-9CA0-E632C834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461" y="4755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dot-field">
            <a:extLst xmlns:a="http://schemas.openxmlformats.org/drawingml/2006/main">
              <a:ext uri="{FF2B5EF4-FFF2-40B4-BE49-F238E27FC236}">
                <a16:creationId xmlns:a16="http://schemas.microsoft.com/office/drawing/2014/main" id="{8E657FDE-A4DC-49D9-835E-97A739E8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061" y="4755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dot-field">
            <a:extLst xmlns:a="http://schemas.openxmlformats.org/drawingml/2006/main">
              <a:ext uri="{FF2B5EF4-FFF2-40B4-BE49-F238E27FC236}">
                <a16:creationId xmlns:a16="http://schemas.microsoft.com/office/drawing/2014/main" id="{56FFA20A-8247-431C-987F-CF46559F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61" y="4983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dot-field">
            <a:extLst xmlns:a="http://schemas.openxmlformats.org/drawingml/2006/main">
              <a:ext uri="{FF2B5EF4-FFF2-40B4-BE49-F238E27FC236}">
                <a16:creationId xmlns:a16="http://schemas.microsoft.com/office/drawing/2014/main" id="{6878B77F-D90A-4E96-B522-2CBD8E4F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461" y="4983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dot-field">
            <a:extLst xmlns:a="http://schemas.openxmlformats.org/drawingml/2006/main">
              <a:ext uri="{FF2B5EF4-FFF2-40B4-BE49-F238E27FC236}">
                <a16:creationId xmlns:a16="http://schemas.microsoft.com/office/drawing/2014/main" id="{5CDC510A-5E67-4E53-A02A-607EBE53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dot-field">
            <a:extLst xmlns:a="http://schemas.openxmlformats.org/drawingml/2006/main">
              <a:ext uri="{FF2B5EF4-FFF2-40B4-BE49-F238E27FC236}">
                <a16:creationId xmlns:a16="http://schemas.microsoft.com/office/drawing/2014/main" id="{64B57DB9-3901-4877-8DAA-0DDF1260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dot-field">
            <a:extLst xmlns:a="http://schemas.openxmlformats.org/drawingml/2006/main">
              <a:ext uri="{FF2B5EF4-FFF2-40B4-BE49-F238E27FC236}">
                <a16:creationId xmlns:a16="http://schemas.microsoft.com/office/drawing/2014/main" id="{A9DF5D26-11B5-4CDC-9669-6D126075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dot-field">
            <a:extLst xmlns:a="http://schemas.openxmlformats.org/drawingml/2006/main">
              <a:ext uri="{FF2B5EF4-FFF2-40B4-BE49-F238E27FC236}">
                <a16:creationId xmlns:a16="http://schemas.microsoft.com/office/drawing/2014/main" id="{67E830D9-BE58-4BC2-AE57-8A8A5B4E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dot-field">
            <a:extLst xmlns:a="http://schemas.openxmlformats.org/drawingml/2006/main">
              <a:ext uri="{FF2B5EF4-FFF2-40B4-BE49-F238E27FC236}">
                <a16:creationId xmlns:a16="http://schemas.microsoft.com/office/drawing/2014/main" id="{A52DDD6E-E460-46CF-8B44-91592D03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dot-field">
            <a:extLst xmlns:a="http://schemas.openxmlformats.org/drawingml/2006/main">
              <a:ext uri="{FF2B5EF4-FFF2-40B4-BE49-F238E27FC236}">
                <a16:creationId xmlns:a16="http://schemas.microsoft.com/office/drawing/2014/main" id="{9EACBA36-25A1-4577-8E46-D9ABFC9F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dot-field">
            <a:extLst xmlns:a="http://schemas.openxmlformats.org/drawingml/2006/main">
              <a:ext uri="{FF2B5EF4-FFF2-40B4-BE49-F238E27FC236}">
                <a16:creationId xmlns:a16="http://schemas.microsoft.com/office/drawing/2014/main" id="{86CC8799-23E7-426B-BA13-CB8D5DEE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dot-field">
            <a:extLst xmlns:a="http://schemas.openxmlformats.org/drawingml/2006/main">
              <a:ext uri="{FF2B5EF4-FFF2-40B4-BE49-F238E27FC236}">
                <a16:creationId xmlns:a16="http://schemas.microsoft.com/office/drawing/2014/main" id="{99AD7ED4-0225-428B-8926-8D7D652D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dot-field">
            <a:extLst xmlns:a="http://schemas.openxmlformats.org/drawingml/2006/main">
              <a:ext uri="{FF2B5EF4-FFF2-40B4-BE49-F238E27FC236}">
                <a16:creationId xmlns:a16="http://schemas.microsoft.com/office/drawing/2014/main" id="{53E276F0-0981-42F7-AE65-15B26C7E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dot-field">
            <a:extLst xmlns:a="http://schemas.openxmlformats.org/drawingml/2006/main">
              <a:ext uri="{FF2B5EF4-FFF2-40B4-BE49-F238E27FC236}">
                <a16:creationId xmlns:a16="http://schemas.microsoft.com/office/drawing/2014/main" id="{FC11FB16-5A85-4A58-B089-C08EE732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dot-field">
            <a:extLst xmlns:a="http://schemas.openxmlformats.org/drawingml/2006/main">
              <a:ext uri="{FF2B5EF4-FFF2-40B4-BE49-F238E27FC236}">
                <a16:creationId xmlns:a16="http://schemas.microsoft.com/office/drawing/2014/main" id="{BB178E50-A3D2-42E5-81EF-E96A7717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dot-field">
            <a:extLst xmlns:a="http://schemas.openxmlformats.org/drawingml/2006/main">
              <a:ext uri="{FF2B5EF4-FFF2-40B4-BE49-F238E27FC236}">
                <a16:creationId xmlns:a16="http://schemas.microsoft.com/office/drawing/2014/main" id="{2708B933-77F2-4334-BB58-6034EB96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dot-field">
            <a:extLst xmlns:a="http://schemas.openxmlformats.org/drawingml/2006/main">
              <a:ext uri="{FF2B5EF4-FFF2-40B4-BE49-F238E27FC236}">
                <a16:creationId xmlns:a16="http://schemas.microsoft.com/office/drawing/2014/main" id="{73BACF14-EAB6-4CCC-A878-D42C1D3D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dot-field">
            <a:extLst xmlns:a="http://schemas.openxmlformats.org/drawingml/2006/main">
              <a:ext uri="{FF2B5EF4-FFF2-40B4-BE49-F238E27FC236}">
                <a16:creationId xmlns:a16="http://schemas.microsoft.com/office/drawing/2014/main" id="{8CEC6AFB-289C-450E-BF95-A94575C1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861" y="4983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dot-field">
            <a:extLst xmlns:a="http://schemas.openxmlformats.org/drawingml/2006/main">
              <a:ext uri="{FF2B5EF4-FFF2-40B4-BE49-F238E27FC236}">
                <a16:creationId xmlns:a16="http://schemas.microsoft.com/office/drawing/2014/main" id="{E6F1CBEE-284E-412D-9EF9-1E61A290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461" y="4983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dot-field">
            <a:extLst xmlns:a="http://schemas.openxmlformats.org/drawingml/2006/main">
              <a:ext uri="{FF2B5EF4-FFF2-40B4-BE49-F238E27FC236}">
                <a16:creationId xmlns:a16="http://schemas.microsoft.com/office/drawing/2014/main" id="{9E0D5343-91BF-4513-A513-6F350B93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461" y="5212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dot-field">
            <a:extLst xmlns:a="http://schemas.openxmlformats.org/drawingml/2006/main">
              <a:ext uri="{FF2B5EF4-FFF2-40B4-BE49-F238E27FC236}">
                <a16:creationId xmlns:a16="http://schemas.microsoft.com/office/drawing/2014/main" id="{D362DA60-7797-4423-993E-15299B3B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061" y="5212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dot-field">
            <a:extLst xmlns:a="http://schemas.openxmlformats.org/drawingml/2006/main">
              <a:ext uri="{FF2B5EF4-FFF2-40B4-BE49-F238E27FC236}">
                <a16:creationId xmlns:a16="http://schemas.microsoft.com/office/drawing/2014/main" id="{30696711-86B5-4335-87E4-0FBF3EB4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dot-field">
            <a:extLst xmlns:a="http://schemas.openxmlformats.org/drawingml/2006/main">
              <a:ext uri="{FF2B5EF4-FFF2-40B4-BE49-F238E27FC236}">
                <a16:creationId xmlns:a16="http://schemas.microsoft.com/office/drawing/2014/main" id="{612519D9-5EC1-4331-81F0-2D83F75B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dot-field">
            <a:extLst xmlns:a="http://schemas.openxmlformats.org/drawingml/2006/main">
              <a:ext uri="{FF2B5EF4-FFF2-40B4-BE49-F238E27FC236}">
                <a16:creationId xmlns:a16="http://schemas.microsoft.com/office/drawing/2014/main" id="{6F731BCE-0215-4F1A-8023-EEF1E695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dot-field">
            <a:extLst xmlns:a="http://schemas.openxmlformats.org/drawingml/2006/main">
              <a:ext uri="{FF2B5EF4-FFF2-40B4-BE49-F238E27FC236}">
                <a16:creationId xmlns:a16="http://schemas.microsoft.com/office/drawing/2014/main" id="{9A8FEA1B-4252-4FF4-ABAF-8D6139C7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dot-field">
            <a:extLst xmlns:a="http://schemas.openxmlformats.org/drawingml/2006/main">
              <a:ext uri="{FF2B5EF4-FFF2-40B4-BE49-F238E27FC236}">
                <a16:creationId xmlns:a16="http://schemas.microsoft.com/office/drawing/2014/main" id="{EA4E5096-EF71-47D8-A9B6-FEFDA704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dot-field">
            <a:extLst xmlns:a="http://schemas.openxmlformats.org/drawingml/2006/main">
              <a:ext uri="{FF2B5EF4-FFF2-40B4-BE49-F238E27FC236}">
                <a16:creationId xmlns:a16="http://schemas.microsoft.com/office/drawing/2014/main" id="{E33B0685-70AA-4DC5-B08A-71430FA5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dot-field">
            <a:extLst xmlns:a="http://schemas.openxmlformats.org/drawingml/2006/main">
              <a:ext uri="{FF2B5EF4-FFF2-40B4-BE49-F238E27FC236}">
                <a16:creationId xmlns:a16="http://schemas.microsoft.com/office/drawing/2014/main" id="{FB66E38A-3E44-4F77-8785-5C1B6114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dot-field">
            <a:extLst xmlns:a="http://schemas.openxmlformats.org/drawingml/2006/main">
              <a:ext uri="{FF2B5EF4-FFF2-40B4-BE49-F238E27FC236}">
                <a16:creationId xmlns:a16="http://schemas.microsoft.com/office/drawing/2014/main" id="{1F5883A0-9D32-46D4-A32B-D5C1B9A1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dot-field">
            <a:extLst xmlns:a="http://schemas.openxmlformats.org/drawingml/2006/main">
              <a:ext uri="{FF2B5EF4-FFF2-40B4-BE49-F238E27FC236}">
                <a16:creationId xmlns:a16="http://schemas.microsoft.com/office/drawing/2014/main" id="{326670CA-FCFD-44C8-9B5D-94EEED7E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dot-field">
            <a:extLst xmlns:a="http://schemas.openxmlformats.org/drawingml/2006/main">
              <a:ext uri="{FF2B5EF4-FFF2-40B4-BE49-F238E27FC236}">
                <a16:creationId xmlns:a16="http://schemas.microsoft.com/office/drawing/2014/main" id="{D6B53797-8253-4415-B719-E06C9525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dot-field">
            <a:extLst xmlns:a="http://schemas.openxmlformats.org/drawingml/2006/main">
              <a:ext uri="{FF2B5EF4-FFF2-40B4-BE49-F238E27FC236}">
                <a16:creationId xmlns:a16="http://schemas.microsoft.com/office/drawing/2014/main" id="{F88F226A-D825-433E-8916-1B7A599B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dot-field">
            <a:extLst xmlns:a="http://schemas.openxmlformats.org/drawingml/2006/main">
              <a:ext uri="{FF2B5EF4-FFF2-40B4-BE49-F238E27FC236}">
                <a16:creationId xmlns:a16="http://schemas.microsoft.com/office/drawing/2014/main" id="{479E09B4-636C-4FA8-BE1B-E817DF85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261" y="5212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dot-field">
            <a:extLst xmlns:a="http://schemas.openxmlformats.org/drawingml/2006/main">
              <a:ext uri="{FF2B5EF4-FFF2-40B4-BE49-F238E27FC236}">
                <a16:creationId xmlns:a16="http://schemas.microsoft.com/office/drawing/2014/main" id="{9A575197-184D-450A-BE8D-3E9FC4D8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861" y="5212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dot-field">
            <a:extLst xmlns:a="http://schemas.openxmlformats.org/drawingml/2006/main">
              <a:ext uri="{FF2B5EF4-FFF2-40B4-BE49-F238E27FC236}">
                <a16:creationId xmlns:a16="http://schemas.microsoft.com/office/drawing/2014/main" id="{475D5E1A-0841-435A-9690-B8BECF3C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461" y="5212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dot-field">
            <a:extLst xmlns:a="http://schemas.openxmlformats.org/drawingml/2006/main">
              <a:ext uri="{FF2B5EF4-FFF2-40B4-BE49-F238E27FC236}">
                <a16:creationId xmlns:a16="http://schemas.microsoft.com/office/drawing/2014/main" id="{113A09FE-BF04-4F40-8E23-1C96C618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061" y="5441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dot-field">
            <a:extLst xmlns:a="http://schemas.openxmlformats.org/drawingml/2006/main">
              <a:ext uri="{FF2B5EF4-FFF2-40B4-BE49-F238E27FC236}">
                <a16:creationId xmlns:a16="http://schemas.microsoft.com/office/drawing/2014/main" id="{0CD568B6-7D68-413B-AEB0-973F411E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61" y="5441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dot-field">
            <a:extLst xmlns:a="http://schemas.openxmlformats.org/drawingml/2006/main">
              <a:ext uri="{FF2B5EF4-FFF2-40B4-BE49-F238E27FC236}">
                <a16:creationId xmlns:a16="http://schemas.microsoft.com/office/drawing/2014/main" id="{D19A3EDA-ABEE-4FE2-A0C3-AEE7FA00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261" y="5441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dot-field">
            <a:extLst xmlns:a="http://schemas.openxmlformats.org/drawingml/2006/main">
              <a:ext uri="{FF2B5EF4-FFF2-40B4-BE49-F238E27FC236}">
                <a16:creationId xmlns:a16="http://schemas.microsoft.com/office/drawing/2014/main" id="{189AAE02-1ECC-4237-914E-A6523F39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dot-field">
            <a:extLst xmlns:a="http://schemas.openxmlformats.org/drawingml/2006/main">
              <a:ext uri="{FF2B5EF4-FFF2-40B4-BE49-F238E27FC236}">
                <a16:creationId xmlns:a16="http://schemas.microsoft.com/office/drawing/2014/main" id="{40F00C85-5925-498A-A765-2740C9BE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dot-field">
            <a:extLst xmlns:a="http://schemas.openxmlformats.org/drawingml/2006/main">
              <a:ext uri="{FF2B5EF4-FFF2-40B4-BE49-F238E27FC236}">
                <a16:creationId xmlns:a16="http://schemas.microsoft.com/office/drawing/2014/main" id="{CE66CEC6-AC80-482B-9664-614DF61B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dot-field">
            <a:extLst xmlns:a="http://schemas.openxmlformats.org/drawingml/2006/main">
              <a:ext uri="{FF2B5EF4-FFF2-40B4-BE49-F238E27FC236}">
                <a16:creationId xmlns:a16="http://schemas.microsoft.com/office/drawing/2014/main" id="{FF5BC4C7-AFE6-4AB3-BE93-A3A26694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dot-field">
            <a:extLst xmlns:a="http://schemas.openxmlformats.org/drawingml/2006/main">
              <a:ext uri="{FF2B5EF4-FFF2-40B4-BE49-F238E27FC236}">
                <a16:creationId xmlns:a16="http://schemas.microsoft.com/office/drawing/2014/main" id="{A32BE94E-D17F-486D-82A9-1BF3DB2D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dot-field">
            <a:extLst xmlns:a="http://schemas.openxmlformats.org/drawingml/2006/main">
              <a:ext uri="{FF2B5EF4-FFF2-40B4-BE49-F238E27FC236}">
                <a16:creationId xmlns:a16="http://schemas.microsoft.com/office/drawing/2014/main" id="{1D32F896-C5DD-49E4-805B-222CE0E5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dot-field">
            <a:extLst xmlns:a="http://schemas.openxmlformats.org/drawingml/2006/main">
              <a:ext uri="{FF2B5EF4-FFF2-40B4-BE49-F238E27FC236}">
                <a16:creationId xmlns:a16="http://schemas.microsoft.com/office/drawing/2014/main" id="{0557B673-33B0-4E13-86CD-2416E726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dot-field">
            <a:extLst xmlns:a="http://schemas.openxmlformats.org/drawingml/2006/main">
              <a:ext uri="{FF2B5EF4-FFF2-40B4-BE49-F238E27FC236}">
                <a16:creationId xmlns:a16="http://schemas.microsoft.com/office/drawing/2014/main" id="{94DFE274-BD48-4404-A53B-9D173BC2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061" y="5441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dot-field">
            <a:extLst xmlns:a="http://schemas.openxmlformats.org/drawingml/2006/main">
              <a:ext uri="{FF2B5EF4-FFF2-40B4-BE49-F238E27FC236}">
                <a16:creationId xmlns:a16="http://schemas.microsoft.com/office/drawing/2014/main" id="{77DD83C4-C026-4B22-BC5B-6675F0F4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661" y="5441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dot-field">
            <a:extLst xmlns:a="http://schemas.openxmlformats.org/drawingml/2006/main">
              <a:ext uri="{FF2B5EF4-FFF2-40B4-BE49-F238E27FC236}">
                <a16:creationId xmlns:a16="http://schemas.microsoft.com/office/drawing/2014/main" id="{8FAEB4F2-79E1-4D0D-B416-4445AB7B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261" y="5441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dot-field">
            <a:extLst xmlns:a="http://schemas.openxmlformats.org/drawingml/2006/main">
              <a:ext uri="{FF2B5EF4-FFF2-40B4-BE49-F238E27FC236}">
                <a16:creationId xmlns:a16="http://schemas.microsoft.com/office/drawing/2014/main" id="{CC46BDF4-3153-431E-B7C6-0A993AE1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dot-field">
            <a:extLst xmlns:a="http://schemas.openxmlformats.org/drawingml/2006/main">
              <a:ext uri="{FF2B5EF4-FFF2-40B4-BE49-F238E27FC236}">
                <a16:creationId xmlns:a16="http://schemas.microsoft.com/office/drawing/2014/main" id="{EFE31F3C-B7C6-4FC2-BE89-6CED3ECF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2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dot-field">
            <a:extLst xmlns:a="http://schemas.openxmlformats.org/drawingml/2006/main">
              <a:ext uri="{FF2B5EF4-FFF2-40B4-BE49-F238E27FC236}">
                <a16:creationId xmlns:a16="http://schemas.microsoft.com/office/drawing/2014/main" id="{AA4D1C27-DCAE-4989-92DA-720C38EE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8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dot-field">
            <a:extLst xmlns:a="http://schemas.openxmlformats.org/drawingml/2006/main">
              <a:ext uri="{FF2B5EF4-FFF2-40B4-BE49-F238E27FC236}">
                <a16:creationId xmlns:a16="http://schemas.microsoft.com/office/drawing/2014/main" id="{0B3E891C-AA7C-4741-953F-C942419A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4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dot-field">
            <a:extLst xmlns:a="http://schemas.openxmlformats.org/drawingml/2006/main">
              <a:ext uri="{FF2B5EF4-FFF2-40B4-BE49-F238E27FC236}">
                <a16:creationId xmlns:a16="http://schemas.microsoft.com/office/drawing/2014/main" id="{4D88FD56-7635-4B51-B34C-ACF7CC5D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0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dot-field">
            <a:extLst xmlns:a="http://schemas.openxmlformats.org/drawingml/2006/main">
              <a:ext uri="{FF2B5EF4-FFF2-40B4-BE49-F238E27FC236}">
                <a16:creationId xmlns:a16="http://schemas.microsoft.com/office/drawing/2014/main" id="{06D27F5A-F1AF-4D0B-9723-F83C34A6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6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dot-field">
            <a:extLst xmlns:a="http://schemas.openxmlformats.org/drawingml/2006/main">
              <a:ext uri="{FF2B5EF4-FFF2-40B4-BE49-F238E27FC236}">
                <a16:creationId xmlns:a16="http://schemas.microsoft.com/office/drawing/2014/main" id="{0E862002-B770-4122-AF59-A6E70479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2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dot-field">
            <a:extLst xmlns:a="http://schemas.openxmlformats.org/drawingml/2006/main">
              <a:ext uri="{FF2B5EF4-FFF2-40B4-BE49-F238E27FC236}">
                <a16:creationId xmlns:a16="http://schemas.microsoft.com/office/drawing/2014/main" id="{99B60955-1308-4AEA-8A1E-ECCC4C52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8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dot-field">
            <a:extLst xmlns:a="http://schemas.openxmlformats.org/drawingml/2006/main">
              <a:ext uri="{FF2B5EF4-FFF2-40B4-BE49-F238E27FC236}">
                <a16:creationId xmlns:a16="http://schemas.microsoft.com/office/drawing/2014/main" id="{53400B92-B350-421F-A531-1082488F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4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dot-field">
            <a:extLst xmlns:a="http://schemas.openxmlformats.org/drawingml/2006/main">
              <a:ext uri="{FF2B5EF4-FFF2-40B4-BE49-F238E27FC236}">
                <a16:creationId xmlns:a16="http://schemas.microsoft.com/office/drawing/2014/main" id="{74A87AE0-5664-485B-AF29-1987C2A2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0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dot-field">
            <a:extLst xmlns:a="http://schemas.openxmlformats.org/drawingml/2006/main">
              <a:ext uri="{FF2B5EF4-FFF2-40B4-BE49-F238E27FC236}">
                <a16:creationId xmlns:a16="http://schemas.microsoft.com/office/drawing/2014/main" id="{6A56A593-78A9-45E9-B87B-C189300B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6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dot-field">
            <a:extLst xmlns:a="http://schemas.openxmlformats.org/drawingml/2006/main">
              <a:ext uri="{FF2B5EF4-FFF2-40B4-BE49-F238E27FC236}">
                <a16:creationId xmlns:a16="http://schemas.microsoft.com/office/drawing/2014/main" id="{0E87F61E-796F-459A-9D5B-F144AA89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461" y="5898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dot-field">
            <a:extLst xmlns:a="http://schemas.openxmlformats.org/drawingml/2006/main">
              <a:ext uri="{FF2B5EF4-FFF2-40B4-BE49-F238E27FC236}">
                <a16:creationId xmlns:a16="http://schemas.microsoft.com/office/drawing/2014/main" id="{E9FA4319-BB7C-4B67-979F-79CC3D30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061" y="5898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dot-field">
            <a:extLst xmlns:a="http://schemas.openxmlformats.org/drawingml/2006/main">
              <a:ext uri="{FF2B5EF4-FFF2-40B4-BE49-F238E27FC236}">
                <a16:creationId xmlns:a16="http://schemas.microsoft.com/office/drawing/2014/main" id="{35EE19E4-7FD5-4232-88F2-759DF416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661" y="5898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dot-field">
            <a:extLst xmlns:a="http://schemas.openxmlformats.org/drawingml/2006/main">
              <a:ext uri="{FF2B5EF4-FFF2-40B4-BE49-F238E27FC236}">
                <a16:creationId xmlns:a16="http://schemas.microsoft.com/office/drawing/2014/main" id="{686F21B8-19E4-41DF-89A1-0FF2A809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261" y="5898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dot-field">
            <a:extLst xmlns:a="http://schemas.openxmlformats.org/drawingml/2006/main">
              <a:ext uri="{FF2B5EF4-FFF2-40B4-BE49-F238E27FC236}">
                <a16:creationId xmlns:a16="http://schemas.microsoft.com/office/drawing/2014/main" id="{39FFD4E8-B92D-4A1E-86CC-EE619CE3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861" y="5898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center-ring">
            <a:extLst xmlns:a="http://schemas.openxmlformats.org/drawingml/2006/main">
              <a:ext uri="{FF2B5EF4-FFF2-40B4-BE49-F238E27FC236}">
                <a16:creationId xmlns:a16="http://schemas.microsoft.com/office/drawing/2014/main" id="{EE3B0127-7093-439B-A92E-5CAAAB25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04975"/>
            <a:ext cx="3448050" cy="3448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B9DC"/>
            </a:solidFill>
            <a:prstDash val="solid"/>
          </a:ln>
        </p:spPr>
      </p:sp>
      <p:pic>
        <p:nvPicPr>
          <p:cNvPr id="6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5bf6eb8a844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7225" y="1800225"/>
            <a:ext cx="3257550" cy="3257550"/>
          </a:xfrm>
          <a:prstGeom xmlns:a="http://schemas.openxmlformats.org/drawingml/2006/main" prst="ellipse">
            <a:avLst/>
          </a:prstGeom>
        </p:spPr>
      </p:pic>
      <p:sp>
        <p:nvSpPr>
          <p:cNvPr id="328" name="icon-disk-city">
            <a:extLst xmlns:a="http://schemas.openxmlformats.org/drawingml/2006/main">
              <a:ext uri="{FF2B5EF4-FFF2-40B4-BE49-F238E27FC236}">
                <a16:creationId xmlns:a16="http://schemas.microsoft.com/office/drawing/2014/main" id="{A632CC1F-A11D-4A12-8CDC-07B1DD6D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06" y="27527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pic>
        <p:nvPicPr>
          <p:cNvPr id="6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4ac711c384c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106" y="2752725"/>
            <a:ext cx="495300" cy="495300"/>
          </a:xfrm>
          <a:prstGeom xmlns:a="http://schemas.openxmlformats.org/drawingml/2006/main" prst="ellipse">
            <a:avLst/>
          </a:prstGeom>
        </p:spPr>
      </p:pic>
      <p:sp>
        <p:nvSpPr>
          <p:cNvPr id="330" name="title-city">
            <a:extLst xmlns:a="http://schemas.openxmlformats.org/drawingml/2006/main">
              <a:ext uri="{FF2B5EF4-FFF2-40B4-BE49-F238E27FC236}">
                <a16:creationId xmlns:a16="http://schemas.microsoft.com/office/drawing/2014/main" id="{8BE1A913-6228-4EE3-9EC0-5235C717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281" y="2752725"/>
            <a:ext cx="244563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B83"/>
                </a:solidFill>
              </a:defRPr>
            </a:pPr>
            <a:r>
              <a:rPr sz="1725" b="1">
                <a:solidFill>
                  <a:srgbClr val="083B83"/>
                </a:solidFill>
              </a:rPr>
              <a:t>建设美丽城市</a:t>
            </a:r>
          </a:p>
        </p:txBody>
      </p:sp>
      <p:sp>
        <p:nvSpPr>
          <p:cNvPr id="331" name="body-city">
            <a:extLst xmlns:a="http://schemas.openxmlformats.org/drawingml/2006/main">
              <a:ext uri="{FF2B5EF4-FFF2-40B4-BE49-F238E27FC236}">
                <a16:creationId xmlns:a16="http://schemas.microsoft.com/office/drawing/2014/main" id="{340314D3-783A-4D86-A446-8CA4D03F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281" y="3009900"/>
            <a:ext cx="2445639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89B"/>
                </a:solidFill>
              </a:defRPr>
            </a:pPr>
            <a:r>
              <a:rPr sz="1200" b="0">
                <a:solidFill>
                  <a:srgbClr val="5E789B"/>
                </a:solidFill>
              </a:rPr>
              <a:t>协同空间与生态更新</a:t>
            </a:r>
          </a:p>
        </p:txBody>
      </p:sp>
      <p:sp>
        <p:nvSpPr>
          <p:cNvPr id="332" name="icon-disk-service">
            <a:extLst xmlns:a="http://schemas.openxmlformats.org/drawingml/2006/main">
              <a:ext uri="{FF2B5EF4-FFF2-40B4-BE49-F238E27FC236}">
                <a16:creationId xmlns:a16="http://schemas.microsoft.com/office/drawing/2014/main" id="{1FFEE630-BBFD-4FAC-B530-45AFA109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06" y="3609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pic>
        <p:nvPicPr>
          <p:cNvPr id="6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99a1e6853496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106" y="3609975"/>
            <a:ext cx="495300" cy="495300"/>
          </a:xfrm>
          <a:prstGeom xmlns:a="http://schemas.openxmlformats.org/drawingml/2006/main" prst="ellipse">
            <a:avLst/>
          </a:prstGeom>
        </p:spPr>
      </p:pic>
      <p:sp>
        <p:nvSpPr>
          <p:cNvPr id="334" name="title-service">
            <a:extLst xmlns:a="http://schemas.openxmlformats.org/drawingml/2006/main">
              <a:ext uri="{FF2B5EF4-FFF2-40B4-BE49-F238E27FC236}">
                <a16:creationId xmlns:a16="http://schemas.microsoft.com/office/drawing/2014/main" id="{305CB0FF-1AF7-423B-964D-6044B8CE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281" y="3609975"/>
            <a:ext cx="244563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3B83"/>
                </a:solidFill>
              </a:defRPr>
            </a:pPr>
            <a:r>
              <a:rPr sz="1725" b="1">
                <a:solidFill>
                  <a:srgbClr val="083B83"/>
                </a:solidFill>
              </a:rPr>
              <a:t>提升公共服务</a:t>
            </a:r>
          </a:p>
        </p:txBody>
      </p:sp>
      <p:sp>
        <p:nvSpPr>
          <p:cNvPr id="335" name="body-service">
            <a:extLst xmlns:a="http://schemas.openxmlformats.org/drawingml/2006/main">
              <a:ext uri="{FF2B5EF4-FFF2-40B4-BE49-F238E27FC236}">
                <a16:creationId xmlns:a16="http://schemas.microsoft.com/office/drawing/2014/main" id="{E5D94D51-EA65-4F8D-9CA9-94C7031C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281" y="3867150"/>
            <a:ext cx="2445639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789B"/>
                </a:solidFill>
              </a:defRPr>
            </a:pPr>
            <a:r>
              <a:rPr sz="1200" b="0">
                <a:solidFill>
                  <a:srgbClr val="5E789B"/>
                </a:solidFill>
              </a:rPr>
              <a:t>让生活更便捷温暖</a:t>
            </a:r>
          </a:p>
        </p:txBody>
      </p:sp>
      <p:sp>
        <p:nvSpPr>
          <p:cNvPr id="336" name="icon-disk-traffic">
            <a:extLst xmlns:a="http://schemas.openxmlformats.org/drawingml/2006/main">
              <a:ext uri="{FF2B5EF4-FFF2-40B4-BE49-F238E27FC236}">
                <a16:creationId xmlns:a16="http://schemas.microsoft.com/office/drawing/2014/main" id="{9724236D-355F-4FE6-A8E4-23537CBF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594" y="27527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pic>
        <p:nvPicPr>
          <p:cNvPr id="6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4f51bcf3934729"/>
          <a:srcRect xmlns:a="http://schemas.openxmlformats.org/drawingml/2006/main" l="0" t="720" r="0" b="7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8594" y="2752725"/>
            <a:ext cx="495300" cy="495300"/>
          </a:xfrm>
          <a:prstGeom xmlns:a="http://schemas.openxmlformats.org/drawingml/2006/main" prst="ellipse">
            <a:avLst/>
          </a:prstGeom>
        </p:spPr>
      </p:pic>
      <p:sp>
        <p:nvSpPr>
          <p:cNvPr id="338" name="title-traffic">
            <a:extLst xmlns:a="http://schemas.openxmlformats.org/drawingml/2006/main">
              <a:ext uri="{FF2B5EF4-FFF2-40B4-BE49-F238E27FC236}">
                <a16:creationId xmlns:a16="http://schemas.microsoft.com/office/drawing/2014/main" id="{E9358A71-E409-49D7-9F98-C4E5895D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2752725"/>
            <a:ext cx="244563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83B83"/>
                </a:solidFill>
              </a:defRPr>
            </a:pPr>
            <a:r>
              <a:rPr sz="1725" b="1">
                <a:solidFill>
                  <a:srgbClr val="083B83"/>
                </a:solidFill>
              </a:rPr>
              <a:t>畅享智慧交通</a:t>
            </a:r>
          </a:p>
        </p:txBody>
      </p:sp>
      <p:sp>
        <p:nvSpPr>
          <p:cNvPr id="339" name="body-traffic">
            <a:extLst xmlns:a="http://schemas.openxmlformats.org/drawingml/2006/main">
              <a:ext uri="{FF2B5EF4-FFF2-40B4-BE49-F238E27FC236}">
                <a16:creationId xmlns:a16="http://schemas.microsoft.com/office/drawing/2014/main" id="{5994B028-F688-4E79-88FC-1C9E72B4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3009900"/>
            <a:ext cx="2445639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789B"/>
                </a:solidFill>
              </a:defRPr>
            </a:pPr>
            <a:r>
              <a:rPr sz="1200" b="0">
                <a:solidFill>
                  <a:srgbClr val="5E789B"/>
                </a:solidFill>
              </a:rPr>
              <a:t>连接城市运行脉络</a:t>
            </a:r>
          </a:p>
        </p:txBody>
      </p:sp>
      <p:sp>
        <p:nvSpPr>
          <p:cNvPr id="340" name="icon-disk-talent">
            <a:extLst xmlns:a="http://schemas.openxmlformats.org/drawingml/2006/main">
              <a:ext uri="{FF2B5EF4-FFF2-40B4-BE49-F238E27FC236}">
                <a16:creationId xmlns:a16="http://schemas.microsoft.com/office/drawing/2014/main" id="{00483802-587A-4E64-948C-03789516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594" y="36099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pic>
        <p:nvPicPr>
          <p:cNvPr id="6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a2687309347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48594" y="3609975"/>
            <a:ext cx="495300" cy="495300"/>
          </a:xfrm>
          <a:prstGeom xmlns:a="http://schemas.openxmlformats.org/drawingml/2006/main" prst="ellipse">
            <a:avLst/>
          </a:prstGeom>
        </p:spPr>
      </p:pic>
      <p:sp>
        <p:nvSpPr>
          <p:cNvPr id="342" name="title-talent">
            <a:extLst xmlns:a="http://schemas.openxmlformats.org/drawingml/2006/main">
              <a:ext uri="{FF2B5EF4-FFF2-40B4-BE49-F238E27FC236}">
                <a16:creationId xmlns:a16="http://schemas.microsoft.com/office/drawing/2014/main" id="{F65BB6F4-DACD-4EA8-B0D3-3A1F26EE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3609975"/>
            <a:ext cx="2445639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83B83"/>
                </a:solidFill>
              </a:defRPr>
            </a:pPr>
            <a:r>
              <a:rPr sz="1725" b="1">
                <a:solidFill>
                  <a:srgbClr val="083B83"/>
                </a:solidFill>
              </a:rPr>
              <a:t>培育创新人才</a:t>
            </a:r>
          </a:p>
        </p:txBody>
      </p:sp>
      <p:sp>
        <p:nvSpPr>
          <p:cNvPr id="343" name="body-talent">
            <a:extLst xmlns:a="http://schemas.openxmlformats.org/drawingml/2006/main">
              <a:ext uri="{FF2B5EF4-FFF2-40B4-BE49-F238E27FC236}">
                <a16:creationId xmlns:a16="http://schemas.microsoft.com/office/drawing/2014/main" id="{B5379AFB-2F37-49A1-866D-2AAA5A0F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3867150"/>
            <a:ext cx="2445639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E789B"/>
                </a:solidFill>
              </a:defRPr>
            </a:pPr>
            <a:r>
              <a:rPr sz="1200" b="0">
                <a:solidFill>
                  <a:srgbClr val="5E789B"/>
                </a:solidFill>
              </a:rPr>
              <a:t>汇聚持续生长的力量</a:t>
            </a:r>
          </a:p>
        </p:txBody>
      </p:sp>
    </p:spTree>
    <p:extLst>
      <p:ext uri="{BB962C8B-B14F-4D97-AF65-F5344CB8AC3E}">
        <p14:creationId xmlns:p14="http://schemas.microsoft.com/office/powerpoint/2010/main" val="249344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6" name="dot-field">
            <a:extLst xmlns:a="http://schemas.openxmlformats.org/drawingml/2006/main">
              <a:ext uri="{FF2B5EF4-FFF2-40B4-BE49-F238E27FC236}">
                <a16:creationId xmlns:a16="http://schemas.microsoft.com/office/drawing/2014/main" id="{9F9FB70D-A573-4D79-B440-814A9EED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061" y="869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ot-field">
            <a:extLst xmlns:a="http://schemas.openxmlformats.org/drawingml/2006/main">
              <a:ext uri="{FF2B5EF4-FFF2-40B4-BE49-F238E27FC236}">
                <a16:creationId xmlns:a16="http://schemas.microsoft.com/office/drawing/2014/main" id="{1C44BED2-12E5-4EF3-85D2-E8A28842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661" y="869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ot-field">
            <a:extLst xmlns:a="http://schemas.openxmlformats.org/drawingml/2006/main">
              <a:ext uri="{FF2B5EF4-FFF2-40B4-BE49-F238E27FC236}">
                <a16:creationId xmlns:a16="http://schemas.microsoft.com/office/drawing/2014/main" id="{DAC86E2C-1C42-48CA-9BCD-5E439ACB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261" y="869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ot-field">
            <a:extLst xmlns:a="http://schemas.openxmlformats.org/drawingml/2006/main">
              <a:ext uri="{FF2B5EF4-FFF2-40B4-BE49-F238E27FC236}">
                <a16:creationId xmlns:a16="http://schemas.microsoft.com/office/drawing/2014/main" id="{BC5BA790-8B07-4C98-9056-8DC17B84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2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t-field">
            <a:extLst xmlns:a="http://schemas.openxmlformats.org/drawingml/2006/main">
              <a:ext uri="{FF2B5EF4-FFF2-40B4-BE49-F238E27FC236}">
                <a16:creationId xmlns:a16="http://schemas.microsoft.com/office/drawing/2014/main" id="{44F48E81-443D-4CB4-B810-062D066B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8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ot-field">
            <a:extLst xmlns:a="http://schemas.openxmlformats.org/drawingml/2006/main">
              <a:ext uri="{FF2B5EF4-FFF2-40B4-BE49-F238E27FC236}">
                <a16:creationId xmlns:a16="http://schemas.microsoft.com/office/drawing/2014/main" id="{DD808E74-D924-4925-9336-8F1988AB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4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ot-field">
            <a:extLst xmlns:a="http://schemas.openxmlformats.org/drawingml/2006/main">
              <a:ext uri="{FF2B5EF4-FFF2-40B4-BE49-F238E27FC236}">
                <a16:creationId xmlns:a16="http://schemas.microsoft.com/office/drawing/2014/main" id="{FB06B959-B83E-4EE3-BDF4-D602354A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0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ot-field">
            <a:extLst xmlns:a="http://schemas.openxmlformats.org/drawingml/2006/main">
              <a:ext uri="{FF2B5EF4-FFF2-40B4-BE49-F238E27FC236}">
                <a16:creationId xmlns:a16="http://schemas.microsoft.com/office/drawing/2014/main" id="{C2B0C211-6C45-4B79-8803-6B872557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6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ot-field">
            <a:extLst xmlns:a="http://schemas.openxmlformats.org/drawingml/2006/main">
              <a:ext uri="{FF2B5EF4-FFF2-40B4-BE49-F238E27FC236}">
                <a16:creationId xmlns:a16="http://schemas.microsoft.com/office/drawing/2014/main" id="{0BB9DFAC-CEED-45DF-A4BF-CA0320C2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2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ot-field">
            <a:extLst xmlns:a="http://schemas.openxmlformats.org/drawingml/2006/main">
              <a:ext uri="{FF2B5EF4-FFF2-40B4-BE49-F238E27FC236}">
                <a16:creationId xmlns:a16="http://schemas.microsoft.com/office/drawing/2014/main" id="{EAFF09CD-72F8-417D-BF05-CF882C48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8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ot-field">
            <a:extLst xmlns:a="http://schemas.openxmlformats.org/drawingml/2006/main">
              <a:ext uri="{FF2B5EF4-FFF2-40B4-BE49-F238E27FC236}">
                <a16:creationId xmlns:a16="http://schemas.microsoft.com/office/drawing/2014/main" id="{55D9FF2B-BB19-40CF-883C-20CFCDF4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4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ot-field">
            <a:extLst xmlns:a="http://schemas.openxmlformats.org/drawingml/2006/main">
              <a:ext uri="{FF2B5EF4-FFF2-40B4-BE49-F238E27FC236}">
                <a16:creationId xmlns:a16="http://schemas.microsoft.com/office/drawing/2014/main" id="{960B75ED-3FBB-4472-BF6D-24828BBA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061" y="1097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ot-field">
            <a:extLst xmlns:a="http://schemas.openxmlformats.org/drawingml/2006/main">
              <a:ext uri="{FF2B5EF4-FFF2-40B4-BE49-F238E27FC236}">
                <a16:creationId xmlns:a16="http://schemas.microsoft.com/office/drawing/2014/main" id="{45C5A1FD-95BA-4BB6-86E0-2E1F7357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0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ot-field">
            <a:extLst xmlns:a="http://schemas.openxmlformats.org/drawingml/2006/main">
              <a:ext uri="{FF2B5EF4-FFF2-40B4-BE49-F238E27FC236}">
                <a16:creationId xmlns:a16="http://schemas.microsoft.com/office/drawing/2014/main" id="{1E77ADAA-F157-461B-AAEC-5FAC3161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ot-field">
            <a:extLst xmlns:a="http://schemas.openxmlformats.org/drawingml/2006/main">
              <a:ext uri="{FF2B5EF4-FFF2-40B4-BE49-F238E27FC236}">
                <a16:creationId xmlns:a16="http://schemas.microsoft.com/office/drawing/2014/main" id="{B06CA482-871F-4E10-A74B-5F1FE3BA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2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ot-field">
            <a:extLst xmlns:a="http://schemas.openxmlformats.org/drawingml/2006/main">
              <a:ext uri="{FF2B5EF4-FFF2-40B4-BE49-F238E27FC236}">
                <a16:creationId xmlns:a16="http://schemas.microsoft.com/office/drawing/2014/main" id="{D9BC23B1-5B92-4539-BD5E-8523983D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8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ot-field">
            <a:extLst xmlns:a="http://schemas.openxmlformats.org/drawingml/2006/main">
              <a:ext uri="{FF2B5EF4-FFF2-40B4-BE49-F238E27FC236}">
                <a16:creationId xmlns:a16="http://schemas.microsoft.com/office/drawing/2014/main" id="{942E5133-66DE-47B8-B469-5BC742C4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1331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ot-field">
            <a:extLst xmlns:a="http://schemas.openxmlformats.org/drawingml/2006/main">
              <a:ext uri="{FF2B5EF4-FFF2-40B4-BE49-F238E27FC236}">
                <a16:creationId xmlns:a16="http://schemas.microsoft.com/office/drawing/2014/main" id="{0DF26B74-7FC7-4C51-BC15-E28961BF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1331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ot-field">
            <a:extLst xmlns:a="http://schemas.openxmlformats.org/drawingml/2006/main">
              <a:ext uri="{FF2B5EF4-FFF2-40B4-BE49-F238E27FC236}">
                <a16:creationId xmlns:a16="http://schemas.microsoft.com/office/drawing/2014/main" id="{7F6F7EF2-091C-4F8D-8AF5-974911C8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1331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ot-field">
            <a:extLst xmlns:a="http://schemas.openxmlformats.org/drawingml/2006/main">
              <a:ext uri="{FF2B5EF4-FFF2-40B4-BE49-F238E27FC236}">
                <a16:creationId xmlns:a16="http://schemas.microsoft.com/office/drawing/2014/main" id="{58090DAF-B379-4E99-A2F5-C7241772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1331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ot-field">
            <a:extLst xmlns:a="http://schemas.openxmlformats.org/drawingml/2006/main">
              <a:ext uri="{FF2B5EF4-FFF2-40B4-BE49-F238E27FC236}">
                <a16:creationId xmlns:a16="http://schemas.microsoft.com/office/drawing/2014/main" id="{C8A01CC7-84AC-4E67-A049-01A16CE4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1331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ot-field">
            <a:extLst xmlns:a="http://schemas.openxmlformats.org/drawingml/2006/main">
              <a:ext uri="{FF2B5EF4-FFF2-40B4-BE49-F238E27FC236}">
                <a16:creationId xmlns:a16="http://schemas.microsoft.com/office/drawing/2014/main" id="{0A46DC9C-9A2F-4DDA-B5A0-1105AF7E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4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ot-field">
            <a:extLst xmlns:a="http://schemas.openxmlformats.org/drawingml/2006/main">
              <a:ext uri="{FF2B5EF4-FFF2-40B4-BE49-F238E27FC236}">
                <a16:creationId xmlns:a16="http://schemas.microsoft.com/office/drawing/2014/main" id="{2AE1761B-7A0B-4B12-AB56-05C25C00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0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dot-field">
            <a:extLst xmlns:a="http://schemas.openxmlformats.org/drawingml/2006/main">
              <a:ext uri="{FF2B5EF4-FFF2-40B4-BE49-F238E27FC236}">
                <a16:creationId xmlns:a16="http://schemas.microsoft.com/office/drawing/2014/main" id="{D1A11B06-5150-4F58-B9F4-E6FD0B59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6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ot-field">
            <a:extLst xmlns:a="http://schemas.openxmlformats.org/drawingml/2006/main">
              <a:ext uri="{FF2B5EF4-FFF2-40B4-BE49-F238E27FC236}">
                <a16:creationId xmlns:a16="http://schemas.microsoft.com/office/drawing/2014/main" id="{696CDE64-071F-40AD-BB60-57ED8F00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261" y="1326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dot-field">
            <a:extLst xmlns:a="http://schemas.openxmlformats.org/drawingml/2006/main">
              <a:ext uri="{FF2B5EF4-FFF2-40B4-BE49-F238E27FC236}">
                <a16:creationId xmlns:a16="http://schemas.microsoft.com/office/drawing/2014/main" id="{1C797E71-DAD2-4CF1-B813-927744AB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461" y="1554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dot-field">
            <a:extLst xmlns:a="http://schemas.openxmlformats.org/drawingml/2006/main">
              <a:ext uri="{FF2B5EF4-FFF2-40B4-BE49-F238E27FC236}">
                <a16:creationId xmlns:a16="http://schemas.microsoft.com/office/drawing/2014/main" id="{6D3363FC-6AB1-4F74-9AC2-9E35C2F2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061" y="1554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dot-field">
            <a:extLst xmlns:a="http://schemas.openxmlformats.org/drawingml/2006/main">
              <a:ext uri="{FF2B5EF4-FFF2-40B4-BE49-F238E27FC236}">
                <a16:creationId xmlns:a16="http://schemas.microsoft.com/office/drawing/2014/main" id="{6C31EF0D-B580-44A7-AC17-C4D49A71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61" y="1554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dot-field">
            <a:extLst xmlns:a="http://schemas.openxmlformats.org/drawingml/2006/main">
              <a:ext uri="{FF2B5EF4-FFF2-40B4-BE49-F238E27FC236}">
                <a16:creationId xmlns:a16="http://schemas.microsoft.com/office/drawing/2014/main" id="{B64722BE-75EE-4628-82B5-3BDC9309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ot-field">
            <a:extLst xmlns:a="http://schemas.openxmlformats.org/drawingml/2006/main">
              <a:ext uri="{FF2B5EF4-FFF2-40B4-BE49-F238E27FC236}">
                <a16:creationId xmlns:a16="http://schemas.microsoft.com/office/drawing/2014/main" id="{CCA2652F-3561-4162-AD1C-156D6C2D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ot-field">
            <a:extLst xmlns:a="http://schemas.openxmlformats.org/drawingml/2006/main">
              <a:ext uri="{FF2B5EF4-FFF2-40B4-BE49-F238E27FC236}">
                <a16:creationId xmlns:a16="http://schemas.microsoft.com/office/drawing/2014/main" id="{CA3A1A5F-10F6-40C5-BA4F-AF038037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dot-field">
            <a:extLst xmlns:a="http://schemas.openxmlformats.org/drawingml/2006/main">
              <a:ext uri="{FF2B5EF4-FFF2-40B4-BE49-F238E27FC236}">
                <a16:creationId xmlns:a16="http://schemas.microsoft.com/office/drawing/2014/main" id="{4F973C9C-FDCD-496C-A288-F2549BB5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dot-field">
            <a:extLst xmlns:a="http://schemas.openxmlformats.org/drawingml/2006/main">
              <a:ext uri="{FF2B5EF4-FFF2-40B4-BE49-F238E27FC236}">
                <a16:creationId xmlns:a16="http://schemas.microsoft.com/office/drawing/2014/main" id="{E45D15EF-07CF-4440-A774-ED229040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dot-field">
            <a:extLst xmlns:a="http://schemas.openxmlformats.org/drawingml/2006/main">
              <a:ext uri="{FF2B5EF4-FFF2-40B4-BE49-F238E27FC236}">
                <a16:creationId xmlns:a16="http://schemas.microsoft.com/office/drawing/2014/main" id="{0F843205-A04B-41A0-983F-D7D56B3A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ot-field">
            <a:extLst xmlns:a="http://schemas.openxmlformats.org/drawingml/2006/main">
              <a:ext uri="{FF2B5EF4-FFF2-40B4-BE49-F238E27FC236}">
                <a16:creationId xmlns:a16="http://schemas.microsoft.com/office/drawing/2014/main" id="{A5A13E4B-6740-4B6C-8565-EA4587EF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dot-field">
            <a:extLst xmlns:a="http://schemas.openxmlformats.org/drawingml/2006/main">
              <a:ext uri="{FF2B5EF4-FFF2-40B4-BE49-F238E27FC236}">
                <a16:creationId xmlns:a16="http://schemas.microsoft.com/office/drawing/2014/main" id="{3F10EB3F-31B7-44A1-A460-C6F740F9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dot-field">
            <a:extLst xmlns:a="http://schemas.openxmlformats.org/drawingml/2006/main">
              <a:ext uri="{FF2B5EF4-FFF2-40B4-BE49-F238E27FC236}">
                <a16:creationId xmlns:a16="http://schemas.microsoft.com/office/drawing/2014/main" id="{2F8AB982-DC91-4D42-BCCC-49AD2191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1559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dot-field">
            <a:extLst xmlns:a="http://schemas.openxmlformats.org/drawingml/2006/main">
              <a:ext uri="{FF2B5EF4-FFF2-40B4-BE49-F238E27FC236}">
                <a16:creationId xmlns:a16="http://schemas.microsoft.com/office/drawing/2014/main" id="{143286FD-89B0-4BA9-AC63-F641DAFC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661" y="1554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dot-field">
            <a:extLst xmlns:a="http://schemas.openxmlformats.org/drawingml/2006/main">
              <a:ext uri="{FF2B5EF4-FFF2-40B4-BE49-F238E27FC236}">
                <a16:creationId xmlns:a16="http://schemas.microsoft.com/office/drawing/2014/main" id="{9ACD03C2-E073-43ED-8116-A75D4481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261" y="1554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ot-field">
            <a:extLst xmlns:a="http://schemas.openxmlformats.org/drawingml/2006/main">
              <a:ext uri="{FF2B5EF4-FFF2-40B4-BE49-F238E27FC236}">
                <a16:creationId xmlns:a16="http://schemas.microsoft.com/office/drawing/2014/main" id="{BD1A55F4-7D22-4D1B-A3ED-5860D5C9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861" y="1554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dot-field">
            <a:extLst xmlns:a="http://schemas.openxmlformats.org/drawingml/2006/main">
              <a:ext uri="{FF2B5EF4-FFF2-40B4-BE49-F238E27FC236}">
                <a16:creationId xmlns:a16="http://schemas.microsoft.com/office/drawing/2014/main" id="{9648481C-B238-4A94-912D-0FDF1425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61" y="1783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ot-field">
            <a:extLst xmlns:a="http://schemas.openxmlformats.org/drawingml/2006/main">
              <a:ext uri="{FF2B5EF4-FFF2-40B4-BE49-F238E27FC236}">
                <a16:creationId xmlns:a16="http://schemas.microsoft.com/office/drawing/2014/main" id="{EFA0AF46-2FBA-48FB-9890-9C09E9F2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461" y="1783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dot-field">
            <a:extLst xmlns:a="http://schemas.openxmlformats.org/drawingml/2006/main">
              <a:ext uri="{FF2B5EF4-FFF2-40B4-BE49-F238E27FC236}">
                <a16:creationId xmlns:a16="http://schemas.microsoft.com/office/drawing/2014/main" id="{B7CBF2A2-6FE2-44B3-9F00-FA4C9DDF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ot-field">
            <a:extLst xmlns:a="http://schemas.openxmlformats.org/drawingml/2006/main">
              <a:ext uri="{FF2B5EF4-FFF2-40B4-BE49-F238E27FC236}">
                <a16:creationId xmlns:a16="http://schemas.microsoft.com/office/drawing/2014/main" id="{D8947243-357F-48E5-9396-56021248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ot-field">
            <a:extLst xmlns:a="http://schemas.openxmlformats.org/drawingml/2006/main">
              <a:ext uri="{FF2B5EF4-FFF2-40B4-BE49-F238E27FC236}">
                <a16:creationId xmlns:a16="http://schemas.microsoft.com/office/drawing/2014/main" id="{49F5BA6A-6B1D-4825-85F3-A8584F11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ot-field">
            <a:extLst xmlns:a="http://schemas.openxmlformats.org/drawingml/2006/main">
              <a:ext uri="{FF2B5EF4-FFF2-40B4-BE49-F238E27FC236}">
                <a16:creationId xmlns:a16="http://schemas.microsoft.com/office/drawing/2014/main" id="{FCEAAD0B-5883-4DE9-9CF9-F2C9F20F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dot-field">
            <a:extLst xmlns:a="http://schemas.openxmlformats.org/drawingml/2006/main">
              <a:ext uri="{FF2B5EF4-FFF2-40B4-BE49-F238E27FC236}">
                <a16:creationId xmlns:a16="http://schemas.microsoft.com/office/drawing/2014/main" id="{27A72533-BE60-4748-92C5-A6EDBF8E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ot-field">
            <a:extLst xmlns:a="http://schemas.openxmlformats.org/drawingml/2006/main">
              <a:ext uri="{FF2B5EF4-FFF2-40B4-BE49-F238E27FC236}">
                <a16:creationId xmlns:a16="http://schemas.microsoft.com/office/drawing/2014/main" id="{B8438166-EE9F-4F73-88AF-8020F87B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dot-field">
            <a:extLst xmlns:a="http://schemas.openxmlformats.org/drawingml/2006/main">
              <a:ext uri="{FF2B5EF4-FFF2-40B4-BE49-F238E27FC236}">
                <a16:creationId xmlns:a16="http://schemas.microsoft.com/office/drawing/2014/main" id="{F7F3FFE2-0226-4F88-B119-D7DF92CE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dot-field">
            <a:extLst xmlns:a="http://schemas.openxmlformats.org/drawingml/2006/main">
              <a:ext uri="{FF2B5EF4-FFF2-40B4-BE49-F238E27FC236}">
                <a16:creationId xmlns:a16="http://schemas.microsoft.com/office/drawing/2014/main" id="{B4CE6E8E-DFE6-457D-B21C-7220EB8F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dot-field">
            <a:extLst xmlns:a="http://schemas.openxmlformats.org/drawingml/2006/main">
              <a:ext uri="{FF2B5EF4-FFF2-40B4-BE49-F238E27FC236}">
                <a16:creationId xmlns:a16="http://schemas.microsoft.com/office/drawing/2014/main" id="{E782876F-06AC-49FB-920C-F07A16B3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dot-field">
            <a:extLst xmlns:a="http://schemas.openxmlformats.org/drawingml/2006/main">
              <a:ext uri="{FF2B5EF4-FFF2-40B4-BE49-F238E27FC236}">
                <a16:creationId xmlns:a16="http://schemas.microsoft.com/office/drawing/2014/main" id="{7E24218C-CAD0-43B9-92AE-6BAF90BB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dot-field">
            <a:extLst xmlns:a="http://schemas.openxmlformats.org/drawingml/2006/main">
              <a:ext uri="{FF2B5EF4-FFF2-40B4-BE49-F238E27FC236}">
                <a16:creationId xmlns:a16="http://schemas.microsoft.com/office/drawing/2014/main" id="{F9D3546B-8AE5-4E6C-85CC-E8924576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dot-field">
            <a:extLst xmlns:a="http://schemas.openxmlformats.org/drawingml/2006/main">
              <a:ext uri="{FF2B5EF4-FFF2-40B4-BE49-F238E27FC236}">
                <a16:creationId xmlns:a16="http://schemas.microsoft.com/office/drawing/2014/main" id="{7EEE0675-3902-4412-8BB2-982BDC6C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dot-field">
            <a:extLst xmlns:a="http://schemas.openxmlformats.org/drawingml/2006/main">
              <a:ext uri="{FF2B5EF4-FFF2-40B4-BE49-F238E27FC236}">
                <a16:creationId xmlns:a16="http://schemas.microsoft.com/office/drawing/2014/main" id="{777E174F-45BC-440A-86B4-6B08E4C3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1788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dot-field">
            <a:extLst xmlns:a="http://schemas.openxmlformats.org/drawingml/2006/main">
              <a:ext uri="{FF2B5EF4-FFF2-40B4-BE49-F238E27FC236}">
                <a16:creationId xmlns:a16="http://schemas.microsoft.com/office/drawing/2014/main" id="{92C62942-DAA3-451F-9DD3-FD08E091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861" y="1783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dot-field">
            <a:extLst xmlns:a="http://schemas.openxmlformats.org/drawingml/2006/main">
              <a:ext uri="{FF2B5EF4-FFF2-40B4-BE49-F238E27FC236}">
                <a16:creationId xmlns:a16="http://schemas.microsoft.com/office/drawing/2014/main" id="{9C4E274B-932B-44F6-A978-5D0ABA63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461" y="1783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dot-field">
            <a:extLst xmlns:a="http://schemas.openxmlformats.org/drawingml/2006/main">
              <a:ext uri="{FF2B5EF4-FFF2-40B4-BE49-F238E27FC236}">
                <a16:creationId xmlns:a16="http://schemas.microsoft.com/office/drawing/2014/main" id="{ADF84AB5-B0B2-46E2-A08C-8C712422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2012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dot-field">
            <a:extLst xmlns:a="http://schemas.openxmlformats.org/drawingml/2006/main">
              <a:ext uri="{FF2B5EF4-FFF2-40B4-BE49-F238E27FC236}">
                <a16:creationId xmlns:a16="http://schemas.microsoft.com/office/drawing/2014/main" id="{D9A717EA-190C-4A92-93F8-EACD808E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61" y="2012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dot-field">
            <a:extLst xmlns:a="http://schemas.openxmlformats.org/drawingml/2006/main">
              <a:ext uri="{FF2B5EF4-FFF2-40B4-BE49-F238E27FC236}">
                <a16:creationId xmlns:a16="http://schemas.microsoft.com/office/drawing/2014/main" id="{0FF9052B-4F58-4DA4-9FD5-DEAC7743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ot-field">
            <a:extLst xmlns:a="http://schemas.openxmlformats.org/drawingml/2006/main">
              <a:ext uri="{FF2B5EF4-FFF2-40B4-BE49-F238E27FC236}">
                <a16:creationId xmlns:a16="http://schemas.microsoft.com/office/drawing/2014/main" id="{621AD7FA-4182-4920-9599-F489AA5E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dot-field">
            <a:extLst xmlns:a="http://schemas.openxmlformats.org/drawingml/2006/main">
              <a:ext uri="{FF2B5EF4-FFF2-40B4-BE49-F238E27FC236}">
                <a16:creationId xmlns:a16="http://schemas.microsoft.com/office/drawing/2014/main" id="{837130DC-C674-421D-BC84-C9F18B5F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dot-field">
            <a:extLst xmlns:a="http://schemas.openxmlformats.org/drawingml/2006/main">
              <a:ext uri="{FF2B5EF4-FFF2-40B4-BE49-F238E27FC236}">
                <a16:creationId xmlns:a16="http://schemas.microsoft.com/office/drawing/2014/main" id="{2A929D99-71CB-4CBA-999F-EDA5210A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dot-field">
            <a:extLst xmlns:a="http://schemas.openxmlformats.org/drawingml/2006/main">
              <a:ext uri="{FF2B5EF4-FFF2-40B4-BE49-F238E27FC236}">
                <a16:creationId xmlns:a16="http://schemas.microsoft.com/office/drawing/2014/main" id="{B1796ED8-31A8-4362-B97B-B2EC9875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dot-field">
            <a:extLst xmlns:a="http://schemas.openxmlformats.org/drawingml/2006/main">
              <a:ext uri="{FF2B5EF4-FFF2-40B4-BE49-F238E27FC236}">
                <a16:creationId xmlns:a16="http://schemas.microsoft.com/office/drawing/2014/main" id="{8020C4EA-E0E5-4715-9AB7-CE201EF0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dot-field">
            <a:extLst xmlns:a="http://schemas.openxmlformats.org/drawingml/2006/main">
              <a:ext uri="{FF2B5EF4-FFF2-40B4-BE49-F238E27FC236}">
                <a16:creationId xmlns:a16="http://schemas.microsoft.com/office/drawing/2014/main" id="{C137A149-3920-4736-AA8B-74C82957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dot-field">
            <a:extLst xmlns:a="http://schemas.openxmlformats.org/drawingml/2006/main">
              <a:ext uri="{FF2B5EF4-FFF2-40B4-BE49-F238E27FC236}">
                <a16:creationId xmlns:a16="http://schemas.microsoft.com/office/drawing/2014/main" id="{4B018F29-FD2C-42BE-957D-C357AA71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dot-field">
            <a:extLst xmlns:a="http://schemas.openxmlformats.org/drawingml/2006/main">
              <a:ext uri="{FF2B5EF4-FFF2-40B4-BE49-F238E27FC236}">
                <a16:creationId xmlns:a16="http://schemas.microsoft.com/office/drawing/2014/main" id="{6E02BEE0-1C73-498C-A22C-E97472A5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dot-field">
            <a:extLst xmlns:a="http://schemas.openxmlformats.org/drawingml/2006/main">
              <a:ext uri="{FF2B5EF4-FFF2-40B4-BE49-F238E27FC236}">
                <a16:creationId xmlns:a16="http://schemas.microsoft.com/office/drawing/2014/main" id="{114D8067-109A-49D0-8D05-FCAD1EE4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dot-field">
            <a:extLst xmlns:a="http://schemas.openxmlformats.org/drawingml/2006/main">
              <a:ext uri="{FF2B5EF4-FFF2-40B4-BE49-F238E27FC236}">
                <a16:creationId xmlns:a16="http://schemas.microsoft.com/office/drawing/2014/main" id="{9E592D3D-0E62-4524-8702-31341319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dot-field">
            <a:extLst xmlns:a="http://schemas.openxmlformats.org/drawingml/2006/main">
              <a:ext uri="{FF2B5EF4-FFF2-40B4-BE49-F238E27FC236}">
                <a16:creationId xmlns:a16="http://schemas.microsoft.com/office/drawing/2014/main" id="{63E4D9FA-7684-44D9-B69A-8146F58E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dot-field">
            <a:extLst xmlns:a="http://schemas.openxmlformats.org/drawingml/2006/main">
              <a:ext uri="{FF2B5EF4-FFF2-40B4-BE49-F238E27FC236}">
                <a16:creationId xmlns:a16="http://schemas.microsoft.com/office/drawing/2014/main" id="{E7D2DD88-8C6D-4ADA-889A-C665FD2E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dot-field">
            <a:extLst xmlns:a="http://schemas.openxmlformats.org/drawingml/2006/main">
              <a:ext uri="{FF2B5EF4-FFF2-40B4-BE49-F238E27FC236}">
                <a16:creationId xmlns:a16="http://schemas.microsoft.com/office/drawing/2014/main" id="{95D66D47-C507-4E53-B849-212B55D8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dot-field">
            <a:extLst xmlns:a="http://schemas.openxmlformats.org/drawingml/2006/main">
              <a:ext uri="{FF2B5EF4-FFF2-40B4-BE49-F238E27FC236}">
                <a16:creationId xmlns:a16="http://schemas.microsoft.com/office/drawing/2014/main" id="{15C441F1-1308-4A74-9A59-8D2107B2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2016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dot-field">
            <a:extLst xmlns:a="http://schemas.openxmlformats.org/drawingml/2006/main">
              <a:ext uri="{FF2B5EF4-FFF2-40B4-BE49-F238E27FC236}">
                <a16:creationId xmlns:a16="http://schemas.microsoft.com/office/drawing/2014/main" id="{5932291F-EA6C-4BB7-8C02-67B5192B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461" y="2012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dot-field">
            <a:extLst xmlns:a="http://schemas.openxmlformats.org/drawingml/2006/main">
              <a:ext uri="{FF2B5EF4-FFF2-40B4-BE49-F238E27FC236}">
                <a16:creationId xmlns:a16="http://schemas.microsoft.com/office/drawing/2014/main" id="{E8558B32-65EC-461F-8C9E-EE5EB684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061" y="2012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dot-field">
            <a:extLst xmlns:a="http://schemas.openxmlformats.org/drawingml/2006/main">
              <a:ext uri="{FF2B5EF4-FFF2-40B4-BE49-F238E27FC236}">
                <a16:creationId xmlns:a16="http://schemas.microsoft.com/office/drawing/2014/main" id="{6DB8A357-3F80-4ABE-B480-D3968901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2240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dot-field">
            <a:extLst xmlns:a="http://schemas.openxmlformats.org/drawingml/2006/main">
              <a:ext uri="{FF2B5EF4-FFF2-40B4-BE49-F238E27FC236}">
                <a16:creationId xmlns:a16="http://schemas.microsoft.com/office/drawing/2014/main" id="{68FBFDA5-7E3F-4980-BA0B-6BD694A8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61" y="2240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dot-field">
            <a:extLst xmlns:a="http://schemas.openxmlformats.org/drawingml/2006/main">
              <a:ext uri="{FF2B5EF4-FFF2-40B4-BE49-F238E27FC236}">
                <a16:creationId xmlns:a16="http://schemas.microsoft.com/office/drawing/2014/main" id="{E9739A72-4641-40CB-929C-5488F546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dot-field">
            <a:extLst xmlns:a="http://schemas.openxmlformats.org/drawingml/2006/main">
              <a:ext uri="{FF2B5EF4-FFF2-40B4-BE49-F238E27FC236}">
                <a16:creationId xmlns:a16="http://schemas.microsoft.com/office/drawing/2014/main" id="{A6A5235C-4401-4050-AB56-452E3352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dot-field">
            <a:extLst xmlns:a="http://schemas.openxmlformats.org/drawingml/2006/main">
              <a:ext uri="{FF2B5EF4-FFF2-40B4-BE49-F238E27FC236}">
                <a16:creationId xmlns:a16="http://schemas.microsoft.com/office/drawing/2014/main" id="{3C5DD5FE-4EE7-4490-BDEF-678BC960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dot-field">
            <a:extLst xmlns:a="http://schemas.openxmlformats.org/drawingml/2006/main">
              <a:ext uri="{FF2B5EF4-FFF2-40B4-BE49-F238E27FC236}">
                <a16:creationId xmlns:a16="http://schemas.microsoft.com/office/drawing/2014/main" id="{04B64BB5-DE66-4340-8302-2E3EB54D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dot-field">
            <a:extLst xmlns:a="http://schemas.openxmlformats.org/drawingml/2006/main">
              <a:ext uri="{FF2B5EF4-FFF2-40B4-BE49-F238E27FC236}">
                <a16:creationId xmlns:a16="http://schemas.microsoft.com/office/drawing/2014/main" id="{3E56FFF7-96BD-415F-95CD-6B699E96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dot-field">
            <a:extLst xmlns:a="http://schemas.openxmlformats.org/drawingml/2006/main">
              <a:ext uri="{FF2B5EF4-FFF2-40B4-BE49-F238E27FC236}">
                <a16:creationId xmlns:a16="http://schemas.microsoft.com/office/drawing/2014/main" id="{1094A345-E5C3-4B81-8465-A311D858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dot-field">
            <a:extLst xmlns:a="http://schemas.openxmlformats.org/drawingml/2006/main">
              <a:ext uri="{FF2B5EF4-FFF2-40B4-BE49-F238E27FC236}">
                <a16:creationId xmlns:a16="http://schemas.microsoft.com/office/drawing/2014/main" id="{768F5E7C-C8C6-491C-8CBC-C61E6AE4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dot-field">
            <a:extLst xmlns:a="http://schemas.openxmlformats.org/drawingml/2006/main">
              <a:ext uri="{FF2B5EF4-FFF2-40B4-BE49-F238E27FC236}">
                <a16:creationId xmlns:a16="http://schemas.microsoft.com/office/drawing/2014/main" id="{EACE61B9-9D6A-4C70-B528-80CD169E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dot-field">
            <a:extLst xmlns:a="http://schemas.openxmlformats.org/drawingml/2006/main">
              <a:ext uri="{FF2B5EF4-FFF2-40B4-BE49-F238E27FC236}">
                <a16:creationId xmlns:a16="http://schemas.microsoft.com/office/drawing/2014/main" id="{8162178D-5D38-45EE-90B4-557A2003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dot-field">
            <a:extLst xmlns:a="http://schemas.openxmlformats.org/drawingml/2006/main">
              <a:ext uri="{FF2B5EF4-FFF2-40B4-BE49-F238E27FC236}">
                <a16:creationId xmlns:a16="http://schemas.microsoft.com/office/drawing/2014/main" id="{8A134384-66E8-4FB0-A7C0-419EBF87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dot-field">
            <a:extLst xmlns:a="http://schemas.openxmlformats.org/drawingml/2006/main">
              <a:ext uri="{FF2B5EF4-FFF2-40B4-BE49-F238E27FC236}">
                <a16:creationId xmlns:a16="http://schemas.microsoft.com/office/drawing/2014/main" id="{CA07F5ED-9D00-4624-AF2E-982D1476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dot-field">
            <a:extLst xmlns:a="http://schemas.openxmlformats.org/drawingml/2006/main">
              <a:ext uri="{FF2B5EF4-FFF2-40B4-BE49-F238E27FC236}">
                <a16:creationId xmlns:a16="http://schemas.microsoft.com/office/drawing/2014/main" id="{E0FF5381-360A-49E4-B961-0FA09DD8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dot-field">
            <a:extLst xmlns:a="http://schemas.openxmlformats.org/drawingml/2006/main">
              <a:ext uri="{FF2B5EF4-FFF2-40B4-BE49-F238E27FC236}">
                <a16:creationId xmlns:a16="http://schemas.microsoft.com/office/drawing/2014/main" id="{65B25EFC-F0CA-425D-B1D9-00445C6B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dot-field">
            <a:extLst xmlns:a="http://schemas.openxmlformats.org/drawingml/2006/main">
              <a:ext uri="{FF2B5EF4-FFF2-40B4-BE49-F238E27FC236}">
                <a16:creationId xmlns:a16="http://schemas.microsoft.com/office/drawing/2014/main" id="{0E19041D-4008-4098-80BB-0D5D62E0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dot-field">
            <a:extLst xmlns:a="http://schemas.openxmlformats.org/drawingml/2006/main">
              <a:ext uri="{FF2B5EF4-FFF2-40B4-BE49-F238E27FC236}">
                <a16:creationId xmlns:a16="http://schemas.microsoft.com/office/drawing/2014/main" id="{667B0E28-6497-42D5-A6FF-64463875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dot-field">
            <a:extLst xmlns:a="http://schemas.openxmlformats.org/drawingml/2006/main">
              <a:ext uri="{FF2B5EF4-FFF2-40B4-BE49-F238E27FC236}">
                <a16:creationId xmlns:a16="http://schemas.microsoft.com/office/drawing/2014/main" id="{BD2B7401-5371-404E-B48E-473F0326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2245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dot-field">
            <a:extLst xmlns:a="http://schemas.openxmlformats.org/drawingml/2006/main">
              <a:ext uri="{FF2B5EF4-FFF2-40B4-BE49-F238E27FC236}">
                <a16:creationId xmlns:a16="http://schemas.microsoft.com/office/drawing/2014/main" id="{E8919BA4-637E-4D39-B0EB-469A1E46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061" y="2240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dot-field">
            <a:extLst xmlns:a="http://schemas.openxmlformats.org/drawingml/2006/main">
              <a:ext uri="{FF2B5EF4-FFF2-40B4-BE49-F238E27FC236}">
                <a16:creationId xmlns:a16="http://schemas.microsoft.com/office/drawing/2014/main" id="{DD76B7F8-360B-438B-B6EA-FF765597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2240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dot-field">
            <a:extLst xmlns:a="http://schemas.openxmlformats.org/drawingml/2006/main">
              <a:ext uri="{FF2B5EF4-FFF2-40B4-BE49-F238E27FC236}">
                <a16:creationId xmlns:a16="http://schemas.microsoft.com/office/drawing/2014/main" id="{C669C6D0-BD44-47C8-9CB8-76ABBB37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2469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dot-field">
            <a:extLst xmlns:a="http://schemas.openxmlformats.org/drawingml/2006/main">
              <a:ext uri="{FF2B5EF4-FFF2-40B4-BE49-F238E27FC236}">
                <a16:creationId xmlns:a16="http://schemas.microsoft.com/office/drawing/2014/main" id="{AA0CE86D-8984-4B4F-A4EE-D0FE119F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2469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dot-field">
            <a:extLst xmlns:a="http://schemas.openxmlformats.org/drawingml/2006/main">
              <a:ext uri="{FF2B5EF4-FFF2-40B4-BE49-F238E27FC236}">
                <a16:creationId xmlns:a16="http://schemas.microsoft.com/office/drawing/2014/main" id="{F5529875-4512-49C9-9895-CF0D0D66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dot-field">
            <a:extLst xmlns:a="http://schemas.openxmlformats.org/drawingml/2006/main">
              <a:ext uri="{FF2B5EF4-FFF2-40B4-BE49-F238E27FC236}">
                <a16:creationId xmlns:a16="http://schemas.microsoft.com/office/drawing/2014/main" id="{371E0957-B51A-44F0-89CC-1027B10D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dot-field">
            <a:extLst xmlns:a="http://schemas.openxmlformats.org/drawingml/2006/main">
              <a:ext uri="{FF2B5EF4-FFF2-40B4-BE49-F238E27FC236}">
                <a16:creationId xmlns:a16="http://schemas.microsoft.com/office/drawing/2014/main" id="{C162C20E-16F2-4245-862B-7B3F96F1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dot-field">
            <a:extLst xmlns:a="http://schemas.openxmlformats.org/drawingml/2006/main">
              <a:ext uri="{FF2B5EF4-FFF2-40B4-BE49-F238E27FC236}">
                <a16:creationId xmlns:a16="http://schemas.microsoft.com/office/drawing/2014/main" id="{2363A8B7-463A-4C1B-B05E-C0F1D809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dot-field">
            <a:extLst xmlns:a="http://schemas.openxmlformats.org/drawingml/2006/main">
              <a:ext uri="{FF2B5EF4-FFF2-40B4-BE49-F238E27FC236}">
                <a16:creationId xmlns:a16="http://schemas.microsoft.com/office/drawing/2014/main" id="{27BDC34B-8E18-4271-BF85-9235CE7D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dot-field">
            <a:extLst xmlns:a="http://schemas.openxmlformats.org/drawingml/2006/main">
              <a:ext uri="{FF2B5EF4-FFF2-40B4-BE49-F238E27FC236}">
                <a16:creationId xmlns:a16="http://schemas.microsoft.com/office/drawing/2014/main" id="{2A882926-B915-4717-99BA-16E93448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dot-field">
            <a:extLst xmlns:a="http://schemas.openxmlformats.org/drawingml/2006/main">
              <a:ext uri="{FF2B5EF4-FFF2-40B4-BE49-F238E27FC236}">
                <a16:creationId xmlns:a16="http://schemas.microsoft.com/office/drawing/2014/main" id="{5224B54B-38EF-47E5-89A6-B6919E1D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dot-field">
            <a:extLst xmlns:a="http://schemas.openxmlformats.org/drawingml/2006/main">
              <a:ext uri="{FF2B5EF4-FFF2-40B4-BE49-F238E27FC236}">
                <a16:creationId xmlns:a16="http://schemas.microsoft.com/office/drawing/2014/main" id="{321E36B5-70CD-4F0B-8C44-2BD38A30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dot-field">
            <a:extLst xmlns:a="http://schemas.openxmlformats.org/drawingml/2006/main">
              <a:ext uri="{FF2B5EF4-FFF2-40B4-BE49-F238E27FC236}">
                <a16:creationId xmlns:a16="http://schemas.microsoft.com/office/drawing/2014/main" id="{0F813DCA-690C-496C-9CBF-9F884743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dot-field">
            <a:extLst xmlns:a="http://schemas.openxmlformats.org/drawingml/2006/main">
              <a:ext uri="{FF2B5EF4-FFF2-40B4-BE49-F238E27FC236}">
                <a16:creationId xmlns:a16="http://schemas.microsoft.com/office/drawing/2014/main" id="{40128F0E-0E4D-40CA-8513-77A8B402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dot-field">
            <a:extLst xmlns:a="http://schemas.openxmlformats.org/drawingml/2006/main">
              <a:ext uri="{FF2B5EF4-FFF2-40B4-BE49-F238E27FC236}">
                <a16:creationId xmlns:a16="http://schemas.microsoft.com/office/drawing/2014/main" id="{77B52221-E19B-45BA-B760-844CB17F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dot-field">
            <a:extLst xmlns:a="http://schemas.openxmlformats.org/drawingml/2006/main">
              <a:ext uri="{FF2B5EF4-FFF2-40B4-BE49-F238E27FC236}">
                <a16:creationId xmlns:a16="http://schemas.microsoft.com/office/drawing/2014/main" id="{2D9B76CC-FFDB-442D-BD2C-2594FA51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2474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dot-field">
            <a:extLst xmlns:a="http://schemas.openxmlformats.org/drawingml/2006/main">
              <a:ext uri="{FF2B5EF4-FFF2-40B4-BE49-F238E27FC236}">
                <a16:creationId xmlns:a16="http://schemas.microsoft.com/office/drawing/2014/main" id="{8EE875AE-861C-4CBA-9E57-62D5F0D9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061" y="2469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dot-field">
            <a:extLst xmlns:a="http://schemas.openxmlformats.org/drawingml/2006/main">
              <a:ext uri="{FF2B5EF4-FFF2-40B4-BE49-F238E27FC236}">
                <a16:creationId xmlns:a16="http://schemas.microsoft.com/office/drawing/2014/main" id="{55EAFE4D-5377-462A-A293-BBE994B4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2469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dot-field">
            <a:extLst xmlns:a="http://schemas.openxmlformats.org/drawingml/2006/main">
              <a:ext uri="{FF2B5EF4-FFF2-40B4-BE49-F238E27FC236}">
                <a16:creationId xmlns:a16="http://schemas.microsoft.com/office/drawing/2014/main" id="{EFDE46A8-8D19-4DD2-9144-B238D574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2697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dot-field">
            <a:extLst xmlns:a="http://schemas.openxmlformats.org/drawingml/2006/main">
              <a:ext uri="{FF2B5EF4-FFF2-40B4-BE49-F238E27FC236}">
                <a16:creationId xmlns:a16="http://schemas.microsoft.com/office/drawing/2014/main" id="{BB3BE4F2-113E-4982-BC03-C0E80A1B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2697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dot-field">
            <a:extLst xmlns:a="http://schemas.openxmlformats.org/drawingml/2006/main">
              <a:ext uri="{FF2B5EF4-FFF2-40B4-BE49-F238E27FC236}">
                <a16:creationId xmlns:a16="http://schemas.microsoft.com/office/drawing/2014/main" id="{744F876D-04E8-4082-9964-C1D6678D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dot-field">
            <a:extLst xmlns:a="http://schemas.openxmlformats.org/drawingml/2006/main">
              <a:ext uri="{FF2B5EF4-FFF2-40B4-BE49-F238E27FC236}">
                <a16:creationId xmlns:a16="http://schemas.microsoft.com/office/drawing/2014/main" id="{C4136D2C-154A-4115-B97B-98E96EC6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dot-field">
            <a:extLst xmlns:a="http://schemas.openxmlformats.org/drawingml/2006/main">
              <a:ext uri="{FF2B5EF4-FFF2-40B4-BE49-F238E27FC236}">
                <a16:creationId xmlns:a16="http://schemas.microsoft.com/office/drawing/2014/main" id="{987C93AF-6B22-430C-B9F8-2B264906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dot-field">
            <a:extLst xmlns:a="http://schemas.openxmlformats.org/drawingml/2006/main">
              <a:ext uri="{FF2B5EF4-FFF2-40B4-BE49-F238E27FC236}">
                <a16:creationId xmlns:a16="http://schemas.microsoft.com/office/drawing/2014/main" id="{BFB6F94F-926D-4711-B3BA-E33B5275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dot-field">
            <a:extLst xmlns:a="http://schemas.openxmlformats.org/drawingml/2006/main">
              <a:ext uri="{FF2B5EF4-FFF2-40B4-BE49-F238E27FC236}">
                <a16:creationId xmlns:a16="http://schemas.microsoft.com/office/drawing/2014/main" id="{9DE71AB1-0DFB-462E-A3D7-8A275513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dot-field">
            <a:extLst xmlns:a="http://schemas.openxmlformats.org/drawingml/2006/main">
              <a:ext uri="{FF2B5EF4-FFF2-40B4-BE49-F238E27FC236}">
                <a16:creationId xmlns:a16="http://schemas.microsoft.com/office/drawing/2014/main" id="{B17F12D4-3481-4CFE-8F01-F881DFC8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dot-field">
            <a:extLst xmlns:a="http://schemas.openxmlformats.org/drawingml/2006/main">
              <a:ext uri="{FF2B5EF4-FFF2-40B4-BE49-F238E27FC236}">
                <a16:creationId xmlns:a16="http://schemas.microsoft.com/office/drawing/2014/main" id="{6D22B248-3E92-4453-B6CE-0B56CAD6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dot-field">
            <a:extLst xmlns:a="http://schemas.openxmlformats.org/drawingml/2006/main">
              <a:ext uri="{FF2B5EF4-FFF2-40B4-BE49-F238E27FC236}">
                <a16:creationId xmlns:a16="http://schemas.microsoft.com/office/drawing/2014/main" id="{18FECA09-D18A-4BB1-AA74-AF1B0181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dot-field">
            <a:extLst xmlns:a="http://schemas.openxmlformats.org/drawingml/2006/main">
              <a:ext uri="{FF2B5EF4-FFF2-40B4-BE49-F238E27FC236}">
                <a16:creationId xmlns:a16="http://schemas.microsoft.com/office/drawing/2014/main" id="{1F94BB86-FC0F-404B-A1D5-D1AA5DC7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dot-field">
            <a:extLst xmlns:a="http://schemas.openxmlformats.org/drawingml/2006/main">
              <a:ext uri="{FF2B5EF4-FFF2-40B4-BE49-F238E27FC236}">
                <a16:creationId xmlns:a16="http://schemas.microsoft.com/office/drawing/2014/main" id="{8EED4DBC-7974-4A95-BAAC-D37E801E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dot-field">
            <a:extLst xmlns:a="http://schemas.openxmlformats.org/drawingml/2006/main">
              <a:ext uri="{FF2B5EF4-FFF2-40B4-BE49-F238E27FC236}">
                <a16:creationId xmlns:a16="http://schemas.microsoft.com/office/drawing/2014/main" id="{DFD3282D-60D3-4FD8-9FB7-86D95299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2702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dot-field">
            <a:extLst xmlns:a="http://schemas.openxmlformats.org/drawingml/2006/main">
              <a:ext uri="{FF2B5EF4-FFF2-40B4-BE49-F238E27FC236}">
                <a16:creationId xmlns:a16="http://schemas.microsoft.com/office/drawing/2014/main" id="{67AFBE2C-D7F0-4AAA-97AA-EAD854B7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2697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dot-field">
            <a:extLst xmlns:a="http://schemas.openxmlformats.org/drawingml/2006/main">
              <a:ext uri="{FF2B5EF4-FFF2-40B4-BE49-F238E27FC236}">
                <a16:creationId xmlns:a16="http://schemas.microsoft.com/office/drawing/2014/main" id="{DD05FD53-137C-4679-9114-599D6321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2926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dot-field">
            <a:extLst xmlns:a="http://schemas.openxmlformats.org/drawingml/2006/main">
              <a:ext uri="{FF2B5EF4-FFF2-40B4-BE49-F238E27FC236}">
                <a16:creationId xmlns:a16="http://schemas.microsoft.com/office/drawing/2014/main" id="{18B3F005-23F0-4AC4-AEC2-70A7D2B1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0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dot-field">
            <a:extLst xmlns:a="http://schemas.openxmlformats.org/drawingml/2006/main">
              <a:ext uri="{FF2B5EF4-FFF2-40B4-BE49-F238E27FC236}">
                <a16:creationId xmlns:a16="http://schemas.microsoft.com/office/drawing/2014/main" id="{6CA64963-11E5-462C-8A62-084769DA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dot-field">
            <a:extLst xmlns:a="http://schemas.openxmlformats.org/drawingml/2006/main">
              <a:ext uri="{FF2B5EF4-FFF2-40B4-BE49-F238E27FC236}">
                <a16:creationId xmlns:a16="http://schemas.microsoft.com/office/drawing/2014/main" id="{8B609774-E3F6-4F33-AA93-F328997C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dot-field">
            <a:extLst xmlns:a="http://schemas.openxmlformats.org/drawingml/2006/main">
              <a:ext uri="{FF2B5EF4-FFF2-40B4-BE49-F238E27FC236}">
                <a16:creationId xmlns:a16="http://schemas.microsoft.com/office/drawing/2014/main" id="{D40B0FF2-C0C9-4F80-ACE8-C22BAE07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dot-field">
            <a:extLst xmlns:a="http://schemas.openxmlformats.org/drawingml/2006/main">
              <a:ext uri="{FF2B5EF4-FFF2-40B4-BE49-F238E27FC236}">
                <a16:creationId xmlns:a16="http://schemas.microsoft.com/office/drawing/2014/main" id="{99C0ED5F-F2EE-4515-95F4-CC52F0B4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dot-field">
            <a:extLst xmlns:a="http://schemas.openxmlformats.org/drawingml/2006/main">
              <a:ext uri="{FF2B5EF4-FFF2-40B4-BE49-F238E27FC236}">
                <a16:creationId xmlns:a16="http://schemas.microsoft.com/office/drawing/2014/main" id="{1172499A-EB57-4B65-947F-6D7D4745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dot-field">
            <a:extLst xmlns:a="http://schemas.openxmlformats.org/drawingml/2006/main">
              <a:ext uri="{FF2B5EF4-FFF2-40B4-BE49-F238E27FC236}">
                <a16:creationId xmlns:a16="http://schemas.microsoft.com/office/drawing/2014/main" id="{47861C27-5A50-406E-9084-477F62D1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dot-field">
            <a:extLst xmlns:a="http://schemas.openxmlformats.org/drawingml/2006/main">
              <a:ext uri="{FF2B5EF4-FFF2-40B4-BE49-F238E27FC236}">
                <a16:creationId xmlns:a16="http://schemas.microsoft.com/office/drawing/2014/main" id="{53902B88-9629-4BF1-A306-6FBE5D65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dot-field">
            <a:extLst xmlns:a="http://schemas.openxmlformats.org/drawingml/2006/main">
              <a:ext uri="{FF2B5EF4-FFF2-40B4-BE49-F238E27FC236}">
                <a16:creationId xmlns:a16="http://schemas.microsoft.com/office/drawing/2014/main" id="{A886731D-BE66-41B1-8D1C-9A991FB2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dot-field">
            <a:extLst xmlns:a="http://schemas.openxmlformats.org/drawingml/2006/main">
              <a:ext uri="{FF2B5EF4-FFF2-40B4-BE49-F238E27FC236}">
                <a16:creationId xmlns:a16="http://schemas.microsoft.com/office/drawing/2014/main" id="{D870E208-2CBA-41B3-A39B-43990358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2931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dot-field">
            <a:extLst xmlns:a="http://schemas.openxmlformats.org/drawingml/2006/main">
              <a:ext uri="{FF2B5EF4-FFF2-40B4-BE49-F238E27FC236}">
                <a16:creationId xmlns:a16="http://schemas.microsoft.com/office/drawing/2014/main" id="{E066C2CE-5459-499A-AEC3-00AA2276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2926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dot-field">
            <a:extLst xmlns:a="http://schemas.openxmlformats.org/drawingml/2006/main">
              <a:ext uri="{FF2B5EF4-FFF2-40B4-BE49-F238E27FC236}">
                <a16:creationId xmlns:a16="http://schemas.microsoft.com/office/drawing/2014/main" id="{87131E58-FD9B-44C0-BF83-F4F5D7B3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261" y="2926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dot-field">
            <a:extLst xmlns:a="http://schemas.openxmlformats.org/drawingml/2006/main">
              <a:ext uri="{FF2B5EF4-FFF2-40B4-BE49-F238E27FC236}">
                <a16:creationId xmlns:a16="http://schemas.microsoft.com/office/drawing/2014/main" id="{05D1A47E-99D6-4173-AB1C-828ECAD6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061" y="3155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dot-field">
            <a:extLst xmlns:a="http://schemas.openxmlformats.org/drawingml/2006/main">
              <a:ext uri="{FF2B5EF4-FFF2-40B4-BE49-F238E27FC236}">
                <a16:creationId xmlns:a16="http://schemas.microsoft.com/office/drawing/2014/main" id="{471336A3-BA89-478D-B0C8-D986BA32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3155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dot-field">
            <a:extLst xmlns:a="http://schemas.openxmlformats.org/drawingml/2006/main">
              <a:ext uri="{FF2B5EF4-FFF2-40B4-BE49-F238E27FC236}">
                <a16:creationId xmlns:a16="http://schemas.microsoft.com/office/drawing/2014/main" id="{7EC3F962-CD04-422B-9191-16F7A3F8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0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dot-field">
            <a:extLst xmlns:a="http://schemas.openxmlformats.org/drawingml/2006/main">
              <a:ext uri="{FF2B5EF4-FFF2-40B4-BE49-F238E27FC236}">
                <a16:creationId xmlns:a16="http://schemas.microsoft.com/office/drawing/2014/main" id="{51A2DCDC-B388-413D-961E-393E14E7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dot-field">
            <a:extLst xmlns:a="http://schemas.openxmlformats.org/drawingml/2006/main">
              <a:ext uri="{FF2B5EF4-FFF2-40B4-BE49-F238E27FC236}">
                <a16:creationId xmlns:a16="http://schemas.microsoft.com/office/drawing/2014/main" id="{10F15423-66E7-41DA-9F3B-7AFB3685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dot-field">
            <a:extLst xmlns:a="http://schemas.openxmlformats.org/drawingml/2006/main">
              <a:ext uri="{FF2B5EF4-FFF2-40B4-BE49-F238E27FC236}">
                <a16:creationId xmlns:a16="http://schemas.microsoft.com/office/drawing/2014/main" id="{403719E7-5FF0-4DD9-9F19-16DAD5BD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dot-field">
            <a:extLst xmlns:a="http://schemas.openxmlformats.org/drawingml/2006/main">
              <a:ext uri="{FF2B5EF4-FFF2-40B4-BE49-F238E27FC236}">
                <a16:creationId xmlns:a16="http://schemas.microsoft.com/office/drawing/2014/main" id="{969EA562-7961-44E2-B69C-688B486F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dot-field">
            <a:extLst xmlns:a="http://schemas.openxmlformats.org/drawingml/2006/main">
              <a:ext uri="{FF2B5EF4-FFF2-40B4-BE49-F238E27FC236}">
                <a16:creationId xmlns:a16="http://schemas.microsoft.com/office/drawing/2014/main" id="{19CAF654-2E37-44E4-8C08-D5F86B27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dot-field">
            <a:extLst xmlns:a="http://schemas.openxmlformats.org/drawingml/2006/main">
              <a:ext uri="{FF2B5EF4-FFF2-40B4-BE49-F238E27FC236}">
                <a16:creationId xmlns:a16="http://schemas.microsoft.com/office/drawing/2014/main" id="{B0CF5D9A-6A68-4990-9EA1-89499423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dot-field">
            <a:extLst xmlns:a="http://schemas.openxmlformats.org/drawingml/2006/main">
              <a:ext uri="{FF2B5EF4-FFF2-40B4-BE49-F238E27FC236}">
                <a16:creationId xmlns:a16="http://schemas.microsoft.com/office/drawing/2014/main" id="{1DB82F66-7807-4712-A0D3-D04CE486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dot-field">
            <a:extLst xmlns:a="http://schemas.openxmlformats.org/drawingml/2006/main">
              <a:ext uri="{FF2B5EF4-FFF2-40B4-BE49-F238E27FC236}">
                <a16:creationId xmlns:a16="http://schemas.microsoft.com/office/drawing/2014/main" id="{25E05A58-BB9E-4190-B846-2C7B4654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dot-field">
            <a:extLst xmlns:a="http://schemas.openxmlformats.org/drawingml/2006/main">
              <a:ext uri="{FF2B5EF4-FFF2-40B4-BE49-F238E27FC236}">
                <a16:creationId xmlns:a16="http://schemas.microsoft.com/office/drawing/2014/main" id="{56EC5372-3E7B-4C21-A352-66901BF0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3159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dot-field">
            <a:extLst xmlns:a="http://schemas.openxmlformats.org/drawingml/2006/main">
              <a:ext uri="{FF2B5EF4-FFF2-40B4-BE49-F238E27FC236}">
                <a16:creationId xmlns:a16="http://schemas.microsoft.com/office/drawing/2014/main" id="{71145894-99DD-41A5-9151-3D198B0C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3155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dot-field">
            <a:extLst xmlns:a="http://schemas.openxmlformats.org/drawingml/2006/main">
              <a:ext uri="{FF2B5EF4-FFF2-40B4-BE49-F238E27FC236}">
                <a16:creationId xmlns:a16="http://schemas.microsoft.com/office/drawing/2014/main" id="{1D0EA2EE-8BDC-47C5-9229-7105A240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261" y="3155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dot-field">
            <a:extLst xmlns:a="http://schemas.openxmlformats.org/drawingml/2006/main">
              <a:ext uri="{FF2B5EF4-FFF2-40B4-BE49-F238E27FC236}">
                <a16:creationId xmlns:a16="http://schemas.microsoft.com/office/drawing/2014/main" id="{7069CA91-81CE-4361-8E36-9AA504D6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061" y="3383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dot-field">
            <a:extLst xmlns:a="http://schemas.openxmlformats.org/drawingml/2006/main">
              <a:ext uri="{FF2B5EF4-FFF2-40B4-BE49-F238E27FC236}">
                <a16:creationId xmlns:a16="http://schemas.microsoft.com/office/drawing/2014/main" id="{50E18EC7-ADE0-483C-A4CF-CB013B86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3383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dot-field">
            <a:extLst xmlns:a="http://schemas.openxmlformats.org/drawingml/2006/main">
              <a:ext uri="{FF2B5EF4-FFF2-40B4-BE49-F238E27FC236}">
                <a16:creationId xmlns:a16="http://schemas.microsoft.com/office/drawing/2014/main" id="{BD991B45-6F7B-4DE6-861A-680155EE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0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dot-field">
            <a:extLst xmlns:a="http://schemas.openxmlformats.org/drawingml/2006/main">
              <a:ext uri="{FF2B5EF4-FFF2-40B4-BE49-F238E27FC236}">
                <a16:creationId xmlns:a16="http://schemas.microsoft.com/office/drawing/2014/main" id="{81E61AB7-B158-44A1-BEA1-1C442791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dot-field">
            <a:extLst xmlns:a="http://schemas.openxmlformats.org/drawingml/2006/main">
              <a:ext uri="{FF2B5EF4-FFF2-40B4-BE49-F238E27FC236}">
                <a16:creationId xmlns:a16="http://schemas.microsoft.com/office/drawing/2014/main" id="{7B6515C5-64C3-45CA-947C-59CDBB36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dot-field">
            <a:extLst xmlns:a="http://schemas.openxmlformats.org/drawingml/2006/main">
              <a:ext uri="{FF2B5EF4-FFF2-40B4-BE49-F238E27FC236}">
                <a16:creationId xmlns:a16="http://schemas.microsoft.com/office/drawing/2014/main" id="{9190C1EC-BFAD-4341-BCDA-CDDF8CF9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dot-field">
            <a:extLst xmlns:a="http://schemas.openxmlformats.org/drawingml/2006/main">
              <a:ext uri="{FF2B5EF4-FFF2-40B4-BE49-F238E27FC236}">
                <a16:creationId xmlns:a16="http://schemas.microsoft.com/office/drawing/2014/main" id="{90385D05-0389-4EFF-88AA-02FCDC3D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dot-field">
            <a:extLst xmlns:a="http://schemas.openxmlformats.org/drawingml/2006/main">
              <a:ext uri="{FF2B5EF4-FFF2-40B4-BE49-F238E27FC236}">
                <a16:creationId xmlns:a16="http://schemas.microsoft.com/office/drawing/2014/main" id="{087F7BE4-AF25-407B-B39C-F623AAE0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dot-field">
            <a:extLst xmlns:a="http://schemas.openxmlformats.org/drawingml/2006/main">
              <a:ext uri="{FF2B5EF4-FFF2-40B4-BE49-F238E27FC236}">
                <a16:creationId xmlns:a16="http://schemas.microsoft.com/office/drawing/2014/main" id="{7B4A1F53-2B66-4E43-88FE-8D609776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dot-field">
            <a:extLst xmlns:a="http://schemas.openxmlformats.org/drawingml/2006/main">
              <a:ext uri="{FF2B5EF4-FFF2-40B4-BE49-F238E27FC236}">
                <a16:creationId xmlns:a16="http://schemas.microsoft.com/office/drawing/2014/main" id="{BB4EFC3A-76D0-472E-A18A-11348BB0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dot-field">
            <a:extLst xmlns:a="http://schemas.openxmlformats.org/drawingml/2006/main">
              <a:ext uri="{FF2B5EF4-FFF2-40B4-BE49-F238E27FC236}">
                <a16:creationId xmlns:a16="http://schemas.microsoft.com/office/drawing/2014/main" id="{2ADD6694-81F2-42A5-BDC3-C13B4990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dot-field">
            <a:extLst xmlns:a="http://schemas.openxmlformats.org/drawingml/2006/main">
              <a:ext uri="{FF2B5EF4-FFF2-40B4-BE49-F238E27FC236}">
                <a16:creationId xmlns:a16="http://schemas.microsoft.com/office/drawing/2014/main" id="{E4D3675B-A325-4572-976B-79221D1B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3388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dot-field">
            <a:extLst xmlns:a="http://schemas.openxmlformats.org/drawingml/2006/main">
              <a:ext uri="{FF2B5EF4-FFF2-40B4-BE49-F238E27FC236}">
                <a16:creationId xmlns:a16="http://schemas.microsoft.com/office/drawing/2014/main" id="{D9A64264-975A-4811-82C1-F241AECF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3383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dot-field">
            <a:extLst xmlns:a="http://schemas.openxmlformats.org/drawingml/2006/main">
              <a:ext uri="{FF2B5EF4-FFF2-40B4-BE49-F238E27FC236}">
                <a16:creationId xmlns:a16="http://schemas.microsoft.com/office/drawing/2014/main" id="{02992D0A-2365-4607-A689-4F1F57F8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261" y="3383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dot-field">
            <a:extLst xmlns:a="http://schemas.openxmlformats.org/drawingml/2006/main">
              <a:ext uri="{FF2B5EF4-FFF2-40B4-BE49-F238E27FC236}">
                <a16:creationId xmlns:a16="http://schemas.microsoft.com/office/drawing/2014/main" id="{C3ACF4D1-D0B7-4C49-8E44-796A2DB2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061" y="3612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dot-field">
            <a:extLst xmlns:a="http://schemas.openxmlformats.org/drawingml/2006/main">
              <a:ext uri="{FF2B5EF4-FFF2-40B4-BE49-F238E27FC236}">
                <a16:creationId xmlns:a16="http://schemas.microsoft.com/office/drawing/2014/main" id="{9C4A8DFB-950E-4306-98B8-AD794906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3612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dot-field">
            <a:extLst xmlns:a="http://schemas.openxmlformats.org/drawingml/2006/main">
              <a:ext uri="{FF2B5EF4-FFF2-40B4-BE49-F238E27FC236}">
                <a16:creationId xmlns:a16="http://schemas.microsoft.com/office/drawing/2014/main" id="{FAF6FA97-3461-4277-8E47-E8C30999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0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dot-field">
            <a:extLst xmlns:a="http://schemas.openxmlformats.org/drawingml/2006/main">
              <a:ext uri="{FF2B5EF4-FFF2-40B4-BE49-F238E27FC236}">
                <a16:creationId xmlns:a16="http://schemas.microsoft.com/office/drawing/2014/main" id="{BAA07C2F-F29A-4F52-B6B1-D1831AE0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dot-field">
            <a:extLst xmlns:a="http://schemas.openxmlformats.org/drawingml/2006/main">
              <a:ext uri="{FF2B5EF4-FFF2-40B4-BE49-F238E27FC236}">
                <a16:creationId xmlns:a16="http://schemas.microsoft.com/office/drawing/2014/main" id="{0E12046B-D0AA-467A-81BD-BD316C90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dot-field">
            <a:extLst xmlns:a="http://schemas.openxmlformats.org/drawingml/2006/main">
              <a:ext uri="{FF2B5EF4-FFF2-40B4-BE49-F238E27FC236}">
                <a16:creationId xmlns:a16="http://schemas.microsoft.com/office/drawing/2014/main" id="{39CDA4A1-A2B1-4DD0-8FD4-3A4E64DA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dot-field">
            <a:extLst xmlns:a="http://schemas.openxmlformats.org/drawingml/2006/main">
              <a:ext uri="{FF2B5EF4-FFF2-40B4-BE49-F238E27FC236}">
                <a16:creationId xmlns:a16="http://schemas.microsoft.com/office/drawing/2014/main" id="{8AECAC4B-409D-4EA9-94C0-2CB97515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dot-field">
            <a:extLst xmlns:a="http://schemas.openxmlformats.org/drawingml/2006/main">
              <a:ext uri="{FF2B5EF4-FFF2-40B4-BE49-F238E27FC236}">
                <a16:creationId xmlns:a16="http://schemas.microsoft.com/office/drawing/2014/main" id="{F95C939C-44ED-4781-9132-D8C75B51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dot-field">
            <a:extLst xmlns:a="http://schemas.openxmlformats.org/drawingml/2006/main">
              <a:ext uri="{FF2B5EF4-FFF2-40B4-BE49-F238E27FC236}">
                <a16:creationId xmlns:a16="http://schemas.microsoft.com/office/drawing/2014/main" id="{D20EB286-8F72-4787-B7BB-80D22131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dot-field">
            <a:extLst xmlns:a="http://schemas.openxmlformats.org/drawingml/2006/main">
              <a:ext uri="{FF2B5EF4-FFF2-40B4-BE49-F238E27FC236}">
                <a16:creationId xmlns:a16="http://schemas.microsoft.com/office/drawing/2014/main" id="{D20481C4-C0BD-47F5-AE9E-C4325C07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dot-field">
            <a:extLst xmlns:a="http://schemas.openxmlformats.org/drawingml/2006/main">
              <a:ext uri="{FF2B5EF4-FFF2-40B4-BE49-F238E27FC236}">
                <a16:creationId xmlns:a16="http://schemas.microsoft.com/office/drawing/2014/main" id="{E128B0C4-634F-4F1C-954D-2DE6FB69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dot-field">
            <a:extLst xmlns:a="http://schemas.openxmlformats.org/drawingml/2006/main">
              <a:ext uri="{FF2B5EF4-FFF2-40B4-BE49-F238E27FC236}">
                <a16:creationId xmlns:a16="http://schemas.microsoft.com/office/drawing/2014/main" id="{03C3D354-B95E-4FBF-830B-3B854A1E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3617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dot-field">
            <a:extLst xmlns:a="http://schemas.openxmlformats.org/drawingml/2006/main">
              <a:ext uri="{FF2B5EF4-FFF2-40B4-BE49-F238E27FC236}">
                <a16:creationId xmlns:a16="http://schemas.microsoft.com/office/drawing/2014/main" id="{16134984-776A-4178-B9F2-93B041C1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3612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dot-field">
            <a:extLst xmlns:a="http://schemas.openxmlformats.org/drawingml/2006/main">
              <a:ext uri="{FF2B5EF4-FFF2-40B4-BE49-F238E27FC236}">
                <a16:creationId xmlns:a16="http://schemas.microsoft.com/office/drawing/2014/main" id="{0034F90A-E50F-44A6-81FE-DC44CEB4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261" y="3612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dot-field">
            <a:extLst xmlns:a="http://schemas.openxmlformats.org/drawingml/2006/main">
              <a:ext uri="{FF2B5EF4-FFF2-40B4-BE49-F238E27FC236}">
                <a16:creationId xmlns:a16="http://schemas.microsoft.com/office/drawing/2014/main" id="{FE8EEA97-2308-4695-BBCE-450020E5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3840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dot-field">
            <a:extLst xmlns:a="http://schemas.openxmlformats.org/drawingml/2006/main">
              <a:ext uri="{FF2B5EF4-FFF2-40B4-BE49-F238E27FC236}">
                <a16:creationId xmlns:a16="http://schemas.microsoft.com/office/drawing/2014/main" id="{D0C6731B-8E15-408E-92AF-8F1DD6E8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0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dot-field">
            <a:extLst xmlns:a="http://schemas.openxmlformats.org/drawingml/2006/main">
              <a:ext uri="{FF2B5EF4-FFF2-40B4-BE49-F238E27FC236}">
                <a16:creationId xmlns:a16="http://schemas.microsoft.com/office/drawing/2014/main" id="{A26629FA-64DC-4D8E-8712-82269876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dot-field">
            <a:extLst xmlns:a="http://schemas.openxmlformats.org/drawingml/2006/main">
              <a:ext uri="{FF2B5EF4-FFF2-40B4-BE49-F238E27FC236}">
                <a16:creationId xmlns:a16="http://schemas.microsoft.com/office/drawing/2014/main" id="{DD7F00D7-999C-43EB-8257-0082CC0A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dot-field">
            <a:extLst xmlns:a="http://schemas.openxmlformats.org/drawingml/2006/main">
              <a:ext uri="{FF2B5EF4-FFF2-40B4-BE49-F238E27FC236}">
                <a16:creationId xmlns:a16="http://schemas.microsoft.com/office/drawing/2014/main" id="{18FD9B17-BF55-4202-8C64-3B5AA125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dot-field">
            <a:extLst xmlns:a="http://schemas.openxmlformats.org/drawingml/2006/main">
              <a:ext uri="{FF2B5EF4-FFF2-40B4-BE49-F238E27FC236}">
                <a16:creationId xmlns:a16="http://schemas.microsoft.com/office/drawing/2014/main" id="{655ABAA1-8B29-4F9E-BF05-9D926500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dot-field">
            <a:extLst xmlns:a="http://schemas.openxmlformats.org/drawingml/2006/main">
              <a:ext uri="{FF2B5EF4-FFF2-40B4-BE49-F238E27FC236}">
                <a16:creationId xmlns:a16="http://schemas.microsoft.com/office/drawing/2014/main" id="{FF64FCAC-7068-4F5E-97C0-9D5AD4CA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dot-field">
            <a:extLst xmlns:a="http://schemas.openxmlformats.org/drawingml/2006/main">
              <a:ext uri="{FF2B5EF4-FFF2-40B4-BE49-F238E27FC236}">
                <a16:creationId xmlns:a16="http://schemas.microsoft.com/office/drawing/2014/main" id="{95030AB0-F786-41EC-9C69-06DEC462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dot-field">
            <a:extLst xmlns:a="http://schemas.openxmlformats.org/drawingml/2006/main">
              <a:ext uri="{FF2B5EF4-FFF2-40B4-BE49-F238E27FC236}">
                <a16:creationId xmlns:a16="http://schemas.microsoft.com/office/drawing/2014/main" id="{E9C07387-8A92-4910-ABBF-C85528D2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dot-field">
            <a:extLst xmlns:a="http://schemas.openxmlformats.org/drawingml/2006/main">
              <a:ext uri="{FF2B5EF4-FFF2-40B4-BE49-F238E27FC236}">
                <a16:creationId xmlns:a16="http://schemas.microsoft.com/office/drawing/2014/main" id="{DBEF608B-1273-49E2-83D8-773267F0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dot-field">
            <a:extLst xmlns:a="http://schemas.openxmlformats.org/drawingml/2006/main">
              <a:ext uri="{FF2B5EF4-FFF2-40B4-BE49-F238E27FC236}">
                <a16:creationId xmlns:a16="http://schemas.microsoft.com/office/drawing/2014/main" id="{B2DA799C-2467-4181-96CE-047F9152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3845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dot-field">
            <a:extLst xmlns:a="http://schemas.openxmlformats.org/drawingml/2006/main">
              <a:ext uri="{FF2B5EF4-FFF2-40B4-BE49-F238E27FC236}">
                <a16:creationId xmlns:a16="http://schemas.microsoft.com/office/drawing/2014/main" id="{A17E4719-8FEC-4292-BD05-FCB67A49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3840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dot-field">
            <a:extLst xmlns:a="http://schemas.openxmlformats.org/drawingml/2006/main">
              <a:ext uri="{FF2B5EF4-FFF2-40B4-BE49-F238E27FC236}">
                <a16:creationId xmlns:a16="http://schemas.microsoft.com/office/drawing/2014/main" id="{BCC48054-4637-47BC-9A43-133F91E6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5261" y="3840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dot-field">
            <a:extLst xmlns:a="http://schemas.openxmlformats.org/drawingml/2006/main">
              <a:ext uri="{FF2B5EF4-FFF2-40B4-BE49-F238E27FC236}">
                <a16:creationId xmlns:a16="http://schemas.microsoft.com/office/drawing/2014/main" id="{3C3E3BA6-D720-48A7-8285-958A4CAE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4069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dot-field">
            <a:extLst xmlns:a="http://schemas.openxmlformats.org/drawingml/2006/main">
              <a:ext uri="{FF2B5EF4-FFF2-40B4-BE49-F238E27FC236}">
                <a16:creationId xmlns:a16="http://schemas.microsoft.com/office/drawing/2014/main" id="{4F89A07B-CF97-45A7-9095-19260DE5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4069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dot-field">
            <a:extLst xmlns:a="http://schemas.openxmlformats.org/drawingml/2006/main">
              <a:ext uri="{FF2B5EF4-FFF2-40B4-BE49-F238E27FC236}">
                <a16:creationId xmlns:a16="http://schemas.microsoft.com/office/drawing/2014/main" id="{66401C6D-8394-4733-B6D5-B927D423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dot-field">
            <a:extLst xmlns:a="http://schemas.openxmlformats.org/drawingml/2006/main">
              <a:ext uri="{FF2B5EF4-FFF2-40B4-BE49-F238E27FC236}">
                <a16:creationId xmlns:a16="http://schemas.microsoft.com/office/drawing/2014/main" id="{8695D67E-5EC7-4DF3-A457-B9C66F18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dot-field">
            <a:extLst xmlns:a="http://schemas.openxmlformats.org/drawingml/2006/main">
              <a:ext uri="{FF2B5EF4-FFF2-40B4-BE49-F238E27FC236}">
                <a16:creationId xmlns:a16="http://schemas.microsoft.com/office/drawing/2014/main" id="{F11A3990-3291-4149-A9BD-49D90452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dot-field">
            <a:extLst xmlns:a="http://schemas.openxmlformats.org/drawingml/2006/main">
              <a:ext uri="{FF2B5EF4-FFF2-40B4-BE49-F238E27FC236}">
                <a16:creationId xmlns:a16="http://schemas.microsoft.com/office/drawing/2014/main" id="{D1EEFFD0-EFF1-49A2-ACB8-6DF5F4CB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dot-field">
            <a:extLst xmlns:a="http://schemas.openxmlformats.org/drawingml/2006/main">
              <a:ext uri="{FF2B5EF4-FFF2-40B4-BE49-F238E27FC236}">
                <a16:creationId xmlns:a16="http://schemas.microsoft.com/office/drawing/2014/main" id="{4215DED1-DB66-487D-9809-8E8B0B85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dot-field">
            <a:extLst xmlns:a="http://schemas.openxmlformats.org/drawingml/2006/main">
              <a:ext uri="{FF2B5EF4-FFF2-40B4-BE49-F238E27FC236}">
                <a16:creationId xmlns:a16="http://schemas.microsoft.com/office/drawing/2014/main" id="{DC2487CE-8B86-40C4-8CDA-1815AB35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dot-field">
            <a:extLst xmlns:a="http://schemas.openxmlformats.org/drawingml/2006/main">
              <a:ext uri="{FF2B5EF4-FFF2-40B4-BE49-F238E27FC236}">
                <a16:creationId xmlns:a16="http://schemas.microsoft.com/office/drawing/2014/main" id="{2591DF82-3622-40B4-A983-C32C355C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dot-field">
            <a:extLst xmlns:a="http://schemas.openxmlformats.org/drawingml/2006/main">
              <a:ext uri="{FF2B5EF4-FFF2-40B4-BE49-F238E27FC236}">
                <a16:creationId xmlns:a16="http://schemas.microsoft.com/office/drawing/2014/main" id="{7DC3D758-E65F-42B4-82EE-0F9A461E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dot-field">
            <a:extLst xmlns:a="http://schemas.openxmlformats.org/drawingml/2006/main">
              <a:ext uri="{FF2B5EF4-FFF2-40B4-BE49-F238E27FC236}">
                <a16:creationId xmlns:a16="http://schemas.microsoft.com/office/drawing/2014/main" id="{D4C2149A-F529-4CA0-88DA-8671E511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dot-field">
            <a:extLst xmlns:a="http://schemas.openxmlformats.org/drawingml/2006/main">
              <a:ext uri="{FF2B5EF4-FFF2-40B4-BE49-F238E27FC236}">
                <a16:creationId xmlns:a16="http://schemas.microsoft.com/office/drawing/2014/main" id="{BFDD4329-1D11-4C3D-B3A9-5C60F702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dot-field">
            <a:extLst xmlns:a="http://schemas.openxmlformats.org/drawingml/2006/main">
              <a:ext uri="{FF2B5EF4-FFF2-40B4-BE49-F238E27FC236}">
                <a16:creationId xmlns:a16="http://schemas.microsoft.com/office/drawing/2014/main" id="{59C68815-727A-4E91-A5F5-AE215A8F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824" y="4074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dot-field">
            <a:extLst xmlns:a="http://schemas.openxmlformats.org/drawingml/2006/main">
              <a:ext uri="{FF2B5EF4-FFF2-40B4-BE49-F238E27FC236}">
                <a16:creationId xmlns:a16="http://schemas.microsoft.com/office/drawing/2014/main" id="{D6CA8F1A-BC02-46BD-B0BD-620FEFA4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4069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dot-field">
            <a:extLst xmlns:a="http://schemas.openxmlformats.org/drawingml/2006/main">
              <a:ext uri="{FF2B5EF4-FFF2-40B4-BE49-F238E27FC236}">
                <a16:creationId xmlns:a16="http://schemas.microsoft.com/office/drawing/2014/main" id="{AA2A656E-BD53-43E4-A7FC-2AA21FFD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4661" y="4298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dot-field">
            <a:extLst xmlns:a="http://schemas.openxmlformats.org/drawingml/2006/main">
              <a:ext uri="{FF2B5EF4-FFF2-40B4-BE49-F238E27FC236}">
                <a16:creationId xmlns:a16="http://schemas.microsoft.com/office/drawing/2014/main" id="{2309489A-F30B-4B98-9981-F8150089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4298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dot-field">
            <a:extLst xmlns:a="http://schemas.openxmlformats.org/drawingml/2006/main">
              <a:ext uri="{FF2B5EF4-FFF2-40B4-BE49-F238E27FC236}">
                <a16:creationId xmlns:a16="http://schemas.microsoft.com/office/drawing/2014/main" id="{7962A04D-290E-4F8A-B994-7D042E89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6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dot-field">
            <a:extLst xmlns:a="http://schemas.openxmlformats.org/drawingml/2006/main">
              <a:ext uri="{FF2B5EF4-FFF2-40B4-BE49-F238E27FC236}">
                <a16:creationId xmlns:a16="http://schemas.microsoft.com/office/drawing/2014/main" id="{E63B0B8C-8ACD-4030-B1BE-FB000964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dot-field">
            <a:extLst xmlns:a="http://schemas.openxmlformats.org/drawingml/2006/main">
              <a:ext uri="{FF2B5EF4-FFF2-40B4-BE49-F238E27FC236}">
                <a16:creationId xmlns:a16="http://schemas.microsoft.com/office/drawing/2014/main" id="{4E05657A-0DD9-47F6-B215-EB604A01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dot-field">
            <a:extLst xmlns:a="http://schemas.openxmlformats.org/drawingml/2006/main">
              <a:ext uri="{FF2B5EF4-FFF2-40B4-BE49-F238E27FC236}">
                <a16:creationId xmlns:a16="http://schemas.microsoft.com/office/drawing/2014/main" id="{1D48CDB8-B865-4660-BD96-5FBA2683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dot-field">
            <a:extLst xmlns:a="http://schemas.openxmlformats.org/drawingml/2006/main">
              <a:ext uri="{FF2B5EF4-FFF2-40B4-BE49-F238E27FC236}">
                <a16:creationId xmlns:a16="http://schemas.microsoft.com/office/drawing/2014/main" id="{748768F3-86D8-47DB-8C0D-BE54FEA7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dot-field">
            <a:extLst xmlns:a="http://schemas.openxmlformats.org/drawingml/2006/main">
              <a:ext uri="{FF2B5EF4-FFF2-40B4-BE49-F238E27FC236}">
                <a16:creationId xmlns:a16="http://schemas.microsoft.com/office/drawing/2014/main" id="{8695AE02-DC75-4F29-87E2-7EEADE17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dot-field">
            <a:extLst xmlns:a="http://schemas.openxmlformats.org/drawingml/2006/main">
              <a:ext uri="{FF2B5EF4-FFF2-40B4-BE49-F238E27FC236}">
                <a16:creationId xmlns:a16="http://schemas.microsoft.com/office/drawing/2014/main" id="{32FCA861-1C19-4BAE-B406-6E790517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dot-field">
            <a:extLst xmlns:a="http://schemas.openxmlformats.org/drawingml/2006/main">
              <a:ext uri="{FF2B5EF4-FFF2-40B4-BE49-F238E27FC236}">
                <a16:creationId xmlns:a16="http://schemas.microsoft.com/office/drawing/2014/main" id="{9E7D36A0-EBD7-40A0-8214-8F6EA0C2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dot-field">
            <a:extLst xmlns:a="http://schemas.openxmlformats.org/drawingml/2006/main">
              <a:ext uri="{FF2B5EF4-FFF2-40B4-BE49-F238E27FC236}">
                <a16:creationId xmlns:a16="http://schemas.microsoft.com/office/drawing/2014/main" id="{D5485A91-8E44-44F1-A201-77DC2B98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dot-field">
            <a:extLst xmlns:a="http://schemas.openxmlformats.org/drawingml/2006/main">
              <a:ext uri="{FF2B5EF4-FFF2-40B4-BE49-F238E27FC236}">
                <a16:creationId xmlns:a16="http://schemas.microsoft.com/office/drawing/2014/main" id="{6402C0FC-3FB0-4372-98C6-1CB157F6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dot-field">
            <a:extLst xmlns:a="http://schemas.openxmlformats.org/drawingml/2006/main">
              <a:ext uri="{FF2B5EF4-FFF2-40B4-BE49-F238E27FC236}">
                <a16:creationId xmlns:a16="http://schemas.microsoft.com/office/drawing/2014/main" id="{7D1F312D-0E62-4E01-BA46-2E32B612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dot-field">
            <a:extLst xmlns:a="http://schemas.openxmlformats.org/drawingml/2006/main">
              <a:ext uri="{FF2B5EF4-FFF2-40B4-BE49-F238E27FC236}">
                <a16:creationId xmlns:a16="http://schemas.microsoft.com/office/drawing/2014/main" id="{3FFF0A1E-46F7-426F-B4B5-FCAD7701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4302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dot-field">
            <a:extLst xmlns:a="http://schemas.openxmlformats.org/drawingml/2006/main">
              <a:ext uri="{FF2B5EF4-FFF2-40B4-BE49-F238E27FC236}">
                <a16:creationId xmlns:a16="http://schemas.microsoft.com/office/drawing/2014/main" id="{FA60CD24-ECB1-45DE-8D13-4F7BF93F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061" y="4298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dot-field">
            <a:extLst xmlns:a="http://schemas.openxmlformats.org/drawingml/2006/main">
              <a:ext uri="{FF2B5EF4-FFF2-40B4-BE49-F238E27FC236}">
                <a16:creationId xmlns:a16="http://schemas.microsoft.com/office/drawing/2014/main" id="{F09497C5-1C56-4448-949E-7655B6BD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4298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dot-field">
            <a:extLst xmlns:a="http://schemas.openxmlformats.org/drawingml/2006/main">
              <a:ext uri="{FF2B5EF4-FFF2-40B4-BE49-F238E27FC236}">
                <a16:creationId xmlns:a16="http://schemas.microsoft.com/office/drawing/2014/main" id="{5239A4C5-19EF-4694-8CDE-E08E25B4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4526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dot-field">
            <a:extLst xmlns:a="http://schemas.openxmlformats.org/drawingml/2006/main">
              <a:ext uri="{FF2B5EF4-FFF2-40B4-BE49-F238E27FC236}">
                <a16:creationId xmlns:a16="http://schemas.microsoft.com/office/drawing/2014/main" id="{46A6EE0E-5C52-4328-9B8E-D13A05F2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61" y="4526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dot-field">
            <a:extLst xmlns:a="http://schemas.openxmlformats.org/drawingml/2006/main">
              <a:ext uri="{FF2B5EF4-FFF2-40B4-BE49-F238E27FC236}">
                <a16:creationId xmlns:a16="http://schemas.microsoft.com/office/drawing/2014/main" id="{4FA90355-FD3F-4E82-9EC2-085390CB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dot-field">
            <a:extLst xmlns:a="http://schemas.openxmlformats.org/drawingml/2006/main">
              <a:ext uri="{FF2B5EF4-FFF2-40B4-BE49-F238E27FC236}">
                <a16:creationId xmlns:a16="http://schemas.microsoft.com/office/drawing/2014/main" id="{B77A3123-B50A-4026-B132-3D5156F8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dot-field">
            <a:extLst xmlns:a="http://schemas.openxmlformats.org/drawingml/2006/main">
              <a:ext uri="{FF2B5EF4-FFF2-40B4-BE49-F238E27FC236}">
                <a16:creationId xmlns:a16="http://schemas.microsoft.com/office/drawing/2014/main" id="{5A88C0D0-15C0-4333-B1D9-53BF6DA5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dot-field">
            <a:extLst xmlns:a="http://schemas.openxmlformats.org/drawingml/2006/main">
              <a:ext uri="{FF2B5EF4-FFF2-40B4-BE49-F238E27FC236}">
                <a16:creationId xmlns:a16="http://schemas.microsoft.com/office/drawing/2014/main" id="{83AE6EC1-4158-4B86-9644-6BF66B91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dot-field">
            <a:extLst xmlns:a="http://schemas.openxmlformats.org/drawingml/2006/main">
              <a:ext uri="{FF2B5EF4-FFF2-40B4-BE49-F238E27FC236}">
                <a16:creationId xmlns:a16="http://schemas.microsoft.com/office/drawing/2014/main" id="{FC4A5337-CE56-433C-952F-9AB61427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dot-field">
            <a:extLst xmlns:a="http://schemas.openxmlformats.org/drawingml/2006/main">
              <a:ext uri="{FF2B5EF4-FFF2-40B4-BE49-F238E27FC236}">
                <a16:creationId xmlns:a16="http://schemas.microsoft.com/office/drawing/2014/main" id="{9F1A69CE-5D67-40C1-90C0-70A11F18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dot-field">
            <a:extLst xmlns:a="http://schemas.openxmlformats.org/drawingml/2006/main">
              <a:ext uri="{FF2B5EF4-FFF2-40B4-BE49-F238E27FC236}">
                <a16:creationId xmlns:a16="http://schemas.microsoft.com/office/drawing/2014/main" id="{3246B963-9DDD-44BE-B6C5-8FC61F85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dot-field">
            <a:extLst xmlns:a="http://schemas.openxmlformats.org/drawingml/2006/main">
              <a:ext uri="{FF2B5EF4-FFF2-40B4-BE49-F238E27FC236}">
                <a16:creationId xmlns:a16="http://schemas.microsoft.com/office/drawing/2014/main" id="{4F1E7741-C0BF-4C67-B6AE-2E49FEBF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dot-field">
            <a:extLst xmlns:a="http://schemas.openxmlformats.org/drawingml/2006/main">
              <a:ext uri="{FF2B5EF4-FFF2-40B4-BE49-F238E27FC236}">
                <a16:creationId xmlns:a16="http://schemas.microsoft.com/office/drawing/2014/main" id="{8CA70CD1-CCFB-43E0-9834-9ACBEAB2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dot-field">
            <a:extLst xmlns:a="http://schemas.openxmlformats.org/drawingml/2006/main">
              <a:ext uri="{FF2B5EF4-FFF2-40B4-BE49-F238E27FC236}">
                <a16:creationId xmlns:a16="http://schemas.microsoft.com/office/drawing/2014/main" id="{4E9609DD-49D1-4909-8151-6900B55F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dot-field">
            <a:extLst xmlns:a="http://schemas.openxmlformats.org/drawingml/2006/main">
              <a:ext uri="{FF2B5EF4-FFF2-40B4-BE49-F238E27FC236}">
                <a16:creationId xmlns:a16="http://schemas.microsoft.com/office/drawing/2014/main" id="{D767CF29-1921-48C3-A276-C277BE69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dot-field">
            <a:extLst xmlns:a="http://schemas.openxmlformats.org/drawingml/2006/main">
              <a:ext uri="{FF2B5EF4-FFF2-40B4-BE49-F238E27FC236}">
                <a16:creationId xmlns:a16="http://schemas.microsoft.com/office/drawing/2014/main" id="{6DB2DA83-2261-4B6C-8C6A-243BF35D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dot-field">
            <a:extLst xmlns:a="http://schemas.openxmlformats.org/drawingml/2006/main">
              <a:ext uri="{FF2B5EF4-FFF2-40B4-BE49-F238E27FC236}">
                <a16:creationId xmlns:a16="http://schemas.microsoft.com/office/drawing/2014/main" id="{AE3791B7-F9D3-4897-B9C0-62860B68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dot-field">
            <a:extLst xmlns:a="http://schemas.openxmlformats.org/drawingml/2006/main">
              <a:ext uri="{FF2B5EF4-FFF2-40B4-BE49-F238E27FC236}">
                <a16:creationId xmlns:a16="http://schemas.microsoft.com/office/drawing/2014/main" id="{B512F5E7-F7B8-44BC-8CA9-DBE7E6AE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dot-field">
            <a:extLst xmlns:a="http://schemas.openxmlformats.org/drawingml/2006/main">
              <a:ext uri="{FF2B5EF4-FFF2-40B4-BE49-F238E27FC236}">
                <a16:creationId xmlns:a16="http://schemas.microsoft.com/office/drawing/2014/main" id="{BAEDDA26-52E9-4F7C-8F59-43172FAF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dot-field">
            <a:extLst xmlns:a="http://schemas.openxmlformats.org/drawingml/2006/main">
              <a:ext uri="{FF2B5EF4-FFF2-40B4-BE49-F238E27FC236}">
                <a16:creationId xmlns:a16="http://schemas.microsoft.com/office/drawing/2014/main" id="{5793BE42-0C8C-4B1B-BB2A-22763629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224" y="45314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dot-field">
            <a:extLst xmlns:a="http://schemas.openxmlformats.org/drawingml/2006/main">
              <a:ext uri="{FF2B5EF4-FFF2-40B4-BE49-F238E27FC236}">
                <a16:creationId xmlns:a16="http://schemas.microsoft.com/office/drawing/2014/main" id="{6E83BE32-2C42-4942-B96F-954FADEB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061" y="4526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dot-field">
            <a:extLst xmlns:a="http://schemas.openxmlformats.org/drawingml/2006/main">
              <a:ext uri="{FF2B5EF4-FFF2-40B4-BE49-F238E27FC236}">
                <a16:creationId xmlns:a16="http://schemas.microsoft.com/office/drawing/2014/main" id="{5348D60C-5ED2-4DFB-8A14-5766F288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661" y="4526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dot-field">
            <a:extLst xmlns:a="http://schemas.openxmlformats.org/drawingml/2006/main">
              <a:ext uri="{FF2B5EF4-FFF2-40B4-BE49-F238E27FC236}">
                <a16:creationId xmlns:a16="http://schemas.microsoft.com/office/drawing/2014/main" id="{EFD6A833-0509-4F5E-A4F4-6EDCB034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3261" y="4755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dot-field">
            <a:extLst xmlns:a="http://schemas.openxmlformats.org/drawingml/2006/main">
              <a:ext uri="{FF2B5EF4-FFF2-40B4-BE49-F238E27FC236}">
                <a16:creationId xmlns:a16="http://schemas.microsoft.com/office/drawing/2014/main" id="{80511624-5CE2-474D-832D-D995E10C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61" y="4755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dot-field">
            <a:extLst xmlns:a="http://schemas.openxmlformats.org/drawingml/2006/main">
              <a:ext uri="{FF2B5EF4-FFF2-40B4-BE49-F238E27FC236}">
                <a16:creationId xmlns:a16="http://schemas.microsoft.com/office/drawing/2014/main" id="{2455C3E9-93B9-4DAD-A046-095CA954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2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dot-field">
            <a:extLst xmlns:a="http://schemas.openxmlformats.org/drawingml/2006/main">
              <a:ext uri="{FF2B5EF4-FFF2-40B4-BE49-F238E27FC236}">
                <a16:creationId xmlns:a16="http://schemas.microsoft.com/office/drawing/2014/main" id="{FD3436B6-6814-457E-8576-9AF0F477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dot-field">
            <a:extLst xmlns:a="http://schemas.openxmlformats.org/drawingml/2006/main">
              <a:ext uri="{FF2B5EF4-FFF2-40B4-BE49-F238E27FC236}">
                <a16:creationId xmlns:a16="http://schemas.microsoft.com/office/drawing/2014/main" id="{D200FE5D-8F01-4E56-9AEA-4CBB53A2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dot-field">
            <a:extLst xmlns:a="http://schemas.openxmlformats.org/drawingml/2006/main">
              <a:ext uri="{FF2B5EF4-FFF2-40B4-BE49-F238E27FC236}">
                <a16:creationId xmlns:a16="http://schemas.microsoft.com/office/drawing/2014/main" id="{E415085A-EB5C-4E5F-9B0F-DF7278BE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dot-field">
            <a:extLst xmlns:a="http://schemas.openxmlformats.org/drawingml/2006/main">
              <a:ext uri="{FF2B5EF4-FFF2-40B4-BE49-F238E27FC236}">
                <a16:creationId xmlns:a16="http://schemas.microsoft.com/office/drawing/2014/main" id="{8A5530DB-598B-4FFC-8327-2E96DE4C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dot-field">
            <a:extLst xmlns:a="http://schemas.openxmlformats.org/drawingml/2006/main">
              <a:ext uri="{FF2B5EF4-FFF2-40B4-BE49-F238E27FC236}">
                <a16:creationId xmlns:a16="http://schemas.microsoft.com/office/drawing/2014/main" id="{DEDD0C4D-28E8-4A7F-A47D-287DA635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dot-field">
            <a:extLst xmlns:a="http://schemas.openxmlformats.org/drawingml/2006/main">
              <a:ext uri="{FF2B5EF4-FFF2-40B4-BE49-F238E27FC236}">
                <a16:creationId xmlns:a16="http://schemas.microsoft.com/office/drawing/2014/main" id="{933C54BC-AD2C-4F3E-B5F7-1947D951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dot-field">
            <a:extLst xmlns:a="http://schemas.openxmlformats.org/drawingml/2006/main">
              <a:ext uri="{FF2B5EF4-FFF2-40B4-BE49-F238E27FC236}">
                <a16:creationId xmlns:a16="http://schemas.microsoft.com/office/drawing/2014/main" id="{807473FF-502B-42D1-BD5B-6806E4C3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dot-field">
            <a:extLst xmlns:a="http://schemas.openxmlformats.org/drawingml/2006/main">
              <a:ext uri="{FF2B5EF4-FFF2-40B4-BE49-F238E27FC236}">
                <a16:creationId xmlns:a16="http://schemas.microsoft.com/office/drawing/2014/main" id="{9AAC0408-560C-4926-B97D-785A4467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dot-field">
            <a:extLst xmlns:a="http://schemas.openxmlformats.org/drawingml/2006/main">
              <a:ext uri="{FF2B5EF4-FFF2-40B4-BE49-F238E27FC236}">
                <a16:creationId xmlns:a16="http://schemas.microsoft.com/office/drawing/2014/main" id="{33BEBFA1-143B-4C60-8A0C-570FDD94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dot-field">
            <a:extLst xmlns:a="http://schemas.openxmlformats.org/drawingml/2006/main">
              <a:ext uri="{FF2B5EF4-FFF2-40B4-BE49-F238E27FC236}">
                <a16:creationId xmlns:a16="http://schemas.microsoft.com/office/drawing/2014/main" id="{14A1390F-B02B-4D04-92B0-DC46F630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dot-field">
            <a:extLst xmlns:a="http://schemas.openxmlformats.org/drawingml/2006/main">
              <a:ext uri="{FF2B5EF4-FFF2-40B4-BE49-F238E27FC236}">
                <a16:creationId xmlns:a16="http://schemas.microsoft.com/office/drawing/2014/main" id="{20E8389F-EB4E-4114-BE3F-D88BF149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dot-field">
            <a:extLst xmlns:a="http://schemas.openxmlformats.org/drawingml/2006/main">
              <a:ext uri="{FF2B5EF4-FFF2-40B4-BE49-F238E27FC236}">
                <a16:creationId xmlns:a16="http://schemas.microsoft.com/office/drawing/2014/main" id="{71CAE49A-A77A-4FA4-B993-FEAD7982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dot-field">
            <a:extLst xmlns:a="http://schemas.openxmlformats.org/drawingml/2006/main">
              <a:ext uri="{FF2B5EF4-FFF2-40B4-BE49-F238E27FC236}">
                <a16:creationId xmlns:a16="http://schemas.microsoft.com/office/drawing/2014/main" id="{E58128B2-989C-46CC-92CB-5B892A76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dot-field">
            <a:extLst xmlns:a="http://schemas.openxmlformats.org/drawingml/2006/main">
              <a:ext uri="{FF2B5EF4-FFF2-40B4-BE49-F238E27FC236}">
                <a16:creationId xmlns:a16="http://schemas.microsoft.com/office/drawing/2014/main" id="{B91FC408-9487-4676-91D6-BAB82DA6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5624" y="47600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dot-field">
            <a:extLst xmlns:a="http://schemas.openxmlformats.org/drawingml/2006/main">
              <a:ext uri="{FF2B5EF4-FFF2-40B4-BE49-F238E27FC236}">
                <a16:creationId xmlns:a16="http://schemas.microsoft.com/office/drawing/2014/main" id="{AFDD4F3D-62E4-4721-BCE6-C36BCB31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461" y="4755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dot-field">
            <a:extLst xmlns:a="http://schemas.openxmlformats.org/drawingml/2006/main">
              <a:ext uri="{FF2B5EF4-FFF2-40B4-BE49-F238E27FC236}">
                <a16:creationId xmlns:a16="http://schemas.microsoft.com/office/drawing/2014/main" id="{1EA00056-A0A5-4E9A-9BB3-E08EBB07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061" y="4755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dot-field">
            <a:extLst xmlns:a="http://schemas.openxmlformats.org/drawingml/2006/main">
              <a:ext uri="{FF2B5EF4-FFF2-40B4-BE49-F238E27FC236}">
                <a16:creationId xmlns:a16="http://schemas.microsoft.com/office/drawing/2014/main" id="{0D64F6A9-C5BD-49E9-B9A1-11590251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861" y="4983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dot-field">
            <a:extLst xmlns:a="http://schemas.openxmlformats.org/drawingml/2006/main">
              <a:ext uri="{FF2B5EF4-FFF2-40B4-BE49-F238E27FC236}">
                <a16:creationId xmlns:a16="http://schemas.microsoft.com/office/drawing/2014/main" id="{CA719160-CC21-4245-8DA3-2FC61EEF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461" y="4983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dot-field">
            <a:extLst xmlns:a="http://schemas.openxmlformats.org/drawingml/2006/main">
              <a:ext uri="{FF2B5EF4-FFF2-40B4-BE49-F238E27FC236}">
                <a16:creationId xmlns:a16="http://schemas.microsoft.com/office/drawing/2014/main" id="{68E0BF36-9074-421B-9D17-AB6338EF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dot-field">
            <a:extLst xmlns:a="http://schemas.openxmlformats.org/drawingml/2006/main">
              <a:ext uri="{FF2B5EF4-FFF2-40B4-BE49-F238E27FC236}">
                <a16:creationId xmlns:a16="http://schemas.microsoft.com/office/drawing/2014/main" id="{9B6AD1F4-FC5C-4D7E-84E9-2EE0BB66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dot-field">
            <a:extLst xmlns:a="http://schemas.openxmlformats.org/drawingml/2006/main">
              <a:ext uri="{FF2B5EF4-FFF2-40B4-BE49-F238E27FC236}">
                <a16:creationId xmlns:a16="http://schemas.microsoft.com/office/drawing/2014/main" id="{07670BC2-5332-4327-8001-3E38F81E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dot-field">
            <a:extLst xmlns:a="http://schemas.openxmlformats.org/drawingml/2006/main">
              <a:ext uri="{FF2B5EF4-FFF2-40B4-BE49-F238E27FC236}">
                <a16:creationId xmlns:a16="http://schemas.microsoft.com/office/drawing/2014/main" id="{5BD3C91E-1226-48BC-9639-FBEFDF1C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dot-field">
            <a:extLst xmlns:a="http://schemas.openxmlformats.org/drawingml/2006/main">
              <a:ext uri="{FF2B5EF4-FFF2-40B4-BE49-F238E27FC236}">
                <a16:creationId xmlns:a16="http://schemas.microsoft.com/office/drawing/2014/main" id="{3A69587E-BF8B-41E4-8CD9-B0B53AAE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dot-field">
            <a:extLst xmlns:a="http://schemas.openxmlformats.org/drawingml/2006/main">
              <a:ext uri="{FF2B5EF4-FFF2-40B4-BE49-F238E27FC236}">
                <a16:creationId xmlns:a16="http://schemas.microsoft.com/office/drawing/2014/main" id="{E1290215-60CB-45B8-A6FE-44718703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dot-field">
            <a:extLst xmlns:a="http://schemas.openxmlformats.org/drawingml/2006/main">
              <a:ext uri="{FF2B5EF4-FFF2-40B4-BE49-F238E27FC236}">
                <a16:creationId xmlns:a16="http://schemas.microsoft.com/office/drawing/2014/main" id="{16F60B01-087D-4B9B-BB67-3FA45114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dot-field">
            <a:extLst xmlns:a="http://schemas.openxmlformats.org/drawingml/2006/main">
              <a:ext uri="{FF2B5EF4-FFF2-40B4-BE49-F238E27FC236}">
                <a16:creationId xmlns:a16="http://schemas.microsoft.com/office/drawing/2014/main" id="{F61D4FEC-A443-4AC2-A54B-FF51F954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dot-field">
            <a:extLst xmlns:a="http://schemas.openxmlformats.org/drawingml/2006/main">
              <a:ext uri="{FF2B5EF4-FFF2-40B4-BE49-F238E27FC236}">
                <a16:creationId xmlns:a16="http://schemas.microsoft.com/office/drawing/2014/main" id="{7ECA9FBA-9ABB-40AD-85C0-54146F22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dot-field">
            <a:extLst xmlns:a="http://schemas.openxmlformats.org/drawingml/2006/main">
              <a:ext uri="{FF2B5EF4-FFF2-40B4-BE49-F238E27FC236}">
                <a16:creationId xmlns:a16="http://schemas.microsoft.com/office/drawing/2014/main" id="{69EAF4A1-9D41-4241-B89E-E6A358C9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dot-field">
            <a:extLst xmlns:a="http://schemas.openxmlformats.org/drawingml/2006/main">
              <a:ext uri="{FF2B5EF4-FFF2-40B4-BE49-F238E27FC236}">
                <a16:creationId xmlns:a16="http://schemas.microsoft.com/office/drawing/2014/main" id="{EB5087F9-90DD-4AA9-813F-C809A92B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dot-field">
            <a:extLst xmlns:a="http://schemas.openxmlformats.org/drawingml/2006/main">
              <a:ext uri="{FF2B5EF4-FFF2-40B4-BE49-F238E27FC236}">
                <a16:creationId xmlns:a16="http://schemas.microsoft.com/office/drawing/2014/main" id="{F9A76053-1FAB-4272-8295-F8BCBC00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dot-field">
            <a:extLst xmlns:a="http://schemas.openxmlformats.org/drawingml/2006/main">
              <a:ext uri="{FF2B5EF4-FFF2-40B4-BE49-F238E27FC236}">
                <a16:creationId xmlns:a16="http://schemas.microsoft.com/office/drawing/2014/main" id="{4127A9AA-9B47-4F8F-A9B4-736A905A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7024" y="49886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dot-field">
            <a:extLst xmlns:a="http://schemas.openxmlformats.org/drawingml/2006/main">
              <a:ext uri="{FF2B5EF4-FFF2-40B4-BE49-F238E27FC236}">
                <a16:creationId xmlns:a16="http://schemas.microsoft.com/office/drawing/2014/main" id="{31B98FD9-186E-4179-A7A4-8AC97452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861" y="4983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dot-field">
            <a:extLst xmlns:a="http://schemas.openxmlformats.org/drawingml/2006/main">
              <a:ext uri="{FF2B5EF4-FFF2-40B4-BE49-F238E27FC236}">
                <a16:creationId xmlns:a16="http://schemas.microsoft.com/office/drawing/2014/main" id="{218A5574-08CD-431F-8CD9-B4604877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461" y="49838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dot-field">
            <a:extLst xmlns:a="http://schemas.openxmlformats.org/drawingml/2006/main">
              <a:ext uri="{FF2B5EF4-FFF2-40B4-BE49-F238E27FC236}">
                <a16:creationId xmlns:a16="http://schemas.microsoft.com/office/drawing/2014/main" id="{52A757AE-4749-4E4F-A940-E4303812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461" y="5212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dot-field">
            <a:extLst xmlns:a="http://schemas.openxmlformats.org/drawingml/2006/main">
              <a:ext uri="{FF2B5EF4-FFF2-40B4-BE49-F238E27FC236}">
                <a16:creationId xmlns:a16="http://schemas.microsoft.com/office/drawing/2014/main" id="{15ACCAAA-4569-448E-A80C-46FD93CA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061" y="5212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dot-field">
            <a:extLst xmlns:a="http://schemas.openxmlformats.org/drawingml/2006/main">
              <a:ext uri="{FF2B5EF4-FFF2-40B4-BE49-F238E27FC236}">
                <a16:creationId xmlns:a16="http://schemas.microsoft.com/office/drawing/2014/main" id="{8C08C4BB-E964-48D6-B000-B211147E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4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dot-field">
            <a:extLst xmlns:a="http://schemas.openxmlformats.org/drawingml/2006/main">
              <a:ext uri="{FF2B5EF4-FFF2-40B4-BE49-F238E27FC236}">
                <a16:creationId xmlns:a16="http://schemas.microsoft.com/office/drawing/2014/main" id="{66148E5E-BEDE-4F7D-B6CC-634966A5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10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dot-field">
            <a:extLst xmlns:a="http://schemas.openxmlformats.org/drawingml/2006/main">
              <a:ext uri="{FF2B5EF4-FFF2-40B4-BE49-F238E27FC236}">
                <a16:creationId xmlns:a16="http://schemas.microsoft.com/office/drawing/2014/main" id="{2A6ACD49-2E62-4033-86C1-AE60F121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dot-field">
            <a:extLst xmlns:a="http://schemas.openxmlformats.org/drawingml/2006/main">
              <a:ext uri="{FF2B5EF4-FFF2-40B4-BE49-F238E27FC236}">
                <a16:creationId xmlns:a16="http://schemas.microsoft.com/office/drawing/2014/main" id="{0AA85A44-FDA7-481D-B657-25C92182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dot-field">
            <a:extLst xmlns:a="http://schemas.openxmlformats.org/drawingml/2006/main">
              <a:ext uri="{FF2B5EF4-FFF2-40B4-BE49-F238E27FC236}">
                <a16:creationId xmlns:a16="http://schemas.microsoft.com/office/drawing/2014/main" id="{0B073FC1-3452-4F59-9878-2EADBF07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dot-field">
            <a:extLst xmlns:a="http://schemas.openxmlformats.org/drawingml/2006/main">
              <a:ext uri="{FF2B5EF4-FFF2-40B4-BE49-F238E27FC236}">
                <a16:creationId xmlns:a16="http://schemas.microsoft.com/office/drawing/2014/main" id="{F80B9A23-B4FD-403B-A5A5-3FFF7FC6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dot-field">
            <a:extLst xmlns:a="http://schemas.openxmlformats.org/drawingml/2006/main">
              <a:ext uri="{FF2B5EF4-FFF2-40B4-BE49-F238E27FC236}">
                <a16:creationId xmlns:a16="http://schemas.microsoft.com/office/drawing/2014/main" id="{18614E8A-62E2-4623-B5FC-9CF3CC30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dot-field">
            <a:extLst xmlns:a="http://schemas.openxmlformats.org/drawingml/2006/main">
              <a:ext uri="{FF2B5EF4-FFF2-40B4-BE49-F238E27FC236}">
                <a16:creationId xmlns:a16="http://schemas.microsoft.com/office/drawing/2014/main" id="{DF1D46C0-BE21-4D7A-947F-1F77A3F7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dot-field">
            <a:extLst xmlns:a="http://schemas.openxmlformats.org/drawingml/2006/main">
              <a:ext uri="{FF2B5EF4-FFF2-40B4-BE49-F238E27FC236}">
                <a16:creationId xmlns:a16="http://schemas.microsoft.com/office/drawing/2014/main" id="{96F686A4-DBD3-41F2-90B6-AD31002A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dot-field">
            <a:extLst xmlns:a="http://schemas.openxmlformats.org/drawingml/2006/main">
              <a:ext uri="{FF2B5EF4-FFF2-40B4-BE49-F238E27FC236}">
                <a16:creationId xmlns:a16="http://schemas.microsoft.com/office/drawing/2014/main" id="{3A9A7C3B-E5D5-47E9-A7BD-DA1A66E8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8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dot-field">
            <a:extLst xmlns:a="http://schemas.openxmlformats.org/drawingml/2006/main">
              <a:ext uri="{FF2B5EF4-FFF2-40B4-BE49-F238E27FC236}">
                <a16:creationId xmlns:a16="http://schemas.microsoft.com/office/drawing/2014/main" id="{E4AB77E8-85D2-4666-8F0C-5D1ABA78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24" y="52172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dot-field">
            <a:extLst xmlns:a="http://schemas.openxmlformats.org/drawingml/2006/main">
              <a:ext uri="{FF2B5EF4-FFF2-40B4-BE49-F238E27FC236}">
                <a16:creationId xmlns:a16="http://schemas.microsoft.com/office/drawing/2014/main" id="{EFB3D8C8-CCBA-4278-BF3D-6D8E16F6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261" y="5212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dot-field">
            <a:extLst xmlns:a="http://schemas.openxmlformats.org/drawingml/2006/main">
              <a:ext uri="{FF2B5EF4-FFF2-40B4-BE49-F238E27FC236}">
                <a16:creationId xmlns:a16="http://schemas.microsoft.com/office/drawing/2014/main" id="{E35B747D-B448-4AC5-B50B-1A1A1AD9A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861" y="5212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dot-field">
            <a:extLst xmlns:a="http://schemas.openxmlformats.org/drawingml/2006/main">
              <a:ext uri="{FF2B5EF4-FFF2-40B4-BE49-F238E27FC236}">
                <a16:creationId xmlns:a16="http://schemas.microsoft.com/office/drawing/2014/main" id="{C4113FA9-B3B0-42E4-9ED3-59AA0114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461" y="52124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dot-field">
            <a:extLst xmlns:a="http://schemas.openxmlformats.org/drawingml/2006/main">
              <a:ext uri="{FF2B5EF4-FFF2-40B4-BE49-F238E27FC236}">
                <a16:creationId xmlns:a16="http://schemas.microsoft.com/office/drawing/2014/main" id="{F03699D8-39F4-44A0-948A-0E9A294D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061" y="5441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dot-field">
            <a:extLst xmlns:a="http://schemas.openxmlformats.org/drawingml/2006/main">
              <a:ext uri="{FF2B5EF4-FFF2-40B4-BE49-F238E27FC236}">
                <a16:creationId xmlns:a16="http://schemas.microsoft.com/office/drawing/2014/main" id="{860B81A2-8C02-4D40-8ADD-1BD83A25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61" y="5441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dot-field">
            <a:extLst xmlns:a="http://schemas.openxmlformats.org/drawingml/2006/main">
              <a:ext uri="{FF2B5EF4-FFF2-40B4-BE49-F238E27FC236}">
                <a16:creationId xmlns:a16="http://schemas.microsoft.com/office/drawing/2014/main" id="{AEE438C7-2349-45B5-944A-100DDD3B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261" y="5441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dot-field">
            <a:extLst xmlns:a="http://schemas.openxmlformats.org/drawingml/2006/main">
              <a:ext uri="{FF2B5EF4-FFF2-40B4-BE49-F238E27FC236}">
                <a16:creationId xmlns:a16="http://schemas.microsoft.com/office/drawing/2014/main" id="{FECEEE11-3FFE-4949-9C99-5A7C6833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6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dot-field">
            <a:extLst xmlns:a="http://schemas.openxmlformats.org/drawingml/2006/main">
              <a:ext uri="{FF2B5EF4-FFF2-40B4-BE49-F238E27FC236}">
                <a16:creationId xmlns:a16="http://schemas.microsoft.com/office/drawing/2014/main" id="{D6A9DA4C-5AEB-4F73-B60E-9F55F5A0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2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dot-field">
            <a:extLst xmlns:a="http://schemas.openxmlformats.org/drawingml/2006/main">
              <a:ext uri="{FF2B5EF4-FFF2-40B4-BE49-F238E27FC236}">
                <a16:creationId xmlns:a16="http://schemas.microsoft.com/office/drawing/2014/main" id="{1E83890D-5E2B-4B02-ADC7-A1303A63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68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dot-field">
            <a:extLst xmlns:a="http://schemas.openxmlformats.org/drawingml/2006/main">
              <a:ext uri="{FF2B5EF4-FFF2-40B4-BE49-F238E27FC236}">
                <a16:creationId xmlns:a16="http://schemas.microsoft.com/office/drawing/2014/main" id="{A07310BE-BDD3-4476-BE26-84B121DB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54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dot-field">
            <a:extLst xmlns:a="http://schemas.openxmlformats.org/drawingml/2006/main">
              <a:ext uri="{FF2B5EF4-FFF2-40B4-BE49-F238E27FC236}">
                <a16:creationId xmlns:a16="http://schemas.microsoft.com/office/drawing/2014/main" id="{F136E8CB-F747-487A-B2CB-2D33C502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0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dot-field">
            <a:extLst xmlns:a="http://schemas.openxmlformats.org/drawingml/2006/main">
              <a:ext uri="{FF2B5EF4-FFF2-40B4-BE49-F238E27FC236}">
                <a16:creationId xmlns:a16="http://schemas.microsoft.com/office/drawing/2014/main" id="{405A52EA-96F8-454D-AF73-624BA61B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6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dot-field">
            <a:extLst xmlns:a="http://schemas.openxmlformats.org/drawingml/2006/main">
              <a:ext uri="{FF2B5EF4-FFF2-40B4-BE49-F238E27FC236}">
                <a16:creationId xmlns:a16="http://schemas.microsoft.com/office/drawing/2014/main" id="{DD211327-0E85-44D9-B4FD-E08EB39B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1224" y="5445824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dot-field">
            <a:extLst xmlns:a="http://schemas.openxmlformats.org/drawingml/2006/main">
              <a:ext uri="{FF2B5EF4-FFF2-40B4-BE49-F238E27FC236}">
                <a16:creationId xmlns:a16="http://schemas.microsoft.com/office/drawing/2014/main" id="{FACB576F-B446-4AEC-A128-83628796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061" y="5441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dot-field">
            <a:extLst xmlns:a="http://schemas.openxmlformats.org/drawingml/2006/main">
              <a:ext uri="{FF2B5EF4-FFF2-40B4-BE49-F238E27FC236}">
                <a16:creationId xmlns:a16="http://schemas.microsoft.com/office/drawing/2014/main" id="{40A5FE18-4FEC-4D00-B6EC-4DB90848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661" y="5441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dot-field">
            <a:extLst xmlns:a="http://schemas.openxmlformats.org/drawingml/2006/main">
              <a:ext uri="{FF2B5EF4-FFF2-40B4-BE49-F238E27FC236}">
                <a16:creationId xmlns:a16="http://schemas.microsoft.com/office/drawing/2014/main" id="{6A099596-C3DC-4D7E-BFE8-1E453E70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2261" y="54410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dot-field">
            <a:extLst xmlns:a="http://schemas.openxmlformats.org/drawingml/2006/main">
              <a:ext uri="{FF2B5EF4-FFF2-40B4-BE49-F238E27FC236}">
                <a16:creationId xmlns:a16="http://schemas.microsoft.com/office/drawing/2014/main" id="{128E49B8-9831-4721-A3AA-F3D6AB58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6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dot-field">
            <a:extLst xmlns:a="http://schemas.openxmlformats.org/drawingml/2006/main">
              <a:ext uri="{FF2B5EF4-FFF2-40B4-BE49-F238E27FC236}">
                <a16:creationId xmlns:a16="http://schemas.microsoft.com/office/drawing/2014/main" id="{A7CF7D9F-438E-4EA9-B846-244BB5E3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2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dot-field">
            <a:extLst xmlns:a="http://schemas.openxmlformats.org/drawingml/2006/main">
              <a:ext uri="{FF2B5EF4-FFF2-40B4-BE49-F238E27FC236}">
                <a16:creationId xmlns:a16="http://schemas.microsoft.com/office/drawing/2014/main" id="{D7FA2EAE-BDE2-4357-A201-683C336D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8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dot-field">
            <a:extLst xmlns:a="http://schemas.openxmlformats.org/drawingml/2006/main">
              <a:ext uri="{FF2B5EF4-FFF2-40B4-BE49-F238E27FC236}">
                <a16:creationId xmlns:a16="http://schemas.microsoft.com/office/drawing/2014/main" id="{8BDD25E1-AC09-42E2-8055-1A2700E9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4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dot-field">
            <a:extLst xmlns:a="http://schemas.openxmlformats.org/drawingml/2006/main">
              <a:ext uri="{FF2B5EF4-FFF2-40B4-BE49-F238E27FC236}">
                <a16:creationId xmlns:a16="http://schemas.microsoft.com/office/drawing/2014/main" id="{E5F8E9DF-9689-45F9-B4C1-00C52D5B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0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dot-field">
            <a:extLst xmlns:a="http://schemas.openxmlformats.org/drawingml/2006/main">
              <a:ext uri="{FF2B5EF4-FFF2-40B4-BE49-F238E27FC236}">
                <a16:creationId xmlns:a16="http://schemas.microsoft.com/office/drawing/2014/main" id="{230BA8AC-94F4-4876-A3BD-A5620E38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6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dot-field">
            <a:extLst xmlns:a="http://schemas.openxmlformats.org/drawingml/2006/main">
              <a:ext uri="{FF2B5EF4-FFF2-40B4-BE49-F238E27FC236}">
                <a16:creationId xmlns:a16="http://schemas.microsoft.com/office/drawing/2014/main" id="{8FECD4F4-9C86-44BB-BD35-B44B89C7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2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dot-field">
            <a:extLst xmlns:a="http://schemas.openxmlformats.org/drawingml/2006/main">
              <a:ext uri="{FF2B5EF4-FFF2-40B4-BE49-F238E27FC236}">
                <a16:creationId xmlns:a16="http://schemas.microsoft.com/office/drawing/2014/main" id="{C27DC15A-4B16-4FBB-8DC4-A41B8097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8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dot-field">
            <a:extLst xmlns:a="http://schemas.openxmlformats.org/drawingml/2006/main">
              <a:ext uri="{FF2B5EF4-FFF2-40B4-BE49-F238E27FC236}">
                <a16:creationId xmlns:a16="http://schemas.microsoft.com/office/drawing/2014/main" id="{C5FEEC32-5548-4FA5-A4B4-9CBBD54D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64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dot-field">
            <a:extLst xmlns:a="http://schemas.openxmlformats.org/drawingml/2006/main">
              <a:ext uri="{FF2B5EF4-FFF2-40B4-BE49-F238E27FC236}">
                <a16:creationId xmlns:a16="http://schemas.microsoft.com/office/drawing/2014/main" id="{F274E544-5B11-44B5-92C0-EE245F8B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0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dot-field">
            <a:extLst xmlns:a="http://schemas.openxmlformats.org/drawingml/2006/main">
              <a:ext uri="{FF2B5EF4-FFF2-40B4-BE49-F238E27FC236}">
                <a16:creationId xmlns:a16="http://schemas.microsoft.com/office/drawing/2014/main" id="{EB1A252E-3C7E-485C-9838-7B104980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661" y="56696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dot-field">
            <a:extLst xmlns:a="http://schemas.openxmlformats.org/drawingml/2006/main">
              <a:ext uri="{FF2B5EF4-FFF2-40B4-BE49-F238E27FC236}">
                <a16:creationId xmlns:a16="http://schemas.microsoft.com/office/drawing/2014/main" id="{ED61A75F-2634-44F1-82EB-FF3EF8C2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3461" y="5898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dot-field">
            <a:extLst xmlns:a="http://schemas.openxmlformats.org/drawingml/2006/main">
              <a:ext uri="{FF2B5EF4-FFF2-40B4-BE49-F238E27FC236}">
                <a16:creationId xmlns:a16="http://schemas.microsoft.com/office/drawing/2014/main" id="{F168063B-EB0E-48B5-8FA6-817460B0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2061" y="5898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dot-field">
            <a:extLst xmlns:a="http://schemas.openxmlformats.org/drawingml/2006/main">
              <a:ext uri="{FF2B5EF4-FFF2-40B4-BE49-F238E27FC236}">
                <a16:creationId xmlns:a16="http://schemas.microsoft.com/office/drawing/2014/main" id="{7D8EA233-4142-4AB2-B18B-1BBE61E6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661" y="5898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dot-field">
            <a:extLst xmlns:a="http://schemas.openxmlformats.org/drawingml/2006/main">
              <a:ext uri="{FF2B5EF4-FFF2-40B4-BE49-F238E27FC236}">
                <a16:creationId xmlns:a16="http://schemas.microsoft.com/office/drawing/2014/main" id="{B032569C-7E54-4157-880E-DFF57201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261" y="5898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dot-field">
            <a:extLst xmlns:a="http://schemas.openxmlformats.org/drawingml/2006/main">
              <a:ext uri="{FF2B5EF4-FFF2-40B4-BE49-F238E27FC236}">
                <a16:creationId xmlns:a16="http://schemas.microsoft.com/office/drawing/2014/main" id="{E9CBFFA3-7807-4464-B751-3A8D88D8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861" y="5898261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center-ring">
            <a:extLst xmlns:a="http://schemas.openxmlformats.org/drawingml/2006/main">
              <a:ext uri="{FF2B5EF4-FFF2-40B4-BE49-F238E27FC236}">
                <a16:creationId xmlns:a16="http://schemas.microsoft.com/office/drawing/2014/main" id="{F1C3FDB8-9441-45F2-A7A1-B969389B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04975"/>
            <a:ext cx="3448050" cy="3448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B9DC"/>
            </a:solidFill>
            <a:prstDash val="solid"/>
          </a:ln>
        </p:spPr>
      </p:sp>
      <p:pic>
        <p:nvPicPr>
          <p:cNvPr id="6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ad02672f749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67225" y="1800225"/>
            <a:ext cx="3257550" cy="3257550"/>
          </a:xfrm>
          <a:prstGeom xmlns:a="http://schemas.openxmlformats.org/drawingml/2006/main" prst="ellipse">
            <a:avLst/>
          </a:prstGeom>
        </p:spPr>
      </p:pic>
      <p:sp>
        <p:nvSpPr>
          <p:cNvPr id="328" name="icon-disk-city">
            <a:extLst xmlns:a="http://schemas.openxmlformats.org/drawingml/2006/main">
              <a:ext uri="{FF2B5EF4-FFF2-40B4-BE49-F238E27FC236}">
                <a16:creationId xmlns:a16="http://schemas.microsoft.com/office/drawing/2014/main" id="{A2DC3EA3-2A2A-4B51-95F3-32F5CF8A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06" y="2562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pic>
        <p:nvPicPr>
          <p:cNvPr id="6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36c444dc54d8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106" y="2562225"/>
            <a:ext cx="400050" cy="400050"/>
          </a:xfrm>
          <a:prstGeom xmlns:a="http://schemas.openxmlformats.org/drawingml/2006/main" prst="ellipse">
            <a:avLst/>
          </a:prstGeom>
        </p:spPr>
      </p:pic>
      <p:sp>
        <p:nvSpPr>
          <p:cNvPr id="330" name="title-city">
            <a:extLst xmlns:a="http://schemas.openxmlformats.org/drawingml/2006/main">
              <a:ext uri="{FF2B5EF4-FFF2-40B4-BE49-F238E27FC236}">
                <a16:creationId xmlns:a16="http://schemas.microsoft.com/office/drawing/2014/main" id="{E5B670FD-D478-4A84-A150-37124BE4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547938"/>
            <a:ext cx="256946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3B83"/>
                </a:solidFill>
              </a:defRPr>
            </a:pPr>
            <a:r>
              <a:rPr sz="1350" b="1">
                <a:solidFill>
                  <a:srgbClr val="083B83"/>
                </a:solidFill>
              </a:rPr>
              <a:t>建设美丽城市</a:t>
            </a:r>
          </a:p>
        </p:txBody>
      </p:sp>
      <p:sp>
        <p:nvSpPr>
          <p:cNvPr id="331" name="body-city">
            <a:extLst xmlns:a="http://schemas.openxmlformats.org/drawingml/2006/main">
              <a:ext uri="{FF2B5EF4-FFF2-40B4-BE49-F238E27FC236}">
                <a16:creationId xmlns:a16="http://schemas.microsoft.com/office/drawing/2014/main" id="{151AFB63-69C5-4F0B-BC4A-91DC349C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776538"/>
            <a:ext cx="256946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89B"/>
                </a:solidFill>
              </a:defRPr>
            </a:pPr>
            <a:r>
              <a:rPr sz="1050" b="0">
                <a:solidFill>
                  <a:srgbClr val="5E789B"/>
                </a:solidFill>
              </a:rPr>
              <a:t>协同空间与生态更新</a:t>
            </a:r>
          </a:p>
        </p:txBody>
      </p:sp>
      <p:sp>
        <p:nvSpPr>
          <p:cNvPr id="332" name="icon-disk-service">
            <a:extLst xmlns:a="http://schemas.openxmlformats.org/drawingml/2006/main">
              <a:ext uri="{FF2B5EF4-FFF2-40B4-BE49-F238E27FC236}">
                <a16:creationId xmlns:a16="http://schemas.microsoft.com/office/drawing/2014/main" id="{6CD34F84-2E0E-4ABC-B2FB-7D439070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06" y="3228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pic>
        <p:nvPicPr>
          <p:cNvPr id="6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5f95f3e44940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106" y="3228975"/>
            <a:ext cx="400050" cy="400050"/>
          </a:xfrm>
          <a:prstGeom xmlns:a="http://schemas.openxmlformats.org/drawingml/2006/main" prst="ellipse">
            <a:avLst/>
          </a:prstGeom>
        </p:spPr>
      </p:pic>
      <p:sp>
        <p:nvSpPr>
          <p:cNvPr id="334" name="title-service">
            <a:extLst xmlns:a="http://schemas.openxmlformats.org/drawingml/2006/main">
              <a:ext uri="{FF2B5EF4-FFF2-40B4-BE49-F238E27FC236}">
                <a16:creationId xmlns:a16="http://schemas.microsoft.com/office/drawing/2014/main" id="{F4A599F9-2908-49B1-B4AE-74910E0B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214688"/>
            <a:ext cx="256946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3B83"/>
                </a:solidFill>
              </a:defRPr>
            </a:pPr>
            <a:r>
              <a:rPr sz="1350" b="1">
                <a:solidFill>
                  <a:srgbClr val="083B83"/>
                </a:solidFill>
              </a:rPr>
              <a:t>提升公共服务</a:t>
            </a:r>
          </a:p>
        </p:txBody>
      </p:sp>
      <p:sp>
        <p:nvSpPr>
          <p:cNvPr id="335" name="body-service">
            <a:extLst xmlns:a="http://schemas.openxmlformats.org/drawingml/2006/main">
              <a:ext uri="{FF2B5EF4-FFF2-40B4-BE49-F238E27FC236}">
                <a16:creationId xmlns:a16="http://schemas.microsoft.com/office/drawing/2014/main" id="{EF0A8774-CD43-424E-8694-EA28EE2C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443288"/>
            <a:ext cx="256946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89B"/>
                </a:solidFill>
              </a:defRPr>
            </a:pPr>
            <a:r>
              <a:rPr sz="1050" b="0">
                <a:solidFill>
                  <a:srgbClr val="5E789B"/>
                </a:solidFill>
              </a:rPr>
              <a:t>让生活更便捷温暖</a:t>
            </a:r>
          </a:p>
        </p:txBody>
      </p:sp>
      <p:sp>
        <p:nvSpPr>
          <p:cNvPr id="336" name="icon-disk-energy">
            <a:extLst xmlns:a="http://schemas.openxmlformats.org/drawingml/2006/main">
              <a:ext uri="{FF2B5EF4-FFF2-40B4-BE49-F238E27FC236}">
                <a16:creationId xmlns:a16="http://schemas.microsoft.com/office/drawing/2014/main" id="{2B654961-EE02-4D5A-B92B-05A838F1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06" y="3895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pic>
        <p:nvPicPr>
          <p:cNvPr id="6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0523fa8004e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8106" y="3895725"/>
            <a:ext cx="400050" cy="400050"/>
          </a:xfrm>
          <a:prstGeom xmlns:a="http://schemas.openxmlformats.org/drawingml/2006/main" prst="ellipse">
            <a:avLst/>
          </a:prstGeom>
        </p:spPr>
      </p:pic>
      <p:sp>
        <p:nvSpPr>
          <p:cNvPr id="338" name="title-energy">
            <a:extLst xmlns:a="http://schemas.openxmlformats.org/drawingml/2006/main">
              <a:ext uri="{FF2B5EF4-FFF2-40B4-BE49-F238E27FC236}">
                <a16:creationId xmlns:a16="http://schemas.microsoft.com/office/drawing/2014/main" id="{34A1AE40-A33D-4115-97F7-F78898F0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881438"/>
            <a:ext cx="256946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3B83"/>
                </a:solidFill>
              </a:defRPr>
            </a:pPr>
            <a:r>
              <a:rPr sz="1350" b="1">
                <a:solidFill>
                  <a:srgbClr val="083B83"/>
                </a:solidFill>
              </a:rPr>
              <a:t>激活发展动能</a:t>
            </a:r>
          </a:p>
        </p:txBody>
      </p:sp>
      <p:sp>
        <p:nvSpPr>
          <p:cNvPr id="339" name="body-energy">
            <a:extLst xmlns:a="http://schemas.openxmlformats.org/drawingml/2006/main">
              <a:ext uri="{FF2B5EF4-FFF2-40B4-BE49-F238E27FC236}">
                <a16:creationId xmlns:a16="http://schemas.microsoft.com/office/drawing/2014/main" id="{E7AF6476-0CA3-4CFB-903B-2306D45D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110038"/>
            <a:ext cx="256946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89B"/>
                </a:solidFill>
              </a:defRPr>
            </a:pPr>
            <a:r>
              <a:rPr sz="1050" b="0">
                <a:solidFill>
                  <a:srgbClr val="5E789B"/>
                </a:solidFill>
              </a:rPr>
              <a:t>以新质动能驱动转型</a:t>
            </a:r>
          </a:p>
        </p:txBody>
      </p:sp>
      <p:sp>
        <p:nvSpPr>
          <p:cNvPr id="340" name="icon-disk-traffic">
            <a:extLst xmlns:a="http://schemas.openxmlformats.org/drawingml/2006/main">
              <a:ext uri="{FF2B5EF4-FFF2-40B4-BE49-F238E27FC236}">
                <a16:creationId xmlns:a16="http://schemas.microsoft.com/office/drawing/2014/main" id="{92267744-04AD-415C-AAB2-C3D7B836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844" y="2228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pic>
        <p:nvPicPr>
          <p:cNvPr id="6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925ee2abb4ca9"/>
          <a:srcRect xmlns:a="http://schemas.openxmlformats.org/drawingml/2006/main" l="0" t="720" r="0" b="7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43844" y="2228850"/>
            <a:ext cx="400050" cy="400050"/>
          </a:xfrm>
          <a:prstGeom xmlns:a="http://schemas.openxmlformats.org/drawingml/2006/main" prst="ellipse">
            <a:avLst/>
          </a:prstGeom>
        </p:spPr>
      </p:pic>
      <p:sp>
        <p:nvSpPr>
          <p:cNvPr id="342" name="title-traffic">
            <a:extLst xmlns:a="http://schemas.openxmlformats.org/drawingml/2006/main">
              <a:ext uri="{FF2B5EF4-FFF2-40B4-BE49-F238E27FC236}">
                <a16:creationId xmlns:a16="http://schemas.microsoft.com/office/drawing/2014/main" id="{99E6D5F4-8DC1-4FD7-BC38-FF98832E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2214563"/>
            <a:ext cx="256946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3B83"/>
                </a:solidFill>
              </a:defRPr>
            </a:pPr>
            <a:r>
              <a:rPr sz="1350" b="1">
                <a:solidFill>
                  <a:srgbClr val="083B83"/>
                </a:solidFill>
              </a:rPr>
              <a:t>畅享智慧交通</a:t>
            </a:r>
          </a:p>
        </p:txBody>
      </p:sp>
      <p:sp>
        <p:nvSpPr>
          <p:cNvPr id="343" name="body-traffic">
            <a:extLst xmlns:a="http://schemas.openxmlformats.org/drawingml/2006/main">
              <a:ext uri="{FF2B5EF4-FFF2-40B4-BE49-F238E27FC236}">
                <a16:creationId xmlns:a16="http://schemas.microsoft.com/office/drawing/2014/main" id="{01F4C6A7-3DA6-4A6F-85D8-C48320A3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2443163"/>
            <a:ext cx="256946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789B"/>
                </a:solidFill>
              </a:defRPr>
            </a:pPr>
            <a:r>
              <a:rPr sz="1050" b="0">
                <a:solidFill>
                  <a:srgbClr val="5E789B"/>
                </a:solidFill>
              </a:rPr>
              <a:t>连接城市运行脉络</a:t>
            </a:r>
          </a:p>
        </p:txBody>
      </p:sp>
      <p:sp>
        <p:nvSpPr>
          <p:cNvPr id="344" name="icon-disk-talent">
            <a:extLst xmlns:a="http://schemas.openxmlformats.org/drawingml/2006/main">
              <a:ext uri="{FF2B5EF4-FFF2-40B4-BE49-F238E27FC236}">
                <a16:creationId xmlns:a16="http://schemas.microsoft.com/office/drawing/2014/main" id="{CCA5F6E4-CC35-4D26-BFCB-6A942F3C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844" y="2895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pic>
        <p:nvPicPr>
          <p:cNvPr id="7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7f3b5b8874bd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43844" y="2895600"/>
            <a:ext cx="400050" cy="400050"/>
          </a:xfrm>
          <a:prstGeom xmlns:a="http://schemas.openxmlformats.org/drawingml/2006/main" prst="ellipse">
            <a:avLst/>
          </a:prstGeom>
        </p:spPr>
      </p:pic>
      <p:sp>
        <p:nvSpPr>
          <p:cNvPr id="346" name="title-talent">
            <a:extLst xmlns:a="http://schemas.openxmlformats.org/drawingml/2006/main">
              <a:ext uri="{FF2B5EF4-FFF2-40B4-BE49-F238E27FC236}">
                <a16:creationId xmlns:a16="http://schemas.microsoft.com/office/drawing/2014/main" id="{62C3C90D-0A9D-4406-9227-7DE9CA3D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2881313"/>
            <a:ext cx="256946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3B83"/>
                </a:solidFill>
              </a:defRPr>
            </a:pPr>
            <a:r>
              <a:rPr sz="1350" b="1">
                <a:solidFill>
                  <a:srgbClr val="083B83"/>
                </a:solidFill>
              </a:rPr>
              <a:t>培育创新人才</a:t>
            </a:r>
          </a:p>
        </p:txBody>
      </p:sp>
      <p:sp>
        <p:nvSpPr>
          <p:cNvPr id="347" name="body-talent">
            <a:extLst xmlns:a="http://schemas.openxmlformats.org/drawingml/2006/main">
              <a:ext uri="{FF2B5EF4-FFF2-40B4-BE49-F238E27FC236}">
                <a16:creationId xmlns:a16="http://schemas.microsoft.com/office/drawing/2014/main" id="{EE41BA94-CEB1-441A-8BB8-1206A56A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3109913"/>
            <a:ext cx="256946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789B"/>
                </a:solidFill>
              </a:defRPr>
            </a:pPr>
            <a:r>
              <a:rPr sz="1050" b="0">
                <a:solidFill>
                  <a:srgbClr val="5E789B"/>
                </a:solidFill>
              </a:rPr>
              <a:t>汇聚持续生长的力量</a:t>
            </a:r>
          </a:p>
        </p:txBody>
      </p:sp>
      <p:sp>
        <p:nvSpPr>
          <p:cNvPr id="348" name="icon-disk-education">
            <a:extLst xmlns:a="http://schemas.openxmlformats.org/drawingml/2006/main">
              <a:ext uri="{FF2B5EF4-FFF2-40B4-BE49-F238E27FC236}">
                <a16:creationId xmlns:a16="http://schemas.microsoft.com/office/drawing/2014/main" id="{2D777F35-09BD-49D1-8F92-83C2BEA4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844" y="3562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pic>
        <p:nvPicPr>
          <p:cNvPr id="7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6fc2d5686468a"/>
          <a:srcRect xmlns:a="http://schemas.openxmlformats.org/drawingml/2006/main" l="0" t="720" r="0" b="7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43844" y="3562350"/>
            <a:ext cx="400050" cy="400050"/>
          </a:xfrm>
          <a:prstGeom xmlns:a="http://schemas.openxmlformats.org/drawingml/2006/main" prst="ellipse">
            <a:avLst/>
          </a:prstGeom>
        </p:spPr>
      </p:pic>
      <p:sp>
        <p:nvSpPr>
          <p:cNvPr id="350" name="title-education">
            <a:extLst xmlns:a="http://schemas.openxmlformats.org/drawingml/2006/main">
              <a:ext uri="{FF2B5EF4-FFF2-40B4-BE49-F238E27FC236}">
                <a16:creationId xmlns:a16="http://schemas.microsoft.com/office/drawing/2014/main" id="{119C6236-95C8-47C9-A348-160C458F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3548063"/>
            <a:ext cx="256946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3B83"/>
                </a:solidFill>
              </a:defRPr>
            </a:pPr>
            <a:r>
              <a:rPr sz="1350" b="1">
                <a:solidFill>
                  <a:srgbClr val="083B83"/>
                </a:solidFill>
              </a:rPr>
              <a:t>教育交流中心</a:t>
            </a:r>
          </a:p>
        </p:txBody>
      </p:sp>
      <p:sp>
        <p:nvSpPr>
          <p:cNvPr id="351" name="body-education">
            <a:extLst xmlns:a="http://schemas.openxmlformats.org/drawingml/2006/main">
              <a:ext uri="{FF2B5EF4-FFF2-40B4-BE49-F238E27FC236}">
                <a16:creationId xmlns:a16="http://schemas.microsoft.com/office/drawing/2014/main" id="{ABC7BE6C-828E-4928-830F-57DF7220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3776663"/>
            <a:ext cx="256946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789B"/>
                </a:solidFill>
              </a:defRPr>
            </a:pPr>
            <a:r>
              <a:rPr sz="1050" b="0">
                <a:solidFill>
                  <a:srgbClr val="5E789B"/>
                </a:solidFill>
              </a:rPr>
              <a:t>共享开放学习网络</a:t>
            </a:r>
          </a:p>
        </p:txBody>
      </p:sp>
      <p:sp>
        <p:nvSpPr>
          <p:cNvPr id="352" name="icon-disk-circulation">
            <a:extLst xmlns:a="http://schemas.openxmlformats.org/drawingml/2006/main">
              <a:ext uri="{FF2B5EF4-FFF2-40B4-BE49-F238E27FC236}">
                <a16:creationId xmlns:a16="http://schemas.microsoft.com/office/drawing/2014/main" id="{AC62E70E-15A8-45B2-B895-52711ABB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844" y="4229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DB9DC"/>
            </a:solidFill>
            <a:prstDash val="solid"/>
          </a:ln>
        </p:spPr>
      </p:sp>
      <p:pic>
        <p:nvPicPr>
          <p:cNvPr id="7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006a0bbd3941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43844" y="4229100"/>
            <a:ext cx="400050" cy="400050"/>
          </a:xfrm>
          <a:prstGeom xmlns:a="http://schemas.openxmlformats.org/drawingml/2006/main" prst="ellipse">
            <a:avLst/>
          </a:prstGeom>
        </p:spPr>
      </p:pic>
      <p:sp>
        <p:nvSpPr>
          <p:cNvPr id="354" name="title-circulation">
            <a:extLst xmlns:a="http://schemas.openxmlformats.org/drawingml/2006/main">
              <a:ext uri="{FF2B5EF4-FFF2-40B4-BE49-F238E27FC236}">
                <a16:creationId xmlns:a16="http://schemas.microsoft.com/office/drawing/2014/main" id="{67F09B95-6097-4A68-8605-1BA83894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4214813"/>
            <a:ext cx="2569464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83B83"/>
                </a:solidFill>
              </a:defRPr>
            </a:pPr>
            <a:r>
              <a:rPr sz="1350" b="1">
                <a:solidFill>
                  <a:srgbClr val="083B83"/>
                </a:solidFill>
              </a:rPr>
              <a:t>促进要素流动</a:t>
            </a:r>
          </a:p>
        </p:txBody>
      </p:sp>
      <p:sp>
        <p:nvSpPr>
          <p:cNvPr id="355" name="body-circulation">
            <a:extLst xmlns:a="http://schemas.openxmlformats.org/drawingml/2006/main">
              <a:ext uri="{FF2B5EF4-FFF2-40B4-BE49-F238E27FC236}">
                <a16:creationId xmlns:a16="http://schemas.microsoft.com/office/drawing/2014/main" id="{1780DF64-ED5E-419F-9B46-712E61B0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0080" y="4443413"/>
            <a:ext cx="2569464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789B"/>
                </a:solidFill>
              </a:defRPr>
            </a:pPr>
            <a:r>
              <a:rPr sz="1050" b="0">
                <a:solidFill>
                  <a:srgbClr val="5E789B"/>
                </a:solidFill>
              </a:rPr>
              <a:t>打通创新协作链路</a:t>
            </a:r>
          </a:p>
        </p:txBody>
      </p:sp>
    </p:spTree>
    <p:extLst>
      <p:ext uri="{BB962C8B-B14F-4D97-AF65-F5344CB8AC3E}">
        <p14:creationId xmlns:p14="http://schemas.microsoft.com/office/powerpoint/2010/main" val="1153463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2026-08-12T16:05:04.1520000Z</dcterms:created>
  <dcterms:modified xsi:type="dcterms:W3CDTF">2026-08-12T16:05:04.1530000Z</dcterms:modified>
</coreProperties>
</file>