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7e5cf542d74f2e" /><Relationship Type="http://schemas.openxmlformats.org/officeDocument/2006/relationships/extended-properties" Target="/docProps/app.xml" Id="Rec0c5a5025e84ab3" /><Relationship Type="http://schemas.openxmlformats.org/officeDocument/2006/relationships/officeDocument" Target="/ppt/presentation.xml" Id="R57dfc06828e54f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cc9072dbdb4b1f"/>
  </p:sldMasterIdLst>
  <p:notesMasterIdLst>
    <p:notesMasterId xmlns:r="http://schemas.openxmlformats.org/officeDocument/2006/relationships" r:id="R186c10050a8e4e11"/>
  </p:notesMasterIdLst>
  <p:sldIdLst>
    <p:sldId xmlns:r="http://schemas.openxmlformats.org/officeDocument/2006/relationships" id="256" r:id="R0ac2ef1619944d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95302d904646c4" /><Relationship Type="http://schemas.openxmlformats.org/officeDocument/2006/relationships/slideMaster" Target="/ppt/slideMasters/slideMaster1.xml" Id="R0ecc9072dbdb4b1f" /><Relationship Type="http://schemas.openxmlformats.org/officeDocument/2006/relationships/notesMaster" Target="/ppt/notesMasters/notesMaster1.xml" Id="R186c10050a8e4e11" /><Relationship Type="http://schemas.openxmlformats.org/officeDocument/2006/relationships/presProps" Target="/ppt/presProps.xml" Id="Rb8e9cd741e334fef" /><Relationship Type="http://schemas.openxmlformats.org/officeDocument/2006/relationships/tableStyles" Target="/ppt/tableStyles.xml" Id="R2223509d4ee94f5a" /><Relationship Type="http://schemas.openxmlformats.org/officeDocument/2006/relationships/slide" Target="/ppt/slides/slide1.xml" Id="R0ac2ef1619944d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61dfe1aad243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f5bc8e14b94455" /><Relationship Type="http://schemas.openxmlformats.org/officeDocument/2006/relationships/notesMaster" Target="/ppt/notesMasters/notesMaster1.xml" Id="R4cb2918ccc4447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4655166374a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c635da33304d10" /><Relationship Type="http://schemas.openxmlformats.org/officeDocument/2006/relationships/slideLayout" Target="/ppt/slideLayouts/slideLayout1.xml" Id="Rf5cafa26039f47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cafa26039f47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36aa274114964" /><Relationship Type="http://schemas.openxmlformats.org/officeDocument/2006/relationships/image" Target="/ppt/media/image.png" Id="R1c23622ca2344dd4" /><Relationship Type="http://schemas.openxmlformats.org/officeDocument/2006/relationships/image" Target="/ppt/media/image2.png" Id="Rc31db1556d134259" /><Relationship Type="http://schemas.openxmlformats.org/officeDocument/2006/relationships/image" Target="/ppt/media/image3.png" Id="Rac9c8be4ffb445e0" /><Relationship Type="http://schemas.openxmlformats.org/officeDocument/2006/relationships/image" Target="/ppt/media/image4.png" Id="R2be7e65782fe4944" /><Relationship Type="http://schemas.openxmlformats.org/officeDocument/2006/relationships/image" Target="/ppt/media/image5.png" Id="Ra7695b7764c94a0d" /><Relationship Type="http://schemas.openxmlformats.org/officeDocument/2006/relationships/image" Target="/ppt/media/image6.png" Id="Rf3bf580f575b49e5" /><Relationship Type="http://schemas.openxmlformats.org/officeDocument/2006/relationships/notesSlide" Target="/ppt/notesSlides/notesSlide1.xml" Id="R4727c3dba8dc44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8" name="dot-field">
            <a:extLst xmlns:a="http://schemas.openxmlformats.org/drawingml/2006/main">
              <a:ext uri="{FF2B5EF4-FFF2-40B4-BE49-F238E27FC236}">
                <a16:creationId xmlns:a16="http://schemas.microsoft.com/office/drawing/2014/main" id="{45BB29B3-1BFB-48BF-991E-E139CA6D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61" y="869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ot-field">
            <a:extLst xmlns:a="http://schemas.openxmlformats.org/drawingml/2006/main">
              <a:ext uri="{FF2B5EF4-FFF2-40B4-BE49-F238E27FC236}">
                <a16:creationId xmlns:a16="http://schemas.microsoft.com/office/drawing/2014/main" id="{07A0483E-A34C-4389-80EA-F384A625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661" y="869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ot-field">
            <a:extLst xmlns:a="http://schemas.openxmlformats.org/drawingml/2006/main">
              <a:ext uri="{FF2B5EF4-FFF2-40B4-BE49-F238E27FC236}">
                <a16:creationId xmlns:a16="http://schemas.microsoft.com/office/drawing/2014/main" id="{948E431B-4454-4D28-83D5-9DF81043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869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ot-field">
            <a:extLst xmlns:a="http://schemas.openxmlformats.org/drawingml/2006/main">
              <a:ext uri="{FF2B5EF4-FFF2-40B4-BE49-F238E27FC236}">
                <a16:creationId xmlns:a16="http://schemas.microsoft.com/office/drawing/2014/main" id="{0B99CA6D-CC60-4187-A525-F947167E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2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t-field">
            <a:extLst xmlns:a="http://schemas.openxmlformats.org/drawingml/2006/main">
              <a:ext uri="{FF2B5EF4-FFF2-40B4-BE49-F238E27FC236}">
                <a16:creationId xmlns:a16="http://schemas.microsoft.com/office/drawing/2014/main" id="{2465EA26-17C5-4FFF-B6D6-FCD4756D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8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field">
            <a:extLst xmlns:a="http://schemas.openxmlformats.org/drawingml/2006/main">
              <a:ext uri="{FF2B5EF4-FFF2-40B4-BE49-F238E27FC236}">
                <a16:creationId xmlns:a16="http://schemas.microsoft.com/office/drawing/2014/main" id="{16250B50-66CD-4641-9E4D-31B3EED3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4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t-field">
            <a:extLst xmlns:a="http://schemas.openxmlformats.org/drawingml/2006/main">
              <a:ext uri="{FF2B5EF4-FFF2-40B4-BE49-F238E27FC236}">
                <a16:creationId xmlns:a16="http://schemas.microsoft.com/office/drawing/2014/main" id="{97326D27-500E-4EAE-B862-6FC6B8EA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ot-field">
            <a:extLst xmlns:a="http://schemas.openxmlformats.org/drawingml/2006/main">
              <a:ext uri="{FF2B5EF4-FFF2-40B4-BE49-F238E27FC236}">
                <a16:creationId xmlns:a16="http://schemas.microsoft.com/office/drawing/2014/main" id="{865209F5-84AC-427B-B537-7F1910C2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6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ot-field">
            <a:extLst xmlns:a="http://schemas.openxmlformats.org/drawingml/2006/main">
              <a:ext uri="{FF2B5EF4-FFF2-40B4-BE49-F238E27FC236}">
                <a16:creationId xmlns:a16="http://schemas.microsoft.com/office/drawing/2014/main" id="{25220D97-4399-4A58-A470-A5F10DFA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field">
            <a:extLst xmlns:a="http://schemas.openxmlformats.org/drawingml/2006/main">
              <a:ext uri="{FF2B5EF4-FFF2-40B4-BE49-F238E27FC236}">
                <a16:creationId xmlns:a16="http://schemas.microsoft.com/office/drawing/2014/main" id="{C16F8EAA-8DDD-4C29-B062-BE50DF96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8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ot-field">
            <a:extLst xmlns:a="http://schemas.openxmlformats.org/drawingml/2006/main">
              <a:ext uri="{FF2B5EF4-FFF2-40B4-BE49-F238E27FC236}">
                <a16:creationId xmlns:a16="http://schemas.microsoft.com/office/drawing/2014/main" id="{47E33F21-D707-4486-9CB9-297501F7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4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ot-field">
            <a:extLst xmlns:a="http://schemas.openxmlformats.org/drawingml/2006/main">
              <a:ext uri="{FF2B5EF4-FFF2-40B4-BE49-F238E27FC236}">
                <a16:creationId xmlns:a16="http://schemas.microsoft.com/office/drawing/2014/main" id="{FD0FC32C-B147-4B9E-9515-3B92502B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ot-field">
            <a:extLst xmlns:a="http://schemas.openxmlformats.org/drawingml/2006/main">
              <a:ext uri="{FF2B5EF4-FFF2-40B4-BE49-F238E27FC236}">
                <a16:creationId xmlns:a16="http://schemas.microsoft.com/office/drawing/2014/main" id="{EC9F2A39-C9AE-4DEC-B8AD-3F4BC858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0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ot-field">
            <a:extLst xmlns:a="http://schemas.openxmlformats.org/drawingml/2006/main">
              <a:ext uri="{FF2B5EF4-FFF2-40B4-BE49-F238E27FC236}">
                <a16:creationId xmlns:a16="http://schemas.microsoft.com/office/drawing/2014/main" id="{C9C398CE-DD9A-4D8A-864B-EFEEDB66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ot-field">
            <a:extLst xmlns:a="http://schemas.openxmlformats.org/drawingml/2006/main">
              <a:ext uri="{FF2B5EF4-FFF2-40B4-BE49-F238E27FC236}">
                <a16:creationId xmlns:a16="http://schemas.microsoft.com/office/drawing/2014/main" id="{762C0FDC-6FDF-4744-9A0C-B9C7AA51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2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ot-field">
            <a:extLst xmlns:a="http://schemas.openxmlformats.org/drawingml/2006/main">
              <a:ext uri="{FF2B5EF4-FFF2-40B4-BE49-F238E27FC236}">
                <a16:creationId xmlns:a16="http://schemas.microsoft.com/office/drawing/2014/main" id="{3D066017-EC7E-4A43-A686-1C400C64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8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ot-field">
            <a:extLst xmlns:a="http://schemas.openxmlformats.org/drawingml/2006/main">
              <a:ext uri="{FF2B5EF4-FFF2-40B4-BE49-F238E27FC236}">
                <a16:creationId xmlns:a16="http://schemas.microsoft.com/office/drawing/2014/main" id="{7FB1ED8F-E0B4-4712-826D-AF118114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ot-field">
            <a:extLst xmlns:a="http://schemas.openxmlformats.org/drawingml/2006/main">
              <a:ext uri="{FF2B5EF4-FFF2-40B4-BE49-F238E27FC236}">
                <a16:creationId xmlns:a16="http://schemas.microsoft.com/office/drawing/2014/main" id="{A979CD64-BA53-43E6-AC6D-4F15E959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ot-field">
            <a:extLst xmlns:a="http://schemas.openxmlformats.org/drawingml/2006/main">
              <a:ext uri="{FF2B5EF4-FFF2-40B4-BE49-F238E27FC236}">
                <a16:creationId xmlns:a16="http://schemas.microsoft.com/office/drawing/2014/main" id="{17BE1D24-4F97-43E4-AFB0-DAD26BC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ot-field">
            <a:extLst xmlns:a="http://schemas.openxmlformats.org/drawingml/2006/main">
              <a:ext uri="{FF2B5EF4-FFF2-40B4-BE49-F238E27FC236}">
                <a16:creationId xmlns:a16="http://schemas.microsoft.com/office/drawing/2014/main" id="{368B6B03-26A9-40A2-A759-402746A1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ot-field">
            <a:extLst xmlns:a="http://schemas.openxmlformats.org/drawingml/2006/main">
              <a:ext uri="{FF2B5EF4-FFF2-40B4-BE49-F238E27FC236}">
                <a16:creationId xmlns:a16="http://schemas.microsoft.com/office/drawing/2014/main" id="{48119DAC-F5A3-4A3F-B0FE-93BBC50F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ot-field">
            <a:extLst xmlns:a="http://schemas.openxmlformats.org/drawingml/2006/main">
              <a:ext uri="{FF2B5EF4-FFF2-40B4-BE49-F238E27FC236}">
                <a16:creationId xmlns:a16="http://schemas.microsoft.com/office/drawing/2014/main" id="{11542654-B6EC-4595-9B74-3C55F180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4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ot-field">
            <a:extLst xmlns:a="http://schemas.openxmlformats.org/drawingml/2006/main">
              <a:ext uri="{FF2B5EF4-FFF2-40B4-BE49-F238E27FC236}">
                <a16:creationId xmlns:a16="http://schemas.microsoft.com/office/drawing/2014/main" id="{76D4F4A8-05CC-41AA-947D-0F8E7A38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ot-field">
            <a:extLst xmlns:a="http://schemas.openxmlformats.org/drawingml/2006/main">
              <a:ext uri="{FF2B5EF4-FFF2-40B4-BE49-F238E27FC236}">
                <a16:creationId xmlns:a16="http://schemas.microsoft.com/office/drawing/2014/main" id="{C2D95FBE-15E7-4D2F-9052-A6A9356A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6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ot-field">
            <a:extLst xmlns:a="http://schemas.openxmlformats.org/drawingml/2006/main">
              <a:ext uri="{FF2B5EF4-FFF2-40B4-BE49-F238E27FC236}">
                <a16:creationId xmlns:a16="http://schemas.microsoft.com/office/drawing/2014/main" id="{20C74E74-86CF-445C-A303-475CCA4D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ot-field">
            <a:extLst xmlns:a="http://schemas.openxmlformats.org/drawingml/2006/main">
              <a:ext uri="{FF2B5EF4-FFF2-40B4-BE49-F238E27FC236}">
                <a16:creationId xmlns:a16="http://schemas.microsoft.com/office/drawing/2014/main" id="{AA922963-534C-4644-B2CF-5D2E4EF5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4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ot-field">
            <a:extLst xmlns:a="http://schemas.openxmlformats.org/drawingml/2006/main">
              <a:ext uri="{FF2B5EF4-FFF2-40B4-BE49-F238E27FC236}">
                <a16:creationId xmlns:a16="http://schemas.microsoft.com/office/drawing/2014/main" id="{FF857FC1-5C1B-4E18-8BF7-D3D95E7D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0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ot-field">
            <a:extLst xmlns:a="http://schemas.openxmlformats.org/drawingml/2006/main">
              <a:ext uri="{FF2B5EF4-FFF2-40B4-BE49-F238E27FC236}">
                <a16:creationId xmlns:a16="http://schemas.microsoft.com/office/drawing/2014/main" id="{6D6C6CA1-E898-4AEB-8575-54CA308E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ot-field">
            <a:extLst xmlns:a="http://schemas.openxmlformats.org/drawingml/2006/main">
              <a:ext uri="{FF2B5EF4-FFF2-40B4-BE49-F238E27FC236}">
                <a16:creationId xmlns:a16="http://schemas.microsoft.com/office/drawing/2014/main" id="{827A147F-FC83-4709-AF9C-CC87C30E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ot-field">
            <a:extLst xmlns:a="http://schemas.openxmlformats.org/drawingml/2006/main">
              <a:ext uri="{FF2B5EF4-FFF2-40B4-BE49-F238E27FC236}">
                <a16:creationId xmlns:a16="http://schemas.microsoft.com/office/drawing/2014/main" id="{6B139B9A-787C-499B-BAD1-BF9BFEA7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ot-field">
            <a:extLst xmlns:a="http://schemas.openxmlformats.org/drawingml/2006/main">
              <a:ext uri="{FF2B5EF4-FFF2-40B4-BE49-F238E27FC236}">
                <a16:creationId xmlns:a16="http://schemas.microsoft.com/office/drawing/2014/main" id="{1950DC18-E1BC-439C-AC22-84C70343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ot-field">
            <a:extLst xmlns:a="http://schemas.openxmlformats.org/drawingml/2006/main">
              <a:ext uri="{FF2B5EF4-FFF2-40B4-BE49-F238E27FC236}">
                <a16:creationId xmlns:a16="http://schemas.microsoft.com/office/drawing/2014/main" id="{CE81FE75-60D4-4DCA-A549-FCB4ADAA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ot-field">
            <a:extLst xmlns:a="http://schemas.openxmlformats.org/drawingml/2006/main">
              <a:ext uri="{FF2B5EF4-FFF2-40B4-BE49-F238E27FC236}">
                <a16:creationId xmlns:a16="http://schemas.microsoft.com/office/drawing/2014/main" id="{FF8A39C8-A211-499C-8DC3-F2C15E55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ot-field">
            <a:extLst xmlns:a="http://schemas.openxmlformats.org/drawingml/2006/main">
              <a:ext uri="{FF2B5EF4-FFF2-40B4-BE49-F238E27FC236}">
                <a16:creationId xmlns:a16="http://schemas.microsoft.com/office/drawing/2014/main" id="{B1C15508-22BF-4A56-8C6D-6E5FA8C5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ot-field">
            <a:extLst xmlns:a="http://schemas.openxmlformats.org/drawingml/2006/main">
              <a:ext uri="{FF2B5EF4-FFF2-40B4-BE49-F238E27FC236}">
                <a16:creationId xmlns:a16="http://schemas.microsoft.com/office/drawing/2014/main" id="{5BF6B42A-6C2E-4FAB-B0C9-FBE22C7F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ot-field">
            <a:extLst xmlns:a="http://schemas.openxmlformats.org/drawingml/2006/main">
              <a:ext uri="{FF2B5EF4-FFF2-40B4-BE49-F238E27FC236}">
                <a16:creationId xmlns:a16="http://schemas.microsoft.com/office/drawing/2014/main" id="{08E33508-2A30-4C77-85D4-3536E368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ot-field">
            <a:extLst xmlns:a="http://schemas.openxmlformats.org/drawingml/2006/main">
              <a:ext uri="{FF2B5EF4-FFF2-40B4-BE49-F238E27FC236}">
                <a16:creationId xmlns:a16="http://schemas.microsoft.com/office/drawing/2014/main" id="{BB04C233-1A5A-4165-9FD4-4B1C0946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ot-field">
            <a:extLst xmlns:a="http://schemas.openxmlformats.org/drawingml/2006/main">
              <a:ext uri="{FF2B5EF4-FFF2-40B4-BE49-F238E27FC236}">
                <a16:creationId xmlns:a16="http://schemas.microsoft.com/office/drawing/2014/main" id="{0A27B4CF-037D-4C5A-AC06-C5F87870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6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ot-field">
            <a:extLst xmlns:a="http://schemas.openxmlformats.org/drawingml/2006/main">
              <a:ext uri="{FF2B5EF4-FFF2-40B4-BE49-F238E27FC236}">
                <a16:creationId xmlns:a16="http://schemas.microsoft.com/office/drawing/2014/main" id="{3F2C0AE0-71E8-4DE4-8207-94B287FC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ot-field">
            <a:extLst xmlns:a="http://schemas.openxmlformats.org/drawingml/2006/main">
              <a:ext uri="{FF2B5EF4-FFF2-40B4-BE49-F238E27FC236}">
                <a16:creationId xmlns:a16="http://schemas.microsoft.com/office/drawing/2014/main" id="{0C5376C0-BC20-4AC0-ADAB-40293E05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ot-field">
            <a:extLst xmlns:a="http://schemas.openxmlformats.org/drawingml/2006/main">
              <a:ext uri="{FF2B5EF4-FFF2-40B4-BE49-F238E27FC236}">
                <a16:creationId xmlns:a16="http://schemas.microsoft.com/office/drawing/2014/main" id="{65AA1784-90DA-4D2E-9A51-CC48AAC9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1783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ot-field">
            <a:extLst xmlns:a="http://schemas.openxmlformats.org/drawingml/2006/main">
              <a:ext uri="{FF2B5EF4-FFF2-40B4-BE49-F238E27FC236}">
                <a16:creationId xmlns:a16="http://schemas.microsoft.com/office/drawing/2014/main" id="{54A6DA58-C339-4118-A647-8E0DD52B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461" y="1783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ot-field">
            <a:extLst xmlns:a="http://schemas.openxmlformats.org/drawingml/2006/main">
              <a:ext uri="{FF2B5EF4-FFF2-40B4-BE49-F238E27FC236}">
                <a16:creationId xmlns:a16="http://schemas.microsoft.com/office/drawing/2014/main" id="{E47B7FE7-F914-4330-8711-FE25D575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ot-field">
            <a:extLst xmlns:a="http://schemas.openxmlformats.org/drawingml/2006/main">
              <a:ext uri="{FF2B5EF4-FFF2-40B4-BE49-F238E27FC236}">
                <a16:creationId xmlns:a16="http://schemas.microsoft.com/office/drawing/2014/main" id="{0B5B94A6-DBA7-4B20-B04E-F7F1AF1C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ot-field">
            <a:extLst xmlns:a="http://schemas.openxmlformats.org/drawingml/2006/main">
              <a:ext uri="{FF2B5EF4-FFF2-40B4-BE49-F238E27FC236}">
                <a16:creationId xmlns:a16="http://schemas.microsoft.com/office/drawing/2014/main" id="{C0CBD5E6-FF2B-4A4A-9BA1-21445CC4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ot-field">
            <a:extLst xmlns:a="http://schemas.openxmlformats.org/drawingml/2006/main">
              <a:ext uri="{FF2B5EF4-FFF2-40B4-BE49-F238E27FC236}">
                <a16:creationId xmlns:a16="http://schemas.microsoft.com/office/drawing/2014/main" id="{F57E8F4B-D741-4DA2-97B6-EEB3A9BA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ot-field">
            <a:extLst xmlns:a="http://schemas.openxmlformats.org/drawingml/2006/main">
              <a:ext uri="{FF2B5EF4-FFF2-40B4-BE49-F238E27FC236}">
                <a16:creationId xmlns:a16="http://schemas.microsoft.com/office/drawing/2014/main" id="{6448E433-0246-40A1-BD1B-2C523E32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ot-field">
            <a:extLst xmlns:a="http://schemas.openxmlformats.org/drawingml/2006/main">
              <a:ext uri="{FF2B5EF4-FFF2-40B4-BE49-F238E27FC236}">
                <a16:creationId xmlns:a16="http://schemas.microsoft.com/office/drawing/2014/main" id="{DB1DC4DA-F999-48FC-B75E-A72474E2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ot-field">
            <a:extLst xmlns:a="http://schemas.openxmlformats.org/drawingml/2006/main">
              <a:ext uri="{FF2B5EF4-FFF2-40B4-BE49-F238E27FC236}">
                <a16:creationId xmlns:a16="http://schemas.microsoft.com/office/drawing/2014/main" id="{A58C2FCD-BE7A-43AD-BEAD-046E26EE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ot-field">
            <a:extLst xmlns:a="http://schemas.openxmlformats.org/drawingml/2006/main">
              <a:ext uri="{FF2B5EF4-FFF2-40B4-BE49-F238E27FC236}">
                <a16:creationId xmlns:a16="http://schemas.microsoft.com/office/drawing/2014/main" id="{79957630-FC59-4BBB-ADBF-B3F195A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ot-field">
            <a:extLst xmlns:a="http://schemas.openxmlformats.org/drawingml/2006/main">
              <a:ext uri="{FF2B5EF4-FFF2-40B4-BE49-F238E27FC236}">
                <a16:creationId xmlns:a16="http://schemas.microsoft.com/office/drawing/2014/main" id="{FCDAC4CA-9CED-4509-BB03-E8B83458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ot-field">
            <a:extLst xmlns:a="http://schemas.openxmlformats.org/drawingml/2006/main">
              <a:ext uri="{FF2B5EF4-FFF2-40B4-BE49-F238E27FC236}">
                <a16:creationId xmlns:a16="http://schemas.microsoft.com/office/drawing/2014/main" id="{228CF934-20E4-403B-A153-75049E35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ot-field">
            <a:extLst xmlns:a="http://schemas.openxmlformats.org/drawingml/2006/main">
              <a:ext uri="{FF2B5EF4-FFF2-40B4-BE49-F238E27FC236}">
                <a16:creationId xmlns:a16="http://schemas.microsoft.com/office/drawing/2014/main" id="{0A352044-CBC4-4B1A-9451-ABDC5B11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ot-field">
            <a:extLst xmlns:a="http://schemas.openxmlformats.org/drawingml/2006/main">
              <a:ext uri="{FF2B5EF4-FFF2-40B4-BE49-F238E27FC236}">
                <a16:creationId xmlns:a16="http://schemas.microsoft.com/office/drawing/2014/main" id="{EA1962CF-A455-45DC-82F3-C2710EAF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ot-field">
            <a:extLst xmlns:a="http://schemas.openxmlformats.org/drawingml/2006/main">
              <a:ext uri="{FF2B5EF4-FFF2-40B4-BE49-F238E27FC236}">
                <a16:creationId xmlns:a16="http://schemas.microsoft.com/office/drawing/2014/main" id="{D8EC42CA-2CCD-4625-94BC-84DD4DEE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ot-field">
            <a:extLst xmlns:a="http://schemas.openxmlformats.org/drawingml/2006/main">
              <a:ext uri="{FF2B5EF4-FFF2-40B4-BE49-F238E27FC236}">
                <a16:creationId xmlns:a16="http://schemas.microsoft.com/office/drawing/2014/main" id="{82BF2FC3-228A-4AA7-B1D3-94427F8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61" y="1783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ot-field">
            <a:extLst xmlns:a="http://schemas.openxmlformats.org/drawingml/2006/main">
              <a:ext uri="{FF2B5EF4-FFF2-40B4-BE49-F238E27FC236}">
                <a16:creationId xmlns:a16="http://schemas.microsoft.com/office/drawing/2014/main" id="{7339CA59-D210-4061-963E-E6DA0F3C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1783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ot-field">
            <a:extLst xmlns:a="http://schemas.openxmlformats.org/drawingml/2006/main">
              <a:ext uri="{FF2B5EF4-FFF2-40B4-BE49-F238E27FC236}">
                <a16:creationId xmlns:a16="http://schemas.microsoft.com/office/drawing/2014/main" id="{CF2487FC-4928-4B64-A266-4A3DA0D0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2012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ot-field">
            <a:extLst xmlns:a="http://schemas.openxmlformats.org/drawingml/2006/main">
              <a:ext uri="{FF2B5EF4-FFF2-40B4-BE49-F238E27FC236}">
                <a16:creationId xmlns:a16="http://schemas.microsoft.com/office/drawing/2014/main" id="{E09E971F-7A1D-4E65-86F9-B48439A8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2012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ot-field">
            <a:extLst xmlns:a="http://schemas.openxmlformats.org/drawingml/2006/main">
              <a:ext uri="{FF2B5EF4-FFF2-40B4-BE49-F238E27FC236}">
                <a16:creationId xmlns:a16="http://schemas.microsoft.com/office/drawing/2014/main" id="{01D88E52-BDCF-4244-B71F-633CFA71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ot-field">
            <a:extLst xmlns:a="http://schemas.openxmlformats.org/drawingml/2006/main">
              <a:ext uri="{FF2B5EF4-FFF2-40B4-BE49-F238E27FC236}">
                <a16:creationId xmlns:a16="http://schemas.microsoft.com/office/drawing/2014/main" id="{8662855D-4AE0-4872-8085-92A40276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ot-field">
            <a:extLst xmlns:a="http://schemas.openxmlformats.org/drawingml/2006/main">
              <a:ext uri="{FF2B5EF4-FFF2-40B4-BE49-F238E27FC236}">
                <a16:creationId xmlns:a16="http://schemas.microsoft.com/office/drawing/2014/main" id="{C2B7910F-E7B2-4AB8-B246-44435885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ot-field">
            <a:extLst xmlns:a="http://schemas.openxmlformats.org/drawingml/2006/main">
              <a:ext uri="{FF2B5EF4-FFF2-40B4-BE49-F238E27FC236}">
                <a16:creationId xmlns:a16="http://schemas.microsoft.com/office/drawing/2014/main" id="{9821E483-2A75-495F-BD91-01B25D72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ot-field">
            <a:extLst xmlns:a="http://schemas.openxmlformats.org/drawingml/2006/main">
              <a:ext uri="{FF2B5EF4-FFF2-40B4-BE49-F238E27FC236}">
                <a16:creationId xmlns:a16="http://schemas.microsoft.com/office/drawing/2014/main" id="{BB548F11-42B7-45F1-A1DE-38CFF967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ot-field">
            <a:extLst xmlns:a="http://schemas.openxmlformats.org/drawingml/2006/main">
              <a:ext uri="{FF2B5EF4-FFF2-40B4-BE49-F238E27FC236}">
                <a16:creationId xmlns:a16="http://schemas.microsoft.com/office/drawing/2014/main" id="{A63303CC-CC14-4487-934D-890D2A61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ot-field">
            <a:extLst xmlns:a="http://schemas.openxmlformats.org/drawingml/2006/main">
              <a:ext uri="{FF2B5EF4-FFF2-40B4-BE49-F238E27FC236}">
                <a16:creationId xmlns:a16="http://schemas.microsoft.com/office/drawing/2014/main" id="{E1782F5C-B984-48FB-8E39-6FBF7C7E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ot-field">
            <a:extLst xmlns:a="http://schemas.openxmlformats.org/drawingml/2006/main">
              <a:ext uri="{FF2B5EF4-FFF2-40B4-BE49-F238E27FC236}">
                <a16:creationId xmlns:a16="http://schemas.microsoft.com/office/drawing/2014/main" id="{D3DAC096-41E0-4EF3-AEBF-98D32E90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ot-field">
            <a:extLst xmlns:a="http://schemas.openxmlformats.org/drawingml/2006/main">
              <a:ext uri="{FF2B5EF4-FFF2-40B4-BE49-F238E27FC236}">
                <a16:creationId xmlns:a16="http://schemas.microsoft.com/office/drawing/2014/main" id="{4734CF83-BCDD-4845-AAAB-075FDCAE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ot-field">
            <a:extLst xmlns:a="http://schemas.openxmlformats.org/drawingml/2006/main">
              <a:ext uri="{FF2B5EF4-FFF2-40B4-BE49-F238E27FC236}">
                <a16:creationId xmlns:a16="http://schemas.microsoft.com/office/drawing/2014/main" id="{BAD34166-B2A4-4B40-8FA2-18B11C6C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ot-field">
            <a:extLst xmlns:a="http://schemas.openxmlformats.org/drawingml/2006/main">
              <a:ext uri="{FF2B5EF4-FFF2-40B4-BE49-F238E27FC236}">
                <a16:creationId xmlns:a16="http://schemas.microsoft.com/office/drawing/2014/main" id="{B939373B-8682-42AD-9AC3-84D03301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ot-field">
            <a:extLst xmlns:a="http://schemas.openxmlformats.org/drawingml/2006/main">
              <a:ext uri="{FF2B5EF4-FFF2-40B4-BE49-F238E27FC236}">
                <a16:creationId xmlns:a16="http://schemas.microsoft.com/office/drawing/2014/main" id="{5BF11588-3681-45A7-81E3-DC859CF9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ot-field">
            <a:extLst xmlns:a="http://schemas.openxmlformats.org/drawingml/2006/main">
              <a:ext uri="{FF2B5EF4-FFF2-40B4-BE49-F238E27FC236}">
                <a16:creationId xmlns:a16="http://schemas.microsoft.com/office/drawing/2014/main" id="{ECE5C8B2-B4C5-4A3A-AD59-C27D3AC6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ot-field">
            <a:extLst xmlns:a="http://schemas.openxmlformats.org/drawingml/2006/main">
              <a:ext uri="{FF2B5EF4-FFF2-40B4-BE49-F238E27FC236}">
                <a16:creationId xmlns:a16="http://schemas.microsoft.com/office/drawing/2014/main" id="{C5366FD3-BA78-4685-9E1B-36204C73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ot-field">
            <a:extLst xmlns:a="http://schemas.openxmlformats.org/drawingml/2006/main">
              <a:ext uri="{FF2B5EF4-FFF2-40B4-BE49-F238E27FC236}">
                <a16:creationId xmlns:a16="http://schemas.microsoft.com/office/drawing/2014/main" id="{E17E8E46-DD4D-488A-8F27-852CB41E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ot-field">
            <a:extLst xmlns:a="http://schemas.openxmlformats.org/drawingml/2006/main">
              <a:ext uri="{FF2B5EF4-FFF2-40B4-BE49-F238E27FC236}">
                <a16:creationId xmlns:a16="http://schemas.microsoft.com/office/drawing/2014/main" id="{8CB5950B-07CF-4122-B26A-0588CE82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2012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ot-field">
            <a:extLst xmlns:a="http://schemas.openxmlformats.org/drawingml/2006/main">
              <a:ext uri="{FF2B5EF4-FFF2-40B4-BE49-F238E27FC236}">
                <a16:creationId xmlns:a16="http://schemas.microsoft.com/office/drawing/2014/main" id="{60974737-8CA1-4458-B175-2556B2B8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2012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ot-field">
            <a:extLst xmlns:a="http://schemas.openxmlformats.org/drawingml/2006/main">
              <a:ext uri="{FF2B5EF4-FFF2-40B4-BE49-F238E27FC236}">
                <a16:creationId xmlns:a16="http://schemas.microsoft.com/office/drawing/2014/main" id="{E1906FDD-E41C-4726-A803-BFAE8920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2240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ot-field">
            <a:extLst xmlns:a="http://schemas.openxmlformats.org/drawingml/2006/main">
              <a:ext uri="{FF2B5EF4-FFF2-40B4-BE49-F238E27FC236}">
                <a16:creationId xmlns:a16="http://schemas.microsoft.com/office/drawing/2014/main" id="{5F12EBC3-A6BA-4C73-88D8-BD0AA5FC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2240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ot-field">
            <a:extLst xmlns:a="http://schemas.openxmlformats.org/drawingml/2006/main">
              <a:ext uri="{FF2B5EF4-FFF2-40B4-BE49-F238E27FC236}">
                <a16:creationId xmlns:a16="http://schemas.microsoft.com/office/drawing/2014/main" id="{5744AEF4-3686-4A2A-BA45-2406EC0E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ot-field">
            <a:extLst xmlns:a="http://schemas.openxmlformats.org/drawingml/2006/main">
              <a:ext uri="{FF2B5EF4-FFF2-40B4-BE49-F238E27FC236}">
                <a16:creationId xmlns:a16="http://schemas.microsoft.com/office/drawing/2014/main" id="{5DA006BD-760A-4763-83FB-0C4482B6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ot-field">
            <a:extLst xmlns:a="http://schemas.openxmlformats.org/drawingml/2006/main">
              <a:ext uri="{FF2B5EF4-FFF2-40B4-BE49-F238E27FC236}">
                <a16:creationId xmlns:a16="http://schemas.microsoft.com/office/drawing/2014/main" id="{05D3147B-EC58-4D1A-9603-52BF0487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ot-field">
            <a:extLst xmlns:a="http://schemas.openxmlformats.org/drawingml/2006/main">
              <a:ext uri="{FF2B5EF4-FFF2-40B4-BE49-F238E27FC236}">
                <a16:creationId xmlns:a16="http://schemas.microsoft.com/office/drawing/2014/main" id="{04654445-B727-4809-9FB1-5F4F6A88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ot-field">
            <a:extLst xmlns:a="http://schemas.openxmlformats.org/drawingml/2006/main">
              <a:ext uri="{FF2B5EF4-FFF2-40B4-BE49-F238E27FC236}">
                <a16:creationId xmlns:a16="http://schemas.microsoft.com/office/drawing/2014/main" id="{7ACA829B-C7A9-4520-A1BE-E0B99BC8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ot-field">
            <a:extLst xmlns:a="http://schemas.openxmlformats.org/drawingml/2006/main">
              <a:ext uri="{FF2B5EF4-FFF2-40B4-BE49-F238E27FC236}">
                <a16:creationId xmlns:a16="http://schemas.microsoft.com/office/drawing/2014/main" id="{C34EBF14-270F-47EB-BE4D-EE79AB02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ot-field">
            <a:extLst xmlns:a="http://schemas.openxmlformats.org/drawingml/2006/main">
              <a:ext uri="{FF2B5EF4-FFF2-40B4-BE49-F238E27FC236}">
                <a16:creationId xmlns:a16="http://schemas.microsoft.com/office/drawing/2014/main" id="{965B3B53-C39B-41FC-AC2F-C484A34F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ot-field">
            <a:extLst xmlns:a="http://schemas.openxmlformats.org/drawingml/2006/main">
              <a:ext uri="{FF2B5EF4-FFF2-40B4-BE49-F238E27FC236}">
                <a16:creationId xmlns:a16="http://schemas.microsoft.com/office/drawing/2014/main" id="{D89188F7-28EA-4CB4-9EDD-F1AF6610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ot-field">
            <a:extLst xmlns:a="http://schemas.openxmlformats.org/drawingml/2006/main">
              <a:ext uri="{FF2B5EF4-FFF2-40B4-BE49-F238E27FC236}">
                <a16:creationId xmlns:a16="http://schemas.microsoft.com/office/drawing/2014/main" id="{699DBFD6-7D1B-44D5-A0C8-76B9E935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ot-field">
            <a:extLst xmlns:a="http://schemas.openxmlformats.org/drawingml/2006/main">
              <a:ext uri="{FF2B5EF4-FFF2-40B4-BE49-F238E27FC236}">
                <a16:creationId xmlns:a16="http://schemas.microsoft.com/office/drawing/2014/main" id="{30E0921F-52F3-487E-89C7-468446D9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ot-field">
            <a:extLst xmlns:a="http://schemas.openxmlformats.org/drawingml/2006/main">
              <a:ext uri="{FF2B5EF4-FFF2-40B4-BE49-F238E27FC236}">
                <a16:creationId xmlns:a16="http://schemas.microsoft.com/office/drawing/2014/main" id="{3E7B0213-5289-44A2-81BF-A0CE5C22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ot-field">
            <a:extLst xmlns:a="http://schemas.openxmlformats.org/drawingml/2006/main">
              <a:ext uri="{FF2B5EF4-FFF2-40B4-BE49-F238E27FC236}">
                <a16:creationId xmlns:a16="http://schemas.microsoft.com/office/drawing/2014/main" id="{33DC06AD-FD38-46FB-962D-3E7B2ADA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ot-field">
            <a:extLst xmlns:a="http://schemas.openxmlformats.org/drawingml/2006/main">
              <a:ext uri="{FF2B5EF4-FFF2-40B4-BE49-F238E27FC236}">
                <a16:creationId xmlns:a16="http://schemas.microsoft.com/office/drawing/2014/main" id="{9D477054-A9EC-42E4-A59F-FABC396C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ot-field">
            <a:extLst xmlns:a="http://schemas.openxmlformats.org/drawingml/2006/main">
              <a:ext uri="{FF2B5EF4-FFF2-40B4-BE49-F238E27FC236}">
                <a16:creationId xmlns:a16="http://schemas.microsoft.com/office/drawing/2014/main" id="{9AF283FA-5310-46BB-A5C3-A725ED76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ot-field">
            <a:extLst xmlns:a="http://schemas.openxmlformats.org/drawingml/2006/main">
              <a:ext uri="{FF2B5EF4-FFF2-40B4-BE49-F238E27FC236}">
                <a16:creationId xmlns:a16="http://schemas.microsoft.com/office/drawing/2014/main" id="{015585F2-E891-4F6A-AAA9-1C426880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ot-field">
            <a:extLst xmlns:a="http://schemas.openxmlformats.org/drawingml/2006/main">
              <a:ext uri="{FF2B5EF4-FFF2-40B4-BE49-F238E27FC236}">
                <a16:creationId xmlns:a16="http://schemas.microsoft.com/office/drawing/2014/main" id="{4C4B25A4-028F-4762-B7E8-C9CBE395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ot-field">
            <a:extLst xmlns:a="http://schemas.openxmlformats.org/drawingml/2006/main">
              <a:ext uri="{FF2B5EF4-FFF2-40B4-BE49-F238E27FC236}">
                <a16:creationId xmlns:a16="http://schemas.microsoft.com/office/drawing/2014/main" id="{77994638-0CC1-4637-A015-71635888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2240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ot-field">
            <a:extLst xmlns:a="http://schemas.openxmlformats.org/drawingml/2006/main">
              <a:ext uri="{FF2B5EF4-FFF2-40B4-BE49-F238E27FC236}">
                <a16:creationId xmlns:a16="http://schemas.microsoft.com/office/drawing/2014/main" id="{A8BF19F0-940C-4E57-9A6F-D417BB25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2240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ot-field">
            <a:extLst xmlns:a="http://schemas.openxmlformats.org/drawingml/2006/main">
              <a:ext uri="{FF2B5EF4-FFF2-40B4-BE49-F238E27FC236}">
                <a16:creationId xmlns:a16="http://schemas.microsoft.com/office/drawing/2014/main" id="{273946B9-C2B1-48D5-988F-FE84D0CC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2469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ot-field">
            <a:extLst xmlns:a="http://schemas.openxmlformats.org/drawingml/2006/main">
              <a:ext uri="{FF2B5EF4-FFF2-40B4-BE49-F238E27FC236}">
                <a16:creationId xmlns:a16="http://schemas.microsoft.com/office/drawing/2014/main" id="{C933479B-7844-40EB-B316-30257981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2469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dot-field">
            <a:extLst xmlns:a="http://schemas.openxmlformats.org/drawingml/2006/main">
              <a:ext uri="{FF2B5EF4-FFF2-40B4-BE49-F238E27FC236}">
                <a16:creationId xmlns:a16="http://schemas.microsoft.com/office/drawing/2014/main" id="{3CEB3991-8883-48EF-962A-3D63E85C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ot-field">
            <a:extLst xmlns:a="http://schemas.openxmlformats.org/drawingml/2006/main">
              <a:ext uri="{FF2B5EF4-FFF2-40B4-BE49-F238E27FC236}">
                <a16:creationId xmlns:a16="http://schemas.microsoft.com/office/drawing/2014/main" id="{9A037AE6-5E65-48B7-99E1-AB9F2E6B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ot-field">
            <a:extLst xmlns:a="http://schemas.openxmlformats.org/drawingml/2006/main">
              <a:ext uri="{FF2B5EF4-FFF2-40B4-BE49-F238E27FC236}">
                <a16:creationId xmlns:a16="http://schemas.microsoft.com/office/drawing/2014/main" id="{66F8CEA2-0133-4F5F-9F95-65D8AADE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ot-field">
            <a:extLst xmlns:a="http://schemas.openxmlformats.org/drawingml/2006/main">
              <a:ext uri="{FF2B5EF4-FFF2-40B4-BE49-F238E27FC236}">
                <a16:creationId xmlns:a16="http://schemas.microsoft.com/office/drawing/2014/main" id="{96651EC7-E486-40D6-B123-0545E4EF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dot-field">
            <a:extLst xmlns:a="http://schemas.openxmlformats.org/drawingml/2006/main">
              <a:ext uri="{FF2B5EF4-FFF2-40B4-BE49-F238E27FC236}">
                <a16:creationId xmlns:a16="http://schemas.microsoft.com/office/drawing/2014/main" id="{B1896FFA-3EF7-4AC4-81DD-61C7B9DF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ot-field">
            <a:extLst xmlns:a="http://schemas.openxmlformats.org/drawingml/2006/main">
              <a:ext uri="{FF2B5EF4-FFF2-40B4-BE49-F238E27FC236}">
                <a16:creationId xmlns:a16="http://schemas.microsoft.com/office/drawing/2014/main" id="{A7FF5128-ED15-4773-9467-CAE0315C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ot-field">
            <a:extLst xmlns:a="http://schemas.openxmlformats.org/drawingml/2006/main">
              <a:ext uri="{FF2B5EF4-FFF2-40B4-BE49-F238E27FC236}">
                <a16:creationId xmlns:a16="http://schemas.microsoft.com/office/drawing/2014/main" id="{7FCCFEB3-C347-420B-9ADD-E4330E64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ot-field">
            <a:extLst xmlns:a="http://schemas.openxmlformats.org/drawingml/2006/main">
              <a:ext uri="{FF2B5EF4-FFF2-40B4-BE49-F238E27FC236}">
                <a16:creationId xmlns:a16="http://schemas.microsoft.com/office/drawing/2014/main" id="{1BB5CF0B-842F-4E36-8D13-D9DD8F4F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ot-field">
            <a:extLst xmlns:a="http://schemas.openxmlformats.org/drawingml/2006/main">
              <a:ext uri="{FF2B5EF4-FFF2-40B4-BE49-F238E27FC236}">
                <a16:creationId xmlns:a16="http://schemas.microsoft.com/office/drawing/2014/main" id="{FED2FF52-0FE3-4355-BAF9-27B539A0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ot-field">
            <a:extLst xmlns:a="http://schemas.openxmlformats.org/drawingml/2006/main">
              <a:ext uri="{FF2B5EF4-FFF2-40B4-BE49-F238E27FC236}">
                <a16:creationId xmlns:a16="http://schemas.microsoft.com/office/drawing/2014/main" id="{CC8370C9-8E2B-4D8F-89F3-454CD220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ot-field">
            <a:extLst xmlns:a="http://schemas.openxmlformats.org/drawingml/2006/main">
              <a:ext uri="{FF2B5EF4-FFF2-40B4-BE49-F238E27FC236}">
                <a16:creationId xmlns:a16="http://schemas.microsoft.com/office/drawing/2014/main" id="{0A12A979-97C7-422D-B525-512FF927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ot-field">
            <a:extLst xmlns:a="http://schemas.openxmlformats.org/drawingml/2006/main">
              <a:ext uri="{FF2B5EF4-FFF2-40B4-BE49-F238E27FC236}">
                <a16:creationId xmlns:a16="http://schemas.microsoft.com/office/drawing/2014/main" id="{B77D3B59-23A0-4256-A28D-AF184E0E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dot-field">
            <a:extLst xmlns:a="http://schemas.openxmlformats.org/drawingml/2006/main">
              <a:ext uri="{FF2B5EF4-FFF2-40B4-BE49-F238E27FC236}">
                <a16:creationId xmlns:a16="http://schemas.microsoft.com/office/drawing/2014/main" id="{B38D4AA5-0E98-4865-B3C3-75A03E7E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2469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ot-field">
            <a:extLst xmlns:a="http://schemas.openxmlformats.org/drawingml/2006/main">
              <a:ext uri="{FF2B5EF4-FFF2-40B4-BE49-F238E27FC236}">
                <a16:creationId xmlns:a16="http://schemas.microsoft.com/office/drawing/2014/main" id="{9F322881-6827-4EA4-8D1E-05839BA1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2469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ot-field">
            <a:extLst xmlns:a="http://schemas.openxmlformats.org/drawingml/2006/main">
              <a:ext uri="{FF2B5EF4-FFF2-40B4-BE49-F238E27FC236}">
                <a16:creationId xmlns:a16="http://schemas.microsoft.com/office/drawing/2014/main" id="{3C533FFB-0E9F-497E-A72A-3213E68D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2697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ot-field">
            <a:extLst xmlns:a="http://schemas.openxmlformats.org/drawingml/2006/main">
              <a:ext uri="{FF2B5EF4-FFF2-40B4-BE49-F238E27FC236}">
                <a16:creationId xmlns:a16="http://schemas.microsoft.com/office/drawing/2014/main" id="{F5DFB671-7F4C-4676-8207-C789294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2697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dot-field">
            <a:extLst xmlns:a="http://schemas.openxmlformats.org/drawingml/2006/main">
              <a:ext uri="{FF2B5EF4-FFF2-40B4-BE49-F238E27FC236}">
                <a16:creationId xmlns:a16="http://schemas.microsoft.com/office/drawing/2014/main" id="{D6DB1654-1CF9-4504-A3B3-33CD0369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ot-field">
            <a:extLst xmlns:a="http://schemas.openxmlformats.org/drawingml/2006/main">
              <a:ext uri="{FF2B5EF4-FFF2-40B4-BE49-F238E27FC236}">
                <a16:creationId xmlns:a16="http://schemas.microsoft.com/office/drawing/2014/main" id="{4CF3D587-EFD7-4691-A7CB-5527D361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ot-field">
            <a:extLst xmlns:a="http://schemas.openxmlformats.org/drawingml/2006/main">
              <a:ext uri="{FF2B5EF4-FFF2-40B4-BE49-F238E27FC236}">
                <a16:creationId xmlns:a16="http://schemas.microsoft.com/office/drawing/2014/main" id="{C2B5AE75-A361-401A-8FB6-5B44D676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ot-field">
            <a:extLst xmlns:a="http://schemas.openxmlformats.org/drawingml/2006/main">
              <a:ext uri="{FF2B5EF4-FFF2-40B4-BE49-F238E27FC236}">
                <a16:creationId xmlns:a16="http://schemas.microsoft.com/office/drawing/2014/main" id="{1D17734A-5343-450E-ABFF-CC475F80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ot-field">
            <a:extLst xmlns:a="http://schemas.openxmlformats.org/drawingml/2006/main">
              <a:ext uri="{FF2B5EF4-FFF2-40B4-BE49-F238E27FC236}">
                <a16:creationId xmlns:a16="http://schemas.microsoft.com/office/drawing/2014/main" id="{7240AC0A-5A76-4235-AAF7-684C4E6B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ot-field">
            <a:extLst xmlns:a="http://schemas.openxmlformats.org/drawingml/2006/main">
              <a:ext uri="{FF2B5EF4-FFF2-40B4-BE49-F238E27FC236}">
                <a16:creationId xmlns:a16="http://schemas.microsoft.com/office/drawing/2014/main" id="{7EE232A8-762C-460D-8B4D-FCF0C186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ot-field">
            <a:extLst xmlns:a="http://schemas.openxmlformats.org/drawingml/2006/main">
              <a:ext uri="{FF2B5EF4-FFF2-40B4-BE49-F238E27FC236}">
                <a16:creationId xmlns:a16="http://schemas.microsoft.com/office/drawing/2014/main" id="{B7E17682-3F51-4F82-BF70-87EA6F50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ot-field">
            <a:extLst xmlns:a="http://schemas.openxmlformats.org/drawingml/2006/main">
              <a:ext uri="{FF2B5EF4-FFF2-40B4-BE49-F238E27FC236}">
                <a16:creationId xmlns:a16="http://schemas.microsoft.com/office/drawing/2014/main" id="{1258F0BF-918A-4FDB-88C9-125D6BCF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ot-field">
            <a:extLst xmlns:a="http://schemas.openxmlformats.org/drawingml/2006/main">
              <a:ext uri="{FF2B5EF4-FFF2-40B4-BE49-F238E27FC236}">
                <a16:creationId xmlns:a16="http://schemas.microsoft.com/office/drawing/2014/main" id="{D4D96F64-29AB-4511-B1E6-EB5FCA47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ot-field">
            <a:extLst xmlns:a="http://schemas.openxmlformats.org/drawingml/2006/main">
              <a:ext uri="{FF2B5EF4-FFF2-40B4-BE49-F238E27FC236}">
                <a16:creationId xmlns:a16="http://schemas.microsoft.com/office/drawing/2014/main" id="{E6E63733-DF84-4669-9591-E86BED8A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ot-field">
            <a:extLst xmlns:a="http://schemas.openxmlformats.org/drawingml/2006/main">
              <a:ext uri="{FF2B5EF4-FFF2-40B4-BE49-F238E27FC236}">
                <a16:creationId xmlns:a16="http://schemas.microsoft.com/office/drawing/2014/main" id="{BABE0828-5F37-4170-BBA4-A12B31D9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ot-field">
            <a:extLst xmlns:a="http://schemas.openxmlformats.org/drawingml/2006/main">
              <a:ext uri="{FF2B5EF4-FFF2-40B4-BE49-F238E27FC236}">
                <a16:creationId xmlns:a16="http://schemas.microsoft.com/office/drawing/2014/main" id="{F38D2479-8958-4C70-9649-A04D58C0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2697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ot-field">
            <a:extLst xmlns:a="http://schemas.openxmlformats.org/drawingml/2006/main">
              <a:ext uri="{FF2B5EF4-FFF2-40B4-BE49-F238E27FC236}">
                <a16:creationId xmlns:a16="http://schemas.microsoft.com/office/drawing/2014/main" id="{DFF136BB-14B7-4889-AAD7-012B6915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2926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ot-field">
            <a:extLst xmlns:a="http://schemas.openxmlformats.org/drawingml/2006/main">
              <a:ext uri="{FF2B5EF4-FFF2-40B4-BE49-F238E27FC236}">
                <a16:creationId xmlns:a16="http://schemas.microsoft.com/office/drawing/2014/main" id="{9AB5B6EF-CE4F-4930-8110-F14E297E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ot-field">
            <a:extLst xmlns:a="http://schemas.openxmlformats.org/drawingml/2006/main">
              <a:ext uri="{FF2B5EF4-FFF2-40B4-BE49-F238E27FC236}">
                <a16:creationId xmlns:a16="http://schemas.microsoft.com/office/drawing/2014/main" id="{9CAFAA3D-C797-405E-B07A-B58D3AAB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ot-field">
            <a:extLst xmlns:a="http://schemas.openxmlformats.org/drawingml/2006/main">
              <a:ext uri="{FF2B5EF4-FFF2-40B4-BE49-F238E27FC236}">
                <a16:creationId xmlns:a16="http://schemas.microsoft.com/office/drawing/2014/main" id="{1F79B156-05C5-42C0-84A4-EBE6BA90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ot-field">
            <a:extLst xmlns:a="http://schemas.openxmlformats.org/drawingml/2006/main">
              <a:ext uri="{FF2B5EF4-FFF2-40B4-BE49-F238E27FC236}">
                <a16:creationId xmlns:a16="http://schemas.microsoft.com/office/drawing/2014/main" id="{A1B08D77-EAFC-456B-A58B-489A23FF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ot-field">
            <a:extLst xmlns:a="http://schemas.openxmlformats.org/drawingml/2006/main">
              <a:ext uri="{FF2B5EF4-FFF2-40B4-BE49-F238E27FC236}">
                <a16:creationId xmlns:a16="http://schemas.microsoft.com/office/drawing/2014/main" id="{696CF8DA-3521-4200-AD91-24BC078A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ot-field">
            <a:extLst xmlns:a="http://schemas.openxmlformats.org/drawingml/2006/main">
              <a:ext uri="{FF2B5EF4-FFF2-40B4-BE49-F238E27FC236}">
                <a16:creationId xmlns:a16="http://schemas.microsoft.com/office/drawing/2014/main" id="{65393158-9707-4EC0-B3D8-5B8D0796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ot-field">
            <a:extLst xmlns:a="http://schemas.openxmlformats.org/drawingml/2006/main">
              <a:ext uri="{FF2B5EF4-FFF2-40B4-BE49-F238E27FC236}">
                <a16:creationId xmlns:a16="http://schemas.microsoft.com/office/drawing/2014/main" id="{610FC60D-E04F-4408-AF37-2BECD5A8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ot-field">
            <a:extLst xmlns:a="http://schemas.openxmlformats.org/drawingml/2006/main">
              <a:ext uri="{FF2B5EF4-FFF2-40B4-BE49-F238E27FC236}">
                <a16:creationId xmlns:a16="http://schemas.microsoft.com/office/drawing/2014/main" id="{5BAA39CF-6276-40AC-866E-64593D34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ot-field">
            <a:extLst xmlns:a="http://schemas.openxmlformats.org/drawingml/2006/main">
              <a:ext uri="{FF2B5EF4-FFF2-40B4-BE49-F238E27FC236}">
                <a16:creationId xmlns:a16="http://schemas.microsoft.com/office/drawing/2014/main" id="{87F6643F-4FF7-4906-9BC5-F5A8BDB7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ot-field">
            <a:extLst xmlns:a="http://schemas.openxmlformats.org/drawingml/2006/main">
              <a:ext uri="{FF2B5EF4-FFF2-40B4-BE49-F238E27FC236}">
                <a16:creationId xmlns:a16="http://schemas.microsoft.com/office/drawing/2014/main" id="{A55F7543-3FF8-4C9C-8AF1-2BC0879B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ot-field">
            <a:extLst xmlns:a="http://schemas.openxmlformats.org/drawingml/2006/main">
              <a:ext uri="{FF2B5EF4-FFF2-40B4-BE49-F238E27FC236}">
                <a16:creationId xmlns:a16="http://schemas.microsoft.com/office/drawing/2014/main" id="{D6F17CA1-2423-4B49-8666-6A063420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2926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ot-field">
            <a:extLst xmlns:a="http://schemas.openxmlformats.org/drawingml/2006/main">
              <a:ext uri="{FF2B5EF4-FFF2-40B4-BE49-F238E27FC236}">
                <a16:creationId xmlns:a16="http://schemas.microsoft.com/office/drawing/2014/main" id="{50982CE0-B983-475C-8F8D-25122327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2926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ot-field">
            <a:extLst xmlns:a="http://schemas.openxmlformats.org/drawingml/2006/main">
              <a:ext uri="{FF2B5EF4-FFF2-40B4-BE49-F238E27FC236}">
                <a16:creationId xmlns:a16="http://schemas.microsoft.com/office/drawing/2014/main" id="{413A83FB-AEE9-46A3-B269-00324E0B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061" y="3155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ot-field">
            <a:extLst xmlns:a="http://schemas.openxmlformats.org/drawingml/2006/main">
              <a:ext uri="{FF2B5EF4-FFF2-40B4-BE49-F238E27FC236}">
                <a16:creationId xmlns:a16="http://schemas.microsoft.com/office/drawing/2014/main" id="{7F9CA6A8-3596-439D-8B1E-577D28C2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3155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ot-field">
            <a:extLst xmlns:a="http://schemas.openxmlformats.org/drawingml/2006/main">
              <a:ext uri="{FF2B5EF4-FFF2-40B4-BE49-F238E27FC236}">
                <a16:creationId xmlns:a16="http://schemas.microsoft.com/office/drawing/2014/main" id="{C38CE98D-D798-4DF1-800B-8B2C8019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ot-field">
            <a:extLst xmlns:a="http://schemas.openxmlformats.org/drawingml/2006/main">
              <a:ext uri="{FF2B5EF4-FFF2-40B4-BE49-F238E27FC236}">
                <a16:creationId xmlns:a16="http://schemas.microsoft.com/office/drawing/2014/main" id="{606C1205-5492-4D44-B339-98529C95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ot-field">
            <a:extLst xmlns:a="http://schemas.openxmlformats.org/drawingml/2006/main">
              <a:ext uri="{FF2B5EF4-FFF2-40B4-BE49-F238E27FC236}">
                <a16:creationId xmlns:a16="http://schemas.microsoft.com/office/drawing/2014/main" id="{3522912B-8A7F-4C1A-AE0F-A8C57183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ot-field">
            <a:extLst xmlns:a="http://schemas.openxmlformats.org/drawingml/2006/main">
              <a:ext uri="{FF2B5EF4-FFF2-40B4-BE49-F238E27FC236}">
                <a16:creationId xmlns:a16="http://schemas.microsoft.com/office/drawing/2014/main" id="{1BF47BE0-3471-44F6-9181-100EF21F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ot-field">
            <a:extLst xmlns:a="http://schemas.openxmlformats.org/drawingml/2006/main">
              <a:ext uri="{FF2B5EF4-FFF2-40B4-BE49-F238E27FC236}">
                <a16:creationId xmlns:a16="http://schemas.microsoft.com/office/drawing/2014/main" id="{EB905BAF-42AE-42B8-BD64-1462E0E6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dot-field">
            <a:extLst xmlns:a="http://schemas.openxmlformats.org/drawingml/2006/main">
              <a:ext uri="{FF2B5EF4-FFF2-40B4-BE49-F238E27FC236}">
                <a16:creationId xmlns:a16="http://schemas.microsoft.com/office/drawing/2014/main" id="{A08A2F15-B65B-417C-B4A5-797C0D30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dot-field">
            <a:extLst xmlns:a="http://schemas.openxmlformats.org/drawingml/2006/main">
              <a:ext uri="{FF2B5EF4-FFF2-40B4-BE49-F238E27FC236}">
                <a16:creationId xmlns:a16="http://schemas.microsoft.com/office/drawing/2014/main" id="{3F7E00BB-B7F6-42A2-8D10-463B7EA0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dot-field">
            <a:extLst xmlns:a="http://schemas.openxmlformats.org/drawingml/2006/main">
              <a:ext uri="{FF2B5EF4-FFF2-40B4-BE49-F238E27FC236}">
                <a16:creationId xmlns:a16="http://schemas.microsoft.com/office/drawing/2014/main" id="{E3F592C7-0A9D-4F52-A4A3-12D46023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ot-field">
            <a:extLst xmlns:a="http://schemas.openxmlformats.org/drawingml/2006/main">
              <a:ext uri="{FF2B5EF4-FFF2-40B4-BE49-F238E27FC236}">
                <a16:creationId xmlns:a16="http://schemas.microsoft.com/office/drawing/2014/main" id="{D2EEDA3B-383D-4C26-8BCD-781A092E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ot-field">
            <a:extLst xmlns:a="http://schemas.openxmlformats.org/drawingml/2006/main">
              <a:ext uri="{FF2B5EF4-FFF2-40B4-BE49-F238E27FC236}">
                <a16:creationId xmlns:a16="http://schemas.microsoft.com/office/drawing/2014/main" id="{566486F6-076D-4319-BA24-3BF46C3D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ot-field">
            <a:extLst xmlns:a="http://schemas.openxmlformats.org/drawingml/2006/main">
              <a:ext uri="{FF2B5EF4-FFF2-40B4-BE49-F238E27FC236}">
                <a16:creationId xmlns:a16="http://schemas.microsoft.com/office/drawing/2014/main" id="{9A319866-B28B-4C51-8A95-0E1C0B45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3155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dot-field">
            <a:extLst xmlns:a="http://schemas.openxmlformats.org/drawingml/2006/main">
              <a:ext uri="{FF2B5EF4-FFF2-40B4-BE49-F238E27FC236}">
                <a16:creationId xmlns:a16="http://schemas.microsoft.com/office/drawing/2014/main" id="{5689FE5D-1A69-48F3-BA2E-35FCC19A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3155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ot-field">
            <a:extLst xmlns:a="http://schemas.openxmlformats.org/drawingml/2006/main">
              <a:ext uri="{FF2B5EF4-FFF2-40B4-BE49-F238E27FC236}">
                <a16:creationId xmlns:a16="http://schemas.microsoft.com/office/drawing/2014/main" id="{3BB71466-510B-477B-87C5-3F7BC9CD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061" y="3383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ot-field">
            <a:extLst xmlns:a="http://schemas.openxmlformats.org/drawingml/2006/main">
              <a:ext uri="{FF2B5EF4-FFF2-40B4-BE49-F238E27FC236}">
                <a16:creationId xmlns:a16="http://schemas.microsoft.com/office/drawing/2014/main" id="{CFEF736D-72CA-47CC-89E0-AD81BBA4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3383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dot-field">
            <a:extLst xmlns:a="http://schemas.openxmlformats.org/drawingml/2006/main">
              <a:ext uri="{FF2B5EF4-FFF2-40B4-BE49-F238E27FC236}">
                <a16:creationId xmlns:a16="http://schemas.microsoft.com/office/drawing/2014/main" id="{876A7C08-C533-46F5-83BE-35FEE2F1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ot-field">
            <a:extLst xmlns:a="http://schemas.openxmlformats.org/drawingml/2006/main">
              <a:ext uri="{FF2B5EF4-FFF2-40B4-BE49-F238E27FC236}">
                <a16:creationId xmlns:a16="http://schemas.microsoft.com/office/drawing/2014/main" id="{2B16F78B-DDFD-4563-8CDD-2BE5CA68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ot-field">
            <a:extLst xmlns:a="http://schemas.openxmlformats.org/drawingml/2006/main">
              <a:ext uri="{FF2B5EF4-FFF2-40B4-BE49-F238E27FC236}">
                <a16:creationId xmlns:a16="http://schemas.microsoft.com/office/drawing/2014/main" id="{9D9BB460-024E-4BD2-8ED2-F5BEBABE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ot-field">
            <a:extLst xmlns:a="http://schemas.openxmlformats.org/drawingml/2006/main">
              <a:ext uri="{FF2B5EF4-FFF2-40B4-BE49-F238E27FC236}">
                <a16:creationId xmlns:a16="http://schemas.microsoft.com/office/drawing/2014/main" id="{57B58747-5DD4-4D98-B986-C6EA576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ot-field">
            <a:extLst xmlns:a="http://schemas.openxmlformats.org/drawingml/2006/main">
              <a:ext uri="{FF2B5EF4-FFF2-40B4-BE49-F238E27FC236}">
                <a16:creationId xmlns:a16="http://schemas.microsoft.com/office/drawing/2014/main" id="{DD768374-8537-49E2-8283-6259D1B5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dot-field">
            <a:extLst xmlns:a="http://schemas.openxmlformats.org/drawingml/2006/main">
              <a:ext uri="{FF2B5EF4-FFF2-40B4-BE49-F238E27FC236}">
                <a16:creationId xmlns:a16="http://schemas.microsoft.com/office/drawing/2014/main" id="{8A001FE6-7D5D-451B-9858-02B6474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ot-field">
            <a:extLst xmlns:a="http://schemas.openxmlformats.org/drawingml/2006/main">
              <a:ext uri="{FF2B5EF4-FFF2-40B4-BE49-F238E27FC236}">
                <a16:creationId xmlns:a16="http://schemas.microsoft.com/office/drawing/2014/main" id="{7D94B866-4C90-48BA-B73F-3DF76511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ot-field">
            <a:extLst xmlns:a="http://schemas.openxmlformats.org/drawingml/2006/main">
              <a:ext uri="{FF2B5EF4-FFF2-40B4-BE49-F238E27FC236}">
                <a16:creationId xmlns:a16="http://schemas.microsoft.com/office/drawing/2014/main" id="{3AB471AB-D8D5-4FFE-93A1-3E4A745E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dot-field">
            <a:extLst xmlns:a="http://schemas.openxmlformats.org/drawingml/2006/main">
              <a:ext uri="{FF2B5EF4-FFF2-40B4-BE49-F238E27FC236}">
                <a16:creationId xmlns:a16="http://schemas.microsoft.com/office/drawing/2014/main" id="{10B6BDF6-1EB4-4421-A722-12F56CF5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ot-field">
            <a:extLst xmlns:a="http://schemas.openxmlformats.org/drawingml/2006/main">
              <a:ext uri="{FF2B5EF4-FFF2-40B4-BE49-F238E27FC236}">
                <a16:creationId xmlns:a16="http://schemas.microsoft.com/office/drawing/2014/main" id="{06B3F02D-2835-49BF-BD8D-32D7D839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ot-field">
            <a:extLst xmlns:a="http://schemas.openxmlformats.org/drawingml/2006/main">
              <a:ext uri="{FF2B5EF4-FFF2-40B4-BE49-F238E27FC236}">
                <a16:creationId xmlns:a16="http://schemas.microsoft.com/office/drawing/2014/main" id="{024329F8-25A4-4C00-926A-BBBF951B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3383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dot-field">
            <a:extLst xmlns:a="http://schemas.openxmlformats.org/drawingml/2006/main">
              <a:ext uri="{FF2B5EF4-FFF2-40B4-BE49-F238E27FC236}">
                <a16:creationId xmlns:a16="http://schemas.microsoft.com/office/drawing/2014/main" id="{400D4BB7-4A55-4B0D-8A0B-37928EBE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3383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dot-field">
            <a:extLst xmlns:a="http://schemas.openxmlformats.org/drawingml/2006/main">
              <a:ext uri="{FF2B5EF4-FFF2-40B4-BE49-F238E27FC236}">
                <a16:creationId xmlns:a16="http://schemas.microsoft.com/office/drawing/2014/main" id="{EF360783-5ED3-4CEB-93D1-53047538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061" y="3612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dot-field">
            <a:extLst xmlns:a="http://schemas.openxmlformats.org/drawingml/2006/main">
              <a:ext uri="{FF2B5EF4-FFF2-40B4-BE49-F238E27FC236}">
                <a16:creationId xmlns:a16="http://schemas.microsoft.com/office/drawing/2014/main" id="{98B58473-85DC-4BED-BC3B-1EC5A05C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3612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ot-field">
            <a:extLst xmlns:a="http://schemas.openxmlformats.org/drawingml/2006/main">
              <a:ext uri="{FF2B5EF4-FFF2-40B4-BE49-F238E27FC236}">
                <a16:creationId xmlns:a16="http://schemas.microsoft.com/office/drawing/2014/main" id="{EF3A8671-AAC0-400D-B003-A4BC826F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ot-field">
            <a:extLst xmlns:a="http://schemas.openxmlformats.org/drawingml/2006/main">
              <a:ext uri="{FF2B5EF4-FFF2-40B4-BE49-F238E27FC236}">
                <a16:creationId xmlns:a16="http://schemas.microsoft.com/office/drawing/2014/main" id="{6FB775FD-8BC7-40B6-879B-B76DBF40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ot-field">
            <a:extLst xmlns:a="http://schemas.openxmlformats.org/drawingml/2006/main">
              <a:ext uri="{FF2B5EF4-FFF2-40B4-BE49-F238E27FC236}">
                <a16:creationId xmlns:a16="http://schemas.microsoft.com/office/drawing/2014/main" id="{3D845FBA-C177-42EA-A8C7-DAE20C2E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ot-field">
            <a:extLst xmlns:a="http://schemas.openxmlformats.org/drawingml/2006/main">
              <a:ext uri="{FF2B5EF4-FFF2-40B4-BE49-F238E27FC236}">
                <a16:creationId xmlns:a16="http://schemas.microsoft.com/office/drawing/2014/main" id="{CEE256A4-B0E4-4B4A-B679-7443A080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dot-field">
            <a:extLst xmlns:a="http://schemas.openxmlformats.org/drawingml/2006/main">
              <a:ext uri="{FF2B5EF4-FFF2-40B4-BE49-F238E27FC236}">
                <a16:creationId xmlns:a16="http://schemas.microsoft.com/office/drawing/2014/main" id="{ED2711ED-B95F-48DF-A5D0-2730FB8F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dot-field">
            <a:extLst xmlns:a="http://schemas.openxmlformats.org/drawingml/2006/main">
              <a:ext uri="{FF2B5EF4-FFF2-40B4-BE49-F238E27FC236}">
                <a16:creationId xmlns:a16="http://schemas.microsoft.com/office/drawing/2014/main" id="{112CAD53-AC67-4B0C-9E8A-E56EB7CA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dot-field">
            <a:extLst xmlns:a="http://schemas.openxmlformats.org/drawingml/2006/main">
              <a:ext uri="{FF2B5EF4-FFF2-40B4-BE49-F238E27FC236}">
                <a16:creationId xmlns:a16="http://schemas.microsoft.com/office/drawing/2014/main" id="{520BC3B8-9F7C-4B17-AA47-37F909E7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dot-field">
            <a:extLst xmlns:a="http://schemas.openxmlformats.org/drawingml/2006/main">
              <a:ext uri="{FF2B5EF4-FFF2-40B4-BE49-F238E27FC236}">
                <a16:creationId xmlns:a16="http://schemas.microsoft.com/office/drawing/2014/main" id="{958BB300-5946-4126-A4ED-73185933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dot-field">
            <a:extLst xmlns:a="http://schemas.openxmlformats.org/drawingml/2006/main">
              <a:ext uri="{FF2B5EF4-FFF2-40B4-BE49-F238E27FC236}">
                <a16:creationId xmlns:a16="http://schemas.microsoft.com/office/drawing/2014/main" id="{E165D912-2E03-4EAC-96AE-6211F49D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dot-field">
            <a:extLst xmlns:a="http://schemas.openxmlformats.org/drawingml/2006/main">
              <a:ext uri="{FF2B5EF4-FFF2-40B4-BE49-F238E27FC236}">
                <a16:creationId xmlns:a16="http://schemas.microsoft.com/office/drawing/2014/main" id="{27669806-FE1B-488E-AC9E-50EC3926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dot-field">
            <a:extLst xmlns:a="http://schemas.openxmlformats.org/drawingml/2006/main">
              <a:ext uri="{FF2B5EF4-FFF2-40B4-BE49-F238E27FC236}">
                <a16:creationId xmlns:a16="http://schemas.microsoft.com/office/drawing/2014/main" id="{F4163F56-1A56-4C56-89BC-3A0064A5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3612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dot-field">
            <a:extLst xmlns:a="http://schemas.openxmlformats.org/drawingml/2006/main">
              <a:ext uri="{FF2B5EF4-FFF2-40B4-BE49-F238E27FC236}">
                <a16:creationId xmlns:a16="http://schemas.microsoft.com/office/drawing/2014/main" id="{B92BE6D6-3696-4144-887D-61D33EF1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3612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dot-field">
            <a:extLst xmlns:a="http://schemas.openxmlformats.org/drawingml/2006/main">
              <a:ext uri="{FF2B5EF4-FFF2-40B4-BE49-F238E27FC236}">
                <a16:creationId xmlns:a16="http://schemas.microsoft.com/office/drawing/2014/main" id="{D31BC099-3086-48F9-9EB9-D7DF4749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3840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dot-field">
            <a:extLst xmlns:a="http://schemas.openxmlformats.org/drawingml/2006/main">
              <a:ext uri="{FF2B5EF4-FFF2-40B4-BE49-F238E27FC236}">
                <a16:creationId xmlns:a16="http://schemas.microsoft.com/office/drawing/2014/main" id="{D6D7B92C-1162-4D14-A7B5-D8F6F9CD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ot-field">
            <a:extLst xmlns:a="http://schemas.openxmlformats.org/drawingml/2006/main">
              <a:ext uri="{FF2B5EF4-FFF2-40B4-BE49-F238E27FC236}">
                <a16:creationId xmlns:a16="http://schemas.microsoft.com/office/drawing/2014/main" id="{CC57AA3E-071B-48B4-848E-CDA949F1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dot-field">
            <a:extLst xmlns:a="http://schemas.openxmlformats.org/drawingml/2006/main">
              <a:ext uri="{FF2B5EF4-FFF2-40B4-BE49-F238E27FC236}">
                <a16:creationId xmlns:a16="http://schemas.microsoft.com/office/drawing/2014/main" id="{21C74818-8B5E-4EC2-B41E-72111621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ot-field">
            <a:extLst xmlns:a="http://schemas.openxmlformats.org/drawingml/2006/main">
              <a:ext uri="{FF2B5EF4-FFF2-40B4-BE49-F238E27FC236}">
                <a16:creationId xmlns:a16="http://schemas.microsoft.com/office/drawing/2014/main" id="{F053CCD3-3EF5-4A43-A661-E6936325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dot-field">
            <a:extLst xmlns:a="http://schemas.openxmlformats.org/drawingml/2006/main">
              <a:ext uri="{FF2B5EF4-FFF2-40B4-BE49-F238E27FC236}">
                <a16:creationId xmlns:a16="http://schemas.microsoft.com/office/drawing/2014/main" id="{3E77A05A-DA17-4600-B1B1-5185B166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ot-field">
            <a:extLst xmlns:a="http://schemas.openxmlformats.org/drawingml/2006/main">
              <a:ext uri="{FF2B5EF4-FFF2-40B4-BE49-F238E27FC236}">
                <a16:creationId xmlns:a16="http://schemas.microsoft.com/office/drawing/2014/main" id="{6C413EC4-FD5A-4AE2-82E0-92062AEE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dot-field">
            <a:extLst xmlns:a="http://schemas.openxmlformats.org/drawingml/2006/main">
              <a:ext uri="{FF2B5EF4-FFF2-40B4-BE49-F238E27FC236}">
                <a16:creationId xmlns:a16="http://schemas.microsoft.com/office/drawing/2014/main" id="{040C182D-4551-47A7-A72C-9697108E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ot-field">
            <a:extLst xmlns:a="http://schemas.openxmlformats.org/drawingml/2006/main">
              <a:ext uri="{FF2B5EF4-FFF2-40B4-BE49-F238E27FC236}">
                <a16:creationId xmlns:a16="http://schemas.microsoft.com/office/drawing/2014/main" id="{E3A9BC32-EAFA-4A53-BF3D-C52D0C8D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dot-field">
            <a:extLst xmlns:a="http://schemas.openxmlformats.org/drawingml/2006/main">
              <a:ext uri="{FF2B5EF4-FFF2-40B4-BE49-F238E27FC236}">
                <a16:creationId xmlns:a16="http://schemas.microsoft.com/office/drawing/2014/main" id="{E2897599-9F23-4856-B16F-7296F314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ot-field">
            <a:extLst xmlns:a="http://schemas.openxmlformats.org/drawingml/2006/main">
              <a:ext uri="{FF2B5EF4-FFF2-40B4-BE49-F238E27FC236}">
                <a16:creationId xmlns:a16="http://schemas.microsoft.com/office/drawing/2014/main" id="{D90E3436-2EE1-4A13-96CD-2DDAA798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dot-field">
            <a:extLst xmlns:a="http://schemas.openxmlformats.org/drawingml/2006/main">
              <a:ext uri="{FF2B5EF4-FFF2-40B4-BE49-F238E27FC236}">
                <a16:creationId xmlns:a16="http://schemas.microsoft.com/office/drawing/2014/main" id="{5D1C06F9-87AD-484C-9ECE-DE4CD3F0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3840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ot-field">
            <a:extLst xmlns:a="http://schemas.openxmlformats.org/drawingml/2006/main">
              <a:ext uri="{FF2B5EF4-FFF2-40B4-BE49-F238E27FC236}">
                <a16:creationId xmlns:a16="http://schemas.microsoft.com/office/drawing/2014/main" id="{D93F565C-0979-41F7-9CA9-3CF6EB20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3840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dot-field">
            <a:extLst xmlns:a="http://schemas.openxmlformats.org/drawingml/2006/main">
              <a:ext uri="{FF2B5EF4-FFF2-40B4-BE49-F238E27FC236}">
                <a16:creationId xmlns:a16="http://schemas.microsoft.com/office/drawing/2014/main" id="{28B5D3EC-CA4E-45A8-9224-87E3125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4069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ot-field">
            <a:extLst xmlns:a="http://schemas.openxmlformats.org/drawingml/2006/main">
              <a:ext uri="{FF2B5EF4-FFF2-40B4-BE49-F238E27FC236}">
                <a16:creationId xmlns:a16="http://schemas.microsoft.com/office/drawing/2014/main" id="{D75B6AED-5D0E-4D4F-9BEF-7E23ABC2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4069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ot-field">
            <a:extLst xmlns:a="http://schemas.openxmlformats.org/drawingml/2006/main">
              <a:ext uri="{FF2B5EF4-FFF2-40B4-BE49-F238E27FC236}">
                <a16:creationId xmlns:a16="http://schemas.microsoft.com/office/drawing/2014/main" id="{DD291AED-C84E-43D0-BC34-855AD204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ot-field">
            <a:extLst xmlns:a="http://schemas.openxmlformats.org/drawingml/2006/main">
              <a:ext uri="{FF2B5EF4-FFF2-40B4-BE49-F238E27FC236}">
                <a16:creationId xmlns:a16="http://schemas.microsoft.com/office/drawing/2014/main" id="{D675B7A6-2B30-4955-9D91-7458023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ot-field">
            <a:extLst xmlns:a="http://schemas.openxmlformats.org/drawingml/2006/main">
              <a:ext uri="{FF2B5EF4-FFF2-40B4-BE49-F238E27FC236}">
                <a16:creationId xmlns:a16="http://schemas.microsoft.com/office/drawing/2014/main" id="{29C6FAA1-6670-4B5A-93F2-A626C97C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ot-field">
            <a:extLst xmlns:a="http://schemas.openxmlformats.org/drawingml/2006/main">
              <a:ext uri="{FF2B5EF4-FFF2-40B4-BE49-F238E27FC236}">
                <a16:creationId xmlns:a16="http://schemas.microsoft.com/office/drawing/2014/main" id="{8221FE80-DB84-4B89-9F62-FE0EB9F2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ot-field">
            <a:extLst xmlns:a="http://schemas.openxmlformats.org/drawingml/2006/main">
              <a:ext uri="{FF2B5EF4-FFF2-40B4-BE49-F238E27FC236}">
                <a16:creationId xmlns:a16="http://schemas.microsoft.com/office/drawing/2014/main" id="{9EE09C47-2601-4476-8FD3-F873EEBC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ot-field">
            <a:extLst xmlns:a="http://schemas.openxmlformats.org/drawingml/2006/main">
              <a:ext uri="{FF2B5EF4-FFF2-40B4-BE49-F238E27FC236}">
                <a16:creationId xmlns:a16="http://schemas.microsoft.com/office/drawing/2014/main" id="{F0C05EDE-D2A9-4A3D-99FC-34C04214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ot-field">
            <a:extLst xmlns:a="http://schemas.openxmlformats.org/drawingml/2006/main">
              <a:ext uri="{FF2B5EF4-FFF2-40B4-BE49-F238E27FC236}">
                <a16:creationId xmlns:a16="http://schemas.microsoft.com/office/drawing/2014/main" id="{6763EC50-BC26-4081-B82C-5A83C26C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ot-field">
            <a:extLst xmlns:a="http://schemas.openxmlformats.org/drawingml/2006/main">
              <a:ext uri="{FF2B5EF4-FFF2-40B4-BE49-F238E27FC236}">
                <a16:creationId xmlns:a16="http://schemas.microsoft.com/office/drawing/2014/main" id="{7C0D2E54-E948-43A2-93A9-B03B6016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ot-field">
            <a:extLst xmlns:a="http://schemas.openxmlformats.org/drawingml/2006/main">
              <a:ext uri="{FF2B5EF4-FFF2-40B4-BE49-F238E27FC236}">
                <a16:creationId xmlns:a16="http://schemas.microsoft.com/office/drawing/2014/main" id="{9DA68D2D-0B1D-42D2-8A03-9A1597B6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ot-field">
            <a:extLst xmlns:a="http://schemas.openxmlformats.org/drawingml/2006/main">
              <a:ext uri="{FF2B5EF4-FFF2-40B4-BE49-F238E27FC236}">
                <a16:creationId xmlns:a16="http://schemas.microsoft.com/office/drawing/2014/main" id="{24D8B8B1-DA05-4F19-8B74-27C6F8EC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ot-field">
            <a:extLst xmlns:a="http://schemas.openxmlformats.org/drawingml/2006/main">
              <a:ext uri="{FF2B5EF4-FFF2-40B4-BE49-F238E27FC236}">
                <a16:creationId xmlns:a16="http://schemas.microsoft.com/office/drawing/2014/main" id="{3A0EF745-9CDF-4926-A419-B900989F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ot-field">
            <a:extLst xmlns:a="http://schemas.openxmlformats.org/drawingml/2006/main">
              <a:ext uri="{FF2B5EF4-FFF2-40B4-BE49-F238E27FC236}">
                <a16:creationId xmlns:a16="http://schemas.microsoft.com/office/drawing/2014/main" id="{9EA51B85-E456-4579-9608-D8C47AB8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4069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ot-field">
            <a:extLst xmlns:a="http://schemas.openxmlformats.org/drawingml/2006/main">
              <a:ext uri="{FF2B5EF4-FFF2-40B4-BE49-F238E27FC236}">
                <a16:creationId xmlns:a16="http://schemas.microsoft.com/office/drawing/2014/main" id="{E08BFCAF-B57F-4011-9530-5FE4DC30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4298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ot-field">
            <a:extLst xmlns:a="http://schemas.openxmlformats.org/drawingml/2006/main">
              <a:ext uri="{FF2B5EF4-FFF2-40B4-BE49-F238E27FC236}">
                <a16:creationId xmlns:a16="http://schemas.microsoft.com/office/drawing/2014/main" id="{92EA7E63-3C87-47BA-9CC6-06C85CD3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4298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ot-field">
            <a:extLst xmlns:a="http://schemas.openxmlformats.org/drawingml/2006/main">
              <a:ext uri="{FF2B5EF4-FFF2-40B4-BE49-F238E27FC236}">
                <a16:creationId xmlns:a16="http://schemas.microsoft.com/office/drawing/2014/main" id="{C67B8323-E4BA-49AB-823C-948D4BC8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ot-field">
            <a:extLst xmlns:a="http://schemas.openxmlformats.org/drawingml/2006/main">
              <a:ext uri="{FF2B5EF4-FFF2-40B4-BE49-F238E27FC236}">
                <a16:creationId xmlns:a16="http://schemas.microsoft.com/office/drawing/2014/main" id="{C3268368-396B-4BFE-ABD7-08194480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ot-field">
            <a:extLst xmlns:a="http://schemas.openxmlformats.org/drawingml/2006/main">
              <a:ext uri="{FF2B5EF4-FFF2-40B4-BE49-F238E27FC236}">
                <a16:creationId xmlns:a16="http://schemas.microsoft.com/office/drawing/2014/main" id="{AC597934-D3F7-497E-AD1C-BC897B78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ot-field">
            <a:extLst xmlns:a="http://schemas.openxmlformats.org/drawingml/2006/main">
              <a:ext uri="{FF2B5EF4-FFF2-40B4-BE49-F238E27FC236}">
                <a16:creationId xmlns:a16="http://schemas.microsoft.com/office/drawing/2014/main" id="{5530EFB4-017D-420A-AE37-FE028B7B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ot-field">
            <a:extLst xmlns:a="http://schemas.openxmlformats.org/drawingml/2006/main">
              <a:ext uri="{FF2B5EF4-FFF2-40B4-BE49-F238E27FC236}">
                <a16:creationId xmlns:a16="http://schemas.microsoft.com/office/drawing/2014/main" id="{88E9637B-09AD-40F6-A878-91FA59B3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ot-field">
            <a:extLst xmlns:a="http://schemas.openxmlformats.org/drawingml/2006/main">
              <a:ext uri="{FF2B5EF4-FFF2-40B4-BE49-F238E27FC236}">
                <a16:creationId xmlns:a16="http://schemas.microsoft.com/office/drawing/2014/main" id="{4598C1A4-A217-41BF-B04B-555EEC94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ot-field">
            <a:extLst xmlns:a="http://schemas.openxmlformats.org/drawingml/2006/main">
              <a:ext uri="{FF2B5EF4-FFF2-40B4-BE49-F238E27FC236}">
                <a16:creationId xmlns:a16="http://schemas.microsoft.com/office/drawing/2014/main" id="{D7EC4DE0-D1D1-4271-975C-9E824AF5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ot-field">
            <a:extLst xmlns:a="http://schemas.openxmlformats.org/drawingml/2006/main">
              <a:ext uri="{FF2B5EF4-FFF2-40B4-BE49-F238E27FC236}">
                <a16:creationId xmlns:a16="http://schemas.microsoft.com/office/drawing/2014/main" id="{2C254571-0E98-4296-80BB-CAACE0A5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ot-field">
            <a:extLst xmlns:a="http://schemas.openxmlformats.org/drawingml/2006/main">
              <a:ext uri="{FF2B5EF4-FFF2-40B4-BE49-F238E27FC236}">
                <a16:creationId xmlns:a16="http://schemas.microsoft.com/office/drawing/2014/main" id="{D39A923C-1D2F-4302-AAC7-257B09D3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ot-field">
            <a:extLst xmlns:a="http://schemas.openxmlformats.org/drawingml/2006/main">
              <a:ext uri="{FF2B5EF4-FFF2-40B4-BE49-F238E27FC236}">
                <a16:creationId xmlns:a16="http://schemas.microsoft.com/office/drawing/2014/main" id="{74D8303A-B682-4FC9-8628-767FAC54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dot-field">
            <a:extLst xmlns:a="http://schemas.openxmlformats.org/drawingml/2006/main">
              <a:ext uri="{FF2B5EF4-FFF2-40B4-BE49-F238E27FC236}">
                <a16:creationId xmlns:a16="http://schemas.microsoft.com/office/drawing/2014/main" id="{072CA03E-0196-4805-9479-D2545293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ot-field">
            <a:extLst xmlns:a="http://schemas.openxmlformats.org/drawingml/2006/main">
              <a:ext uri="{FF2B5EF4-FFF2-40B4-BE49-F238E27FC236}">
                <a16:creationId xmlns:a16="http://schemas.microsoft.com/office/drawing/2014/main" id="{2FC2FB6E-93A9-4940-8072-5503D6C6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ot-field">
            <a:extLst xmlns:a="http://schemas.openxmlformats.org/drawingml/2006/main">
              <a:ext uri="{FF2B5EF4-FFF2-40B4-BE49-F238E27FC236}">
                <a16:creationId xmlns:a16="http://schemas.microsoft.com/office/drawing/2014/main" id="{34562F91-2568-4EA6-83B4-D96F2AB8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4298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ot-field">
            <a:extLst xmlns:a="http://schemas.openxmlformats.org/drawingml/2006/main">
              <a:ext uri="{FF2B5EF4-FFF2-40B4-BE49-F238E27FC236}">
                <a16:creationId xmlns:a16="http://schemas.microsoft.com/office/drawing/2014/main" id="{931DF397-656D-4DF5-BC9A-A7449703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4298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ot-field">
            <a:extLst xmlns:a="http://schemas.openxmlformats.org/drawingml/2006/main">
              <a:ext uri="{FF2B5EF4-FFF2-40B4-BE49-F238E27FC236}">
                <a16:creationId xmlns:a16="http://schemas.microsoft.com/office/drawing/2014/main" id="{8FC9EEDF-C051-40EE-871E-343315C7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4526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ot-field">
            <a:extLst xmlns:a="http://schemas.openxmlformats.org/drawingml/2006/main">
              <a:ext uri="{FF2B5EF4-FFF2-40B4-BE49-F238E27FC236}">
                <a16:creationId xmlns:a16="http://schemas.microsoft.com/office/drawing/2014/main" id="{AFF1E311-C5AD-46AF-BFA6-50D7C918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4526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ot-field">
            <a:extLst xmlns:a="http://schemas.openxmlformats.org/drawingml/2006/main">
              <a:ext uri="{FF2B5EF4-FFF2-40B4-BE49-F238E27FC236}">
                <a16:creationId xmlns:a16="http://schemas.microsoft.com/office/drawing/2014/main" id="{3318308D-E241-423A-8692-9EB83AFF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dot-field">
            <a:extLst xmlns:a="http://schemas.openxmlformats.org/drawingml/2006/main">
              <a:ext uri="{FF2B5EF4-FFF2-40B4-BE49-F238E27FC236}">
                <a16:creationId xmlns:a16="http://schemas.microsoft.com/office/drawing/2014/main" id="{8185C97A-A40B-4269-84D6-AD468DA2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ot-field">
            <a:extLst xmlns:a="http://schemas.openxmlformats.org/drawingml/2006/main">
              <a:ext uri="{FF2B5EF4-FFF2-40B4-BE49-F238E27FC236}">
                <a16:creationId xmlns:a16="http://schemas.microsoft.com/office/drawing/2014/main" id="{C8899EE8-7509-4DD4-8515-C20F8D56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dot-field">
            <a:extLst xmlns:a="http://schemas.openxmlformats.org/drawingml/2006/main">
              <a:ext uri="{FF2B5EF4-FFF2-40B4-BE49-F238E27FC236}">
                <a16:creationId xmlns:a16="http://schemas.microsoft.com/office/drawing/2014/main" id="{0418C56B-EE87-4AFC-B392-ACDB453F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ot-field">
            <a:extLst xmlns:a="http://schemas.openxmlformats.org/drawingml/2006/main">
              <a:ext uri="{FF2B5EF4-FFF2-40B4-BE49-F238E27FC236}">
                <a16:creationId xmlns:a16="http://schemas.microsoft.com/office/drawing/2014/main" id="{EF2450A3-14A4-4C57-B647-24FFFAC4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dot-field">
            <a:extLst xmlns:a="http://schemas.openxmlformats.org/drawingml/2006/main">
              <a:ext uri="{FF2B5EF4-FFF2-40B4-BE49-F238E27FC236}">
                <a16:creationId xmlns:a16="http://schemas.microsoft.com/office/drawing/2014/main" id="{3D5DD84A-7ECD-43F3-9665-FE846754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ot-field">
            <a:extLst xmlns:a="http://schemas.openxmlformats.org/drawingml/2006/main">
              <a:ext uri="{FF2B5EF4-FFF2-40B4-BE49-F238E27FC236}">
                <a16:creationId xmlns:a16="http://schemas.microsoft.com/office/drawing/2014/main" id="{AC7B5A7A-ACF8-4231-8D5B-89E49158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dot-field">
            <a:extLst xmlns:a="http://schemas.openxmlformats.org/drawingml/2006/main">
              <a:ext uri="{FF2B5EF4-FFF2-40B4-BE49-F238E27FC236}">
                <a16:creationId xmlns:a16="http://schemas.microsoft.com/office/drawing/2014/main" id="{2E341F36-B457-4225-8C8D-E762DA0E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ot-field">
            <a:extLst xmlns:a="http://schemas.openxmlformats.org/drawingml/2006/main">
              <a:ext uri="{FF2B5EF4-FFF2-40B4-BE49-F238E27FC236}">
                <a16:creationId xmlns:a16="http://schemas.microsoft.com/office/drawing/2014/main" id="{A5BFFB33-E3E7-44F7-92F0-EBA7A0B3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dot-field">
            <a:extLst xmlns:a="http://schemas.openxmlformats.org/drawingml/2006/main">
              <a:ext uri="{FF2B5EF4-FFF2-40B4-BE49-F238E27FC236}">
                <a16:creationId xmlns:a16="http://schemas.microsoft.com/office/drawing/2014/main" id="{576C76B3-F291-4286-9578-241AF271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dot-field">
            <a:extLst xmlns:a="http://schemas.openxmlformats.org/drawingml/2006/main">
              <a:ext uri="{FF2B5EF4-FFF2-40B4-BE49-F238E27FC236}">
                <a16:creationId xmlns:a16="http://schemas.microsoft.com/office/drawing/2014/main" id="{925A67DF-DBBC-4440-839A-FE5E8D55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dot-field">
            <a:extLst xmlns:a="http://schemas.openxmlformats.org/drawingml/2006/main">
              <a:ext uri="{FF2B5EF4-FFF2-40B4-BE49-F238E27FC236}">
                <a16:creationId xmlns:a16="http://schemas.microsoft.com/office/drawing/2014/main" id="{8D34D341-8F8F-4624-900C-853C6A9B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dot-field">
            <a:extLst xmlns:a="http://schemas.openxmlformats.org/drawingml/2006/main">
              <a:ext uri="{FF2B5EF4-FFF2-40B4-BE49-F238E27FC236}">
                <a16:creationId xmlns:a16="http://schemas.microsoft.com/office/drawing/2014/main" id="{620AD55D-8105-420D-8683-10ED910F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dot-field">
            <a:extLst xmlns:a="http://schemas.openxmlformats.org/drawingml/2006/main">
              <a:ext uri="{FF2B5EF4-FFF2-40B4-BE49-F238E27FC236}">
                <a16:creationId xmlns:a16="http://schemas.microsoft.com/office/drawing/2014/main" id="{3F15E238-7A95-4347-A4EA-E9103DC3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dot-field">
            <a:extLst xmlns:a="http://schemas.openxmlformats.org/drawingml/2006/main">
              <a:ext uri="{FF2B5EF4-FFF2-40B4-BE49-F238E27FC236}">
                <a16:creationId xmlns:a16="http://schemas.microsoft.com/office/drawing/2014/main" id="{4D871598-C2CF-4DF7-93DD-9622299C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dot-field">
            <a:extLst xmlns:a="http://schemas.openxmlformats.org/drawingml/2006/main">
              <a:ext uri="{FF2B5EF4-FFF2-40B4-BE49-F238E27FC236}">
                <a16:creationId xmlns:a16="http://schemas.microsoft.com/office/drawing/2014/main" id="{CDA3E1C2-3125-4138-B5AA-A6E1DB80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dot-field">
            <a:extLst xmlns:a="http://schemas.openxmlformats.org/drawingml/2006/main">
              <a:ext uri="{FF2B5EF4-FFF2-40B4-BE49-F238E27FC236}">
                <a16:creationId xmlns:a16="http://schemas.microsoft.com/office/drawing/2014/main" id="{168BAB7C-9E46-4788-9C89-0D3CC385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4526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dot-field">
            <a:extLst xmlns:a="http://schemas.openxmlformats.org/drawingml/2006/main">
              <a:ext uri="{FF2B5EF4-FFF2-40B4-BE49-F238E27FC236}">
                <a16:creationId xmlns:a16="http://schemas.microsoft.com/office/drawing/2014/main" id="{D8C81D5D-472D-4CBA-BE45-710A4438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4526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dot-field">
            <a:extLst xmlns:a="http://schemas.openxmlformats.org/drawingml/2006/main">
              <a:ext uri="{FF2B5EF4-FFF2-40B4-BE49-F238E27FC236}">
                <a16:creationId xmlns:a16="http://schemas.microsoft.com/office/drawing/2014/main" id="{5835508C-2C01-4FB4-ADDC-F7E400E2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4755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dot-field">
            <a:extLst xmlns:a="http://schemas.openxmlformats.org/drawingml/2006/main">
              <a:ext uri="{FF2B5EF4-FFF2-40B4-BE49-F238E27FC236}">
                <a16:creationId xmlns:a16="http://schemas.microsoft.com/office/drawing/2014/main" id="{F1D9E605-3ABE-4F6F-A8E6-12AA54C4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4755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dot-field">
            <a:extLst xmlns:a="http://schemas.openxmlformats.org/drawingml/2006/main">
              <a:ext uri="{FF2B5EF4-FFF2-40B4-BE49-F238E27FC236}">
                <a16:creationId xmlns:a16="http://schemas.microsoft.com/office/drawing/2014/main" id="{93368DE7-F76A-48D0-8C28-E76B5D13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dot-field">
            <a:extLst xmlns:a="http://schemas.openxmlformats.org/drawingml/2006/main">
              <a:ext uri="{FF2B5EF4-FFF2-40B4-BE49-F238E27FC236}">
                <a16:creationId xmlns:a16="http://schemas.microsoft.com/office/drawing/2014/main" id="{FE69AB14-6C1C-43EB-9A9F-A5E4A0C5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dot-field">
            <a:extLst xmlns:a="http://schemas.openxmlformats.org/drawingml/2006/main">
              <a:ext uri="{FF2B5EF4-FFF2-40B4-BE49-F238E27FC236}">
                <a16:creationId xmlns:a16="http://schemas.microsoft.com/office/drawing/2014/main" id="{0424B801-EB0B-4D4B-ADF9-816258A7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dot-field">
            <a:extLst xmlns:a="http://schemas.openxmlformats.org/drawingml/2006/main">
              <a:ext uri="{FF2B5EF4-FFF2-40B4-BE49-F238E27FC236}">
                <a16:creationId xmlns:a16="http://schemas.microsoft.com/office/drawing/2014/main" id="{3ECB216C-483A-4A7F-87C7-2F022832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dot-field">
            <a:extLst xmlns:a="http://schemas.openxmlformats.org/drawingml/2006/main">
              <a:ext uri="{FF2B5EF4-FFF2-40B4-BE49-F238E27FC236}">
                <a16:creationId xmlns:a16="http://schemas.microsoft.com/office/drawing/2014/main" id="{4AC76C7A-FDA5-40FE-8210-C845689B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dot-field">
            <a:extLst xmlns:a="http://schemas.openxmlformats.org/drawingml/2006/main">
              <a:ext uri="{FF2B5EF4-FFF2-40B4-BE49-F238E27FC236}">
                <a16:creationId xmlns:a16="http://schemas.microsoft.com/office/drawing/2014/main" id="{2943430A-829B-4A0C-9801-AC3CA780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dot-field">
            <a:extLst xmlns:a="http://schemas.openxmlformats.org/drawingml/2006/main">
              <a:ext uri="{FF2B5EF4-FFF2-40B4-BE49-F238E27FC236}">
                <a16:creationId xmlns:a16="http://schemas.microsoft.com/office/drawing/2014/main" id="{D0CEE446-D9D1-4A44-BD13-75F8AF43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dot-field">
            <a:extLst xmlns:a="http://schemas.openxmlformats.org/drawingml/2006/main">
              <a:ext uri="{FF2B5EF4-FFF2-40B4-BE49-F238E27FC236}">
                <a16:creationId xmlns:a16="http://schemas.microsoft.com/office/drawing/2014/main" id="{5B91E4B9-4DDE-4D93-A392-25CAC48D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dot-field">
            <a:extLst xmlns:a="http://schemas.openxmlformats.org/drawingml/2006/main">
              <a:ext uri="{FF2B5EF4-FFF2-40B4-BE49-F238E27FC236}">
                <a16:creationId xmlns:a16="http://schemas.microsoft.com/office/drawing/2014/main" id="{AD52054D-B360-4381-9A81-131C3E13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dot-field">
            <a:extLst xmlns:a="http://schemas.openxmlformats.org/drawingml/2006/main">
              <a:ext uri="{FF2B5EF4-FFF2-40B4-BE49-F238E27FC236}">
                <a16:creationId xmlns:a16="http://schemas.microsoft.com/office/drawing/2014/main" id="{4BF2B8CA-1F51-4D53-9FD1-E331CA5F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dot-field">
            <a:extLst xmlns:a="http://schemas.openxmlformats.org/drawingml/2006/main">
              <a:ext uri="{FF2B5EF4-FFF2-40B4-BE49-F238E27FC236}">
                <a16:creationId xmlns:a16="http://schemas.microsoft.com/office/drawing/2014/main" id="{12C711CE-A2FF-43E2-8D7F-2798555E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dot-field">
            <a:extLst xmlns:a="http://schemas.openxmlformats.org/drawingml/2006/main">
              <a:ext uri="{FF2B5EF4-FFF2-40B4-BE49-F238E27FC236}">
                <a16:creationId xmlns:a16="http://schemas.microsoft.com/office/drawing/2014/main" id="{1A42A32D-E4E0-414A-A3B7-2C759F73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dot-field">
            <a:extLst xmlns:a="http://schemas.openxmlformats.org/drawingml/2006/main">
              <a:ext uri="{FF2B5EF4-FFF2-40B4-BE49-F238E27FC236}">
                <a16:creationId xmlns:a16="http://schemas.microsoft.com/office/drawing/2014/main" id="{B4C91692-604C-43D6-BF2A-2776B05A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dot-field">
            <a:extLst xmlns:a="http://schemas.openxmlformats.org/drawingml/2006/main">
              <a:ext uri="{FF2B5EF4-FFF2-40B4-BE49-F238E27FC236}">
                <a16:creationId xmlns:a16="http://schemas.microsoft.com/office/drawing/2014/main" id="{99130A6E-4152-488E-A274-4FF4CDE6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dot-field">
            <a:extLst xmlns:a="http://schemas.openxmlformats.org/drawingml/2006/main">
              <a:ext uri="{FF2B5EF4-FFF2-40B4-BE49-F238E27FC236}">
                <a16:creationId xmlns:a16="http://schemas.microsoft.com/office/drawing/2014/main" id="{C16F3C0D-D150-40A4-B47C-19318286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dot-field">
            <a:extLst xmlns:a="http://schemas.openxmlformats.org/drawingml/2006/main">
              <a:ext uri="{FF2B5EF4-FFF2-40B4-BE49-F238E27FC236}">
                <a16:creationId xmlns:a16="http://schemas.microsoft.com/office/drawing/2014/main" id="{5E6BFE88-D55B-4226-9778-4847053C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4755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dot-field">
            <a:extLst xmlns:a="http://schemas.openxmlformats.org/drawingml/2006/main">
              <a:ext uri="{FF2B5EF4-FFF2-40B4-BE49-F238E27FC236}">
                <a16:creationId xmlns:a16="http://schemas.microsoft.com/office/drawing/2014/main" id="{E1A01D7F-58A1-4251-A41C-E5000A03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4755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dot-field">
            <a:extLst xmlns:a="http://schemas.openxmlformats.org/drawingml/2006/main">
              <a:ext uri="{FF2B5EF4-FFF2-40B4-BE49-F238E27FC236}">
                <a16:creationId xmlns:a16="http://schemas.microsoft.com/office/drawing/2014/main" id="{A8A48AEC-3BBA-4743-BE39-7A0F666C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4983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dot-field">
            <a:extLst xmlns:a="http://schemas.openxmlformats.org/drawingml/2006/main">
              <a:ext uri="{FF2B5EF4-FFF2-40B4-BE49-F238E27FC236}">
                <a16:creationId xmlns:a16="http://schemas.microsoft.com/office/drawing/2014/main" id="{23C5AF86-DA28-4497-989B-D8DDD5C4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461" y="4983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dot-field">
            <a:extLst xmlns:a="http://schemas.openxmlformats.org/drawingml/2006/main">
              <a:ext uri="{FF2B5EF4-FFF2-40B4-BE49-F238E27FC236}">
                <a16:creationId xmlns:a16="http://schemas.microsoft.com/office/drawing/2014/main" id="{A4DC2DF0-19E2-4BF2-99DE-D4673EB8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dot-field">
            <a:extLst xmlns:a="http://schemas.openxmlformats.org/drawingml/2006/main">
              <a:ext uri="{FF2B5EF4-FFF2-40B4-BE49-F238E27FC236}">
                <a16:creationId xmlns:a16="http://schemas.microsoft.com/office/drawing/2014/main" id="{45E9B11E-8845-429E-B5FC-F6FB93B6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dot-field">
            <a:extLst xmlns:a="http://schemas.openxmlformats.org/drawingml/2006/main">
              <a:ext uri="{FF2B5EF4-FFF2-40B4-BE49-F238E27FC236}">
                <a16:creationId xmlns:a16="http://schemas.microsoft.com/office/drawing/2014/main" id="{BC112D61-0C3D-4C3E-BE00-F23E1E02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dot-field">
            <a:extLst xmlns:a="http://schemas.openxmlformats.org/drawingml/2006/main">
              <a:ext uri="{FF2B5EF4-FFF2-40B4-BE49-F238E27FC236}">
                <a16:creationId xmlns:a16="http://schemas.microsoft.com/office/drawing/2014/main" id="{F2CA137A-7C12-4802-ABD7-A0DAC84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dot-field">
            <a:extLst xmlns:a="http://schemas.openxmlformats.org/drawingml/2006/main">
              <a:ext uri="{FF2B5EF4-FFF2-40B4-BE49-F238E27FC236}">
                <a16:creationId xmlns:a16="http://schemas.microsoft.com/office/drawing/2014/main" id="{95AFC2BE-ECA5-4E79-8F84-C9232239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dot-field">
            <a:extLst xmlns:a="http://schemas.openxmlformats.org/drawingml/2006/main">
              <a:ext uri="{FF2B5EF4-FFF2-40B4-BE49-F238E27FC236}">
                <a16:creationId xmlns:a16="http://schemas.microsoft.com/office/drawing/2014/main" id="{0372D20B-5C3F-410B-80E3-FE094AD0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dot-field">
            <a:extLst xmlns:a="http://schemas.openxmlformats.org/drawingml/2006/main">
              <a:ext uri="{FF2B5EF4-FFF2-40B4-BE49-F238E27FC236}">
                <a16:creationId xmlns:a16="http://schemas.microsoft.com/office/drawing/2014/main" id="{44E06E3A-C355-4349-8BB2-AB44C429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dot-field">
            <a:extLst xmlns:a="http://schemas.openxmlformats.org/drawingml/2006/main">
              <a:ext uri="{FF2B5EF4-FFF2-40B4-BE49-F238E27FC236}">
                <a16:creationId xmlns:a16="http://schemas.microsoft.com/office/drawing/2014/main" id="{4798AD6C-4BD3-40E2-848D-46EF4E8B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dot-field">
            <a:extLst xmlns:a="http://schemas.openxmlformats.org/drawingml/2006/main">
              <a:ext uri="{FF2B5EF4-FFF2-40B4-BE49-F238E27FC236}">
                <a16:creationId xmlns:a16="http://schemas.microsoft.com/office/drawing/2014/main" id="{EF451542-40BB-4B52-BB47-D034397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dot-field">
            <a:extLst xmlns:a="http://schemas.openxmlformats.org/drawingml/2006/main">
              <a:ext uri="{FF2B5EF4-FFF2-40B4-BE49-F238E27FC236}">
                <a16:creationId xmlns:a16="http://schemas.microsoft.com/office/drawing/2014/main" id="{13FCD1F3-8A1A-4487-83F7-4A344B5F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dot-field">
            <a:extLst xmlns:a="http://schemas.openxmlformats.org/drawingml/2006/main">
              <a:ext uri="{FF2B5EF4-FFF2-40B4-BE49-F238E27FC236}">
                <a16:creationId xmlns:a16="http://schemas.microsoft.com/office/drawing/2014/main" id="{3DAE34A6-D66A-4C5C-BD0E-D47B1285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dot-field">
            <a:extLst xmlns:a="http://schemas.openxmlformats.org/drawingml/2006/main">
              <a:ext uri="{FF2B5EF4-FFF2-40B4-BE49-F238E27FC236}">
                <a16:creationId xmlns:a16="http://schemas.microsoft.com/office/drawing/2014/main" id="{83D27335-72BA-4A40-8132-6EAE0F7F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dot-field">
            <a:extLst xmlns:a="http://schemas.openxmlformats.org/drawingml/2006/main">
              <a:ext uri="{FF2B5EF4-FFF2-40B4-BE49-F238E27FC236}">
                <a16:creationId xmlns:a16="http://schemas.microsoft.com/office/drawing/2014/main" id="{44C05FB2-60D9-4BB6-B088-CBF5FD21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dot-field">
            <a:extLst xmlns:a="http://schemas.openxmlformats.org/drawingml/2006/main">
              <a:ext uri="{FF2B5EF4-FFF2-40B4-BE49-F238E27FC236}">
                <a16:creationId xmlns:a16="http://schemas.microsoft.com/office/drawing/2014/main" id="{61DEEAC3-3DB6-43C0-B122-43CD7E52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61" y="4983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dot-field">
            <a:extLst xmlns:a="http://schemas.openxmlformats.org/drawingml/2006/main">
              <a:ext uri="{FF2B5EF4-FFF2-40B4-BE49-F238E27FC236}">
                <a16:creationId xmlns:a16="http://schemas.microsoft.com/office/drawing/2014/main" id="{38613C35-47F2-494B-9275-FDE30B6D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4983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dot-field">
            <a:extLst xmlns:a="http://schemas.openxmlformats.org/drawingml/2006/main">
              <a:ext uri="{FF2B5EF4-FFF2-40B4-BE49-F238E27FC236}">
                <a16:creationId xmlns:a16="http://schemas.microsoft.com/office/drawing/2014/main" id="{989479A8-2234-45AE-A2C4-E2964C39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4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dot-field">
            <a:extLst xmlns:a="http://schemas.openxmlformats.org/drawingml/2006/main">
              <a:ext uri="{FF2B5EF4-FFF2-40B4-BE49-F238E27FC236}">
                <a16:creationId xmlns:a16="http://schemas.microsoft.com/office/drawing/2014/main" id="{F946B6F1-E928-49CB-90EA-E9A0CC30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0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dot-field">
            <a:extLst xmlns:a="http://schemas.openxmlformats.org/drawingml/2006/main">
              <a:ext uri="{FF2B5EF4-FFF2-40B4-BE49-F238E27FC236}">
                <a16:creationId xmlns:a16="http://schemas.microsoft.com/office/drawing/2014/main" id="{7A0B0DBB-FBD2-4994-8AB9-1EA2B614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dot-field">
            <a:extLst xmlns:a="http://schemas.openxmlformats.org/drawingml/2006/main">
              <a:ext uri="{FF2B5EF4-FFF2-40B4-BE49-F238E27FC236}">
                <a16:creationId xmlns:a16="http://schemas.microsoft.com/office/drawing/2014/main" id="{50832492-FC06-4225-88CF-40663604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dot-field">
            <a:extLst xmlns:a="http://schemas.openxmlformats.org/drawingml/2006/main">
              <a:ext uri="{FF2B5EF4-FFF2-40B4-BE49-F238E27FC236}">
                <a16:creationId xmlns:a16="http://schemas.microsoft.com/office/drawing/2014/main" id="{ADB57030-6156-409E-BB21-460455E0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dot-field">
            <a:extLst xmlns:a="http://schemas.openxmlformats.org/drawingml/2006/main">
              <a:ext uri="{FF2B5EF4-FFF2-40B4-BE49-F238E27FC236}">
                <a16:creationId xmlns:a16="http://schemas.microsoft.com/office/drawing/2014/main" id="{002F3523-781A-483A-9AB8-54DDA260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dot-field">
            <a:extLst xmlns:a="http://schemas.openxmlformats.org/drawingml/2006/main">
              <a:ext uri="{FF2B5EF4-FFF2-40B4-BE49-F238E27FC236}">
                <a16:creationId xmlns:a16="http://schemas.microsoft.com/office/drawing/2014/main" id="{F5B09545-4A36-46BE-96F9-AE959048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dot-field">
            <a:extLst xmlns:a="http://schemas.openxmlformats.org/drawingml/2006/main">
              <a:ext uri="{FF2B5EF4-FFF2-40B4-BE49-F238E27FC236}">
                <a16:creationId xmlns:a16="http://schemas.microsoft.com/office/drawing/2014/main" id="{E4423037-B300-41AD-9D7D-270B200E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dot-field">
            <a:extLst xmlns:a="http://schemas.openxmlformats.org/drawingml/2006/main">
              <a:ext uri="{FF2B5EF4-FFF2-40B4-BE49-F238E27FC236}">
                <a16:creationId xmlns:a16="http://schemas.microsoft.com/office/drawing/2014/main" id="{3ED38402-03F8-49BE-B961-629926AF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dot-field">
            <a:extLst xmlns:a="http://schemas.openxmlformats.org/drawingml/2006/main">
              <a:ext uri="{FF2B5EF4-FFF2-40B4-BE49-F238E27FC236}">
                <a16:creationId xmlns:a16="http://schemas.microsoft.com/office/drawing/2014/main" id="{DA5E6274-E5A2-49A9-948E-53DF41E4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dot-field">
            <a:extLst xmlns:a="http://schemas.openxmlformats.org/drawingml/2006/main">
              <a:ext uri="{FF2B5EF4-FFF2-40B4-BE49-F238E27FC236}">
                <a16:creationId xmlns:a16="http://schemas.microsoft.com/office/drawing/2014/main" id="{61EFF525-4B32-401E-BF25-6A71F109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dot-field">
            <a:extLst xmlns:a="http://schemas.openxmlformats.org/drawingml/2006/main">
              <a:ext uri="{FF2B5EF4-FFF2-40B4-BE49-F238E27FC236}">
                <a16:creationId xmlns:a16="http://schemas.microsoft.com/office/drawing/2014/main" id="{19717AC5-E71F-4DAA-9F59-B961D45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dot-field">
            <a:extLst xmlns:a="http://schemas.openxmlformats.org/drawingml/2006/main">
              <a:ext uri="{FF2B5EF4-FFF2-40B4-BE49-F238E27FC236}">
                <a16:creationId xmlns:a16="http://schemas.microsoft.com/office/drawing/2014/main" id="{DCA00902-5504-4362-9C49-105041BC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dot-field">
            <a:extLst xmlns:a="http://schemas.openxmlformats.org/drawingml/2006/main">
              <a:ext uri="{FF2B5EF4-FFF2-40B4-BE49-F238E27FC236}">
                <a16:creationId xmlns:a16="http://schemas.microsoft.com/office/drawing/2014/main" id="{1AB1CF2F-86E6-4952-8B81-7C23B5C5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dot-field">
            <a:extLst xmlns:a="http://schemas.openxmlformats.org/drawingml/2006/main">
              <a:ext uri="{FF2B5EF4-FFF2-40B4-BE49-F238E27FC236}">
                <a16:creationId xmlns:a16="http://schemas.microsoft.com/office/drawing/2014/main" id="{3D806467-4914-4EC3-8238-57E688E3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dot-field">
            <a:extLst xmlns:a="http://schemas.openxmlformats.org/drawingml/2006/main">
              <a:ext uri="{FF2B5EF4-FFF2-40B4-BE49-F238E27FC236}">
                <a16:creationId xmlns:a16="http://schemas.microsoft.com/office/drawing/2014/main" id="{FBC82F3D-13E7-4C9D-A82F-0BC2F5D6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dot-field">
            <a:extLst xmlns:a="http://schemas.openxmlformats.org/drawingml/2006/main">
              <a:ext uri="{FF2B5EF4-FFF2-40B4-BE49-F238E27FC236}">
                <a16:creationId xmlns:a16="http://schemas.microsoft.com/office/drawing/2014/main" id="{5CC58F58-3352-40FF-B2C0-0E7DCB71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0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dot-field">
            <a:extLst xmlns:a="http://schemas.openxmlformats.org/drawingml/2006/main">
              <a:ext uri="{FF2B5EF4-FFF2-40B4-BE49-F238E27FC236}">
                <a16:creationId xmlns:a16="http://schemas.microsoft.com/office/drawing/2014/main" id="{0D1271BB-9FE4-41C0-8949-6294C762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dot-field">
            <a:extLst xmlns:a="http://schemas.openxmlformats.org/drawingml/2006/main">
              <a:ext uri="{FF2B5EF4-FFF2-40B4-BE49-F238E27FC236}">
                <a16:creationId xmlns:a16="http://schemas.microsoft.com/office/drawing/2014/main" id="{B5853CC4-3853-4540-AFF8-5BCB4504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2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dot-field">
            <a:extLst xmlns:a="http://schemas.openxmlformats.org/drawingml/2006/main">
              <a:ext uri="{FF2B5EF4-FFF2-40B4-BE49-F238E27FC236}">
                <a16:creationId xmlns:a16="http://schemas.microsoft.com/office/drawing/2014/main" id="{A052E5E1-5486-4820-9E33-6084B79D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dot-field">
            <a:extLst xmlns:a="http://schemas.openxmlformats.org/drawingml/2006/main">
              <a:ext uri="{FF2B5EF4-FFF2-40B4-BE49-F238E27FC236}">
                <a16:creationId xmlns:a16="http://schemas.microsoft.com/office/drawing/2014/main" id="{4A78F1EF-9839-410B-98C4-1440A732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dot-field">
            <a:extLst xmlns:a="http://schemas.openxmlformats.org/drawingml/2006/main">
              <a:ext uri="{FF2B5EF4-FFF2-40B4-BE49-F238E27FC236}">
                <a16:creationId xmlns:a16="http://schemas.microsoft.com/office/drawing/2014/main" id="{B7E09953-08ED-4BBE-811E-718153F2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dot-field">
            <a:extLst xmlns:a="http://schemas.openxmlformats.org/drawingml/2006/main">
              <a:ext uri="{FF2B5EF4-FFF2-40B4-BE49-F238E27FC236}">
                <a16:creationId xmlns:a16="http://schemas.microsoft.com/office/drawing/2014/main" id="{CCC95350-EC13-4EF3-9C80-CA0C21A9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dot-field">
            <a:extLst xmlns:a="http://schemas.openxmlformats.org/drawingml/2006/main">
              <a:ext uri="{FF2B5EF4-FFF2-40B4-BE49-F238E27FC236}">
                <a16:creationId xmlns:a16="http://schemas.microsoft.com/office/drawing/2014/main" id="{062C94EB-75A0-4028-B645-10343DE3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dot-field">
            <a:extLst xmlns:a="http://schemas.openxmlformats.org/drawingml/2006/main">
              <a:ext uri="{FF2B5EF4-FFF2-40B4-BE49-F238E27FC236}">
                <a16:creationId xmlns:a16="http://schemas.microsoft.com/office/drawing/2014/main" id="{C46911F8-5C62-407F-8B96-197E983E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dot-field">
            <a:extLst xmlns:a="http://schemas.openxmlformats.org/drawingml/2006/main">
              <a:ext uri="{FF2B5EF4-FFF2-40B4-BE49-F238E27FC236}">
                <a16:creationId xmlns:a16="http://schemas.microsoft.com/office/drawing/2014/main" id="{7BABCE9E-42A6-4CF1-B0A5-490FAB37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dot-field">
            <a:extLst xmlns:a="http://schemas.openxmlformats.org/drawingml/2006/main">
              <a:ext uri="{FF2B5EF4-FFF2-40B4-BE49-F238E27FC236}">
                <a16:creationId xmlns:a16="http://schemas.microsoft.com/office/drawing/2014/main" id="{0D5F503B-D706-4654-B9D3-7CCD4869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dot-field">
            <a:extLst xmlns:a="http://schemas.openxmlformats.org/drawingml/2006/main">
              <a:ext uri="{FF2B5EF4-FFF2-40B4-BE49-F238E27FC236}">
                <a16:creationId xmlns:a16="http://schemas.microsoft.com/office/drawing/2014/main" id="{48A0F682-11B1-4339-ACAB-A9F8A12E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6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dot-field">
            <a:extLst xmlns:a="http://schemas.openxmlformats.org/drawingml/2006/main">
              <a:ext uri="{FF2B5EF4-FFF2-40B4-BE49-F238E27FC236}">
                <a16:creationId xmlns:a16="http://schemas.microsoft.com/office/drawing/2014/main" id="{D5E54365-A8DB-44F1-99F0-9D4FC888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dot-field">
            <a:extLst xmlns:a="http://schemas.openxmlformats.org/drawingml/2006/main">
              <a:ext uri="{FF2B5EF4-FFF2-40B4-BE49-F238E27FC236}">
                <a16:creationId xmlns:a16="http://schemas.microsoft.com/office/drawing/2014/main" id="{E869EC43-7A4B-4A36-A863-7846EB02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dot-field">
            <a:extLst xmlns:a="http://schemas.openxmlformats.org/drawingml/2006/main">
              <a:ext uri="{FF2B5EF4-FFF2-40B4-BE49-F238E27FC236}">
                <a16:creationId xmlns:a16="http://schemas.microsoft.com/office/drawing/2014/main" id="{DA39B3F1-A7A2-497D-9F16-E1D1D0C9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2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dot-field">
            <a:extLst xmlns:a="http://schemas.openxmlformats.org/drawingml/2006/main">
              <a:ext uri="{FF2B5EF4-FFF2-40B4-BE49-F238E27FC236}">
                <a16:creationId xmlns:a16="http://schemas.microsoft.com/office/drawing/2014/main" id="{1FB198E0-BC7E-44EE-BED6-26CBC8A2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8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dot-field">
            <a:extLst xmlns:a="http://schemas.openxmlformats.org/drawingml/2006/main">
              <a:ext uri="{FF2B5EF4-FFF2-40B4-BE49-F238E27FC236}">
                <a16:creationId xmlns:a16="http://schemas.microsoft.com/office/drawing/2014/main" id="{DEE355CB-8040-4F0B-BD6C-FB5E4357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4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dot-field">
            <a:extLst xmlns:a="http://schemas.openxmlformats.org/drawingml/2006/main">
              <a:ext uri="{FF2B5EF4-FFF2-40B4-BE49-F238E27FC236}">
                <a16:creationId xmlns:a16="http://schemas.microsoft.com/office/drawing/2014/main" id="{F0CB73C6-E4F3-4A62-84E4-F8A565E0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dot-field">
            <a:extLst xmlns:a="http://schemas.openxmlformats.org/drawingml/2006/main">
              <a:ext uri="{FF2B5EF4-FFF2-40B4-BE49-F238E27FC236}">
                <a16:creationId xmlns:a16="http://schemas.microsoft.com/office/drawing/2014/main" id="{D20F3739-80C5-4EC2-B471-7EB3AAE4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6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dot-field">
            <a:extLst xmlns:a="http://schemas.openxmlformats.org/drawingml/2006/main">
              <a:ext uri="{FF2B5EF4-FFF2-40B4-BE49-F238E27FC236}">
                <a16:creationId xmlns:a16="http://schemas.microsoft.com/office/drawing/2014/main" id="{06248106-BD94-41B5-B4A3-CAA23F6E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dot-field">
            <a:extLst xmlns:a="http://schemas.openxmlformats.org/drawingml/2006/main">
              <a:ext uri="{FF2B5EF4-FFF2-40B4-BE49-F238E27FC236}">
                <a16:creationId xmlns:a16="http://schemas.microsoft.com/office/drawing/2014/main" id="{4257A4BF-F0F4-4051-A69F-A3EA380D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8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dot-field">
            <a:extLst xmlns:a="http://schemas.openxmlformats.org/drawingml/2006/main">
              <a:ext uri="{FF2B5EF4-FFF2-40B4-BE49-F238E27FC236}">
                <a16:creationId xmlns:a16="http://schemas.microsoft.com/office/drawing/2014/main" id="{8C17DCEC-593D-4589-8486-B8B8F64E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4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dot-field">
            <a:extLst xmlns:a="http://schemas.openxmlformats.org/drawingml/2006/main">
              <a:ext uri="{FF2B5EF4-FFF2-40B4-BE49-F238E27FC236}">
                <a16:creationId xmlns:a16="http://schemas.microsoft.com/office/drawing/2014/main" id="{631CA636-9CB2-4FEC-8726-F49089B1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dot-field">
            <a:extLst xmlns:a="http://schemas.openxmlformats.org/drawingml/2006/main">
              <a:ext uri="{FF2B5EF4-FFF2-40B4-BE49-F238E27FC236}">
                <a16:creationId xmlns:a16="http://schemas.microsoft.com/office/drawing/2014/main" id="{BE1B4C35-47BE-46C1-A6C1-15DB7991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6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dot-field">
            <a:extLst xmlns:a="http://schemas.openxmlformats.org/drawingml/2006/main">
              <a:ext uri="{FF2B5EF4-FFF2-40B4-BE49-F238E27FC236}">
                <a16:creationId xmlns:a16="http://schemas.microsoft.com/office/drawing/2014/main" id="{0116AC97-D9A9-463A-847A-BDCB8A3E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4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dot-field">
            <a:extLst xmlns:a="http://schemas.openxmlformats.org/drawingml/2006/main">
              <a:ext uri="{FF2B5EF4-FFF2-40B4-BE49-F238E27FC236}">
                <a16:creationId xmlns:a16="http://schemas.microsoft.com/office/drawing/2014/main" id="{FE6B06B6-EAC2-4B65-80E8-D257AD54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dot-field">
            <a:extLst xmlns:a="http://schemas.openxmlformats.org/drawingml/2006/main">
              <a:ext uri="{FF2B5EF4-FFF2-40B4-BE49-F238E27FC236}">
                <a16:creationId xmlns:a16="http://schemas.microsoft.com/office/drawing/2014/main" id="{2B44D4DE-84EA-4961-BE48-3DA7323B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6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dot-field">
            <a:extLst xmlns:a="http://schemas.openxmlformats.org/drawingml/2006/main">
              <a:ext uri="{FF2B5EF4-FFF2-40B4-BE49-F238E27FC236}">
                <a16:creationId xmlns:a16="http://schemas.microsoft.com/office/drawing/2014/main" id="{A35E8263-40ED-4EE0-B07E-0EA5F928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dot-field">
            <a:extLst xmlns:a="http://schemas.openxmlformats.org/drawingml/2006/main">
              <a:ext uri="{FF2B5EF4-FFF2-40B4-BE49-F238E27FC236}">
                <a16:creationId xmlns:a16="http://schemas.microsoft.com/office/drawing/2014/main" id="{F5F3B89A-FFAF-4690-B041-8076F89D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8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center-ring">
            <a:extLst xmlns:a="http://schemas.openxmlformats.org/drawingml/2006/main">
              <a:ext uri="{FF2B5EF4-FFF2-40B4-BE49-F238E27FC236}">
                <a16:creationId xmlns:a16="http://schemas.microsoft.com/office/drawing/2014/main" id="{411E5413-38EE-4FF2-BEEC-9068BFB3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04975"/>
            <a:ext cx="3448050" cy="3448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B9DC"/>
            </a:solidFill>
            <a:prstDash val="solid"/>
          </a:ln>
        </p:spPr>
      </p:sp>
      <p:pic>
        <p:nvPicPr>
          <p:cNvPr id="6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3622ca2344dd4"/>
          <a:srcRect xmlns:a="http://schemas.openxmlformats.org/drawingml/2006/main" l="39583" t="0" r="395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800225"/>
            <a:ext cx="3257550" cy="3257550"/>
          </a:xfrm>
          <a:prstGeom xmlns:a="http://schemas.openxmlformats.org/drawingml/2006/main" prst="ellipse">
            <a:avLst/>
          </a:prstGeom>
        </p:spPr>
      </p:pic>
      <p:sp>
        <p:nvSpPr>
          <p:cNvPr id="328" name="icon-disk-governance">
            <a:extLst xmlns:a="http://schemas.openxmlformats.org/drawingml/2006/main">
              <a:ext uri="{FF2B5EF4-FFF2-40B4-BE49-F238E27FC236}">
                <a16:creationId xmlns:a16="http://schemas.microsoft.com/office/drawing/2014/main" id="{C542F5B6-7F6E-4501-8915-AD53043A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06" y="27527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6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db1556d134259"/>
          <a:srcRect xmlns:a="http://schemas.openxmlformats.org/drawingml/2006/main" l="0" t="720" r="0" b="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106" y="2752725"/>
            <a:ext cx="495300" cy="495300"/>
          </a:xfrm>
          <a:prstGeom xmlns:a="http://schemas.openxmlformats.org/drawingml/2006/main" prst="ellipse">
            <a:avLst/>
          </a:prstGeom>
        </p:spPr>
      </p:pic>
      <p:sp>
        <p:nvSpPr>
          <p:cNvPr id="330" name="title-governance">
            <a:extLst xmlns:a="http://schemas.openxmlformats.org/drawingml/2006/main">
              <a:ext uri="{FF2B5EF4-FFF2-40B4-BE49-F238E27FC236}">
                <a16:creationId xmlns:a16="http://schemas.microsoft.com/office/drawing/2014/main" id="{DC628957-737D-48D5-8991-6F2D112D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281" y="2752725"/>
            <a:ext cx="244563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83"/>
                </a:solidFill>
              </a:defRPr>
            </a:pPr>
            <a:r>
              <a:rPr sz="1725" b="1">
                <a:solidFill>
                  <a:srgbClr val="083B83"/>
                </a:solidFill>
              </a:rPr>
              <a:t>数据治理</a:t>
            </a:r>
          </a:p>
        </p:txBody>
      </p:sp>
      <p:sp>
        <p:nvSpPr>
          <p:cNvPr id="331" name="body-governance">
            <a:extLst xmlns:a="http://schemas.openxmlformats.org/drawingml/2006/main">
              <a:ext uri="{FF2B5EF4-FFF2-40B4-BE49-F238E27FC236}">
                <a16:creationId xmlns:a16="http://schemas.microsoft.com/office/drawing/2014/main" id="{018A42C2-96A7-4CA6-B099-D3859687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281" y="3009900"/>
            <a:ext cx="2445639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</a:defRPr>
            </a:pPr>
            <a:r>
              <a:rPr sz="1200" b="0">
                <a:solidFill>
                  <a:srgbClr val="5E789B"/>
                </a:solidFill>
              </a:rPr>
              <a:t>统一口径与可信数据底座</a:t>
            </a:r>
          </a:p>
        </p:txBody>
      </p:sp>
      <p:sp>
        <p:nvSpPr>
          <p:cNvPr id="332" name="icon-disk-validation">
            <a:extLst xmlns:a="http://schemas.openxmlformats.org/drawingml/2006/main">
              <a:ext uri="{FF2B5EF4-FFF2-40B4-BE49-F238E27FC236}">
                <a16:creationId xmlns:a16="http://schemas.microsoft.com/office/drawing/2014/main" id="{09D7F023-D10B-4F7E-AC7A-73FE921F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06" y="3609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6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c8be4ffb445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106" y="3609975"/>
            <a:ext cx="495300" cy="495300"/>
          </a:xfrm>
          <a:prstGeom xmlns:a="http://schemas.openxmlformats.org/drawingml/2006/main" prst="ellipse">
            <a:avLst/>
          </a:prstGeom>
        </p:spPr>
      </p:pic>
      <p:sp>
        <p:nvSpPr>
          <p:cNvPr id="334" name="title-validation">
            <a:extLst xmlns:a="http://schemas.openxmlformats.org/drawingml/2006/main">
              <a:ext uri="{FF2B5EF4-FFF2-40B4-BE49-F238E27FC236}">
                <a16:creationId xmlns:a16="http://schemas.microsoft.com/office/drawing/2014/main" id="{6E98E560-12AE-4378-8852-46104A3F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281" y="3609975"/>
            <a:ext cx="244563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83"/>
                </a:solidFill>
              </a:defRPr>
            </a:pPr>
            <a:r>
              <a:rPr sz="1725" b="1">
                <a:solidFill>
                  <a:srgbClr val="083B83"/>
                </a:solidFill>
              </a:rPr>
              <a:t>实验验证</a:t>
            </a:r>
          </a:p>
        </p:txBody>
      </p:sp>
      <p:sp>
        <p:nvSpPr>
          <p:cNvPr id="335" name="body-validation">
            <a:extLst xmlns:a="http://schemas.openxmlformats.org/drawingml/2006/main">
              <a:ext uri="{FF2B5EF4-FFF2-40B4-BE49-F238E27FC236}">
                <a16:creationId xmlns:a16="http://schemas.microsoft.com/office/drawing/2014/main" id="{42DD35F6-774E-4F6D-B798-BFDCC438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281" y="3867150"/>
            <a:ext cx="2445639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</a:defRPr>
            </a:pPr>
            <a:r>
              <a:rPr sz="1200" b="0">
                <a:solidFill>
                  <a:srgbClr val="5E789B"/>
                </a:solidFill>
              </a:rPr>
              <a:t>以可重复证据检验方法</a:t>
            </a:r>
          </a:p>
        </p:txBody>
      </p:sp>
      <p:sp>
        <p:nvSpPr>
          <p:cNvPr id="336" name="icon-disk-modeling">
            <a:extLst xmlns:a="http://schemas.openxmlformats.org/drawingml/2006/main">
              <a:ext uri="{FF2B5EF4-FFF2-40B4-BE49-F238E27FC236}">
                <a16:creationId xmlns:a16="http://schemas.microsoft.com/office/drawing/2014/main" id="{28AB6A21-EC3C-45D0-A858-9FC63E98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594" y="2324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6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7e65782fe49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8594" y="2324100"/>
            <a:ext cx="495300" cy="495300"/>
          </a:xfrm>
          <a:prstGeom xmlns:a="http://schemas.openxmlformats.org/drawingml/2006/main" prst="ellipse">
            <a:avLst/>
          </a:prstGeom>
        </p:spPr>
      </p:pic>
      <p:sp>
        <p:nvSpPr>
          <p:cNvPr id="338" name="title-modeling">
            <a:extLst xmlns:a="http://schemas.openxmlformats.org/drawingml/2006/main">
              <a:ext uri="{FF2B5EF4-FFF2-40B4-BE49-F238E27FC236}">
                <a16:creationId xmlns:a16="http://schemas.microsoft.com/office/drawing/2014/main" id="{9199FDB7-34C5-4B37-A9E0-3520A570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2324100"/>
            <a:ext cx="244563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83B83"/>
                </a:solidFill>
              </a:defRPr>
            </a:pPr>
            <a:r>
              <a:rPr sz="1725" b="1">
                <a:solidFill>
                  <a:srgbClr val="083B83"/>
                </a:solidFill>
              </a:rPr>
              <a:t>模型研发</a:t>
            </a:r>
          </a:p>
        </p:txBody>
      </p:sp>
      <p:sp>
        <p:nvSpPr>
          <p:cNvPr id="339" name="body-modeling">
            <a:extLst xmlns:a="http://schemas.openxmlformats.org/drawingml/2006/main">
              <a:ext uri="{FF2B5EF4-FFF2-40B4-BE49-F238E27FC236}">
                <a16:creationId xmlns:a16="http://schemas.microsoft.com/office/drawing/2014/main" id="{216FB875-0A7C-49E2-8DEB-91603104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2581275"/>
            <a:ext cx="2445639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</a:defRPr>
            </a:pPr>
            <a:r>
              <a:rPr sz="1200" b="0">
                <a:solidFill>
                  <a:srgbClr val="5E789B"/>
                </a:solidFill>
              </a:rPr>
              <a:t>面向问题构建可复用模型</a:t>
            </a:r>
          </a:p>
        </p:txBody>
      </p:sp>
      <p:sp>
        <p:nvSpPr>
          <p:cNvPr id="340" name="icon-disk-translation">
            <a:extLst xmlns:a="http://schemas.openxmlformats.org/drawingml/2006/main">
              <a:ext uri="{FF2B5EF4-FFF2-40B4-BE49-F238E27FC236}">
                <a16:creationId xmlns:a16="http://schemas.microsoft.com/office/drawing/2014/main" id="{3166E887-2130-467A-85E7-D0EB8FB6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594" y="3181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6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95b7764c94a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8594" y="3181350"/>
            <a:ext cx="495300" cy="495300"/>
          </a:xfrm>
          <a:prstGeom xmlns:a="http://schemas.openxmlformats.org/drawingml/2006/main" prst="ellipse">
            <a:avLst/>
          </a:prstGeom>
        </p:spPr>
      </p:pic>
      <p:sp>
        <p:nvSpPr>
          <p:cNvPr id="342" name="title-translation">
            <a:extLst xmlns:a="http://schemas.openxmlformats.org/drawingml/2006/main">
              <a:ext uri="{FF2B5EF4-FFF2-40B4-BE49-F238E27FC236}">
                <a16:creationId xmlns:a16="http://schemas.microsoft.com/office/drawing/2014/main" id="{1931ABAF-1BB9-4AEF-A582-35BC0050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3181350"/>
            <a:ext cx="244563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83B83"/>
                </a:solidFill>
              </a:defRPr>
            </a:pPr>
            <a:r>
              <a:rPr sz="1725" b="1">
                <a:solidFill>
                  <a:srgbClr val="083B83"/>
                </a:solidFill>
              </a:rPr>
              <a:t>成果转化</a:t>
            </a:r>
          </a:p>
        </p:txBody>
      </p:sp>
      <p:sp>
        <p:nvSpPr>
          <p:cNvPr id="343" name="body-translation">
            <a:extLst xmlns:a="http://schemas.openxmlformats.org/drawingml/2006/main">
              <a:ext uri="{FF2B5EF4-FFF2-40B4-BE49-F238E27FC236}">
                <a16:creationId xmlns:a16="http://schemas.microsoft.com/office/drawing/2014/main" id="{E37F9565-EFCB-4CC4-B891-DB447AE4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3438525"/>
            <a:ext cx="2445639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</a:defRPr>
            </a:pPr>
            <a:r>
              <a:rPr sz="1200" b="0">
                <a:solidFill>
                  <a:srgbClr val="5E789B"/>
                </a:solidFill>
              </a:rPr>
              <a:t>让研究结果进入真实场景</a:t>
            </a:r>
          </a:p>
        </p:txBody>
      </p:sp>
      <p:sp>
        <p:nvSpPr>
          <p:cNvPr id="344" name="icon-disk-collaboration">
            <a:extLst xmlns:a="http://schemas.openxmlformats.org/drawingml/2006/main">
              <a:ext uri="{FF2B5EF4-FFF2-40B4-BE49-F238E27FC236}">
                <a16:creationId xmlns:a16="http://schemas.microsoft.com/office/drawing/2014/main" id="{0D7C9E4A-8627-4A39-A8D0-8DA72772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594" y="4038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6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f580f575b49e5"/>
          <a:srcRect xmlns:a="http://schemas.openxmlformats.org/drawingml/2006/main" l="0" t="720" r="0" b="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8594" y="4038600"/>
            <a:ext cx="495300" cy="495300"/>
          </a:xfrm>
          <a:prstGeom xmlns:a="http://schemas.openxmlformats.org/drawingml/2006/main" prst="ellipse">
            <a:avLst/>
          </a:prstGeom>
        </p:spPr>
      </p:pic>
      <p:sp>
        <p:nvSpPr>
          <p:cNvPr id="346" name="title-collaboration">
            <a:extLst xmlns:a="http://schemas.openxmlformats.org/drawingml/2006/main">
              <a:ext uri="{FF2B5EF4-FFF2-40B4-BE49-F238E27FC236}">
                <a16:creationId xmlns:a16="http://schemas.microsoft.com/office/drawing/2014/main" id="{E5E75A4C-364E-4A5D-9877-81D23A0B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4038600"/>
            <a:ext cx="244563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83B83"/>
                </a:solidFill>
              </a:defRPr>
            </a:pPr>
            <a:r>
              <a:rPr sz="1725" b="1">
                <a:solidFill>
                  <a:srgbClr val="083B83"/>
                </a:solidFill>
              </a:rPr>
              <a:t>开放协作</a:t>
            </a:r>
          </a:p>
        </p:txBody>
      </p:sp>
      <p:sp>
        <p:nvSpPr>
          <p:cNvPr id="347" name="body-collaboration">
            <a:extLst xmlns:a="http://schemas.openxmlformats.org/drawingml/2006/main">
              <a:ext uri="{FF2B5EF4-FFF2-40B4-BE49-F238E27FC236}">
                <a16:creationId xmlns:a16="http://schemas.microsoft.com/office/drawing/2014/main" id="{601EC276-CDF3-4774-94B2-2F40B980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4295775"/>
            <a:ext cx="2445639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</a:defRPr>
            </a:pPr>
            <a:r>
              <a:rPr sz="1200" b="0">
                <a:solidFill>
                  <a:srgbClr val="5E789B"/>
                </a:solidFill>
              </a:rPr>
              <a:t>连接团队与跨域知识网络</a:t>
            </a:r>
          </a:p>
        </p:txBody>
      </p:sp>
    </p:spTree>
    <p:extLst>
      <p:ext uri="{BB962C8B-B14F-4D97-AF65-F5344CB8AC3E}">
        <p14:creationId xmlns:p14="http://schemas.microsoft.com/office/powerpoint/2010/main" val="854588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2026-08-12T16:49:06.0040000Z</dcterms:created>
  <dcterms:modified xsi:type="dcterms:W3CDTF">2026-08-12T16:49:06.0040000Z</dcterms:modified>
</coreProperties>
</file>