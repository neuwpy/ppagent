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9e74fa8b74b8d" /><Relationship Type="http://schemas.openxmlformats.org/officeDocument/2006/relationships/extended-properties" Target="/docProps/app.xml" Id="R1f5230558c704fd3" /><Relationship Type="http://schemas.openxmlformats.org/officeDocument/2006/relationships/officeDocument" Target="/ppt/presentation.xml" Id="R585a3c26c935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cd7df919d44244"/>
    <p:sldMasterId xmlns:r="http://schemas.openxmlformats.org/officeDocument/2006/relationships" id="2147483660" r:id="R481d48aec6b34e1e"/>
    <p:sldMasterId xmlns:r="http://schemas.openxmlformats.org/officeDocument/2006/relationships" id="2147483663" r:id="R36aa653257964cc7"/>
  </p:sldMasterIdLst>
  <p:notesMasterIdLst>
    <p:notesMasterId xmlns:r="http://schemas.openxmlformats.org/officeDocument/2006/relationships" r:id="Re1864eeb471740bd"/>
  </p:notesMasterIdLst>
  <p:sldIdLst>
    <p:sldId xmlns:r="http://schemas.openxmlformats.org/officeDocument/2006/relationships" id="256" r:id="Rf621441d422444f5"/>
    <p:sldId xmlns:r="http://schemas.openxmlformats.org/officeDocument/2006/relationships" id="257" r:id="R3b4f7f44b3dd4e17"/>
    <p:sldId xmlns:r="http://schemas.openxmlformats.org/officeDocument/2006/relationships" id="258" r:id="R85aa830c74354ad1"/>
    <p:sldId xmlns:r="http://schemas.openxmlformats.org/officeDocument/2006/relationships" id="259" r:id="R99682406fc2e4681"/>
    <p:sldId xmlns:r="http://schemas.openxmlformats.org/officeDocument/2006/relationships" id="260" r:id="Rdaeacf6ee165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a290f572d4aec" /><Relationship Type="http://schemas.openxmlformats.org/officeDocument/2006/relationships/slideMaster" Target="/ppt/slideMasters/slideMaster1.xml" Id="R3ccd7df919d44244" /><Relationship Type="http://schemas.openxmlformats.org/officeDocument/2006/relationships/slideMaster" Target="/ppt/slideMasters/slideMaster2.xml" Id="R481d48aec6b34e1e" /><Relationship Type="http://schemas.openxmlformats.org/officeDocument/2006/relationships/slideMaster" Target="/ppt/slideMasters/slideMaster3.xml" Id="R36aa653257964cc7" /><Relationship Type="http://schemas.openxmlformats.org/officeDocument/2006/relationships/notesMaster" Target="/ppt/notesMasters/notesMaster1.xml" Id="Re1864eeb471740bd" /><Relationship Type="http://schemas.openxmlformats.org/officeDocument/2006/relationships/presProps" Target="/ppt/presProps.xml" Id="R09acf08b03f24367" /><Relationship Type="http://schemas.openxmlformats.org/officeDocument/2006/relationships/viewProps" Target="/ppt/viewProps.xml" Id="R9e07481430d7453e" /><Relationship Type="http://schemas.openxmlformats.org/officeDocument/2006/relationships/tableStyles" Target="/ppt/tableStyles.xml" Id="R0c1c11e6442a4866" /><Relationship Type="http://schemas.openxmlformats.org/officeDocument/2006/relationships/slide" Target="/ppt/slides/slide1.xml" Id="Rf621441d422444f5" /><Relationship Type="http://schemas.openxmlformats.org/officeDocument/2006/relationships/slide" Target="/ppt/slides/slide2.xml" Id="R3b4f7f44b3dd4e17" /><Relationship Type="http://schemas.openxmlformats.org/officeDocument/2006/relationships/slide" Target="/ppt/slides/slide3.xml" Id="R85aa830c74354ad1" /><Relationship Type="http://schemas.openxmlformats.org/officeDocument/2006/relationships/slide" Target="/ppt/slides/slide4.xml" Id="R99682406fc2e4681" /><Relationship Type="http://schemas.openxmlformats.org/officeDocument/2006/relationships/slide" Target="/ppt/slides/slide5.xml" Id="Rdaeacf6ee165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96859adf604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36b4965904187" /><Relationship Type="http://schemas.openxmlformats.org/officeDocument/2006/relationships/notesMaster" Target="/ppt/notesMasters/notesMaster1.xml" Id="R9e54ea7bf8084c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0a8d1e06c450f" /><Relationship Type="http://schemas.openxmlformats.org/officeDocument/2006/relationships/notesMaster" Target="/ppt/notesMasters/notesMaster1.xml" Id="Rf040079c5a3e46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11b8ceb5c4ca5" /><Relationship Type="http://schemas.openxmlformats.org/officeDocument/2006/relationships/notesMaster" Target="/ppt/notesMasters/notesMaster1.xml" Id="Rd81e3c6cac5d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98e88375024f4e" /><Relationship Type="http://schemas.openxmlformats.org/officeDocument/2006/relationships/notesMaster" Target="/ppt/notesMasters/notesMaster1.xml" Id="Rcf485828880e49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b7b2b8161b414c" /><Relationship Type="http://schemas.openxmlformats.org/officeDocument/2006/relationships/notesMaster" Target="/ppt/notesMasters/notesMaster1.xml" Id="Rb70e7d0e093e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Shell：PPT源/PPT模板-封面正文尾页.pptx#slide=2</a:t>
            </a:r>
            <a:endParaRPr/>
          </a:p>
          <a:p xmlns:a="http://schemas.openxmlformats.org/drawingml/2006/main">
            <a:r>
              <a:t>- 目录标签语法：PPT源/狗哥蓝色-精美逻辑图PPT模板.pptx#slides=4-13</a:t>
            </a:r>
            <a:endParaRPr/>
          </a:p>
          <a:p xmlns:a="http://schemas.openxmlformats.org/drawingml/2006/main">
            <a:r>
              <a:t>- 候选状态：3 项目录标签卡片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Shell：PPT源/PPT模板-封面正文尾页.pptx#slide=2</a:t>
            </a:r>
            <a:endParaRPr/>
          </a:p>
          <a:p xmlns:a="http://schemas.openxmlformats.org/drawingml/2006/main">
            <a:r>
              <a:t>- 目录标签语法：PPT源/狗哥蓝色-精美逻辑图PPT模板.pptx#slides=4-13</a:t>
            </a:r>
            <a:endParaRPr/>
          </a:p>
          <a:p xmlns:a="http://schemas.openxmlformats.org/drawingml/2006/main">
            <a:r>
              <a:t>- 候选状态：4 项目录标签卡片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Shell：PPT源/PPT模板-封面正文尾页.pptx#slide=2</a:t>
            </a:r>
            <a:endParaRPr/>
          </a:p>
          <a:p xmlns:a="http://schemas.openxmlformats.org/drawingml/2006/main">
            <a:r>
              <a:t>- 目录标签语法：PPT源/狗哥蓝色-精美逻辑图PPT模板.pptx#slides=4-13</a:t>
            </a:r>
            <a:endParaRPr/>
          </a:p>
          <a:p xmlns:a="http://schemas.openxmlformats.org/drawingml/2006/main">
            <a:r>
              <a:t>- 候选状态：5 项目录标签卡片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Shell：PPT源/PPT模板-封面正文尾页.pptx#slide=2</a:t>
            </a:r>
            <a:endParaRPr/>
          </a:p>
          <a:p xmlns:a="http://schemas.openxmlformats.org/drawingml/2006/main">
            <a:r>
              <a:t>- 目录标签语法：PPT源/狗哥蓝色-精美逻辑图PPT模板.pptx#slides=4-13</a:t>
            </a:r>
            <a:endParaRPr/>
          </a:p>
          <a:p xmlns:a="http://schemas.openxmlformats.org/drawingml/2006/main">
            <a:r>
              <a:t>- 候选状态：6 项目录标签卡片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Shell：PPT源/PPT模板-封面正文尾页.pptx#slide=2</a:t>
            </a:r>
            <a:endParaRPr/>
          </a:p>
          <a:p xmlns:a="http://schemas.openxmlformats.org/drawingml/2006/main">
            <a:r>
              <a:t>- 目录标签语法：PPT源/狗哥蓝色-精美逻辑图PPT模板.pptx#slides=4-13</a:t>
            </a:r>
            <a:endParaRPr/>
          </a:p>
          <a:p xmlns:a="http://schemas.openxmlformats.org/drawingml/2006/main">
            <a:r>
              <a:t>- 候选状态：7 项目录标签卡片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7ad29b216411c" /><Relationship Type="http://schemas.openxmlformats.org/officeDocument/2006/relationships/image" Target="/ppt/media/image.jpeg" Id="R3aee011086ef478a" /><Relationship Type="http://schemas.openxmlformats.org/officeDocument/2006/relationships/image" Target="/ppt/media/image.png" Id="Rb5c0cd4602bc4076" /><Relationship Type="http://schemas.openxmlformats.org/officeDocument/2006/relationships/image" Target="/ppt/media/image2.png" Id="R74521e364a4a41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d9817d22641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e508753b24e71" /><Relationship Type="http://schemas.openxmlformats.org/officeDocument/2006/relationships/image" Target="/ppt/media/image3.png" Id="R1a3c390b880548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2fec358ae4a71" /><Relationship Type="http://schemas.openxmlformats.org/officeDocument/2006/relationships/image" Target="/ppt/media/image4.png" Id="R5b0bbeb1acc34c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2ed63c2b145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fc5d289c844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5e7aae33843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aa5ecb32c4a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9fb6cdaf143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d4c24fe4d4fc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04d82d6d74f0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1122c7d77d4c0c" /><Relationship Type="http://schemas.openxmlformats.org/officeDocument/2006/relationships/image" Target="/ppt/media/image5.png" Id="R4c8d7a70000d4e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f60bd141424ee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bd09e084cda4a01" /><Relationship Type="http://schemas.openxmlformats.org/officeDocument/2006/relationships/image" Target="/ppt/media/image5.png" Id="R4adba4c84a8f495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0ad4f2aed46408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e011086ef478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0cd4602bc407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21e364a4a41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9F660F93-C1E9-4148-A76F-82132A8D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c390b8805481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0789255-EFC8-4950-BCEA-2384ADE7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452F9B5-5910-4BDA-8AC3-195584B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390AD949-6432-4AD7-8316-632365F5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E176AB86-723B-430F-BEBF-BD6EB6DD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bbeb1acc34cd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891AE14-7CD6-469D-9F0B-C6D88C0A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FA4F5DB-1F5D-463E-AC39-D91F641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202771-F22F-4B65-96E3-732209663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1DC9D0F-6FDE-4676-AAB8-441B090A7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D09E8FB-4AF9-42D9-9190-6C57BB7218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E8B48F3-338A-453F-ADC4-1B698617EFD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466FD20-FEBF-4175-A739-20E46DD28B1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08978A2-D62D-4C84-AE40-D97AAC726E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BF007B9-2DA0-48EA-9816-1D163CF17E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37F457-60BD-4202-AF25-91B49C338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6E7CA0-0757-4799-BA76-D773AEB4B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45B73C6-3423-4392-BA72-F11CB8303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4C571A0-E89C-414A-94DE-81F55F5A8A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CEF6C29-037D-4488-BD77-8FB79C0CF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8D04FEC-C315-4303-B6A1-904E1C4AEF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6AA745B-E102-4F57-B59A-E0D534CBB6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E8ACD77-0A51-4196-A8B5-5751F4234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D59EA7-F5AC-4846-961A-4181011F1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EA1D0B7-01AF-473F-B4F2-8D4048C1EE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35C9B51-5C97-49E2-8283-3E1EBD7EE3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065E8C3-A603-4C17-95F7-60E29737A1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BA157B3-6C71-43CD-BD84-D5EF6453A7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38301C8-A732-4E21-B7FC-0B809398DB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CACB200-82F1-47E9-9355-AB8FB58F2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0D592E1-49FD-45AF-B44C-56985FD64F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4074776-DFA0-4D9C-9407-41973632DF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66C40E8-C3F5-472F-B293-98178D1EC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05AF799-DFB2-4965-B871-F4F2202238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28EE84E-D108-4438-A91F-672A6EF09A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B00441-C5F3-4C92-8199-006E8FA20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DF37F33-229C-42A1-BCE2-888C9BD52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975C12-0E93-4742-BF09-7C06193B12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690B65-B7E2-49BD-87B4-2AFAD6C990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CADEAF-7848-43DE-9442-99F6AB059A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61FFC40-2153-4E4A-861C-3359345B8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29601F8-516F-485A-90EF-6904422A3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37717A-4CC8-41DD-8E8B-A135BF320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5DD8C2-AED0-4366-959F-A748D3189B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344BAA5-6C50-40F5-8B70-169ED7FA2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d7a70000d4e4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426827F-35E8-4C52-A2AE-9ADB3B1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C4A52D4-09E7-4B98-AC5D-9298D7E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88769A4-3F3E-482F-B082-DA5DCFD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191E8DA-C9DD-4AA8-886B-FF6BD36A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ba4c84a8f495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43509EC-DECC-440F-A9C3-68FCCFE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A8F9E7C-256D-42C2-9EF1-4EEE175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86BEF3D-29F5-47B6-826D-E4BF3149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FD9E57F-C5C6-4284-99F9-D3A3DE78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71d6525ff454e" /><Relationship Type="http://schemas.openxmlformats.org/officeDocument/2006/relationships/slideLayout" Target="/ppt/slideLayouts/slideLayout1.xml" Id="R0ada60a213cf4a86" /><Relationship Type="http://schemas.openxmlformats.org/officeDocument/2006/relationships/slideLayout" Target="/ppt/slideLayouts/slideLayout2.xml" Id="R351d580ea40448f6" /><Relationship Type="http://schemas.openxmlformats.org/officeDocument/2006/relationships/slideLayout" Target="/ppt/slideLayouts/slideLayout3.xml" Id="Rc91d8a21c1384212" /><Relationship Type="http://schemas.openxmlformats.org/officeDocument/2006/relationships/slideLayout" Target="/ppt/slideLayouts/slideLayout4.xml" Id="R33a82d2b73164a67" /><Relationship Type="http://schemas.openxmlformats.org/officeDocument/2006/relationships/slideLayout" Target="/ppt/slideLayouts/slideLayout5.xml" Id="R8fd41780deaf4a16" /><Relationship Type="http://schemas.openxmlformats.org/officeDocument/2006/relationships/slideLayout" Target="/ppt/slideLayouts/slideLayout6.xml" Id="R166e8d9837a74f88" /><Relationship Type="http://schemas.openxmlformats.org/officeDocument/2006/relationships/slideLayout" Target="/ppt/slideLayouts/slideLayout7.xml" Id="R8dce96d84b9747f0" /><Relationship Type="http://schemas.openxmlformats.org/officeDocument/2006/relationships/slideLayout" Target="/ppt/slideLayouts/slideLayout8.xml" Id="Rcae35b07046647ba" /><Relationship Type="http://schemas.openxmlformats.org/officeDocument/2006/relationships/slideLayout" Target="/ppt/slideLayouts/slideLayout9.xml" Id="Rf2ee157a7e1b4078" /><Relationship Type="http://schemas.openxmlformats.org/officeDocument/2006/relationships/slideLayout" Target="/ppt/slideLayouts/slideLayout10.xml" Id="R95233cb84092488e" /><Relationship Type="http://schemas.openxmlformats.org/officeDocument/2006/relationships/slideLayout" Target="/ppt/slideLayouts/slideLayout11.xml" Id="R4e795ed02b6c401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fd31d9cf085499d" /><Relationship Type="http://schemas.openxmlformats.org/officeDocument/2006/relationships/slideLayout" Target="/ppt/slideLayouts/slideLayout12.xml" Id="R4a8da099445143b8" /><Relationship Type="http://schemas.openxmlformats.org/officeDocument/2006/relationships/slideLayout" Target="/ppt/slideLayouts/slideLayout13.xml" Id="R549bc287c92c483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68b90a6d1844e55" /><Relationship Type="http://schemas.openxmlformats.org/officeDocument/2006/relationships/slideLayout" Target="/ppt/slideLayouts/slideLayout14.xml" Id="R8264c18c997e417a" /><Relationship Type="http://schemas.openxmlformats.org/officeDocument/2006/relationships/slideLayout" Target="/ppt/slideLayouts/slideLayout15.xml" Id="R8ca392f7fec64f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14DEA1-2A5E-4049-AD6E-710579E952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46A6E3-0EB7-434E-9D09-3EEA0EBE0E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D9CE35-A102-4622-85AF-FBFE729C20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592DF11-0EBF-4553-A79B-C2E5EBBCF3B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5FA406-6675-445E-8C94-2E5AD008F4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a60a213cf4a86"/>
    <p:sldLayoutId xmlns:r="http://schemas.openxmlformats.org/officeDocument/2006/relationships" id="2147483650" r:id="R351d580ea40448f6"/>
    <p:sldLayoutId xmlns:r="http://schemas.openxmlformats.org/officeDocument/2006/relationships" id="2147483651" r:id="Rc91d8a21c1384212"/>
    <p:sldLayoutId xmlns:r="http://schemas.openxmlformats.org/officeDocument/2006/relationships" id="2147483652" r:id="R33a82d2b73164a67"/>
    <p:sldLayoutId xmlns:r="http://schemas.openxmlformats.org/officeDocument/2006/relationships" id="2147483653" r:id="R8fd41780deaf4a16"/>
    <p:sldLayoutId xmlns:r="http://schemas.openxmlformats.org/officeDocument/2006/relationships" id="2147483654" r:id="R166e8d9837a74f88"/>
    <p:sldLayoutId xmlns:r="http://schemas.openxmlformats.org/officeDocument/2006/relationships" id="2147483655" r:id="R8dce96d84b9747f0"/>
    <p:sldLayoutId xmlns:r="http://schemas.openxmlformats.org/officeDocument/2006/relationships" id="2147483656" r:id="Rcae35b07046647ba"/>
    <p:sldLayoutId xmlns:r="http://schemas.openxmlformats.org/officeDocument/2006/relationships" id="2147483657" r:id="Rf2ee157a7e1b4078"/>
    <p:sldLayoutId xmlns:r="http://schemas.openxmlformats.org/officeDocument/2006/relationships" id="2147483658" r:id="R95233cb84092488e"/>
    <p:sldLayoutId xmlns:r="http://schemas.openxmlformats.org/officeDocument/2006/relationships" id="2147483659" r:id="R4e795ed02b6c401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312E17A-D251-4513-93B9-9D0F58BF1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962573-1AC5-4712-922C-5D2EC9F864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93BDD5-842F-48FD-9B1B-1B261F488E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F6398A-BC3C-40ED-80B5-6917F6C3ED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3C26C2-FBC3-415F-A866-FF7D65B940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a8da099445143b8"/>
    <p:sldLayoutId xmlns:r="http://schemas.openxmlformats.org/officeDocument/2006/relationships" id="2147483662" r:id="R549bc287c92c483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AC402A6-4FE2-4720-A69F-6A2B5C4CF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E3A51B8-2F2B-4BF4-A2E0-08A6AEED2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03231B-0E53-4DCC-87B7-5772383D9D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12EFB76-3985-4439-8FCD-8AB989725D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5ECDE8-1D22-4A4B-A9AF-A933C9A40A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264c18c997e417a"/>
    <p:sldLayoutId xmlns:r="http://schemas.openxmlformats.org/officeDocument/2006/relationships" id="2147483665" r:id="R8ca392f7fec64fb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9753647b384998" /><Relationship Type="http://schemas.openxmlformats.org/officeDocument/2006/relationships/notesSlide" Target="/ppt/notesSlides/notesSlide1.xml" Id="R5f6538b4ec8d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b5356488c14854" /><Relationship Type="http://schemas.openxmlformats.org/officeDocument/2006/relationships/notesSlide" Target="/ppt/notesSlides/notesSlide2.xml" Id="Rfb0ef5e2423a42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37dafca84c488b" /><Relationship Type="http://schemas.openxmlformats.org/officeDocument/2006/relationships/notesSlide" Target="/ppt/notesSlides/notesSlide3.xml" Id="R793dc43e62f546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d6a7e480a042d4" /><Relationship Type="http://schemas.openxmlformats.org/officeDocument/2006/relationships/notesSlide" Target="/ppt/notesSlides/notesSlide4.xml" Id="R971e10af86ad43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b0cb8298094090" /><Relationship Type="http://schemas.openxmlformats.org/officeDocument/2006/relationships/notesSlide" Target="/ppt/notesSlides/notesSlide5.xml" Id="Re4d4b4a0944645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 · 3 项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PPAGENT_QA|parent=agenda-card-0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8929D418-A6F6-464A-AB3F-74AD7A6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1" name="PPAGENT_QA|within=agenda-card-0|role=number">
            <a:extLst xmlns:a="http://schemas.openxmlformats.org/drawingml/2006/main">
              <a:ext uri="{FF2B5EF4-FFF2-40B4-BE49-F238E27FC236}">
                <a16:creationId xmlns:a16="http://schemas.microsoft.com/office/drawing/2014/main" id="{14164446-8E79-4C45-84D8-C4CFADE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PPAGENT_QA|within=agenda-card-0|role=label">
            <a:extLst xmlns:a="http://schemas.openxmlformats.org/drawingml/2006/main">
              <a:ext uri="{FF2B5EF4-FFF2-40B4-BE49-F238E27FC236}">
                <a16:creationId xmlns:a16="http://schemas.microsoft.com/office/drawing/2014/main" id="{1053D9AC-4719-4F8A-AE33-FB60DE6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困境与转型</a:t>
            </a:r>
          </a:p>
        </p:txBody>
      </p:sp>
      <p:sp>
        <p:nvSpPr>
          <p:cNvPr id="13" name="PPAGENT_QA|within=agenda-card-0|role=body">
            <a:extLst xmlns:a="http://schemas.openxmlformats.org/drawingml/2006/main">
              <a:ext uri="{FF2B5EF4-FFF2-40B4-BE49-F238E27FC236}">
                <a16:creationId xmlns:a16="http://schemas.microsoft.com/office/drawing/2014/main" id="{1727A276-C2F9-4EBB-802F-0055CCE4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89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理解现状、约束与转向动因</a:t>
            </a:r>
          </a:p>
        </p:txBody>
      </p:sp>
      <p:sp>
        <p:nvSpPr>
          <p:cNvPr id="14" name="PPAGENT_QA|parent=agenda-card-1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DBAF2121-DB4A-453F-8145-3ED0CF5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5" name="PPAGENT_QA|within=agenda-card-1|role=number">
            <a:extLst xmlns:a="http://schemas.openxmlformats.org/drawingml/2006/main">
              <a:ext uri="{FF2B5EF4-FFF2-40B4-BE49-F238E27FC236}">
                <a16:creationId xmlns:a16="http://schemas.microsoft.com/office/drawing/2014/main" id="{4E97C897-140C-47BE-AEA4-1E6980A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PPAGENT_QA|within=agenda-card-1|role=label">
            <a:extLst xmlns:a="http://schemas.openxmlformats.org/drawingml/2006/main">
              <a:ext uri="{FF2B5EF4-FFF2-40B4-BE49-F238E27FC236}">
                <a16:creationId xmlns:a16="http://schemas.microsoft.com/office/drawing/2014/main" id="{49759A47-F5C6-4900-A859-0FF83617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核心框架</a:t>
            </a:r>
          </a:p>
        </p:txBody>
      </p:sp>
      <p:sp>
        <p:nvSpPr>
          <p:cNvPr id="17" name="PPAGENT_QA|within=agenda-card-1|role=body">
            <a:extLst xmlns:a="http://schemas.openxmlformats.org/drawingml/2006/main">
              <a:ext uri="{FF2B5EF4-FFF2-40B4-BE49-F238E27FC236}">
                <a16:creationId xmlns:a16="http://schemas.microsoft.com/office/drawing/2014/main" id="{E019A87D-074E-4106-BA26-2951FCF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289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明确整套方案的组织方式</a:t>
            </a:r>
          </a:p>
        </p:txBody>
      </p:sp>
      <p:sp>
        <p:nvSpPr>
          <p:cNvPr id="18" name="PPAGENT_QA|parent=agenda-card-2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99A9B53F-0221-4714-96AA-FFB9AA8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9" name="PPAGENT_QA|within=agenda-card-2|role=number">
            <a:extLst xmlns:a="http://schemas.openxmlformats.org/drawingml/2006/main">
              <a:ext uri="{FF2B5EF4-FFF2-40B4-BE49-F238E27FC236}">
                <a16:creationId xmlns:a16="http://schemas.microsoft.com/office/drawing/2014/main" id="{367712DF-2D9B-4B96-B897-6E0E982A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PPAGENT_QA|within=agenda-card-2|role=label">
            <a:extLst xmlns:a="http://schemas.openxmlformats.org/drawingml/2006/main">
              <a:ext uri="{FF2B5EF4-FFF2-40B4-BE49-F238E27FC236}">
                <a16:creationId xmlns:a16="http://schemas.microsoft.com/office/drawing/2014/main" id="{D363E403-CD38-4B08-BB24-D00DA3E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实践路径</a:t>
            </a:r>
          </a:p>
        </p:txBody>
      </p:sp>
      <p:sp>
        <p:nvSpPr>
          <p:cNvPr id="21" name="PPAGENT_QA|within=agenda-card-2|role=body">
            <a:extLst xmlns:a="http://schemas.openxmlformats.org/drawingml/2006/main">
              <a:ext uri="{FF2B5EF4-FFF2-40B4-BE49-F238E27FC236}">
                <a16:creationId xmlns:a16="http://schemas.microsoft.com/office/drawing/2014/main" id="{5043A910-517A-4AAC-99E0-04A00C6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289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说明方案如何逐步落地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 · 4 项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PPAGENT_QA|parent=agenda-card-0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4CE87E65-97DC-4CC4-BA58-B6F4BBD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528888" cy="3429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1" name="PPAGENT_QA|within=agenda-card-0|role=number">
            <a:extLst xmlns:a="http://schemas.openxmlformats.org/drawingml/2006/main">
              <a:ext uri="{FF2B5EF4-FFF2-40B4-BE49-F238E27FC236}">
                <a16:creationId xmlns:a16="http://schemas.microsoft.com/office/drawing/2014/main" id="{5E4A2FAC-A996-41B8-9B2F-94D0F0F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185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PPAGENT_QA|within=agenda-card-0|role=label">
            <a:extLst xmlns:a="http://schemas.openxmlformats.org/drawingml/2006/main">
              <a:ext uri="{FF2B5EF4-FFF2-40B4-BE49-F238E27FC236}">
                <a16:creationId xmlns:a16="http://schemas.microsoft.com/office/drawing/2014/main" id="{3333C127-C44C-46A8-8426-25B1438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困境与转型</a:t>
            </a:r>
          </a:p>
        </p:txBody>
      </p:sp>
      <p:sp>
        <p:nvSpPr>
          <p:cNvPr id="13" name="PPAGENT_QA|within=agenda-card-0|role=body">
            <a:extLst xmlns:a="http://schemas.openxmlformats.org/drawingml/2006/main">
              <a:ext uri="{FF2B5EF4-FFF2-40B4-BE49-F238E27FC236}">
                <a16:creationId xmlns:a16="http://schemas.microsoft.com/office/drawing/2014/main" id="{0C51FA5A-2A2F-4067-B86C-034B4338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185988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理解现状、约束与转向动因</a:t>
            </a:r>
          </a:p>
        </p:txBody>
      </p:sp>
      <p:sp>
        <p:nvSpPr>
          <p:cNvPr id="14" name="PPAGENT_QA|parent=agenda-card-1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E66C6D06-CAA9-4306-ACB5-2C0B99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209800"/>
            <a:ext cx="2528888" cy="3429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5" name="PPAGENT_QA|within=agenda-card-1|role=number">
            <a:extLst xmlns:a="http://schemas.openxmlformats.org/drawingml/2006/main">
              <a:ext uri="{FF2B5EF4-FFF2-40B4-BE49-F238E27FC236}">
                <a16:creationId xmlns:a16="http://schemas.microsoft.com/office/drawing/2014/main" id="{FD1CF07E-3C88-42B4-8E4F-5F3B2CC6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343150"/>
            <a:ext cx="2185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PPAGENT_QA|within=agenda-card-1|role=label">
            <a:extLst xmlns:a="http://schemas.openxmlformats.org/drawingml/2006/main">
              <a:ext uri="{FF2B5EF4-FFF2-40B4-BE49-F238E27FC236}">
                <a16:creationId xmlns:a16="http://schemas.microsoft.com/office/drawing/2014/main" id="{957F92A1-B5F2-44AC-B08D-50FAC32B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核心框架</a:t>
            </a:r>
          </a:p>
        </p:txBody>
      </p:sp>
      <p:sp>
        <p:nvSpPr>
          <p:cNvPr id="17" name="PPAGENT_QA|within=agenda-card-1|role=body">
            <a:extLst xmlns:a="http://schemas.openxmlformats.org/drawingml/2006/main">
              <a:ext uri="{FF2B5EF4-FFF2-40B4-BE49-F238E27FC236}">
                <a16:creationId xmlns:a16="http://schemas.microsoft.com/office/drawing/2014/main" id="{7BDED40E-677B-45F1-8DD0-5972931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3409950"/>
            <a:ext cx="2185988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明确整套方案的组织方式</a:t>
            </a:r>
          </a:p>
        </p:txBody>
      </p:sp>
      <p:sp>
        <p:nvSpPr>
          <p:cNvPr id="18" name="PPAGENT_QA|parent=agenda-card-2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9DB92A0A-B176-4459-9E06-080396AC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528888" cy="3429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9" name="PPAGENT_QA|within=agenda-card-2|role=number">
            <a:extLst xmlns:a="http://schemas.openxmlformats.org/drawingml/2006/main">
              <a:ext uri="{FF2B5EF4-FFF2-40B4-BE49-F238E27FC236}">
                <a16:creationId xmlns:a16="http://schemas.microsoft.com/office/drawing/2014/main" id="{E9F68E44-EE92-47B8-81FE-92350B5E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43150"/>
            <a:ext cx="2185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PPAGENT_QA|within=agenda-card-2|role=label">
            <a:extLst xmlns:a="http://schemas.openxmlformats.org/drawingml/2006/main">
              <a:ext uri="{FF2B5EF4-FFF2-40B4-BE49-F238E27FC236}">
                <a16:creationId xmlns:a16="http://schemas.microsoft.com/office/drawing/2014/main" id="{CB92C96C-B5C0-4A01-8D63-C890AA7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实践路径</a:t>
            </a:r>
          </a:p>
        </p:txBody>
      </p:sp>
      <p:sp>
        <p:nvSpPr>
          <p:cNvPr id="21" name="PPAGENT_QA|within=agenda-card-2|role=body">
            <a:extLst xmlns:a="http://schemas.openxmlformats.org/drawingml/2006/main">
              <a:ext uri="{FF2B5EF4-FFF2-40B4-BE49-F238E27FC236}">
                <a16:creationId xmlns:a16="http://schemas.microsoft.com/office/drawing/2014/main" id="{37731E6C-2772-477F-B04C-16690AA0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9950"/>
            <a:ext cx="2185988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说明方案如何逐步落地</a:t>
            </a:r>
          </a:p>
        </p:txBody>
      </p:sp>
      <p:sp>
        <p:nvSpPr>
          <p:cNvPr id="22" name="PPAGENT_QA|parent=agenda-card-3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8C55BEC1-D71E-406E-B710-42449C3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2209800"/>
            <a:ext cx="2528888" cy="3429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3" name="PPAGENT_QA|within=agenda-card-3|role=number">
            <a:extLst xmlns:a="http://schemas.openxmlformats.org/drawingml/2006/main">
              <a:ext uri="{FF2B5EF4-FFF2-40B4-BE49-F238E27FC236}">
                <a16:creationId xmlns:a16="http://schemas.microsoft.com/office/drawing/2014/main" id="{396C7376-62E6-4154-9EB4-D017AB32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43150"/>
            <a:ext cx="2185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PAGENT_QA|within=agenda-card-3|role=label">
            <a:extLst xmlns:a="http://schemas.openxmlformats.org/drawingml/2006/main">
              <a:ext uri="{FF2B5EF4-FFF2-40B4-BE49-F238E27FC236}">
                <a16:creationId xmlns:a16="http://schemas.microsoft.com/office/drawing/2014/main" id="{6D89A4C4-A6E2-4D65-AA15-4A8F7355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8003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25" name="PPAGENT_QA|within=agenda-card-3|role=body">
            <a:extLst xmlns:a="http://schemas.openxmlformats.org/drawingml/2006/main">
              <a:ext uri="{FF2B5EF4-FFF2-40B4-BE49-F238E27FC236}">
                <a16:creationId xmlns:a16="http://schemas.microsoft.com/office/drawing/2014/main" id="{D7717C53-3E2C-4E0A-9476-6D1C00F8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409950"/>
            <a:ext cx="2185988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解释稳定运行所需条件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 · 5 项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PPAGENT_QA|parent=agenda-card-0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AAB71D43-BA80-4DAC-8C06-7FA1740C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1" name="PPAGENT_QA|within=agenda-card-0|role=number">
            <a:extLst xmlns:a="http://schemas.openxmlformats.org/drawingml/2006/main">
              <a:ext uri="{FF2B5EF4-FFF2-40B4-BE49-F238E27FC236}">
                <a16:creationId xmlns:a16="http://schemas.microsoft.com/office/drawing/2014/main" id="{402E0D8D-DFC7-469D-B119-C27076D0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PPAGENT_QA|within=agenda-card-0|role=label">
            <a:extLst xmlns:a="http://schemas.openxmlformats.org/drawingml/2006/main">
              <a:ext uri="{FF2B5EF4-FFF2-40B4-BE49-F238E27FC236}">
                <a16:creationId xmlns:a16="http://schemas.microsoft.com/office/drawing/2014/main" id="{8F99E61D-6BF2-4D57-A654-CA638F74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困境与转型</a:t>
            </a:r>
          </a:p>
        </p:txBody>
      </p:sp>
      <p:sp>
        <p:nvSpPr>
          <p:cNvPr id="13" name="PPAGENT_QA|within=agenda-card-0|role=body">
            <a:extLst xmlns:a="http://schemas.openxmlformats.org/drawingml/2006/main">
              <a:ext uri="{FF2B5EF4-FFF2-40B4-BE49-F238E27FC236}">
                <a16:creationId xmlns:a16="http://schemas.microsoft.com/office/drawing/2014/main" id="{0115EDB9-E4CC-456F-A22F-0B63FBBF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理解现状、约束与转向动因</a:t>
            </a:r>
          </a:p>
        </p:txBody>
      </p:sp>
      <p:sp>
        <p:nvSpPr>
          <p:cNvPr id="14" name="PPAGENT_QA|parent=agenda-card-1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66EFBB3D-EB25-4935-9499-B759FBB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5" name="PPAGENT_QA|within=agenda-card-1|role=number">
            <a:extLst xmlns:a="http://schemas.openxmlformats.org/drawingml/2006/main">
              <a:ext uri="{FF2B5EF4-FFF2-40B4-BE49-F238E27FC236}">
                <a16:creationId xmlns:a16="http://schemas.microsoft.com/office/drawing/2014/main" id="{5CAC8BBA-AF8C-43A1-B503-1294FA22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PPAGENT_QA|within=agenda-card-1|role=label">
            <a:extLst xmlns:a="http://schemas.openxmlformats.org/drawingml/2006/main">
              <a:ext uri="{FF2B5EF4-FFF2-40B4-BE49-F238E27FC236}">
                <a16:creationId xmlns:a16="http://schemas.microsoft.com/office/drawing/2014/main" id="{9F185C1D-D842-496D-9B51-E4C878B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核心框架</a:t>
            </a:r>
          </a:p>
        </p:txBody>
      </p:sp>
      <p:sp>
        <p:nvSpPr>
          <p:cNvPr id="17" name="PPAGENT_QA|within=agenda-card-1|role=body">
            <a:extLst xmlns:a="http://schemas.openxmlformats.org/drawingml/2006/main">
              <a:ext uri="{FF2B5EF4-FFF2-40B4-BE49-F238E27FC236}">
                <a16:creationId xmlns:a16="http://schemas.microsoft.com/office/drawing/2014/main" id="{EE63BF1F-9BC3-41D7-AF1B-7D1BE14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明确整套方案的组织方式</a:t>
            </a:r>
          </a:p>
        </p:txBody>
      </p:sp>
      <p:sp>
        <p:nvSpPr>
          <p:cNvPr id="18" name="PPAGENT_QA|parent=agenda-card-2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07DB3C20-A269-4945-9790-5CBA895F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9" name="PPAGENT_QA|within=agenda-card-2|role=number">
            <a:extLst xmlns:a="http://schemas.openxmlformats.org/drawingml/2006/main">
              <a:ext uri="{FF2B5EF4-FFF2-40B4-BE49-F238E27FC236}">
                <a16:creationId xmlns:a16="http://schemas.microsoft.com/office/drawing/2014/main" id="{2745D479-DA9D-4A4A-8F96-1437E912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PPAGENT_QA|within=agenda-card-2|role=label">
            <a:extLst xmlns:a="http://schemas.openxmlformats.org/drawingml/2006/main">
              <a:ext uri="{FF2B5EF4-FFF2-40B4-BE49-F238E27FC236}">
                <a16:creationId xmlns:a16="http://schemas.microsoft.com/office/drawing/2014/main" id="{32449F15-09AD-4BC9-B59C-DA90F48E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实践路径</a:t>
            </a:r>
          </a:p>
        </p:txBody>
      </p:sp>
      <p:sp>
        <p:nvSpPr>
          <p:cNvPr id="21" name="PPAGENT_QA|within=agenda-card-2|role=body">
            <a:extLst xmlns:a="http://schemas.openxmlformats.org/drawingml/2006/main">
              <a:ext uri="{FF2B5EF4-FFF2-40B4-BE49-F238E27FC236}">
                <a16:creationId xmlns:a16="http://schemas.microsoft.com/office/drawing/2014/main" id="{F937AFBE-1917-4223-A60E-2BDF9424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说明方案如何逐步落地</a:t>
            </a:r>
          </a:p>
        </p:txBody>
      </p:sp>
      <p:sp>
        <p:nvSpPr>
          <p:cNvPr id="22" name="PPAGENT_QA|parent=agenda-card-3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E836A7D6-BA06-4E3F-A234-C6C418B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195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3" name="PPAGENT_QA|within=agenda-card-3|role=number">
            <a:extLst xmlns:a="http://schemas.openxmlformats.org/drawingml/2006/main">
              <a:ext uri="{FF2B5EF4-FFF2-40B4-BE49-F238E27FC236}">
                <a16:creationId xmlns:a16="http://schemas.microsoft.com/office/drawing/2014/main" id="{81018313-610A-4C67-AC6B-9835A968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1529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PAGENT_QA|within=agenda-card-3|role=label">
            <a:extLst xmlns:a="http://schemas.openxmlformats.org/drawingml/2006/main">
              <a:ext uri="{FF2B5EF4-FFF2-40B4-BE49-F238E27FC236}">
                <a16:creationId xmlns:a16="http://schemas.microsoft.com/office/drawing/2014/main" id="{BDAE54AA-DA4F-4CA7-A508-97961858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25" name="PPAGENT_QA|within=agenda-card-3|role=body">
            <a:extLst xmlns:a="http://schemas.openxmlformats.org/drawingml/2006/main">
              <a:ext uri="{FF2B5EF4-FFF2-40B4-BE49-F238E27FC236}">
                <a16:creationId xmlns:a16="http://schemas.microsoft.com/office/drawing/2014/main" id="{4226778A-2F03-4A35-A885-515EC650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9110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解释稳定运行所需条件</a:t>
            </a:r>
          </a:p>
        </p:txBody>
      </p:sp>
      <p:sp>
        <p:nvSpPr>
          <p:cNvPr id="26" name="PPAGENT_QA|parent=agenda-card-4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8D3CFE11-0E02-4666-9CF6-F93426F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7" name="PPAGENT_QA|within=agenda-card-4|role=number">
            <a:extLst xmlns:a="http://schemas.openxmlformats.org/drawingml/2006/main">
              <a:ext uri="{FF2B5EF4-FFF2-40B4-BE49-F238E27FC236}">
                <a16:creationId xmlns:a16="http://schemas.microsoft.com/office/drawing/2014/main" id="{F548191C-C686-4967-A21E-9FE562D2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529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PPAGENT_QA|within=agenda-card-4|role=label">
            <a:extLst xmlns:a="http://schemas.openxmlformats.org/drawingml/2006/main">
              <a:ext uri="{FF2B5EF4-FFF2-40B4-BE49-F238E27FC236}">
                <a16:creationId xmlns:a16="http://schemas.microsoft.com/office/drawing/2014/main" id="{FB5D0C18-368D-4970-AAB6-36D7BDB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阶段成效</a:t>
            </a:r>
          </a:p>
        </p:txBody>
      </p:sp>
      <p:sp>
        <p:nvSpPr>
          <p:cNvPr id="29" name="PPAGENT_QA|within=agenda-card-4|role=body">
            <a:extLst xmlns:a="http://schemas.openxmlformats.org/drawingml/2006/main">
              <a:ext uri="{FF2B5EF4-FFF2-40B4-BE49-F238E27FC236}">
                <a16:creationId xmlns:a16="http://schemas.microsoft.com/office/drawing/2014/main" id="{1206A2A6-2470-4C2D-9E0B-33AD27A6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9110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呈现已经形成的核心结果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 · 6 项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PPAGENT_QA|parent=agenda-card-0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78A885F3-43A4-4613-88B0-A7458AC7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1" name="PPAGENT_QA|within=agenda-card-0|role=number">
            <a:extLst xmlns:a="http://schemas.openxmlformats.org/drawingml/2006/main">
              <a:ext uri="{FF2B5EF4-FFF2-40B4-BE49-F238E27FC236}">
                <a16:creationId xmlns:a16="http://schemas.microsoft.com/office/drawing/2014/main" id="{B80D0892-CF87-4FBC-A262-B3215B0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PPAGENT_QA|within=agenda-card-0|role=label">
            <a:extLst xmlns:a="http://schemas.openxmlformats.org/drawingml/2006/main">
              <a:ext uri="{FF2B5EF4-FFF2-40B4-BE49-F238E27FC236}">
                <a16:creationId xmlns:a16="http://schemas.microsoft.com/office/drawing/2014/main" id="{5CA4A37B-1C78-485E-A4BF-64EF3D7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困境与转型</a:t>
            </a:r>
          </a:p>
        </p:txBody>
      </p:sp>
      <p:sp>
        <p:nvSpPr>
          <p:cNvPr id="13" name="PPAGENT_QA|within=agenda-card-0|role=body">
            <a:extLst xmlns:a="http://schemas.openxmlformats.org/drawingml/2006/main">
              <a:ext uri="{FF2B5EF4-FFF2-40B4-BE49-F238E27FC236}">
                <a16:creationId xmlns:a16="http://schemas.microsoft.com/office/drawing/2014/main" id="{B50C1F68-B4FF-4D2C-B5B0-2B09F7B5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理解现状、约束与转向动因</a:t>
            </a:r>
          </a:p>
        </p:txBody>
      </p:sp>
      <p:sp>
        <p:nvSpPr>
          <p:cNvPr id="14" name="PPAGENT_QA|parent=agenda-card-1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5CDFDCB7-F6F1-404D-B918-712103C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5" name="PPAGENT_QA|within=agenda-card-1|role=number">
            <a:extLst xmlns:a="http://schemas.openxmlformats.org/drawingml/2006/main">
              <a:ext uri="{FF2B5EF4-FFF2-40B4-BE49-F238E27FC236}">
                <a16:creationId xmlns:a16="http://schemas.microsoft.com/office/drawing/2014/main" id="{0F14034C-9447-4A01-82B4-98569E53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PPAGENT_QA|within=agenda-card-1|role=label">
            <a:extLst xmlns:a="http://schemas.openxmlformats.org/drawingml/2006/main">
              <a:ext uri="{FF2B5EF4-FFF2-40B4-BE49-F238E27FC236}">
                <a16:creationId xmlns:a16="http://schemas.microsoft.com/office/drawing/2014/main" id="{2E32046C-7927-42F6-B99D-5CCE2EB2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核心框架</a:t>
            </a:r>
          </a:p>
        </p:txBody>
      </p:sp>
      <p:sp>
        <p:nvSpPr>
          <p:cNvPr id="17" name="PPAGENT_QA|within=agenda-card-1|role=body">
            <a:extLst xmlns:a="http://schemas.openxmlformats.org/drawingml/2006/main">
              <a:ext uri="{FF2B5EF4-FFF2-40B4-BE49-F238E27FC236}">
                <a16:creationId xmlns:a16="http://schemas.microsoft.com/office/drawing/2014/main" id="{4B7DE0B4-E276-40E6-9B31-69DC78AC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明确整套方案的组织方式</a:t>
            </a:r>
          </a:p>
        </p:txBody>
      </p:sp>
      <p:sp>
        <p:nvSpPr>
          <p:cNvPr id="18" name="PPAGENT_QA|parent=agenda-card-2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2D17CA79-095C-41C7-A33D-3D9DE55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9" name="PPAGENT_QA|within=agenda-card-2|role=number">
            <a:extLst xmlns:a="http://schemas.openxmlformats.org/drawingml/2006/main">
              <a:ext uri="{FF2B5EF4-FFF2-40B4-BE49-F238E27FC236}">
                <a16:creationId xmlns:a16="http://schemas.microsoft.com/office/drawing/2014/main" id="{C28A766C-3244-415D-A1B3-61F982A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PPAGENT_QA|within=agenda-card-2|role=label">
            <a:extLst xmlns:a="http://schemas.openxmlformats.org/drawingml/2006/main">
              <a:ext uri="{FF2B5EF4-FFF2-40B4-BE49-F238E27FC236}">
                <a16:creationId xmlns:a16="http://schemas.microsoft.com/office/drawing/2014/main" id="{AEE0AF32-63C3-426C-A97E-8E05C561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实践路径</a:t>
            </a:r>
          </a:p>
        </p:txBody>
      </p:sp>
      <p:sp>
        <p:nvSpPr>
          <p:cNvPr id="21" name="PPAGENT_QA|within=agenda-card-2|role=body">
            <a:extLst xmlns:a="http://schemas.openxmlformats.org/drawingml/2006/main">
              <a:ext uri="{FF2B5EF4-FFF2-40B4-BE49-F238E27FC236}">
                <a16:creationId xmlns:a16="http://schemas.microsoft.com/office/drawing/2014/main" id="{CA72BC3F-6399-4EEC-981F-D096BDA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说明方案如何逐步落地</a:t>
            </a:r>
          </a:p>
        </p:txBody>
      </p:sp>
      <p:sp>
        <p:nvSpPr>
          <p:cNvPr id="22" name="PPAGENT_QA|parent=agenda-card-3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A01E25B4-D9DE-4885-A64B-DD4B8B0A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3" name="PPAGENT_QA|within=agenda-card-3|role=number">
            <a:extLst xmlns:a="http://schemas.openxmlformats.org/drawingml/2006/main">
              <a:ext uri="{FF2B5EF4-FFF2-40B4-BE49-F238E27FC236}">
                <a16:creationId xmlns:a16="http://schemas.microsoft.com/office/drawing/2014/main" id="{B5E252EB-012D-44AF-B29C-31CE6AC1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PAGENT_QA|within=agenda-card-3|role=label">
            <a:extLst xmlns:a="http://schemas.openxmlformats.org/drawingml/2006/main">
              <a:ext uri="{FF2B5EF4-FFF2-40B4-BE49-F238E27FC236}">
                <a16:creationId xmlns:a16="http://schemas.microsoft.com/office/drawing/2014/main" id="{DBD2E0D9-8DAA-4612-B986-42C311A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25" name="PPAGENT_QA|within=agenda-card-3|role=body">
            <a:extLst xmlns:a="http://schemas.openxmlformats.org/drawingml/2006/main">
              <a:ext uri="{FF2B5EF4-FFF2-40B4-BE49-F238E27FC236}">
                <a16:creationId xmlns:a16="http://schemas.microsoft.com/office/drawing/2014/main" id="{ACC9DF4A-DA85-4094-A69F-F74CBC6A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解释稳定运行所需条件</a:t>
            </a:r>
          </a:p>
        </p:txBody>
      </p:sp>
      <p:sp>
        <p:nvSpPr>
          <p:cNvPr id="26" name="PPAGENT_QA|parent=agenda-card-4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A42477BF-F703-4F82-AD5D-6A340A84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7" name="PPAGENT_QA|within=agenda-card-4|role=number">
            <a:extLst xmlns:a="http://schemas.openxmlformats.org/drawingml/2006/main">
              <a:ext uri="{FF2B5EF4-FFF2-40B4-BE49-F238E27FC236}">
                <a16:creationId xmlns:a16="http://schemas.microsoft.com/office/drawing/2014/main" id="{000818F7-3D31-45E6-BAC0-F7EE01D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PPAGENT_QA|within=agenda-card-4|role=label">
            <a:extLst xmlns:a="http://schemas.openxmlformats.org/drawingml/2006/main">
              <a:ext uri="{FF2B5EF4-FFF2-40B4-BE49-F238E27FC236}">
                <a16:creationId xmlns:a16="http://schemas.microsoft.com/office/drawing/2014/main" id="{F0AFF63E-D1E0-4D21-9543-AE47E80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阶段成效</a:t>
            </a:r>
          </a:p>
        </p:txBody>
      </p:sp>
      <p:sp>
        <p:nvSpPr>
          <p:cNvPr id="29" name="PPAGENT_QA|within=agenda-card-4|role=body">
            <a:extLst xmlns:a="http://schemas.openxmlformats.org/drawingml/2006/main">
              <a:ext uri="{FF2B5EF4-FFF2-40B4-BE49-F238E27FC236}">
                <a16:creationId xmlns:a16="http://schemas.microsoft.com/office/drawing/2014/main" id="{0B36827E-D175-4DAB-92E5-14562BC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9110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呈现已经形成的核心结果</a:t>
            </a:r>
          </a:p>
        </p:txBody>
      </p:sp>
      <p:sp>
        <p:nvSpPr>
          <p:cNvPr id="30" name="PPAGENT_QA|parent=agenda-card-5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E0533C50-7C3C-4ACD-BD1E-2C55E36D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95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31" name="PPAGENT_QA|within=agenda-card-5|role=number">
            <a:extLst xmlns:a="http://schemas.openxmlformats.org/drawingml/2006/main">
              <a:ext uri="{FF2B5EF4-FFF2-40B4-BE49-F238E27FC236}">
                <a16:creationId xmlns:a16="http://schemas.microsoft.com/office/drawing/2014/main" id="{65A1B7DF-667B-4589-87E9-5B34590F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PPAGENT_QA|within=agenda-card-5|role=label">
            <a:extLst xmlns:a="http://schemas.openxmlformats.org/drawingml/2006/main">
              <a:ext uri="{FF2B5EF4-FFF2-40B4-BE49-F238E27FC236}">
                <a16:creationId xmlns:a16="http://schemas.microsoft.com/office/drawing/2014/main" id="{9E1DE12B-FA14-46E6-9506-02FB4BD1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风险边界</a:t>
            </a:r>
          </a:p>
        </p:txBody>
      </p:sp>
      <p:sp>
        <p:nvSpPr>
          <p:cNvPr id="33" name="PPAGENT_QA|within=agenda-card-5|role=body">
            <a:extLst xmlns:a="http://schemas.openxmlformats.org/drawingml/2006/main">
              <a:ext uri="{FF2B5EF4-FFF2-40B4-BE49-F238E27FC236}">
                <a16:creationId xmlns:a16="http://schemas.microsoft.com/office/drawing/2014/main" id="{FC6C3D79-5C55-4264-B191-AA32D9F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9110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交代适用范围与限制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 · 7 项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PPAGENT_QA|parent=agenda-card-0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096A9BDF-89A2-468A-9EBF-A37849B8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1" name="PPAGENT_QA|within=agenda-card-0|role=number">
            <a:extLst xmlns:a="http://schemas.openxmlformats.org/drawingml/2006/main">
              <a:ext uri="{FF2B5EF4-FFF2-40B4-BE49-F238E27FC236}">
                <a16:creationId xmlns:a16="http://schemas.microsoft.com/office/drawing/2014/main" id="{9A4BAB9A-85D8-4130-8B95-84C36B7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PPAGENT_QA|within=agenda-card-0|role=label">
            <a:extLst xmlns:a="http://schemas.openxmlformats.org/drawingml/2006/main">
              <a:ext uri="{FF2B5EF4-FFF2-40B4-BE49-F238E27FC236}">
                <a16:creationId xmlns:a16="http://schemas.microsoft.com/office/drawing/2014/main" id="{3712BEC2-6CC8-481F-9422-7AAF24CB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困境与转型</a:t>
            </a:r>
          </a:p>
        </p:txBody>
      </p:sp>
      <p:sp>
        <p:nvSpPr>
          <p:cNvPr id="13" name="PPAGENT_QA|within=agenda-card-0|role=body">
            <a:extLst xmlns:a="http://schemas.openxmlformats.org/drawingml/2006/main">
              <a:ext uri="{FF2B5EF4-FFF2-40B4-BE49-F238E27FC236}">
                <a16:creationId xmlns:a16="http://schemas.microsoft.com/office/drawing/2014/main" id="{E58BAB34-0BA2-44A7-A931-315612BF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理解现状、约束与转向动因</a:t>
            </a:r>
          </a:p>
        </p:txBody>
      </p:sp>
      <p:sp>
        <p:nvSpPr>
          <p:cNvPr id="14" name="PPAGENT_QA|parent=agenda-card-1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543EEC4A-AA68-45D6-9361-3CD9121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82880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5" name="PPAGENT_QA|within=agenda-card-1|role=number">
            <a:extLst xmlns:a="http://schemas.openxmlformats.org/drawingml/2006/main">
              <a:ext uri="{FF2B5EF4-FFF2-40B4-BE49-F238E27FC236}">
                <a16:creationId xmlns:a16="http://schemas.microsoft.com/office/drawing/2014/main" id="{26780EE2-AEB5-4A79-B3C7-01CBBBD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196215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PPAGENT_QA|within=agenda-card-1|role=label">
            <a:extLst xmlns:a="http://schemas.openxmlformats.org/drawingml/2006/main">
              <a:ext uri="{FF2B5EF4-FFF2-40B4-BE49-F238E27FC236}">
                <a16:creationId xmlns:a16="http://schemas.microsoft.com/office/drawing/2014/main" id="{C9782E08-F654-405B-B786-AD2555D6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核心框架</a:t>
            </a:r>
          </a:p>
        </p:txBody>
      </p:sp>
      <p:sp>
        <p:nvSpPr>
          <p:cNvPr id="17" name="PPAGENT_QA|within=agenda-card-1|role=body">
            <a:extLst xmlns:a="http://schemas.openxmlformats.org/drawingml/2006/main">
              <a:ext uri="{FF2B5EF4-FFF2-40B4-BE49-F238E27FC236}">
                <a16:creationId xmlns:a16="http://schemas.microsoft.com/office/drawing/2014/main" id="{1D9131AB-8F6C-4924-A4F1-74FD8B25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80035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明确整套方案的组织方式</a:t>
            </a:r>
          </a:p>
        </p:txBody>
      </p:sp>
      <p:sp>
        <p:nvSpPr>
          <p:cNvPr id="18" name="PPAGENT_QA|parent=agenda-card-2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B87ECAD6-7B3E-4227-BB6F-4BDF50DD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2880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19" name="PPAGENT_QA|within=agenda-card-2|role=number">
            <a:extLst xmlns:a="http://schemas.openxmlformats.org/drawingml/2006/main">
              <a:ext uri="{FF2B5EF4-FFF2-40B4-BE49-F238E27FC236}">
                <a16:creationId xmlns:a16="http://schemas.microsoft.com/office/drawing/2014/main" id="{1810F3D0-6C1C-4792-B0B3-19B23E5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PPAGENT_QA|within=agenda-card-2|role=label">
            <a:extLst xmlns:a="http://schemas.openxmlformats.org/drawingml/2006/main">
              <a:ext uri="{FF2B5EF4-FFF2-40B4-BE49-F238E27FC236}">
                <a16:creationId xmlns:a16="http://schemas.microsoft.com/office/drawing/2014/main" id="{325DC6D3-8915-4E6C-94FE-032D4858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实践路径</a:t>
            </a:r>
          </a:p>
        </p:txBody>
      </p:sp>
      <p:sp>
        <p:nvSpPr>
          <p:cNvPr id="21" name="PPAGENT_QA|within=agenda-card-2|role=body">
            <a:extLst xmlns:a="http://schemas.openxmlformats.org/drawingml/2006/main">
              <a:ext uri="{FF2B5EF4-FFF2-40B4-BE49-F238E27FC236}">
                <a16:creationId xmlns:a16="http://schemas.microsoft.com/office/drawing/2014/main" id="{0AFE3395-07AA-4B6C-82E7-83035C8C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035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说明方案如何逐步落地</a:t>
            </a:r>
          </a:p>
        </p:txBody>
      </p:sp>
      <p:sp>
        <p:nvSpPr>
          <p:cNvPr id="22" name="PPAGENT_QA|parent=agenda-card-3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44BCA7DB-047B-4ECB-9E94-6F5EA659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182880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3" name="PPAGENT_QA|within=agenda-card-3|role=number">
            <a:extLst xmlns:a="http://schemas.openxmlformats.org/drawingml/2006/main">
              <a:ext uri="{FF2B5EF4-FFF2-40B4-BE49-F238E27FC236}">
                <a16:creationId xmlns:a16="http://schemas.microsoft.com/office/drawing/2014/main" id="{F8EFAF8E-4C3A-471B-BE05-36B8B50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96215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PAGENT_QA|within=agenda-card-3|role=label">
            <a:extLst xmlns:a="http://schemas.openxmlformats.org/drawingml/2006/main">
              <a:ext uri="{FF2B5EF4-FFF2-40B4-BE49-F238E27FC236}">
                <a16:creationId xmlns:a16="http://schemas.microsoft.com/office/drawing/2014/main" id="{E5B266ED-1ED4-401F-8B60-326B6022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3050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25" name="PPAGENT_QA|within=agenda-card-3|role=body">
            <a:extLst xmlns:a="http://schemas.openxmlformats.org/drawingml/2006/main">
              <a:ext uri="{FF2B5EF4-FFF2-40B4-BE49-F238E27FC236}">
                <a16:creationId xmlns:a16="http://schemas.microsoft.com/office/drawing/2014/main" id="{AF422D1D-23A2-43DF-B77F-DC14E6B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0035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解释稳定运行所需条件</a:t>
            </a:r>
          </a:p>
        </p:txBody>
      </p:sp>
      <p:sp>
        <p:nvSpPr>
          <p:cNvPr id="26" name="PPAGENT_QA|parent=agenda-card-4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159A494A-E631-4F9C-B0C3-D2C9EF64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456" y="401955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27" name="PPAGENT_QA|within=agenda-card-4|role=number">
            <a:extLst xmlns:a="http://schemas.openxmlformats.org/drawingml/2006/main">
              <a:ext uri="{FF2B5EF4-FFF2-40B4-BE49-F238E27FC236}">
                <a16:creationId xmlns:a16="http://schemas.microsoft.com/office/drawing/2014/main" id="{56217807-2CAC-4BFD-99A4-06E9B98C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906" y="415290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PPAGENT_QA|within=agenda-card-4|role=label">
            <a:extLst xmlns:a="http://schemas.openxmlformats.org/drawingml/2006/main">
              <a:ext uri="{FF2B5EF4-FFF2-40B4-BE49-F238E27FC236}">
                <a16:creationId xmlns:a16="http://schemas.microsoft.com/office/drawing/2014/main" id="{82F2D1F3-0185-41DE-AAF1-23BBD69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906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阶段成效</a:t>
            </a:r>
          </a:p>
        </p:txBody>
      </p:sp>
      <p:sp>
        <p:nvSpPr>
          <p:cNvPr id="29" name="PPAGENT_QA|within=agenda-card-4|role=body">
            <a:extLst xmlns:a="http://schemas.openxmlformats.org/drawingml/2006/main">
              <a:ext uri="{FF2B5EF4-FFF2-40B4-BE49-F238E27FC236}">
                <a16:creationId xmlns:a16="http://schemas.microsoft.com/office/drawing/2014/main" id="{D002740E-6ECF-44FE-8E69-4CED2E95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906" y="499110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呈现已经形成的核心结果</a:t>
            </a:r>
          </a:p>
        </p:txBody>
      </p:sp>
      <p:sp>
        <p:nvSpPr>
          <p:cNvPr id="30" name="PPAGENT_QA|parent=agenda-card-5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72B2467A-D874-4F00-B682-075DE3A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269" y="401955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31" name="PPAGENT_QA|within=agenda-card-5|role=number">
            <a:extLst xmlns:a="http://schemas.openxmlformats.org/drawingml/2006/main">
              <a:ext uri="{FF2B5EF4-FFF2-40B4-BE49-F238E27FC236}">
                <a16:creationId xmlns:a16="http://schemas.microsoft.com/office/drawing/2014/main" id="{82E90FCE-BFC2-4706-94BA-8EC8187A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19" y="415290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PPAGENT_QA|within=agenda-card-5|role=label">
            <a:extLst xmlns:a="http://schemas.openxmlformats.org/drawingml/2006/main">
              <a:ext uri="{FF2B5EF4-FFF2-40B4-BE49-F238E27FC236}">
                <a16:creationId xmlns:a16="http://schemas.microsoft.com/office/drawing/2014/main" id="{0EEC03B5-A6AF-47AD-8681-2A4BC7DB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19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风险边界</a:t>
            </a:r>
          </a:p>
        </p:txBody>
      </p:sp>
      <p:sp>
        <p:nvSpPr>
          <p:cNvPr id="33" name="PPAGENT_QA|within=agenda-card-5|role=body">
            <a:extLst xmlns:a="http://schemas.openxmlformats.org/drawingml/2006/main">
              <a:ext uri="{FF2B5EF4-FFF2-40B4-BE49-F238E27FC236}">
                <a16:creationId xmlns:a16="http://schemas.microsoft.com/office/drawing/2014/main" id="{23FC2A8F-1988-4602-966D-8539933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19" y="499110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交代适用范围与限制</a:t>
            </a:r>
          </a:p>
        </p:txBody>
      </p:sp>
      <p:sp>
        <p:nvSpPr>
          <p:cNvPr id="34" name="PPAGENT_QA|parent=agenda-card-6|domains=agenda-card,agenda-content">
            <a:extLst xmlns:a="http://schemas.openxmlformats.org/drawingml/2006/main">
              <a:ext uri="{FF2B5EF4-FFF2-40B4-BE49-F238E27FC236}">
                <a16:creationId xmlns:a16="http://schemas.microsoft.com/office/drawing/2014/main" id="{FA57CC3F-0DA8-4105-90CC-1A42CC0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081" y="4019550"/>
            <a:ext cx="25574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0478">
            <a:solidFill>
              <a:srgbClr val="C9D9E8"/>
            </a:solidFill>
            <a:prstDash val="dash"/>
          </a:ln>
        </p:spPr>
      </p:sp>
      <p:sp>
        <p:nvSpPr>
          <p:cNvPr id="35" name="PPAGENT_QA|within=agenda-card-6|role=number">
            <a:extLst xmlns:a="http://schemas.openxmlformats.org/drawingml/2006/main">
              <a:ext uri="{FF2B5EF4-FFF2-40B4-BE49-F238E27FC236}">
                <a16:creationId xmlns:a16="http://schemas.microsoft.com/office/drawing/2014/main" id="{0C60C569-ECEA-4085-B8B5-A8A58F44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31" y="4152900"/>
            <a:ext cx="221456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859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6" name="PPAGENT_QA|within=agenda-card-6|role=label">
            <a:extLst xmlns:a="http://schemas.openxmlformats.org/drawingml/2006/main">
              <a:ext uri="{FF2B5EF4-FFF2-40B4-BE49-F238E27FC236}">
                <a16:creationId xmlns:a16="http://schemas.microsoft.com/office/drawing/2014/main" id="{BCD50310-DA1A-448A-93A6-69ADB029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31" y="449580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下一步行动</a:t>
            </a:r>
          </a:p>
        </p:txBody>
      </p:sp>
      <p:sp>
        <p:nvSpPr>
          <p:cNvPr id="37" name="PPAGENT_QA|within=agenda-card-6|role=body">
            <a:extLst xmlns:a="http://schemas.openxmlformats.org/drawingml/2006/main">
              <a:ext uri="{FF2B5EF4-FFF2-40B4-BE49-F238E27FC236}">
                <a16:creationId xmlns:a16="http://schemas.microsoft.com/office/drawing/2014/main" id="{1063E7CC-15B3-4B2A-A2FB-BDC20A0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31" y="4991100"/>
            <a:ext cx="221456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9"/>
                </a:solidFill>
                <a:latin typeface="Microsoft YaHei"/>
                <a:ea typeface="Microsoft YaHei"/>
                <a:cs typeface="Microsoft YaHei"/>
              </a:rPr>
              <a:t>给出后续推进与验证重点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2026-08-13T17:09:21.2840000Z</dcterms:created>
  <dcterms:modified xsi:type="dcterms:W3CDTF">2026-08-13T17:09:21.2840000Z</dcterms:modified>
</coreProperties>
</file>