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e6732d99543e2" /><Relationship Type="http://schemas.openxmlformats.org/officeDocument/2006/relationships/extended-properties" Target="/docProps/app.xml" Id="Rced3ed0eece640a4" /><Relationship Type="http://schemas.openxmlformats.org/officeDocument/2006/relationships/officeDocument" Target="/ppt/presentation.xml" Id="Rcc8499b31ea24f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efafebec34f6c"/>
    <p:sldMasterId xmlns:r="http://schemas.openxmlformats.org/officeDocument/2006/relationships" id="2147483660" r:id="R874937fb9ae54d41"/>
    <p:sldMasterId xmlns:r="http://schemas.openxmlformats.org/officeDocument/2006/relationships" id="2147483663" r:id="Rb59d550795d443df"/>
  </p:sldMasterIdLst>
  <p:notesMasterIdLst>
    <p:notesMasterId xmlns:r="http://schemas.openxmlformats.org/officeDocument/2006/relationships" r:id="R95abdd4209c14ba4"/>
  </p:notesMasterIdLst>
  <p:sldIdLst>
    <p:sldId xmlns:r="http://schemas.openxmlformats.org/officeDocument/2006/relationships" id="256" r:id="Ra63955b6d9a24818"/>
    <p:sldId xmlns:r="http://schemas.openxmlformats.org/officeDocument/2006/relationships" id="257" r:id="Rfa31b9e62cc94106"/>
    <p:sldId xmlns:r="http://schemas.openxmlformats.org/officeDocument/2006/relationships" id="258" r:id="Rb58f6312fcd645be"/>
    <p:sldId xmlns:r="http://schemas.openxmlformats.org/officeDocument/2006/relationships" id="259" r:id="Rbb9fa2912eb64592"/>
    <p:sldId xmlns:r="http://schemas.openxmlformats.org/officeDocument/2006/relationships" id="260" r:id="R64fea0ef4005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4f1d69b2e64bdc" /><Relationship Type="http://schemas.openxmlformats.org/officeDocument/2006/relationships/slideMaster" Target="/ppt/slideMasters/slideMaster1.xml" Id="R2e5efafebec34f6c" /><Relationship Type="http://schemas.openxmlformats.org/officeDocument/2006/relationships/slideMaster" Target="/ppt/slideMasters/slideMaster2.xml" Id="R874937fb9ae54d41" /><Relationship Type="http://schemas.openxmlformats.org/officeDocument/2006/relationships/slideMaster" Target="/ppt/slideMasters/slideMaster3.xml" Id="Rb59d550795d443df" /><Relationship Type="http://schemas.openxmlformats.org/officeDocument/2006/relationships/notesMaster" Target="/ppt/notesMasters/notesMaster1.xml" Id="R95abdd4209c14ba4" /><Relationship Type="http://schemas.openxmlformats.org/officeDocument/2006/relationships/presProps" Target="/ppt/presProps.xml" Id="Rff269bd097524a26" /><Relationship Type="http://schemas.openxmlformats.org/officeDocument/2006/relationships/viewProps" Target="/ppt/viewProps.xml" Id="R0e801f98397047d8" /><Relationship Type="http://schemas.openxmlformats.org/officeDocument/2006/relationships/tableStyles" Target="/ppt/tableStyles.xml" Id="Rfd42ac4d52b641b4" /><Relationship Type="http://schemas.openxmlformats.org/officeDocument/2006/relationships/slide" Target="/ppt/slides/slide1.xml" Id="Ra63955b6d9a24818" /><Relationship Type="http://schemas.openxmlformats.org/officeDocument/2006/relationships/slide" Target="/ppt/slides/slide2.xml" Id="Rfa31b9e62cc94106" /><Relationship Type="http://schemas.openxmlformats.org/officeDocument/2006/relationships/slide" Target="/ppt/slides/slide3.xml" Id="Rb58f6312fcd645be" /><Relationship Type="http://schemas.openxmlformats.org/officeDocument/2006/relationships/slide" Target="/ppt/slides/slide4.xml" Id="Rbb9fa2912eb64592" /><Relationship Type="http://schemas.openxmlformats.org/officeDocument/2006/relationships/slide" Target="/ppt/slides/slide5.xml" Id="R64fea0ef4005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e647d25782742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64745975414edd" /><Relationship Type="http://schemas.openxmlformats.org/officeDocument/2006/relationships/notesMaster" Target="/ppt/notesMasters/notesMaster1.xml" Id="Rc445feb0af8341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536f9042e4fe0" /><Relationship Type="http://schemas.openxmlformats.org/officeDocument/2006/relationships/notesMaster" Target="/ppt/notesMasters/notesMaster1.xml" Id="Re951fad59db846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735b9194b49d2" /><Relationship Type="http://schemas.openxmlformats.org/officeDocument/2006/relationships/notesMaster" Target="/ppt/notesMasters/notesMaster1.xml" Id="Rb7225b5ab38948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a0d89ee4b4198" /><Relationship Type="http://schemas.openxmlformats.org/officeDocument/2006/relationships/notesMaster" Target="/ppt/notesMasters/notesMaster1.xml" Id="Rd30967d1a755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1e6cf643d4c7c" /><Relationship Type="http://schemas.openxmlformats.org/officeDocument/2006/relationships/notesMaster" Target="/ppt/notesMasters/notesMaster1.xml" Id="R6f57c647af85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80af4f61a407c" /><Relationship Type="http://schemas.openxmlformats.org/officeDocument/2006/relationships/image" Target="/ppt/media/image.jpeg" Id="R18cd526cf1134b7d" /><Relationship Type="http://schemas.openxmlformats.org/officeDocument/2006/relationships/image" Target="/ppt/media/image.png" Id="R7de71c62297c4801" /><Relationship Type="http://schemas.openxmlformats.org/officeDocument/2006/relationships/image" Target="/ppt/media/image2.png" Id="R80ae886c8f9149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07d3664b74f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f3d5a435c4dfd" /><Relationship Type="http://schemas.openxmlformats.org/officeDocument/2006/relationships/image" Target="/ppt/media/image3.png" Id="R4f6f8627c6174a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154d574b14d3b" /><Relationship Type="http://schemas.openxmlformats.org/officeDocument/2006/relationships/image" Target="/ppt/media/image4.png" Id="R75f8cb4edc7049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244ffab2a47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43f2af79342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414dbad8f42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b663e949d4d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56834cfcc40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c30bd1849459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c2d4c0cb84b2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8d70e92ee74f8f" /><Relationship Type="http://schemas.openxmlformats.org/officeDocument/2006/relationships/image" Target="/ppt/media/image5.png" Id="R77ec643ea019434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b80a58bdc941a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698c0e315814c65" /><Relationship Type="http://schemas.openxmlformats.org/officeDocument/2006/relationships/image" Target="/ppt/media/image5.png" Id="R53b08cc5061241d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939b174395949d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d526cf1134b7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71c62297c480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e886c8f9149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9F660F93-C1E9-4148-A76F-82132A8D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f8627c6174ae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0789255-EFC8-4950-BCEA-2384ADE7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452F9B5-5910-4BDA-8AC3-195584B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390AD949-6432-4AD7-8316-632365F5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E176AB86-723B-430F-BEBF-BD6EB6DD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8cb4edc70497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891AE14-7CD6-469D-9F0B-C6D88C0A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FA4F5DB-1F5D-463E-AC39-D91F641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202771-F22F-4B65-96E3-732209663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1DC9D0F-6FDE-4676-AAB8-441B090A7D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D09E8FB-4AF9-42D9-9190-6C57BB7218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E8B48F3-338A-453F-ADC4-1B698617EFD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466FD20-FEBF-4175-A739-20E46DD28B1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08978A2-D62D-4C84-AE40-D97AAC726E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BF007B9-2DA0-48EA-9816-1D163CF17E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937F457-60BD-4202-AF25-91B49C338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6E7CA0-0757-4799-BA76-D773AEB4B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45B73C6-3423-4392-BA72-F11CB8303F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4C571A0-E89C-414A-94DE-81F55F5A8A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CEF6C29-037D-4488-BD77-8FB79C0CFB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8D04FEC-C315-4303-B6A1-904E1C4AEF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6AA745B-E102-4F57-B59A-E0D534CBB6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E8ACD77-0A51-4196-A8B5-5751F4234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BD59EA7-F5AC-4846-961A-4181011F1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EA1D0B7-01AF-473F-B4F2-8D4048C1EE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35C9B51-5C97-49E2-8283-3E1EBD7EE3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065E8C3-A603-4C17-95F7-60E29737A1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BA157B3-6C71-43CD-BD84-D5EF6453A7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38301C8-A732-4E21-B7FC-0B809398DB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CACB200-82F1-47E9-9355-AB8FB58F2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0D592E1-49FD-45AF-B44C-56985FD64FC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4074776-DFA0-4D9C-9407-41973632DF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66C40E8-C3F5-472F-B293-98178D1EC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05AF799-DFB2-4965-B871-F4F2202238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28EE84E-D108-4438-A91F-672A6EF09A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B00441-C5F3-4C92-8199-006E8FA20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DF37F33-229C-42A1-BCE2-888C9BD52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975C12-0E93-4742-BF09-7C06193B12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690B65-B7E2-49BD-87B4-2AFAD6C990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CCADEAF-7848-43DE-9442-99F6AB059A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61FFC40-2153-4E4A-861C-3359345B8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29601F8-516F-485A-90EF-6904422A33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37717A-4CC8-41DD-8E8B-A135BF3205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05DD8C2-AED0-4366-959F-A748D3189B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344BAA5-6C50-40F5-8B70-169ED7FA2E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c643ea019434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426827F-35E8-4C52-A2AE-9ADB3B1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C4A52D4-09E7-4B98-AC5D-9298D7EA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88769A4-3F3E-482F-B082-DA5DCFD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191E8DA-C9DD-4AA8-886B-FF6BD36A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08cc5061241d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43509EC-DECC-440F-A9C3-68FCCFEB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A8F9E7C-256D-42C2-9EF1-4EEE1754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86BEF3D-29F5-47B6-826D-E4BF3149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FD9E57F-C5C6-4284-99F9-D3A3DE78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813ff081f48dc" /><Relationship Type="http://schemas.openxmlformats.org/officeDocument/2006/relationships/slideLayout" Target="/ppt/slideLayouts/slideLayout1.xml" Id="R21d423a5628a4115" /><Relationship Type="http://schemas.openxmlformats.org/officeDocument/2006/relationships/slideLayout" Target="/ppt/slideLayouts/slideLayout2.xml" Id="R4c56d61ea307466e" /><Relationship Type="http://schemas.openxmlformats.org/officeDocument/2006/relationships/slideLayout" Target="/ppt/slideLayouts/slideLayout3.xml" Id="R9e5df30cb84c436d" /><Relationship Type="http://schemas.openxmlformats.org/officeDocument/2006/relationships/slideLayout" Target="/ppt/slideLayouts/slideLayout4.xml" Id="R9314eca36d51423a" /><Relationship Type="http://schemas.openxmlformats.org/officeDocument/2006/relationships/slideLayout" Target="/ppt/slideLayouts/slideLayout5.xml" Id="R19d3054dbf74471c" /><Relationship Type="http://schemas.openxmlformats.org/officeDocument/2006/relationships/slideLayout" Target="/ppt/slideLayouts/slideLayout6.xml" Id="R198e3ba17b3b49ef" /><Relationship Type="http://schemas.openxmlformats.org/officeDocument/2006/relationships/slideLayout" Target="/ppt/slideLayouts/slideLayout7.xml" Id="Rbcc1ba75c84940a8" /><Relationship Type="http://schemas.openxmlformats.org/officeDocument/2006/relationships/slideLayout" Target="/ppt/slideLayouts/slideLayout8.xml" Id="Re02c21f640a94122" /><Relationship Type="http://schemas.openxmlformats.org/officeDocument/2006/relationships/slideLayout" Target="/ppt/slideLayouts/slideLayout9.xml" Id="R9161c56b5e24445e" /><Relationship Type="http://schemas.openxmlformats.org/officeDocument/2006/relationships/slideLayout" Target="/ppt/slideLayouts/slideLayout10.xml" Id="Rd585c9f3596746d4" /><Relationship Type="http://schemas.openxmlformats.org/officeDocument/2006/relationships/slideLayout" Target="/ppt/slideLayouts/slideLayout11.xml" Id="R836daf750aac4cd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ada17acb7464c69" /><Relationship Type="http://schemas.openxmlformats.org/officeDocument/2006/relationships/slideLayout" Target="/ppt/slideLayouts/slideLayout12.xml" Id="R98dd109c301a4ba9" /><Relationship Type="http://schemas.openxmlformats.org/officeDocument/2006/relationships/slideLayout" Target="/ppt/slideLayouts/slideLayout13.xml" Id="R3b09f941ae7f478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58d3b10309d486e" /><Relationship Type="http://schemas.openxmlformats.org/officeDocument/2006/relationships/slideLayout" Target="/ppt/slideLayouts/slideLayout14.xml" Id="R65500303019148ef" /><Relationship Type="http://schemas.openxmlformats.org/officeDocument/2006/relationships/slideLayout" Target="/ppt/slideLayouts/slideLayout15.xml" Id="R4eff3ce586c34c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14DEA1-2A5E-4049-AD6E-710579E952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46A6E3-0EB7-434E-9D09-3EEA0EBE0E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D9CE35-A102-4622-85AF-FBFE729C20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592DF11-0EBF-4553-A79B-C2E5EBBCF3B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5FA406-6675-445E-8C94-2E5AD008F4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d423a5628a4115"/>
    <p:sldLayoutId xmlns:r="http://schemas.openxmlformats.org/officeDocument/2006/relationships" id="2147483650" r:id="R4c56d61ea307466e"/>
    <p:sldLayoutId xmlns:r="http://schemas.openxmlformats.org/officeDocument/2006/relationships" id="2147483651" r:id="R9e5df30cb84c436d"/>
    <p:sldLayoutId xmlns:r="http://schemas.openxmlformats.org/officeDocument/2006/relationships" id="2147483652" r:id="R9314eca36d51423a"/>
    <p:sldLayoutId xmlns:r="http://schemas.openxmlformats.org/officeDocument/2006/relationships" id="2147483653" r:id="R19d3054dbf74471c"/>
    <p:sldLayoutId xmlns:r="http://schemas.openxmlformats.org/officeDocument/2006/relationships" id="2147483654" r:id="R198e3ba17b3b49ef"/>
    <p:sldLayoutId xmlns:r="http://schemas.openxmlformats.org/officeDocument/2006/relationships" id="2147483655" r:id="Rbcc1ba75c84940a8"/>
    <p:sldLayoutId xmlns:r="http://schemas.openxmlformats.org/officeDocument/2006/relationships" id="2147483656" r:id="Re02c21f640a94122"/>
    <p:sldLayoutId xmlns:r="http://schemas.openxmlformats.org/officeDocument/2006/relationships" id="2147483657" r:id="R9161c56b5e24445e"/>
    <p:sldLayoutId xmlns:r="http://schemas.openxmlformats.org/officeDocument/2006/relationships" id="2147483658" r:id="Rd585c9f3596746d4"/>
    <p:sldLayoutId xmlns:r="http://schemas.openxmlformats.org/officeDocument/2006/relationships" id="2147483659" r:id="R836daf750aac4cd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312E17A-D251-4513-93B9-9D0F58BF1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962573-1AC5-4712-922C-5D2EC9F864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93BDD5-842F-48FD-9B1B-1B261F488E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0F6398A-BC3C-40ED-80B5-6917F6C3ED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3C26C2-FBC3-415F-A866-FF7D65B940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8dd109c301a4ba9"/>
    <p:sldLayoutId xmlns:r="http://schemas.openxmlformats.org/officeDocument/2006/relationships" id="2147483662" r:id="R3b09f941ae7f478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AC402A6-4FE2-4720-A69F-6A2B5C4CF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E3A51B8-2F2B-4BF4-A2E0-08A6AEED2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03231B-0E53-4DCC-87B7-5772383D9D0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12EFB76-3985-4439-8FCD-8AB989725D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5ECDE8-1D22-4A4B-A9AF-A933C9A40A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5500303019148ef"/>
    <p:sldLayoutId xmlns:r="http://schemas.openxmlformats.org/officeDocument/2006/relationships" id="2147483665" r:id="R4eff3ce586c34c3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50a19522a645d7" /><Relationship Type="http://schemas.openxmlformats.org/officeDocument/2006/relationships/notesSlide" Target="/ppt/notesSlides/notesSlide1.xml" Id="R6f0d808efbae4f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3c81deb01e4151" /><Relationship Type="http://schemas.openxmlformats.org/officeDocument/2006/relationships/notesSlide" Target="/ppt/notesSlides/notesSlide2.xml" Id="Rc7bdb7c3117141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3af7e07800457d" /><Relationship Type="http://schemas.openxmlformats.org/officeDocument/2006/relationships/notesSlide" Target="/ppt/notesSlides/notesSlide3.xml" Id="R1f87493bc23943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6cf0c9940445b3" /><Relationship Type="http://schemas.openxmlformats.org/officeDocument/2006/relationships/notesSlide" Target="/ppt/notesSlides/notesSlide4.xml" Id="Raf88dfff6139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85e3f30224433c" /><Relationship Type="http://schemas.openxmlformats.org/officeDocument/2006/relationships/notesSlide" Target="/ppt/notesSlides/notesSlide5.xml" Id="Re5f6fdd0c1354f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2026-08-13T17:09:19.2150000Z</dcterms:created>
  <dcterms:modified xsi:type="dcterms:W3CDTF">2026-08-13T17:09:19.2150000Z</dcterms:modified>
</coreProperties>
</file>