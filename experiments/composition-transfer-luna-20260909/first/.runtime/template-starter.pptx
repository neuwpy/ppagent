
<file path=[Content_Types].xml><?xml version="1.0" encoding="utf-8"?>
<Types xmlns="http://schemas.openxmlformats.org/package/2006/content-types">
  <Default Extension="xml" ContentType="application/vnd.openxmlformats-package.core-properties+xml"/>
  <Default Extension="jpeg" ContentType="image/jpeg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Masters/slideMaster2.xml" ContentType="application/vnd.openxmlformats-officedocument.presentationml.slideMaster+xml"/>
  <Override PartName="/ppt/slideMasters/theme/theme3.xml" ContentType="application/vnd.openxmlformats-officedocument.theme+xml"/>
  <Override PartName="/ppt/slideMasters/slideMaster3.xml" ContentType="application/vnd.openxmlformats-officedocument.presentationml.slideMaster+xml"/>
  <Override PartName="/ppt/slideMasters/theme/theme4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5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91c62cf1006e4995" /><Relationship Type="http://schemas.openxmlformats.org/officeDocument/2006/relationships/extended-properties" Target="/docProps/app.xml" Id="Rc0f81a4868d7408f" /><Relationship Type="http://schemas.openxmlformats.org/officeDocument/2006/relationships/officeDocument" Target="/ppt/presentation.xml" Id="R453f3bfd32fe4d81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7a0f5fd4ad14471d"/>
    <p:sldMasterId xmlns:r="http://schemas.openxmlformats.org/officeDocument/2006/relationships" id="2147483660" r:id="Ra8e5fa3098034c23"/>
    <p:sldMasterId xmlns:r="http://schemas.openxmlformats.org/officeDocument/2006/relationships" id="2147483663" r:id="R5444b66cbe624e9c"/>
  </p:sldMasterIdLst>
  <p:notesMasterIdLst>
    <p:notesMasterId xmlns:r="http://schemas.openxmlformats.org/officeDocument/2006/relationships" r:id="R715cc105f262422e"/>
  </p:notesMasterIdLst>
  <p:sldIdLst>
    <p:sldId xmlns:r="http://schemas.openxmlformats.org/officeDocument/2006/relationships" id="256" r:id="Rac6cb55f7ca64b4d"/>
    <p:sldId xmlns:r="http://schemas.openxmlformats.org/officeDocument/2006/relationships" id="257" r:id="Rff18ba53910a41d8"/>
    <p:sldId xmlns:r="http://schemas.openxmlformats.org/officeDocument/2006/relationships" id="258" r:id="R39f6c296bff1475f"/>
    <p:sldId xmlns:r="http://schemas.openxmlformats.org/officeDocument/2006/relationships" id="259" r:id="R8ef2c261c47e4ff2"/>
    <p:sldId xmlns:r="http://schemas.openxmlformats.org/officeDocument/2006/relationships" id="260" r:id="Reee1db4a658d43ad"/>
    <p:sldId xmlns:r="http://schemas.openxmlformats.org/officeDocument/2006/relationships" id="261" r:id="R559e1a04be0145bc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4E3753D0-92AB-4620-8DB3-57A31C4D162D}" styleName="表样式 1 25">
    <a:wholeTbl>
      <a:tcTxStyle>
        <a:fontRef idx="none">
          <a:schemeClr val="tx1"/>
        </a:fontRef>
      </a:tcTxStyle>
      <a:tcStyle>
        <a:tcBdr>
          <a:left>
            <a:ln w="9525" cmpd="sng">
              <a:solidFill>
                <a:schemeClr val="accent1"/>
              </a:solidFill>
              <a:prstDash val="solid"/>
            </a:ln>
          </a:left>
          <a:right>
            <a:ln w="9525" cmpd="sng">
              <a:solidFill>
                <a:schemeClr val="accent1"/>
              </a:solidFill>
              <a:prstDash val="solid"/>
            </a:ln>
          </a:right>
          <a:top>
            <a:ln w="9525" cmpd="sng">
              <a:solidFill>
                <a:schemeClr val="accent1"/>
              </a:solidFill>
              <a:prstDash val="solid"/>
            </a:ln>
          </a:top>
          <a:bottom>
            <a:ln w="9525" cmpd="sng">
              <a:solidFill>
                <a:schemeClr val="accent1"/>
              </a:solidFill>
              <a:prstDash val="solid"/>
            </a:ln>
          </a:bottom>
          <a:insideH>
            <a:ln w="9525" cmpd="sng">
              <a:solidFill>
                <a:schemeClr val="accent1">
                  <a:lumMod val="40000"/>
                  <a:lumOff val="60000"/>
                </a:schemeClr>
              </a:solidFill>
              <a:prstDash val="solid"/>
            </a:ln>
          </a:insideH>
          <a:insideV>
            <a:ln w="9525" cmpd="sng">
              <a:solidFill>
                <a:schemeClr val="accent1">
                  <a:lumMod val="40000"/>
                  <a:lumOff val="60000"/>
                </a:schemeClr>
              </a:solidFill>
              <a:prstDash val="solid"/>
            </a:ln>
          </a:insideV>
        </a:tcBdr>
        <a:fill>
          <a:solidFill>
            <a:schemeClr val="bg1">
              <a:alpha val="0"/>
            </a:schemeClr>
          </a:solidFill>
        </a:fill>
      </a:tcStyle>
    </a:wholeTbl>
    <a:band2H>
      <a:tcTxStyle/>
      <a:tcStyle>
        <a:tcBdr/>
        <a:fill>
          <a:solidFill>
            <a:schemeClr val="accent1">
              <a:alpha val="25000"/>
              <a:lumMod val="40000"/>
              <a:lumOff val="60000"/>
            </a:schemeClr>
          </a:solidFill>
        </a:fill>
      </a:tcStyle>
    </a:band2H>
    <a:band1V>
      <a:tcTxStyle/>
      <a:tcStyle>
        <a:tcBdr/>
        <a:fill>
          <a:solidFill>
            <a:schemeClr val="accent1">
              <a:alpha val="25000"/>
              <a:lumMod val="40000"/>
              <a:lumOff val="60000"/>
            </a:schemeClr>
          </a:solidFill>
        </a:fill>
      </a:tcStyle>
    </a:band1V>
    <a:band2V>
      <a:tcTxStyle/>
      <a:tcStyle>
        <a:tcBdr/>
        <a:fill>
          <a:solidFill>
            <a:schemeClr val="bg1">
              <a:alpha val="0"/>
            </a:schemeClr>
          </a:solidFill>
        </a:fill>
      </a:tcStyle>
    </a:band2V>
    <a:lastCol>
      <a:tcTxStyle b="on">
        <a:fontRef idx="none">
          <a:schemeClr val="tx1"/>
        </a:fontRef>
      </a:tcTxStyle>
      <a:tcStyle>
        <a:tcBdr>
          <a:left>
            <a:ln w="9525" cmpd="sng">
              <a:solidFill>
                <a:schemeClr val="accent1">
                  <a:lumMod val="40000"/>
                  <a:lumOff val="60000"/>
                </a:schemeClr>
              </a:solidFill>
              <a:prstDash val="solid"/>
            </a:ln>
          </a:left>
          <a:right>
            <a:ln w="9525" cmpd="sng">
              <a:solidFill>
                <a:schemeClr val="accent1"/>
              </a:solidFill>
              <a:prstDash val="solid"/>
            </a:ln>
          </a:right>
          <a:top>
            <a:ln w="9525" cmpd="sng">
              <a:solidFill>
                <a:schemeClr val="accent1"/>
              </a:solidFill>
              <a:prstDash val="solid"/>
            </a:ln>
          </a:top>
          <a:bottom>
            <a:ln w="9525" cmpd="sng">
              <a:solidFill>
                <a:schemeClr val="accent1"/>
              </a:solidFill>
              <a:prstDash val="solid"/>
            </a:ln>
          </a:bottom>
          <a:insideH>
            <a:ln w="9525" cmpd="sng">
              <a:solidFill>
                <a:schemeClr val="accent1">
                  <a:lumMod val="40000"/>
                  <a:lumOff val="60000"/>
                </a:schemeClr>
              </a:solidFill>
              <a:prstDash val="solid"/>
            </a:ln>
          </a:insideH>
          <a:insideV>
            <a:ln>
              <a:noFill/>
            </a:ln>
          </a:insideV>
        </a:tcBdr>
        <a:fill>
          <a:solidFill>
            <a:schemeClr val="accent1">
              <a:alpha val="40000"/>
              <a:lumMod val="40000"/>
              <a:lumOff val="60000"/>
            </a:schemeClr>
          </a:solidFill>
        </a:fill>
      </a:tcStyle>
    </a:lastCol>
    <a:firstCol>
      <a:tcTxStyle b="on">
        <a:fontRef idx="none">
          <a:schemeClr val="tx1"/>
        </a:fontRef>
      </a:tcTxStyle>
      <a:tcStyle>
        <a:tcBdr>
          <a:left>
            <a:ln w="9525" cmpd="sng">
              <a:solidFill>
                <a:schemeClr val="accent1"/>
              </a:solidFill>
              <a:prstDash val="solid"/>
            </a:ln>
          </a:left>
          <a:right>
            <a:ln w="9525" cmpd="sng">
              <a:solidFill>
                <a:schemeClr val="accent1">
                  <a:lumMod val="40000"/>
                  <a:lumOff val="60000"/>
                </a:schemeClr>
              </a:solidFill>
              <a:prstDash val="solid"/>
            </a:ln>
          </a:right>
          <a:top>
            <a:ln w="9525" cmpd="sng">
              <a:solidFill>
                <a:schemeClr val="accent1"/>
              </a:solidFill>
              <a:prstDash val="solid"/>
            </a:ln>
          </a:top>
          <a:bottom>
            <a:ln w="9525" cmpd="sng">
              <a:solidFill>
                <a:schemeClr val="accent1"/>
              </a:solidFill>
              <a:prstDash val="solid"/>
            </a:ln>
          </a:bottom>
          <a:insideH>
            <a:ln w="9525" cmpd="sng">
              <a:solidFill>
                <a:schemeClr val="accent1">
                  <a:lumMod val="40000"/>
                  <a:lumOff val="60000"/>
                </a:schemeClr>
              </a:solidFill>
              <a:prstDash val="solid"/>
            </a:ln>
          </a:insideH>
          <a:insideV>
            <a:ln>
              <a:noFill/>
            </a:ln>
          </a:insideV>
        </a:tcBdr>
        <a:fill>
          <a:solidFill>
            <a:schemeClr val="accent1">
              <a:alpha val="40000"/>
              <a:lumMod val="40000"/>
              <a:lumOff val="60000"/>
            </a:schemeClr>
          </a:solidFill>
        </a:fill>
      </a:tcStyle>
    </a:firstCol>
    <a:lastRow>
      <a:tcTxStyle b="on">
        <a:fontRef idx="none">
          <a:schemeClr val="accent1"/>
        </a:fontRef>
      </a:tcTxStyle>
      <a:tcStyle>
        <a:tcBdr>
          <a:left>
            <a:ln w="9525" cmpd="sng">
              <a:solidFill>
                <a:schemeClr val="accent1"/>
              </a:solidFill>
              <a:prstDash val="solid"/>
            </a:ln>
          </a:left>
          <a:right>
            <a:ln w="9525" cmpd="sng">
              <a:solidFill>
                <a:schemeClr val="accent1"/>
              </a:solidFill>
              <a:prstDash val="solid"/>
            </a:ln>
          </a:right>
          <a:top>
            <a:ln w="9525" cmpd="sng">
              <a:solidFill>
                <a:schemeClr val="accent1"/>
              </a:solidFill>
              <a:prstDash val="solid"/>
            </a:ln>
          </a:top>
          <a:bottom>
            <a:ln w="9525" cmpd="sng">
              <a:solidFill>
                <a:schemeClr val="accent1"/>
              </a:solidFill>
              <a:prstDash val="solid"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bg1">
              <a:alpha val="0"/>
            </a:schemeClr>
          </a:solidFill>
        </a:fill>
      </a:tcStyle>
    </a:lastRow>
    <a:seCell>
      <a:tcTxStyle/>
      <a:tcStyle>
        <a:tcBdr>
          <a:left>
            <a:ln w="9525" cmpd="sng">
              <a:solidFill>
                <a:schemeClr val="accent1">
                  <a:lumMod val="40000"/>
                  <a:lumOff val="60000"/>
                </a:schemeClr>
              </a:solidFill>
              <a:prstDash val="solid"/>
            </a:ln>
          </a:left>
          <a:right>
            <a:ln w="9525" cmpd="sng">
              <a:solidFill>
                <a:schemeClr val="accent1"/>
              </a:solidFill>
              <a:prstDash val="solid"/>
            </a:ln>
          </a:right>
          <a:top>
            <a:ln w="9525" cmpd="sng">
              <a:solidFill>
                <a:schemeClr val="accent1"/>
              </a:solidFill>
              <a:prstDash val="solid"/>
            </a:ln>
          </a:top>
          <a:bottom>
            <a:ln w="9525" cmpd="sng">
              <a:solidFill>
                <a:schemeClr val="accent1"/>
              </a:solidFill>
              <a:prstDash val="solid"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bg1">
              <a:alpha val="0"/>
            </a:schemeClr>
          </a:solidFill>
        </a:fill>
      </a:tcStyle>
    </a:seCell>
    <a:swCell>
      <a:tcTxStyle b="on">
        <a:fontRef idx="none">
          <a:schemeClr val="accent1"/>
        </a:fontRef>
      </a:tcTxStyle>
      <a:tcStyle>
        <a:tcBdr>
          <a:left>
            <a:ln w="9525" cmpd="sng">
              <a:solidFill>
                <a:schemeClr val="accent1"/>
              </a:solidFill>
              <a:prstDash val="solid"/>
            </a:ln>
          </a:left>
          <a:right>
            <a:ln w="9525" cmpd="sng">
              <a:solidFill>
                <a:schemeClr val="accent1">
                  <a:lumMod val="40000"/>
                  <a:lumOff val="60000"/>
                </a:schemeClr>
              </a:solidFill>
              <a:prstDash val="solid"/>
            </a:ln>
          </a:right>
          <a:top>
            <a:ln w="9525" cmpd="sng">
              <a:solidFill>
                <a:schemeClr val="accent1"/>
              </a:solidFill>
              <a:prstDash val="solid"/>
            </a:ln>
          </a:top>
          <a:bottom>
            <a:ln w="9525" cmpd="sng">
              <a:solidFill>
                <a:schemeClr val="accent1"/>
              </a:solidFill>
              <a:prstDash val="solid"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bg1">
              <a:alpha val="0"/>
            </a:schemeClr>
          </a:solidFill>
        </a:fill>
      </a:tcStyle>
    </a:swCell>
    <a:firstRow>
      <a:tcTxStyle b="on">
        <a:fontRef idx="none">
          <a:schemeClr val="bg1"/>
        </a:fontRef>
      </a:tcTxStyle>
      <a:tcStyle>
        <a:tcBdr>
          <a:left>
            <a:ln w="9525" cmpd="sng">
              <a:solidFill>
                <a:schemeClr val="accent1"/>
              </a:solidFill>
              <a:prstDash val="solid"/>
            </a:ln>
          </a:left>
          <a:right>
            <a:ln w="9525" cmpd="sng">
              <a:solidFill>
                <a:schemeClr val="accent1"/>
              </a:solidFill>
              <a:prstDash val="solid"/>
            </a:ln>
          </a:right>
          <a:top>
            <a:ln w="9525" cmpd="sng">
              <a:solidFill>
                <a:schemeClr val="accent1"/>
              </a:solidFill>
              <a:prstDash val="solid"/>
            </a:ln>
          </a:top>
          <a:bottom>
            <a:ln w="9525" cmpd="sng">
              <a:solidFill>
                <a:schemeClr val="accent1"/>
              </a:solidFill>
              <a:prstDash val="solid"/>
            </a:ln>
          </a:bottom>
          <a:insideH>
            <a:ln>
              <a:noFill/>
            </a:ln>
          </a:insideH>
          <a:insideV>
            <a:ln w="9525" cmpd="sng">
              <a:solidFill>
                <a:schemeClr val="accent1">
                  <a:lumMod val="40000"/>
                  <a:lumOff val="60000"/>
                </a:schemeClr>
              </a:solidFill>
              <a:prstDash val="solid"/>
            </a:ln>
          </a:insideV>
        </a:tcBdr>
        <a:fill>
          <a:solidFill>
            <a:schemeClr val="accent1"/>
          </a:solidFill>
        </a:fill>
      </a:tcStyle>
    </a:firstRow>
    <a:neCell>
      <a:tcTxStyle/>
      <a:tcStyle>
        <a:tcBdr>
          <a:left>
            <a:ln w="9525" cmpd="sng">
              <a:solidFill>
                <a:schemeClr val="accent1">
                  <a:lumMod val="40000"/>
                  <a:lumOff val="60000"/>
                </a:schemeClr>
              </a:solidFill>
              <a:prstDash val="solid"/>
            </a:ln>
          </a:left>
          <a:right>
            <a:ln w="9525" cmpd="sng">
              <a:solidFill>
                <a:schemeClr val="accent1"/>
              </a:solidFill>
              <a:prstDash val="solid"/>
            </a:ln>
          </a:right>
          <a:top>
            <a:ln w="9525" cmpd="sng">
              <a:solidFill>
                <a:schemeClr val="accent1"/>
              </a:solidFill>
              <a:prstDash val="solid"/>
            </a:ln>
          </a:top>
          <a:bottom>
            <a:ln w="9525" cmpd="sng">
              <a:solidFill>
                <a:schemeClr val="accent1">
                  <a:lumMod val="40000"/>
                  <a:lumOff val="60000"/>
                </a:schemeClr>
              </a:solidFill>
              <a:prstDash val="solid"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</a:tcStyle>
    </a:neCell>
  </a:tblStyle>
</a:tblStyleLst>
</file>

<file path=ppt/viewProps.xml><?xml version="1.0" encoding="utf-8"?>
<p:viewPr xmlns:p="http://schemas.openxmlformats.org/presentationml/2006/main">
  <p:slideViewPr>
    <p:cSldViewPr snapToGrid="0">
      <p:cViewPr>
        <p:scale>
          <a:sx xmlns:a="http://schemas.openxmlformats.org/drawingml/2006/main" n="1" d="1"/>
          <a:sy xmlns:a="http://schemas.openxmlformats.org/drawingml/2006/main" n="1" d="1"/>
        </p:scale>
        <p:origin x="0" y="0"/>
      </p:cViewPr>
      <p:guideLst/>
    </p:cSldViewPr>
  </p:slideViewPr>
  <p:gridSpacing cx="72008" cy="72008"/>
</p:viewPr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4fa210ca2f764859" /><Relationship Type="http://schemas.openxmlformats.org/officeDocument/2006/relationships/slideMaster" Target="/ppt/slideMasters/slideMaster1.xml" Id="R7a0f5fd4ad14471d" /><Relationship Type="http://schemas.openxmlformats.org/officeDocument/2006/relationships/slideMaster" Target="/ppt/slideMasters/slideMaster2.xml" Id="Ra8e5fa3098034c23" /><Relationship Type="http://schemas.openxmlformats.org/officeDocument/2006/relationships/slideMaster" Target="/ppt/slideMasters/slideMaster3.xml" Id="R5444b66cbe624e9c" /><Relationship Type="http://schemas.openxmlformats.org/officeDocument/2006/relationships/notesMaster" Target="/ppt/notesMasters/notesMaster1.xml" Id="R715cc105f262422e" /><Relationship Type="http://schemas.openxmlformats.org/officeDocument/2006/relationships/presProps" Target="/ppt/presProps.xml" Id="Rdd77704d7d2e40e7" /><Relationship Type="http://schemas.openxmlformats.org/officeDocument/2006/relationships/viewProps" Target="/ppt/viewProps.xml" Id="Rbb5c3bc9992442f4" /><Relationship Type="http://schemas.openxmlformats.org/officeDocument/2006/relationships/tableStyles" Target="/ppt/tableStyles.xml" Id="R6a2b68eea46941d5" /><Relationship Type="http://schemas.openxmlformats.org/officeDocument/2006/relationships/slide" Target="/ppt/slides/slide1.xml" Id="Rac6cb55f7ca64b4d" /><Relationship Type="http://schemas.openxmlformats.org/officeDocument/2006/relationships/slide" Target="/ppt/slides/slide2.xml" Id="Rff18ba53910a41d8" /><Relationship Type="http://schemas.openxmlformats.org/officeDocument/2006/relationships/slide" Target="/ppt/slides/slide3.xml" Id="R39f6c296bff1475f" /><Relationship Type="http://schemas.openxmlformats.org/officeDocument/2006/relationships/slide" Target="/ppt/slides/slide4.xml" Id="R8ef2c261c47e4ff2" /><Relationship Type="http://schemas.openxmlformats.org/officeDocument/2006/relationships/slide" Target="/ppt/slides/slide5.xml" Id="Reee1db4a658d43ad" /><Relationship Type="http://schemas.openxmlformats.org/officeDocument/2006/relationships/slide" Target="/ppt/slides/slide6.xml" Id="R559e1a04be0145bc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5.xml" Id="R80899d5dd97e4c85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5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6350">
          <a:solidFill>
            <a:schemeClr val="phClr"/>
          </a:solidFill>
          <a:prstDash val="solid"/>
        </a:ln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0f5c51df70e04e3f" /><Relationship Type="http://schemas.openxmlformats.org/officeDocument/2006/relationships/notesMaster" Target="/ppt/notesMasters/notesMaster1.xml" Id="Rdd908246446d491c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9f1144c110544cc9" /><Relationship Type="http://schemas.openxmlformats.org/officeDocument/2006/relationships/notesMaster" Target="/ppt/notesMasters/notesMaster1.xml" Id="Rce7f56b85b084e64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74d48c4acbaa4120" /><Relationship Type="http://schemas.openxmlformats.org/officeDocument/2006/relationships/notesMaster" Target="/ppt/notesMasters/notesMaster1.xml" Id="Rfd2dd298dcbd4015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0e1fb5a50ee84d8c" /><Relationship Type="http://schemas.openxmlformats.org/officeDocument/2006/relationships/notesMaster" Target="/ppt/notesMasters/notesMaster1.xml" Id="R4c0b1e5d22624958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86b2a8e937ea43a3" /><Relationship Type="http://schemas.openxmlformats.org/officeDocument/2006/relationships/notesMaster" Target="/ppt/notesMasters/notesMaster1.xml" Id="R9341d9fd88a74583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bbe884e7f3054f4e" /><Relationship Type="http://schemas.openxmlformats.org/officeDocument/2006/relationships/notesMaster" Target="/ppt/notesMasters/notesMaster1.xml" Id="R09ae9a836de24500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d7b9be97dfc34cbe" /><Relationship Type="http://schemas.openxmlformats.org/officeDocument/2006/relationships/image" Target="/ppt/media/image.jpeg" Id="R3f36b3a723524439" /><Relationship Type="http://schemas.openxmlformats.org/officeDocument/2006/relationships/image" Target="/ppt/media/image.png" Id="Rcf1d69f7508d4af1" /><Relationship Type="http://schemas.openxmlformats.org/officeDocument/2006/relationships/image" Target="/ppt/media/image2.png" Id="Ra6fa3fb653b64149" /></Relationship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083699739e3b461f" /></Relationships>
</file>

<file path=ppt/slideLayouts/_rels/slideLayout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99c1aafa47b9485c" /><Relationship Type="http://schemas.openxmlformats.org/officeDocument/2006/relationships/image" Target="/ppt/media/image3.png" Id="R2792ca7605e64a64" /></Relationships>
</file>

<file path=ppt/slideLayouts/_rels/slideLayout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2210a44e0c594ba7" /><Relationship Type="http://schemas.openxmlformats.org/officeDocument/2006/relationships/image" Target="/ppt/media/image4.png" Id="R4add3a3c9c414eac" /></Relationships>
</file>

<file path=ppt/slideLayouts/_rels/slideLayout5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d257f14c6b784d44" /></Relationships>
</file>

<file path=ppt/slideLayouts/_rels/slideLayout6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dfb827ddee9c4fbe" /></Relationships>
</file>

<file path=ppt/slideLayouts/_rels/slideLayout7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503d4a7fb5ad4f76" /></Relationships>
</file>

<file path=ppt/slideLayouts/_rels/slideLayout8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c520c4f4e9224725" /></Relationships>
</file>

<file path=ppt/slideLayouts/_rels/slideLayout9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328994e5bd244847" /></Relationships>
</file>

<file path=ppt/slideLayouts/_rels/slideLayout10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f90da79686fd4486" /></Relationships>
</file>

<file path=ppt/slideLayouts/_rels/slideLayout1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e06a25e890134ab7" /></Relationships>
</file>

<file path=ppt/slideLayouts/_rels/slideLayout12.xml.rels>&#65279;<?xml version="1.0" encoding="utf-8"?><Relationships xmlns="http://schemas.openxmlformats.org/package/2006/relationships"><Relationship Type="http://schemas.openxmlformats.org/officeDocument/2006/relationships/slideMaster" Target="/ppt/slideMasters/slideMaster2.xml" Id="R4f593667b6a34cfd" /><Relationship Type="http://schemas.openxmlformats.org/officeDocument/2006/relationships/image" Target="/ppt/media/image5.png" Id="R78c25b300538452f" /></Relationships>
</file>

<file path=ppt/slideLayouts/_rels/slideLayout13.xml.rels>&#65279;<?xml version="1.0" encoding="utf-8"?><Relationships xmlns="http://schemas.openxmlformats.org/package/2006/relationships"><Relationship Type="http://schemas.openxmlformats.org/officeDocument/2006/relationships/slideMaster" Target="/ppt/slideMasters/slideMaster2.xml" Id="R16e15de197c346fc" /></Relationships>
</file>

<file path=ppt/slideLayouts/_rels/slideLayout14.xml.rels>&#65279;<?xml version="1.0" encoding="utf-8"?><Relationships xmlns="http://schemas.openxmlformats.org/package/2006/relationships"><Relationship Type="http://schemas.openxmlformats.org/officeDocument/2006/relationships/slideMaster" Target="/ppt/slideMasters/slideMaster3.xml" Id="R36a87b876d65457d" /><Relationship Type="http://schemas.openxmlformats.org/officeDocument/2006/relationships/image" Target="/ppt/media/image5.png" Id="R920b841ceac14181" /></Relationships>
</file>

<file path=ppt/slideLayouts/_rels/slideLayout15.xml.rels>&#65279;<?xml version="1.0" encoding="utf-8"?><Relationships xmlns="http://schemas.openxmlformats.org/package/2006/relationships"><Relationship Type="http://schemas.openxmlformats.org/officeDocument/2006/relationships/slideMaster" Target="/ppt/slideMasters/slideMaster3.xml" Id="R780e7f4838c34483" /></Relationships>
</file>

<file path=ppt/slideLayouts/slideLayout1.xml><?xml version="1.0" encoding="utf-8"?>
<p:sldLayout xmlns:p="http://schemas.openxmlformats.org/presentationml/2006/main" preserve="1" userDrawn="1">
  <p:cSld name="标题幻灯片"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4" name="图片 21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f36b3a723524439">
            <a:alphaModFix amt="20000"/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duotone>
              <a:schemeClr val="bg2">
                <a:shade val="45000"/>
                <a:satMod val="135000"/>
              </a:schemeClr>
              <a:prstClr val="white"/>
            </a:duotone>
          </a:blip>
          <a:srcRect xmlns:a="http://schemas.openxmlformats.org/drawingml/2006/main" l="-375" t="36417" r="375" b="17715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-188953" y="3125718"/>
            <a:ext cx="12697941" cy="4114800"/>
          </a:xfrm>
          <a:prstGeom xmlns:a="http://schemas.openxmlformats.org/drawingml/2006/main" prst="rect">
            <a:avLst/>
          </a:prstGeom>
        </p:spPr>
      </p:pic>
      <p:pic>
        <p:nvPicPr>
          <p:cNvPr id="5" name="图片 24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f1d69f7508d4af1"/>
          <a:srcRect xmlns:a="http://schemas.openxmlformats.org/drawingml/2006/main" l="0" t="0" r="0" b="60826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133584" y="72497"/>
            <a:ext cx="3337845" cy="708895"/>
          </a:xfrm>
          <a:prstGeom xmlns:a="http://schemas.openxmlformats.org/drawingml/2006/main" prst="rect">
            <a:avLst/>
          </a:prstGeom>
        </p:spPr>
      </p:pic>
      <p:pic>
        <p:nvPicPr>
          <p:cNvPr id="6" name="图片 1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6fa3fb653b64149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7089206" y="72497"/>
            <a:ext cx="5102794" cy="914479"/>
          </a:xfrm>
          <a:prstGeom xmlns:a="http://schemas.openxmlformats.org/drawingml/2006/main" prst="rect">
            <a:avLst/>
          </a:prstGeom>
        </p:spPr>
      </p:pic>
    </p:spTree>
  </p:cSld>
</p:sldLayout>
</file>

<file path=ppt/slideLayouts/slideLayout2.xml><?xml version="1.0" encoding="utf-8"?>
<p:sldLayout xmlns:p="http://schemas.openxmlformats.org/presentationml/2006/main" preserve="1" userDrawn="1">
  <p:cSld name="标题和内容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Layouts/slideLayout3.xml><?xml version="1.0" encoding="utf-8"?>
<p:sldLayout xmlns:p="http://schemas.openxmlformats.org/presentationml/2006/main" preserve="1" userDrawn="1">
  <p:cSld name="节标题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33" name="矩形 332">
            <a:extLst xmlns:a="http://schemas.openxmlformats.org/drawingml/2006/main">
              <a:ext uri="{FF2B5EF4-FFF2-40B4-BE49-F238E27FC236}">
                <a16:creationId xmlns:a16="http://schemas.microsoft.com/office/drawing/2014/main" id="{AAFA549B-9B19-43F3-9E11-9676FA7E2B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4962" y="833952"/>
            <a:ext cx="11522073" cy="499299"/>
          </a:xfrm>
          <a:prstGeom xmlns:a="http://schemas.openxmlformats.org/drawingml/2006/main" prst="rect">
            <a:avLst/>
          </a:prstGeom>
          <a:gradFill xmlns:a="http://schemas.openxmlformats.org/drawingml/2006/main">
            <a:gsLst>
              <a:gs pos="17500">
                <a:srgbClr val="3E84EC"/>
              </a:gs>
              <a:gs pos="100000">
                <a:schemeClr val="accent1">
                  <a:lumMod val="75000"/>
                </a:schemeClr>
              </a:gs>
              <a:gs pos="0">
                <a:srgbClr val="0268FE">
                  <a:lumMod val="75000"/>
                  <a:lumOff val="25000"/>
                  <a:alpha val="69000"/>
                </a:srgbClr>
              </a:gs>
            </a:gsLst>
            <a:path path="circle">
              <a:fillToRect l="100000" t="0" r="0" b="100000"/>
            </a:path>
          </a:gradFill>
          <a:ln xmlns:a="http://schemas.openxmlformats.org/drawingml/2006/main" w="12700" cmpd="sng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marL="0" marR="0" lvl="0" indent="0" algn="ctr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kern="0" cap="none" spc="0" baseline="0">
              <a:ln>
                <a:noFill/>
              </a:ln>
              <a:solidFill>
                <a:srgbClr val="FFFFFF"/>
              </a:solidFill>
              <a:latin typeface="等线"/>
              <a:ea typeface="等线"/>
              <a:cs typeface="等线"/>
            </a:endParaRPr>
          </a:p>
        </p:txBody>
      </p:sp>
      <p:pic>
        <p:nvPicPr>
          <p:cNvPr id="336" name="图片 16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792ca7605e64a64"/>
          <a:srcRect xmlns:a="http://schemas.openxmlformats.org/drawingml/2006/main" l="0" t="0" r="0" b="59104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9374637" y="198304"/>
            <a:ext cx="2675956" cy="593304"/>
          </a:xfrm>
          <a:prstGeom xmlns:a="http://schemas.openxmlformats.org/drawingml/2006/main" prst="rect">
            <a:avLst/>
          </a:prstGeom>
        </p:spPr>
      </p:pic>
      <p:sp>
        <p:nvSpPr>
          <p:cNvPr id="11" name="直接连接符 10">
            <a:extLst xmlns:a="http://schemas.openxmlformats.org/drawingml/2006/main">
              <a:ext uri="{FF2B5EF4-FFF2-40B4-BE49-F238E27FC236}">
                <a16:creationId xmlns:a16="http://schemas.microsoft.com/office/drawing/2014/main" id="{42970BAF-D4BA-41DA-B69F-E3B1BBE94B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4962" y="6564990"/>
            <a:ext cx="11522076" cy="0"/>
          </a:xfrm>
          <a:prstGeom xmlns:a="http://schemas.openxmlformats.org/drawingml/2006/main" prst="line">
            <a:avLst/>
          </a:prstGeom>
          <a:ln xmlns:a="http://schemas.openxmlformats.org/drawingml/2006/main" w="50800">
            <a:solidFill>
              <a:schemeClr val="accent1"/>
            </a:solidFill>
            <a:prstDash val="solid"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10" name="直接连接符 9">
            <a:extLst xmlns:a="http://schemas.openxmlformats.org/drawingml/2006/main">
              <a:ext uri="{FF2B5EF4-FFF2-40B4-BE49-F238E27FC236}">
                <a16:creationId xmlns:a16="http://schemas.microsoft.com/office/drawing/2014/main" id="{3676F323-DC47-47B0-A185-B06ACE0E1D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4963" y="1402294"/>
            <a:ext cx="11522075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5400">
            <a:gradFill rotWithShape="1">
              <a:gsLst>
                <a:gs pos="100000">
                  <a:schemeClr val="accent1">
                    <a:lumMod val="97000"/>
                  </a:schemeClr>
                </a:gs>
                <a:gs pos="0">
                  <a:schemeClr val="accent1">
                    <a:alpha val="0"/>
                  </a:schemeClr>
                </a:gs>
              </a:gsLst>
              <a:lin ang="10800000" scaled="1"/>
              <a:tileRect/>
            </a:gradFill>
            <a:tailEnd type="none" w="med" len="sm"/>
          </a:ln>
          <a:effectLst xmlns:a="http://schemas.openxmlformats.org/drawingml/2006/main">
            <a:outerShdw blurRad="63500" dist="50800" dir="4800000" sx="102000" sy="102000" algn="ctr" rotWithShape="0">
              <a:schemeClr val="accent1">
                <a:alpha val="40000"/>
              </a:schemeClr>
            </a:outerShdw>
          </a:effectLst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</p:sp>
    </p:spTree>
  </p:cSld>
</p:sldLayout>
</file>

<file path=ppt/slideLayouts/slideLayout4.xml><?xml version="1.0" encoding="utf-8"?>
<p:sldLayout xmlns:p="http://schemas.openxmlformats.org/presentationml/2006/main" preserve="1" userDrawn="1">
  <p:cSld name="两栏内容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7" name="任意多边形: 形状 86">
            <a:extLst xmlns:a="http://schemas.openxmlformats.org/drawingml/2006/main">
              <a:ext uri="{FF2B5EF4-FFF2-40B4-BE49-F238E27FC236}">
                <a16:creationId xmlns:a16="http://schemas.microsoft.com/office/drawing/2014/main" id="{FC6DEC2B-6AA2-4B32-B074-3A5AE5F887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10800000">
            <a:off x="2562" y="10535"/>
            <a:ext cx="4440577" cy="2998608"/>
          </a:xfrm>
          <a:custGeom xmlns:a="http://schemas.openxmlformats.org/drawingml/2006/main">
            <a:gdLst>
              <a:gd name="connsiteX0" fmla="*/ 2893248 w 4163705"/>
              <a:gd name="connsiteY0" fmla="*/ 0 h 2398711"/>
              <a:gd name="connsiteX1" fmla="*/ 4039971 w 4163705"/>
              <a:gd name="connsiteY1" fmla="*/ 231513 h 2398711"/>
              <a:gd name="connsiteX2" fmla="*/ 4163705 w 4163705"/>
              <a:gd name="connsiteY2" fmla="*/ 291119 h 2398711"/>
              <a:gd name="connsiteX3" fmla="*/ 4163705 w 4163705"/>
              <a:gd name="connsiteY3" fmla="*/ 2398711 h 2398711"/>
              <a:gd name="connsiteX4" fmla="*/ 0 w 4163705"/>
              <a:gd name="connsiteY4" fmla="*/ 2398711 h 2398711"/>
              <a:gd name="connsiteX5" fmla="*/ 7085 w 4163705"/>
              <a:gd name="connsiteY5" fmla="*/ 2352291 h 2398711"/>
              <a:gd name="connsiteX6" fmla="*/ 2893248 w 4163705"/>
              <a:gd name="connsiteY6" fmla="*/ 0 h 2398711"/>
            </a:gdLst>
            <a:rect l="l" t="t" r="r" b="b"/>
            <a:pathLst>
              <a:path w="4163705" h="2398711">
                <a:moveTo>
                  <a:pt x="2893248" y="0"/>
                </a:moveTo>
                <a:cubicBezTo>
                  <a:pt x="3300008" y="0"/>
                  <a:pt x="3687514" y="82436"/>
                  <a:pt x="4039971" y="231513"/>
                </a:cubicBezTo>
                <a:lnTo>
                  <a:pt x="4163705" y="291119"/>
                </a:lnTo>
                <a:lnTo>
                  <a:pt x="4163705" y="2398711"/>
                </a:lnTo>
                <a:lnTo>
                  <a:pt x="0" y="2398711"/>
                </a:lnTo>
                <a:lnTo>
                  <a:pt x="7085" y="2352291"/>
                </a:lnTo>
                <a:cubicBezTo>
                  <a:pt x="281790" y="1009841"/>
                  <a:pt x="1469588" y="0"/>
                  <a:pt x="2893248" y="0"/>
                </a:cubicBezTo>
                <a:close/>
              </a:path>
            </a:pathLst>
          </a:custGeom>
          <a:gradFill xmlns:a="http://schemas.openxmlformats.org/drawingml/2006/main">
            <a:gsLst>
              <a:gs pos="100000">
                <a:srgbClr val="0268FE">
                  <a:lumMod val="9000"/>
                  <a:lumOff val="91000"/>
                </a:srgbClr>
              </a:gs>
              <a:gs pos="0">
                <a:srgbClr val="0268FE">
                  <a:lumMod val="4000"/>
                  <a:lumOff val="96000"/>
                </a:srgbClr>
              </a:gs>
            </a:gsLst>
            <a:lin ang="5400000" scaled="1"/>
          </a:gradFill>
          <a:ln xmlns:a="http://schemas.openxmlformats.org/drawingml/2006/main" w="12700" cmpd="sng">
            <a:noFill/>
            <a:prstDash val="solid"/>
          </a:ln>
        </p:spPr>
        <p:txBody>
          <a:bodyPr xmlns:a="http://schemas.openxmlformats.org/drawingml/2006/main" wrap="square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ctr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kern="0" cap="none" spc="0" baseline="0">
              <a:ln>
                <a:noFill/>
              </a:ln>
              <a:solidFill>
                <a:srgbClr val="FFFFFF"/>
              </a:solidFill>
              <a:latin typeface="等线"/>
              <a:ea typeface="等线"/>
              <a:cs typeface="等线"/>
            </a:endParaRPr>
          </a:p>
        </p:txBody>
      </p:sp>
      <p:sp>
        <p:nvSpPr>
          <p:cNvPr id="89" name="文本框 88">
            <a:extLst xmlns:a="http://schemas.openxmlformats.org/drawingml/2006/main">
              <a:ext uri="{FF2B5EF4-FFF2-40B4-BE49-F238E27FC236}">
                <a16:creationId xmlns:a16="http://schemas.microsoft.com/office/drawing/2014/main" id="{DCA59B05-2390-42F2-9E35-897EFFDA25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-79985" y="1085380"/>
            <a:ext cx="3262303" cy="830997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>
            <a:spAutoFit/>
          </a:bodyPr>
          <a:lstStyle xmlns:a="http://schemas.openxmlformats.org/drawingml/2006/main"/>
          <a:p xmlns:a="http://schemas.openxmlformats.org/drawingml/2006/main">
            <a:r>
              <a:rPr sz="48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CONTENT</a:t>
            </a:r>
            <a:endParaRPr sz="4800" b="1">
              <a:solidFill>
                <a:srgbClr val="FFFFFF"/>
              </a:solidFill>
              <a:latin typeface="微软雅黑"/>
              <a:ea typeface="微软雅黑"/>
              <a:cs typeface="微软雅黑"/>
            </a:endParaRPr>
          </a:p>
        </p:txBody>
      </p:sp>
      <p:pic>
        <p:nvPicPr>
          <p:cNvPr id="135" name="图片 124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add3a3c9c414eac">
            <a:alphaModFix amt="70000"/>
          </a:blip>
          <a:srcRect xmlns:a="http://schemas.openxmlformats.org/drawingml/2006/main" l="0" t="0" r="0" b="58808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62962" y="3707963"/>
            <a:ext cx="3024288" cy="2020666"/>
          </a:xfrm>
          <a:prstGeom xmlns:a="http://schemas.openxmlformats.org/drawingml/2006/main" prst="rect">
            <a:avLst/>
          </a:prstGeom>
        </p:spPr>
      </p:pic>
      <p:sp>
        <p:nvSpPr>
          <p:cNvPr id="88" name="文本框 87">
            <a:extLst xmlns:a="http://schemas.openxmlformats.org/drawingml/2006/main">
              <a:ext uri="{FF2B5EF4-FFF2-40B4-BE49-F238E27FC236}">
                <a16:creationId xmlns:a16="http://schemas.microsoft.com/office/drawing/2014/main" id="{E721206C-F7C5-4124-89F6-8A12777B8A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1667" y="1479325"/>
            <a:ext cx="2646878" cy="830997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>
            <a:spAutoFit/>
          </a:bodyPr>
          <a:lstStyle xmlns:a="http://schemas.openxmlformats.org/drawingml/2006/main">
            <a:lvl1pPr>
              <a:buNone/>
              <a:defRPr sz="7200">
                <a:gradFill flip="none" rotWithShape="1">
                  <a:gsLst>
                    <a:gs pos="0">
                      <a:schemeClr val="accent1">
                        <a:lumMod val="80000"/>
                        <a:lumOff val="20000"/>
                      </a:schemeClr>
                    </a:gs>
                    <a:gs pos="100000">
                      <a:schemeClr val="accent1"/>
                    </a:gs>
                  </a:gsLst>
                  <a:lin ang="5400000" scaled="1"/>
                  <a:tileRect/>
                </a:gradFill>
                <a:latin typeface="思源宋体 CN Heavy"/>
                <a:ea typeface="思源宋体 CN Heavy"/>
                <a:cs typeface="思源宋体 CN Heavy"/>
              </a:defRPr>
            </a:lvl1pPr>
          </a:lstStyle>
          <a:p xmlns:a="http://schemas.openxmlformats.org/drawingml/2006/main">
            <a:pPr marL="0" marR="0" lvl="0" indent="0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rPr sz="4800" b="0" i="0" u="none" cap="none" spc="0">
                <a:ln>
                  <a:noFill/>
                </a:ln>
                <a:gradFill rotWithShape="1">
                  <a:gsLst>
                    <a:gs pos="0">
                      <a:srgbClr val="0268FE">
                        <a:lumMod val="80000"/>
                        <a:lumOff val="20000"/>
                      </a:srgbClr>
                    </a:gs>
                    <a:gs pos="100000">
                      <a:srgbClr val="0268FE"/>
                    </a:gs>
                  </a:gsLst>
                  <a:lin ang="5400000" scaled="1"/>
                  <a:tileRect/>
                </a:gradFill>
                <a:latin typeface="汉仪粗宋简"/>
                <a:ea typeface="汉仪粗宋简"/>
                <a:cs typeface="汉仪粗宋简"/>
              </a:rPr>
              <a:t>汇报提纲</a:t>
            </a:r>
          </a:p>
        </p:txBody>
      </p:sp>
      <p:sp>
        <p:nvSpPr>
          <p:cNvPr id="131" name="任意多边形: 形状 130">
            <a:extLst xmlns:a="http://schemas.openxmlformats.org/drawingml/2006/main">
              <a:ext uri="{FF2B5EF4-FFF2-40B4-BE49-F238E27FC236}">
                <a16:creationId xmlns:a16="http://schemas.microsoft.com/office/drawing/2014/main" id="{C59C6FF8-6BEF-4B44-BFD0-AFBB008BE8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95335" y="4602588"/>
            <a:ext cx="3296666" cy="2255412"/>
          </a:xfrm>
          <a:custGeom xmlns:a="http://schemas.openxmlformats.org/drawingml/2006/main">
            <a:gdLst>
              <a:gd name="connsiteX0" fmla="*/ 2893248 w 4163705"/>
              <a:gd name="connsiteY0" fmla="*/ 0 h 2398711"/>
              <a:gd name="connsiteX1" fmla="*/ 4039971 w 4163705"/>
              <a:gd name="connsiteY1" fmla="*/ 231513 h 2398711"/>
              <a:gd name="connsiteX2" fmla="*/ 4163705 w 4163705"/>
              <a:gd name="connsiteY2" fmla="*/ 291119 h 2398711"/>
              <a:gd name="connsiteX3" fmla="*/ 4163705 w 4163705"/>
              <a:gd name="connsiteY3" fmla="*/ 2398711 h 2398711"/>
              <a:gd name="connsiteX4" fmla="*/ 0 w 4163705"/>
              <a:gd name="connsiteY4" fmla="*/ 2398711 h 2398711"/>
              <a:gd name="connsiteX5" fmla="*/ 7085 w 4163705"/>
              <a:gd name="connsiteY5" fmla="*/ 2352291 h 2398711"/>
              <a:gd name="connsiteX6" fmla="*/ 2893248 w 4163705"/>
              <a:gd name="connsiteY6" fmla="*/ 0 h 2398711"/>
            </a:gdLst>
            <a:rect l="l" t="t" r="r" b="b"/>
            <a:pathLst>
              <a:path w="4163705" h="2398711">
                <a:moveTo>
                  <a:pt x="2893248" y="0"/>
                </a:moveTo>
                <a:cubicBezTo>
                  <a:pt x="3300008" y="0"/>
                  <a:pt x="3687514" y="82436"/>
                  <a:pt x="4039971" y="231513"/>
                </a:cubicBezTo>
                <a:lnTo>
                  <a:pt x="4163705" y="291119"/>
                </a:lnTo>
                <a:lnTo>
                  <a:pt x="4163705" y="2398711"/>
                </a:lnTo>
                <a:lnTo>
                  <a:pt x="0" y="2398711"/>
                </a:lnTo>
                <a:lnTo>
                  <a:pt x="7085" y="2352291"/>
                </a:lnTo>
                <a:cubicBezTo>
                  <a:pt x="281790" y="1009841"/>
                  <a:pt x="1469588" y="0"/>
                  <a:pt x="2893248" y="0"/>
                </a:cubicBezTo>
                <a:close/>
              </a:path>
            </a:pathLst>
          </a:custGeom>
          <a:gradFill xmlns:a="http://schemas.openxmlformats.org/drawingml/2006/main">
            <a:gsLst>
              <a:gs pos="100000">
                <a:srgbClr val="0268FE">
                  <a:lumMod val="9000"/>
                  <a:lumOff val="91000"/>
                </a:srgbClr>
              </a:gs>
              <a:gs pos="0">
                <a:srgbClr val="0268FE">
                  <a:lumMod val="4000"/>
                  <a:lumOff val="96000"/>
                </a:srgbClr>
              </a:gs>
            </a:gsLst>
            <a:lin ang="5400000" scaled="1"/>
          </a:gradFill>
          <a:ln xmlns:a="http://schemas.openxmlformats.org/drawingml/2006/main" w="12700" cmpd="sng">
            <a:noFill/>
            <a:prstDash val="solid"/>
          </a:ln>
        </p:spPr>
        <p:txBody>
          <a:bodyPr xmlns:a="http://schemas.openxmlformats.org/drawingml/2006/main" wrap="square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ctr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kern="0" cap="none" spc="0" baseline="0">
              <a:ln>
                <a:noFill/>
              </a:ln>
              <a:solidFill>
                <a:srgbClr val="FFFFFF"/>
              </a:solidFill>
              <a:latin typeface="等线"/>
              <a:ea typeface="等线"/>
              <a:cs typeface="等线"/>
            </a:endParaRPr>
          </a:p>
        </p:txBody>
      </p:sp>
    </p:spTree>
  </p:cSld>
</p:sldLayout>
</file>

<file path=ppt/slideLayouts/slideLayout5.xml><?xml version="1.0" encoding="utf-8"?>
<p:sldLayout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标题 1">
            <a:extLst xmlns:a="http://schemas.openxmlformats.org/drawingml/2006/main">
              <a:ext uri="{FF2B5EF4-FFF2-40B4-BE49-F238E27FC236}">
                <a16:creationId xmlns:a16="http://schemas.microsoft.com/office/drawing/2014/main" id="{09814D3E-DA95-4FF6-89BF-C79116EAB85E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839788" y="365125"/>
            <a:ext cx="10515600" cy="1325563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单击此处编辑母版标题样式</a:t>
            </a:r>
          </a:p>
        </p:txBody>
      </p:sp>
      <p:sp>
        <p:nvSpPr>
          <p:cNvPr id="3" name="文本占位符 2">
            <a:extLst xmlns:a="http://schemas.openxmlformats.org/drawingml/2006/main">
              <a:ext uri="{FF2B5EF4-FFF2-40B4-BE49-F238E27FC236}">
                <a16:creationId xmlns:a16="http://schemas.microsoft.com/office/drawing/2014/main" id="{994DFD73-AC23-4D86-A58D-99EB8AFD0235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839788" y="1681163"/>
            <a:ext cx="5157787" cy="823912"/>
          </a:xfrm>
        </p:spPr>
        <p:txBody>
          <a:bodyPr xmlns:a="http://schemas.openxmlformats.org/drawingml/2006/main" anchor="b"/>
          <a:lstStyle xmlns:a="http://schemas.openxmlformats.org/drawingml/2006/main"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 xmlns:a="http://schemas.openxmlformats.org/drawingml/2006/main">
            <a:pPr lvl="0">
              <a:buNone/>
            </a:pPr>
            <a:r>
              <a:t>单击此处编辑母版文本样式</a:t>
            </a:r>
          </a:p>
        </p:txBody>
      </p:sp>
      <p:sp>
        <p:nvSpPr>
          <p:cNvPr id="4" name="内容占位符 3">
            <a:extLst xmlns:a="http://schemas.openxmlformats.org/drawingml/2006/main">
              <a:ext uri="{FF2B5EF4-FFF2-40B4-BE49-F238E27FC236}">
                <a16:creationId xmlns:a16="http://schemas.microsoft.com/office/drawing/2014/main" id="{7C957C97-3536-4092-9C6F-3BC205E8C0FC}"/>
              </a:ext>
            </a:extLst>
          </p:cNvPr>
          <p:cNvSpPr>
            <a:spLocks xmlns:a="http://schemas.openxmlformats.org/drawingml/2006/main" noGrp="1"/>
          </p:cNvSpPr>
          <p:nvPr>
            <p:ph idx="2"/>
          </p:nvPr>
        </p:nvSpPr>
        <p:spPr>
          <a:xfrm xmlns:a="http://schemas.openxmlformats.org/drawingml/2006/main">
            <a:off x="839788" y="2505075"/>
            <a:ext cx="5157787" cy="3684588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单击此处编辑母版文本样式</a:t>
            </a:r>
          </a:p>
          <a:p xmlns:a="http://schemas.openxmlformats.org/drawingml/2006/main">
            <a:pPr lvl="1">
              <a:buNone/>
            </a:pPr>
            <a:r>
              <a:t>二级</a:t>
            </a:r>
          </a:p>
          <a:p xmlns:a="http://schemas.openxmlformats.org/drawingml/2006/main">
            <a:pPr lvl="2">
              <a:buNone/>
            </a:pPr>
            <a:r>
              <a:t>三级</a:t>
            </a:r>
          </a:p>
          <a:p xmlns:a="http://schemas.openxmlformats.org/drawingml/2006/main">
            <a:pPr lvl="3">
              <a:buNone/>
            </a:pPr>
            <a:r>
              <a:t>四级</a:t>
            </a:r>
          </a:p>
          <a:p xmlns:a="http://schemas.openxmlformats.org/drawingml/2006/main">
            <a:pPr lvl="4">
              <a:buNone/>
            </a:pPr>
            <a:r>
              <a:t>五级</a:t>
            </a:r>
          </a:p>
        </p:txBody>
      </p:sp>
      <p:sp>
        <p:nvSpPr>
          <p:cNvPr id="5" name="文本占位符 4">
            <a:extLst xmlns:a="http://schemas.openxmlformats.org/drawingml/2006/main">
              <a:ext uri="{FF2B5EF4-FFF2-40B4-BE49-F238E27FC236}">
                <a16:creationId xmlns:a16="http://schemas.microsoft.com/office/drawing/2014/main" id="{B992D9ED-6951-45B6-9406-99AD99B9222C}"/>
              </a:ext>
            </a:extLst>
          </p:cNvPr>
          <p:cNvSpPr>
            <a:spLocks xmlns:a="http://schemas.openxmlformats.org/drawingml/2006/main" noGrp="1"/>
          </p:cNvSpPr>
          <p:nvPr>
            <p:ph type="body" idx="3"/>
          </p:nvPr>
        </p:nvSpPr>
        <p:spPr>
          <a:xfrm xmlns:a="http://schemas.openxmlformats.org/drawingml/2006/main">
            <a:off x="6172200" y="1681163"/>
            <a:ext cx="5183188" cy="823912"/>
          </a:xfrm>
        </p:spPr>
        <p:txBody>
          <a:bodyPr xmlns:a="http://schemas.openxmlformats.org/drawingml/2006/main" anchor="b"/>
          <a:lstStyle xmlns:a="http://schemas.openxmlformats.org/drawingml/2006/main"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 xmlns:a="http://schemas.openxmlformats.org/drawingml/2006/main">
            <a:pPr lvl="0">
              <a:buNone/>
            </a:pPr>
            <a:r>
              <a:t>单击此处编辑母版文本样式</a:t>
            </a:r>
          </a:p>
        </p:txBody>
      </p:sp>
      <p:sp>
        <p:nvSpPr>
          <p:cNvPr id="6" name="内容占位符 5">
            <a:extLst xmlns:a="http://schemas.openxmlformats.org/drawingml/2006/main">
              <a:ext uri="{FF2B5EF4-FFF2-40B4-BE49-F238E27FC236}">
                <a16:creationId xmlns:a16="http://schemas.microsoft.com/office/drawing/2014/main" id="{5CD8D950-F84C-4F2A-985B-8E76FA7269A1}"/>
              </a:ext>
            </a:extLst>
          </p:cNvPr>
          <p:cNvSpPr>
            <a:spLocks xmlns:a="http://schemas.openxmlformats.org/drawingml/2006/main" noGrp="1"/>
          </p:cNvSpPr>
          <p:nvPr>
            <p:ph idx="4"/>
          </p:nvPr>
        </p:nvSpPr>
        <p:spPr>
          <a:xfrm xmlns:a="http://schemas.openxmlformats.org/drawingml/2006/main">
            <a:off x="6172200" y="2505075"/>
            <a:ext cx="5183188" cy="3684588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单击此处编辑母版文本样式</a:t>
            </a:r>
          </a:p>
          <a:p xmlns:a="http://schemas.openxmlformats.org/drawingml/2006/main">
            <a:pPr lvl="1">
              <a:buNone/>
            </a:pPr>
            <a:r>
              <a:t>二级</a:t>
            </a:r>
          </a:p>
          <a:p xmlns:a="http://schemas.openxmlformats.org/drawingml/2006/main">
            <a:pPr lvl="2">
              <a:buNone/>
            </a:pPr>
            <a:r>
              <a:t>三级</a:t>
            </a:r>
          </a:p>
          <a:p xmlns:a="http://schemas.openxmlformats.org/drawingml/2006/main">
            <a:pPr lvl="3">
              <a:buNone/>
            </a:pPr>
            <a:r>
              <a:t>四级</a:t>
            </a:r>
          </a:p>
          <a:p xmlns:a="http://schemas.openxmlformats.org/drawingml/2006/main">
            <a:pPr lvl="4">
              <a:buNone/>
            </a:pPr>
            <a:r>
              <a:t>五级</a:t>
            </a:r>
          </a:p>
        </p:txBody>
      </p:sp>
      <p:sp>
        <p:nvSpPr>
          <p:cNvPr id="7" name="日期占位符 6">
            <a:extLst xmlns:a="http://schemas.openxmlformats.org/drawingml/2006/main">
              <a:ext uri="{FF2B5EF4-FFF2-40B4-BE49-F238E27FC236}">
                <a16:creationId xmlns:a16="http://schemas.microsoft.com/office/drawing/2014/main" id="{1729408B-8A7B-4CB6-849F-E27945723BC7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9F4852F6-D0EE-43FF-9758-4449F4064C7C}" type="datetimeFigureOut">
              <a:t>2026/8/8</a:t>
            </a:fld>
            <a:endParaRPr/>
          </a:p>
        </p:txBody>
      </p:sp>
      <p:sp>
        <p:nvSpPr>
          <p:cNvPr id="8" name="页脚占位符 7">
            <a:extLst xmlns:a="http://schemas.openxmlformats.org/drawingml/2006/main">
              <a:ext uri="{FF2B5EF4-FFF2-40B4-BE49-F238E27FC236}">
                <a16:creationId xmlns:a16="http://schemas.microsoft.com/office/drawing/2014/main" id="{8EECA76A-D60B-455E-8168-70A60C759721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9" name="灯片编号占位符 8">
            <a:extLst xmlns:a="http://schemas.openxmlformats.org/drawingml/2006/main">
              <a:ext uri="{FF2B5EF4-FFF2-40B4-BE49-F238E27FC236}">
                <a16:creationId xmlns:a16="http://schemas.microsoft.com/office/drawing/2014/main" id="{ABD48E81-5734-4ACE-AD29-93BB73EC6BA6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F60DD7EF-E908-4723-98EB-3DEAFF871F36}" type="slidenum">
              <a:t>‹#›</a:t>
            </a:fld>
            <a:endParaRPr/>
          </a:p>
        </p:txBody>
      </p:sp>
    </p:spTree>
  </p:cSld>
</p:sldLayout>
</file>

<file path=ppt/slideLayouts/slideLayout6.xml><?xml version="1.0" encoding="utf-8"?>
<p:sldLayout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标题 1">
            <a:extLst xmlns:a="http://schemas.openxmlformats.org/drawingml/2006/main">
              <a:ext uri="{FF2B5EF4-FFF2-40B4-BE49-F238E27FC236}">
                <a16:creationId xmlns:a16="http://schemas.microsoft.com/office/drawing/2014/main" id="{47823647-FCD8-49E9-9489-F4567BF6750E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单击此处编辑母版标题样式</a:t>
            </a:r>
          </a:p>
        </p:txBody>
      </p:sp>
      <p:sp>
        <p:nvSpPr>
          <p:cNvPr id="3" name="日期占位符 2">
            <a:extLst xmlns:a="http://schemas.openxmlformats.org/drawingml/2006/main">
              <a:ext uri="{FF2B5EF4-FFF2-40B4-BE49-F238E27FC236}">
                <a16:creationId xmlns:a16="http://schemas.microsoft.com/office/drawing/2014/main" id="{C7B16802-0F5E-4166-8166-CEA0537C875B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9F4852F6-D0EE-43FF-9758-4449F4064C7C}" type="datetimeFigureOut">
              <a:t>2026/8/8</a:t>
            </a:fld>
            <a:endParaRPr/>
          </a:p>
        </p:txBody>
      </p:sp>
      <p:sp>
        <p:nvSpPr>
          <p:cNvPr id="4" name="页脚占位符 3">
            <a:extLst xmlns:a="http://schemas.openxmlformats.org/drawingml/2006/main">
              <a:ext uri="{FF2B5EF4-FFF2-40B4-BE49-F238E27FC236}">
                <a16:creationId xmlns:a16="http://schemas.microsoft.com/office/drawing/2014/main" id="{82C59F96-D20A-4C13-A65A-9101C505142A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5" name="灯片编号占位符 4">
            <a:extLst xmlns:a="http://schemas.openxmlformats.org/drawingml/2006/main">
              <a:ext uri="{FF2B5EF4-FFF2-40B4-BE49-F238E27FC236}">
                <a16:creationId xmlns:a16="http://schemas.microsoft.com/office/drawing/2014/main" id="{FF6BEF36-0CD8-4A0B-99CF-8850137CB8CF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F60DD7EF-E908-4723-98EB-3DEAFF871F36}" type="slidenum">
              <a:t>‹#›</a:t>
            </a:fld>
            <a:endParaRPr/>
          </a:p>
        </p:txBody>
      </p:sp>
    </p:spTree>
  </p:cSld>
</p:sldLayout>
</file>

<file path=ppt/slideLayouts/slideLayout7.xml><?xml version="1.0" encoding="utf-8"?>
<p:sldLayout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日期占位符 1">
            <a:extLst xmlns:a="http://schemas.openxmlformats.org/drawingml/2006/main">
              <a:ext uri="{FF2B5EF4-FFF2-40B4-BE49-F238E27FC236}">
                <a16:creationId xmlns:a16="http://schemas.microsoft.com/office/drawing/2014/main" id="{65D2CF6B-FED9-4CA5-8162-A3AAF467EAFC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9F4852F6-D0EE-43FF-9758-4449F4064C7C}" type="datetimeFigureOut">
              <a:t>2026/8/8</a:t>
            </a:fld>
            <a:endParaRPr/>
          </a:p>
        </p:txBody>
      </p:sp>
      <p:sp>
        <p:nvSpPr>
          <p:cNvPr id="3" name="页脚占位符 2">
            <a:extLst xmlns:a="http://schemas.openxmlformats.org/drawingml/2006/main">
              <a:ext uri="{FF2B5EF4-FFF2-40B4-BE49-F238E27FC236}">
                <a16:creationId xmlns:a16="http://schemas.microsoft.com/office/drawing/2014/main" id="{39E65895-785F-425B-89F1-104917111774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4" name="灯片编号占位符 3">
            <a:extLst xmlns:a="http://schemas.openxmlformats.org/drawingml/2006/main">
              <a:ext uri="{FF2B5EF4-FFF2-40B4-BE49-F238E27FC236}">
                <a16:creationId xmlns:a16="http://schemas.microsoft.com/office/drawing/2014/main" id="{2C81E01A-AB9F-456A-BB5C-4519A4D619DA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F60DD7EF-E908-4723-98EB-3DEAFF871F36}" type="slidenum">
              <a:t>‹#›</a:t>
            </a:fld>
            <a:endParaRPr/>
          </a:p>
        </p:txBody>
      </p:sp>
    </p:spTree>
  </p:cSld>
</p:sldLayout>
</file>

<file path=ppt/slideLayouts/slideLayout8.xml><?xml version="1.0" encoding="utf-8"?>
<p:sldLayout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标题 1">
            <a:extLst xmlns:a="http://schemas.openxmlformats.org/drawingml/2006/main">
              <a:ext uri="{FF2B5EF4-FFF2-40B4-BE49-F238E27FC236}">
                <a16:creationId xmlns:a16="http://schemas.microsoft.com/office/drawing/2014/main" id="{2B666989-99B2-4BB2-9475-800D00850E60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839788" y="457200"/>
            <a:ext cx="3932237" cy="1600200"/>
          </a:xfrm>
        </p:spPr>
        <p:txBody>
          <a:bodyPr xmlns:a="http://schemas.openxmlformats.org/drawingml/2006/main" anchor="b"/>
          <a:lstStyle xmlns:a="http://schemas.openxmlformats.org/drawingml/2006/main">
            <a:lvl1pPr>
              <a:buNone/>
              <a:defRPr sz="3200"/>
            </a:lvl1pPr>
          </a:lstStyle>
          <a:p xmlns:a="http://schemas.openxmlformats.org/drawingml/2006/main">
            <a:r>
              <a:t>单击此处编辑母版标题样式</a:t>
            </a:r>
          </a:p>
        </p:txBody>
      </p:sp>
      <p:sp>
        <p:nvSpPr>
          <p:cNvPr id="3" name="内容占位符 2">
            <a:extLst xmlns:a="http://schemas.openxmlformats.org/drawingml/2006/main">
              <a:ext uri="{FF2B5EF4-FFF2-40B4-BE49-F238E27FC236}">
                <a16:creationId xmlns:a16="http://schemas.microsoft.com/office/drawing/2014/main" id="{9B37CEC9-B523-43A4-9DB3-669E0FFF6777}"/>
              </a:ext>
            </a:extLst>
          </p:cNvPr>
          <p:cNvSpPr>
            <a:spLocks xmlns:a="http://schemas.openxmlformats.org/drawingml/2006/main" noGrp="1"/>
          </p:cNvSpPr>
          <p:nvPr>
            <p:ph idx="1"/>
          </p:nvPr>
        </p:nvSpPr>
        <p:spPr>
          <a:xfrm xmlns:a="http://schemas.openxmlformats.org/drawingml/2006/main">
            <a:off x="5183188" y="987425"/>
            <a:ext cx="6172200" cy="4873625"/>
          </a:xfrm>
        </p:spPr>
        <p:txBody>
          <a:bodyPr xmlns:a="http://schemas.openxmlformats.org/drawingml/2006/main"/>
          <a:lstStyle xmlns:a="http://schemas.openxmlformats.org/drawingml/2006/main">
            <a:lvl1pPr>
              <a:buNone/>
              <a:defRPr sz="3200"/>
            </a:lvl1pPr>
            <a:lvl2pPr>
              <a:buNone/>
              <a:defRPr sz="2800"/>
            </a:lvl2pPr>
            <a:lvl3pPr>
              <a:buNone/>
              <a:defRPr sz="2400"/>
            </a:lvl3pPr>
            <a:lvl4pPr>
              <a:buNone/>
              <a:defRPr sz="2000"/>
            </a:lvl4pPr>
            <a:lvl5pPr>
              <a:buNone/>
              <a:defRPr sz="2000"/>
            </a:lvl5pPr>
            <a:lvl6pPr>
              <a:buNone/>
              <a:defRPr sz="2000"/>
            </a:lvl6pPr>
            <a:lvl7pPr>
              <a:buNone/>
              <a:defRPr sz="2000"/>
            </a:lvl7pPr>
            <a:lvl8pPr>
              <a:buNone/>
              <a:defRPr sz="2000"/>
            </a:lvl8pPr>
            <a:lvl9pPr>
              <a:buNone/>
              <a:defRPr sz="2000"/>
            </a:lvl9pPr>
          </a:lstStyle>
          <a:p xmlns:a="http://schemas.openxmlformats.org/drawingml/2006/main">
            <a:pPr lvl="0">
              <a:buNone/>
            </a:pPr>
            <a:r>
              <a:t>单击此处编辑母版文本样式</a:t>
            </a:r>
          </a:p>
          <a:p xmlns:a="http://schemas.openxmlformats.org/drawingml/2006/main">
            <a:pPr lvl="1">
              <a:buNone/>
            </a:pPr>
            <a:r>
              <a:t>二级</a:t>
            </a:r>
          </a:p>
          <a:p xmlns:a="http://schemas.openxmlformats.org/drawingml/2006/main">
            <a:pPr lvl="2">
              <a:buNone/>
            </a:pPr>
            <a:r>
              <a:t>三级</a:t>
            </a:r>
          </a:p>
          <a:p xmlns:a="http://schemas.openxmlformats.org/drawingml/2006/main">
            <a:pPr lvl="3">
              <a:buNone/>
            </a:pPr>
            <a:r>
              <a:t>四级</a:t>
            </a:r>
          </a:p>
          <a:p xmlns:a="http://schemas.openxmlformats.org/drawingml/2006/main">
            <a:pPr lvl="4">
              <a:buNone/>
            </a:pPr>
            <a:r>
              <a:t>五级</a:t>
            </a:r>
          </a:p>
        </p:txBody>
      </p:sp>
      <p:sp>
        <p:nvSpPr>
          <p:cNvPr id="4" name="文本占位符 3">
            <a:extLst xmlns:a="http://schemas.openxmlformats.org/drawingml/2006/main">
              <a:ext uri="{FF2B5EF4-FFF2-40B4-BE49-F238E27FC236}">
                <a16:creationId xmlns:a16="http://schemas.microsoft.com/office/drawing/2014/main" id="{18E66D29-0CC8-4FB7-AFB2-3360306BEEFE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839788" y="2057400"/>
            <a:ext cx="3932237" cy="3811588"/>
          </a:xfrm>
        </p:spPr>
        <p:txBody>
          <a:bodyPr xmlns:a="http://schemas.openxmlformats.org/drawingml/2006/main"/>
          <a:lstStyle xmlns:a="http://schemas.openxmlformats.org/drawingml/2006/main"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 xmlns:a="http://schemas.openxmlformats.org/drawingml/2006/main">
            <a:pPr lvl="0">
              <a:buNone/>
            </a:pPr>
            <a:r>
              <a:t>单击此处编辑母版文本样式</a:t>
            </a:r>
          </a:p>
        </p:txBody>
      </p:sp>
      <p:sp>
        <p:nvSpPr>
          <p:cNvPr id="5" name="日期占位符 4">
            <a:extLst xmlns:a="http://schemas.openxmlformats.org/drawingml/2006/main">
              <a:ext uri="{FF2B5EF4-FFF2-40B4-BE49-F238E27FC236}">
                <a16:creationId xmlns:a16="http://schemas.microsoft.com/office/drawing/2014/main" id="{1219F796-F6F4-404D-840E-A8374BEC9AB3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9F4852F6-D0EE-43FF-9758-4449F4064C7C}" type="datetimeFigureOut">
              <a:t>2026/8/8</a:t>
            </a:fld>
            <a:endParaRPr/>
          </a:p>
        </p:txBody>
      </p:sp>
      <p:sp>
        <p:nvSpPr>
          <p:cNvPr id="6" name="页脚占位符 5">
            <a:extLst xmlns:a="http://schemas.openxmlformats.org/drawingml/2006/main">
              <a:ext uri="{FF2B5EF4-FFF2-40B4-BE49-F238E27FC236}">
                <a16:creationId xmlns:a16="http://schemas.microsoft.com/office/drawing/2014/main" id="{DD4D07DA-1C43-4978-84E2-E9DF21F479A6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7" name="灯片编号占位符 6">
            <a:extLst xmlns:a="http://schemas.openxmlformats.org/drawingml/2006/main">
              <a:ext uri="{FF2B5EF4-FFF2-40B4-BE49-F238E27FC236}">
                <a16:creationId xmlns:a16="http://schemas.microsoft.com/office/drawing/2014/main" id="{821FE728-F03D-4B3C-A81B-6340A4FC1A9F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F60DD7EF-E908-4723-98EB-3DEAFF871F36}" type="slidenum">
              <a:t>‹#›</a:t>
            </a:fld>
            <a:endParaRPr/>
          </a:p>
        </p:txBody>
      </p:sp>
    </p:spTree>
  </p:cSld>
</p:sldLayout>
</file>

<file path=ppt/slideLayouts/slideLayout9.xml><?xml version="1.0" encoding="utf-8"?>
<p:sldLayout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标题 1">
            <a:extLst xmlns:a="http://schemas.openxmlformats.org/drawingml/2006/main">
              <a:ext uri="{FF2B5EF4-FFF2-40B4-BE49-F238E27FC236}">
                <a16:creationId xmlns:a16="http://schemas.microsoft.com/office/drawing/2014/main" id="{F5190015-3CAF-4812-A1D3-141C7C6C63CD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839788" y="457200"/>
            <a:ext cx="3932237" cy="1600200"/>
          </a:xfrm>
        </p:spPr>
        <p:txBody>
          <a:bodyPr xmlns:a="http://schemas.openxmlformats.org/drawingml/2006/main" anchor="b"/>
          <a:lstStyle xmlns:a="http://schemas.openxmlformats.org/drawingml/2006/main">
            <a:lvl1pPr>
              <a:buNone/>
              <a:defRPr sz="3200"/>
            </a:lvl1pPr>
          </a:lstStyle>
          <a:p xmlns:a="http://schemas.openxmlformats.org/drawingml/2006/main">
            <a:r>
              <a:t>单击此处编辑母版标题样式</a:t>
            </a:r>
          </a:p>
        </p:txBody>
      </p:sp>
      <p:sp>
        <p:nvSpPr>
          <p:cNvPr id="3" name="图片占位符 2">
            <a:extLst xmlns:a="http://schemas.openxmlformats.org/drawingml/2006/main">
              <a:ext uri="{FF2B5EF4-FFF2-40B4-BE49-F238E27FC236}">
                <a16:creationId xmlns:a16="http://schemas.microsoft.com/office/drawing/2014/main" id="{58875C82-A8B7-4EC3-9CD1-71B5628D280B}"/>
              </a:ext>
            </a:extLst>
          </p:cNvPr>
          <p:cNvSpPr>
            <a:spLocks xmlns:a="http://schemas.openxmlformats.org/drawingml/2006/main" noGrp="1"/>
          </p:cNvSpPr>
          <p:nvPr>
            <p:ph type="pic" idx="1"/>
          </p:nvPr>
        </p:nvSpPr>
        <p:spPr>
          <a:xfrm xmlns:a="http://schemas.openxmlformats.org/drawingml/2006/main">
            <a:off x="5183188" y="987425"/>
            <a:ext cx="6172200" cy="4873625"/>
          </a:xfrm>
        </p:spPr>
        <p:txBody>
          <a:bodyPr xmlns:a="http://schemas.openxmlformats.org/drawingml/2006/main"/>
          <a:lstStyle xmlns:a="http://schemas.openxmlformats.org/drawingml/2006/main"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 xmlns:a="http://schemas.openxmlformats.org/drawingml/2006/main">
            <a:endParaRPr/>
          </a:p>
        </p:txBody>
      </p:sp>
      <p:sp>
        <p:nvSpPr>
          <p:cNvPr id="4" name="文本占位符 3">
            <a:extLst xmlns:a="http://schemas.openxmlformats.org/drawingml/2006/main">
              <a:ext uri="{FF2B5EF4-FFF2-40B4-BE49-F238E27FC236}">
                <a16:creationId xmlns:a16="http://schemas.microsoft.com/office/drawing/2014/main" id="{EAD26DF1-7C4D-48DE-8378-2454184D16EA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839788" y="2057400"/>
            <a:ext cx="3932237" cy="3811588"/>
          </a:xfrm>
        </p:spPr>
        <p:txBody>
          <a:bodyPr xmlns:a="http://schemas.openxmlformats.org/drawingml/2006/main"/>
          <a:lstStyle xmlns:a="http://schemas.openxmlformats.org/drawingml/2006/main"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 xmlns:a="http://schemas.openxmlformats.org/drawingml/2006/main">
            <a:pPr lvl="0">
              <a:buNone/>
            </a:pPr>
            <a:r>
              <a:t>单击此处编辑母版文本样式</a:t>
            </a:r>
          </a:p>
        </p:txBody>
      </p:sp>
      <p:sp>
        <p:nvSpPr>
          <p:cNvPr id="5" name="日期占位符 4">
            <a:extLst xmlns:a="http://schemas.openxmlformats.org/drawingml/2006/main">
              <a:ext uri="{FF2B5EF4-FFF2-40B4-BE49-F238E27FC236}">
                <a16:creationId xmlns:a16="http://schemas.microsoft.com/office/drawing/2014/main" id="{A955434F-A8BA-47E4-8A74-6F34F28201EB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9F4852F6-D0EE-43FF-9758-4449F4064C7C}" type="datetimeFigureOut">
              <a:t>2026/8/8</a:t>
            </a:fld>
            <a:endParaRPr/>
          </a:p>
        </p:txBody>
      </p:sp>
      <p:sp>
        <p:nvSpPr>
          <p:cNvPr id="6" name="页脚占位符 5">
            <a:extLst xmlns:a="http://schemas.openxmlformats.org/drawingml/2006/main">
              <a:ext uri="{FF2B5EF4-FFF2-40B4-BE49-F238E27FC236}">
                <a16:creationId xmlns:a16="http://schemas.microsoft.com/office/drawing/2014/main" id="{CABBDBEE-8098-45BE-80B8-99DC697B7921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7" name="灯片编号占位符 6">
            <a:extLst xmlns:a="http://schemas.openxmlformats.org/drawingml/2006/main">
              <a:ext uri="{FF2B5EF4-FFF2-40B4-BE49-F238E27FC236}">
                <a16:creationId xmlns:a16="http://schemas.microsoft.com/office/drawing/2014/main" id="{91759C7C-4BE2-479B-8D75-25101B10BAD3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F60DD7EF-E908-4723-98EB-3DEAFF871F36}" type="slidenum">
              <a:t>‹#›</a:t>
            </a:fld>
            <a:endParaRPr/>
          </a:p>
        </p:txBody>
      </p:sp>
    </p:spTree>
  </p:cSld>
</p:sldLayout>
</file>

<file path=ppt/slideLayouts/slideLayout10.xml><?xml version="1.0" encoding="utf-8"?>
<p:sldLayout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标题 1">
            <a:extLst xmlns:a="http://schemas.openxmlformats.org/drawingml/2006/main">
              <a:ext uri="{FF2B5EF4-FFF2-40B4-BE49-F238E27FC236}">
                <a16:creationId xmlns:a16="http://schemas.microsoft.com/office/drawing/2014/main" id="{3D26E532-1180-4EBD-8D87-848F7AB2299A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单击此处编辑母版标题样式</a:t>
            </a:r>
          </a:p>
        </p:txBody>
      </p:sp>
      <p:sp>
        <p:nvSpPr>
          <p:cNvPr id="3" name="竖排文字占位符 2">
            <a:extLst xmlns:a="http://schemas.openxmlformats.org/drawingml/2006/main">
              <a:ext uri="{FF2B5EF4-FFF2-40B4-BE49-F238E27FC236}">
                <a16:creationId xmlns:a16="http://schemas.microsoft.com/office/drawing/2014/main" id="{FB8A8DA8-FA5C-40D6-923C-3BEC5542526F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 vert="eaVert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单击此处编辑母版文本样式</a:t>
            </a:r>
          </a:p>
          <a:p xmlns:a="http://schemas.openxmlformats.org/drawingml/2006/main">
            <a:pPr lvl="1">
              <a:buNone/>
            </a:pPr>
            <a:r>
              <a:t>二级</a:t>
            </a:r>
          </a:p>
          <a:p xmlns:a="http://schemas.openxmlformats.org/drawingml/2006/main">
            <a:pPr lvl="2">
              <a:buNone/>
            </a:pPr>
            <a:r>
              <a:t>三级</a:t>
            </a:r>
          </a:p>
          <a:p xmlns:a="http://schemas.openxmlformats.org/drawingml/2006/main">
            <a:pPr lvl="3">
              <a:buNone/>
            </a:pPr>
            <a:r>
              <a:t>四级</a:t>
            </a:r>
          </a:p>
          <a:p xmlns:a="http://schemas.openxmlformats.org/drawingml/2006/main">
            <a:pPr lvl="4">
              <a:buNone/>
            </a:pPr>
            <a:r>
              <a:t>五级</a:t>
            </a:r>
          </a:p>
        </p:txBody>
      </p:sp>
      <p:sp>
        <p:nvSpPr>
          <p:cNvPr id="4" name="日期占位符 3">
            <a:extLst xmlns:a="http://schemas.openxmlformats.org/drawingml/2006/main">
              <a:ext uri="{FF2B5EF4-FFF2-40B4-BE49-F238E27FC236}">
                <a16:creationId xmlns:a16="http://schemas.microsoft.com/office/drawing/2014/main" id="{A8A5EC20-3538-4582-9809-8D430F180FB6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9F4852F6-D0EE-43FF-9758-4449F4064C7C}" type="datetimeFigureOut">
              <a:t>2026/8/8</a:t>
            </a:fld>
            <a:endParaRPr/>
          </a:p>
        </p:txBody>
      </p:sp>
      <p:sp>
        <p:nvSpPr>
          <p:cNvPr id="5" name="页脚占位符 4">
            <a:extLst xmlns:a="http://schemas.openxmlformats.org/drawingml/2006/main">
              <a:ext uri="{FF2B5EF4-FFF2-40B4-BE49-F238E27FC236}">
                <a16:creationId xmlns:a16="http://schemas.microsoft.com/office/drawing/2014/main" id="{B6A49A2B-761E-4006-AB0C-958059DCE617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6" name="灯片编号占位符 5">
            <a:extLst xmlns:a="http://schemas.openxmlformats.org/drawingml/2006/main">
              <a:ext uri="{FF2B5EF4-FFF2-40B4-BE49-F238E27FC236}">
                <a16:creationId xmlns:a16="http://schemas.microsoft.com/office/drawing/2014/main" id="{85814752-86C4-417C-825B-7A80386620BE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F60DD7EF-E908-4723-98EB-3DEAFF871F36}" type="slidenum">
              <a:t>‹#›</a:t>
            </a:fld>
            <a:endParaRPr/>
          </a:p>
        </p:txBody>
      </p:sp>
    </p:spTree>
  </p:cSld>
</p:sldLayout>
</file>

<file path=ppt/slideLayouts/slideLayout11.xml><?xml version="1.0" encoding="utf-8"?>
<p:sldLayout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竖排标题 1">
            <a:extLst xmlns:a="http://schemas.openxmlformats.org/drawingml/2006/main">
              <a:ext uri="{FF2B5EF4-FFF2-40B4-BE49-F238E27FC236}">
                <a16:creationId xmlns:a16="http://schemas.microsoft.com/office/drawing/2014/main" id="{05AF88CE-4DDF-4EE0-A675-A5055BBD6565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8724900" y="365125"/>
            <a:ext cx="2628900" cy="5811838"/>
          </a:xfrm>
        </p:spPr>
        <p:txBody>
          <a:bodyPr xmlns:a="http://schemas.openxmlformats.org/drawingml/2006/main" vert="eaVert"/>
          <a:lstStyle xmlns:a="http://schemas.openxmlformats.org/drawingml/2006/main"/>
          <a:p xmlns:a="http://schemas.openxmlformats.org/drawingml/2006/main">
            <a:r>
              <a:t>单击此处编辑母版标题样式</a:t>
            </a:r>
          </a:p>
        </p:txBody>
      </p:sp>
      <p:sp>
        <p:nvSpPr>
          <p:cNvPr id="3" name="竖排文字占位符 2">
            <a:extLst xmlns:a="http://schemas.openxmlformats.org/drawingml/2006/main">
              <a:ext uri="{FF2B5EF4-FFF2-40B4-BE49-F238E27FC236}">
                <a16:creationId xmlns:a16="http://schemas.microsoft.com/office/drawing/2014/main" id="{99B6D00B-BD62-4EDB-A4BA-22506DE280E5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838200" y="365125"/>
            <a:ext cx="7734300" cy="5811838"/>
          </a:xfrm>
        </p:spPr>
        <p:txBody>
          <a:bodyPr xmlns:a="http://schemas.openxmlformats.org/drawingml/2006/main" vert="eaVert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单击此处编辑母版文本样式</a:t>
            </a:r>
          </a:p>
          <a:p xmlns:a="http://schemas.openxmlformats.org/drawingml/2006/main">
            <a:pPr lvl="1">
              <a:buNone/>
            </a:pPr>
            <a:r>
              <a:t>二级</a:t>
            </a:r>
          </a:p>
          <a:p xmlns:a="http://schemas.openxmlformats.org/drawingml/2006/main">
            <a:pPr lvl="2">
              <a:buNone/>
            </a:pPr>
            <a:r>
              <a:t>三级</a:t>
            </a:r>
          </a:p>
          <a:p xmlns:a="http://schemas.openxmlformats.org/drawingml/2006/main">
            <a:pPr lvl="3">
              <a:buNone/>
            </a:pPr>
            <a:r>
              <a:t>四级</a:t>
            </a:r>
          </a:p>
          <a:p xmlns:a="http://schemas.openxmlformats.org/drawingml/2006/main">
            <a:pPr lvl="4">
              <a:buNone/>
            </a:pPr>
            <a:r>
              <a:t>五级</a:t>
            </a:r>
          </a:p>
        </p:txBody>
      </p:sp>
      <p:sp>
        <p:nvSpPr>
          <p:cNvPr id="4" name="日期占位符 3">
            <a:extLst xmlns:a="http://schemas.openxmlformats.org/drawingml/2006/main">
              <a:ext uri="{FF2B5EF4-FFF2-40B4-BE49-F238E27FC236}">
                <a16:creationId xmlns:a16="http://schemas.microsoft.com/office/drawing/2014/main" id="{1B556D01-ED92-4660-979B-3F527265BBEE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9F4852F6-D0EE-43FF-9758-4449F4064C7C}" type="datetimeFigureOut">
              <a:t>2026/8/8</a:t>
            </a:fld>
            <a:endParaRPr/>
          </a:p>
        </p:txBody>
      </p:sp>
      <p:sp>
        <p:nvSpPr>
          <p:cNvPr id="5" name="页脚占位符 4">
            <a:extLst xmlns:a="http://schemas.openxmlformats.org/drawingml/2006/main">
              <a:ext uri="{FF2B5EF4-FFF2-40B4-BE49-F238E27FC236}">
                <a16:creationId xmlns:a16="http://schemas.microsoft.com/office/drawing/2014/main" id="{EBEE3D04-046B-48EE-AFF6-71415EC1A35A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6" name="灯片编号占位符 5">
            <a:extLst xmlns:a="http://schemas.openxmlformats.org/drawingml/2006/main">
              <a:ext uri="{FF2B5EF4-FFF2-40B4-BE49-F238E27FC236}">
                <a16:creationId xmlns:a16="http://schemas.microsoft.com/office/drawing/2014/main" id="{D46DC86F-5973-4571-91EB-1ED808604BF7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F60DD7EF-E908-4723-98EB-3DEAFF871F36}" type="slidenum">
              <a:t>‹#›</a:t>
            </a:fld>
            <a:endParaRPr/>
          </a:p>
        </p:txBody>
      </p:sp>
    </p:spTree>
  </p:cSld>
</p:sldLayout>
</file>

<file path=ppt/slideLayouts/slideLayout12.xml><?xml version="1.0" encoding="utf-8"?>
<p:sldLayout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18" name="Picture 6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8c25b300538452f"/>
          <a:srcRect xmlns:a="http://schemas.openxmlformats.org/drawingml/2006/main" l="0" t="0" r="0" b="14645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584200"/>
            <a:ext cx="12192000" cy="804333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</p:pic>
      <p:sp>
        <p:nvSpPr>
          <p:cNvPr id="10" name="直接连接符 9">
            <a:extLst xmlns:a="http://schemas.openxmlformats.org/drawingml/2006/main">
              <a:ext uri="{FF2B5EF4-FFF2-40B4-BE49-F238E27FC236}">
                <a16:creationId xmlns:a16="http://schemas.microsoft.com/office/drawing/2014/main" id="{48DCB54F-F188-4497-BE55-2C934F9663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1411819"/>
            <a:ext cx="12192000" cy="2116"/>
          </a:xfrm>
          <a:prstGeom xmlns:a="http://schemas.openxmlformats.org/drawingml/2006/main" prst="line">
            <a:avLst/>
          </a:prstGeom>
          <a:ln xmlns:a="http://schemas.openxmlformats.org/drawingml/2006/main" w="28575">
            <a:solidFill>
              <a:schemeClr val="bg1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7" name="矩形 6">
            <a:extLst xmlns:a="http://schemas.openxmlformats.org/drawingml/2006/main">
              <a:ext uri="{FF2B5EF4-FFF2-40B4-BE49-F238E27FC236}">
                <a16:creationId xmlns:a16="http://schemas.microsoft.com/office/drawing/2014/main" id="{04C34487-3C53-44B7-9696-04480B8F3D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1267" y="584200"/>
            <a:ext cx="8652933" cy="711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5BAC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 sz="3200" b="1">
              <a:solidFill>
                <a:prstClr val="white"/>
              </a:solidFill>
            </a:endParaRPr>
          </a:p>
        </p:txBody>
      </p:sp>
      <p:sp>
        <p:nvSpPr>
          <p:cNvPr id="11" name="任意多边形 10">
            <a:extLst xmlns:a="http://schemas.openxmlformats.org/drawingml/2006/main">
              <a:ext uri="{FF2B5EF4-FFF2-40B4-BE49-F238E27FC236}">
                <a16:creationId xmlns:a16="http://schemas.microsoft.com/office/drawing/2014/main" id="{1CF2AB50-2526-42AE-8979-E811992EA4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2393370" y="1413933"/>
            <a:ext cx="9798631" cy="101600"/>
          </a:xfrm>
          <a:custGeom xmlns:a="http://schemas.openxmlformats.org/drawingml/2006/main">
            <a:gdLst>
              <a:gd name="connsiteX0" fmla="*/ 68 w 11394"/>
              <a:gd name="connsiteY0" fmla="*/ 0 h 126"/>
              <a:gd name="connsiteX1" fmla="*/ 11394 w 11394"/>
              <a:gd name="connsiteY1" fmla="*/ 6 h 126"/>
              <a:gd name="connsiteX2" fmla="*/ 11394 w 11394"/>
              <a:gd name="connsiteY2" fmla="*/ 126 h 126"/>
              <a:gd name="connsiteX3" fmla="*/ 0 w 11394"/>
              <a:gd name="connsiteY3" fmla="*/ 126 h 126"/>
              <a:gd name="connsiteX4" fmla="*/ 68 w 11394"/>
              <a:gd name="connsiteY4" fmla="*/ 0 h 126"/>
            </a:gdLst>
            <a:rect l="l" t="t" r="r" b="b"/>
            <a:pathLst>
              <a:path w="11394" h="126">
                <a:moveTo>
                  <a:pt x="68" y="0"/>
                </a:moveTo>
                <a:lnTo>
                  <a:pt x="11394" y="6"/>
                </a:lnTo>
                <a:lnTo>
                  <a:pt x="11394" y="126"/>
                </a:lnTo>
                <a:lnTo>
                  <a:pt x="0" y="126"/>
                </a:lnTo>
                <a:lnTo>
                  <a:pt x="68" y="0"/>
                </a:lnTo>
                <a:close/>
              </a:path>
            </a:pathLst>
          </a:custGeom>
          <a:solidFill xmlns:a="http://schemas.openxmlformats.org/drawingml/2006/main">
            <a:srgbClr val="005BAC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 sz="2400"/>
          </a:p>
        </p:txBody>
      </p:sp>
      <p:sp>
        <p:nvSpPr>
          <p:cNvPr id="16" name="任意多边形 15">
            <a:extLst xmlns:a="http://schemas.openxmlformats.org/drawingml/2006/main">
              <a:ext uri="{FF2B5EF4-FFF2-40B4-BE49-F238E27FC236}">
                <a16:creationId xmlns:a16="http://schemas.microsoft.com/office/drawing/2014/main" id="{5870F88C-5290-4CCF-81A7-F3F7895603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-2539" y="1414739"/>
            <a:ext cx="2395908" cy="100793"/>
          </a:xfrm>
          <a:custGeom xmlns:a="http://schemas.openxmlformats.org/drawingml/2006/main">
            <a:gdLst>
              <a:gd name="connsiteX0" fmla="*/ 0 w 2693"/>
              <a:gd name="connsiteY0" fmla="*/ 0 h 119"/>
              <a:gd name="connsiteX1" fmla="*/ 2693 w 2693"/>
              <a:gd name="connsiteY1" fmla="*/ 0 h 119"/>
              <a:gd name="connsiteX2" fmla="*/ 2629 w 2693"/>
              <a:gd name="connsiteY2" fmla="*/ 119 h 119"/>
              <a:gd name="connsiteX3" fmla="*/ 0 w 2693"/>
              <a:gd name="connsiteY3" fmla="*/ 119 h 119"/>
              <a:gd name="connsiteX4" fmla="*/ 0 w 2693"/>
              <a:gd name="connsiteY4" fmla="*/ 0 h 119"/>
            </a:gdLst>
            <a:rect l="l" t="t" r="r" b="b"/>
            <a:pathLst>
              <a:path w="2693" h="119">
                <a:moveTo>
                  <a:pt x="0" y="0"/>
                </a:moveTo>
                <a:lnTo>
                  <a:pt x="2693" y="0"/>
                </a:lnTo>
                <a:lnTo>
                  <a:pt x="2629" y="119"/>
                </a:lnTo>
                <a:lnTo>
                  <a:pt x="0" y="119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F39800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 sz="2400"/>
          </a:p>
        </p:txBody>
      </p:sp>
    </p:spTree>
  </p:cSld>
</p:sldLayout>
</file>

<file path=ppt/slideLayouts/slideLayout13.xml><?xml version="1.0" encoding="utf-8"?>
<p:sldLayout xmlns:p="http://schemas.openxmlformats.org/presentationml/2006/main" type="blank" preserve="1">
  <p:cSld name="1_空白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Layouts/slideLayout14.xml><?xml version="1.0" encoding="utf-8"?>
<p:sldLayout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18" name="Picture 6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20b841ceac14181"/>
          <a:srcRect xmlns:a="http://schemas.openxmlformats.org/drawingml/2006/main" l="0" t="0" r="0" b="14645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584200"/>
            <a:ext cx="12192000" cy="804333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</p:pic>
      <p:sp>
        <p:nvSpPr>
          <p:cNvPr id="10" name="直接连接符 9">
            <a:extLst xmlns:a="http://schemas.openxmlformats.org/drawingml/2006/main">
              <a:ext uri="{FF2B5EF4-FFF2-40B4-BE49-F238E27FC236}">
                <a16:creationId xmlns:a16="http://schemas.microsoft.com/office/drawing/2014/main" id="{FDFD27DC-BC69-4A4A-B64D-BB0BF4F925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1411819"/>
            <a:ext cx="12192000" cy="2116"/>
          </a:xfrm>
          <a:prstGeom xmlns:a="http://schemas.openxmlformats.org/drawingml/2006/main" prst="line">
            <a:avLst/>
          </a:prstGeom>
          <a:ln xmlns:a="http://schemas.openxmlformats.org/drawingml/2006/main" w="28575">
            <a:solidFill>
              <a:schemeClr val="bg1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7" name="矩形 6">
            <a:extLst xmlns:a="http://schemas.openxmlformats.org/drawingml/2006/main">
              <a:ext uri="{FF2B5EF4-FFF2-40B4-BE49-F238E27FC236}">
                <a16:creationId xmlns:a16="http://schemas.microsoft.com/office/drawing/2014/main" id="{B7E4CA57-DCE8-438D-BA25-C0687AE86F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1267" y="584200"/>
            <a:ext cx="8652933" cy="711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5BAC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 sz="3200" b="1">
              <a:solidFill>
                <a:prstClr val="white"/>
              </a:solidFill>
            </a:endParaRPr>
          </a:p>
        </p:txBody>
      </p:sp>
      <p:sp>
        <p:nvSpPr>
          <p:cNvPr id="11" name="任意多边形 10">
            <a:extLst xmlns:a="http://schemas.openxmlformats.org/drawingml/2006/main">
              <a:ext uri="{FF2B5EF4-FFF2-40B4-BE49-F238E27FC236}">
                <a16:creationId xmlns:a16="http://schemas.microsoft.com/office/drawing/2014/main" id="{2F9000FD-B265-4E8B-AA9F-99523C81E5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2393370" y="1413933"/>
            <a:ext cx="9798631" cy="101600"/>
          </a:xfrm>
          <a:custGeom xmlns:a="http://schemas.openxmlformats.org/drawingml/2006/main">
            <a:gdLst>
              <a:gd name="connsiteX0" fmla="*/ 68 w 11394"/>
              <a:gd name="connsiteY0" fmla="*/ 0 h 126"/>
              <a:gd name="connsiteX1" fmla="*/ 11394 w 11394"/>
              <a:gd name="connsiteY1" fmla="*/ 6 h 126"/>
              <a:gd name="connsiteX2" fmla="*/ 11394 w 11394"/>
              <a:gd name="connsiteY2" fmla="*/ 126 h 126"/>
              <a:gd name="connsiteX3" fmla="*/ 0 w 11394"/>
              <a:gd name="connsiteY3" fmla="*/ 126 h 126"/>
              <a:gd name="connsiteX4" fmla="*/ 68 w 11394"/>
              <a:gd name="connsiteY4" fmla="*/ 0 h 126"/>
            </a:gdLst>
            <a:rect l="l" t="t" r="r" b="b"/>
            <a:pathLst>
              <a:path w="11394" h="126">
                <a:moveTo>
                  <a:pt x="68" y="0"/>
                </a:moveTo>
                <a:lnTo>
                  <a:pt x="11394" y="6"/>
                </a:lnTo>
                <a:lnTo>
                  <a:pt x="11394" y="126"/>
                </a:lnTo>
                <a:lnTo>
                  <a:pt x="0" y="126"/>
                </a:lnTo>
                <a:lnTo>
                  <a:pt x="68" y="0"/>
                </a:lnTo>
                <a:close/>
              </a:path>
            </a:pathLst>
          </a:custGeom>
          <a:solidFill xmlns:a="http://schemas.openxmlformats.org/drawingml/2006/main">
            <a:srgbClr val="005BAC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 sz="2400"/>
          </a:p>
        </p:txBody>
      </p:sp>
      <p:sp>
        <p:nvSpPr>
          <p:cNvPr id="16" name="任意多边形 15">
            <a:extLst xmlns:a="http://schemas.openxmlformats.org/drawingml/2006/main">
              <a:ext uri="{FF2B5EF4-FFF2-40B4-BE49-F238E27FC236}">
                <a16:creationId xmlns:a16="http://schemas.microsoft.com/office/drawing/2014/main" id="{E2FCAE89-6370-4F96-BE90-D16E211DF3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-2539" y="1414739"/>
            <a:ext cx="2395908" cy="100793"/>
          </a:xfrm>
          <a:custGeom xmlns:a="http://schemas.openxmlformats.org/drawingml/2006/main">
            <a:gdLst>
              <a:gd name="connsiteX0" fmla="*/ 0 w 2693"/>
              <a:gd name="connsiteY0" fmla="*/ 0 h 119"/>
              <a:gd name="connsiteX1" fmla="*/ 2693 w 2693"/>
              <a:gd name="connsiteY1" fmla="*/ 0 h 119"/>
              <a:gd name="connsiteX2" fmla="*/ 2629 w 2693"/>
              <a:gd name="connsiteY2" fmla="*/ 119 h 119"/>
              <a:gd name="connsiteX3" fmla="*/ 0 w 2693"/>
              <a:gd name="connsiteY3" fmla="*/ 119 h 119"/>
              <a:gd name="connsiteX4" fmla="*/ 0 w 2693"/>
              <a:gd name="connsiteY4" fmla="*/ 0 h 119"/>
            </a:gdLst>
            <a:rect l="l" t="t" r="r" b="b"/>
            <a:pathLst>
              <a:path w="2693" h="119">
                <a:moveTo>
                  <a:pt x="0" y="0"/>
                </a:moveTo>
                <a:lnTo>
                  <a:pt x="2693" y="0"/>
                </a:lnTo>
                <a:lnTo>
                  <a:pt x="2629" y="119"/>
                </a:lnTo>
                <a:lnTo>
                  <a:pt x="0" y="119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F39800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 sz="2400"/>
          </a:p>
        </p:txBody>
      </p:sp>
    </p:spTree>
  </p:cSld>
</p:sldLayout>
</file>

<file path=ppt/slideLayouts/slideLayout15.xml><?xml version="1.0" encoding="utf-8"?>
<p:sldLayout xmlns:p="http://schemas.openxmlformats.org/presentationml/2006/main" type="blank" preserve="1">
  <p:cSld name="1_空白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38f747dfe37348a6" /><Relationship Type="http://schemas.openxmlformats.org/officeDocument/2006/relationships/slideLayout" Target="/ppt/slideLayouts/slideLayout1.xml" Id="R3e2265db220441d6" /><Relationship Type="http://schemas.openxmlformats.org/officeDocument/2006/relationships/slideLayout" Target="/ppt/slideLayouts/slideLayout2.xml" Id="Rfb2d2af15ce2493c" /><Relationship Type="http://schemas.openxmlformats.org/officeDocument/2006/relationships/slideLayout" Target="/ppt/slideLayouts/slideLayout3.xml" Id="R3a2d9e6b5d074a0c" /><Relationship Type="http://schemas.openxmlformats.org/officeDocument/2006/relationships/slideLayout" Target="/ppt/slideLayouts/slideLayout4.xml" Id="R6cc6d35b927f4587" /><Relationship Type="http://schemas.openxmlformats.org/officeDocument/2006/relationships/slideLayout" Target="/ppt/slideLayouts/slideLayout5.xml" Id="Ra8d66dc367b34c72" /><Relationship Type="http://schemas.openxmlformats.org/officeDocument/2006/relationships/slideLayout" Target="/ppt/slideLayouts/slideLayout6.xml" Id="R2211c3ed70d1450d" /><Relationship Type="http://schemas.openxmlformats.org/officeDocument/2006/relationships/slideLayout" Target="/ppt/slideLayouts/slideLayout7.xml" Id="R2d5d7718625949ff" /><Relationship Type="http://schemas.openxmlformats.org/officeDocument/2006/relationships/slideLayout" Target="/ppt/slideLayouts/slideLayout8.xml" Id="R84bfeb4cde5449c4" /><Relationship Type="http://schemas.openxmlformats.org/officeDocument/2006/relationships/slideLayout" Target="/ppt/slideLayouts/slideLayout9.xml" Id="R0a5c523073ab4c01" /><Relationship Type="http://schemas.openxmlformats.org/officeDocument/2006/relationships/slideLayout" Target="/ppt/slideLayouts/slideLayout10.xml" Id="R9225322e5cbc43ee" /><Relationship Type="http://schemas.openxmlformats.org/officeDocument/2006/relationships/slideLayout" Target="/ppt/slideLayouts/slideLayout11.xml" Id="R13309242076c4ab5" /></Relationships>
</file>

<file path=ppt/slideMasters/_rels/slideMaster2.xml.rels>&#65279;<?xml version="1.0" encoding="utf-8"?><Relationships xmlns="http://schemas.openxmlformats.org/package/2006/relationships"><Relationship Type="http://schemas.openxmlformats.org/officeDocument/2006/relationships/theme" Target="/ppt/slideMasters/theme/theme3.xml" Id="Rb14268f4f4454db5" /><Relationship Type="http://schemas.openxmlformats.org/officeDocument/2006/relationships/slideLayout" Target="/ppt/slideLayouts/slideLayout12.xml" Id="Rea86867c8ec14146" /><Relationship Type="http://schemas.openxmlformats.org/officeDocument/2006/relationships/slideLayout" Target="/ppt/slideLayouts/slideLayout13.xml" Id="R0cb82e7d1ef54e69" /></Relationships>
</file>

<file path=ppt/slideMasters/_rels/slideMaster3.xml.rels>&#65279;<?xml version="1.0" encoding="utf-8"?><Relationships xmlns="http://schemas.openxmlformats.org/package/2006/relationships"><Relationship Type="http://schemas.openxmlformats.org/officeDocument/2006/relationships/theme" Target="/ppt/slideMasters/theme/theme4.xml" Id="R3769c3ac35c340c3" /><Relationship Type="http://schemas.openxmlformats.org/officeDocument/2006/relationships/slideLayout" Target="/ppt/slideLayouts/slideLayout14.xml" Id="Re306e17684874c69" /><Relationship Type="http://schemas.openxmlformats.org/officeDocument/2006/relationships/slideLayout" Target="/ppt/slideLayouts/slideLayout15.xml" Id="R0a83e35d22754de4" /></Relationships>
</file>

<file path=ppt/slideMasters/slideMaster1.xml><?xml version="1.0" encoding="utf-8"?>
<p:sld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标题占位符 1">
            <a:extLst xmlns:a="http://schemas.openxmlformats.org/drawingml/2006/main">
              <a:ext uri="{FF2B5EF4-FFF2-40B4-BE49-F238E27FC236}">
                <a16:creationId xmlns:a16="http://schemas.microsoft.com/office/drawing/2014/main" id="{843549F0-2125-4ED4-AB09-B75697EDF85E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838200" y="365125"/>
            <a:ext cx="10515600" cy="1325563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>
            <a:normAutofit/>
          </a:bodyPr>
          <a:lstStyle xmlns:a="http://schemas.openxmlformats.org/drawingml/2006/main"/>
          <a:p xmlns:a="http://schemas.openxmlformats.org/drawingml/2006/main">
            <a:r>
              <a:t>单击此处编辑母版标题样式</a:t>
            </a:r>
          </a:p>
        </p:txBody>
      </p:sp>
      <p:sp>
        <p:nvSpPr>
          <p:cNvPr id="3" name="文本占位符 2">
            <a:extLst xmlns:a="http://schemas.openxmlformats.org/drawingml/2006/main">
              <a:ext uri="{FF2B5EF4-FFF2-40B4-BE49-F238E27FC236}">
                <a16:creationId xmlns:a16="http://schemas.microsoft.com/office/drawing/2014/main" id="{B71964C9-AD32-4390-84C8-CC5885320F7B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838200" y="1825625"/>
            <a:ext cx="10515600" cy="4351338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>
            <a:normAutofit/>
          </a:bodyPr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单击此处编辑母版文本样式</a:t>
            </a:r>
          </a:p>
          <a:p xmlns:a="http://schemas.openxmlformats.org/drawingml/2006/main">
            <a:pPr lvl="1">
              <a:buNone/>
            </a:pPr>
            <a:r>
              <a:t>二级</a:t>
            </a:r>
          </a:p>
          <a:p xmlns:a="http://schemas.openxmlformats.org/drawingml/2006/main">
            <a:pPr lvl="2">
              <a:buNone/>
            </a:pPr>
            <a:r>
              <a:t>三级</a:t>
            </a:r>
          </a:p>
          <a:p xmlns:a="http://schemas.openxmlformats.org/drawingml/2006/main">
            <a:pPr lvl="3">
              <a:buNone/>
            </a:pPr>
            <a:r>
              <a:t>四级</a:t>
            </a:r>
          </a:p>
          <a:p xmlns:a="http://schemas.openxmlformats.org/drawingml/2006/main">
            <a:pPr lvl="4">
              <a:buNone/>
            </a:pPr>
            <a:r>
              <a:t>五级</a:t>
            </a:r>
          </a:p>
        </p:txBody>
      </p:sp>
      <p:sp>
        <p:nvSpPr>
          <p:cNvPr id="4" name="日期占位符 3">
            <a:extLst xmlns:a="http://schemas.openxmlformats.org/drawingml/2006/main">
              <a:ext uri="{FF2B5EF4-FFF2-40B4-BE49-F238E27FC236}">
                <a16:creationId xmlns:a16="http://schemas.microsoft.com/office/drawing/2014/main" id="{52357E0F-5F7B-4C47-B8F0-DD20AB2842B4}"/>
              </a:ext>
            </a:extLst>
          </p:cNvPr>
          <p:cNvSpPr>
            <a:spLocks xmlns:a="http://schemas.openxmlformats.org/drawingml/2006/main" noGrp="1"/>
          </p:cNvSpPr>
          <p:nvPr>
            <p:ph type="dt" idx="2"/>
          </p:nvPr>
        </p:nvSpPr>
        <p:spPr>
          <a:xfrm xmlns:a="http://schemas.openxmlformats.org/drawingml/2006/main">
            <a:off x="838200" y="6356350"/>
            <a:ext cx="2743200" cy="365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/>
          <a:lstStyle xmlns:a="http://schemas.openxmlformats.org/drawingml/2006/main">
            <a:lvl1pPr algn="l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 xmlns:a="http://schemas.openxmlformats.org/drawingml/2006/main">
            <a:fld id="{9F4852F6-D0EE-43FF-9758-4449F4064C7C}" type="datetimeFigureOut">
              <a:t>2026/8/8</a:t>
            </a:fld>
            <a:endParaRPr/>
          </a:p>
        </p:txBody>
      </p:sp>
      <p:sp>
        <p:nvSpPr>
          <p:cNvPr id="5" name="页脚占位符 4">
            <a:extLst xmlns:a="http://schemas.openxmlformats.org/drawingml/2006/main">
              <a:ext uri="{FF2B5EF4-FFF2-40B4-BE49-F238E27FC236}">
                <a16:creationId xmlns:a16="http://schemas.microsoft.com/office/drawing/2014/main" id="{EBB078F1-AF0E-4B69-9BCC-3254262E0CDF}"/>
              </a:ext>
            </a:extLst>
          </p:cNvPr>
          <p:cNvSpPr>
            <a:spLocks xmlns:a="http://schemas.openxmlformats.org/drawingml/2006/main" noGrp="1"/>
          </p:cNvSpPr>
          <p:nvPr>
            <p:ph type="ftr" idx="3"/>
          </p:nvPr>
        </p:nvSpPr>
        <p:spPr>
          <a:xfrm xmlns:a="http://schemas.openxmlformats.org/drawingml/2006/main">
            <a:off x="4038600" y="6356350"/>
            <a:ext cx="4114800" cy="365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/>
          <a:lstStyle xmlns:a="http://schemas.openxmlformats.org/drawingml/2006/main">
            <a:lvl1pPr algn="ctr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 xmlns:a="http://schemas.openxmlformats.org/drawingml/2006/main">
            <a:endParaRPr/>
          </a:p>
        </p:txBody>
      </p:sp>
      <p:sp>
        <p:nvSpPr>
          <p:cNvPr id="6" name="灯片编号占位符 5">
            <a:extLst xmlns:a="http://schemas.openxmlformats.org/drawingml/2006/main">
              <a:ext uri="{FF2B5EF4-FFF2-40B4-BE49-F238E27FC236}">
                <a16:creationId xmlns:a16="http://schemas.microsoft.com/office/drawing/2014/main" id="{6A43522C-EAA0-429C-B41F-1967778E66F4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>
          <a:xfrm xmlns:a="http://schemas.openxmlformats.org/drawingml/2006/main">
            <a:off x="8610600" y="6356350"/>
            <a:ext cx="2743200" cy="365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/>
          <a:lstStyle xmlns:a="http://schemas.openxmlformats.org/drawingml/2006/main">
            <a:lvl1pPr algn="r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 xmlns:a="http://schemas.openxmlformats.org/drawingml/2006/main">
            <a:fld id="{F60DD7EF-E908-4723-98EB-3DEAFF871F36}" type="slidenum">
              <a:t>‹#›</a:t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3e2265db220441d6"/>
    <p:sldLayoutId xmlns:r="http://schemas.openxmlformats.org/officeDocument/2006/relationships" id="2147483650" r:id="Rfb2d2af15ce2493c"/>
    <p:sldLayoutId xmlns:r="http://schemas.openxmlformats.org/officeDocument/2006/relationships" id="2147483651" r:id="R3a2d9e6b5d074a0c"/>
    <p:sldLayoutId xmlns:r="http://schemas.openxmlformats.org/officeDocument/2006/relationships" id="2147483652" r:id="R6cc6d35b927f4587"/>
    <p:sldLayoutId xmlns:r="http://schemas.openxmlformats.org/officeDocument/2006/relationships" id="2147483653" r:id="Ra8d66dc367b34c72"/>
    <p:sldLayoutId xmlns:r="http://schemas.openxmlformats.org/officeDocument/2006/relationships" id="2147483654" r:id="R2211c3ed70d1450d"/>
    <p:sldLayoutId xmlns:r="http://schemas.openxmlformats.org/officeDocument/2006/relationships" id="2147483655" r:id="R2d5d7718625949ff"/>
    <p:sldLayoutId xmlns:r="http://schemas.openxmlformats.org/officeDocument/2006/relationships" id="2147483656" r:id="R84bfeb4cde5449c4"/>
    <p:sldLayoutId xmlns:r="http://schemas.openxmlformats.org/officeDocument/2006/relationships" id="2147483657" r:id="R0a5c523073ab4c01"/>
    <p:sldLayoutId xmlns:r="http://schemas.openxmlformats.org/officeDocument/2006/relationships" id="2147483658" r:id="R9225322e5cbc43ee"/>
    <p:sldLayoutId xmlns:r="http://schemas.openxmlformats.org/officeDocument/2006/relationships" id="2147483659" r:id="R13309242076c4ab5"/>
  </p:sldLayoutIdLst>
  <p:txStyles>
    <p:titleStyle>
      <a:lvl1pPr xmlns:a="http://schemas.openxmlformats.org/drawingml/2006/main" algn="l" defTabSz="914400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 defTabSz="914400">
        <a:lnSpc>
          <a:spcPct val="90000"/>
        </a:lnSpc>
        <a:spcBef>
          <a:spcPts val="1000"/>
        </a:spcBef>
        <a:buFont typeface="Arial"/>
        <a:buChar char="•"/>
        <a:defRPr sz="2800" kern="12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slideMaster2.xml><?xml version="1.0" encoding="utf-8"?>
<p:sldMaster xmlns:p="http://schemas.openxmlformats.org/presentationml/2006/main">
  <p:cSld>
    <p:bg>
      <p:bgPr>
        <a:solidFill xmlns:a="http://schemas.openxmlformats.org/drawingml/2006/main">
          <a:schemeClr val="bg1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098" name="标题占位符 1">
            <a:extLst xmlns:a="http://schemas.openxmlformats.org/drawingml/2006/main">
              <a:ext uri="{FF2B5EF4-FFF2-40B4-BE49-F238E27FC236}">
                <a16:creationId xmlns:a16="http://schemas.microsoft.com/office/drawing/2014/main" id="{E9A5265A-7775-4095-AE1C-358FCF57DD54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838200" y="366186"/>
            <a:ext cx="10515600" cy="132503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vert="horz" wrap="square" lIns="65019" tIns="32509" rIns="65019" bIns="32509" anchor="ctr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单击此处编辑母版标题样式</a:t>
            </a:r>
          </a:p>
        </p:txBody>
      </p:sp>
      <p:sp>
        <p:nvSpPr>
          <p:cNvPr id="4099" name="文本占位符 2">
            <a:extLst xmlns:a="http://schemas.openxmlformats.org/drawingml/2006/main">
              <a:ext uri="{FF2B5EF4-FFF2-40B4-BE49-F238E27FC236}">
                <a16:creationId xmlns:a16="http://schemas.microsoft.com/office/drawing/2014/main" id="{8ACDAC7F-EA09-4DE2-BE04-C8432C296E4B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838200" y="1826685"/>
            <a:ext cx="10515600" cy="435186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vert="horz" wrap="square" lIns="65019" tIns="32509" rIns="65019" bIns="32509" anchor="t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单击此处编辑母版文本样式</a:t>
            </a:r>
          </a:p>
          <a:p xmlns:a="http://schemas.openxmlformats.org/drawingml/2006/main">
            <a:pPr lvl="1">
              <a:buNone/>
            </a:pPr>
            <a:r>
              <a:t>第二级</a:t>
            </a:r>
          </a:p>
          <a:p xmlns:a="http://schemas.openxmlformats.org/drawingml/2006/main">
            <a:pPr lvl="2">
              <a:buNone/>
            </a:pPr>
            <a:r>
              <a:t>第三级</a:t>
            </a:r>
          </a:p>
          <a:p xmlns:a="http://schemas.openxmlformats.org/drawingml/2006/main">
            <a:pPr lvl="3">
              <a:buNone/>
            </a:pPr>
            <a:r>
              <a:t>第四级</a:t>
            </a:r>
          </a:p>
          <a:p xmlns:a="http://schemas.openxmlformats.org/drawingml/2006/main">
            <a:pPr lvl="4">
              <a:buNone/>
            </a:pPr>
            <a:r>
              <a:t>第五级</a:t>
            </a:r>
          </a:p>
        </p:txBody>
      </p:sp>
      <p:sp>
        <p:nvSpPr>
          <p:cNvPr id="4" name="日期占位符 3">
            <a:extLst xmlns:a="http://schemas.openxmlformats.org/drawingml/2006/main">
              <a:ext uri="{FF2B5EF4-FFF2-40B4-BE49-F238E27FC236}">
                <a16:creationId xmlns:a16="http://schemas.microsoft.com/office/drawing/2014/main" id="{E6872CA2-B765-4CEC-B652-30EAC3263A70}"/>
              </a:ext>
            </a:extLst>
          </p:cNvPr>
          <p:cNvSpPr>
            <a:spLocks xmlns:a="http://schemas.openxmlformats.org/drawingml/2006/main" noGrp="1"/>
          </p:cNvSpPr>
          <p:nvPr>
            <p:ph type="dt" idx="2"/>
          </p:nvPr>
        </p:nvSpPr>
        <p:spPr>
          <a:xfrm xmlns:a="http://schemas.openxmlformats.org/drawingml/2006/main">
            <a:off x="838200" y="6356353"/>
            <a:ext cx="2743200" cy="364067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65019" tIns="32509" rIns="65019" bIns="32509" anchor="ctr"/>
          <a:lstStyle xmlns:a="http://schemas.openxmlformats.org/drawingml/2006/main">
            <a:lvl1pPr algn="l" defTabSz="1218565">
              <a:buNone/>
              <a:defRPr sz="1200">
                <a:solidFill>
                  <a:prstClr val="black">
                    <a:tint val="75000"/>
                  </a:prstClr>
                </a:solidFill>
                <a:latin typeface="+mn-lt"/>
                <a:ea typeface="+mn-lt"/>
                <a:cs typeface="+mn-lt"/>
              </a:defRPr>
            </a:lvl1pPr>
          </a:lstStyle>
          <a:p xmlns:a="http://schemas.openxmlformats.org/drawingml/2006/main">
            <a:pPr>
              <a:buNone/>
            </a:pPr>
            <a:fld id="{292F71EF-02F8-4FDD-93F8-D030AB7FC83F}" type="datetimeFigureOut">
              <a:t>2026/8/8</a:t>
            </a:fld>
            <a:endParaRPr/>
          </a:p>
        </p:txBody>
      </p:sp>
      <p:sp>
        <p:nvSpPr>
          <p:cNvPr id="5" name="页脚占位符 4">
            <a:extLst xmlns:a="http://schemas.openxmlformats.org/drawingml/2006/main">
              <a:ext uri="{FF2B5EF4-FFF2-40B4-BE49-F238E27FC236}">
                <a16:creationId xmlns:a16="http://schemas.microsoft.com/office/drawing/2014/main" id="{220C74DA-A13B-43B3-9EF7-732DC546BFAE}"/>
              </a:ext>
            </a:extLst>
          </p:cNvPr>
          <p:cNvSpPr>
            <a:spLocks xmlns:a="http://schemas.openxmlformats.org/drawingml/2006/main" noGrp="1"/>
          </p:cNvSpPr>
          <p:nvPr>
            <p:ph type="ftr" idx="3"/>
          </p:nvPr>
        </p:nvSpPr>
        <p:spPr>
          <a:xfrm xmlns:a="http://schemas.openxmlformats.org/drawingml/2006/main">
            <a:off x="4038600" y="6356353"/>
            <a:ext cx="4114800" cy="364067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65019" tIns="32509" rIns="65019" bIns="32509" anchor="ctr"/>
          <a:lstStyle xmlns:a="http://schemas.openxmlformats.org/drawingml/2006/main">
            <a:lvl1pPr algn="ctr" defTabSz="1218565">
              <a:buNone/>
              <a:defRPr sz="1200">
                <a:solidFill>
                  <a:prstClr val="black">
                    <a:tint val="75000"/>
                  </a:prstClr>
                </a:solidFill>
                <a:latin typeface="+mn-lt"/>
                <a:ea typeface="+mn-lt"/>
                <a:cs typeface="+mn-lt"/>
              </a:defRPr>
            </a:lvl1pPr>
          </a:lstStyle>
          <a:p xmlns:a="http://schemas.openxmlformats.org/drawingml/2006/main">
            <a:pPr>
              <a:buNone/>
            </a:pPr>
            <a:endParaRPr/>
          </a:p>
        </p:txBody>
      </p:sp>
      <p:sp>
        <p:nvSpPr>
          <p:cNvPr id="6" name="灯片编号占位符 5">
            <a:extLst xmlns:a="http://schemas.openxmlformats.org/drawingml/2006/main">
              <a:ext uri="{FF2B5EF4-FFF2-40B4-BE49-F238E27FC236}">
                <a16:creationId xmlns:a16="http://schemas.microsoft.com/office/drawing/2014/main" id="{EEBAE948-70D6-4BC1-A862-FE30B9603458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>
          <a:xfrm xmlns:a="http://schemas.openxmlformats.org/drawingml/2006/main">
            <a:off x="8610600" y="6356353"/>
            <a:ext cx="2743200" cy="364067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wrap="square" lIns="65019" tIns="32509" rIns="65019" bIns="32509" anchor="ctr"/>
          <a:lstStyle xmlns:a="http://schemas.openxmlformats.org/drawingml/2006/main">
            <a:lvl1pPr algn="r" defTabSz="1216660">
              <a:buNone/>
              <a:defRPr sz="1200">
                <a:solidFill>
                  <a:srgbClr val="898989"/>
                </a:solidFill>
              </a:defRPr>
            </a:lvl1pPr>
          </a:lstStyle>
          <a:p xmlns:a="http://schemas.openxmlformats.org/drawingml/2006/main">
            <a:pPr>
              <a:buNone/>
            </a:pPr>
            <a:fld id="{D728AC88-674E-4151-AFDC-B7C47BAC839D}" type="slidenum">
              <a:t>‹#›</a:t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61" r:id="Rea86867c8ec14146"/>
    <p:sldLayoutId xmlns:r="http://schemas.openxmlformats.org/officeDocument/2006/relationships" id="2147483662" r:id="R0cb82e7d1ef54e69"/>
  </p:sldLayoutIdLst>
  <p:txStyles>
    <p:titleStyle>
      <a:lvl1pPr xmlns:a="http://schemas.openxmlformats.org/drawingml/2006/main" algn="l" defTabSz="865505">
        <a:lnSpc>
          <a:spcPct val="90000"/>
        </a:lnSpc>
        <a:spcBef>
          <a:spcPct val="0"/>
        </a:spcBef>
        <a:spcAft>
          <a:spcPct val="0"/>
        </a:spcAft>
        <a:buNone/>
        <a:defRPr sz="4135" kern="1200">
          <a:solidFill>
            <a:schemeClr val="tx1"/>
          </a:solidFill>
          <a:latin typeface="Calibri"/>
          <a:ea typeface="Calibri"/>
          <a:cs typeface="Calibri"/>
        </a:defRPr>
      </a:lvl1pPr>
      <a:lvl2pPr xmlns:a="http://schemas.openxmlformats.org/drawingml/2006/main" algn="l" defTabSz="865505">
        <a:lnSpc>
          <a:spcPct val="90000"/>
        </a:lnSpc>
        <a:spcBef>
          <a:spcPct val="0"/>
        </a:spcBef>
        <a:spcAft>
          <a:spcPct val="0"/>
        </a:spcAft>
        <a:buNone/>
        <a:defRPr sz="4135">
          <a:solidFill>
            <a:schemeClr val="tx1"/>
          </a:solidFill>
          <a:latin typeface="Calibri Light"/>
          <a:ea typeface="Calibri Light"/>
          <a:cs typeface="Calibri Light"/>
        </a:defRPr>
      </a:lvl2pPr>
      <a:lvl3pPr xmlns:a="http://schemas.openxmlformats.org/drawingml/2006/main" algn="l" defTabSz="865505">
        <a:lnSpc>
          <a:spcPct val="90000"/>
        </a:lnSpc>
        <a:spcBef>
          <a:spcPct val="0"/>
        </a:spcBef>
        <a:spcAft>
          <a:spcPct val="0"/>
        </a:spcAft>
        <a:buNone/>
        <a:defRPr sz="4135">
          <a:solidFill>
            <a:schemeClr val="tx1"/>
          </a:solidFill>
          <a:latin typeface="Calibri Light"/>
          <a:ea typeface="Calibri Light"/>
          <a:cs typeface="Calibri Light"/>
        </a:defRPr>
      </a:lvl3pPr>
      <a:lvl4pPr xmlns:a="http://schemas.openxmlformats.org/drawingml/2006/main" algn="l" defTabSz="865505">
        <a:lnSpc>
          <a:spcPct val="90000"/>
        </a:lnSpc>
        <a:spcBef>
          <a:spcPct val="0"/>
        </a:spcBef>
        <a:spcAft>
          <a:spcPct val="0"/>
        </a:spcAft>
        <a:buNone/>
        <a:defRPr sz="4135">
          <a:solidFill>
            <a:schemeClr val="tx1"/>
          </a:solidFill>
          <a:latin typeface="Calibri Light"/>
          <a:ea typeface="Calibri Light"/>
          <a:cs typeface="Calibri Light"/>
        </a:defRPr>
      </a:lvl4pPr>
      <a:lvl5pPr xmlns:a="http://schemas.openxmlformats.org/drawingml/2006/main" algn="l" defTabSz="865505">
        <a:lnSpc>
          <a:spcPct val="90000"/>
        </a:lnSpc>
        <a:spcBef>
          <a:spcPct val="0"/>
        </a:spcBef>
        <a:spcAft>
          <a:spcPct val="0"/>
        </a:spcAft>
        <a:buNone/>
        <a:defRPr sz="4135">
          <a:solidFill>
            <a:schemeClr val="tx1"/>
          </a:solidFill>
          <a:latin typeface="Calibri Light"/>
          <a:ea typeface="Calibri Light"/>
          <a:cs typeface="Calibri Light"/>
        </a:defRPr>
      </a:lvl5pPr>
      <a:lvl6pPr xmlns:a="http://schemas.openxmlformats.org/drawingml/2006/main" marL="609600" algn="l" defTabSz="865505">
        <a:lnSpc>
          <a:spcPct val="90000"/>
        </a:lnSpc>
        <a:spcBef>
          <a:spcPct val="0"/>
        </a:spcBef>
        <a:spcAft>
          <a:spcPct val="0"/>
        </a:spcAft>
        <a:buNone/>
        <a:defRPr sz="4135">
          <a:solidFill>
            <a:schemeClr val="tx1"/>
          </a:solidFill>
          <a:latin typeface="Calibri Light"/>
          <a:ea typeface="Calibri Light"/>
          <a:cs typeface="Calibri Light"/>
        </a:defRPr>
      </a:lvl6pPr>
      <a:lvl7pPr xmlns:a="http://schemas.openxmlformats.org/drawingml/2006/main" marL="1219200" algn="l" defTabSz="865505">
        <a:lnSpc>
          <a:spcPct val="90000"/>
        </a:lnSpc>
        <a:spcBef>
          <a:spcPct val="0"/>
        </a:spcBef>
        <a:spcAft>
          <a:spcPct val="0"/>
        </a:spcAft>
        <a:buNone/>
        <a:defRPr sz="4135">
          <a:solidFill>
            <a:schemeClr val="tx1"/>
          </a:solidFill>
          <a:latin typeface="Calibri Light"/>
          <a:ea typeface="Calibri Light"/>
          <a:cs typeface="Calibri Light"/>
        </a:defRPr>
      </a:lvl7pPr>
      <a:lvl8pPr xmlns:a="http://schemas.openxmlformats.org/drawingml/2006/main" marL="1828800" algn="l" defTabSz="865505">
        <a:lnSpc>
          <a:spcPct val="90000"/>
        </a:lnSpc>
        <a:spcBef>
          <a:spcPct val="0"/>
        </a:spcBef>
        <a:spcAft>
          <a:spcPct val="0"/>
        </a:spcAft>
        <a:buNone/>
        <a:defRPr sz="4135">
          <a:solidFill>
            <a:schemeClr val="tx1"/>
          </a:solidFill>
          <a:latin typeface="Calibri Light"/>
          <a:ea typeface="Calibri Light"/>
          <a:cs typeface="Calibri Light"/>
        </a:defRPr>
      </a:lvl8pPr>
      <a:lvl9pPr xmlns:a="http://schemas.openxmlformats.org/drawingml/2006/main" marL="2438400" algn="l" defTabSz="865505">
        <a:lnSpc>
          <a:spcPct val="90000"/>
        </a:lnSpc>
        <a:spcBef>
          <a:spcPct val="0"/>
        </a:spcBef>
        <a:spcAft>
          <a:spcPct val="0"/>
        </a:spcAft>
        <a:buNone/>
        <a:defRPr sz="4135">
          <a:solidFill>
            <a:schemeClr val="tx1"/>
          </a:solidFill>
          <a:latin typeface="Calibri Light"/>
          <a:ea typeface="Calibri Light"/>
          <a:cs typeface="Calibri Light"/>
        </a:defRPr>
      </a:lvl9pPr>
    </p:titleStyle>
    <p:bodyStyle>
      <a:lvl1pPr xmlns:a="http://schemas.openxmlformats.org/drawingml/2006/main" marL="215900" indent="-215900" algn="l" defTabSz="865505">
        <a:lnSpc>
          <a:spcPct val="90000"/>
        </a:lnSpc>
        <a:spcBef>
          <a:spcPts val="955"/>
        </a:spcBef>
        <a:spcAft>
          <a:spcPct val="0"/>
        </a:spcAft>
        <a:buFont typeface="Arial"/>
        <a:buChar char="•"/>
        <a:defRPr sz="2665" kern="12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50240" indent="-215900" algn="l" defTabSz="865505">
        <a:lnSpc>
          <a:spcPct val="90000"/>
        </a:lnSpc>
        <a:spcBef>
          <a:spcPts val="465"/>
        </a:spcBef>
        <a:spcAft>
          <a:spcPct val="0"/>
        </a:spcAft>
        <a:buFont typeface="Arial"/>
        <a:buChar char="•"/>
        <a:defRPr sz="2265" kern="12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082040" indent="-215900" algn="l" defTabSz="865505">
        <a:lnSpc>
          <a:spcPct val="90000"/>
        </a:lnSpc>
        <a:spcBef>
          <a:spcPts val="465"/>
        </a:spcBef>
        <a:spcAft>
          <a:spcPct val="0"/>
        </a:spcAft>
        <a:buFont typeface="Arial"/>
        <a:buChar char="•"/>
        <a:defRPr sz="1865" kern="12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515745" indent="-215900" algn="l" defTabSz="865505">
        <a:lnSpc>
          <a:spcPct val="90000"/>
        </a:lnSpc>
        <a:spcBef>
          <a:spcPts val="465"/>
        </a:spcBef>
        <a:spcAft>
          <a:spcPct val="0"/>
        </a:spcAft>
        <a:buFont typeface="Arial"/>
        <a:buChar char="•"/>
        <a:defRPr sz="1735" kern="12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950085" indent="-215900" algn="l" defTabSz="865505">
        <a:lnSpc>
          <a:spcPct val="90000"/>
        </a:lnSpc>
        <a:spcBef>
          <a:spcPts val="465"/>
        </a:spcBef>
        <a:spcAft>
          <a:spcPct val="0"/>
        </a:spcAft>
        <a:buFont typeface="Arial"/>
        <a:buChar char="•"/>
        <a:defRPr sz="1735" kern="12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384425" indent="-216535" algn="l" defTabSz="866140">
        <a:lnSpc>
          <a:spcPct val="90000"/>
        </a:lnSpc>
        <a:spcBef>
          <a:spcPts val="475"/>
        </a:spcBef>
        <a:buFont typeface="Arial"/>
        <a:buChar char="•"/>
        <a:defRPr sz="1735" kern="12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817495" indent="-216535" algn="l" defTabSz="866140">
        <a:lnSpc>
          <a:spcPct val="90000"/>
        </a:lnSpc>
        <a:spcBef>
          <a:spcPts val="475"/>
        </a:spcBef>
        <a:buFont typeface="Arial"/>
        <a:buChar char="•"/>
        <a:defRPr sz="1735" kern="12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51200" indent="-216535" algn="l" defTabSz="866140">
        <a:lnSpc>
          <a:spcPct val="90000"/>
        </a:lnSpc>
        <a:spcBef>
          <a:spcPts val="475"/>
        </a:spcBef>
        <a:buFont typeface="Arial"/>
        <a:buChar char="•"/>
        <a:defRPr sz="1735" kern="12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84905" indent="-216535" algn="l" defTabSz="866140">
        <a:lnSpc>
          <a:spcPct val="90000"/>
        </a:lnSpc>
        <a:spcBef>
          <a:spcPts val="475"/>
        </a:spcBef>
        <a:buFont typeface="Arial"/>
        <a:buChar char="•"/>
        <a:defRPr sz="1735" kern="12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 defTabSz="866140">
        <a:buNone/>
        <a:defRPr sz="1735" kern="12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33705" algn="l" defTabSz="866140">
        <a:buNone/>
        <a:defRPr sz="1735" kern="12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866775" algn="l" defTabSz="866140">
        <a:buNone/>
        <a:defRPr sz="1735" kern="12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00480" algn="l" defTabSz="866140">
        <a:buNone/>
        <a:defRPr sz="1735" kern="12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734185" algn="l" defTabSz="866140">
        <a:buNone/>
        <a:defRPr sz="1735" kern="12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167255" algn="l" defTabSz="866140">
        <a:buNone/>
        <a:defRPr sz="1735" kern="12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600960" algn="l" defTabSz="866140">
        <a:buNone/>
        <a:defRPr sz="1735" kern="12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034665" algn="l" defTabSz="866140">
        <a:buNone/>
        <a:defRPr sz="1735" kern="12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467735" algn="l" defTabSz="866140">
        <a:buNone/>
        <a:defRPr sz="1735" kern="12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slideMaster3.xml><?xml version="1.0" encoding="utf-8"?>
<p:sldMaster xmlns:p="http://schemas.openxmlformats.org/presentationml/2006/main">
  <p:cSld>
    <p:bg>
      <p:bgPr>
        <a:solidFill xmlns:a="http://schemas.openxmlformats.org/drawingml/2006/main">
          <a:schemeClr val="bg1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098" name="标题占位符 1">
            <a:extLst xmlns:a="http://schemas.openxmlformats.org/drawingml/2006/main">
              <a:ext uri="{FF2B5EF4-FFF2-40B4-BE49-F238E27FC236}">
                <a16:creationId xmlns:a16="http://schemas.microsoft.com/office/drawing/2014/main" id="{90294A2A-7CC7-42A2-8A27-8119E40F2211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838200" y="366186"/>
            <a:ext cx="10515600" cy="132503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vert="horz" wrap="square" lIns="65019" tIns="32509" rIns="65019" bIns="32509" anchor="ctr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单击此处编辑母版标题样式</a:t>
            </a:r>
          </a:p>
        </p:txBody>
      </p:sp>
      <p:sp>
        <p:nvSpPr>
          <p:cNvPr id="4099" name="文本占位符 2">
            <a:extLst xmlns:a="http://schemas.openxmlformats.org/drawingml/2006/main">
              <a:ext uri="{FF2B5EF4-FFF2-40B4-BE49-F238E27FC236}">
                <a16:creationId xmlns:a16="http://schemas.microsoft.com/office/drawing/2014/main" id="{9DEADD17-4232-4307-812E-BE2E97FDD732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838200" y="1826685"/>
            <a:ext cx="10515600" cy="435186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vert="horz" wrap="square" lIns="65019" tIns="32509" rIns="65019" bIns="32509" anchor="t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单击此处编辑母版文本样式</a:t>
            </a:r>
          </a:p>
          <a:p xmlns:a="http://schemas.openxmlformats.org/drawingml/2006/main">
            <a:pPr lvl="1">
              <a:buNone/>
            </a:pPr>
            <a:r>
              <a:t>第二级</a:t>
            </a:r>
          </a:p>
          <a:p xmlns:a="http://schemas.openxmlformats.org/drawingml/2006/main">
            <a:pPr lvl="2">
              <a:buNone/>
            </a:pPr>
            <a:r>
              <a:t>第三级</a:t>
            </a:r>
          </a:p>
          <a:p xmlns:a="http://schemas.openxmlformats.org/drawingml/2006/main">
            <a:pPr lvl="3">
              <a:buNone/>
            </a:pPr>
            <a:r>
              <a:t>第四级</a:t>
            </a:r>
          </a:p>
          <a:p xmlns:a="http://schemas.openxmlformats.org/drawingml/2006/main">
            <a:pPr lvl="4">
              <a:buNone/>
            </a:pPr>
            <a:r>
              <a:t>第五级</a:t>
            </a:r>
          </a:p>
        </p:txBody>
      </p:sp>
      <p:sp>
        <p:nvSpPr>
          <p:cNvPr id="4" name="日期占位符 3">
            <a:extLst xmlns:a="http://schemas.openxmlformats.org/drawingml/2006/main">
              <a:ext uri="{FF2B5EF4-FFF2-40B4-BE49-F238E27FC236}">
                <a16:creationId xmlns:a16="http://schemas.microsoft.com/office/drawing/2014/main" id="{34AF86ED-46DE-4A0C-8999-278D730816E8}"/>
              </a:ext>
            </a:extLst>
          </p:cNvPr>
          <p:cNvSpPr>
            <a:spLocks xmlns:a="http://schemas.openxmlformats.org/drawingml/2006/main" noGrp="1"/>
          </p:cNvSpPr>
          <p:nvPr>
            <p:ph type="dt" idx="2"/>
          </p:nvPr>
        </p:nvSpPr>
        <p:spPr>
          <a:xfrm xmlns:a="http://schemas.openxmlformats.org/drawingml/2006/main">
            <a:off x="838200" y="6356353"/>
            <a:ext cx="2743200" cy="364067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65019" tIns="32509" rIns="65019" bIns="32509" anchor="ctr"/>
          <a:lstStyle xmlns:a="http://schemas.openxmlformats.org/drawingml/2006/main">
            <a:lvl1pPr algn="l" defTabSz="1218323">
              <a:buNone/>
              <a:defRPr sz="1200">
                <a:solidFill>
                  <a:prstClr val="black">
                    <a:tint val="75000"/>
                  </a:prstClr>
                </a:solidFill>
                <a:latin typeface="+mn-lt"/>
                <a:ea typeface="+mn-lt"/>
                <a:cs typeface="+mn-lt"/>
              </a:defRPr>
            </a:lvl1pPr>
          </a:lstStyle>
          <a:p xmlns:a="http://schemas.openxmlformats.org/drawingml/2006/main">
            <a:pPr>
              <a:buNone/>
            </a:pPr>
            <a:fld id="{292F71EF-02F8-4FDD-93F8-D030AB7FC83F}" type="datetimeFigureOut">
              <a:t>2026/8/8</a:t>
            </a:fld>
            <a:endParaRPr/>
          </a:p>
        </p:txBody>
      </p:sp>
      <p:sp>
        <p:nvSpPr>
          <p:cNvPr id="5" name="页脚占位符 4">
            <a:extLst xmlns:a="http://schemas.openxmlformats.org/drawingml/2006/main">
              <a:ext uri="{FF2B5EF4-FFF2-40B4-BE49-F238E27FC236}">
                <a16:creationId xmlns:a16="http://schemas.microsoft.com/office/drawing/2014/main" id="{ED672953-22D9-47DE-AFA3-D2A1C981058C}"/>
              </a:ext>
            </a:extLst>
          </p:cNvPr>
          <p:cNvSpPr>
            <a:spLocks xmlns:a="http://schemas.openxmlformats.org/drawingml/2006/main" noGrp="1"/>
          </p:cNvSpPr>
          <p:nvPr>
            <p:ph type="ftr" idx="3"/>
          </p:nvPr>
        </p:nvSpPr>
        <p:spPr>
          <a:xfrm xmlns:a="http://schemas.openxmlformats.org/drawingml/2006/main">
            <a:off x="4038600" y="6356353"/>
            <a:ext cx="4114800" cy="364067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65019" tIns="32509" rIns="65019" bIns="32509" anchor="ctr"/>
          <a:lstStyle xmlns:a="http://schemas.openxmlformats.org/drawingml/2006/main">
            <a:lvl1pPr algn="ctr" defTabSz="1218323">
              <a:buNone/>
              <a:defRPr sz="1200">
                <a:solidFill>
                  <a:prstClr val="black">
                    <a:tint val="75000"/>
                  </a:prstClr>
                </a:solidFill>
                <a:latin typeface="+mn-lt"/>
                <a:ea typeface="+mn-lt"/>
                <a:cs typeface="+mn-lt"/>
              </a:defRPr>
            </a:lvl1pPr>
          </a:lstStyle>
          <a:p xmlns:a="http://schemas.openxmlformats.org/drawingml/2006/main">
            <a:pPr>
              <a:buNone/>
            </a:pPr>
            <a:endParaRPr/>
          </a:p>
        </p:txBody>
      </p:sp>
      <p:sp>
        <p:nvSpPr>
          <p:cNvPr id="6" name="灯片编号占位符 5">
            <a:extLst xmlns:a="http://schemas.openxmlformats.org/drawingml/2006/main">
              <a:ext uri="{FF2B5EF4-FFF2-40B4-BE49-F238E27FC236}">
                <a16:creationId xmlns:a16="http://schemas.microsoft.com/office/drawing/2014/main" id="{31C5E5E3-7E0F-493E-A4E0-537E3D2660F3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>
          <a:xfrm xmlns:a="http://schemas.openxmlformats.org/drawingml/2006/main">
            <a:off x="8610600" y="6356353"/>
            <a:ext cx="2743200" cy="364067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wrap="square" lIns="65019" tIns="32509" rIns="65019" bIns="32509" anchor="ctr"/>
          <a:lstStyle xmlns:a="http://schemas.openxmlformats.org/drawingml/2006/main">
            <a:lvl1pPr algn="r" defTabSz="1216630">
              <a:buNone/>
              <a:defRPr sz="1200">
                <a:solidFill>
                  <a:srgbClr val="898989"/>
                </a:solidFill>
              </a:defRPr>
            </a:lvl1pPr>
          </a:lstStyle>
          <a:p xmlns:a="http://schemas.openxmlformats.org/drawingml/2006/main">
            <a:pPr>
              <a:buNone/>
            </a:pPr>
            <a:fld id="{D728AC88-674E-4151-AFDC-B7C47BAC839D}" type="slidenum">
              <a:t>‹#›</a:t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64" r:id="Re306e17684874c69"/>
    <p:sldLayoutId xmlns:r="http://schemas.openxmlformats.org/officeDocument/2006/relationships" id="2147483665" r:id="R0a83e35d22754de4"/>
  </p:sldLayoutIdLst>
  <p:txStyles>
    <p:titleStyle>
      <a:lvl1pPr xmlns:a="http://schemas.openxmlformats.org/drawingml/2006/main" algn="l" defTabSz="865272">
        <a:lnSpc>
          <a:spcPct val="90000"/>
        </a:lnSpc>
        <a:spcBef>
          <a:spcPct val="0"/>
        </a:spcBef>
        <a:spcAft>
          <a:spcPct val="0"/>
        </a:spcAft>
        <a:buNone/>
        <a:defRPr sz="4133" kern="1200">
          <a:solidFill>
            <a:schemeClr val="tx1"/>
          </a:solidFill>
          <a:latin typeface="Calibri"/>
          <a:ea typeface="Calibri"/>
          <a:cs typeface="Calibri"/>
        </a:defRPr>
      </a:lvl1pPr>
      <a:lvl2pPr xmlns:a="http://schemas.openxmlformats.org/drawingml/2006/main" algn="l" defTabSz="865272">
        <a:lnSpc>
          <a:spcPct val="90000"/>
        </a:lnSpc>
        <a:spcBef>
          <a:spcPct val="0"/>
        </a:spcBef>
        <a:spcAft>
          <a:spcPct val="0"/>
        </a:spcAft>
        <a:buNone/>
        <a:defRPr sz="4133">
          <a:solidFill>
            <a:schemeClr val="tx1"/>
          </a:solidFill>
          <a:latin typeface="Calibri Light"/>
          <a:ea typeface="Calibri Light"/>
          <a:cs typeface="Calibri Light"/>
        </a:defRPr>
      </a:lvl2pPr>
      <a:lvl3pPr xmlns:a="http://schemas.openxmlformats.org/drawingml/2006/main" algn="l" defTabSz="865272">
        <a:lnSpc>
          <a:spcPct val="90000"/>
        </a:lnSpc>
        <a:spcBef>
          <a:spcPct val="0"/>
        </a:spcBef>
        <a:spcAft>
          <a:spcPct val="0"/>
        </a:spcAft>
        <a:buNone/>
        <a:defRPr sz="4133">
          <a:solidFill>
            <a:schemeClr val="tx1"/>
          </a:solidFill>
          <a:latin typeface="Calibri Light"/>
          <a:ea typeface="Calibri Light"/>
          <a:cs typeface="Calibri Light"/>
        </a:defRPr>
      </a:lvl3pPr>
      <a:lvl4pPr xmlns:a="http://schemas.openxmlformats.org/drawingml/2006/main" algn="l" defTabSz="865272">
        <a:lnSpc>
          <a:spcPct val="90000"/>
        </a:lnSpc>
        <a:spcBef>
          <a:spcPct val="0"/>
        </a:spcBef>
        <a:spcAft>
          <a:spcPct val="0"/>
        </a:spcAft>
        <a:buNone/>
        <a:defRPr sz="4133">
          <a:solidFill>
            <a:schemeClr val="tx1"/>
          </a:solidFill>
          <a:latin typeface="Calibri Light"/>
          <a:ea typeface="Calibri Light"/>
          <a:cs typeface="Calibri Light"/>
        </a:defRPr>
      </a:lvl4pPr>
      <a:lvl5pPr xmlns:a="http://schemas.openxmlformats.org/drawingml/2006/main" algn="l" defTabSz="865272">
        <a:lnSpc>
          <a:spcPct val="90000"/>
        </a:lnSpc>
        <a:spcBef>
          <a:spcPct val="0"/>
        </a:spcBef>
        <a:spcAft>
          <a:spcPct val="0"/>
        </a:spcAft>
        <a:buNone/>
        <a:defRPr sz="4133">
          <a:solidFill>
            <a:schemeClr val="tx1"/>
          </a:solidFill>
          <a:latin typeface="Calibri Light"/>
          <a:ea typeface="Calibri Light"/>
          <a:cs typeface="Calibri Light"/>
        </a:defRPr>
      </a:lvl5pPr>
      <a:lvl6pPr xmlns:a="http://schemas.openxmlformats.org/drawingml/2006/main" marL="609585" algn="l" defTabSz="865272">
        <a:lnSpc>
          <a:spcPct val="90000"/>
        </a:lnSpc>
        <a:spcBef>
          <a:spcPct val="0"/>
        </a:spcBef>
        <a:spcAft>
          <a:spcPct val="0"/>
        </a:spcAft>
        <a:buNone/>
        <a:defRPr sz="4133">
          <a:solidFill>
            <a:schemeClr val="tx1"/>
          </a:solidFill>
          <a:latin typeface="Calibri Light"/>
          <a:ea typeface="Calibri Light"/>
          <a:cs typeface="Calibri Light"/>
        </a:defRPr>
      </a:lvl6pPr>
      <a:lvl7pPr xmlns:a="http://schemas.openxmlformats.org/drawingml/2006/main" marL="1219170" algn="l" defTabSz="865272">
        <a:lnSpc>
          <a:spcPct val="90000"/>
        </a:lnSpc>
        <a:spcBef>
          <a:spcPct val="0"/>
        </a:spcBef>
        <a:spcAft>
          <a:spcPct val="0"/>
        </a:spcAft>
        <a:buNone/>
        <a:defRPr sz="4133">
          <a:solidFill>
            <a:schemeClr val="tx1"/>
          </a:solidFill>
          <a:latin typeface="Calibri Light"/>
          <a:ea typeface="Calibri Light"/>
          <a:cs typeface="Calibri Light"/>
        </a:defRPr>
      </a:lvl7pPr>
      <a:lvl8pPr xmlns:a="http://schemas.openxmlformats.org/drawingml/2006/main" marL="1828754" algn="l" defTabSz="865272">
        <a:lnSpc>
          <a:spcPct val="90000"/>
        </a:lnSpc>
        <a:spcBef>
          <a:spcPct val="0"/>
        </a:spcBef>
        <a:spcAft>
          <a:spcPct val="0"/>
        </a:spcAft>
        <a:buNone/>
        <a:defRPr sz="4133">
          <a:solidFill>
            <a:schemeClr val="tx1"/>
          </a:solidFill>
          <a:latin typeface="Calibri Light"/>
          <a:ea typeface="Calibri Light"/>
          <a:cs typeface="Calibri Light"/>
        </a:defRPr>
      </a:lvl8pPr>
      <a:lvl9pPr xmlns:a="http://schemas.openxmlformats.org/drawingml/2006/main" marL="2438339" algn="l" defTabSz="865272">
        <a:lnSpc>
          <a:spcPct val="90000"/>
        </a:lnSpc>
        <a:spcBef>
          <a:spcPct val="0"/>
        </a:spcBef>
        <a:spcAft>
          <a:spcPct val="0"/>
        </a:spcAft>
        <a:buNone/>
        <a:defRPr sz="4133">
          <a:solidFill>
            <a:schemeClr val="tx1"/>
          </a:solidFill>
          <a:latin typeface="Calibri Light"/>
          <a:ea typeface="Calibri Light"/>
          <a:cs typeface="Calibri Light"/>
        </a:defRPr>
      </a:lvl9pPr>
    </p:titleStyle>
    <p:bodyStyle>
      <a:lvl1pPr xmlns:a="http://schemas.openxmlformats.org/drawingml/2006/main" marL="215895" indent="-215895" algn="l" defTabSz="865272">
        <a:lnSpc>
          <a:spcPct val="90000"/>
        </a:lnSpc>
        <a:spcBef>
          <a:spcPts val="953"/>
        </a:spcBef>
        <a:spcAft>
          <a:spcPct val="0"/>
        </a:spcAft>
        <a:buFont typeface="Arial"/>
        <a:buChar char="•"/>
        <a:defRPr sz="2667" kern="12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50224" indent="-215895" algn="l" defTabSz="865272">
        <a:lnSpc>
          <a:spcPct val="90000"/>
        </a:lnSpc>
        <a:spcBef>
          <a:spcPts val="467"/>
        </a:spcBef>
        <a:spcAft>
          <a:spcPct val="0"/>
        </a:spcAft>
        <a:buFont typeface="Arial"/>
        <a:buChar char="•"/>
        <a:defRPr sz="2267" kern="12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082013" indent="-215895" algn="l" defTabSz="865272">
        <a:lnSpc>
          <a:spcPct val="90000"/>
        </a:lnSpc>
        <a:spcBef>
          <a:spcPts val="467"/>
        </a:spcBef>
        <a:spcAft>
          <a:spcPct val="0"/>
        </a:spcAft>
        <a:buFont typeface="Arial"/>
        <a:buChar char="•"/>
        <a:defRPr sz="1867" kern="12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515495" indent="-215895" algn="l" defTabSz="865272">
        <a:lnSpc>
          <a:spcPct val="90000"/>
        </a:lnSpc>
        <a:spcBef>
          <a:spcPts val="467"/>
        </a:spcBef>
        <a:spcAft>
          <a:spcPct val="0"/>
        </a:spcAft>
        <a:buFont typeface="Arial"/>
        <a:buChar char="•"/>
        <a:defRPr sz="1733" kern="12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949825" indent="-215895" algn="l" defTabSz="865272">
        <a:lnSpc>
          <a:spcPct val="90000"/>
        </a:lnSpc>
        <a:spcBef>
          <a:spcPts val="467"/>
        </a:spcBef>
        <a:spcAft>
          <a:spcPct val="0"/>
        </a:spcAft>
        <a:buFont typeface="Arial"/>
        <a:buChar char="•"/>
        <a:defRPr sz="1733" kern="12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384154" indent="-216741" algn="l" defTabSz="866118">
        <a:lnSpc>
          <a:spcPct val="90000"/>
        </a:lnSpc>
        <a:spcBef>
          <a:spcPts val="473"/>
        </a:spcBef>
        <a:buFont typeface="Arial"/>
        <a:buChar char="•"/>
        <a:defRPr sz="1733" kern="12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817636" indent="-216741" algn="l" defTabSz="866118">
        <a:lnSpc>
          <a:spcPct val="90000"/>
        </a:lnSpc>
        <a:spcBef>
          <a:spcPts val="473"/>
        </a:spcBef>
        <a:buFont typeface="Arial"/>
        <a:buChar char="•"/>
        <a:defRPr sz="1733" kern="12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51119" indent="-216741" algn="l" defTabSz="866118">
        <a:lnSpc>
          <a:spcPct val="90000"/>
        </a:lnSpc>
        <a:spcBef>
          <a:spcPts val="473"/>
        </a:spcBef>
        <a:buFont typeface="Arial"/>
        <a:buChar char="•"/>
        <a:defRPr sz="1733" kern="12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84601" indent="-216741" algn="l" defTabSz="866118">
        <a:lnSpc>
          <a:spcPct val="90000"/>
        </a:lnSpc>
        <a:spcBef>
          <a:spcPts val="473"/>
        </a:spcBef>
        <a:buFont typeface="Arial"/>
        <a:buChar char="•"/>
        <a:defRPr sz="1733" kern="12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 defTabSz="866118">
        <a:buNone/>
        <a:defRPr sz="1733" kern="12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33482" algn="l" defTabSz="866118">
        <a:buNone/>
        <a:defRPr sz="1733" kern="12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866965" algn="l" defTabSz="866118">
        <a:buNone/>
        <a:defRPr sz="1733" kern="12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00447" algn="l" defTabSz="866118">
        <a:buNone/>
        <a:defRPr sz="1733" kern="12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733930" algn="l" defTabSz="866118">
        <a:buNone/>
        <a:defRPr sz="1733" kern="12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167412" algn="l" defTabSz="866118">
        <a:buNone/>
        <a:defRPr sz="1733" kern="12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600895" algn="l" defTabSz="866118">
        <a:buNone/>
        <a:defRPr sz="1733" kern="12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034377" algn="l" defTabSz="866118">
        <a:buNone/>
        <a:defRPr sz="1733" kern="12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467860" algn="l" defTabSz="866118">
        <a:buNone/>
        <a:defRPr sz="1733" kern="12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6350">
          <a:solidFill>
            <a:schemeClr val="phClr"/>
          </a:solidFill>
          <a:prstDash val="solid"/>
        </a:ln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Masters/theme/theme3.xml><?xml version="1.0" encoding="utf-8"?>
<a:theme xmlns:a="http://schemas.openxmlformats.org/drawingml/2006/main" name="2_自定义设计方案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6350">
          <a:solidFill>
            <a:schemeClr val="phClr"/>
          </a:solidFill>
          <a:prstDash val="solid"/>
        </a:ln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Masters/theme/theme4.xml><?xml version="1.0" encoding="utf-8"?>
<a:theme xmlns:a="http://schemas.openxmlformats.org/drawingml/2006/main" name="3_自定义设计方案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6350">
          <a:solidFill>
            <a:schemeClr val="phClr"/>
          </a:solidFill>
          <a:prstDash val="solid"/>
        </a:ln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2a6531c37624754" /><Relationship Type="http://schemas.openxmlformats.org/officeDocument/2006/relationships/notesSlide" Target="/ppt/notesSlides/notesSlide1.xml" Id="R68ae46c4e80e4c19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3.xml" Id="Rddfcd29985eb497e" /><Relationship Type="http://schemas.openxmlformats.org/officeDocument/2006/relationships/notesSlide" Target="/ppt/notesSlides/notesSlide2.xml" Id="Rb7d610891d364fe1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3.xml" Id="R4592f682c42145c7" /><Relationship Type="http://schemas.openxmlformats.org/officeDocument/2006/relationships/image" Target="/ppt/media/image6.png" Id="R86dd68e667c84522" /><Relationship Type="http://schemas.openxmlformats.org/officeDocument/2006/relationships/notesSlide" Target="/ppt/notesSlides/notesSlide3.xml" Id="R19409453ba0c4506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3.xml" Id="R4cf3ad68b1a64a76" /><Relationship Type="http://schemas.openxmlformats.org/officeDocument/2006/relationships/image" Target="/ppt/media/image6.png" Id="R91c4000f65fd493e" /><Relationship Type="http://schemas.openxmlformats.org/officeDocument/2006/relationships/notesSlide" Target="/ppt/notesSlides/notesSlide4.xml" Id="R5dc26a9395c345ac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3.xml" Id="R0576532470134758" /><Relationship Type="http://schemas.openxmlformats.org/officeDocument/2006/relationships/image" Target="/ppt/media/image6.png" Id="R639151deb8804300" /><Relationship Type="http://schemas.openxmlformats.org/officeDocument/2006/relationships/notesSlide" Target="/ppt/notesSlides/notesSlide5.xml" Id="R33d19d0f541d49f8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f6e2821fda04353" /><Relationship Type="http://schemas.openxmlformats.org/officeDocument/2006/relationships/notesSlide" Target="/ppt/notesSlides/notesSlide6.xml" Id="R40f0737ec9784cac" /></Relationships>
</file>

<file path=ppt/slides/slide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3" name="矩形 62">
            <a:extLst xmlns:a="http://schemas.openxmlformats.org/drawingml/2006/main">
              <a:ext uri="{FF2B5EF4-FFF2-40B4-BE49-F238E27FC236}">
                <a16:creationId xmlns:a16="http://schemas.microsoft.com/office/drawing/2014/main" id="{38392E71-DCAF-495E-8FD2-5AE5B28B98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1513114"/>
            <a:ext cx="12192000" cy="2376715"/>
          </a:xfrm>
          <a:prstGeom xmlns:a="http://schemas.openxmlformats.org/drawingml/2006/main" prst="rect">
            <a:avLst/>
          </a:prstGeom>
          <a:gradFill xmlns:a="http://schemas.openxmlformats.org/drawingml/2006/main" rotWithShape="1">
            <a:gsLst>
              <a:gs pos="91000">
                <a:schemeClr val="accent1">
                  <a:lumMod val="75000"/>
                </a:schemeClr>
              </a:gs>
              <a:gs pos="25000">
                <a:srgbClr val="376DC2"/>
              </a:gs>
              <a:gs pos="0">
                <a:srgbClr val="0268FE">
                  <a:lumMod val="75000"/>
                  <a:lumOff val="25000"/>
                </a:srgbClr>
              </a:gs>
            </a:gsLst>
            <a:path path="circle">
              <a:fillToRect l="100000" t="0" r="0" b="100000"/>
            </a:path>
            <a:tileRect t="-100000" r="-100000"/>
          </a:gradFill>
          <a:ln xmlns:a="http://schemas.openxmlformats.org/drawingml/2006/main" w="12700" cmpd="sng">
            <a:noFill/>
            <a:prstDash val="solid"/>
          </a:ln>
          <a:effectLst xmlns:a="http://schemas.openxmlformats.org/drawingml/2006/main">
            <a:outerShdw blurRad="50800" dist="38100" dir="8100000" algn="tr" rotWithShape="0">
              <a:prstClr val="black">
                <a:alpha val="40000"/>
              </a:prstClr>
            </a:outerShdw>
          </a:effectLst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 kern="0">
              <a:solidFill>
                <a:srgbClr val="FFFFFF"/>
              </a:solidFill>
              <a:latin typeface="等线"/>
              <a:ea typeface="等线"/>
              <a:cs typeface="等线"/>
            </a:endParaRPr>
          </a:p>
        </p:txBody>
      </p:sp>
      <p:sp>
        <p:nvSpPr>
          <p:cNvPr id="15" name="标题 8">
            <a:extLst xmlns:a="http://schemas.openxmlformats.org/drawingml/2006/main">
              <a:ext uri="{FF2B5EF4-FFF2-40B4-BE49-F238E27FC236}">
                <a16:creationId xmlns:a16="http://schemas.microsoft.com/office/drawing/2014/main" id="{5ABF2940-174F-4C84-84F5-75322311D1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14780" y="4695050"/>
            <a:ext cx="3283986" cy="624044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anchor="ctr">
            <a:noAutofit/>
          </a:bodyPr>
          <a:lstStyle xmlns:a="http://schemas.openxmlformats.org/drawingml/2006/main">
            <a:lvl1pPr algn="ctr" defTabSz="914400">
              <a:lnSpc>
                <a:spcPct val="90000"/>
              </a:lnSpc>
              <a:spcBef>
                <a:spcPct val="0"/>
              </a:spcBef>
              <a:buNone/>
              <a:defRPr sz="5400" b="1" kern="1200">
                <a:solidFill>
                  <a:schemeClr val="accent1"/>
                </a:solidFill>
                <a:latin typeface="+mj-lt"/>
                <a:ea typeface="+mj-lt"/>
                <a:cs typeface="+mj-lt"/>
              </a:defRPr>
            </a:lvl1pPr>
          </a:lstStyle>
          <a:p xmlns:a="http://schemas.openxmlformats.org/drawingml/2006/main">
            <a:pPr lvl="0">
              <a:lnSpc>
                <a:spcPct val="110000"/>
              </a:lnSpc>
              <a:spcBef>
                <a:spcPts val="0"/>
              </a:spcBef>
              <a:buNone/>
            </a:pPr>
            <a:r>
              <a:rPr sz="2800" i="0" u="none" cap="none">
                <a:ln>
                  <a:noFill/>
                </a:ln>
                <a:solidFill>
                  <a:schemeClr val="tx1"/>
                </a:solidFill>
                <a:latin typeface="汉仪文润宋韵 U"/>
                <a:ea typeface="汉仪文润宋韵 U"/>
                <a:cs typeface="汉仪文润宋韵 U"/>
              </a:rPr>
              <a:t>汇报人：魏鹏宇</a:t>
            </a:r>
          </a:p>
        </p:txBody>
      </p:sp>
      <p:sp>
        <p:nvSpPr>
          <p:cNvPr id="17" name="标题 8">
            <a:extLst xmlns:a="http://schemas.openxmlformats.org/drawingml/2006/main">
              <a:ext uri="{FF2B5EF4-FFF2-40B4-BE49-F238E27FC236}">
                <a16:creationId xmlns:a16="http://schemas.microsoft.com/office/drawing/2014/main" id="{2A01E317-59A4-4545-ADDD-BC9AE3A2A7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14780" y="5531496"/>
            <a:ext cx="3283986" cy="624044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anchor="ctr">
            <a:noAutofit/>
          </a:bodyPr>
          <a:lstStyle xmlns:a="http://schemas.openxmlformats.org/drawingml/2006/main">
            <a:lvl1pPr algn="ctr" defTabSz="914400">
              <a:lnSpc>
                <a:spcPct val="90000"/>
              </a:lnSpc>
              <a:spcBef>
                <a:spcPct val="0"/>
              </a:spcBef>
              <a:buNone/>
              <a:defRPr sz="5400" b="1" kern="1200">
                <a:solidFill>
                  <a:schemeClr val="accent1"/>
                </a:solidFill>
                <a:latin typeface="+mj-lt"/>
                <a:ea typeface="+mj-lt"/>
                <a:cs typeface="+mj-lt"/>
              </a:defRPr>
            </a:lvl1pPr>
          </a:lstStyle>
          <a:p xmlns:a="http://schemas.openxmlformats.org/drawingml/2006/main">
            <a:pPr>
              <a:lnSpc>
                <a:spcPct val="110000"/>
              </a:lnSpc>
              <a:spcBef>
                <a:spcPts val="0"/>
              </a:spcBef>
              <a:buNone/>
            </a:pPr>
            <a:r>
              <a:rPr sz="2400" spc="300">
                <a:solidFill>
                  <a:schemeClr val="tx1"/>
                </a:solidFill>
                <a:latin typeface="汉仪文润宋韵 U"/>
                <a:ea typeface="汉仪文润宋韵 U"/>
                <a:cs typeface="汉仪文润宋韵 U"/>
              </a:rPr>
              <a:t>2026.07.20</a:t>
            </a:r>
            <a:endParaRPr sz="2400" spc="300">
              <a:solidFill>
                <a:schemeClr val="tx1"/>
              </a:solidFill>
              <a:latin typeface="汉仪文润宋韵 U"/>
              <a:ea typeface="汉仪文润宋韵 U"/>
              <a:cs typeface="汉仪文润宋韵 U"/>
            </a:endParaRPr>
          </a:p>
        </p:txBody>
      </p:sp>
      <p:sp>
        <p:nvSpPr>
          <p:cNvPr id="64" name="直接连接符 63">
            <a:extLst xmlns:a="http://schemas.openxmlformats.org/drawingml/2006/main">
              <a:ext uri="{FF2B5EF4-FFF2-40B4-BE49-F238E27FC236}">
                <a16:creationId xmlns:a16="http://schemas.microsoft.com/office/drawing/2014/main" id="{1A82715C-FF75-4658-9262-D0648D6CD9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4007608"/>
            <a:ext cx="12975771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5400">
            <a:gradFill rotWithShape="1">
              <a:gsLst>
                <a:gs pos="100000">
                  <a:schemeClr val="accent1">
                    <a:lumMod val="97000"/>
                  </a:schemeClr>
                </a:gs>
                <a:gs pos="0">
                  <a:schemeClr val="accent1">
                    <a:alpha val="0"/>
                  </a:schemeClr>
                </a:gs>
              </a:gsLst>
              <a:lin ang="10800000" scaled="1"/>
              <a:tileRect/>
            </a:gradFill>
            <a:tailEnd type="none" w="med" len="sm"/>
          </a:ln>
          <a:effectLst xmlns:a="http://schemas.openxmlformats.org/drawingml/2006/main">
            <a:outerShdw blurRad="63500" dist="50800" dir="4800000" sx="102000" sy="102000" algn="ctr" rotWithShape="0">
              <a:schemeClr val="accent1">
                <a:alpha val="40000"/>
              </a:schemeClr>
            </a:outerShdw>
          </a:effectLst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</p:sp>
      <p:sp>
        <p:nvSpPr>
          <p:cNvPr id="2" name="标题 8">
            <a:extLst xmlns:a="http://schemas.openxmlformats.org/drawingml/2006/main">
              <a:ext uri="{FF2B5EF4-FFF2-40B4-BE49-F238E27FC236}">
                <a16:creationId xmlns:a16="http://schemas.microsoft.com/office/drawing/2014/main" id="{88841613-2479-4D1E-8621-2346F7A1AE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706" y="1887437"/>
            <a:ext cx="11932078" cy="1613551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anchor="ctr">
            <a:noAutofit/>
          </a:bodyPr>
          <a:lstStyle xmlns:a="http://schemas.openxmlformats.org/drawingml/2006/main">
            <a:lvl1pPr algn="ctr" defTabSz="914400">
              <a:lnSpc>
                <a:spcPct val="90000"/>
              </a:lnSpc>
              <a:spcBef>
                <a:spcPct val="0"/>
              </a:spcBef>
              <a:buNone/>
              <a:defRPr sz="5400" b="1" kern="1200">
                <a:solidFill>
                  <a:schemeClr val="accent1"/>
                </a:solidFill>
                <a:latin typeface="+mj-lt"/>
                <a:ea typeface="+mj-lt"/>
                <a:cs typeface="+mj-lt"/>
              </a:defRPr>
            </a:lvl1pPr>
          </a:lstStyle>
          <a:p xmlns:a="http://schemas.openxmlformats.org/drawingml/2006/main">
            <a:pPr lvl="0">
              <a:lnSpc>
                <a:spcPct val="125000"/>
              </a:lnSpc>
              <a:spcBef>
                <a:spcPts val="0"/>
              </a:spcBef>
              <a:buNone/>
            </a:pPr>
            <a:r>
              <a:rPr sz="4800" i="0" u="none" cap="none" spc="0">
                <a:ln>
                  <a:noFill/>
                </a:ln>
                <a:solidFill>
                  <a:schemeClr val="bg1"/>
                </a:solidFill>
                <a:latin typeface="汉仪文润宋韵 U"/>
                <a:ea typeface="汉仪文润宋韵 U"/>
                <a:cs typeface="汉仪文润宋韵 U"/>
              </a:rPr>
              <a:t>MDM</a:t>
            </a:r>
            <a:r>
              <a:rPr sz="4800" i="0" u="none" cap="none" spc="0">
                <a:ln>
                  <a:noFill/>
                </a:ln>
                <a:solidFill>
                  <a:schemeClr val="bg1"/>
                </a:solidFill>
                <a:latin typeface="汉仪文润宋韵 U"/>
                <a:ea typeface="汉仪文润宋韵 U"/>
                <a:cs typeface="汉仪文润宋韵 U"/>
              </a:rPr>
              <a:t>方法偏移量自适应选取</a:t>
            </a:r>
          </a:p>
        </p:txBody>
      </p:sp>
    </p:spTree>
    <p:extLst>
      <p:ext uri="{BB962C8B-B14F-4D97-AF65-F5344CB8AC3E}">
        <p14:creationId xmlns:p14="http://schemas.microsoft.com/office/powerpoint/2010/main" val="199531637"/>
      </p:ext>
    </p:extLst>
  </p:cSld>
</p:sld>
</file>

<file path=ppt/slides/slide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文本框 4">
            <a:extLst xmlns:a="http://schemas.openxmlformats.org/drawingml/2006/main">
              <a:ext uri="{FF2B5EF4-FFF2-40B4-BE49-F238E27FC236}">
                <a16:creationId xmlns:a16="http://schemas.microsoft.com/office/drawing/2014/main" id="{A542399B-F72C-D38B-F936-651F0527D7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140" y="846307"/>
            <a:ext cx="11911467" cy="461665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marL="323850">
              <a:buNone/>
            </a:pPr>
            <a:r>
              <a:rPr sz="2400" b="1" spc="-150">
                <a:solidFill>
                  <a:schemeClr val="bg1"/>
                </a:solidFill>
                <a:latin typeface="汉仪文润宋韵 U"/>
                <a:ea typeface="汉仪文润宋韵 U"/>
                <a:cs typeface="汉仪文润宋韵 U"/>
              </a:rPr>
              <a:t>目录</a:t>
            </a:r>
          </a:p>
        </p:txBody>
      </p:sp>
      <p:sp>
        <p:nvSpPr>
          <p:cNvPr id="9" name="文本框 8">
            <a:extLst xmlns:a="http://schemas.openxmlformats.org/drawingml/2006/main">
              <a:ext uri="{FF2B5EF4-FFF2-40B4-BE49-F238E27FC236}">
                <a16:creationId xmlns:a16="http://schemas.microsoft.com/office/drawing/2014/main" id="{4C3B1095-FE94-AC4D-7BAA-B4E29920CB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6584" y="1627404"/>
            <a:ext cx="11448817" cy="243541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>
              <a:lnSpc>
                <a:spcPct val="150000"/>
              </a:lnSpc>
              <a:spcBef>
                <a:spcPts val="600"/>
              </a:spcBef>
              <a:buNone/>
            </a:pPr>
            <a:r>
              <a:t>1. 定义问题</a:t>
            </a:r>
            <a:endParaRPr/>
          </a:p>
          <a:p xmlns:a="http://schemas.openxmlformats.org/drawingml/2006/main">
            <a:pPr>
              <a:lnSpc>
                <a:spcPct val="150000"/>
              </a:lnSpc>
              <a:spcBef>
                <a:spcPts val="600"/>
              </a:spcBef>
              <a:buNone/>
            </a:pPr>
            <a:r>
              <a:t>2. </a:t>
            </a:r>
            <a:r>
              <a:t>真参数未知如何实现“样本</a:t>
            </a:r>
            <a:r>
              <a:t>-</a:t>
            </a:r>
            <a:r>
              <a:t>最优偏移量”的选择</a:t>
            </a:r>
            <a:endParaRPr/>
          </a:p>
          <a:p xmlns:a="http://schemas.openxmlformats.org/drawingml/2006/main">
            <a:pPr>
              <a:lnSpc>
                <a:spcPct val="150000"/>
              </a:lnSpc>
              <a:spcBef>
                <a:spcPts val="600"/>
              </a:spcBef>
              <a:buNone/>
            </a:pPr>
            <a:r>
              <a:t>3. </a:t>
            </a:r>
            <a:r>
              <a:t>一些关于神经网络的验证</a:t>
            </a:r>
            <a:endParaRPr/>
          </a:p>
          <a:p xmlns:a="http://schemas.openxmlformats.org/drawingml/2006/main">
            <a:pPr>
              <a:lnSpc>
                <a:spcPct val="150000"/>
              </a:lnSpc>
              <a:spcBef>
                <a:spcPts val="600"/>
              </a:spcBef>
              <a:buNone/>
            </a:pPr>
            <a:r>
              <a:t>4. </a:t>
            </a:r>
            <a:r>
              <a:t>论文准备</a:t>
            </a:r>
            <a:endParaRPr/>
          </a:p>
          <a:p xmlns:a="http://schemas.openxmlformats.org/drawingml/2006/main">
            <a:pPr>
              <a:lnSpc>
                <a:spcPct val="150000"/>
              </a:lnSpc>
              <a:spcBef>
                <a:spcPts val="600"/>
              </a:spcBef>
              <a:buNone/>
            </a:pPr>
            <a:r>
              <a:t>5. </a:t>
            </a:r>
            <a:r>
              <a:t>下一个研究课题</a:t>
            </a:r>
            <a:endParaRPr/>
          </a:p>
        </p:txBody>
      </p:sp>
    </p:spTree>
    <p:extLst>
      <p:ext uri="{BB962C8B-B14F-4D97-AF65-F5344CB8AC3E}">
        <p14:creationId xmlns:p14="http://schemas.microsoft.com/office/powerpoint/2010/main" val="2532089216"/>
      </p:ext>
    </p:extLst>
  </p:cSld>
</p:sld>
</file>

<file path=ppt/slides/slide3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文本框 4">
            <a:extLst xmlns:a="http://schemas.openxmlformats.org/drawingml/2006/main">
              <a:ext uri="{FF2B5EF4-FFF2-40B4-BE49-F238E27FC236}">
                <a16:creationId xmlns:a16="http://schemas.microsoft.com/office/drawing/2014/main" id="{0A32DC30-C2A0-B777-A0BD-E3A71B0442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140" y="846307"/>
            <a:ext cx="11911467" cy="461665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marL="323850">
              <a:buNone/>
            </a:pPr>
            <a:r>
              <a:rPr sz="2400" b="1" spc="-150">
                <a:solidFill>
                  <a:schemeClr val="bg1"/>
                </a:solidFill>
                <a:latin typeface="汉仪文润宋韵 U"/>
                <a:ea typeface="汉仪文润宋韵 U"/>
                <a:cs typeface="汉仪文润宋韵 U"/>
              </a:rPr>
              <a:t>主旨句</a:t>
            </a:r>
          </a:p>
        </p:txBody>
      </p:sp>
      <p:sp>
        <p:nvSpPr>
          <p:cNvPr id="7" name="文本框 6">
            <a:extLst xmlns:a="http://schemas.openxmlformats.org/drawingml/2006/main">
              <a:ext uri="{FF2B5EF4-FFF2-40B4-BE49-F238E27FC236}">
                <a16:creationId xmlns:a16="http://schemas.microsoft.com/office/drawing/2014/main" id="{E5C6A7C2-09F8-0206-1327-C63D0456D0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1707" y="303885"/>
            <a:ext cx="1694813" cy="430887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r>
              <a:rPr sz="2200">
                <a:solidFill>
                  <a:schemeClr val="tx1">
                    <a:lumMod val="75000"/>
                    <a:lumOff val="25000"/>
                  </a:schemeClr>
                </a:solidFill>
                <a:latin typeface="汉仪粗宋简"/>
                <a:ea typeface="汉仪粗宋简"/>
                <a:cs typeface="汉仪粗宋简"/>
              </a:rPr>
              <a:t>正文页</a:t>
            </a:r>
            <a:endParaRPr sz="2200">
              <a:solidFill>
                <a:schemeClr val="tx1">
                  <a:lumMod val="75000"/>
                  <a:lumOff val="25000"/>
                </a:schemeClr>
              </a:solidFill>
              <a:latin typeface="汉仪粗宋简"/>
              <a:ea typeface="汉仪粗宋简"/>
              <a:cs typeface="汉仪粗宋简"/>
            </a:endParaRPr>
          </a:p>
        </p:txBody>
      </p:sp>
      <p:sp>
        <p:nvSpPr>
          <p:cNvPr id="8" name="直接连接符 7">
            <a:extLst xmlns:a="http://schemas.openxmlformats.org/drawingml/2006/main">
              <a:ext uri="{FF2B5EF4-FFF2-40B4-BE49-F238E27FC236}">
                <a16:creationId xmlns:a16="http://schemas.microsoft.com/office/drawing/2014/main" id="{56B6823B-B71B-40C9-B889-773FB5295F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1">
            <a:off x="925195" y="400251"/>
            <a:ext cx="0" cy="267690"/>
          </a:xfrm>
          <a:prstGeom xmlns:a="http://schemas.openxmlformats.org/drawingml/2006/main" prst="line">
            <a:avLst/>
          </a:prstGeom>
          <a:ln xmlns:a="http://schemas.openxmlformats.org/drawingml/2006/main">
            <a:solidFill>
              <a:schemeClr val="bg1">
                <a:lumMod val="50000"/>
              </a:schemeClr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9" name="文本框 8">
            <a:extLst xmlns:a="http://schemas.openxmlformats.org/drawingml/2006/main">
              <a:ext uri="{FF2B5EF4-FFF2-40B4-BE49-F238E27FC236}">
                <a16:creationId xmlns:a16="http://schemas.microsoft.com/office/drawing/2014/main" id="{9054E96B-96ED-9B43-5394-020B05B5D5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3364" y="303885"/>
            <a:ext cx="678422" cy="461665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r>
              <a:rPr sz="2400">
                <a:solidFill>
                  <a:schemeClr val="tx1">
                    <a:lumMod val="75000"/>
                    <a:lumOff val="25000"/>
                  </a:schemeClr>
                </a:solidFill>
                <a:latin typeface="汉仪粗宋简"/>
                <a:ea typeface="汉仪粗宋简"/>
                <a:cs typeface="汉仪粗宋简"/>
              </a:rPr>
              <a:t>01</a:t>
            </a:r>
          </a:p>
        </p:txBody>
      </p:sp>
      <p:sp>
        <p:nvSpPr>
          <p:cNvPr id="10" name="箭头: 下 9">
            <a:extLst xmlns:a="http://schemas.openxmlformats.org/drawingml/2006/main">
              <a:ext uri="{FF2B5EF4-FFF2-40B4-BE49-F238E27FC236}">
                <a16:creationId xmlns:a16="http://schemas.microsoft.com/office/drawing/2014/main" id="{A52057D8-BD05-A8E5-38BE-DA75ED7F2E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6327" y="2651168"/>
            <a:ext cx="432495" cy="539750"/>
          </a:xfrm>
          <a:prstGeom xmlns:a="http://schemas.openxmlformats.org/drawingml/2006/main" prst="downArrow">
            <a:avLst/>
          </a:prstGeom>
          <a:noFill xmlns:a="http://schemas.openxmlformats.org/drawingml/2006/main"/>
          <a:ln xmlns:a="http://schemas.openxmlformats.org/drawingml/2006/main">
            <a:gradFill rotWithShape="1">
              <a:gsLst>
                <a:gs pos="0">
                  <a:schemeClr val="accent1">
                    <a:lumMod val="40000"/>
                    <a:lumOff val="60000"/>
                    <a:alpha val="0"/>
                  </a:schemeClr>
                </a:gs>
                <a:gs pos="46000">
                  <a:schemeClr val="accent1">
                    <a:lumMod val="95000"/>
                    <a:lumOff val="5000"/>
                  </a:schemeClr>
                </a:gs>
                <a:gs pos="100000">
                  <a:schemeClr val="accent1">
                    <a:lumMod val="60000"/>
                  </a:schemeClr>
                </a:gs>
              </a:gsLst>
              <a:lin ang="5400000" scaled="1"/>
              <a:tileRect/>
            </a:gradFill>
          </a:ln>
        </p:spPr>
        <p:style>
          <a:lnRef xmlns:a="http://schemas.openxmlformats.org/drawingml/2006/main" idx="2">
            <a:schemeClr val="accent1">
              <a:shade val="1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pic>
        <p:nvPicPr>
          <p:cNvPr id="21" name="图片 10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6dd68e667c84522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320457" y="3298417"/>
            <a:ext cx="3722952" cy="978943"/>
          </a:xfrm>
          <a:prstGeom xmlns:a="http://schemas.openxmlformats.org/drawingml/2006/main" prst="rect">
            <a:avLst/>
          </a:prstGeom>
        </p:spPr>
      </p:pic>
      <p:sp>
        <p:nvSpPr>
          <p:cNvPr id="14" name="文本框 13">
            <a:extLst xmlns:a="http://schemas.openxmlformats.org/drawingml/2006/main">
              <a:ext uri="{FF2B5EF4-FFF2-40B4-BE49-F238E27FC236}">
                <a16:creationId xmlns:a16="http://schemas.microsoft.com/office/drawing/2014/main" id="{8E3A9D33-0809-B306-6EFD-C4FD9D6F2A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5568" y="2211309"/>
            <a:ext cx="3850462" cy="3693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r>
              <a:t>正文</a:t>
            </a:r>
            <a:endParaRPr/>
          </a:p>
        </p:txBody>
      </p:sp>
    </p:spTree>
    <p:extLst>
      <p:ext uri="{BB962C8B-B14F-4D97-AF65-F5344CB8AC3E}">
        <p14:creationId xmlns:p14="http://schemas.microsoft.com/office/powerpoint/2010/main" val="2761379775"/>
      </p:ext>
    </p:extLst>
  </p:cSld>
</p:sld>
</file>

<file path=ppt/slides/slide4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文本框 4">
            <a:extLst xmlns:a="http://schemas.openxmlformats.org/drawingml/2006/main">
              <a:ext uri="{FF2B5EF4-FFF2-40B4-BE49-F238E27FC236}">
                <a16:creationId xmlns:a16="http://schemas.microsoft.com/office/drawing/2014/main" id="{0A32DC30-C2A0-B777-A0BD-E3A71B0442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140" y="846307"/>
            <a:ext cx="11911467" cy="461665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marL="323850">
              <a:buNone/>
            </a:pPr>
            <a:r>
              <a:rPr sz="2400" b="1" spc="-150">
                <a:solidFill>
                  <a:schemeClr val="bg1"/>
                </a:solidFill>
                <a:latin typeface="汉仪文润宋韵 U"/>
                <a:ea typeface="汉仪文润宋韵 U"/>
                <a:cs typeface="汉仪文润宋韵 U"/>
              </a:rPr>
              <a:t>主旨句</a:t>
            </a:r>
          </a:p>
        </p:txBody>
      </p:sp>
      <p:sp>
        <p:nvSpPr>
          <p:cNvPr id="7" name="文本框 6">
            <a:extLst xmlns:a="http://schemas.openxmlformats.org/drawingml/2006/main">
              <a:ext uri="{FF2B5EF4-FFF2-40B4-BE49-F238E27FC236}">
                <a16:creationId xmlns:a16="http://schemas.microsoft.com/office/drawing/2014/main" id="{E5C6A7C2-09F8-0206-1327-C63D0456D0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1707" y="303885"/>
            <a:ext cx="1694813" cy="430887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r>
              <a:rPr sz="2200">
                <a:solidFill>
                  <a:schemeClr val="tx1">
                    <a:lumMod val="75000"/>
                    <a:lumOff val="25000"/>
                  </a:schemeClr>
                </a:solidFill>
                <a:latin typeface="汉仪粗宋简"/>
                <a:ea typeface="汉仪粗宋简"/>
                <a:cs typeface="汉仪粗宋简"/>
              </a:rPr>
              <a:t>正文页</a:t>
            </a:r>
            <a:endParaRPr sz="2200">
              <a:solidFill>
                <a:schemeClr val="tx1">
                  <a:lumMod val="75000"/>
                  <a:lumOff val="25000"/>
                </a:schemeClr>
              </a:solidFill>
              <a:latin typeface="汉仪粗宋简"/>
              <a:ea typeface="汉仪粗宋简"/>
              <a:cs typeface="汉仪粗宋简"/>
            </a:endParaRPr>
          </a:p>
        </p:txBody>
      </p:sp>
      <p:sp>
        <p:nvSpPr>
          <p:cNvPr id="8" name="直接连接符 7">
            <a:extLst xmlns:a="http://schemas.openxmlformats.org/drawingml/2006/main">
              <a:ext uri="{FF2B5EF4-FFF2-40B4-BE49-F238E27FC236}">
                <a16:creationId xmlns:a16="http://schemas.microsoft.com/office/drawing/2014/main" id="{56B6823B-B71B-40C9-B889-773FB5295F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1">
            <a:off x="925195" y="400251"/>
            <a:ext cx="0" cy="267690"/>
          </a:xfrm>
          <a:prstGeom xmlns:a="http://schemas.openxmlformats.org/drawingml/2006/main" prst="line">
            <a:avLst/>
          </a:prstGeom>
          <a:ln xmlns:a="http://schemas.openxmlformats.org/drawingml/2006/main">
            <a:solidFill>
              <a:schemeClr val="bg1">
                <a:lumMod val="50000"/>
              </a:schemeClr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9" name="文本框 8">
            <a:extLst xmlns:a="http://schemas.openxmlformats.org/drawingml/2006/main">
              <a:ext uri="{FF2B5EF4-FFF2-40B4-BE49-F238E27FC236}">
                <a16:creationId xmlns:a16="http://schemas.microsoft.com/office/drawing/2014/main" id="{9054E96B-96ED-9B43-5394-020B05B5D5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3364" y="303885"/>
            <a:ext cx="678422" cy="461665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r>
              <a:rPr sz="2400">
                <a:solidFill>
                  <a:schemeClr val="tx1">
                    <a:lumMod val="75000"/>
                    <a:lumOff val="25000"/>
                  </a:schemeClr>
                </a:solidFill>
                <a:latin typeface="汉仪粗宋简"/>
                <a:ea typeface="汉仪粗宋简"/>
                <a:cs typeface="汉仪粗宋简"/>
              </a:rPr>
              <a:t>01</a:t>
            </a:r>
          </a:p>
        </p:txBody>
      </p:sp>
      <p:sp>
        <p:nvSpPr>
          <p:cNvPr id="10" name="箭头: 下 9">
            <a:extLst xmlns:a="http://schemas.openxmlformats.org/drawingml/2006/main">
              <a:ext uri="{FF2B5EF4-FFF2-40B4-BE49-F238E27FC236}">
                <a16:creationId xmlns:a16="http://schemas.microsoft.com/office/drawing/2014/main" id="{A52057D8-BD05-A8E5-38BE-DA75ED7F2E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6327" y="2651168"/>
            <a:ext cx="432495" cy="539750"/>
          </a:xfrm>
          <a:prstGeom xmlns:a="http://schemas.openxmlformats.org/drawingml/2006/main" prst="downArrow">
            <a:avLst/>
          </a:prstGeom>
          <a:noFill xmlns:a="http://schemas.openxmlformats.org/drawingml/2006/main"/>
          <a:ln xmlns:a="http://schemas.openxmlformats.org/drawingml/2006/main">
            <a:gradFill rotWithShape="1">
              <a:gsLst>
                <a:gs pos="0">
                  <a:schemeClr val="accent1">
                    <a:lumMod val="40000"/>
                    <a:lumOff val="60000"/>
                    <a:alpha val="0"/>
                  </a:schemeClr>
                </a:gs>
                <a:gs pos="46000">
                  <a:schemeClr val="accent1">
                    <a:lumMod val="95000"/>
                    <a:lumOff val="5000"/>
                  </a:schemeClr>
                </a:gs>
                <a:gs pos="100000">
                  <a:schemeClr val="accent1">
                    <a:lumMod val="60000"/>
                  </a:schemeClr>
                </a:gs>
              </a:gsLst>
              <a:lin ang="5400000" scaled="1"/>
              <a:tileRect/>
            </a:gradFill>
          </a:ln>
        </p:spPr>
        <p:style>
          <a:lnRef xmlns:a="http://schemas.openxmlformats.org/drawingml/2006/main" idx="2">
            <a:schemeClr val="accent1">
              <a:shade val="1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pic>
        <p:nvPicPr>
          <p:cNvPr id="21" name="图片 10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1c4000f65fd493e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320457" y="3298417"/>
            <a:ext cx="3722952" cy="978943"/>
          </a:xfrm>
          <a:prstGeom xmlns:a="http://schemas.openxmlformats.org/drawingml/2006/main" prst="rect">
            <a:avLst/>
          </a:prstGeom>
        </p:spPr>
      </p:pic>
      <p:sp>
        <p:nvSpPr>
          <p:cNvPr id="14" name="文本框 13">
            <a:extLst xmlns:a="http://schemas.openxmlformats.org/drawingml/2006/main">
              <a:ext uri="{FF2B5EF4-FFF2-40B4-BE49-F238E27FC236}">
                <a16:creationId xmlns:a16="http://schemas.microsoft.com/office/drawing/2014/main" id="{8E3A9D33-0809-B306-6EFD-C4FD9D6F2A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5568" y="2211309"/>
            <a:ext cx="3850462" cy="3693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r>
              <a:t>正文</a:t>
            </a:r>
            <a:endParaRPr/>
          </a:p>
        </p:txBody>
      </p:sp>
    </p:spTree>
    <p:extLst>
      <p:ext uri="{BB962C8B-B14F-4D97-AF65-F5344CB8AC3E}">
        <p14:creationId xmlns:p14="http://schemas.microsoft.com/office/powerpoint/2010/main" val="2761379775"/>
      </p:ext>
    </p:extLst>
  </p:cSld>
</p:sld>
</file>

<file path=ppt/slides/slide5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文本框 4">
            <a:extLst xmlns:a="http://schemas.openxmlformats.org/drawingml/2006/main">
              <a:ext uri="{FF2B5EF4-FFF2-40B4-BE49-F238E27FC236}">
                <a16:creationId xmlns:a16="http://schemas.microsoft.com/office/drawing/2014/main" id="{0A32DC30-C2A0-B777-A0BD-E3A71B0442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140" y="846307"/>
            <a:ext cx="11911467" cy="461665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marL="323850">
              <a:buNone/>
            </a:pPr>
            <a:r>
              <a:rPr sz="2400" b="1" spc="-150">
                <a:solidFill>
                  <a:schemeClr val="bg1"/>
                </a:solidFill>
                <a:latin typeface="汉仪文润宋韵 U"/>
                <a:ea typeface="汉仪文润宋韵 U"/>
                <a:cs typeface="汉仪文润宋韵 U"/>
              </a:rPr>
              <a:t>主旨句</a:t>
            </a:r>
          </a:p>
        </p:txBody>
      </p:sp>
      <p:sp>
        <p:nvSpPr>
          <p:cNvPr id="7" name="文本框 6">
            <a:extLst xmlns:a="http://schemas.openxmlformats.org/drawingml/2006/main">
              <a:ext uri="{FF2B5EF4-FFF2-40B4-BE49-F238E27FC236}">
                <a16:creationId xmlns:a16="http://schemas.microsoft.com/office/drawing/2014/main" id="{E5C6A7C2-09F8-0206-1327-C63D0456D0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1707" y="303885"/>
            <a:ext cx="1694813" cy="430887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r>
              <a:rPr sz="2200">
                <a:solidFill>
                  <a:schemeClr val="tx1">
                    <a:lumMod val="75000"/>
                    <a:lumOff val="25000"/>
                  </a:schemeClr>
                </a:solidFill>
                <a:latin typeface="汉仪粗宋简"/>
                <a:ea typeface="汉仪粗宋简"/>
                <a:cs typeface="汉仪粗宋简"/>
              </a:rPr>
              <a:t>正文页</a:t>
            </a:r>
            <a:endParaRPr sz="2200">
              <a:solidFill>
                <a:schemeClr val="tx1">
                  <a:lumMod val="75000"/>
                  <a:lumOff val="25000"/>
                </a:schemeClr>
              </a:solidFill>
              <a:latin typeface="汉仪粗宋简"/>
              <a:ea typeface="汉仪粗宋简"/>
              <a:cs typeface="汉仪粗宋简"/>
            </a:endParaRPr>
          </a:p>
        </p:txBody>
      </p:sp>
      <p:sp>
        <p:nvSpPr>
          <p:cNvPr id="8" name="直接连接符 7">
            <a:extLst xmlns:a="http://schemas.openxmlformats.org/drawingml/2006/main">
              <a:ext uri="{FF2B5EF4-FFF2-40B4-BE49-F238E27FC236}">
                <a16:creationId xmlns:a16="http://schemas.microsoft.com/office/drawing/2014/main" id="{56B6823B-B71B-40C9-B889-773FB5295F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1">
            <a:off x="925195" y="400251"/>
            <a:ext cx="0" cy="267690"/>
          </a:xfrm>
          <a:prstGeom xmlns:a="http://schemas.openxmlformats.org/drawingml/2006/main" prst="line">
            <a:avLst/>
          </a:prstGeom>
          <a:ln xmlns:a="http://schemas.openxmlformats.org/drawingml/2006/main">
            <a:solidFill>
              <a:schemeClr val="bg1">
                <a:lumMod val="50000"/>
              </a:schemeClr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9" name="文本框 8">
            <a:extLst xmlns:a="http://schemas.openxmlformats.org/drawingml/2006/main">
              <a:ext uri="{FF2B5EF4-FFF2-40B4-BE49-F238E27FC236}">
                <a16:creationId xmlns:a16="http://schemas.microsoft.com/office/drawing/2014/main" id="{9054E96B-96ED-9B43-5394-020B05B5D5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3364" y="303885"/>
            <a:ext cx="678422" cy="461665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r>
              <a:rPr sz="2400">
                <a:solidFill>
                  <a:schemeClr val="tx1">
                    <a:lumMod val="75000"/>
                    <a:lumOff val="25000"/>
                  </a:schemeClr>
                </a:solidFill>
                <a:latin typeface="汉仪粗宋简"/>
                <a:ea typeface="汉仪粗宋简"/>
                <a:cs typeface="汉仪粗宋简"/>
              </a:rPr>
              <a:t>01</a:t>
            </a:r>
          </a:p>
        </p:txBody>
      </p:sp>
      <p:sp>
        <p:nvSpPr>
          <p:cNvPr id="10" name="箭头: 下 9">
            <a:extLst xmlns:a="http://schemas.openxmlformats.org/drawingml/2006/main">
              <a:ext uri="{FF2B5EF4-FFF2-40B4-BE49-F238E27FC236}">
                <a16:creationId xmlns:a16="http://schemas.microsoft.com/office/drawing/2014/main" id="{A52057D8-BD05-A8E5-38BE-DA75ED7F2E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6327" y="2651168"/>
            <a:ext cx="432495" cy="539750"/>
          </a:xfrm>
          <a:prstGeom xmlns:a="http://schemas.openxmlformats.org/drawingml/2006/main" prst="downArrow">
            <a:avLst/>
          </a:prstGeom>
          <a:noFill xmlns:a="http://schemas.openxmlformats.org/drawingml/2006/main"/>
          <a:ln xmlns:a="http://schemas.openxmlformats.org/drawingml/2006/main">
            <a:gradFill rotWithShape="1">
              <a:gsLst>
                <a:gs pos="0">
                  <a:schemeClr val="accent1">
                    <a:lumMod val="40000"/>
                    <a:lumOff val="60000"/>
                    <a:alpha val="0"/>
                  </a:schemeClr>
                </a:gs>
                <a:gs pos="46000">
                  <a:schemeClr val="accent1">
                    <a:lumMod val="95000"/>
                    <a:lumOff val="5000"/>
                  </a:schemeClr>
                </a:gs>
                <a:gs pos="100000">
                  <a:schemeClr val="accent1">
                    <a:lumMod val="60000"/>
                  </a:schemeClr>
                </a:gs>
              </a:gsLst>
              <a:lin ang="5400000" scaled="1"/>
              <a:tileRect/>
            </a:gradFill>
          </a:ln>
        </p:spPr>
        <p:style>
          <a:lnRef xmlns:a="http://schemas.openxmlformats.org/drawingml/2006/main" idx="2">
            <a:schemeClr val="accent1">
              <a:shade val="1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pic>
        <p:nvPicPr>
          <p:cNvPr id="21" name="图片 10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39151deb880430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320457" y="3298417"/>
            <a:ext cx="3722952" cy="978943"/>
          </a:xfrm>
          <a:prstGeom xmlns:a="http://schemas.openxmlformats.org/drawingml/2006/main" prst="rect">
            <a:avLst/>
          </a:prstGeom>
        </p:spPr>
      </p:pic>
      <p:sp>
        <p:nvSpPr>
          <p:cNvPr id="14" name="文本框 13">
            <a:extLst xmlns:a="http://schemas.openxmlformats.org/drawingml/2006/main">
              <a:ext uri="{FF2B5EF4-FFF2-40B4-BE49-F238E27FC236}">
                <a16:creationId xmlns:a16="http://schemas.microsoft.com/office/drawing/2014/main" id="{8E3A9D33-0809-B306-6EFD-C4FD9D6F2A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5568" y="2211309"/>
            <a:ext cx="3850462" cy="3693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r>
              <a:t>正文</a:t>
            </a:r>
            <a:endParaRPr/>
          </a:p>
        </p:txBody>
      </p:sp>
    </p:spTree>
    <p:extLst>
      <p:ext uri="{BB962C8B-B14F-4D97-AF65-F5344CB8AC3E}">
        <p14:creationId xmlns:p14="http://schemas.microsoft.com/office/powerpoint/2010/main" val="2761379775"/>
      </p:ext>
    </p:extLst>
  </p:cSld>
</p:sld>
</file>

<file path=ppt/slides/slide6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3" name="矩形 62">
            <a:extLst xmlns:a="http://schemas.openxmlformats.org/drawingml/2006/main">
              <a:ext uri="{FF2B5EF4-FFF2-40B4-BE49-F238E27FC236}">
                <a16:creationId xmlns:a16="http://schemas.microsoft.com/office/drawing/2014/main" id="{E7535778-7BC5-C537-427C-FEF98ED869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1513114"/>
            <a:ext cx="12192000" cy="2376715"/>
          </a:xfrm>
          <a:prstGeom xmlns:a="http://schemas.openxmlformats.org/drawingml/2006/main" prst="rect">
            <a:avLst/>
          </a:prstGeom>
          <a:gradFill xmlns:a="http://schemas.openxmlformats.org/drawingml/2006/main" rotWithShape="1">
            <a:gsLst>
              <a:gs pos="91000">
                <a:schemeClr val="accent1">
                  <a:lumMod val="75000"/>
                </a:schemeClr>
              </a:gs>
              <a:gs pos="25000">
                <a:srgbClr val="376DC2"/>
              </a:gs>
              <a:gs pos="0">
                <a:srgbClr val="0268FE">
                  <a:lumMod val="75000"/>
                  <a:lumOff val="25000"/>
                </a:srgbClr>
              </a:gs>
            </a:gsLst>
            <a:path path="circle">
              <a:fillToRect l="100000" t="0" r="0" b="100000"/>
            </a:path>
            <a:tileRect t="-100000" r="-100000"/>
          </a:gradFill>
          <a:ln xmlns:a="http://schemas.openxmlformats.org/drawingml/2006/main" w="12700" cmpd="sng">
            <a:noFill/>
            <a:prstDash val="solid"/>
          </a:ln>
          <a:effectLst xmlns:a="http://schemas.openxmlformats.org/drawingml/2006/main">
            <a:outerShdw blurRad="50800" dist="38100" dir="8100000" algn="tr" rotWithShape="0">
              <a:prstClr val="black">
                <a:alpha val="40000"/>
              </a:prstClr>
            </a:outerShdw>
          </a:effectLst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 kern="0">
              <a:solidFill>
                <a:srgbClr val="FFFFFF"/>
              </a:solidFill>
              <a:latin typeface="等线"/>
              <a:ea typeface="等线"/>
              <a:cs typeface="等线"/>
            </a:endParaRPr>
          </a:p>
        </p:txBody>
      </p:sp>
      <p:sp>
        <p:nvSpPr>
          <p:cNvPr id="64" name="直接连接符 63">
            <a:extLst xmlns:a="http://schemas.openxmlformats.org/drawingml/2006/main">
              <a:ext uri="{FF2B5EF4-FFF2-40B4-BE49-F238E27FC236}">
                <a16:creationId xmlns:a16="http://schemas.microsoft.com/office/drawing/2014/main" id="{BB87CA73-19B0-48D2-85E3-422B54F166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4007608"/>
            <a:ext cx="12975771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5400">
            <a:gradFill rotWithShape="1">
              <a:gsLst>
                <a:gs pos="100000">
                  <a:schemeClr val="accent1">
                    <a:lumMod val="97000"/>
                  </a:schemeClr>
                </a:gs>
                <a:gs pos="0">
                  <a:schemeClr val="accent1">
                    <a:alpha val="0"/>
                  </a:schemeClr>
                </a:gs>
              </a:gsLst>
              <a:lin ang="10800000" scaled="1"/>
              <a:tileRect/>
            </a:gradFill>
            <a:tailEnd type="none" w="med" len="sm"/>
          </a:ln>
          <a:effectLst xmlns:a="http://schemas.openxmlformats.org/drawingml/2006/main">
            <a:outerShdw blurRad="63500" dist="50800" dir="4800000" sx="102000" sy="102000" algn="ctr" rotWithShape="0">
              <a:schemeClr val="accent1">
                <a:alpha val="40000"/>
              </a:schemeClr>
            </a:outerShdw>
          </a:effectLst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</p:sp>
      <p:sp>
        <p:nvSpPr>
          <p:cNvPr id="2" name="标题 8">
            <a:extLst xmlns:a="http://schemas.openxmlformats.org/drawingml/2006/main">
              <a:ext uri="{FF2B5EF4-FFF2-40B4-BE49-F238E27FC236}">
                <a16:creationId xmlns:a16="http://schemas.microsoft.com/office/drawing/2014/main" id="{DA4F7B36-DC52-716A-DEF7-753169A810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706" y="1887437"/>
            <a:ext cx="11932078" cy="1613551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anchor="ctr">
            <a:noAutofit/>
          </a:bodyPr>
          <a:lstStyle xmlns:a="http://schemas.openxmlformats.org/drawingml/2006/main">
            <a:lvl1pPr algn="ctr" defTabSz="914400">
              <a:lnSpc>
                <a:spcPct val="90000"/>
              </a:lnSpc>
              <a:spcBef>
                <a:spcPct val="0"/>
              </a:spcBef>
              <a:buNone/>
              <a:defRPr sz="5400" b="1" kern="1200">
                <a:solidFill>
                  <a:schemeClr val="accent1"/>
                </a:solidFill>
                <a:latin typeface="+mj-lt"/>
                <a:ea typeface="+mj-lt"/>
                <a:cs typeface="+mj-lt"/>
              </a:defRPr>
            </a:lvl1pPr>
          </a:lstStyle>
          <a:p xmlns:a="http://schemas.openxmlformats.org/drawingml/2006/main">
            <a:pPr lvl="0">
              <a:lnSpc>
                <a:spcPct val="125000"/>
              </a:lnSpc>
              <a:spcBef>
                <a:spcPts val="0"/>
              </a:spcBef>
              <a:buNone/>
            </a:pPr>
            <a:r>
              <a:rPr sz="4800" i="0" u="none" cap="none" spc="0">
                <a:ln>
                  <a:noFill/>
                </a:ln>
                <a:solidFill>
                  <a:schemeClr val="bg1"/>
                </a:solidFill>
                <a:latin typeface="汉仪文润宋韵 U"/>
                <a:ea typeface="汉仪文润宋韵 U"/>
                <a:cs typeface="汉仪文润宋韵 U"/>
              </a:rPr>
              <a:t>敬请老师批评指正</a:t>
            </a:r>
          </a:p>
        </p:txBody>
      </p:sp>
    </p:spTree>
    <p:extLst>
      <p:ext uri="{BB962C8B-B14F-4D97-AF65-F5344CB8AC3E}">
        <p14:creationId xmlns:p14="http://schemas.microsoft.com/office/powerpoint/2010/main" val="1202919395"/>
      </p:ext>
    </p:extLst>
  </p:cSld>
</p:sld>
</file>

<file path=ppt/theme/theme1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6350">
          <a:solidFill>
            <a:schemeClr val="phClr"/>
          </a:solidFill>
          <a:prstDash val="solid"/>
        </a:ln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2026-09-09T04:47:09.6440000Z</dcterms:created>
  <dcterms:modified xsi:type="dcterms:W3CDTF">2026-09-09T04:47:09.6440000Z</dcterms:modified>
</coreProperties>
</file>