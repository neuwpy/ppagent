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21ff019d024416" /><Relationship Type="http://schemas.openxmlformats.org/officeDocument/2006/relationships/extended-properties" Target="/docProps/app.xml" Id="Rb0d00150d370403f" /><Relationship Type="http://schemas.openxmlformats.org/officeDocument/2006/relationships/officeDocument" Target="/ppt/presentation.xml" Id="R186bf37a9c4745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db6b2e68c94750"/>
    <p:sldMasterId xmlns:r="http://schemas.openxmlformats.org/officeDocument/2006/relationships" id="2147483660" r:id="R5bbd9dc623424928"/>
    <p:sldMasterId xmlns:r="http://schemas.openxmlformats.org/officeDocument/2006/relationships" id="2147483663" r:id="R72f02dd945bd4a17"/>
  </p:sldMasterIdLst>
  <p:notesMasterIdLst>
    <p:notesMasterId xmlns:r="http://schemas.openxmlformats.org/officeDocument/2006/relationships" r:id="Rf2c6850bd26b4bc9"/>
  </p:notesMasterIdLst>
  <p:sldIdLst>
    <p:sldId xmlns:r="http://schemas.openxmlformats.org/officeDocument/2006/relationships" id="256" r:id="R3715856dc83f4618"/>
    <p:sldId xmlns:r="http://schemas.openxmlformats.org/officeDocument/2006/relationships" id="257" r:id="Ra70c73245e534ca5"/>
    <p:sldId xmlns:r="http://schemas.openxmlformats.org/officeDocument/2006/relationships" id="258" r:id="R8f76b9456f6d43d3"/>
    <p:sldId xmlns:r="http://schemas.openxmlformats.org/officeDocument/2006/relationships" id="259" r:id="R9be9b7a5caab4119"/>
    <p:sldId xmlns:r="http://schemas.openxmlformats.org/officeDocument/2006/relationships" id="260" r:id="Rfbcda1fe3e5e48c0"/>
    <p:sldId xmlns:r="http://schemas.openxmlformats.org/officeDocument/2006/relationships" id="261" r:id="Rd36673b2e79441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d57009383f4272" /><Relationship Type="http://schemas.openxmlformats.org/officeDocument/2006/relationships/slideMaster" Target="/ppt/slideMasters/slideMaster1.xml" Id="R3edb6b2e68c94750" /><Relationship Type="http://schemas.openxmlformats.org/officeDocument/2006/relationships/slideMaster" Target="/ppt/slideMasters/slideMaster2.xml" Id="R5bbd9dc623424928" /><Relationship Type="http://schemas.openxmlformats.org/officeDocument/2006/relationships/slideMaster" Target="/ppt/slideMasters/slideMaster3.xml" Id="R72f02dd945bd4a17" /><Relationship Type="http://schemas.openxmlformats.org/officeDocument/2006/relationships/notesMaster" Target="/ppt/notesMasters/notesMaster1.xml" Id="Rf2c6850bd26b4bc9" /><Relationship Type="http://schemas.openxmlformats.org/officeDocument/2006/relationships/presProps" Target="/ppt/presProps.xml" Id="Re9a161e324d64d35" /><Relationship Type="http://schemas.openxmlformats.org/officeDocument/2006/relationships/viewProps" Target="/ppt/viewProps.xml" Id="R242d052029c74aee" /><Relationship Type="http://schemas.openxmlformats.org/officeDocument/2006/relationships/tableStyles" Target="/ppt/tableStyles.xml" Id="Rfcbb3665a4ab4da0" /><Relationship Type="http://schemas.openxmlformats.org/officeDocument/2006/relationships/slide" Target="/ppt/slides/slide1.xml" Id="R3715856dc83f4618" /><Relationship Type="http://schemas.openxmlformats.org/officeDocument/2006/relationships/slide" Target="/ppt/slides/slide2.xml" Id="Ra70c73245e534ca5" /><Relationship Type="http://schemas.openxmlformats.org/officeDocument/2006/relationships/slide" Target="/ppt/slides/slide3.xml" Id="R8f76b9456f6d43d3" /><Relationship Type="http://schemas.openxmlformats.org/officeDocument/2006/relationships/slide" Target="/ppt/slides/slide4.xml" Id="R9be9b7a5caab4119" /><Relationship Type="http://schemas.openxmlformats.org/officeDocument/2006/relationships/slide" Target="/ppt/slides/slide5.xml" Id="Rfbcda1fe3e5e48c0" /><Relationship Type="http://schemas.openxmlformats.org/officeDocument/2006/relationships/slide" Target="/ppt/slides/slide6.xml" Id="Rd36673b2e79441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cc36bb030e64e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2c9f00b4b4481b" /><Relationship Type="http://schemas.openxmlformats.org/officeDocument/2006/relationships/notesMaster" Target="/ppt/notesMasters/notesMaster1.xml" Id="Ree35a389d2804d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fc74abd25e4df9" /><Relationship Type="http://schemas.openxmlformats.org/officeDocument/2006/relationships/notesMaster" Target="/ppt/notesMasters/notesMaster1.xml" Id="R34dca0e2299a48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1eebb7844b47da" /><Relationship Type="http://schemas.openxmlformats.org/officeDocument/2006/relationships/notesMaster" Target="/ppt/notesMasters/notesMaster1.xml" Id="R16382c9bde5c42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427b028cea47e1" /><Relationship Type="http://schemas.openxmlformats.org/officeDocument/2006/relationships/notesMaster" Target="/ppt/notesMasters/notesMaster1.xml" Id="Ra55b88139a2145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07482ac6b344af" /><Relationship Type="http://schemas.openxmlformats.org/officeDocument/2006/relationships/notesMaster" Target="/ppt/notesMasters/notesMaster1.xml" Id="R893b1ac2042145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796e82ab89483a" /><Relationship Type="http://schemas.openxmlformats.org/officeDocument/2006/relationships/notesMaster" Target="/ppt/notesMasters/notesMaster1.xml" Id="Rfb4c1ab8d9ac41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21b81bcb844bf" /><Relationship Type="http://schemas.openxmlformats.org/officeDocument/2006/relationships/image" Target="/ppt/media/image.jpeg" Id="R3b6c9f3a86db418d" /><Relationship Type="http://schemas.openxmlformats.org/officeDocument/2006/relationships/image" Target="/ppt/media/image.png" Id="R489daa141f4041c2" /><Relationship Type="http://schemas.openxmlformats.org/officeDocument/2006/relationships/image" Target="/ppt/media/image2.png" Id="R17af3d8728664a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27b0032084b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ca5551b04044d5" /><Relationship Type="http://schemas.openxmlformats.org/officeDocument/2006/relationships/image" Target="/ppt/media/image3.png" Id="R3c879529d9af42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40b18043094283" /><Relationship Type="http://schemas.openxmlformats.org/officeDocument/2006/relationships/image" Target="/ppt/media/image4.png" Id="Rae90a02555d145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b90081ed2942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2f2f2469df40e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55ca87751b46c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932ea23db440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1863d2ca342b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3cafb9a3d45e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0051ff715497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ea9a70ad864236" /><Relationship Type="http://schemas.openxmlformats.org/officeDocument/2006/relationships/image" Target="/ppt/media/image5.png" Id="Rb7d1066e7b634d1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7e286beb9c74d1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226fbddcc7c4b16" /><Relationship Type="http://schemas.openxmlformats.org/officeDocument/2006/relationships/image" Target="/ppt/media/image5.png" Id="R36bd1c19e92247d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b1fcc1848f14ae9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c9f3a86db418d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daa141f4041c2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f3d8728664a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79529d9af423d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0a02555d14579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1066e7b634d1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d1c19e92247d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a6f87b92224f44" /><Relationship Type="http://schemas.openxmlformats.org/officeDocument/2006/relationships/slideLayout" Target="/ppt/slideLayouts/slideLayout1.xml" Id="R15e7acc9fa1847a8" /><Relationship Type="http://schemas.openxmlformats.org/officeDocument/2006/relationships/slideLayout" Target="/ppt/slideLayouts/slideLayout2.xml" Id="Rb3a7deeabc714111" /><Relationship Type="http://schemas.openxmlformats.org/officeDocument/2006/relationships/slideLayout" Target="/ppt/slideLayouts/slideLayout3.xml" Id="R756e39f514fa43f4" /><Relationship Type="http://schemas.openxmlformats.org/officeDocument/2006/relationships/slideLayout" Target="/ppt/slideLayouts/slideLayout4.xml" Id="Rd1c7d013db8b4cfd" /><Relationship Type="http://schemas.openxmlformats.org/officeDocument/2006/relationships/slideLayout" Target="/ppt/slideLayouts/slideLayout5.xml" Id="R7b4d3ce044c94326" /><Relationship Type="http://schemas.openxmlformats.org/officeDocument/2006/relationships/slideLayout" Target="/ppt/slideLayouts/slideLayout6.xml" Id="Rb1f5f0ac23c74b18" /><Relationship Type="http://schemas.openxmlformats.org/officeDocument/2006/relationships/slideLayout" Target="/ppt/slideLayouts/slideLayout7.xml" Id="R33e41e5b30014637" /><Relationship Type="http://schemas.openxmlformats.org/officeDocument/2006/relationships/slideLayout" Target="/ppt/slideLayouts/slideLayout8.xml" Id="Rf0c0b799c94e491a" /><Relationship Type="http://schemas.openxmlformats.org/officeDocument/2006/relationships/slideLayout" Target="/ppt/slideLayouts/slideLayout9.xml" Id="R8646053188764459" /><Relationship Type="http://schemas.openxmlformats.org/officeDocument/2006/relationships/slideLayout" Target="/ppt/slideLayouts/slideLayout10.xml" Id="R57bc4b6432c442f4" /><Relationship Type="http://schemas.openxmlformats.org/officeDocument/2006/relationships/slideLayout" Target="/ppt/slideLayouts/slideLayout11.xml" Id="R9c4a8661097b451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2ffadbfbe99433f" /><Relationship Type="http://schemas.openxmlformats.org/officeDocument/2006/relationships/slideLayout" Target="/ppt/slideLayouts/slideLayout12.xml" Id="R313d8389f89b49bf" /><Relationship Type="http://schemas.openxmlformats.org/officeDocument/2006/relationships/slideLayout" Target="/ppt/slideLayouts/slideLayout13.xml" Id="Rd5b4be39b2bf455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a80d73dc5bb456e" /><Relationship Type="http://schemas.openxmlformats.org/officeDocument/2006/relationships/slideLayout" Target="/ppt/slideLayouts/slideLayout14.xml" Id="Redd2dbd8427d4304" /><Relationship Type="http://schemas.openxmlformats.org/officeDocument/2006/relationships/slideLayout" Target="/ppt/slideLayouts/slideLayout15.xml" Id="R794c19638e39409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e7acc9fa1847a8"/>
    <p:sldLayoutId xmlns:r="http://schemas.openxmlformats.org/officeDocument/2006/relationships" id="2147483650" r:id="Rb3a7deeabc714111"/>
    <p:sldLayoutId xmlns:r="http://schemas.openxmlformats.org/officeDocument/2006/relationships" id="2147483651" r:id="R756e39f514fa43f4"/>
    <p:sldLayoutId xmlns:r="http://schemas.openxmlformats.org/officeDocument/2006/relationships" id="2147483652" r:id="Rd1c7d013db8b4cfd"/>
    <p:sldLayoutId xmlns:r="http://schemas.openxmlformats.org/officeDocument/2006/relationships" id="2147483653" r:id="R7b4d3ce044c94326"/>
    <p:sldLayoutId xmlns:r="http://schemas.openxmlformats.org/officeDocument/2006/relationships" id="2147483654" r:id="Rb1f5f0ac23c74b18"/>
    <p:sldLayoutId xmlns:r="http://schemas.openxmlformats.org/officeDocument/2006/relationships" id="2147483655" r:id="R33e41e5b30014637"/>
    <p:sldLayoutId xmlns:r="http://schemas.openxmlformats.org/officeDocument/2006/relationships" id="2147483656" r:id="Rf0c0b799c94e491a"/>
    <p:sldLayoutId xmlns:r="http://schemas.openxmlformats.org/officeDocument/2006/relationships" id="2147483657" r:id="R8646053188764459"/>
    <p:sldLayoutId xmlns:r="http://schemas.openxmlformats.org/officeDocument/2006/relationships" id="2147483658" r:id="R57bc4b6432c442f4"/>
    <p:sldLayoutId xmlns:r="http://schemas.openxmlformats.org/officeDocument/2006/relationships" id="2147483659" r:id="R9c4a8661097b451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13d8389f89b49bf"/>
    <p:sldLayoutId xmlns:r="http://schemas.openxmlformats.org/officeDocument/2006/relationships" id="2147483662" r:id="Rd5b4be39b2bf4554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edd2dbd8427d4304"/>
    <p:sldLayoutId xmlns:r="http://schemas.openxmlformats.org/officeDocument/2006/relationships" id="2147483665" r:id="R794c19638e394091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e670020eb4e3a" /><Relationship Type="http://schemas.openxmlformats.org/officeDocument/2006/relationships/notesSlide" Target="/ppt/notesSlides/notesSlide1.xml" Id="Rfb55f55ce4e440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688d81e00b49cb" /><Relationship Type="http://schemas.openxmlformats.org/officeDocument/2006/relationships/notesSlide" Target="/ppt/notesSlides/notesSlide2.xml" Id="Rbe9acf783a594e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a06eb6577374af6" /><Relationship Type="http://schemas.openxmlformats.org/officeDocument/2006/relationships/image" Target="/ppt/media/image6.png" Id="R17fcc6e69e8d4db1" /><Relationship Type="http://schemas.openxmlformats.org/officeDocument/2006/relationships/notesSlide" Target="/ppt/notesSlides/notesSlide3.xml" Id="R4447906e66ae45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fac9d9387654db7" /><Relationship Type="http://schemas.openxmlformats.org/officeDocument/2006/relationships/image" Target="/ppt/media/image6.png" Id="Ra55277c1f9644e74" /><Relationship Type="http://schemas.openxmlformats.org/officeDocument/2006/relationships/notesSlide" Target="/ppt/notesSlides/notesSlide4.xml" Id="R9fa11cf2265b44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5ab2a4310814e93" /><Relationship Type="http://schemas.openxmlformats.org/officeDocument/2006/relationships/image" Target="/ppt/media/image6.png" Id="Rd1996e9dcb8843cc" /><Relationship Type="http://schemas.openxmlformats.org/officeDocument/2006/relationships/notesSlide" Target="/ppt/notesSlides/notesSlide5.xml" Id="R2ed2eb5116ec48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385697b1d4593" /><Relationship Type="http://schemas.openxmlformats.org/officeDocument/2006/relationships/notesSlide" Target="/ppt/notesSlides/notesSlide6.xml" Id="R33dda70752724f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cc6e69e8d4d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277c1f9644e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96e9dcb8843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2026-09-09T05:15:41.2960000Z</dcterms:created>
  <dcterms:modified xsi:type="dcterms:W3CDTF">2026-09-09T05:15:41.2960000Z</dcterms:modified>
</coreProperties>
</file>