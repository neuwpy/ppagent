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2f94e2a8d46d0" /><Relationship Type="http://schemas.openxmlformats.org/officeDocument/2006/relationships/extended-properties" Target="/docProps/app.xml" Id="Rc09865fbd3d9402c" /><Relationship Type="http://schemas.openxmlformats.org/officeDocument/2006/relationships/officeDocument" Target="/ppt/presentation.xml" Id="R61d488c9d17a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c9b44efc9d4370"/>
    <p:sldMasterId xmlns:r="http://schemas.openxmlformats.org/officeDocument/2006/relationships" id="2147483660" r:id="Ra877f3783b29458d"/>
    <p:sldMasterId xmlns:r="http://schemas.openxmlformats.org/officeDocument/2006/relationships" id="2147483663" r:id="Rb3f16ca620084122"/>
  </p:sldMasterIdLst>
  <p:notesMasterIdLst>
    <p:notesMasterId xmlns:r="http://schemas.openxmlformats.org/officeDocument/2006/relationships" r:id="Rd31e4aad1dd4400c"/>
  </p:notesMasterIdLst>
  <p:sldIdLst>
    <p:sldId xmlns:r="http://schemas.openxmlformats.org/officeDocument/2006/relationships" id="256" r:id="R345bee86a2bf4c3f"/>
    <p:sldId xmlns:r="http://schemas.openxmlformats.org/officeDocument/2006/relationships" id="257" r:id="R4e420bff94504a00"/>
    <p:sldId xmlns:r="http://schemas.openxmlformats.org/officeDocument/2006/relationships" id="258" r:id="R7182993cedc24530"/>
    <p:sldId xmlns:r="http://schemas.openxmlformats.org/officeDocument/2006/relationships" id="259" r:id="R4629b814e9b749c2"/>
    <p:sldId xmlns:r="http://schemas.openxmlformats.org/officeDocument/2006/relationships" id="260" r:id="R41ba5ffda0254f0d"/>
    <p:sldId xmlns:r="http://schemas.openxmlformats.org/officeDocument/2006/relationships" id="261" r:id="R912782c522184e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9d781229f47e2" /><Relationship Type="http://schemas.openxmlformats.org/officeDocument/2006/relationships/slideMaster" Target="/ppt/slideMasters/slideMaster1.xml" Id="R13c9b44efc9d4370" /><Relationship Type="http://schemas.openxmlformats.org/officeDocument/2006/relationships/slideMaster" Target="/ppt/slideMasters/slideMaster2.xml" Id="Ra877f3783b29458d" /><Relationship Type="http://schemas.openxmlformats.org/officeDocument/2006/relationships/slideMaster" Target="/ppt/slideMasters/slideMaster3.xml" Id="Rb3f16ca620084122" /><Relationship Type="http://schemas.openxmlformats.org/officeDocument/2006/relationships/notesMaster" Target="/ppt/notesMasters/notesMaster1.xml" Id="Rd31e4aad1dd4400c" /><Relationship Type="http://schemas.openxmlformats.org/officeDocument/2006/relationships/presProps" Target="/ppt/presProps.xml" Id="Ra3677d55198a467c" /><Relationship Type="http://schemas.openxmlformats.org/officeDocument/2006/relationships/viewProps" Target="/ppt/viewProps.xml" Id="Rfe3db108c1f04fc8" /><Relationship Type="http://schemas.openxmlformats.org/officeDocument/2006/relationships/tableStyles" Target="/ppt/tableStyles.xml" Id="R8ad6cc4445d7488a" /><Relationship Type="http://schemas.openxmlformats.org/officeDocument/2006/relationships/slide" Target="/ppt/slides/slide1.xml" Id="R345bee86a2bf4c3f" /><Relationship Type="http://schemas.openxmlformats.org/officeDocument/2006/relationships/slide" Target="/ppt/slides/slide2.xml" Id="R4e420bff94504a00" /><Relationship Type="http://schemas.openxmlformats.org/officeDocument/2006/relationships/slide" Target="/ppt/slides/slide3.xml" Id="R7182993cedc24530" /><Relationship Type="http://schemas.openxmlformats.org/officeDocument/2006/relationships/slide" Target="/ppt/slides/slide4.xml" Id="R4629b814e9b749c2" /><Relationship Type="http://schemas.openxmlformats.org/officeDocument/2006/relationships/slide" Target="/ppt/slides/slide5.xml" Id="R41ba5ffda0254f0d" /><Relationship Type="http://schemas.openxmlformats.org/officeDocument/2006/relationships/slide" Target="/ppt/slides/slide6.xml" Id="R912782c52218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e68d26e9fb07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cd723b8f11425a" /><Relationship Type="http://schemas.openxmlformats.org/officeDocument/2006/relationships/notesMaster" Target="/ppt/notesMasters/notesMaster1.xml" Id="R318175b0e62b4f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9ef2c05294212" /><Relationship Type="http://schemas.openxmlformats.org/officeDocument/2006/relationships/notesMaster" Target="/ppt/notesMasters/notesMaster1.xml" Id="R54745894f3ff45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c35e95efc84a2e" /><Relationship Type="http://schemas.openxmlformats.org/officeDocument/2006/relationships/notesMaster" Target="/ppt/notesMasters/notesMaster1.xml" Id="R644c4072cfe543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29e4a4575640d4" /><Relationship Type="http://schemas.openxmlformats.org/officeDocument/2006/relationships/notesMaster" Target="/ppt/notesMasters/notesMaster1.xml" Id="R56a41ffb0f3d4d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62d89c43714ca8" /><Relationship Type="http://schemas.openxmlformats.org/officeDocument/2006/relationships/notesMaster" Target="/ppt/notesMasters/notesMaster1.xml" Id="R473ff7c920db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f761c902a41ed" /><Relationship Type="http://schemas.openxmlformats.org/officeDocument/2006/relationships/notesMaster" Target="/ppt/notesMasters/notesMaster1.xml" Id="Rb7cedfbe5d08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feb613c84446a" /><Relationship Type="http://schemas.openxmlformats.org/officeDocument/2006/relationships/image" Target="/ppt/media/image.jpeg" Id="R29ede0210fd44cd3" /><Relationship Type="http://schemas.openxmlformats.org/officeDocument/2006/relationships/image" Target="/ppt/media/image.png" Id="R2acfc54a20cc4d46" /><Relationship Type="http://schemas.openxmlformats.org/officeDocument/2006/relationships/image" Target="/ppt/media/image2.png" Id="Rd2cda789f25840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aeac7410e4c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82652103b4f94" /><Relationship Type="http://schemas.openxmlformats.org/officeDocument/2006/relationships/image" Target="/ppt/media/image3.png" Id="R39f541ba01cb44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b1803ed4e4102" /><Relationship Type="http://schemas.openxmlformats.org/officeDocument/2006/relationships/image" Target="/ppt/media/image4.png" Id="R609874ad002d44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63ddb580d4a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04361d7b84d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772037bd1484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37077e64648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b9fe17b414b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da2618edd4c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e8cbb4db9494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411af64fe34d04" /><Relationship Type="http://schemas.openxmlformats.org/officeDocument/2006/relationships/image" Target="/ppt/media/image5.png" Id="Rc2196619bc274e4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2f4fa170244be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96c2643ff24609" /><Relationship Type="http://schemas.openxmlformats.org/officeDocument/2006/relationships/image" Target="/ppt/media/image5.png" Id="R6909b92445e8491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d2f3b76574240c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de0210fd44cd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fc54a20cc4d4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da789f2584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541ba01cb444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874ad002d440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96619bc274e4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9b92445e8491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115b2bd10494d" /><Relationship Type="http://schemas.openxmlformats.org/officeDocument/2006/relationships/slideLayout" Target="/ppt/slideLayouts/slideLayout1.xml" Id="Ra9090310a3e2452d" /><Relationship Type="http://schemas.openxmlformats.org/officeDocument/2006/relationships/slideLayout" Target="/ppt/slideLayouts/slideLayout2.xml" Id="Rdff811c879de45d1" /><Relationship Type="http://schemas.openxmlformats.org/officeDocument/2006/relationships/slideLayout" Target="/ppt/slideLayouts/slideLayout3.xml" Id="R232590b22c914301" /><Relationship Type="http://schemas.openxmlformats.org/officeDocument/2006/relationships/slideLayout" Target="/ppt/slideLayouts/slideLayout4.xml" Id="R741b90c10b14432f" /><Relationship Type="http://schemas.openxmlformats.org/officeDocument/2006/relationships/slideLayout" Target="/ppt/slideLayouts/slideLayout5.xml" Id="Rb7f8184f34a942f8" /><Relationship Type="http://schemas.openxmlformats.org/officeDocument/2006/relationships/slideLayout" Target="/ppt/slideLayouts/slideLayout6.xml" Id="R8340c05c6eb54268" /><Relationship Type="http://schemas.openxmlformats.org/officeDocument/2006/relationships/slideLayout" Target="/ppt/slideLayouts/slideLayout7.xml" Id="Ra37ae9b109b8472d" /><Relationship Type="http://schemas.openxmlformats.org/officeDocument/2006/relationships/slideLayout" Target="/ppt/slideLayouts/slideLayout8.xml" Id="Rb3cc8360816243b0" /><Relationship Type="http://schemas.openxmlformats.org/officeDocument/2006/relationships/slideLayout" Target="/ppt/slideLayouts/slideLayout9.xml" Id="Rb1a409c01cdb442e" /><Relationship Type="http://schemas.openxmlformats.org/officeDocument/2006/relationships/slideLayout" Target="/ppt/slideLayouts/slideLayout10.xml" Id="R7a60e21409b74793" /><Relationship Type="http://schemas.openxmlformats.org/officeDocument/2006/relationships/slideLayout" Target="/ppt/slideLayouts/slideLayout11.xml" Id="R0de1952c8e7045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1f305ea7b2441f9" /><Relationship Type="http://schemas.openxmlformats.org/officeDocument/2006/relationships/slideLayout" Target="/ppt/slideLayouts/slideLayout12.xml" Id="R00abcaa5c0f24797" /><Relationship Type="http://schemas.openxmlformats.org/officeDocument/2006/relationships/slideLayout" Target="/ppt/slideLayouts/slideLayout13.xml" Id="Rf5d33109d7164d0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8e87a723b354afb" /><Relationship Type="http://schemas.openxmlformats.org/officeDocument/2006/relationships/slideLayout" Target="/ppt/slideLayouts/slideLayout14.xml" Id="Rda72a99758264116" /><Relationship Type="http://schemas.openxmlformats.org/officeDocument/2006/relationships/slideLayout" Target="/ppt/slideLayouts/slideLayout15.xml" Id="R7604f43f80fb460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90310a3e2452d"/>
    <p:sldLayoutId xmlns:r="http://schemas.openxmlformats.org/officeDocument/2006/relationships" id="2147483650" r:id="Rdff811c879de45d1"/>
    <p:sldLayoutId xmlns:r="http://schemas.openxmlformats.org/officeDocument/2006/relationships" id="2147483651" r:id="R232590b22c914301"/>
    <p:sldLayoutId xmlns:r="http://schemas.openxmlformats.org/officeDocument/2006/relationships" id="2147483652" r:id="R741b90c10b14432f"/>
    <p:sldLayoutId xmlns:r="http://schemas.openxmlformats.org/officeDocument/2006/relationships" id="2147483653" r:id="Rb7f8184f34a942f8"/>
    <p:sldLayoutId xmlns:r="http://schemas.openxmlformats.org/officeDocument/2006/relationships" id="2147483654" r:id="R8340c05c6eb54268"/>
    <p:sldLayoutId xmlns:r="http://schemas.openxmlformats.org/officeDocument/2006/relationships" id="2147483655" r:id="Ra37ae9b109b8472d"/>
    <p:sldLayoutId xmlns:r="http://schemas.openxmlformats.org/officeDocument/2006/relationships" id="2147483656" r:id="Rb3cc8360816243b0"/>
    <p:sldLayoutId xmlns:r="http://schemas.openxmlformats.org/officeDocument/2006/relationships" id="2147483657" r:id="Rb1a409c01cdb442e"/>
    <p:sldLayoutId xmlns:r="http://schemas.openxmlformats.org/officeDocument/2006/relationships" id="2147483658" r:id="R7a60e21409b74793"/>
    <p:sldLayoutId xmlns:r="http://schemas.openxmlformats.org/officeDocument/2006/relationships" id="2147483659" r:id="R0de1952c8e7045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0abcaa5c0f24797"/>
    <p:sldLayoutId xmlns:r="http://schemas.openxmlformats.org/officeDocument/2006/relationships" id="2147483662" r:id="Rf5d33109d7164d0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a72a99758264116"/>
    <p:sldLayoutId xmlns:r="http://schemas.openxmlformats.org/officeDocument/2006/relationships" id="2147483665" r:id="R7604f43f80fb460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0540330d14e98" /><Relationship Type="http://schemas.openxmlformats.org/officeDocument/2006/relationships/notesSlide" Target="/ppt/notesSlides/notesSlide1.xml" Id="Rd6b6070dec9f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15c94650a1480a" /><Relationship Type="http://schemas.openxmlformats.org/officeDocument/2006/relationships/notesSlide" Target="/ppt/notesSlides/notesSlide2.xml" Id="Rdc0d13275300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2b2379030c4cf9" /><Relationship Type="http://schemas.openxmlformats.org/officeDocument/2006/relationships/image" Target="/ppt/media/image6.png" Id="R4336eb825f7944c7" /><Relationship Type="http://schemas.openxmlformats.org/officeDocument/2006/relationships/image" Target="/ppt/media/image.svg" Id="Reabb9bdcbaa1428a" /><Relationship Type="http://schemas.openxmlformats.org/officeDocument/2006/relationships/image" Target="/ppt/media/image7.png" Id="Rdc446dc6a4524cae" /><Relationship Type="http://schemas.openxmlformats.org/officeDocument/2006/relationships/image" Target="/ppt/media/image2.svg" Id="R1acdf9d6e2f843aa" /><Relationship Type="http://schemas.openxmlformats.org/officeDocument/2006/relationships/image" Target="/ppt/media/image8.png" Id="R947bd2077d6d40af" /><Relationship Type="http://schemas.openxmlformats.org/officeDocument/2006/relationships/image" Target="/ppt/media/image3.svg" Id="Rb34c5233d4c0498e" /><Relationship Type="http://schemas.openxmlformats.org/officeDocument/2006/relationships/notesSlide" Target="/ppt/notesSlides/notesSlide3.xml" Id="R4294a6ca344045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a27da99bff449b" /><Relationship Type="http://schemas.openxmlformats.org/officeDocument/2006/relationships/notesSlide" Target="/ppt/notesSlides/notesSlide4.xml" Id="R8960f73abb0c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3c0fa455ef4c37" /><Relationship Type="http://schemas.openxmlformats.org/officeDocument/2006/relationships/notesSlide" Target="/ppt/notesSlides/notesSlide5.xml" Id="R1e9367a2071049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ba457d9a34c25" /><Relationship Type="http://schemas.openxmlformats.org/officeDocument/2006/relationships/notesSlide" Target="/ppt/notesSlides/notesSlide6.xml" Id="Rc2c958c4d43340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8A524-60C8-4B7F-B849-055C41C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79608-6D3D-4344-AA35-478E3903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15A57-090E-48C6-B255-9CD991F2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B8C01-5B81-4367-BDB5-49984C6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E5732-89CE-415A-BD52-F8D697D4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05B5D-DAFF-440F-B5DB-205AF469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D0D8F-7FF6-4617-8AF9-C9A5E78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A37E8-B473-4EA9-B3F4-2463E1A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09055-7A2F-46DF-8266-9EDAD6C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42AAB-FC8C-4876-AE10-02F67A7F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80BBD-B530-49B5-AB3C-A7A7AA59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772BB-CBB7-4C0E-AC8A-FB6ED189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73F0A-E458-46CC-83F5-643CB3F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45B6B-A260-4AF3-8A79-487890D9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BD147-883C-475C-BE67-707A19DF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ACF62-BE35-4FA2-A16C-C93CEDB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F1DA8-C06B-436F-A721-25DC8FA6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8B1E2-ECC7-4606-9FE7-62C7A68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1B373FDC-5405-4BE9-BD26-6AF47737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三类申请来源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E83458AA-7C93-4479-ACC1-67BE1325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952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sp>
        <p:nvSpPr>
          <p:cNvPr id="18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B3D0CAFF-ABD1-43C8-8EF8-6C66B51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逐项核对</a:t>
            </a:r>
          </a:p>
        </p:txBody>
      </p:sp>
      <p:sp>
        <p:nvSpPr>
          <p:cNvPr id="19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4C5E66A8-E87C-42C0-9B43-0D685910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952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资格：明确设备使用条件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责任：明确一位负责人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记录：保存任务来源、执行参数和输出</a:t>
            </a:r>
          </a:p>
        </p:txBody>
      </p:sp>
      <p:sp>
        <p:nvSpPr>
          <p:cNvPr id="20" name="PPAGENT_QA|within=screening|role=meta">
            <a:extLst xmlns:a="http://schemas.openxmlformats.org/drawingml/2006/main">
              <a:ext uri="{FF2B5EF4-FFF2-40B4-BE49-F238E27FC236}">
                <a16:creationId xmlns:a16="http://schemas.microsoft.com/office/drawing/2014/main" id="{A2247824-E8E5-4062-AE0F-4EE1FBF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任一项缺失，暂缓进入试点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A7840-3133-412B-B599-49254D9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BA417115-75EE-4804-A647-93BF4963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通过筛选后逐级发展</a:t>
            </a:r>
          </a:p>
        </p:txBody>
      </p:sp>
      <p:sp>
        <p:nvSpPr>
          <p:cNvPr id="23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D14408E3-68BF-4301-8A60-27E5504F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619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可记录：先留台账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可追溯：关联来源、参数、输出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可复用：复核后沉淀方法</a:t>
            </a:r>
          </a:p>
        </p:txBody>
      </p:sp>
      <p:sp>
        <p:nvSpPr>
          <p:cNvPr id="24" name="PPAGENT_QA|within=scope-boundary|role=meta">
            <a:extLst xmlns:a="http://schemas.openxmlformats.org/drawingml/2006/main">
              <a:ext uri="{FF2B5EF4-FFF2-40B4-BE49-F238E27FC236}">
                <a16:creationId xmlns:a16="http://schemas.microsoft.com/office/drawing/2014/main" id="{F452860A-1D73-4135-ADCA-4859D02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91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2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673F67EF-A058-4017-B37C-BFB7099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4300185" y="2388222"/>
            <a:ext cx="3972620" cy="2822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6F9E7F02-D17D-436A-9618-302BC85C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139" y="2827296"/>
            <a:ext cx="2578722" cy="680085"/>
          </a:xfrm>
          <a:custGeom xmlns:a="http://schemas.openxmlformats.org/drawingml/2006/main">
            <a:pathLst>
              <a:path w="2578722" h="680085">
                <a:moveTo>
                  <a:pt x="0" y="0"/>
                </a:moveTo>
                <a:lnTo>
                  <a:pt x="13192" y="20574"/>
                </a:lnTo>
                <a:lnTo>
                  <a:pt x="26384" y="41148"/>
                </a:lnTo>
                <a:lnTo>
                  <a:pt x="39576" y="61712"/>
                </a:lnTo>
                <a:lnTo>
                  <a:pt x="52769" y="82286"/>
                </a:lnTo>
                <a:lnTo>
                  <a:pt x="65961" y="102860"/>
                </a:lnTo>
                <a:lnTo>
                  <a:pt x="79153" y="123434"/>
                </a:lnTo>
                <a:lnTo>
                  <a:pt x="92335" y="144008"/>
                </a:lnTo>
                <a:lnTo>
                  <a:pt x="105527" y="164582"/>
                </a:lnTo>
                <a:lnTo>
                  <a:pt x="118720" y="185147"/>
                </a:lnTo>
                <a:lnTo>
                  <a:pt x="131912" y="205721"/>
                </a:lnTo>
                <a:lnTo>
                  <a:pt x="145104" y="226295"/>
                </a:lnTo>
                <a:lnTo>
                  <a:pt x="158296" y="246869"/>
                </a:lnTo>
                <a:lnTo>
                  <a:pt x="171488" y="267443"/>
                </a:lnTo>
                <a:lnTo>
                  <a:pt x="184680" y="288017"/>
                </a:lnTo>
                <a:lnTo>
                  <a:pt x="197872" y="308581"/>
                </a:lnTo>
                <a:lnTo>
                  <a:pt x="211064" y="329155"/>
                </a:lnTo>
                <a:lnTo>
                  <a:pt x="224257" y="349729"/>
                </a:lnTo>
                <a:lnTo>
                  <a:pt x="237449" y="370303"/>
                </a:lnTo>
                <a:lnTo>
                  <a:pt x="250641" y="390877"/>
                </a:lnTo>
                <a:lnTo>
                  <a:pt x="263823" y="411451"/>
                </a:lnTo>
                <a:lnTo>
                  <a:pt x="277016" y="432016"/>
                </a:lnTo>
                <a:lnTo>
                  <a:pt x="290208" y="452590"/>
                </a:lnTo>
                <a:lnTo>
                  <a:pt x="303400" y="473164"/>
                </a:lnTo>
                <a:lnTo>
                  <a:pt x="316592" y="493738"/>
                </a:lnTo>
                <a:lnTo>
                  <a:pt x="329784" y="514312"/>
                </a:lnTo>
                <a:lnTo>
                  <a:pt x="342976" y="534886"/>
                </a:lnTo>
                <a:lnTo>
                  <a:pt x="356168" y="555450"/>
                </a:lnTo>
                <a:lnTo>
                  <a:pt x="369360" y="576024"/>
                </a:lnTo>
                <a:lnTo>
                  <a:pt x="382553" y="596598"/>
                </a:lnTo>
                <a:lnTo>
                  <a:pt x="395745" y="617172"/>
                </a:lnTo>
                <a:lnTo>
                  <a:pt x="412366" y="633603"/>
                </a:lnTo>
                <a:lnTo>
                  <a:pt x="435778" y="640509"/>
                </a:lnTo>
                <a:lnTo>
                  <a:pt x="459762" y="645214"/>
                </a:lnTo>
                <a:lnTo>
                  <a:pt x="483918" y="648910"/>
                </a:lnTo>
                <a:lnTo>
                  <a:pt x="508159" y="652005"/>
                </a:lnTo>
                <a:lnTo>
                  <a:pt x="532448" y="654672"/>
                </a:lnTo>
                <a:lnTo>
                  <a:pt x="556774" y="657015"/>
                </a:lnTo>
                <a:lnTo>
                  <a:pt x="581120" y="659120"/>
                </a:lnTo>
                <a:lnTo>
                  <a:pt x="605485" y="661016"/>
                </a:lnTo>
                <a:lnTo>
                  <a:pt x="629860" y="662740"/>
                </a:lnTo>
                <a:lnTo>
                  <a:pt x="654253" y="664321"/>
                </a:lnTo>
                <a:lnTo>
                  <a:pt x="678647" y="665778"/>
                </a:lnTo>
                <a:lnTo>
                  <a:pt x="703050" y="667121"/>
                </a:lnTo>
                <a:lnTo>
                  <a:pt x="727453" y="668360"/>
                </a:lnTo>
                <a:lnTo>
                  <a:pt x="751865" y="669503"/>
                </a:lnTo>
                <a:lnTo>
                  <a:pt x="776278" y="670579"/>
                </a:lnTo>
                <a:lnTo>
                  <a:pt x="800700" y="671560"/>
                </a:lnTo>
                <a:lnTo>
                  <a:pt x="825122" y="672475"/>
                </a:lnTo>
                <a:lnTo>
                  <a:pt x="849544" y="673322"/>
                </a:lnTo>
                <a:lnTo>
                  <a:pt x="873966" y="674113"/>
                </a:lnTo>
                <a:lnTo>
                  <a:pt x="898398" y="674837"/>
                </a:lnTo>
                <a:lnTo>
                  <a:pt x="922830" y="675513"/>
                </a:lnTo>
                <a:lnTo>
                  <a:pt x="947252" y="676132"/>
                </a:lnTo>
                <a:lnTo>
                  <a:pt x="971683" y="676694"/>
                </a:lnTo>
                <a:lnTo>
                  <a:pt x="996125" y="677218"/>
                </a:lnTo>
                <a:lnTo>
                  <a:pt x="1020556" y="677685"/>
                </a:lnTo>
                <a:lnTo>
                  <a:pt x="1044988" y="678113"/>
                </a:lnTo>
                <a:lnTo>
                  <a:pt x="1069429" y="678494"/>
                </a:lnTo>
                <a:lnTo>
                  <a:pt x="1093861" y="678828"/>
                </a:lnTo>
                <a:lnTo>
                  <a:pt x="1118302" y="679133"/>
                </a:lnTo>
                <a:lnTo>
                  <a:pt x="1142733" y="679390"/>
                </a:lnTo>
                <a:lnTo>
                  <a:pt x="1167174" y="679599"/>
                </a:lnTo>
                <a:lnTo>
                  <a:pt x="1191606" y="679771"/>
                </a:lnTo>
                <a:lnTo>
                  <a:pt x="1216047" y="679904"/>
                </a:lnTo>
                <a:lnTo>
                  <a:pt x="1240488" y="680009"/>
                </a:lnTo>
                <a:lnTo>
                  <a:pt x="1264930" y="680066"/>
                </a:lnTo>
                <a:lnTo>
                  <a:pt x="1289361" y="680085"/>
                </a:lnTo>
                <a:lnTo>
                  <a:pt x="1313802" y="680066"/>
                </a:lnTo>
                <a:lnTo>
                  <a:pt x="1338243" y="680009"/>
                </a:lnTo>
                <a:lnTo>
                  <a:pt x="1362675" y="679904"/>
                </a:lnTo>
                <a:lnTo>
                  <a:pt x="1387116" y="679771"/>
                </a:lnTo>
                <a:lnTo>
                  <a:pt x="1411557" y="679599"/>
                </a:lnTo>
                <a:lnTo>
                  <a:pt x="1435989" y="679390"/>
                </a:lnTo>
                <a:lnTo>
                  <a:pt x="1460430" y="679133"/>
                </a:lnTo>
                <a:lnTo>
                  <a:pt x="1484862" y="678828"/>
                </a:lnTo>
                <a:lnTo>
                  <a:pt x="1509303" y="678494"/>
                </a:lnTo>
                <a:lnTo>
                  <a:pt x="1533735" y="678113"/>
                </a:lnTo>
                <a:lnTo>
                  <a:pt x="1558176" y="677685"/>
                </a:lnTo>
                <a:lnTo>
                  <a:pt x="1582607" y="677218"/>
                </a:lnTo>
                <a:lnTo>
                  <a:pt x="1607039" y="676694"/>
                </a:lnTo>
                <a:lnTo>
                  <a:pt x="1631471" y="676132"/>
                </a:lnTo>
                <a:lnTo>
                  <a:pt x="1655902" y="675513"/>
                </a:lnTo>
                <a:lnTo>
                  <a:pt x="1680334" y="674837"/>
                </a:lnTo>
                <a:lnTo>
                  <a:pt x="1704756" y="674113"/>
                </a:lnTo>
                <a:lnTo>
                  <a:pt x="1729188" y="673322"/>
                </a:lnTo>
                <a:lnTo>
                  <a:pt x="1753610" y="672475"/>
                </a:lnTo>
                <a:lnTo>
                  <a:pt x="1778032" y="671560"/>
                </a:lnTo>
                <a:lnTo>
                  <a:pt x="1802444" y="670570"/>
                </a:lnTo>
                <a:lnTo>
                  <a:pt x="1826866" y="669503"/>
                </a:lnTo>
                <a:lnTo>
                  <a:pt x="1851269" y="668360"/>
                </a:lnTo>
                <a:lnTo>
                  <a:pt x="1875682" y="667121"/>
                </a:lnTo>
                <a:lnTo>
                  <a:pt x="1900085" y="665778"/>
                </a:lnTo>
                <a:lnTo>
                  <a:pt x="1924479" y="664321"/>
                </a:lnTo>
                <a:lnTo>
                  <a:pt x="1948863" y="662740"/>
                </a:lnTo>
                <a:lnTo>
                  <a:pt x="1973237" y="661016"/>
                </a:lnTo>
                <a:lnTo>
                  <a:pt x="1997602" y="659111"/>
                </a:lnTo>
                <a:lnTo>
                  <a:pt x="2021957" y="657015"/>
                </a:lnTo>
                <a:lnTo>
                  <a:pt x="2046275" y="654672"/>
                </a:lnTo>
                <a:lnTo>
                  <a:pt x="2070573" y="651996"/>
                </a:lnTo>
                <a:lnTo>
                  <a:pt x="2094814" y="648910"/>
                </a:lnTo>
                <a:lnTo>
                  <a:pt x="2118970" y="645214"/>
                </a:lnTo>
                <a:lnTo>
                  <a:pt x="2142944" y="640509"/>
                </a:lnTo>
                <a:lnTo>
                  <a:pt x="2166366" y="633603"/>
                </a:lnTo>
                <a:lnTo>
                  <a:pt x="2182978" y="617163"/>
                </a:lnTo>
                <a:lnTo>
                  <a:pt x="2196170" y="596598"/>
                </a:lnTo>
                <a:lnTo>
                  <a:pt x="2209362" y="576024"/>
                </a:lnTo>
                <a:lnTo>
                  <a:pt x="2222554" y="555450"/>
                </a:lnTo>
                <a:lnTo>
                  <a:pt x="2235746" y="534876"/>
                </a:lnTo>
                <a:lnTo>
                  <a:pt x="2248938" y="514302"/>
                </a:lnTo>
                <a:lnTo>
                  <a:pt x="2262130" y="493728"/>
                </a:lnTo>
                <a:lnTo>
                  <a:pt x="2275322" y="473164"/>
                </a:lnTo>
                <a:lnTo>
                  <a:pt x="2288515" y="452590"/>
                </a:lnTo>
                <a:lnTo>
                  <a:pt x="2301707" y="432016"/>
                </a:lnTo>
                <a:lnTo>
                  <a:pt x="2314899" y="411442"/>
                </a:lnTo>
                <a:lnTo>
                  <a:pt x="2328091" y="390868"/>
                </a:lnTo>
                <a:lnTo>
                  <a:pt x="2341274" y="370294"/>
                </a:lnTo>
                <a:lnTo>
                  <a:pt x="2354466" y="349729"/>
                </a:lnTo>
                <a:lnTo>
                  <a:pt x="2367658" y="329155"/>
                </a:lnTo>
                <a:lnTo>
                  <a:pt x="2380850" y="308581"/>
                </a:lnTo>
                <a:lnTo>
                  <a:pt x="2394042" y="288007"/>
                </a:lnTo>
                <a:lnTo>
                  <a:pt x="2407234" y="267433"/>
                </a:lnTo>
                <a:lnTo>
                  <a:pt x="2420426" y="246859"/>
                </a:lnTo>
                <a:lnTo>
                  <a:pt x="2433618" y="226295"/>
                </a:lnTo>
                <a:lnTo>
                  <a:pt x="2446811" y="205721"/>
                </a:lnTo>
                <a:lnTo>
                  <a:pt x="2460003" y="185147"/>
                </a:lnTo>
                <a:lnTo>
                  <a:pt x="2473195" y="164573"/>
                </a:lnTo>
                <a:lnTo>
                  <a:pt x="2486387" y="143999"/>
                </a:lnTo>
                <a:lnTo>
                  <a:pt x="2499579" y="123425"/>
                </a:lnTo>
                <a:lnTo>
                  <a:pt x="2512771" y="102860"/>
                </a:lnTo>
                <a:lnTo>
                  <a:pt x="2525954" y="82286"/>
                </a:lnTo>
                <a:lnTo>
                  <a:pt x="2539146" y="61712"/>
                </a:lnTo>
                <a:lnTo>
                  <a:pt x="2552338" y="41138"/>
                </a:lnTo>
                <a:lnTo>
                  <a:pt x="2565530" y="20564"/>
                </a:lnTo>
                <a:lnTo>
                  <a:pt x="2578722" y="10"/>
                </a:lnTo>
                <a:lnTo>
                  <a:pt x="2558272" y="11401"/>
                </a:lnTo>
                <a:lnTo>
                  <a:pt x="2534374" y="16488"/>
                </a:lnTo>
                <a:lnTo>
                  <a:pt x="2510228" y="20203"/>
                </a:lnTo>
                <a:lnTo>
                  <a:pt x="2485977" y="23212"/>
                </a:lnTo>
                <a:lnTo>
                  <a:pt x="2461670" y="25784"/>
                </a:lnTo>
                <a:lnTo>
                  <a:pt x="2437333" y="28032"/>
                </a:lnTo>
                <a:lnTo>
                  <a:pt x="2412978" y="30051"/>
                </a:lnTo>
                <a:lnTo>
                  <a:pt x="2388613" y="31880"/>
                </a:lnTo>
                <a:lnTo>
                  <a:pt x="2364229" y="33547"/>
                </a:lnTo>
                <a:lnTo>
                  <a:pt x="2339845" y="35090"/>
                </a:lnTo>
                <a:lnTo>
                  <a:pt x="2315442" y="36519"/>
                </a:lnTo>
                <a:lnTo>
                  <a:pt x="2291039" y="37852"/>
                </a:lnTo>
                <a:lnTo>
                  <a:pt x="2266636" y="39100"/>
                </a:lnTo>
                <a:lnTo>
                  <a:pt x="2242223" y="40272"/>
                </a:lnTo>
                <a:lnTo>
                  <a:pt x="2217811" y="41367"/>
                </a:lnTo>
                <a:lnTo>
                  <a:pt x="2193398" y="42405"/>
                </a:lnTo>
                <a:lnTo>
                  <a:pt x="2168976" y="43386"/>
                </a:lnTo>
                <a:lnTo>
                  <a:pt x="2144554" y="44310"/>
                </a:lnTo>
                <a:lnTo>
                  <a:pt x="2120132" y="45196"/>
                </a:lnTo>
                <a:lnTo>
                  <a:pt x="2095710" y="46025"/>
                </a:lnTo>
                <a:lnTo>
                  <a:pt x="2071278" y="46815"/>
                </a:lnTo>
                <a:lnTo>
                  <a:pt x="2046856" y="47558"/>
                </a:lnTo>
                <a:lnTo>
                  <a:pt x="2022424" y="48273"/>
                </a:lnTo>
                <a:lnTo>
                  <a:pt x="1998002" y="48949"/>
                </a:lnTo>
                <a:lnTo>
                  <a:pt x="1973570" y="49587"/>
                </a:lnTo>
                <a:lnTo>
                  <a:pt x="1949139" y="50197"/>
                </a:lnTo>
                <a:lnTo>
                  <a:pt x="1924707" y="50778"/>
                </a:lnTo>
                <a:lnTo>
                  <a:pt x="1900276" y="51330"/>
                </a:lnTo>
                <a:lnTo>
                  <a:pt x="1875844" y="51845"/>
                </a:lnTo>
                <a:lnTo>
                  <a:pt x="1851412" y="52340"/>
                </a:lnTo>
                <a:lnTo>
                  <a:pt x="1826971" y="52797"/>
                </a:lnTo>
                <a:lnTo>
                  <a:pt x="1802540" y="53235"/>
                </a:lnTo>
                <a:lnTo>
                  <a:pt x="1778108" y="53654"/>
                </a:lnTo>
                <a:lnTo>
                  <a:pt x="1753667" y="54045"/>
                </a:lnTo>
                <a:lnTo>
                  <a:pt x="1729235" y="54416"/>
                </a:lnTo>
                <a:lnTo>
                  <a:pt x="1704794" y="54759"/>
                </a:lnTo>
                <a:lnTo>
                  <a:pt x="1680362" y="55064"/>
                </a:lnTo>
                <a:lnTo>
                  <a:pt x="1655921" y="55378"/>
                </a:lnTo>
                <a:lnTo>
                  <a:pt x="1631490" y="55645"/>
                </a:lnTo>
                <a:lnTo>
                  <a:pt x="1607048" y="55902"/>
                </a:lnTo>
                <a:lnTo>
                  <a:pt x="1582617" y="56150"/>
                </a:lnTo>
                <a:lnTo>
                  <a:pt x="1558176" y="56359"/>
                </a:lnTo>
                <a:lnTo>
                  <a:pt x="1533735" y="56569"/>
                </a:lnTo>
                <a:lnTo>
                  <a:pt x="1509303" y="56731"/>
                </a:lnTo>
                <a:lnTo>
                  <a:pt x="1484862" y="56893"/>
                </a:lnTo>
                <a:lnTo>
                  <a:pt x="1460421" y="57036"/>
                </a:lnTo>
                <a:lnTo>
                  <a:pt x="1435989" y="57150"/>
                </a:lnTo>
                <a:lnTo>
                  <a:pt x="1411548" y="57264"/>
                </a:lnTo>
                <a:lnTo>
                  <a:pt x="1387107" y="57340"/>
                </a:lnTo>
                <a:lnTo>
                  <a:pt x="1362675" y="57407"/>
                </a:lnTo>
                <a:lnTo>
                  <a:pt x="1338234" y="57455"/>
                </a:lnTo>
                <a:lnTo>
                  <a:pt x="1313793" y="57474"/>
                </a:lnTo>
                <a:lnTo>
                  <a:pt x="1289352" y="57502"/>
                </a:lnTo>
                <a:lnTo>
                  <a:pt x="1264920" y="57474"/>
                </a:lnTo>
                <a:lnTo>
                  <a:pt x="1240479" y="57455"/>
                </a:lnTo>
                <a:lnTo>
                  <a:pt x="1216038" y="57407"/>
                </a:lnTo>
                <a:lnTo>
                  <a:pt x="1191606" y="57340"/>
                </a:lnTo>
                <a:lnTo>
                  <a:pt x="1167165" y="57264"/>
                </a:lnTo>
                <a:lnTo>
                  <a:pt x="1142724" y="57150"/>
                </a:lnTo>
                <a:lnTo>
                  <a:pt x="1118292" y="57036"/>
                </a:lnTo>
                <a:lnTo>
                  <a:pt x="1093851" y="56893"/>
                </a:lnTo>
                <a:lnTo>
                  <a:pt x="1069410" y="56731"/>
                </a:lnTo>
                <a:lnTo>
                  <a:pt x="1044969" y="56569"/>
                </a:lnTo>
                <a:lnTo>
                  <a:pt x="1020537" y="56359"/>
                </a:lnTo>
                <a:lnTo>
                  <a:pt x="996096" y="56150"/>
                </a:lnTo>
                <a:lnTo>
                  <a:pt x="971664" y="55902"/>
                </a:lnTo>
                <a:lnTo>
                  <a:pt x="947223" y="55645"/>
                </a:lnTo>
                <a:lnTo>
                  <a:pt x="922792" y="55378"/>
                </a:lnTo>
                <a:lnTo>
                  <a:pt x="898350" y="55064"/>
                </a:lnTo>
                <a:lnTo>
                  <a:pt x="873919" y="54759"/>
                </a:lnTo>
                <a:lnTo>
                  <a:pt x="849478" y="54416"/>
                </a:lnTo>
                <a:lnTo>
                  <a:pt x="825046" y="54045"/>
                </a:lnTo>
                <a:lnTo>
                  <a:pt x="800605" y="53654"/>
                </a:lnTo>
                <a:lnTo>
                  <a:pt x="776173" y="53235"/>
                </a:lnTo>
                <a:lnTo>
                  <a:pt x="751742" y="52797"/>
                </a:lnTo>
                <a:lnTo>
                  <a:pt x="727300" y="52340"/>
                </a:lnTo>
                <a:lnTo>
                  <a:pt x="702869" y="51845"/>
                </a:lnTo>
                <a:lnTo>
                  <a:pt x="678437" y="51330"/>
                </a:lnTo>
                <a:lnTo>
                  <a:pt x="654006" y="50778"/>
                </a:lnTo>
                <a:lnTo>
                  <a:pt x="629574" y="50197"/>
                </a:lnTo>
                <a:lnTo>
                  <a:pt x="605142" y="49587"/>
                </a:lnTo>
                <a:lnTo>
                  <a:pt x="580711" y="48949"/>
                </a:lnTo>
                <a:lnTo>
                  <a:pt x="556279" y="48273"/>
                </a:lnTo>
                <a:lnTo>
                  <a:pt x="531857" y="47558"/>
                </a:lnTo>
                <a:lnTo>
                  <a:pt x="507425" y="46815"/>
                </a:lnTo>
                <a:lnTo>
                  <a:pt x="483003" y="46025"/>
                </a:lnTo>
                <a:lnTo>
                  <a:pt x="458581" y="45196"/>
                </a:lnTo>
                <a:lnTo>
                  <a:pt x="434159" y="44310"/>
                </a:lnTo>
                <a:lnTo>
                  <a:pt x="409737" y="43386"/>
                </a:lnTo>
                <a:lnTo>
                  <a:pt x="385315" y="42405"/>
                </a:lnTo>
                <a:lnTo>
                  <a:pt x="360902" y="41367"/>
                </a:lnTo>
                <a:lnTo>
                  <a:pt x="336490" y="40272"/>
                </a:lnTo>
                <a:lnTo>
                  <a:pt x="312077" y="39100"/>
                </a:lnTo>
                <a:lnTo>
                  <a:pt x="287674" y="37852"/>
                </a:lnTo>
                <a:lnTo>
                  <a:pt x="263271" y="36519"/>
                </a:lnTo>
                <a:lnTo>
                  <a:pt x="238868" y="35090"/>
                </a:lnTo>
                <a:lnTo>
                  <a:pt x="214484" y="33547"/>
                </a:lnTo>
                <a:lnTo>
                  <a:pt x="190100" y="31880"/>
                </a:lnTo>
                <a:lnTo>
                  <a:pt x="165725" y="30051"/>
                </a:lnTo>
                <a:lnTo>
                  <a:pt x="141380" y="28032"/>
                </a:lnTo>
                <a:lnTo>
                  <a:pt x="117043" y="25784"/>
                </a:lnTo>
                <a:lnTo>
                  <a:pt x="92735" y="23212"/>
                </a:lnTo>
                <a:lnTo>
                  <a:pt x="68485" y="20203"/>
                </a:lnTo>
                <a:lnTo>
                  <a:pt x="44329" y="16488"/>
                </a:lnTo>
                <a:lnTo>
                  <a:pt x="20441" y="11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D43D7FEE-EDC5-4F60-9E64-F3D2684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139" y="2736694"/>
            <a:ext cx="2578722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6AB1A529-A4AC-4682-B31B-0B424857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6351" y="3582305"/>
            <a:ext cx="1776774" cy="680152"/>
          </a:xfrm>
          <a:custGeom xmlns:a="http://schemas.openxmlformats.org/drawingml/2006/main">
            <a:pathLst>
              <a:path w="1776774" h="680152">
                <a:moveTo>
                  <a:pt x="0" y="0"/>
                </a:moveTo>
                <a:lnTo>
                  <a:pt x="8030" y="16354"/>
                </a:lnTo>
                <a:lnTo>
                  <a:pt x="16050" y="32709"/>
                </a:lnTo>
                <a:lnTo>
                  <a:pt x="24079" y="49063"/>
                </a:lnTo>
                <a:lnTo>
                  <a:pt x="32099" y="65418"/>
                </a:lnTo>
                <a:lnTo>
                  <a:pt x="40129" y="81772"/>
                </a:lnTo>
                <a:lnTo>
                  <a:pt x="48149" y="98127"/>
                </a:lnTo>
                <a:lnTo>
                  <a:pt x="56178" y="114481"/>
                </a:lnTo>
                <a:lnTo>
                  <a:pt x="64208" y="130835"/>
                </a:lnTo>
                <a:lnTo>
                  <a:pt x="72228" y="147190"/>
                </a:lnTo>
                <a:lnTo>
                  <a:pt x="80258" y="163544"/>
                </a:lnTo>
                <a:lnTo>
                  <a:pt x="88278" y="179899"/>
                </a:lnTo>
                <a:lnTo>
                  <a:pt x="96307" y="196253"/>
                </a:lnTo>
                <a:lnTo>
                  <a:pt x="104327" y="212608"/>
                </a:lnTo>
                <a:lnTo>
                  <a:pt x="112357" y="228962"/>
                </a:lnTo>
                <a:lnTo>
                  <a:pt x="120377" y="245316"/>
                </a:lnTo>
                <a:lnTo>
                  <a:pt x="128407" y="261671"/>
                </a:lnTo>
                <a:lnTo>
                  <a:pt x="136436" y="278035"/>
                </a:lnTo>
                <a:lnTo>
                  <a:pt x="144456" y="294389"/>
                </a:lnTo>
                <a:lnTo>
                  <a:pt x="152486" y="310744"/>
                </a:lnTo>
                <a:lnTo>
                  <a:pt x="160506" y="327098"/>
                </a:lnTo>
                <a:lnTo>
                  <a:pt x="168535" y="343452"/>
                </a:lnTo>
                <a:lnTo>
                  <a:pt x="176555" y="359807"/>
                </a:lnTo>
                <a:lnTo>
                  <a:pt x="184585" y="376161"/>
                </a:lnTo>
                <a:lnTo>
                  <a:pt x="192615" y="392516"/>
                </a:lnTo>
                <a:lnTo>
                  <a:pt x="200635" y="408870"/>
                </a:lnTo>
                <a:lnTo>
                  <a:pt x="208664" y="425225"/>
                </a:lnTo>
                <a:lnTo>
                  <a:pt x="216684" y="441579"/>
                </a:lnTo>
                <a:lnTo>
                  <a:pt x="224714" y="457933"/>
                </a:lnTo>
                <a:lnTo>
                  <a:pt x="232734" y="474288"/>
                </a:lnTo>
                <a:lnTo>
                  <a:pt x="240763" y="490642"/>
                </a:lnTo>
                <a:lnTo>
                  <a:pt x="248783" y="506997"/>
                </a:lnTo>
                <a:lnTo>
                  <a:pt x="256813" y="523351"/>
                </a:lnTo>
                <a:lnTo>
                  <a:pt x="264843" y="539706"/>
                </a:lnTo>
                <a:lnTo>
                  <a:pt x="272863" y="556060"/>
                </a:lnTo>
                <a:lnTo>
                  <a:pt x="280892" y="572414"/>
                </a:lnTo>
                <a:lnTo>
                  <a:pt x="288912" y="588769"/>
                </a:lnTo>
                <a:lnTo>
                  <a:pt x="296942" y="605123"/>
                </a:lnTo>
                <a:lnTo>
                  <a:pt x="304962" y="621478"/>
                </a:lnTo>
                <a:lnTo>
                  <a:pt x="316163" y="634832"/>
                </a:lnTo>
                <a:lnTo>
                  <a:pt x="332994" y="641737"/>
                </a:lnTo>
                <a:lnTo>
                  <a:pt x="350549" y="646595"/>
                </a:lnTo>
                <a:lnTo>
                  <a:pt x="368351" y="650443"/>
                </a:lnTo>
                <a:lnTo>
                  <a:pt x="386286" y="653653"/>
                </a:lnTo>
                <a:lnTo>
                  <a:pt x="404289" y="656425"/>
                </a:lnTo>
                <a:lnTo>
                  <a:pt x="422348" y="658854"/>
                </a:lnTo>
                <a:lnTo>
                  <a:pt x="440436" y="661025"/>
                </a:lnTo>
                <a:lnTo>
                  <a:pt x="458543" y="662978"/>
                </a:lnTo>
                <a:lnTo>
                  <a:pt x="476679" y="664740"/>
                </a:lnTo>
                <a:lnTo>
                  <a:pt x="494824" y="666340"/>
                </a:lnTo>
                <a:lnTo>
                  <a:pt x="512988" y="667807"/>
                </a:lnTo>
                <a:lnTo>
                  <a:pt x="531152" y="669160"/>
                </a:lnTo>
                <a:lnTo>
                  <a:pt x="549326" y="670389"/>
                </a:lnTo>
                <a:lnTo>
                  <a:pt x="567509" y="671532"/>
                </a:lnTo>
                <a:lnTo>
                  <a:pt x="585702" y="672570"/>
                </a:lnTo>
                <a:lnTo>
                  <a:pt x="603885" y="673522"/>
                </a:lnTo>
                <a:lnTo>
                  <a:pt x="622087" y="674399"/>
                </a:lnTo>
                <a:lnTo>
                  <a:pt x="640290" y="675208"/>
                </a:lnTo>
                <a:lnTo>
                  <a:pt x="658492" y="675932"/>
                </a:lnTo>
                <a:lnTo>
                  <a:pt x="676694" y="676599"/>
                </a:lnTo>
                <a:lnTo>
                  <a:pt x="694906" y="677199"/>
                </a:lnTo>
                <a:lnTo>
                  <a:pt x="713108" y="677742"/>
                </a:lnTo>
                <a:lnTo>
                  <a:pt x="731320" y="678218"/>
                </a:lnTo>
                <a:lnTo>
                  <a:pt x="749532" y="678647"/>
                </a:lnTo>
                <a:lnTo>
                  <a:pt x="767753" y="679018"/>
                </a:lnTo>
                <a:lnTo>
                  <a:pt x="785965" y="679333"/>
                </a:lnTo>
                <a:lnTo>
                  <a:pt x="804177" y="679599"/>
                </a:lnTo>
                <a:lnTo>
                  <a:pt x="822398" y="679809"/>
                </a:lnTo>
                <a:lnTo>
                  <a:pt x="840610" y="679971"/>
                </a:lnTo>
                <a:lnTo>
                  <a:pt x="858831" y="680075"/>
                </a:lnTo>
                <a:lnTo>
                  <a:pt x="877052" y="680142"/>
                </a:lnTo>
                <a:lnTo>
                  <a:pt x="895264" y="680152"/>
                </a:lnTo>
                <a:lnTo>
                  <a:pt x="913486" y="680114"/>
                </a:lnTo>
                <a:lnTo>
                  <a:pt x="931697" y="680028"/>
                </a:lnTo>
                <a:lnTo>
                  <a:pt x="949919" y="679885"/>
                </a:lnTo>
                <a:lnTo>
                  <a:pt x="968140" y="679694"/>
                </a:lnTo>
                <a:lnTo>
                  <a:pt x="986352" y="679456"/>
                </a:lnTo>
                <a:lnTo>
                  <a:pt x="1004564" y="679161"/>
                </a:lnTo>
                <a:lnTo>
                  <a:pt x="1022785" y="678818"/>
                </a:lnTo>
                <a:lnTo>
                  <a:pt x="1040997" y="678418"/>
                </a:lnTo>
                <a:lnTo>
                  <a:pt x="1059209" y="677961"/>
                </a:lnTo>
                <a:lnTo>
                  <a:pt x="1077420" y="677447"/>
                </a:lnTo>
                <a:lnTo>
                  <a:pt x="1095623" y="676875"/>
                </a:lnTo>
                <a:lnTo>
                  <a:pt x="1113834" y="676237"/>
                </a:lnTo>
                <a:lnTo>
                  <a:pt x="1132037" y="675532"/>
                </a:lnTo>
                <a:lnTo>
                  <a:pt x="1150239" y="674761"/>
                </a:lnTo>
                <a:lnTo>
                  <a:pt x="1168432" y="673922"/>
                </a:lnTo>
                <a:lnTo>
                  <a:pt x="1186634" y="672998"/>
                </a:lnTo>
                <a:lnTo>
                  <a:pt x="1204817" y="671998"/>
                </a:lnTo>
                <a:lnTo>
                  <a:pt x="1223000" y="670903"/>
                </a:lnTo>
                <a:lnTo>
                  <a:pt x="1241184" y="669712"/>
                </a:lnTo>
                <a:lnTo>
                  <a:pt x="1259357" y="668417"/>
                </a:lnTo>
                <a:lnTo>
                  <a:pt x="1277522" y="666998"/>
                </a:lnTo>
                <a:lnTo>
                  <a:pt x="1295667" y="665455"/>
                </a:lnTo>
                <a:lnTo>
                  <a:pt x="1313812" y="663769"/>
                </a:lnTo>
                <a:lnTo>
                  <a:pt x="1331928" y="661902"/>
                </a:lnTo>
                <a:lnTo>
                  <a:pt x="1350026" y="659835"/>
                </a:lnTo>
                <a:lnTo>
                  <a:pt x="1368104" y="657520"/>
                </a:lnTo>
                <a:lnTo>
                  <a:pt x="1386126" y="654910"/>
                </a:lnTo>
                <a:lnTo>
                  <a:pt x="1404099" y="651910"/>
                </a:lnTo>
                <a:lnTo>
                  <a:pt x="1421968" y="648376"/>
                </a:lnTo>
                <a:lnTo>
                  <a:pt x="1439656" y="644023"/>
                </a:lnTo>
                <a:lnTo>
                  <a:pt x="1456915" y="638242"/>
                </a:lnTo>
                <a:lnTo>
                  <a:pt x="1472251" y="628688"/>
                </a:lnTo>
                <a:lnTo>
                  <a:pt x="1479842" y="612286"/>
                </a:lnTo>
                <a:lnTo>
                  <a:pt x="1487862" y="595932"/>
                </a:lnTo>
                <a:lnTo>
                  <a:pt x="1495892" y="579577"/>
                </a:lnTo>
                <a:lnTo>
                  <a:pt x="1503912" y="563223"/>
                </a:lnTo>
                <a:lnTo>
                  <a:pt x="1511941" y="546868"/>
                </a:lnTo>
                <a:lnTo>
                  <a:pt x="1519961" y="530514"/>
                </a:lnTo>
                <a:lnTo>
                  <a:pt x="1527991" y="514159"/>
                </a:lnTo>
                <a:lnTo>
                  <a:pt x="1536011" y="497805"/>
                </a:lnTo>
                <a:lnTo>
                  <a:pt x="1544041" y="481451"/>
                </a:lnTo>
                <a:lnTo>
                  <a:pt x="1552070" y="465096"/>
                </a:lnTo>
                <a:lnTo>
                  <a:pt x="1560090" y="448742"/>
                </a:lnTo>
                <a:lnTo>
                  <a:pt x="1568120" y="432387"/>
                </a:lnTo>
                <a:lnTo>
                  <a:pt x="1576140" y="416033"/>
                </a:lnTo>
                <a:lnTo>
                  <a:pt x="1584169" y="399679"/>
                </a:lnTo>
                <a:lnTo>
                  <a:pt x="1592189" y="383324"/>
                </a:lnTo>
                <a:lnTo>
                  <a:pt x="1600219" y="366970"/>
                </a:lnTo>
                <a:lnTo>
                  <a:pt x="1608249" y="350606"/>
                </a:lnTo>
                <a:lnTo>
                  <a:pt x="1616269" y="334251"/>
                </a:lnTo>
                <a:lnTo>
                  <a:pt x="1624298" y="317897"/>
                </a:lnTo>
                <a:lnTo>
                  <a:pt x="1632318" y="301542"/>
                </a:lnTo>
                <a:lnTo>
                  <a:pt x="1640348" y="285188"/>
                </a:lnTo>
                <a:lnTo>
                  <a:pt x="1648368" y="268834"/>
                </a:lnTo>
                <a:lnTo>
                  <a:pt x="1656398" y="252479"/>
                </a:lnTo>
                <a:lnTo>
                  <a:pt x="1664418" y="236125"/>
                </a:lnTo>
                <a:lnTo>
                  <a:pt x="1672447" y="219770"/>
                </a:lnTo>
                <a:lnTo>
                  <a:pt x="1680477" y="203416"/>
                </a:lnTo>
                <a:lnTo>
                  <a:pt x="1688497" y="187061"/>
                </a:lnTo>
                <a:lnTo>
                  <a:pt x="1696526" y="170707"/>
                </a:lnTo>
                <a:lnTo>
                  <a:pt x="1704546" y="154353"/>
                </a:lnTo>
                <a:lnTo>
                  <a:pt x="1712576" y="137998"/>
                </a:lnTo>
                <a:lnTo>
                  <a:pt x="1720596" y="121644"/>
                </a:lnTo>
                <a:lnTo>
                  <a:pt x="1728626" y="105289"/>
                </a:lnTo>
                <a:lnTo>
                  <a:pt x="1736655" y="88935"/>
                </a:lnTo>
                <a:lnTo>
                  <a:pt x="1744675" y="72581"/>
                </a:lnTo>
                <a:lnTo>
                  <a:pt x="1752705" y="56226"/>
                </a:lnTo>
                <a:lnTo>
                  <a:pt x="1760725" y="39872"/>
                </a:lnTo>
                <a:lnTo>
                  <a:pt x="1768754" y="23517"/>
                </a:lnTo>
                <a:lnTo>
                  <a:pt x="1776774" y="7163"/>
                </a:lnTo>
                <a:lnTo>
                  <a:pt x="1774127" y="7639"/>
                </a:lnTo>
                <a:lnTo>
                  <a:pt x="1757267" y="14411"/>
                </a:lnTo>
                <a:lnTo>
                  <a:pt x="1739598" y="18840"/>
                </a:lnTo>
                <a:lnTo>
                  <a:pt x="1721710" y="22289"/>
                </a:lnTo>
                <a:lnTo>
                  <a:pt x="1703718" y="25165"/>
                </a:lnTo>
                <a:lnTo>
                  <a:pt x="1685677" y="27651"/>
                </a:lnTo>
                <a:lnTo>
                  <a:pt x="1667589" y="29851"/>
                </a:lnTo>
                <a:lnTo>
                  <a:pt x="1649482" y="31833"/>
                </a:lnTo>
                <a:lnTo>
                  <a:pt x="1631347" y="33633"/>
                </a:lnTo>
                <a:lnTo>
                  <a:pt x="1613211" y="35281"/>
                </a:lnTo>
                <a:lnTo>
                  <a:pt x="1595057" y="36795"/>
                </a:lnTo>
                <a:lnTo>
                  <a:pt x="1576892" y="38214"/>
                </a:lnTo>
                <a:lnTo>
                  <a:pt x="1558719" y="39529"/>
                </a:lnTo>
                <a:lnTo>
                  <a:pt x="1540545" y="40757"/>
                </a:lnTo>
                <a:lnTo>
                  <a:pt x="1522362" y="41920"/>
                </a:lnTo>
                <a:lnTo>
                  <a:pt x="1504178" y="43005"/>
                </a:lnTo>
                <a:lnTo>
                  <a:pt x="1485986" y="44025"/>
                </a:lnTo>
                <a:lnTo>
                  <a:pt x="1467803" y="44987"/>
                </a:lnTo>
                <a:lnTo>
                  <a:pt x="1449600" y="45891"/>
                </a:lnTo>
                <a:lnTo>
                  <a:pt x="1431407" y="46749"/>
                </a:lnTo>
                <a:lnTo>
                  <a:pt x="1413205" y="47558"/>
                </a:lnTo>
                <a:lnTo>
                  <a:pt x="1395003" y="48320"/>
                </a:lnTo>
                <a:lnTo>
                  <a:pt x="1376801" y="49044"/>
                </a:lnTo>
                <a:lnTo>
                  <a:pt x="1358598" y="49730"/>
                </a:lnTo>
                <a:lnTo>
                  <a:pt x="1340387" y="50378"/>
                </a:lnTo>
                <a:lnTo>
                  <a:pt x="1322184" y="50997"/>
                </a:lnTo>
                <a:lnTo>
                  <a:pt x="1303973" y="51568"/>
                </a:lnTo>
                <a:lnTo>
                  <a:pt x="1285761" y="52121"/>
                </a:lnTo>
                <a:lnTo>
                  <a:pt x="1267558" y="52626"/>
                </a:lnTo>
                <a:lnTo>
                  <a:pt x="1249347" y="53111"/>
                </a:lnTo>
                <a:lnTo>
                  <a:pt x="1231135" y="53569"/>
                </a:lnTo>
                <a:lnTo>
                  <a:pt x="1212914" y="53997"/>
                </a:lnTo>
                <a:lnTo>
                  <a:pt x="1194702" y="54397"/>
                </a:lnTo>
                <a:lnTo>
                  <a:pt x="1176490" y="54769"/>
                </a:lnTo>
                <a:lnTo>
                  <a:pt x="1158278" y="55112"/>
                </a:lnTo>
                <a:lnTo>
                  <a:pt x="1140066" y="55436"/>
                </a:lnTo>
                <a:lnTo>
                  <a:pt x="1121845" y="55731"/>
                </a:lnTo>
                <a:lnTo>
                  <a:pt x="1103633" y="55997"/>
                </a:lnTo>
                <a:lnTo>
                  <a:pt x="1085412" y="56245"/>
                </a:lnTo>
                <a:lnTo>
                  <a:pt x="1067200" y="56474"/>
                </a:lnTo>
                <a:lnTo>
                  <a:pt x="1048979" y="56674"/>
                </a:lnTo>
                <a:lnTo>
                  <a:pt x="1030767" y="56855"/>
                </a:lnTo>
                <a:lnTo>
                  <a:pt x="1012546" y="57007"/>
                </a:lnTo>
                <a:lnTo>
                  <a:pt x="994334" y="57150"/>
                </a:lnTo>
                <a:lnTo>
                  <a:pt x="976112" y="57255"/>
                </a:lnTo>
                <a:lnTo>
                  <a:pt x="957901" y="57350"/>
                </a:lnTo>
                <a:lnTo>
                  <a:pt x="939679" y="57417"/>
                </a:lnTo>
                <a:lnTo>
                  <a:pt x="921458" y="57464"/>
                </a:lnTo>
                <a:lnTo>
                  <a:pt x="903246" y="57493"/>
                </a:lnTo>
                <a:lnTo>
                  <a:pt x="885025" y="57493"/>
                </a:lnTo>
                <a:lnTo>
                  <a:pt x="866804" y="57483"/>
                </a:lnTo>
                <a:lnTo>
                  <a:pt x="848592" y="57445"/>
                </a:lnTo>
                <a:lnTo>
                  <a:pt x="830370" y="57379"/>
                </a:lnTo>
                <a:lnTo>
                  <a:pt x="812159" y="57302"/>
                </a:lnTo>
                <a:lnTo>
                  <a:pt x="793937" y="57198"/>
                </a:lnTo>
                <a:lnTo>
                  <a:pt x="775716" y="57074"/>
                </a:lnTo>
                <a:lnTo>
                  <a:pt x="757504" y="56921"/>
                </a:lnTo>
                <a:lnTo>
                  <a:pt x="739283" y="56759"/>
                </a:lnTo>
                <a:lnTo>
                  <a:pt x="721071" y="56569"/>
                </a:lnTo>
                <a:lnTo>
                  <a:pt x="702850" y="56350"/>
                </a:lnTo>
                <a:lnTo>
                  <a:pt x="684638" y="56112"/>
                </a:lnTo>
                <a:lnTo>
                  <a:pt x="666417" y="55855"/>
                </a:lnTo>
                <a:lnTo>
                  <a:pt x="648205" y="55569"/>
                </a:lnTo>
                <a:lnTo>
                  <a:pt x="629993" y="55255"/>
                </a:lnTo>
                <a:lnTo>
                  <a:pt x="611772" y="54921"/>
                </a:lnTo>
                <a:lnTo>
                  <a:pt x="593560" y="54559"/>
                </a:lnTo>
                <a:lnTo>
                  <a:pt x="575348" y="54169"/>
                </a:lnTo>
                <a:lnTo>
                  <a:pt x="557136" y="53759"/>
                </a:lnTo>
                <a:lnTo>
                  <a:pt x="538925" y="53321"/>
                </a:lnTo>
                <a:lnTo>
                  <a:pt x="520713" y="52845"/>
                </a:lnTo>
                <a:lnTo>
                  <a:pt x="502501" y="52349"/>
                </a:lnTo>
                <a:lnTo>
                  <a:pt x="484289" y="51816"/>
                </a:lnTo>
                <a:lnTo>
                  <a:pt x="466077" y="51254"/>
                </a:lnTo>
                <a:lnTo>
                  <a:pt x="447875" y="50654"/>
                </a:lnTo>
                <a:lnTo>
                  <a:pt x="429663" y="50025"/>
                </a:lnTo>
                <a:lnTo>
                  <a:pt x="411461" y="49359"/>
                </a:lnTo>
                <a:lnTo>
                  <a:pt x="393259" y="48654"/>
                </a:lnTo>
                <a:lnTo>
                  <a:pt x="375056" y="47901"/>
                </a:lnTo>
                <a:lnTo>
                  <a:pt x="356854" y="47111"/>
                </a:lnTo>
                <a:lnTo>
                  <a:pt x="338661" y="46272"/>
                </a:lnTo>
                <a:lnTo>
                  <a:pt x="320459" y="45387"/>
                </a:lnTo>
                <a:lnTo>
                  <a:pt x="302266" y="44444"/>
                </a:lnTo>
                <a:lnTo>
                  <a:pt x="284074" y="43453"/>
                </a:lnTo>
                <a:lnTo>
                  <a:pt x="265890" y="42396"/>
                </a:lnTo>
                <a:lnTo>
                  <a:pt x="247707" y="41281"/>
                </a:lnTo>
                <a:lnTo>
                  <a:pt x="229524" y="40081"/>
                </a:lnTo>
                <a:lnTo>
                  <a:pt x="211360" y="38805"/>
                </a:lnTo>
                <a:lnTo>
                  <a:pt x="193186" y="37433"/>
                </a:lnTo>
                <a:lnTo>
                  <a:pt x="175031" y="35966"/>
                </a:lnTo>
                <a:lnTo>
                  <a:pt x="156886" y="34376"/>
                </a:lnTo>
                <a:lnTo>
                  <a:pt x="138751" y="32642"/>
                </a:lnTo>
                <a:lnTo>
                  <a:pt x="120625" y="30747"/>
                </a:lnTo>
                <a:lnTo>
                  <a:pt x="102537" y="28642"/>
                </a:lnTo>
                <a:lnTo>
                  <a:pt x="84468" y="26289"/>
                </a:lnTo>
                <a:lnTo>
                  <a:pt x="66446" y="23603"/>
                </a:lnTo>
                <a:lnTo>
                  <a:pt x="48511" y="20441"/>
                </a:lnTo>
                <a:lnTo>
                  <a:pt x="30718" y="16516"/>
                </a:lnTo>
                <a:lnTo>
                  <a:pt x="13345" y="11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D1FCD1B3-ECC4-4DBA-9A66-5FC178C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6332" y="3491722"/>
            <a:ext cx="1780337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6FF49F7-FC8D-4949-9E2C-C755D36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894" y="4337380"/>
            <a:ext cx="1166832" cy="680075"/>
          </a:xfrm>
          <a:custGeom xmlns:a="http://schemas.openxmlformats.org/drawingml/2006/main">
            <a:pathLst>
              <a:path w="1166832" h="680075">
                <a:moveTo>
                  <a:pt x="0" y="0"/>
                </a:moveTo>
                <a:lnTo>
                  <a:pt x="5667" y="12687"/>
                </a:lnTo>
                <a:lnTo>
                  <a:pt x="11335" y="25384"/>
                </a:lnTo>
                <a:lnTo>
                  <a:pt x="17002" y="38071"/>
                </a:lnTo>
                <a:lnTo>
                  <a:pt x="22660" y="50768"/>
                </a:lnTo>
                <a:lnTo>
                  <a:pt x="28327" y="63456"/>
                </a:lnTo>
                <a:lnTo>
                  <a:pt x="33995" y="76152"/>
                </a:lnTo>
                <a:lnTo>
                  <a:pt x="39662" y="88840"/>
                </a:lnTo>
                <a:lnTo>
                  <a:pt x="45329" y="101537"/>
                </a:lnTo>
                <a:lnTo>
                  <a:pt x="50997" y="114224"/>
                </a:lnTo>
                <a:lnTo>
                  <a:pt x="56664" y="126921"/>
                </a:lnTo>
                <a:lnTo>
                  <a:pt x="62322" y="139608"/>
                </a:lnTo>
                <a:lnTo>
                  <a:pt x="67989" y="152305"/>
                </a:lnTo>
                <a:lnTo>
                  <a:pt x="73657" y="164992"/>
                </a:lnTo>
                <a:lnTo>
                  <a:pt x="79324" y="177689"/>
                </a:lnTo>
                <a:lnTo>
                  <a:pt x="84992" y="190376"/>
                </a:lnTo>
                <a:lnTo>
                  <a:pt x="90659" y="203073"/>
                </a:lnTo>
                <a:lnTo>
                  <a:pt x="96326" y="215760"/>
                </a:lnTo>
                <a:lnTo>
                  <a:pt x="101994" y="228457"/>
                </a:lnTo>
                <a:lnTo>
                  <a:pt x="107652" y="241144"/>
                </a:lnTo>
                <a:lnTo>
                  <a:pt x="113319" y="253841"/>
                </a:lnTo>
                <a:lnTo>
                  <a:pt x="118986" y="266529"/>
                </a:lnTo>
                <a:lnTo>
                  <a:pt x="124654" y="279216"/>
                </a:lnTo>
                <a:lnTo>
                  <a:pt x="130321" y="291913"/>
                </a:lnTo>
                <a:lnTo>
                  <a:pt x="135988" y="304600"/>
                </a:lnTo>
                <a:lnTo>
                  <a:pt x="141656" y="317297"/>
                </a:lnTo>
                <a:lnTo>
                  <a:pt x="147314" y="329984"/>
                </a:lnTo>
                <a:lnTo>
                  <a:pt x="152981" y="342681"/>
                </a:lnTo>
                <a:lnTo>
                  <a:pt x="158648" y="355368"/>
                </a:lnTo>
                <a:lnTo>
                  <a:pt x="164316" y="368065"/>
                </a:lnTo>
                <a:lnTo>
                  <a:pt x="169983" y="380752"/>
                </a:lnTo>
                <a:lnTo>
                  <a:pt x="175651" y="393449"/>
                </a:lnTo>
                <a:lnTo>
                  <a:pt x="181318" y="406136"/>
                </a:lnTo>
                <a:lnTo>
                  <a:pt x="186985" y="418833"/>
                </a:lnTo>
                <a:lnTo>
                  <a:pt x="192643" y="431521"/>
                </a:lnTo>
                <a:lnTo>
                  <a:pt x="198311" y="444217"/>
                </a:lnTo>
                <a:lnTo>
                  <a:pt x="203978" y="456905"/>
                </a:lnTo>
                <a:lnTo>
                  <a:pt x="209645" y="469602"/>
                </a:lnTo>
                <a:lnTo>
                  <a:pt x="215313" y="482289"/>
                </a:lnTo>
                <a:lnTo>
                  <a:pt x="220980" y="494986"/>
                </a:lnTo>
                <a:lnTo>
                  <a:pt x="226647" y="507673"/>
                </a:lnTo>
                <a:lnTo>
                  <a:pt x="232305" y="520370"/>
                </a:lnTo>
                <a:lnTo>
                  <a:pt x="237973" y="533057"/>
                </a:lnTo>
                <a:lnTo>
                  <a:pt x="243640" y="545754"/>
                </a:lnTo>
                <a:lnTo>
                  <a:pt x="249307" y="558441"/>
                </a:lnTo>
                <a:lnTo>
                  <a:pt x="254975" y="571129"/>
                </a:lnTo>
                <a:lnTo>
                  <a:pt x="260642" y="583825"/>
                </a:lnTo>
                <a:lnTo>
                  <a:pt x="266309" y="596513"/>
                </a:lnTo>
                <a:lnTo>
                  <a:pt x="271967" y="609209"/>
                </a:lnTo>
                <a:lnTo>
                  <a:pt x="277635" y="621897"/>
                </a:lnTo>
                <a:lnTo>
                  <a:pt x="283121" y="634336"/>
                </a:lnTo>
                <a:lnTo>
                  <a:pt x="294132" y="642728"/>
                </a:lnTo>
                <a:lnTo>
                  <a:pt x="306657" y="648719"/>
                </a:lnTo>
                <a:lnTo>
                  <a:pt x="319745" y="653405"/>
                </a:lnTo>
                <a:lnTo>
                  <a:pt x="333099" y="657244"/>
                </a:lnTo>
                <a:lnTo>
                  <a:pt x="346605" y="660492"/>
                </a:lnTo>
                <a:lnTo>
                  <a:pt x="360226" y="663292"/>
                </a:lnTo>
                <a:lnTo>
                  <a:pt x="373904" y="665731"/>
                </a:lnTo>
                <a:lnTo>
                  <a:pt x="387639" y="667874"/>
                </a:lnTo>
                <a:lnTo>
                  <a:pt x="401412" y="669769"/>
                </a:lnTo>
                <a:lnTo>
                  <a:pt x="415204" y="671436"/>
                </a:lnTo>
                <a:lnTo>
                  <a:pt x="429025" y="672922"/>
                </a:lnTo>
                <a:lnTo>
                  <a:pt x="442865" y="674227"/>
                </a:lnTo>
                <a:lnTo>
                  <a:pt x="456714" y="675389"/>
                </a:lnTo>
                <a:lnTo>
                  <a:pt x="470573" y="676389"/>
                </a:lnTo>
                <a:lnTo>
                  <a:pt x="484451" y="677266"/>
                </a:lnTo>
                <a:lnTo>
                  <a:pt x="498329" y="678009"/>
                </a:lnTo>
                <a:lnTo>
                  <a:pt x="512216" y="678637"/>
                </a:lnTo>
                <a:lnTo>
                  <a:pt x="526104" y="679142"/>
                </a:lnTo>
                <a:lnTo>
                  <a:pt x="540001" y="679542"/>
                </a:lnTo>
                <a:lnTo>
                  <a:pt x="553888" y="679828"/>
                </a:lnTo>
                <a:lnTo>
                  <a:pt x="567795" y="680009"/>
                </a:lnTo>
                <a:lnTo>
                  <a:pt x="581692" y="680075"/>
                </a:lnTo>
                <a:lnTo>
                  <a:pt x="595589" y="680047"/>
                </a:lnTo>
                <a:lnTo>
                  <a:pt x="609486" y="679914"/>
                </a:lnTo>
                <a:lnTo>
                  <a:pt x="623383" y="679675"/>
                </a:lnTo>
                <a:lnTo>
                  <a:pt x="637280" y="679323"/>
                </a:lnTo>
                <a:lnTo>
                  <a:pt x="651167" y="678856"/>
                </a:lnTo>
                <a:lnTo>
                  <a:pt x="665055" y="678285"/>
                </a:lnTo>
                <a:lnTo>
                  <a:pt x="678942" y="677589"/>
                </a:lnTo>
                <a:lnTo>
                  <a:pt x="692810" y="676770"/>
                </a:lnTo>
                <a:lnTo>
                  <a:pt x="706679" y="675827"/>
                </a:lnTo>
                <a:lnTo>
                  <a:pt x="720538" y="674732"/>
                </a:lnTo>
                <a:lnTo>
                  <a:pt x="734378" y="673494"/>
                </a:lnTo>
                <a:lnTo>
                  <a:pt x="748208" y="672084"/>
                </a:lnTo>
                <a:lnTo>
                  <a:pt x="762019" y="670493"/>
                </a:lnTo>
                <a:lnTo>
                  <a:pt x="775802" y="668693"/>
                </a:lnTo>
                <a:lnTo>
                  <a:pt x="789546" y="666664"/>
                </a:lnTo>
                <a:lnTo>
                  <a:pt x="803253" y="664359"/>
                </a:lnTo>
                <a:lnTo>
                  <a:pt x="816902" y="661721"/>
                </a:lnTo>
                <a:lnTo>
                  <a:pt x="830466" y="658673"/>
                </a:lnTo>
                <a:lnTo>
                  <a:pt x="843896" y="655101"/>
                </a:lnTo>
                <a:lnTo>
                  <a:pt x="857107" y="650815"/>
                </a:lnTo>
                <a:lnTo>
                  <a:pt x="869928" y="645452"/>
                </a:lnTo>
                <a:lnTo>
                  <a:pt x="881796" y="638261"/>
                </a:lnTo>
                <a:lnTo>
                  <a:pt x="890378" y="627555"/>
                </a:lnTo>
                <a:lnTo>
                  <a:pt x="894855" y="614524"/>
                </a:lnTo>
                <a:lnTo>
                  <a:pt x="900522" y="601837"/>
                </a:lnTo>
                <a:lnTo>
                  <a:pt x="906189" y="589140"/>
                </a:lnTo>
                <a:lnTo>
                  <a:pt x="911857" y="576453"/>
                </a:lnTo>
                <a:lnTo>
                  <a:pt x="917524" y="563756"/>
                </a:lnTo>
                <a:lnTo>
                  <a:pt x="923192" y="551069"/>
                </a:lnTo>
                <a:lnTo>
                  <a:pt x="928859" y="538372"/>
                </a:lnTo>
                <a:lnTo>
                  <a:pt x="934526" y="525685"/>
                </a:lnTo>
                <a:lnTo>
                  <a:pt x="940184" y="512997"/>
                </a:lnTo>
                <a:lnTo>
                  <a:pt x="945852" y="500301"/>
                </a:lnTo>
                <a:lnTo>
                  <a:pt x="951519" y="487613"/>
                </a:lnTo>
                <a:lnTo>
                  <a:pt x="957186" y="474917"/>
                </a:lnTo>
                <a:lnTo>
                  <a:pt x="962854" y="462229"/>
                </a:lnTo>
                <a:lnTo>
                  <a:pt x="968521" y="449532"/>
                </a:lnTo>
                <a:lnTo>
                  <a:pt x="974188" y="436845"/>
                </a:lnTo>
                <a:lnTo>
                  <a:pt x="979846" y="424148"/>
                </a:lnTo>
                <a:lnTo>
                  <a:pt x="985514" y="411461"/>
                </a:lnTo>
                <a:lnTo>
                  <a:pt x="991181" y="398764"/>
                </a:lnTo>
                <a:lnTo>
                  <a:pt x="996848" y="386077"/>
                </a:lnTo>
                <a:lnTo>
                  <a:pt x="1002516" y="373380"/>
                </a:lnTo>
                <a:lnTo>
                  <a:pt x="1008183" y="360693"/>
                </a:lnTo>
                <a:lnTo>
                  <a:pt x="1013851" y="347996"/>
                </a:lnTo>
                <a:lnTo>
                  <a:pt x="1019508" y="335309"/>
                </a:lnTo>
                <a:lnTo>
                  <a:pt x="1025176" y="322612"/>
                </a:lnTo>
                <a:lnTo>
                  <a:pt x="1030843" y="309924"/>
                </a:lnTo>
                <a:lnTo>
                  <a:pt x="1036510" y="297228"/>
                </a:lnTo>
                <a:lnTo>
                  <a:pt x="1042178" y="284540"/>
                </a:lnTo>
                <a:lnTo>
                  <a:pt x="1047845" y="271844"/>
                </a:lnTo>
                <a:lnTo>
                  <a:pt x="1053513" y="259156"/>
                </a:lnTo>
                <a:lnTo>
                  <a:pt x="1059180" y="246459"/>
                </a:lnTo>
                <a:lnTo>
                  <a:pt x="1064838" y="233772"/>
                </a:lnTo>
                <a:lnTo>
                  <a:pt x="1070505" y="221085"/>
                </a:lnTo>
                <a:lnTo>
                  <a:pt x="1076173" y="208388"/>
                </a:lnTo>
                <a:lnTo>
                  <a:pt x="1081840" y="195701"/>
                </a:lnTo>
                <a:lnTo>
                  <a:pt x="1087507" y="183004"/>
                </a:lnTo>
                <a:lnTo>
                  <a:pt x="1093175" y="170317"/>
                </a:lnTo>
                <a:lnTo>
                  <a:pt x="1098842" y="157620"/>
                </a:lnTo>
                <a:lnTo>
                  <a:pt x="1104500" y="144932"/>
                </a:lnTo>
                <a:lnTo>
                  <a:pt x="1110167" y="132236"/>
                </a:lnTo>
                <a:lnTo>
                  <a:pt x="1115835" y="119548"/>
                </a:lnTo>
                <a:lnTo>
                  <a:pt x="1121502" y="106851"/>
                </a:lnTo>
                <a:lnTo>
                  <a:pt x="1127169" y="94164"/>
                </a:lnTo>
                <a:lnTo>
                  <a:pt x="1132837" y="81467"/>
                </a:lnTo>
                <a:lnTo>
                  <a:pt x="1138504" y="68780"/>
                </a:lnTo>
                <a:lnTo>
                  <a:pt x="1144162" y="56083"/>
                </a:lnTo>
                <a:lnTo>
                  <a:pt x="1149829" y="43396"/>
                </a:lnTo>
                <a:lnTo>
                  <a:pt x="1155497" y="30699"/>
                </a:lnTo>
                <a:lnTo>
                  <a:pt x="1161164" y="18012"/>
                </a:lnTo>
                <a:lnTo>
                  <a:pt x="1166832" y="5315"/>
                </a:lnTo>
                <a:lnTo>
                  <a:pt x="1165755" y="7068"/>
                </a:lnTo>
                <a:lnTo>
                  <a:pt x="1154049" y="14430"/>
                </a:lnTo>
                <a:lnTo>
                  <a:pt x="1141038" y="19307"/>
                </a:lnTo>
                <a:lnTo>
                  <a:pt x="1127665" y="23079"/>
                </a:lnTo>
                <a:lnTo>
                  <a:pt x="1114120" y="26213"/>
                </a:lnTo>
                <a:lnTo>
                  <a:pt x="1100490" y="28899"/>
                </a:lnTo>
                <a:lnTo>
                  <a:pt x="1086793" y="31271"/>
                </a:lnTo>
                <a:lnTo>
                  <a:pt x="1073058" y="33385"/>
                </a:lnTo>
                <a:lnTo>
                  <a:pt x="1059294" y="35309"/>
                </a:lnTo>
                <a:lnTo>
                  <a:pt x="1045502" y="37052"/>
                </a:lnTo>
                <a:lnTo>
                  <a:pt x="1031700" y="38662"/>
                </a:lnTo>
                <a:lnTo>
                  <a:pt x="1017880" y="40148"/>
                </a:lnTo>
                <a:lnTo>
                  <a:pt x="1004049" y="41519"/>
                </a:lnTo>
                <a:lnTo>
                  <a:pt x="990209" y="42796"/>
                </a:lnTo>
                <a:lnTo>
                  <a:pt x="976360" y="43986"/>
                </a:lnTo>
                <a:lnTo>
                  <a:pt x="962501" y="45101"/>
                </a:lnTo>
                <a:lnTo>
                  <a:pt x="948642" y="46139"/>
                </a:lnTo>
                <a:lnTo>
                  <a:pt x="934774" y="47111"/>
                </a:lnTo>
                <a:lnTo>
                  <a:pt x="920906" y="48035"/>
                </a:lnTo>
                <a:lnTo>
                  <a:pt x="907037" y="48882"/>
                </a:lnTo>
                <a:lnTo>
                  <a:pt x="893159" y="49682"/>
                </a:lnTo>
                <a:lnTo>
                  <a:pt x="879281" y="50435"/>
                </a:lnTo>
                <a:lnTo>
                  <a:pt x="865403" y="51140"/>
                </a:lnTo>
                <a:lnTo>
                  <a:pt x="851516" y="51797"/>
                </a:lnTo>
                <a:lnTo>
                  <a:pt x="837629" y="52416"/>
                </a:lnTo>
                <a:lnTo>
                  <a:pt x="823741" y="52988"/>
                </a:lnTo>
                <a:lnTo>
                  <a:pt x="809854" y="53521"/>
                </a:lnTo>
                <a:lnTo>
                  <a:pt x="795966" y="54016"/>
                </a:lnTo>
                <a:lnTo>
                  <a:pt x="782069" y="54473"/>
                </a:lnTo>
                <a:lnTo>
                  <a:pt x="768182" y="54893"/>
                </a:lnTo>
                <a:lnTo>
                  <a:pt x="754285" y="55283"/>
                </a:lnTo>
                <a:lnTo>
                  <a:pt x="740388" y="55645"/>
                </a:lnTo>
                <a:lnTo>
                  <a:pt x="726500" y="55959"/>
                </a:lnTo>
                <a:lnTo>
                  <a:pt x="712603" y="56255"/>
                </a:lnTo>
                <a:lnTo>
                  <a:pt x="698706" y="56512"/>
                </a:lnTo>
                <a:lnTo>
                  <a:pt x="684809" y="56740"/>
                </a:lnTo>
                <a:lnTo>
                  <a:pt x="670912" y="56931"/>
                </a:lnTo>
                <a:lnTo>
                  <a:pt x="657006" y="57102"/>
                </a:lnTo>
                <a:lnTo>
                  <a:pt x="643109" y="57236"/>
                </a:lnTo>
                <a:lnTo>
                  <a:pt x="629212" y="57350"/>
                </a:lnTo>
                <a:lnTo>
                  <a:pt x="615315" y="57426"/>
                </a:lnTo>
                <a:lnTo>
                  <a:pt x="601418" y="57474"/>
                </a:lnTo>
                <a:lnTo>
                  <a:pt x="587512" y="57493"/>
                </a:lnTo>
                <a:lnTo>
                  <a:pt x="573615" y="57483"/>
                </a:lnTo>
                <a:lnTo>
                  <a:pt x="559718" y="57445"/>
                </a:lnTo>
                <a:lnTo>
                  <a:pt x="545821" y="57388"/>
                </a:lnTo>
                <a:lnTo>
                  <a:pt x="531914" y="57293"/>
                </a:lnTo>
                <a:lnTo>
                  <a:pt x="518017" y="57160"/>
                </a:lnTo>
                <a:lnTo>
                  <a:pt x="504120" y="57007"/>
                </a:lnTo>
                <a:lnTo>
                  <a:pt x="490223" y="56826"/>
                </a:lnTo>
                <a:lnTo>
                  <a:pt x="476326" y="56617"/>
                </a:lnTo>
                <a:lnTo>
                  <a:pt x="462429" y="56369"/>
                </a:lnTo>
                <a:lnTo>
                  <a:pt x="448532" y="56093"/>
                </a:lnTo>
                <a:lnTo>
                  <a:pt x="434635" y="55778"/>
                </a:lnTo>
                <a:lnTo>
                  <a:pt x="420738" y="55445"/>
                </a:lnTo>
                <a:lnTo>
                  <a:pt x="406851" y="55064"/>
                </a:lnTo>
                <a:lnTo>
                  <a:pt x="392954" y="54654"/>
                </a:lnTo>
                <a:lnTo>
                  <a:pt x="379066" y="54216"/>
                </a:lnTo>
                <a:lnTo>
                  <a:pt x="365169" y="53731"/>
                </a:lnTo>
                <a:lnTo>
                  <a:pt x="351282" y="53216"/>
                </a:lnTo>
                <a:lnTo>
                  <a:pt x="337395" y="52654"/>
                </a:lnTo>
                <a:lnTo>
                  <a:pt x="323507" y="52064"/>
                </a:lnTo>
                <a:lnTo>
                  <a:pt x="309620" y="51425"/>
                </a:lnTo>
                <a:lnTo>
                  <a:pt x="295742" y="50740"/>
                </a:lnTo>
                <a:lnTo>
                  <a:pt x="281864" y="50006"/>
                </a:lnTo>
                <a:lnTo>
                  <a:pt x="267986" y="49225"/>
                </a:lnTo>
                <a:lnTo>
                  <a:pt x="254108" y="48387"/>
                </a:lnTo>
                <a:lnTo>
                  <a:pt x="240240" y="47501"/>
                </a:lnTo>
                <a:lnTo>
                  <a:pt x="226371" y="46558"/>
                </a:lnTo>
                <a:lnTo>
                  <a:pt x="212512" y="45549"/>
                </a:lnTo>
                <a:lnTo>
                  <a:pt x="198653" y="44463"/>
                </a:lnTo>
                <a:lnTo>
                  <a:pt x="184804" y="43301"/>
                </a:lnTo>
                <a:lnTo>
                  <a:pt x="170955" y="42062"/>
                </a:lnTo>
                <a:lnTo>
                  <a:pt x="157124" y="40729"/>
                </a:lnTo>
                <a:lnTo>
                  <a:pt x="143304" y="39300"/>
                </a:lnTo>
                <a:lnTo>
                  <a:pt x="129483" y="37748"/>
                </a:lnTo>
                <a:lnTo>
                  <a:pt x="115691" y="36062"/>
                </a:lnTo>
                <a:lnTo>
                  <a:pt x="101918" y="34214"/>
                </a:lnTo>
                <a:lnTo>
                  <a:pt x="88163" y="32185"/>
                </a:lnTo>
                <a:lnTo>
                  <a:pt x="74447" y="29928"/>
                </a:lnTo>
                <a:lnTo>
                  <a:pt x="60789" y="27384"/>
                </a:lnTo>
                <a:lnTo>
                  <a:pt x="47196" y="24460"/>
                </a:lnTo>
                <a:lnTo>
                  <a:pt x="33738" y="20993"/>
                </a:lnTo>
                <a:lnTo>
                  <a:pt x="20536" y="16659"/>
                </a:lnTo>
                <a:lnTo>
                  <a:pt x="803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ED767CD5-4340-4173-8834-C6490F7B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1875" y="4246759"/>
            <a:ext cx="1169251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A24DB9FF-20A8-4874-83E9-53ABCD6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035" y="2799417"/>
            <a:ext cx="1340939" cy="2259168"/>
          </a:xfrm>
          <a:custGeom xmlns:a="http://schemas.openxmlformats.org/drawingml/2006/main">
            <a:pathLst>
              <a:path w="1340939" h="2259168">
                <a:moveTo>
                  <a:pt x="0" y="0"/>
                </a:moveTo>
                <a:lnTo>
                  <a:pt x="114" y="28270"/>
                </a:lnTo>
                <a:lnTo>
                  <a:pt x="7858" y="55483"/>
                </a:lnTo>
                <a:lnTo>
                  <a:pt x="15592" y="82687"/>
                </a:lnTo>
                <a:lnTo>
                  <a:pt x="23336" y="109890"/>
                </a:lnTo>
                <a:lnTo>
                  <a:pt x="31080" y="137103"/>
                </a:lnTo>
                <a:lnTo>
                  <a:pt x="38824" y="164306"/>
                </a:lnTo>
                <a:lnTo>
                  <a:pt x="46568" y="191510"/>
                </a:lnTo>
                <a:lnTo>
                  <a:pt x="54302" y="218723"/>
                </a:lnTo>
                <a:lnTo>
                  <a:pt x="62046" y="245926"/>
                </a:lnTo>
                <a:lnTo>
                  <a:pt x="69790" y="273129"/>
                </a:lnTo>
                <a:lnTo>
                  <a:pt x="77534" y="300342"/>
                </a:lnTo>
                <a:lnTo>
                  <a:pt x="85277" y="327546"/>
                </a:lnTo>
                <a:lnTo>
                  <a:pt x="93012" y="354759"/>
                </a:lnTo>
                <a:lnTo>
                  <a:pt x="100755" y="381962"/>
                </a:lnTo>
                <a:lnTo>
                  <a:pt x="108499" y="409165"/>
                </a:lnTo>
                <a:lnTo>
                  <a:pt x="116243" y="436378"/>
                </a:lnTo>
                <a:lnTo>
                  <a:pt x="123987" y="463582"/>
                </a:lnTo>
                <a:lnTo>
                  <a:pt x="131731" y="490785"/>
                </a:lnTo>
                <a:lnTo>
                  <a:pt x="139465" y="517998"/>
                </a:lnTo>
                <a:lnTo>
                  <a:pt x="147209" y="545201"/>
                </a:lnTo>
                <a:lnTo>
                  <a:pt x="154953" y="572414"/>
                </a:lnTo>
                <a:lnTo>
                  <a:pt x="162697" y="599618"/>
                </a:lnTo>
                <a:lnTo>
                  <a:pt x="170440" y="626821"/>
                </a:lnTo>
                <a:lnTo>
                  <a:pt x="178175" y="654034"/>
                </a:lnTo>
                <a:lnTo>
                  <a:pt x="185918" y="681238"/>
                </a:lnTo>
                <a:lnTo>
                  <a:pt x="193662" y="708441"/>
                </a:lnTo>
                <a:lnTo>
                  <a:pt x="200978" y="735759"/>
                </a:lnTo>
                <a:lnTo>
                  <a:pt x="207350" y="763324"/>
                </a:lnTo>
                <a:lnTo>
                  <a:pt x="213608" y="790908"/>
                </a:lnTo>
                <a:lnTo>
                  <a:pt x="219570" y="818559"/>
                </a:lnTo>
                <a:lnTo>
                  <a:pt x="225533" y="846211"/>
                </a:lnTo>
                <a:lnTo>
                  <a:pt x="231496" y="873862"/>
                </a:lnTo>
                <a:lnTo>
                  <a:pt x="237458" y="901513"/>
                </a:lnTo>
                <a:lnTo>
                  <a:pt x="243421" y="929164"/>
                </a:lnTo>
                <a:lnTo>
                  <a:pt x="249384" y="956815"/>
                </a:lnTo>
                <a:lnTo>
                  <a:pt x="255346" y="984466"/>
                </a:lnTo>
                <a:lnTo>
                  <a:pt x="261309" y="1012117"/>
                </a:lnTo>
                <a:lnTo>
                  <a:pt x="267272" y="1039768"/>
                </a:lnTo>
                <a:lnTo>
                  <a:pt x="273234" y="1067419"/>
                </a:lnTo>
                <a:lnTo>
                  <a:pt x="279206" y="1095070"/>
                </a:lnTo>
                <a:lnTo>
                  <a:pt x="285169" y="1122721"/>
                </a:lnTo>
                <a:lnTo>
                  <a:pt x="291132" y="1150372"/>
                </a:lnTo>
                <a:lnTo>
                  <a:pt x="297094" y="1178023"/>
                </a:lnTo>
                <a:lnTo>
                  <a:pt x="303057" y="1205675"/>
                </a:lnTo>
                <a:lnTo>
                  <a:pt x="309020" y="1233326"/>
                </a:lnTo>
                <a:lnTo>
                  <a:pt x="314982" y="1260977"/>
                </a:lnTo>
                <a:lnTo>
                  <a:pt x="320945" y="1288628"/>
                </a:lnTo>
                <a:lnTo>
                  <a:pt x="326908" y="1316279"/>
                </a:lnTo>
                <a:lnTo>
                  <a:pt x="332870" y="1343930"/>
                </a:lnTo>
                <a:lnTo>
                  <a:pt x="338833" y="1371590"/>
                </a:lnTo>
                <a:lnTo>
                  <a:pt x="344795" y="1399242"/>
                </a:lnTo>
                <a:lnTo>
                  <a:pt x="350768" y="1426893"/>
                </a:lnTo>
                <a:lnTo>
                  <a:pt x="356730" y="1454544"/>
                </a:lnTo>
                <a:lnTo>
                  <a:pt x="362693" y="1482195"/>
                </a:lnTo>
                <a:lnTo>
                  <a:pt x="368341" y="1509913"/>
                </a:lnTo>
                <a:lnTo>
                  <a:pt x="373990" y="1537630"/>
                </a:lnTo>
                <a:lnTo>
                  <a:pt x="379533" y="1565367"/>
                </a:lnTo>
                <a:lnTo>
                  <a:pt x="385077" y="1593104"/>
                </a:lnTo>
                <a:lnTo>
                  <a:pt x="390620" y="1620841"/>
                </a:lnTo>
                <a:lnTo>
                  <a:pt x="396164" y="1648577"/>
                </a:lnTo>
                <a:lnTo>
                  <a:pt x="401707" y="1676314"/>
                </a:lnTo>
                <a:lnTo>
                  <a:pt x="407251" y="1704061"/>
                </a:lnTo>
                <a:lnTo>
                  <a:pt x="412794" y="1731797"/>
                </a:lnTo>
                <a:lnTo>
                  <a:pt x="418338" y="1759534"/>
                </a:lnTo>
                <a:lnTo>
                  <a:pt x="423882" y="1787271"/>
                </a:lnTo>
                <a:lnTo>
                  <a:pt x="425834" y="1812074"/>
                </a:lnTo>
                <a:lnTo>
                  <a:pt x="397554" y="1812074"/>
                </a:lnTo>
                <a:lnTo>
                  <a:pt x="369265" y="1812074"/>
                </a:lnTo>
                <a:lnTo>
                  <a:pt x="340976" y="1812074"/>
                </a:lnTo>
                <a:lnTo>
                  <a:pt x="312687" y="1812074"/>
                </a:lnTo>
                <a:lnTo>
                  <a:pt x="284407" y="1812074"/>
                </a:lnTo>
                <a:lnTo>
                  <a:pt x="256118" y="1812074"/>
                </a:lnTo>
                <a:lnTo>
                  <a:pt x="227828" y="1812074"/>
                </a:lnTo>
                <a:lnTo>
                  <a:pt x="222190" y="1821390"/>
                </a:lnTo>
                <a:lnTo>
                  <a:pt x="242297" y="1841287"/>
                </a:lnTo>
                <a:lnTo>
                  <a:pt x="262395" y="1861185"/>
                </a:lnTo>
                <a:lnTo>
                  <a:pt x="282502" y="1881083"/>
                </a:lnTo>
                <a:lnTo>
                  <a:pt x="302609" y="1900980"/>
                </a:lnTo>
                <a:lnTo>
                  <a:pt x="322707" y="1920878"/>
                </a:lnTo>
                <a:lnTo>
                  <a:pt x="342814" y="1940776"/>
                </a:lnTo>
                <a:lnTo>
                  <a:pt x="362922" y="1960683"/>
                </a:lnTo>
                <a:lnTo>
                  <a:pt x="383019" y="1980581"/>
                </a:lnTo>
                <a:lnTo>
                  <a:pt x="403127" y="2000479"/>
                </a:lnTo>
                <a:lnTo>
                  <a:pt x="423234" y="2020376"/>
                </a:lnTo>
                <a:lnTo>
                  <a:pt x="443332" y="2040274"/>
                </a:lnTo>
                <a:lnTo>
                  <a:pt x="463439" y="2060172"/>
                </a:lnTo>
                <a:lnTo>
                  <a:pt x="483546" y="2080079"/>
                </a:lnTo>
                <a:lnTo>
                  <a:pt x="503644" y="2099977"/>
                </a:lnTo>
                <a:lnTo>
                  <a:pt x="523751" y="2119874"/>
                </a:lnTo>
                <a:lnTo>
                  <a:pt x="543858" y="2139772"/>
                </a:lnTo>
                <a:lnTo>
                  <a:pt x="563956" y="2159670"/>
                </a:lnTo>
                <a:lnTo>
                  <a:pt x="584063" y="2179568"/>
                </a:lnTo>
                <a:lnTo>
                  <a:pt x="604171" y="2199465"/>
                </a:lnTo>
                <a:lnTo>
                  <a:pt x="624269" y="2219373"/>
                </a:lnTo>
                <a:lnTo>
                  <a:pt x="644376" y="2239270"/>
                </a:lnTo>
                <a:lnTo>
                  <a:pt x="664483" y="2259168"/>
                </a:lnTo>
                <a:lnTo>
                  <a:pt x="684590" y="2251119"/>
                </a:lnTo>
                <a:lnTo>
                  <a:pt x="704688" y="2231222"/>
                </a:lnTo>
                <a:lnTo>
                  <a:pt x="724795" y="2211314"/>
                </a:lnTo>
                <a:lnTo>
                  <a:pt x="744903" y="2191417"/>
                </a:lnTo>
                <a:lnTo>
                  <a:pt x="765000" y="2171519"/>
                </a:lnTo>
                <a:lnTo>
                  <a:pt x="785108" y="2151621"/>
                </a:lnTo>
                <a:lnTo>
                  <a:pt x="805215" y="2131724"/>
                </a:lnTo>
                <a:lnTo>
                  <a:pt x="825313" y="2111826"/>
                </a:lnTo>
                <a:lnTo>
                  <a:pt x="845420" y="2091928"/>
                </a:lnTo>
                <a:lnTo>
                  <a:pt x="865527" y="2072021"/>
                </a:lnTo>
                <a:lnTo>
                  <a:pt x="885625" y="2052123"/>
                </a:lnTo>
                <a:lnTo>
                  <a:pt x="905732" y="2032225"/>
                </a:lnTo>
                <a:lnTo>
                  <a:pt x="925840" y="2012328"/>
                </a:lnTo>
                <a:lnTo>
                  <a:pt x="945937" y="1992430"/>
                </a:lnTo>
                <a:lnTo>
                  <a:pt x="966045" y="1972532"/>
                </a:lnTo>
                <a:lnTo>
                  <a:pt x="986152" y="1952625"/>
                </a:lnTo>
                <a:lnTo>
                  <a:pt x="1006250" y="1932727"/>
                </a:lnTo>
                <a:lnTo>
                  <a:pt x="1026357" y="1912830"/>
                </a:lnTo>
                <a:lnTo>
                  <a:pt x="1046464" y="1892932"/>
                </a:lnTo>
                <a:lnTo>
                  <a:pt x="1066571" y="1873034"/>
                </a:lnTo>
                <a:lnTo>
                  <a:pt x="1086669" y="1853136"/>
                </a:lnTo>
                <a:lnTo>
                  <a:pt x="1106776" y="1833239"/>
                </a:lnTo>
                <a:lnTo>
                  <a:pt x="1126884" y="1813331"/>
                </a:lnTo>
                <a:lnTo>
                  <a:pt x="1101662" y="1812074"/>
                </a:lnTo>
                <a:lnTo>
                  <a:pt x="1073372" y="1812074"/>
                </a:lnTo>
                <a:lnTo>
                  <a:pt x="1045093" y="1812074"/>
                </a:lnTo>
                <a:lnTo>
                  <a:pt x="1016803" y="1812074"/>
                </a:lnTo>
                <a:lnTo>
                  <a:pt x="988514" y="1812074"/>
                </a:lnTo>
                <a:lnTo>
                  <a:pt x="960225" y="1812074"/>
                </a:lnTo>
                <a:lnTo>
                  <a:pt x="931936" y="1812074"/>
                </a:lnTo>
                <a:lnTo>
                  <a:pt x="913752" y="1803787"/>
                </a:lnTo>
                <a:lnTo>
                  <a:pt x="919296" y="1776051"/>
                </a:lnTo>
                <a:lnTo>
                  <a:pt x="924839" y="1748314"/>
                </a:lnTo>
                <a:lnTo>
                  <a:pt x="930383" y="1720577"/>
                </a:lnTo>
                <a:lnTo>
                  <a:pt x="935927" y="1692840"/>
                </a:lnTo>
                <a:lnTo>
                  <a:pt x="941470" y="1665094"/>
                </a:lnTo>
                <a:lnTo>
                  <a:pt x="947014" y="1637357"/>
                </a:lnTo>
                <a:lnTo>
                  <a:pt x="952557" y="1609620"/>
                </a:lnTo>
                <a:lnTo>
                  <a:pt x="958101" y="1581883"/>
                </a:lnTo>
                <a:lnTo>
                  <a:pt x="963644" y="1554147"/>
                </a:lnTo>
                <a:lnTo>
                  <a:pt x="969235" y="1526410"/>
                </a:lnTo>
                <a:lnTo>
                  <a:pt x="974884" y="1498692"/>
                </a:lnTo>
                <a:lnTo>
                  <a:pt x="980656" y="1471003"/>
                </a:lnTo>
                <a:lnTo>
                  <a:pt x="986619" y="1443352"/>
                </a:lnTo>
                <a:lnTo>
                  <a:pt x="992581" y="1415701"/>
                </a:lnTo>
                <a:lnTo>
                  <a:pt x="998544" y="1388050"/>
                </a:lnTo>
                <a:lnTo>
                  <a:pt x="1004506" y="1360399"/>
                </a:lnTo>
                <a:lnTo>
                  <a:pt x="1010469" y="1332748"/>
                </a:lnTo>
                <a:lnTo>
                  <a:pt x="1016441" y="1305096"/>
                </a:lnTo>
                <a:lnTo>
                  <a:pt x="1022404" y="1277445"/>
                </a:lnTo>
                <a:lnTo>
                  <a:pt x="1028367" y="1249794"/>
                </a:lnTo>
                <a:lnTo>
                  <a:pt x="1034329" y="1222143"/>
                </a:lnTo>
                <a:lnTo>
                  <a:pt x="1040292" y="1194492"/>
                </a:lnTo>
                <a:lnTo>
                  <a:pt x="1046255" y="1166841"/>
                </a:lnTo>
                <a:lnTo>
                  <a:pt x="1052217" y="1139190"/>
                </a:lnTo>
                <a:lnTo>
                  <a:pt x="1058180" y="1111539"/>
                </a:lnTo>
                <a:lnTo>
                  <a:pt x="1064143" y="1083888"/>
                </a:lnTo>
                <a:lnTo>
                  <a:pt x="1070105" y="1056237"/>
                </a:lnTo>
                <a:lnTo>
                  <a:pt x="1076068" y="1028586"/>
                </a:lnTo>
                <a:lnTo>
                  <a:pt x="1082030" y="1000935"/>
                </a:lnTo>
                <a:lnTo>
                  <a:pt x="1088003" y="973284"/>
                </a:lnTo>
                <a:lnTo>
                  <a:pt x="1093965" y="945632"/>
                </a:lnTo>
                <a:lnTo>
                  <a:pt x="1099928" y="917981"/>
                </a:lnTo>
                <a:lnTo>
                  <a:pt x="1105891" y="890330"/>
                </a:lnTo>
                <a:lnTo>
                  <a:pt x="1111853" y="862679"/>
                </a:lnTo>
                <a:lnTo>
                  <a:pt x="1117816" y="835028"/>
                </a:lnTo>
                <a:lnTo>
                  <a:pt x="1123779" y="807377"/>
                </a:lnTo>
                <a:lnTo>
                  <a:pt x="1129789" y="779736"/>
                </a:lnTo>
                <a:lnTo>
                  <a:pt x="1136161" y="752170"/>
                </a:lnTo>
                <a:lnTo>
                  <a:pt x="1142657" y="724643"/>
                </a:lnTo>
                <a:lnTo>
                  <a:pt x="1150401" y="697440"/>
                </a:lnTo>
                <a:lnTo>
                  <a:pt x="1158145" y="670236"/>
                </a:lnTo>
                <a:lnTo>
                  <a:pt x="1165889" y="643023"/>
                </a:lnTo>
                <a:lnTo>
                  <a:pt x="1173632" y="615820"/>
                </a:lnTo>
                <a:lnTo>
                  <a:pt x="1181367" y="588607"/>
                </a:lnTo>
                <a:lnTo>
                  <a:pt x="1189111" y="561404"/>
                </a:lnTo>
                <a:lnTo>
                  <a:pt x="1196854" y="534200"/>
                </a:lnTo>
                <a:lnTo>
                  <a:pt x="1204598" y="506987"/>
                </a:lnTo>
                <a:lnTo>
                  <a:pt x="1212342" y="479784"/>
                </a:lnTo>
                <a:lnTo>
                  <a:pt x="1220086" y="452580"/>
                </a:lnTo>
                <a:lnTo>
                  <a:pt x="1227820" y="425367"/>
                </a:lnTo>
                <a:lnTo>
                  <a:pt x="1235564" y="398164"/>
                </a:lnTo>
                <a:lnTo>
                  <a:pt x="1243308" y="370951"/>
                </a:lnTo>
                <a:lnTo>
                  <a:pt x="1251052" y="343748"/>
                </a:lnTo>
                <a:lnTo>
                  <a:pt x="1258795" y="316544"/>
                </a:lnTo>
                <a:lnTo>
                  <a:pt x="1266530" y="289331"/>
                </a:lnTo>
                <a:lnTo>
                  <a:pt x="1274274" y="262128"/>
                </a:lnTo>
                <a:lnTo>
                  <a:pt x="1282017" y="234925"/>
                </a:lnTo>
                <a:lnTo>
                  <a:pt x="1289761" y="207712"/>
                </a:lnTo>
                <a:lnTo>
                  <a:pt x="1297505" y="180508"/>
                </a:lnTo>
                <a:lnTo>
                  <a:pt x="1305239" y="153305"/>
                </a:lnTo>
                <a:lnTo>
                  <a:pt x="1312983" y="126092"/>
                </a:lnTo>
                <a:lnTo>
                  <a:pt x="1320727" y="98889"/>
                </a:lnTo>
                <a:lnTo>
                  <a:pt x="1328471" y="71676"/>
                </a:lnTo>
                <a:lnTo>
                  <a:pt x="1336215" y="44472"/>
                </a:lnTo>
                <a:lnTo>
                  <a:pt x="1340939" y="16840"/>
                </a:lnTo>
                <a:lnTo>
                  <a:pt x="1329490" y="0"/>
                </a:lnTo>
                <a:lnTo>
                  <a:pt x="1301201" y="0"/>
                </a:lnTo>
                <a:lnTo>
                  <a:pt x="1272921" y="0"/>
                </a:lnTo>
                <a:lnTo>
                  <a:pt x="1244632" y="0"/>
                </a:lnTo>
                <a:lnTo>
                  <a:pt x="1216343" y="0"/>
                </a:lnTo>
                <a:lnTo>
                  <a:pt x="1188053" y="0"/>
                </a:lnTo>
                <a:lnTo>
                  <a:pt x="1159774" y="0"/>
                </a:lnTo>
                <a:lnTo>
                  <a:pt x="1131484" y="0"/>
                </a:lnTo>
                <a:lnTo>
                  <a:pt x="1103195" y="0"/>
                </a:lnTo>
                <a:lnTo>
                  <a:pt x="1074906" y="0"/>
                </a:lnTo>
                <a:lnTo>
                  <a:pt x="1046617" y="0"/>
                </a:lnTo>
                <a:lnTo>
                  <a:pt x="1018337" y="0"/>
                </a:lnTo>
                <a:lnTo>
                  <a:pt x="990048" y="0"/>
                </a:lnTo>
                <a:lnTo>
                  <a:pt x="961758" y="0"/>
                </a:lnTo>
                <a:lnTo>
                  <a:pt x="933469" y="0"/>
                </a:lnTo>
                <a:lnTo>
                  <a:pt x="905189" y="0"/>
                </a:lnTo>
                <a:lnTo>
                  <a:pt x="876900" y="0"/>
                </a:lnTo>
                <a:lnTo>
                  <a:pt x="848611" y="0"/>
                </a:lnTo>
                <a:lnTo>
                  <a:pt x="820322" y="0"/>
                </a:lnTo>
                <a:lnTo>
                  <a:pt x="792042" y="0"/>
                </a:lnTo>
                <a:lnTo>
                  <a:pt x="763753" y="0"/>
                </a:lnTo>
                <a:lnTo>
                  <a:pt x="735463" y="0"/>
                </a:lnTo>
                <a:lnTo>
                  <a:pt x="707174" y="0"/>
                </a:lnTo>
                <a:lnTo>
                  <a:pt x="678885" y="0"/>
                </a:lnTo>
                <a:lnTo>
                  <a:pt x="650605" y="0"/>
                </a:lnTo>
                <a:lnTo>
                  <a:pt x="622316" y="0"/>
                </a:lnTo>
                <a:lnTo>
                  <a:pt x="594027" y="0"/>
                </a:lnTo>
                <a:lnTo>
                  <a:pt x="565737" y="0"/>
                </a:lnTo>
                <a:lnTo>
                  <a:pt x="537458" y="0"/>
                </a:lnTo>
                <a:lnTo>
                  <a:pt x="509168" y="0"/>
                </a:lnTo>
                <a:lnTo>
                  <a:pt x="480879" y="0"/>
                </a:lnTo>
                <a:lnTo>
                  <a:pt x="452590" y="0"/>
                </a:lnTo>
                <a:lnTo>
                  <a:pt x="424310" y="0"/>
                </a:lnTo>
                <a:lnTo>
                  <a:pt x="396021" y="0"/>
                </a:lnTo>
                <a:lnTo>
                  <a:pt x="367732" y="0"/>
                </a:lnTo>
                <a:lnTo>
                  <a:pt x="339442" y="0"/>
                </a:lnTo>
                <a:lnTo>
                  <a:pt x="311153" y="0"/>
                </a:lnTo>
                <a:lnTo>
                  <a:pt x="282873" y="0"/>
                </a:lnTo>
                <a:lnTo>
                  <a:pt x="254584" y="0"/>
                </a:lnTo>
                <a:lnTo>
                  <a:pt x="226295" y="0"/>
                </a:lnTo>
                <a:lnTo>
                  <a:pt x="198006" y="0"/>
                </a:lnTo>
                <a:lnTo>
                  <a:pt x="169726" y="0"/>
                </a:lnTo>
                <a:lnTo>
                  <a:pt x="141437" y="0"/>
                </a:lnTo>
                <a:lnTo>
                  <a:pt x="113147" y="0"/>
                </a:lnTo>
                <a:lnTo>
                  <a:pt x="84858" y="0"/>
                </a:lnTo>
                <a:lnTo>
                  <a:pt x="56579" y="0"/>
                </a:lnTo>
                <a:lnTo>
                  <a:pt x="2828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2949CF8E-9B12-4190-A636-F9A8001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4682" y="2855119"/>
            <a:ext cx="2123627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34D55C3-4380-44F1-9391-FDFA277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7040" y="3610127"/>
            <a:ext cx="1418930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5B48A932-A605-490E-957F-E10B3889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8743" y="4365127"/>
            <a:ext cx="835523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46CAA76C-F301-436A-BD73-7B01DEE8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497" y="229061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6eb825f7944c7">
            <a:extLst>
              <a:ext uri="{96DAC541-7B7A-43D3-8B79-37D633B846F1}">
                <asvg:svgBlip xmlns:asvg="http://schemas.microsoft.com/office/drawing/2016/SVG/main" r:embed="Reabb9bdcbaa142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39747" y="238586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9545A439-76C3-4015-99F2-A2C5A0DD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137172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46dc6a4524cae">
            <a:extLst>
              <a:ext uri="{96DAC541-7B7A-43D3-8B79-37D633B846F1}">
                <asvg:svgBlip xmlns:asvg="http://schemas.microsoft.com/office/drawing/2016/SVG/main" r:embed="R1acdf9d6e2f843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2232422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4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13C5BF22-5410-496E-ADDE-2639F5A5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869" y="226263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bd2077d6d40af">
            <a:extLst>
              <a:ext uri="{96DAC541-7B7A-43D3-8B79-37D633B846F1}">
                <asvg:svgBlip xmlns:asvg="http://schemas.microsoft.com/office/drawing/2016/SVG/main" r:embed="Rb34c5233d4c049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73119" y="2357885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87AC5ABC-190C-414C-91DE-132ED5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67048E1F-AD11-4E4D-9BB8-110F58D0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4D341C3E-7F07-4CE2-9BB4-A0F29B27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D57B8C1A-03E2-4B96-9932-285297A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314A42BC-16BD-4652-9150-E11ED1F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09B82D2-0028-403B-95FF-1FBFD86C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FF47B-BC1F-425C-BC8E-5955BD5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8072D3E4-9C49-45B6-B026-615ECE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9C28589F-8266-41C2-BC7E-8F874F0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9AC6B049-B018-403B-B8A3-3BDD270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90414-6FF6-4EA8-80F1-453087AC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A231ED7F-3F6F-410F-970F-CF91AF06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8DD35148-C873-4845-8E7D-E8D2EA40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38E22E95-6BB2-4EB4-BAD3-322750C4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E2F16-BAA6-48CF-859A-D15BC72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20DBAE5D-6731-4FE7-9E3D-91AAC25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C4265A8E-E32A-40D5-8BEF-8DA0DCAA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A9EA7F31-1D34-4C62-8963-B03A5E6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3A51E586-4C54-4E18-81B2-105E28FF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467DAFA6-88B4-46B0-A1ED-2CA1C551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CE4934-B159-403A-9036-2AC4B52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67B0A0E4-3247-4120-BEAC-EFD0217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A28DE46E-2260-4A9C-8C46-301C6C3B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099448-B643-4A6F-8884-82472413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D5830A-D171-4914-BD0B-14F2ED8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8BCED931-597D-4DEA-9C75-D8E7453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E749FE3F-2EF9-452A-A256-BE794B0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650A2-FBAB-41C8-9C2D-F30DA99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9FF993-9585-443E-9D33-9F30C85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8899927C-1732-472E-A78C-9A8DE824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AE23F063-5CAF-4C00-8AEC-41343547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7A66FA-8BB6-4118-BFC5-5FDB8B41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C5A76CA8-79A4-4108-8164-5759B4E2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20CF3-1B5C-4E5B-988A-3D50913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85470FE7-65EB-4489-90B1-BB143303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扩围评审同时核对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DC5FA02F-F08D-41C1-8031-1CA26E6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方法：适用范围清楚，例外有记录</a:t>
            </a:r>
          </a:p>
        </p:txBody>
      </p:sp>
      <p:sp>
        <p:nvSpPr>
          <p:cNvPr id="18" name="PPAGENT_QA|within=expansion-boundaries|role=meta">
            <a:extLst xmlns:a="http://schemas.openxmlformats.org/drawingml/2006/main">
              <a:ext uri="{FF2B5EF4-FFF2-40B4-BE49-F238E27FC236}">
                <a16:creationId xmlns:a16="http://schemas.microsoft.com/office/drawing/2014/main" id="{5ABF0CCE-36FE-4F13-97DB-A32D5AC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达到可复用前，不宣称跨项目推广。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280EF-D510-4321-A350-55C5AF5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pause-rule|role=heading">
            <a:extLst xmlns:a="http://schemas.openxmlformats.org/drawingml/2006/main">
              <a:ext uri="{FF2B5EF4-FFF2-40B4-BE49-F238E27FC236}">
                <a16:creationId xmlns:a16="http://schemas.microsoft.com/office/drawing/2014/main" id="{B5E26332-ED9B-44C2-84FE-C9AC64E8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33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21" name="PPAGENT_QA|within=pause-rule|role=body">
            <a:extLst xmlns:a="http://schemas.openxmlformats.org/drawingml/2006/main">
              <a:ext uri="{FF2B5EF4-FFF2-40B4-BE49-F238E27FC236}">
                <a16:creationId xmlns:a16="http://schemas.microsoft.com/office/drawing/2014/main" id="{9327FB03-16E7-4961-AB23-3C0AA2D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336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任一边界无法满足，暂停扩围。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保留当前试点规模，明确补齐任务。</a:t>
            </a:r>
          </a:p>
        </p:txBody>
      </p:sp>
      <p:sp>
        <p:nvSpPr>
          <p:cNvPr id="22" name="PPAGENT_QA|within=pause-rule|role=meta">
            <a:extLst xmlns:a="http://schemas.openxmlformats.org/drawingml/2006/main">
              <a:ext uri="{FF2B5EF4-FFF2-40B4-BE49-F238E27FC236}">
                <a16:creationId xmlns:a16="http://schemas.microsoft.com/office/drawing/2014/main" id="{898D3A4E-4F3B-4A7B-86DF-E95D62C8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504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下次讨论先检查证据是否达到门槛，再讨论增加多少项目。</a:t>
            </a:r>
          </a:p>
        </p:txBody>
      </p:sp>
      <p:sp>
        <p:nvSpPr>
          <p:cNvPr id="23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2F41421F-D114-4048-965D-3D30ABA0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12" y="39610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22CE520-CE29-42E6-80EF-35EFFA75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45" y="34822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FDD8ED0-C6B7-4827-8F65-2A74AFFE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8358" y="3003242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9E574BFC-14C4-40D5-AB5A-11006DF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8967"/>
            <a:ext cx="400050" cy="627383"/>
          </a:xfrm>
          <a:custGeom xmlns:a="http://schemas.openxmlformats.org/drawingml/2006/main">
            <a:pathLst>
              <a:path w="400050" h="627383">
                <a:moveTo>
                  <a:pt x="0" y="627383"/>
                </a:moveTo>
                <a:lnTo>
                  <a:pt x="0" y="608486"/>
                </a:lnTo>
                <a:lnTo>
                  <a:pt x="0" y="589588"/>
                </a:lnTo>
                <a:lnTo>
                  <a:pt x="0" y="570690"/>
                </a:lnTo>
                <a:lnTo>
                  <a:pt x="0" y="551793"/>
                </a:lnTo>
                <a:lnTo>
                  <a:pt x="0" y="532895"/>
                </a:lnTo>
                <a:lnTo>
                  <a:pt x="0" y="513998"/>
                </a:lnTo>
                <a:lnTo>
                  <a:pt x="0" y="495100"/>
                </a:lnTo>
                <a:lnTo>
                  <a:pt x="0" y="476193"/>
                </a:lnTo>
                <a:lnTo>
                  <a:pt x="0" y="457295"/>
                </a:lnTo>
                <a:lnTo>
                  <a:pt x="0" y="438398"/>
                </a:lnTo>
                <a:lnTo>
                  <a:pt x="0" y="419500"/>
                </a:lnTo>
                <a:lnTo>
                  <a:pt x="0" y="400602"/>
                </a:lnTo>
                <a:lnTo>
                  <a:pt x="0" y="381705"/>
                </a:lnTo>
                <a:lnTo>
                  <a:pt x="0" y="362807"/>
                </a:lnTo>
                <a:lnTo>
                  <a:pt x="0" y="343910"/>
                </a:lnTo>
                <a:lnTo>
                  <a:pt x="0" y="325012"/>
                </a:lnTo>
                <a:lnTo>
                  <a:pt x="0" y="306114"/>
                </a:lnTo>
                <a:lnTo>
                  <a:pt x="0" y="287217"/>
                </a:lnTo>
                <a:lnTo>
                  <a:pt x="0" y="268319"/>
                </a:lnTo>
                <a:lnTo>
                  <a:pt x="0" y="249422"/>
                </a:lnTo>
                <a:lnTo>
                  <a:pt x="0" y="230524"/>
                </a:lnTo>
                <a:lnTo>
                  <a:pt x="0" y="211626"/>
                </a:lnTo>
                <a:lnTo>
                  <a:pt x="0" y="192729"/>
                </a:lnTo>
                <a:lnTo>
                  <a:pt x="0" y="173831"/>
                </a:lnTo>
                <a:lnTo>
                  <a:pt x="0" y="154934"/>
                </a:lnTo>
                <a:lnTo>
                  <a:pt x="0" y="136036"/>
                </a:lnTo>
                <a:lnTo>
                  <a:pt x="15050" y="127911"/>
                </a:lnTo>
                <a:lnTo>
                  <a:pt x="32937" y="121815"/>
                </a:lnTo>
                <a:lnTo>
                  <a:pt x="50825" y="115729"/>
                </a:lnTo>
                <a:lnTo>
                  <a:pt x="68713" y="109633"/>
                </a:lnTo>
                <a:lnTo>
                  <a:pt x="86611" y="103546"/>
                </a:lnTo>
                <a:lnTo>
                  <a:pt x="104499" y="97460"/>
                </a:lnTo>
                <a:lnTo>
                  <a:pt x="122387" y="91364"/>
                </a:lnTo>
                <a:lnTo>
                  <a:pt x="140275" y="85277"/>
                </a:lnTo>
                <a:lnTo>
                  <a:pt x="158163" y="79181"/>
                </a:lnTo>
                <a:lnTo>
                  <a:pt x="176051" y="73095"/>
                </a:lnTo>
                <a:lnTo>
                  <a:pt x="193948" y="66999"/>
                </a:lnTo>
                <a:lnTo>
                  <a:pt x="211836" y="60912"/>
                </a:lnTo>
                <a:lnTo>
                  <a:pt x="229724" y="54816"/>
                </a:lnTo>
                <a:lnTo>
                  <a:pt x="247612" y="48730"/>
                </a:lnTo>
                <a:lnTo>
                  <a:pt x="265500" y="42634"/>
                </a:lnTo>
                <a:lnTo>
                  <a:pt x="283388" y="36547"/>
                </a:lnTo>
                <a:lnTo>
                  <a:pt x="301285" y="30451"/>
                </a:lnTo>
                <a:lnTo>
                  <a:pt x="319173" y="24365"/>
                </a:lnTo>
                <a:lnTo>
                  <a:pt x="337061" y="18269"/>
                </a:lnTo>
                <a:lnTo>
                  <a:pt x="354949" y="12182"/>
                </a:lnTo>
                <a:lnTo>
                  <a:pt x="372837" y="6086"/>
                </a:lnTo>
                <a:lnTo>
                  <a:pt x="390725" y="0"/>
                </a:lnTo>
                <a:lnTo>
                  <a:pt x="400050" y="5877"/>
                </a:lnTo>
                <a:lnTo>
                  <a:pt x="400050" y="24775"/>
                </a:lnTo>
                <a:lnTo>
                  <a:pt x="400050" y="43672"/>
                </a:lnTo>
                <a:lnTo>
                  <a:pt x="400050" y="62570"/>
                </a:lnTo>
                <a:lnTo>
                  <a:pt x="400050" y="81467"/>
                </a:lnTo>
                <a:lnTo>
                  <a:pt x="400050" y="100365"/>
                </a:lnTo>
                <a:lnTo>
                  <a:pt x="400050" y="119263"/>
                </a:lnTo>
                <a:lnTo>
                  <a:pt x="400050" y="138160"/>
                </a:lnTo>
                <a:lnTo>
                  <a:pt x="400050" y="157058"/>
                </a:lnTo>
                <a:lnTo>
                  <a:pt x="400050" y="175955"/>
                </a:lnTo>
                <a:lnTo>
                  <a:pt x="400050" y="194853"/>
                </a:lnTo>
                <a:lnTo>
                  <a:pt x="400050" y="213751"/>
                </a:lnTo>
                <a:lnTo>
                  <a:pt x="400050" y="232648"/>
                </a:lnTo>
                <a:lnTo>
                  <a:pt x="400050" y="251546"/>
                </a:lnTo>
                <a:lnTo>
                  <a:pt x="400050" y="270453"/>
                </a:lnTo>
                <a:lnTo>
                  <a:pt x="400050" y="289350"/>
                </a:lnTo>
                <a:lnTo>
                  <a:pt x="400050" y="308248"/>
                </a:lnTo>
                <a:lnTo>
                  <a:pt x="400050" y="327146"/>
                </a:lnTo>
                <a:lnTo>
                  <a:pt x="400050" y="346043"/>
                </a:lnTo>
                <a:lnTo>
                  <a:pt x="400050" y="364941"/>
                </a:lnTo>
                <a:lnTo>
                  <a:pt x="400050" y="383838"/>
                </a:lnTo>
                <a:lnTo>
                  <a:pt x="400050" y="402736"/>
                </a:lnTo>
                <a:lnTo>
                  <a:pt x="400050" y="421634"/>
                </a:lnTo>
                <a:lnTo>
                  <a:pt x="400050" y="440531"/>
                </a:lnTo>
                <a:lnTo>
                  <a:pt x="400050" y="459429"/>
                </a:lnTo>
                <a:lnTo>
                  <a:pt x="383772" y="467477"/>
                </a:lnTo>
                <a:lnTo>
                  <a:pt x="366332" y="474745"/>
                </a:lnTo>
                <a:lnTo>
                  <a:pt x="348882" y="482013"/>
                </a:lnTo>
                <a:lnTo>
                  <a:pt x="331441" y="489280"/>
                </a:lnTo>
                <a:lnTo>
                  <a:pt x="314001" y="496548"/>
                </a:lnTo>
                <a:lnTo>
                  <a:pt x="296551" y="503815"/>
                </a:lnTo>
                <a:lnTo>
                  <a:pt x="279111" y="511083"/>
                </a:lnTo>
                <a:lnTo>
                  <a:pt x="261661" y="518351"/>
                </a:lnTo>
                <a:lnTo>
                  <a:pt x="244221" y="525628"/>
                </a:lnTo>
                <a:lnTo>
                  <a:pt x="226771" y="532895"/>
                </a:lnTo>
                <a:lnTo>
                  <a:pt x="209331" y="540163"/>
                </a:lnTo>
                <a:lnTo>
                  <a:pt x="191891" y="547430"/>
                </a:lnTo>
                <a:lnTo>
                  <a:pt x="174441" y="554698"/>
                </a:lnTo>
                <a:lnTo>
                  <a:pt x="157001" y="561965"/>
                </a:lnTo>
                <a:lnTo>
                  <a:pt x="139551" y="569233"/>
                </a:lnTo>
                <a:lnTo>
                  <a:pt x="122111" y="576501"/>
                </a:lnTo>
                <a:lnTo>
                  <a:pt x="104670" y="583768"/>
                </a:lnTo>
                <a:lnTo>
                  <a:pt x="87220" y="591036"/>
                </a:lnTo>
                <a:lnTo>
                  <a:pt x="69780" y="598303"/>
                </a:lnTo>
                <a:lnTo>
                  <a:pt x="52330" y="605580"/>
                </a:lnTo>
                <a:lnTo>
                  <a:pt x="34890" y="612848"/>
                </a:lnTo>
                <a:lnTo>
                  <a:pt x="17440" y="620116"/>
                </a:lnTo>
                <a:lnTo>
                  <a:pt x="0" y="62738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7CFEFF5-5BBE-4BC4-A975-E96272F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" y="4919663"/>
            <a:ext cx="2595648" cy="166688"/>
          </a:xfrm>
          <a:custGeom xmlns:a="http://schemas.openxmlformats.org/drawingml/2006/main">
            <a:pathLst>
              <a:path w="2595648" h="166688">
                <a:moveTo>
                  <a:pt x="0" y="166688"/>
                </a:moveTo>
                <a:lnTo>
                  <a:pt x="21908" y="166688"/>
                </a:lnTo>
                <a:lnTo>
                  <a:pt x="43815" y="166688"/>
                </a:lnTo>
                <a:lnTo>
                  <a:pt x="65713" y="166688"/>
                </a:lnTo>
                <a:lnTo>
                  <a:pt x="87620" y="166688"/>
                </a:lnTo>
                <a:lnTo>
                  <a:pt x="109528" y="166688"/>
                </a:lnTo>
                <a:lnTo>
                  <a:pt x="131435" y="166688"/>
                </a:lnTo>
                <a:lnTo>
                  <a:pt x="153343" y="166688"/>
                </a:lnTo>
                <a:lnTo>
                  <a:pt x="175241" y="166688"/>
                </a:lnTo>
                <a:lnTo>
                  <a:pt x="197148" y="166688"/>
                </a:lnTo>
                <a:lnTo>
                  <a:pt x="219056" y="166688"/>
                </a:lnTo>
                <a:lnTo>
                  <a:pt x="240963" y="166688"/>
                </a:lnTo>
                <a:lnTo>
                  <a:pt x="262871" y="166688"/>
                </a:lnTo>
                <a:lnTo>
                  <a:pt x="284769" y="166688"/>
                </a:lnTo>
                <a:lnTo>
                  <a:pt x="306676" y="166688"/>
                </a:lnTo>
                <a:lnTo>
                  <a:pt x="328584" y="166688"/>
                </a:lnTo>
                <a:lnTo>
                  <a:pt x="350491" y="166688"/>
                </a:lnTo>
                <a:lnTo>
                  <a:pt x="372399" y="166688"/>
                </a:lnTo>
                <a:lnTo>
                  <a:pt x="394297" y="166688"/>
                </a:lnTo>
                <a:lnTo>
                  <a:pt x="416204" y="166688"/>
                </a:lnTo>
                <a:lnTo>
                  <a:pt x="438112" y="166688"/>
                </a:lnTo>
                <a:lnTo>
                  <a:pt x="460019" y="166688"/>
                </a:lnTo>
                <a:lnTo>
                  <a:pt x="481927" y="166688"/>
                </a:lnTo>
                <a:lnTo>
                  <a:pt x="503825" y="166688"/>
                </a:lnTo>
                <a:lnTo>
                  <a:pt x="525732" y="166688"/>
                </a:lnTo>
                <a:lnTo>
                  <a:pt x="547640" y="166688"/>
                </a:lnTo>
                <a:lnTo>
                  <a:pt x="569547" y="166688"/>
                </a:lnTo>
                <a:lnTo>
                  <a:pt x="591455" y="166688"/>
                </a:lnTo>
                <a:lnTo>
                  <a:pt x="613353" y="166688"/>
                </a:lnTo>
                <a:lnTo>
                  <a:pt x="635260" y="166688"/>
                </a:lnTo>
                <a:lnTo>
                  <a:pt x="657168" y="166688"/>
                </a:lnTo>
                <a:lnTo>
                  <a:pt x="679075" y="166688"/>
                </a:lnTo>
                <a:lnTo>
                  <a:pt x="700983" y="166688"/>
                </a:lnTo>
                <a:lnTo>
                  <a:pt x="722881" y="166688"/>
                </a:lnTo>
                <a:lnTo>
                  <a:pt x="744788" y="166688"/>
                </a:lnTo>
                <a:lnTo>
                  <a:pt x="766696" y="166688"/>
                </a:lnTo>
                <a:lnTo>
                  <a:pt x="788603" y="166688"/>
                </a:lnTo>
                <a:lnTo>
                  <a:pt x="810511" y="166688"/>
                </a:lnTo>
                <a:lnTo>
                  <a:pt x="832418" y="166688"/>
                </a:lnTo>
                <a:lnTo>
                  <a:pt x="854316" y="166688"/>
                </a:lnTo>
                <a:lnTo>
                  <a:pt x="876224" y="166688"/>
                </a:lnTo>
                <a:lnTo>
                  <a:pt x="898131" y="166688"/>
                </a:lnTo>
                <a:lnTo>
                  <a:pt x="920039" y="166688"/>
                </a:lnTo>
                <a:lnTo>
                  <a:pt x="941946" y="166688"/>
                </a:lnTo>
                <a:lnTo>
                  <a:pt x="963844" y="166688"/>
                </a:lnTo>
                <a:lnTo>
                  <a:pt x="985752" y="166688"/>
                </a:lnTo>
                <a:lnTo>
                  <a:pt x="1007659" y="166688"/>
                </a:lnTo>
                <a:lnTo>
                  <a:pt x="1029567" y="166688"/>
                </a:lnTo>
                <a:lnTo>
                  <a:pt x="1051474" y="166688"/>
                </a:lnTo>
                <a:lnTo>
                  <a:pt x="1073372" y="166688"/>
                </a:lnTo>
                <a:lnTo>
                  <a:pt x="1095280" y="166688"/>
                </a:lnTo>
                <a:lnTo>
                  <a:pt x="1117187" y="166688"/>
                </a:lnTo>
                <a:lnTo>
                  <a:pt x="1139095" y="166688"/>
                </a:lnTo>
                <a:lnTo>
                  <a:pt x="1161002" y="166688"/>
                </a:lnTo>
                <a:lnTo>
                  <a:pt x="1182900" y="166688"/>
                </a:lnTo>
                <a:lnTo>
                  <a:pt x="1204808" y="166688"/>
                </a:lnTo>
                <a:lnTo>
                  <a:pt x="1226715" y="166688"/>
                </a:lnTo>
                <a:lnTo>
                  <a:pt x="1248623" y="166688"/>
                </a:lnTo>
                <a:lnTo>
                  <a:pt x="1270530" y="166688"/>
                </a:lnTo>
                <a:lnTo>
                  <a:pt x="1292428" y="166688"/>
                </a:lnTo>
                <a:lnTo>
                  <a:pt x="1314336" y="166688"/>
                </a:lnTo>
                <a:lnTo>
                  <a:pt x="1336243" y="166688"/>
                </a:lnTo>
                <a:lnTo>
                  <a:pt x="1358151" y="166688"/>
                </a:lnTo>
                <a:lnTo>
                  <a:pt x="1380058" y="166688"/>
                </a:lnTo>
                <a:lnTo>
                  <a:pt x="1401956" y="166688"/>
                </a:lnTo>
                <a:lnTo>
                  <a:pt x="1423864" y="166688"/>
                </a:lnTo>
                <a:lnTo>
                  <a:pt x="1445771" y="166688"/>
                </a:lnTo>
                <a:lnTo>
                  <a:pt x="1467679" y="166688"/>
                </a:lnTo>
                <a:lnTo>
                  <a:pt x="1489586" y="166688"/>
                </a:lnTo>
                <a:lnTo>
                  <a:pt x="1511484" y="166688"/>
                </a:lnTo>
                <a:lnTo>
                  <a:pt x="1533392" y="166688"/>
                </a:lnTo>
                <a:lnTo>
                  <a:pt x="1555299" y="166688"/>
                </a:lnTo>
                <a:lnTo>
                  <a:pt x="1577207" y="166688"/>
                </a:lnTo>
                <a:lnTo>
                  <a:pt x="1599114" y="166688"/>
                </a:lnTo>
                <a:lnTo>
                  <a:pt x="1621012" y="166688"/>
                </a:lnTo>
                <a:lnTo>
                  <a:pt x="1642920" y="166688"/>
                </a:lnTo>
                <a:lnTo>
                  <a:pt x="1664827" y="166688"/>
                </a:lnTo>
                <a:lnTo>
                  <a:pt x="1686735" y="166688"/>
                </a:lnTo>
                <a:lnTo>
                  <a:pt x="1708642" y="166688"/>
                </a:lnTo>
                <a:lnTo>
                  <a:pt x="1730540" y="166688"/>
                </a:lnTo>
                <a:lnTo>
                  <a:pt x="1752448" y="166688"/>
                </a:lnTo>
                <a:lnTo>
                  <a:pt x="1774355" y="166688"/>
                </a:lnTo>
                <a:lnTo>
                  <a:pt x="1796263" y="166688"/>
                </a:lnTo>
                <a:lnTo>
                  <a:pt x="1818170" y="166688"/>
                </a:lnTo>
                <a:lnTo>
                  <a:pt x="1840068" y="166688"/>
                </a:lnTo>
                <a:lnTo>
                  <a:pt x="1861976" y="166688"/>
                </a:lnTo>
                <a:lnTo>
                  <a:pt x="1883883" y="166688"/>
                </a:lnTo>
                <a:lnTo>
                  <a:pt x="1905791" y="166688"/>
                </a:lnTo>
                <a:lnTo>
                  <a:pt x="1927698" y="166688"/>
                </a:lnTo>
                <a:lnTo>
                  <a:pt x="1949596" y="166688"/>
                </a:lnTo>
                <a:lnTo>
                  <a:pt x="1971504" y="166688"/>
                </a:lnTo>
                <a:lnTo>
                  <a:pt x="1993411" y="166688"/>
                </a:lnTo>
                <a:lnTo>
                  <a:pt x="2015319" y="166688"/>
                </a:lnTo>
                <a:lnTo>
                  <a:pt x="2037226" y="166688"/>
                </a:lnTo>
                <a:lnTo>
                  <a:pt x="2059124" y="166688"/>
                </a:lnTo>
                <a:lnTo>
                  <a:pt x="2081032" y="166688"/>
                </a:lnTo>
                <a:lnTo>
                  <a:pt x="2102939" y="166688"/>
                </a:lnTo>
                <a:lnTo>
                  <a:pt x="2124847" y="166688"/>
                </a:lnTo>
                <a:lnTo>
                  <a:pt x="2146754" y="166688"/>
                </a:lnTo>
                <a:lnTo>
                  <a:pt x="2168652" y="166688"/>
                </a:lnTo>
                <a:lnTo>
                  <a:pt x="2190560" y="166688"/>
                </a:lnTo>
                <a:lnTo>
                  <a:pt x="2211457" y="161630"/>
                </a:lnTo>
                <a:lnTo>
                  <a:pt x="2231679" y="153210"/>
                </a:lnTo>
                <a:lnTo>
                  <a:pt x="2251901" y="144780"/>
                </a:lnTo>
                <a:lnTo>
                  <a:pt x="2272122" y="136360"/>
                </a:lnTo>
                <a:lnTo>
                  <a:pt x="2292334" y="127930"/>
                </a:lnTo>
                <a:lnTo>
                  <a:pt x="2312556" y="119510"/>
                </a:lnTo>
                <a:lnTo>
                  <a:pt x="2332777" y="111081"/>
                </a:lnTo>
                <a:lnTo>
                  <a:pt x="2352999" y="102651"/>
                </a:lnTo>
                <a:lnTo>
                  <a:pt x="2373220" y="94231"/>
                </a:lnTo>
                <a:lnTo>
                  <a:pt x="2393442" y="85801"/>
                </a:lnTo>
                <a:lnTo>
                  <a:pt x="2413664" y="77381"/>
                </a:lnTo>
                <a:lnTo>
                  <a:pt x="2433885" y="68951"/>
                </a:lnTo>
                <a:lnTo>
                  <a:pt x="2454107" y="60531"/>
                </a:lnTo>
                <a:lnTo>
                  <a:pt x="2474328" y="52102"/>
                </a:lnTo>
                <a:lnTo>
                  <a:pt x="2494540" y="43682"/>
                </a:lnTo>
                <a:lnTo>
                  <a:pt x="2514762" y="35252"/>
                </a:lnTo>
                <a:lnTo>
                  <a:pt x="2534984" y="26832"/>
                </a:lnTo>
                <a:lnTo>
                  <a:pt x="2555205" y="18402"/>
                </a:lnTo>
                <a:lnTo>
                  <a:pt x="2575427" y="9982"/>
                </a:lnTo>
                <a:lnTo>
                  <a:pt x="2595648" y="1553"/>
                </a:lnTo>
                <a:lnTo>
                  <a:pt x="2581504" y="0"/>
                </a:lnTo>
                <a:lnTo>
                  <a:pt x="2559596" y="0"/>
                </a:lnTo>
                <a:lnTo>
                  <a:pt x="2537689" y="0"/>
                </a:lnTo>
                <a:lnTo>
                  <a:pt x="2515791" y="0"/>
                </a:lnTo>
                <a:lnTo>
                  <a:pt x="2493883" y="0"/>
                </a:lnTo>
                <a:lnTo>
                  <a:pt x="2471976" y="0"/>
                </a:lnTo>
                <a:lnTo>
                  <a:pt x="2450068" y="0"/>
                </a:lnTo>
                <a:lnTo>
                  <a:pt x="2428161" y="0"/>
                </a:lnTo>
                <a:lnTo>
                  <a:pt x="2406263" y="0"/>
                </a:lnTo>
                <a:lnTo>
                  <a:pt x="2384355" y="0"/>
                </a:lnTo>
                <a:lnTo>
                  <a:pt x="2362448" y="0"/>
                </a:lnTo>
                <a:lnTo>
                  <a:pt x="2340540" y="0"/>
                </a:lnTo>
                <a:lnTo>
                  <a:pt x="2318633" y="0"/>
                </a:lnTo>
                <a:lnTo>
                  <a:pt x="2296725" y="0"/>
                </a:lnTo>
                <a:lnTo>
                  <a:pt x="2274827" y="0"/>
                </a:lnTo>
                <a:lnTo>
                  <a:pt x="2252920" y="0"/>
                </a:lnTo>
                <a:lnTo>
                  <a:pt x="2231012" y="0"/>
                </a:lnTo>
                <a:lnTo>
                  <a:pt x="2209105" y="0"/>
                </a:lnTo>
                <a:lnTo>
                  <a:pt x="2187197" y="0"/>
                </a:lnTo>
                <a:lnTo>
                  <a:pt x="2165299" y="0"/>
                </a:lnTo>
                <a:lnTo>
                  <a:pt x="2143392" y="0"/>
                </a:lnTo>
                <a:lnTo>
                  <a:pt x="2121484" y="0"/>
                </a:lnTo>
                <a:lnTo>
                  <a:pt x="2099577" y="0"/>
                </a:lnTo>
                <a:lnTo>
                  <a:pt x="2077669" y="0"/>
                </a:lnTo>
                <a:lnTo>
                  <a:pt x="2055771" y="0"/>
                </a:lnTo>
                <a:lnTo>
                  <a:pt x="2033864" y="0"/>
                </a:lnTo>
                <a:lnTo>
                  <a:pt x="2011956" y="0"/>
                </a:lnTo>
                <a:lnTo>
                  <a:pt x="1990049" y="0"/>
                </a:lnTo>
                <a:lnTo>
                  <a:pt x="1968141" y="0"/>
                </a:lnTo>
                <a:lnTo>
                  <a:pt x="1946243" y="0"/>
                </a:lnTo>
                <a:lnTo>
                  <a:pt x="1924336" y="0"/>
                </a:lnTo>
                <a:lnTo>
                  <a:pt x="1902428" y="0"/>
                </a:lnTo>
                <a:lnTo>
                  <a:pt x="1880521" y="0"/>
                </a:lnTo>
                <a:lnTo>
                  <a:pt x="1858613" y="0"/>
                </a:lnTo>
                <a:lnTo>
                  <a:pt x="1836715" y="0"/>
                </a:lnTo>
                <a:lnTo>
                  <a:pt x="1814808" y="0"/>
                </a:lnTo>
                <a:lnTo>
                  <a:pt x="1792900" y="0"/>
                </a:lnTo>
                <a:lnTo>
                  <a:pt x="1770993" y="0"/>
                </a:lnTo>
                <a:lnTo>
                  <a:pt x="1749085" y="0"/>
                </a:lnTo>
                <a:lnTo>
                  <a:pt x="1727187" y="0"/>
                </a:lnTo>
                <a:lnTo>
                  <a:pt x="1705280" y="0"/>
                </a:lnTo>
                <a:lnTo>
                  <a:pt x="1683372" y="0"/>
                </a:lnTo>
                <a:lnTo>
                  <a:pt x="1661465" y="0"/>
                </a:lnTo>
                <a:lnTo>
                  <a:pt x="1639557" y="0"/>
                </a:lnTo>
                <a:lnTo>
                  <a:pt x="1617659" y="0"/>
                </a:lnTo>
                <a:lnTo>
                  <a:pt x="1595752" y="0"/>
                </a:lnTo>
                <a:lnTo>
                  <a:pt x="1573844" y="0"/>
                </a:lnTo>
                <a:lnTo>
                  <a:pt x="1551937" y="0"/>
                </a:lnTo>
                <a:lnTo>
                  <a:pt x="1530029" y="0"/>
                </a:lnTo>
                <a:lnTo>
                  <a:pt x="1508131" y="0"/>
                </a:lnTo>
                <a:lnTo>
                  <a:pt x="1486224" y="0"/>
                </a:lnTo>
                <a:lnTo>
                  <a:pt x="1464316" y="0"/>
                </a:lnTo>
                <a:lnTo>
                  <a:pt x="1442409" y="0"/>
                </a:lnTo>
                <a:lnTo>
                  <a:pt x="1420501" y="0"/>
                </a:lnTo>
                <a:lnTo>
                  <a:pt x="1398603" y="0"/>
                </a:lnTo>
                <a:lnTo>
                  <a:pt x="1376696" y="0"/>
                </a:lnTo>
                <a:lnTo>
                  <a:pt x="1354788" y="0"/>
                </a:lnTo>
                <a:lnTo>
                  <a:pt x="1332881" y="0"/>
                </a:lnTo>
                <a:lnTo>
                  <a:pt x="1310973" y="0"/>
                </a:lnTo>
                <a:lnTo>
                  <a:pt x="1289075" y="0"/>
                </a:lnTo>
                <a:lnTo>
                  <a:pt x="1267168" y="0"/>
                </a:lnTo>
                <a:lnTo>
                  <a:pt x="1245260" y="0"/>
                </a:lnTo>
                <a:lnTo>
                  <a:pt x="1223353" y="0"/>
                </a:lnTo>
                <a:lnTo>
                  <a:pt x="1201445" y="0"/>
                </a:lnTo>
                <a:lnTo>
                  <a:pt x="1179547" y="0"/>
                </a:lnTo>
                <a:lnTo>
                  <a:pt x="1157640" y="0"/>
                </a:lnTo>
                <a:lnTo>
                  <a:pt x="1135732" y="0"/>
                </a:lnTo>
                <a:lnTo>
                  <a:pt x="1113825" y="0"/>
                </a:lnTo>
                <a:lnTo>
                  <a:pt x="1091917" y="0"/>
                </a:lnTo>
                <a:lnTo>
                  <a:pt x="1070019" y="0"/>
                </a:lnTo>
                <a:lnTo>
                  <a:pt x="1048112" y="0"/>
                </a:lnTo>
                <a:lnTo>
                  <a:pt x="1026204" y="0"/>
                </a:lnTo>
                <a:lnTo>
                  <a:pt x="1004297" y="0"/>
                </a:lnTo>
                <a:lnTo>
                  <a:pt x="982389" y="0"/>
                </a:lnTo>
                <a:lnTo>
                  <a:pt x="960491" y="0"/>
                </a:lnTo>
                <a:lnTo>
                  <a:pt x="938584" y="0"/>
                </a:lnTo>
                <a:lnTo>
                  <a:pt x="916676" y="0"/>
                </a:lnTo>
                <a:lnTo>
                  <a:pt x="894769" y="0"/>
                </a:lnTo>
                <a:lnTo>
                  <a:pt x="872861" y="0"/>
                </a:lnTo>
                <a:lnTo>
                  <a:pt x="850954" y="0"/>
                </a:lnTo>
                <a:lnTo>
                  <a:pt x="829056" y="0"/>
                </a:lnTo>
                <a:lnTo>
                  <a:pt x="807149" y="0"/>
                </a:lnTo>
                <a:lnTo>
                  <a:pt x="785241" y="0"/>
                </a:lnTo>
                <a:lnTo>
                  <a:pt x="763334" y="0"/>
                </a:lnTo>
                <a:lnTo>
                  <a:pt x="741426" y="0"/>
                </a:lnTo>
                <a:lnTo>
                  <a:pt x="719528" y="0"/>
                </a:lnTo>
                <a:lnTo>
                  <a:pt x="697621" y="0"/>
                </a:lnTo>
                <a:lnTo>
                  <a:pt x="675713" y="0"/>
                </a:lnTo>
                <a:lnTo>
                  <a:pt x="653806" y="0"/>
                </a:lnTo>
                <a:lnTo>
                  <a:pt x="631898" y="0"/>
                </a:lnTo>
                <a:lnTo>
                  <a:pt x="610000" y="0"/>
                </a:lnTo>
                <a:lnTo>
                  <a:pt x="588093" y="0"/>
                </a:lnTo>
                <a:lnTo>
                  <a:pt x="566185" y="0"/>
                </a:lnTo>
                <a:lnTo>
                  <a:pt x="544278" y="0"/>
                </a:lnTo>
                <a:lnTo>
                  <a:pt x="523037" y="4401"/>
                </a:lnTo>
                <a:lnTo>
                  <a:pt x="502120" y="10887"/>
                </a:lnTo>
                <a:lnTo>
                  <a:pt x="481193" y="17383"/>
                </a:lnTo>
                <a:lnTo>
                  <a:pt x="460277" y="23870"/>
                </a:lnTo>
                <a:lnTo>
                  <a:pt x="439350" y="30366"/>
                </a:lnTo>
                <a:lnTo>
                  <a:pt x="418433" y="36852"/>
                </a:lnTo>
                <a:lnTo>
                  <a:pt x="397507" y="43348"/>
                </a:lnTo>
                <a:lnTo>
                  <a:pt x="376590" y="49835"/>
                </a:lnTo>
                <a:lnTo>
                  <a:pt x="355664" y="56331"/>
                </a:lnTo>
                <a:lnTo>
                  <a:pt x="334747" y="62817"/>
                </a:lnTo>
                <a:lnTo>
                  <a:pt x="313820" y="69313"/>
                </a:lnTo>
                <a:lnTo>
                  <a:pt x="292903" y="75800"/>
                </a:lnTo>
                <a:lnTo>
                  <a:pt x="271977" y="82296"/>
                </a:lnTo>
                <a:lnTo>
                  <a:pt x="251060" y="88792"/>
                </a:lnTo>
                <a:lnTo>
                  <a:pt x="230134" y="95279"/>
                </a:lnTo>
                <a:lnTo>
                  <a:pt x="209217" y="101775"/>
                </a:lnTo>
                <a:lnTo>
                  <a:pt x="188290" y="108261"/>
                </a:lnTo>
                <a:lnTo>
                  <a:pt x="167373" y="114757"/>
                </a:lnTo>
                <a:lnTo>
                  <a:pt x="146447" y="121244"/>
                </a:lnTo>
                <a:lnTo>
                  <a:pt x="125530" y="127740"/>
                </a:lnTo>
                <a:lnTo>
                  <a:pt x="104604" y="134226"/>
                </a:lnTo>
                <a:lnTo>
                  <a:pt x="83687" y="140722"/>
                </a:lnTo>
                <a:lnTo>
                  <a:pt x="62760" y="147209"/>
                </a:lnTo>
                <a:lnTo>
                  <a:pt x="41843" y="153705"/>
                </a:lnTo>
                <a:lnTo>
                  <a:pt x="20917" y="160191"/>
                </a:lnTo>
                <a:lnTo>
                  <a:pt x="0" y="1666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19104C8-252F-4872-A3A4-5EA60615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19663"/>
            <a:ext cx="2429828" cy="166688"/>
          </a:xfrm>
          <a:custGeom xmlns:a="http://schemas.openxmlformats.org/drawingml/2006/main">
            <a:pathLst>
              <a:path w="2429828" h="166688">
                <a:moveTo>
                  <a:pt x="0" y="166688"/>
                </a:moveTo>
                <a:lnTo>
                  <a:pt x="18945" y="166688"/>
                </a:lnTo>
                <a:lnTo>
                  <a:pt x="37890" y="166688"/>
                </a:lnTo>
                <a:lnTo>
                  <a:pt x="56836" y="166688"/>
                </a:lnTo>
                <a:lnTo>
                  <a:pt x="75781" y="166688"/>
                </a:lnTo>
                <a:lnTo>
                  <a:pt x="94717" y="166688"/>
                </a:lnTo>
                <a:lnTo>
                  <a:pt x="113662" y="166688"/>
                </a:lnTo>
                <a:lnTo>
                  <a:pt x="132607" y="166688"/>
                </a:lnTo>
                <a:lnTo>
                  <a:pt x="151552" y="166688"/>
                </a:lnTo>
                <a:lnTo>
                  <a:pt x="170498" y="166688"/>
                </a:lnTo>
                <a:lnTo>
                  <a:pt x="189443" y="166688"/>
                </a:lnTo>
                <a:lnTo>
                  <a:pt x="208388" y="166688"/>
                </a:lnTo>
                <a:lnTo>
                  <a:pt x="227333" y="166688"/>
                </a:lnTo>
                <a:lnTo>
                  <a:pt x="246269" y="166688"/>
                </a:lnTo>
                <a:lnTo>
                  <a:pt x="265214" y="166688"/>
                </a:lnTo>
                <a:lnTo>
                  <a:pt x="284159" y="166688"/>
                </a:lnTo>
                <a:lnTo>
                  <a:pt x="303105" y="166688"/>
                </a:lnTo>
                <a:lnTo>
                  <a:pt x="322050" y="166688"/>
                </a:lnTo>
                <a:lnTo>
                  <a:pt x="340995" y="166688"/>
                </a:lnTo>
                <a:lnTo>
                  <a:pt x="359940" y="166688"/>
                </a:lnTo>
                <a:lnTo>
                  <a:pt x="378885" y="166688"/>
                </a:lnTo>
                <a:lnTo>
                  <a:pt x="397821" y="166688"/>
                </a:lnTo>
                <a:lnTo>
                  <a:pt x="416766" y="166688"/>
                </a:lnTo>
                <a:lnTo>
                  <a:pt x="435712" y="166688"/>
                </a:lnTo>
                <a:lnTo>
                  <a:pt x="454657" y="166688"/>
                </a:lnTo>
                <a:lnTo>
                  <a:pt x="473602" y="166688"/>
                </a:lnTo>
                <a:lnTo>
                  <a:pt x="492547" y="166688"/>
                </a:lnTo>
                <a:lnTo>
                  <a:pt x="511493" y="166688"/>
                </a:lnTo>
                <a:lnTo>
                  <a:pt x="530438" y="166688"/>
                </a:lnTo>
                <a:lnTo>
                  <a:pt x="549383" y="166688"/>
                </a:lnTo>
                <a:lnTo>
                  <a:pt x="568319" y="166688"/>
                </a:lnTo>
                <a:lnTo>
                  <a:pt x="587264" y="166688"/>
                </a:lnTo>
                <a:lnTo>
                  <a:pt x="606209" y="166688"/>
                </a:lnTo>
                <a:lnTo>
                  <a:pt x="625154" y="166688"/>
                </a:lnTo>
                <a:lnTo>
                  <a:pt x="644100" y="166688"/>
                </a:lnTo>
                <a:lnTo>
                  <a:pt x="663045" y="166688"/>
                </a:lnTo>
                <a:lnTo>
                  <a:pt x="681990" y="166688"/>
                </a:lnTo>
                <a:lnTo>
                  <a:pt x="700935" y="166688"/>
                </a:lnTo>
                <a:lnTo>
                  <a:pt x="719871" y="166688"/>
                </a:lnTo>
                <a:lnTo>
                  <a:pt x="738816" y="166688"/>
                </a:lnTo>
                <a:lnTo>
                  <a:pt x="757761" y="166688"/>
                </a:lnTo>
                <a:lnTo>
                  <a:pt x="776707" y="166688"/>
                </a:lnTo>
                <a:lnTo>
                  <a:pt x="795652" y="166688"/>
                </a:lnTo>
                <a:lnTo>
                  <a:pt x="814597" y="166688"/>
                </a:lnTo>
                <a:lnTo>
                  <a:pt x="833542" y="166688"/>
                </a:lnTo>
                <a:lnTo>
                  <a:pt x="852488" y="166688"/>
                </a:lnTo>
                <a:lnTo>
                  <a:pt x="871423" y="166688"/>
                </a:lnTo>
                <a:lnTo>
                  <a:pt x="890368" y="166688"/>
                </a:lnTo>
                <a:lnTo>
                  <a:pt x="909314" y="166688"/>
                </a:lnTo>
                <a:lnTo>
                  <a:pt x="928259" y="166688"/>
                </a:lnTo>
                <a:lnTo>
                  <a:pt x="947204" y="166688"/>
                </a:lnTo>
                <a:lnTo>
                  <a:pt x="966149" y="166688"/>
                </a:lnTo>
                <a:lnTo>
                  <a:pt x="985095" y="166688"/>
                </a:lnTo>
                <a:lnTo>
                  <a:pt x="1004040" y="166688"/>
                </a:lnTo>
                <a:lnTo>
                  <a:pt x="1022985" y="166688"/>
                </a:lnTo>
                <a:lnTo>
                  <a:pt x="1041921" y="166688"/>
                </a:lnTo>
                <a:lnTo>
                  <a:pt x="1060866" y="166688"/>
                </a:lnTo>
                <a:lnTo>
                  <a:pt x="1079811" y="166688"/>
                </a:lnTo>
                <a:lnTo>
                  <a:pt x="1098756" y="166688"/>
                </a:lnTo>
                <a:lnTo>
                  <a:pt x="1117702" y="166688"/>
                </a:lnTo>
                <a:lnTo>
                  <a:pt x="1136647" y="166688"/>
                </a:lnTo>
                <a:lnTo>
                  <a:pt x="1155592" y="166688"/>
                </a:lnTo>
                <a:lnTo>
                  <a:pt x="1174537" y="166688"/>
                </a:lnTo>
                <a:lnTo>
                  <a:pt x="1193473" y="166688"/>
                </a:lnTo>
                <a:lnTo>
                  <a:pt x="1212418" y="166688"/>
                </a:lnTo>
                <a:lnTo>
                  <a:pt x="1231363" y="166688"/>
                </a:lnTo>
                <a:lnTo>
                  <a:pt x="1250309" y="166688"/>
                </a:lnTo>
                <a:lnTo>
                  <a:pt x="1269254" y="166688"/>
                </a:lnTo>
                <a:lnTo>
                  <a:pt x="1288199" y="166688"/>
                </a:lnTo>
                <a:lnTo>
                  <a:pt x="1307144" y="166688"/>
                </a:lnTo>
                <a:lnTo>
                  <a:pt x="1326090" y="166688"/>
                </a:lnTo>
                <a:lnTo>
                  <a:pt x="1345035" y="166688"/>
                </a:lnTo>
                <a:lnTo>
                  <a:pt x="1363970" y="166688"/>
                </a:lnTo>
                <a:lnTo>
                  <a:pt x="1382916" y="166688"/>
                </a:lnTo>
                <a:lnTo>
                  <a:pt x="1401861" y="166688"/>
                </a:lnTo>
                <a:lnTo>
                  <a:pt x="1420806" y="166688"/>
                </a:lnTo>
                <a:lnTo>
                  <a:pt x="1439751" y="166688"/>
                </a:lnTo>
                <a:lnTo>
                  <a:pt x="1458697" y="166688"/>
                </a:lnTo>
                <a:lnTo>
                  <a:pt x="1477642" y="166688"/>
                </a:lnTo>
                <a:lnTo>
                  <a:pt x="1496587" y="166688"/>
                </a:lnTo>
                <a:lnTo>
                  <a:pt x="1515523" y="166688"/>
                </a:lnTo>
                <a:lnTo>
                  <a:pt x="1534468" y="166688"/>
                </a:lnTo>
                <a:lnTo>
                  <a:pt x="1553413" y="166688"/>
                </a:lnTo>
                <a:lnTo>
                  <a:pt x="1572358" y="166688"/>
                </a:lnTo>
                <a:lnTo>
                  <a:pt x="1591304" y="166688"/>
                </a:lnTo>
                <a:lnTo>
                  <a:pt x="1610249" y="166688"/>
                </a:lnTo>
                <a:lnTo>
                  <a:pt x="1629194" y="166688"/>
                </a:lnTo>
                <a:lnTo>
                  <a:pt x="1648139" y="166688"/>
                </a:lnTo>
                <a:lnTo>
                  <a:pt x="1667075" y="166688"/>
                </a:lnTo>
                <a:lnTo>
                  <a:pt x="1686020" y="166688"/>
                </a:lnTo>
                <a:lnTo>
                  <a:pt x="1704965" y="166688"/>
                </a:lnTo>
                <a:lnTo>
                  <a:pt x="1723911" y="166688"/>
                </a:lnTo>
                <a:lnTo>
                  <a:pt x="1742856" y="166688"/>
                </a:lnTo>
                <a:lnTo>
                  <a:pt x="1761801" y="166688"/>
                </a:lnTo>
                <a:lnTo>
                  <a:pt x="1780746" y="166688"/>
                </a:lnTo>
                <a:lnTo>
                  <a:pt x="1799692" y="166688"/>
                </a:lnTo>
                <a:lnTo>
                  <a:pt x="1818637" y="166688"/>
                </a:lnTo>
                <a:lnTo>
                  <a:pt x="1837573" y="166688"/>
                </a:lnTo>
                <a:lnTo>
                  <a:pt x="1856518" y="166688"/>
                </a:lnTo>
                <a:lnTo>
                  <a:pt x="1875463" y="166688"/>
                </a:lnTo>
                <a:lnTo>
                  <a:pt x="1894408" y="166688"/>
                </a:lnTo>
                <a:lnTo>
                  <a:pt x="1913353" y="166688"/>
                </a:lnTo>
                <a:lnTo>
                  <a:pt x="1932299" y="166688"/>
                </a:lnTo>
                <a:lnTo>
                  <a:pt x="1951244" y="166688"/>
                </a:lnTo>
                <a:lnTo>
                  <a:pt x="1970189" y="166688"/>
                </a:lnTo>
                <a:lnTo>
                  <a:pt x="1989125" y="166688"/>
                </a:lnTo>
                <a:lnTo>
                  <a:pt x="2008070" y="166688"/>
                </a:lnTo>
                <a:lnTo>
                  <a:pt x="2026796" y="165564"/>
                </a:lnTo>
                <a:lnTo>
                  <a:pt x="2044322" y="158363"/>
                </a:lnTo>
                <a:lnTo>
                  <a:pt x="2061839" y="151171"/>
                </a:lnTo>
                <a:lnTo>
                  <a:pt x="2079365" y="143970"/>
                </a:lnTo>
                <a:lnTo>
                  <a:pt x="2096891" y="136769"/>
                </a:lnTo>
                <a:lnTo>
                  <a:pt x="2114407" y="129569"/>
                </a:lnTo>
                <a:lnTo>
                  <a:pt x="2131933" y="122377"/>
                </a:lnTo>
                <a:lnTo>
                  <a:pt x="2149459" y="115176"/>
                </a:lnTo>
                <a:lnTo>
                  <a:pt x="2166985" y="107975"/>
                </a:lnTo>
                <a:lnTo>
                  <a:pt x="2184502" y="100775"/>
                </a:lnTo>
                <a:lnTo>
                  <a:pt x="2202028" y="93583"/>
                </a:lnTo>
                <a:lnTo>
                  <a:pt x="2219554" y="86382"/>
                </a:lnTo>
                <a:lnTo>
                  <a:pt x="2237070" y="79181"/>
                </a:lnTo>
                <a:lnTo>
                  <a:pt x="2254596" y="71980"/>
                </a:lnTo>
                <a:lnTo>
                  <a:pt x="2272122" y="64789"/>
                </a:lnTo>
                <a:lnTo>
                  <a:pt x="2289639" y="57588"/>
                </a:lnTo>
                <a:lnTo>
                  <a:pt x="2307165" y="50387"/>
                </a:lnTo>
                <a:lnTo>
                  <a:pt x="2324691" y="43186"/>
                </a:lnTo>
                <a:lnTo>
                  <a:pt x="2342217" y="35995"/>
                </a:lnTo>
                <a:lnTo>
                  <a:pt x="2359733" y="28794"/>
                </a:lnTo>
                <a:lnTo>
                  <a:pt x="2377259" y="21593"/>
                </a:lnTo>
                <a:lnTo>
                  <a:pt x="2394785" y="14402"/>
                </a:lnTo>
                <a:lnTo>
                  <a:pt x="2412302" y="7201"/>
                </a:lnTo>
                <a:lnTo>
                  <a:pt x="2429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82C43247-D435-463A-ACED-D015B73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3" y="4919663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D4F4FFF6-0BF4-46C0-8259-1611D1D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3175"/>
            <a:ext cx="263843" cy="598827"/>
          </a:xfrm>
          <a:custGeom xmlns:a="http://schemas.openxmlformats.org/drawingml/2006/main">
            <a:pathLst>
              <a:path w="263843" h="598827">
                <a:moveTo>
                  <a:pt x="0" y="598827"/>
                </a:moveTo>
                <a:lnTo>
                  <a:pt x="0" y="579834"/>
                </a:lnTo>
                <a:lnTo>
                  <a:pt x="0" y="560851"/>
                </a:lnTo>
                <a:lnTo>
                  <a:pt x="0" y="541858"/>
                </a:lnTo>
                <a:lnTo>
                  <a:pt x="0" y="522865"/>
                </a:lnTo>
                <a:lnTo>
                  <a:pt x="0" y="503882"/>
                </a:lnTo>
                <a:lnTo>
                  <a:pt x="0" y="484889"/>
                </a:lnTo>
                <a:lnTo>
                  <a:pt x="0" y="465906"/>
                </a:lnTo>
                <a:lnTo>
                  <a:pt x="0" y="446913"/>
                </a:lnTo>
                <a:lnTo>
                  <a:pt x="0" y="427930"/>
                </a:lnTo>
                <a:lnTo>
                  <a:pt x="0" y="408937"/>
                </a:lnTo>
                <a:lnTo>
                  <a:pt x="0" y="389954"/>
                </a:lnTo>
                <a:lnTo>
                  <a:pt x="0" y="370961"/>
                </a:lnTo>
                <a:lnTo>
                  <a:pt x="0" y="351968"/>
                </a:lnTo>
                <a:lnTo>
                  <a:pt x="0" y="332984"/>
                </a:lnTo>
                <a:lnTo>
                  <a:pt x="0" y="313992"/>
                </a:lnTo>
                <a:lnTo>
                  <a:pt x="0" y="295008"/>
                </a:lnTo>
                <a:lnTo>
                  <a:pt x="0" y="276015"/>
                </a:lnTo>
                <a:lnTo>
                  <a:pt x="0" y="257032"/>
                </a:lnTo>
                <a:lnTo>
                  <a:pt x="0" y="238039"/>
                </a:lnTo>
                <a:lnTo>
                  <a:pt x="0" y="219056"/>
                </a:lnTo>
                <a:lnTo>
                  <a:pt x="0" y="200063"/>
                </a:lnTo>
                <a:lnTo>
                  <a:pt x="0" y="181080"/>
                </a:lnTo>
                <a:lnTo>
                  <a:pt x="0" y="162087"/>
                </a:lnTo>
                <a:lnTo>
                  <a:pt x="0" y="143094"/>
                </a:lnTo>
                <a:lnTo>
                  <a:pt x="0" y="124111"/>
                </a:lnTo>
                <a:lnTo>
                  <a:pt x="0" y="105118"/>
                </a:lnTo>
                <a:lnTo>
                  <a:pt x="17050" y="97707"/>
                </a:lnTo>
                <a:lnTo>
                  <a:pt x="34700" y="90697"/>
                </a:lnTo>
                <a:lnTo>
                  <a:pt x="52349" y="83687"/>
                </a:lnTo>
                <a:lnTo>
                  <a:pt x="69990" y="76686"/>
                </a:lnTo>
                <a:lnTo>
                  <a:pt x="87640" y="69675"/>
                </a:lnTo>
                <a:lnTo>
                  <a:pt x="105289" y="62665"/>
                </a:lnTo>
                <a:lnTo>
                  <a:pt x="122939" y="55655"/>
                </a:lnTo>
                <a:lnTo>
                  <a:pt x="140589" y="48644"/>
                </a:lnTo>
                <a:lnTo>
                  <a:pt x="158229" y="41643"/>
                </a:lnTo>
                <a:lnTo>
                  <a:pt x="175879" y="34633"/>
                </a:lnTo>
                <a:lnTo>
                  <a:pt x="193529" y="27623"/>
                </a:lnTo>
                <a:lnTo>
                  <a:pt x="211179" y="20612"/>
                </a:lnTo>
                <a:lnTo>
                  <a:pt x="228829" y="13611"/>
                </a:lnTo>
                <a:lnTo>
                  <a:pt x="246469" y="6601"/>
                </a:lnTo>
                <a:lnTo>
                  <a:pt x="263843" y="0"/>
                </a:lnTo>
                <a:lnTo>
                  <a:pt x="263843" y="18993"/>
                </a:lnTo>
                <a:lnTo>
                  <a:pt x="263843" y="37976"/>
                </a:lnTo>
                <a:lnTo>
                  <a:pt x="263843" y="56969"/>
                </a:lnTo>
                <a:lnTo>
                  <a:pt x="263843" y="75952"/>
                </a:lnTo>
                <a:lnTo>
                  <a:pt x="263843" y="94945"/>
                </a:lnTo>
                <a:lnTo>
                  <a:pt x="263843" y="113929"/>
                </a:lnTo>
                <a:lnTo>
                  <a:pt x="263843" y="132921"/>
                </a:lnTo>
                <a:lnTo>
                  <a:pt x="263843" y="151905"/>
                </a:lnTo>
                <a:lnTo>
                  <a:pt x="263843" y="170898"/>
                </a:lnTo>
                <a:lnTo>
                  <a:pt x="263843" y="189890"/>
                </a:lnTo>
                <a:lnTo>
                  <a:pt x="263843" y="208874"/>
                </a:lnTo>
                <a:lnTo>
                  <a:pt x="263843" y="227867"/>
                </a:lnTo>
                <a:lnTo>
                  <a:pt x="263843" y="246850"/>
                </a:lnTo>
                <a:lnTo>
                  <a:pt x="263843" y="265843"/>
                </a:lnTo>
                <a:lnTo>
                  <a:pt x="263843" y="284826"/>
                </a:lnTo>
                <a:lnTo>
                  <a:pt x="263843" y="303819"/>
                </a:lnTo>
                <a:lnTo>
                  <a:pt x="263843" y="322802"/>
                </a:lnTo>
                <a:lnTo>
                  <a:pt x="263843" y="341795"/>
                </a:lnTo>
                <a:lnTo>
                  <a:pt x="263843" y="360778"/>
                </a:lnTo>
                <a:lnTo>
                  <a:pt x="263843" y="379771"/>
                </a:lnTo>
                <a:lnTo>
                  <a:pt x="263843" y="398764"/>
                </a:lnTo>
                <a:lnTo>
                  <a:pt x="263843" y="417747"/>
                </a:lnTo>
                <a:lnTo>
                  <a:pt x="263843" y="436740"/>
                </a:lnTo>
                <a:lnTo>
                  <a:pt x="263843" y="455724"/>
                </a:lnTo>
                <a:lnTo>
                  <a:pt x="253089" y="468163"/>
                </a:lnTo>
                <a:lnTo>
                  <a:pt x="236220" y="476879"/>
                </a:lnTo>
                <a:lnTo>
                  <a:pt x="219351" y="485584"/>
                </a:lnTo>
                <a:lnTo>
                  <a:pt x="202473" y="494300"/>
                </a:lnTo>
                <a:lnTo>
                  <a:pt x="185604" y="503006"/>
                </a:lnTo>
                <a:lnTo>
                  <a:pt x="168726" y="511721"/>
                </a:lnTo>
                <a:lnTo>
                  <a:pt x="151857" y="520427"/>
                </a:lnTo>
                <a:lnTo>
                  <a:pt x="134979" y="529142"/>
                </a:lnTo>
                <a:lnTo>
                  <a:pt x="118110" y="537848"/>
                </a:lnTo>
                <a:lnTo>
                  <a:pt x="101241" y="546564"/>
                </a:lnTo>
                <a:lnTo>
                  <a:pt x="84363" y="555269"/>
                </a:lnTo>
                <a:lnTo>
                  <a:pt x="67494" y="563985"/>
                </a:lnTo>
                <a:lnTo>
                  <a:pt x="50616" y="572691"/>
                </a:lnTo>
                <a:lnTo>
                  <a:pt x="33747" y="581406"/>
                </a:lnTo>
                <a:lnTo>
                  <a:pt x="16869" y="590112"/>
                </a:lnTo>
                <a:lnTo>
                  <a:pt x="0" y="59882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5430141-A238-4071-BBB1-3AC2C6A4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5795"/>
            <a:ext cx="2457536" cy="136208"/>
          </a:xfrm>
          <a:custGeom xmlns:a="http://schemas.openxmlformats.org/drawingml/2006/main">
            <a:pathLst>
              <a:path w="2457536" h="136208">
                <a:moveTo>
                  <a:pt x="0" y="136208"/>
                </a:moveTo>
                <a:lnTo>
                  <a:pt x="20745" y="136208"/>
                </a:lnTo>
                <a:lnTo>
                  <a:pt x="41500" y="136208"/>
                </a:lnTo>
                <a:lnTo>
                  <a:pt x="62255" y="136208"/>
                </a:lnTo>
                <a:lnTo>
                  <a:pt x="83001" y="136208"/>
                </a:lnTo>
                <a:lnTo>
                  <a:pt x="103756" y="136208"/>
                </a:lnTo>
                <a:lnTo>
                  <a:pt x="124501" y="136208"/>
                </a:lnTo>
                <a:lnTo>
                  <a:pt x="145256" y="136208"/>
                </a:lnTo>
                <a:lnTo>
                  <a:pt x="166002" y="136208"/>
                </a:lnTo>
                <a:lnTo>
                  <a:pt x="186757" y="136208"/>
                </a:lnTo>
                <a:lnTo>
                  <a:pt x="207502" y="136208"/>
                </a:lnTo>
                <a:lnTo>
                  <a:pt x="228257" y="136208"/>
                </a:lnTo>
                <a:lnTo>
                  <a:pt x="249003" y="136208"/>
                </a:lnTo>
                <a:lnTo>
                  <a:pt x="269758" y="136208"/>
                </a:lnTo>
                <a:lnTo>
                  <a:pt x="290503" y="136208"/>
                </a:lnTo>
                <a:lnTo>
                  <a:pt x="311258" y="136208"/>
                </a:lnTo>
                <a:lnTo>
                  <a:pt x="332003" y="136208"/>
                </a:lnTo>
                <a:lnTo>
                  <a:pt x="352758" y="136208"/>
                </a:lnTo>
                <a:lnTo>
                  <a:pt x="373504" y="136208"/>
                </a:lnTo>
                <a:lnTo>
                  <a:pt x="394259" y="136208"/>
                </a:lnTo>
                <a:lnTo>
                  <a:pt x="415004" y="136208"/>
                </a:lnTo>
                <a:lnTo>
                  <a:pt x="435759" y="136208"/>
                </a:lnTo>
                <a:lnTo>
                  <a:pt x="456505" y="136208"/>
                </a:lnTo>
                <a:lnTo>
                  <a:pt x="477260" y="136208"/>
                </a:lnTo>
                <a:lnTo>
                  <a:pt x="498005" y="136208"/>
                </a:lnTo>
                <a:lnTo>
                  <a:pt x="518760" y="136208"/>
                </a:lnTo>
                <a:lnTo>
                  <a:pt x="539506" y="136208"/>
                </a:lnTo>
                <a:lnTo>
                  <a:pt x="560261" y="136208"/>
                </a:lnTo>
                <a:lnTo>
                  <a:pt x="581006" y="136208"/>
                </a:lnTo>
                <a:lnTo>
                  <a:pt x="601761" y="136208"/>
                </a:lnTo>
                <a:lnTo>
                  <a:pt x="622506" y="136208"/>
                </a:lnTo>
                <a:lnTo>
                  <a:pt x="643261" y="136208"/>
                </a:lnTo>
                <a:lnTo>
                  <a:pt x="664007" y="136208"/>
                </a:lnTo>
                <a:lnTo>
                  <a:pt x="684762" y="136208"/>
                </a:lnTo>
                <a:lnTo>
                  <a:pt x="705507" y="136208"/>
                </a:lnTo>
                <a:lnTo>
                  <a:pt x="726262" y="136208"/>
                </a:lnTo>
                <a:lnTo>
                  <a:pt x="747008" y="136208"/>
                </a:lnTo>
                <a:lnTo>
                  <a:pt x="767763" y="136208"/>
                </a:lnTo>
                <a:lnTo>
                  <a:pt x="788508" y="136208"/>
                </a:lnTo>
                <a:lnTo>
                  <a:pt x="809263" y="136208"/>
                </a:lnTo>
                <a:lnTo>
                  <a:pt x="830009" y="136208"/>
                </a:lnTo>
                <a:lnTo>
                  <a:pt x="850763" y="136208"/>
                </a:lnTo>
                <a:lnTo>
                  <a:pt x="871509" y="136208"/>
                </a:lnTo>
                <a:lnTo>
                  <a:pt x="892264" y="136208"/>
                </a:lnTo>
                <a:lnTo>
                  <a:pt x="913009" y="136208"/>
                </a:lnTo>
                <a:lnTo>
                  <a:pt x="933764" y="136208"/>
                </a:lnTo>
                <a:lnTo>
                  <a:pt x="954510" y="136208"/>
                </a:lnTo>
                <a:lnTo>
                  <a:pt x="975265" y="136208"/>
                </a:lnTo>
                <a:lnTo>
                  <a:pt x="996010" y="136208"/>
                </a:lnTo>
                <a:lnTo>
                  <a:pt x="1016765" y="136208"/>
                </a:lnTo>
                <a:lnTo>
                  <a:pt x="1037511" y="136208"/>
                </a:lnTo>
                <a:lnTo>
                  <a:pt x="1058266" y="136208"/>
                </a:lnTo>
                <a:lnTo>
                  <a:pt x="1079011" y="136208"/>
                </a:lnTo>
                <a:lnTo>
                  <a:pt x="1099766" y="136208"/>
                </a:lnTo>
                <a:lnTo>
                  <a:pt x="1120511" y="136208"/>
                </a:lnTo>
                <a:lnTo>
                  <a:pt x="1141266" y="136208"/>
                </a:lnTo>
                <a:lnTo>
                  <a:pt x="1162012" y="136208"/>
                </a:lnTo>
                <a:lnTo>
                  <a:pt x="1182767" y="136208"/>
                </a:lnTo>
                <a:lnTo>
                  <a:pt x="1203512" y="136208"/>
                </a:lnTo>
                <a:lnTo>
                  <a:pt x="1224267" y="136208"/>
                </a:lnTo>
                <a:lnTo>
                  <a:pt x="1245013" y="136208"/>
                </a:lnTo>
                <a:lnTo>
                  <a:pt x="1265768" y="136208"/>
                </a:lnTo>
                <a:lnTo>
                  <a:pt x="1286513" y="136208"/>
                </a:lnTo>
                <a:lnTo>
                  <a:pt x="1307268" y="136208"/>
                </a:lnTo>
                <a:lnTo>
                  <a:pt x="1328014" y="136208"/>
                </a:lnTo>
                <a:lnTo>
                  <a:pt x="1348769" y="136208"/>
                </a:lnTo>
                <a:lnTo>
                  <a:pt x="1369514" y="136208"/>
                </a:lnTo>
                <a:lnTo>
                  <a:pt x="1390269" y="136208"/>
                </a:lnTo>
                <a:lnTo>
                  <a:pt x="1411014" y="136208"/>
                </a:lnTo>
                <a:lnTo>
                  <a:pt x="1431769" y="136208"/>
                </a:lnTo>
                <a:lnTo>
                  <a:pt x="1452515" y="136208"/>
                </a:lnTo>
                <a:lnTo>
                  <a:pt x="1473270" y="136208"/>
                </a:lnTo>
                <a:lnTo>
                  <a:pt x="1494015" y="136208"/>
                </a:lnTo>
                <a:lnTo>
                  <a:pt x="1514770" y="136208"/>
                </a:lnTo>
                <a:lnTo>
                  <a:pt x="1535516" y="136208"/>
                </a:lnTo>
                <a:lnTo>
                  <a:pt x="1556271" y="136208"/>
                </a:lnTo>
                <a:lnTo>
                  <a:pt x="1577016" y="136208"/>
                </a:lnTo>
                <a:lnTo>
                  <a:pt x="1597771" y="136208"/>
                </a:lnTo>
                <a:lnTo>
                  <a:pt x="1618517" y="136208"/>
                </a:lnTo>
                <a:lnTo>
                  <a:pt x="1639272" y="136208"/>
                </a:lnTo>
                <a:lnTo>
                  <a:pt x="1660017" y="136208"/>
                </a:lnTo>
                <a:lnTo>
                  <a:pt x="1680772" y="136208"/>
                </a:lnTo>
                <a:lnTo>
                  <a:pt x="1701517" y="136208"/>
                </a:lnTo>
                <a:lnTo>
                  <a:pt x="1722272" y="136208"/>
                </a:lnTo>
                <a:lnTo>
                  <a:pt x="1743018" y="136208"/>
                </a:lnTo>
                <a:lnTo>
                  <a:pt x="1763773" y="136208"/>
                </a:lnTo>
                <a:lnTo>
                  <a:pt x="1784518" y="136208"/>
                </a:lnTo>
                <a:lnTo>
                  <a:pt x="1805273" y="136208"/>
                </a:lnTo>
                <a:lnTo>
                  <a:pt x="1826019" y="136208"/>
                </a:lnTo>
                <a:lnTo>
                  <a:pt x="1846774" y="136208"/>
                </a:lnTo>
                <a:lnTo>
                  <a:pt x="1867519" y="136208"/>
                </a:lnTo>
                <a:lnTo>
                  <a:pt x="1888274" y="136208"/>
                </a:lnTo>
                <a:lnTo>
                  <a:pt x="1909020" y="136208"/>
                </a:lnTo>
                <a:lnTo>
                  <a:pt x="1929775" y="136208"/>
                </a:lnTo>
                <a:lnTo>
                  <a:pt x="1950520" y="136208"/>
                </a:lnTo>
                <a:lnTo>
                  <a:pt x="1971275" y="136208"/>
                </a:lnTo>
                <a:lnTo>
                  <a:pt x="1992020" y="136208"/>
                </a:lnTo>
                <a:lnTo>
                  <a:pt x="2012775" y="136208"/>
                </a:lnTo>
                <a:lnTo>
                  <a:pt x="2033521" y="136208"/>
                </a:lnTo>
                <a:lnTo>
                  <a:pt x="2054276" y="136208"/>
                </a:lnTo>
                <a:lnTo>
                  <a:pt x="2075021" y="136208"/>
                </a:lnTo>
                <a:lnTo>
                  <a:pt x="2095776" y="136208"/>
                </a:lnTo>
                <a:lnTo>
                  <a:pt x="2116522" y="136208"/>
                </a:lnTo>
                <a:lnTo>
                  <a:pt x="2137277" y="136208"/>
                </a:lnTo>
                <a:lnTo>
                  <a:pt x="2158022" y="136208"/>
                </a:lnTo>
                <a:lnTo>
                  <a:pt x="2178777" y="136208"/>
                </a:lnTo>
                <a:lnTo>
                  <a:pt x="2199399" y="135674"/>
                </a:lnTo>
                <a:lnTo>
                  <a:pt x="2217839" y="126159"/>
                </a:lnTo>
                <a:lnTo>
                  <a:pt x="2236270" y="116643"/>
                </a:lnTo>
                <a:lnTo>
                  <a:pt x="2254710" y="107118"/>
                </a:lnTo>
                <a:lnTo>
                  <a:pt x="2273151" y="97603"/>
                </a:lnTo>
                <a:lnTo>
                  <a:pt x="2291591" y="88087"/>
                </a:lnTo>
                <a:lnTo>
                  <a:pt x="2310032" y="78562"/>
                </a:lnTo>
                <a:lnTo>
                  <a:pt x="2328462" y="69047"/>
                </a:lnTo>
                <a:lnTo>
                  <a:pt x="2346903" y="59531"/>
                </a:lnTo>
                <a:lnTo>
                  <a:pt x="2365343" y="50006"/>
                </a:lnTo>
                <a:lnTo>
                  <a:pt x="2383784" y="40491"/>
                </a:lnTo>
                <a:lnTo>
                  <a:pt x="2402215" y="30975"/>
                </a:lnTo>
                <a:lnTo>
                  <a:pt x="2420655" y="21450"/>
                </a:lnTo>
                <a:lnTo>
                  <a:pt x="2439095" y="11935"/>
                </a:lnTo>
                <a:lnTo>
                  <a:pt x="2457536" y="2419"/>
                </a:lnTo>
                <a:lnTo>
                  <a:pt x="2446725" y="0"/>
                </a:lnTo>
                <a:lnTo>
                  <a:pt x="2425979" y="0"/>
                </a:lnTo>
                <a:lnTo>
                  <a:pt x="2405224" y="0"/>
                </a:lnTo>
                <a:lnTo>
                  <a:pt x="2384479" y="0"/>
                </a:lnTo>
                <a:lnTo>
                  <a:pt x="2363724" y="0"/>
                </a:lnTo>
                <a:lnTo>
                  <a:pt x="2342979" y="0"/>
                </a:lnTo>
                <a:lnTo>
                  <a:pt x="2322224" y="0"/>
                </a:lnTo>
                <a:lnTo>
                  <a:pt x="2301478" y="0"/>
                </a:lnTo>
                <a:lnTo>
                  <a:pt x="2280723" y="0"/>
                </a:lnTo>
                <a:lnTo>
                  <a:pt x="2259978" y="0"/>
                </a:lnTo>
                <a:lnTo>
                  <a:pt x="2239223" y="0"/>
                </a:lnTo>
                <a:lnTo>
                  <a:pt x="2218477" y="0"/>
                </a:lnTo>
                <a:lnTo>
                  <a:pt x="2197722" y="0"/>
                </a:lnTo>
                <a:lnTo>
                  <a:pt x="2176977" y="0"/>
                </a:lnTo>
                <a:lnTo>
                  <a:pt x="2156222" y="0"/>
                </a:lnTo>
                <a:lnTo>
                  <a:pt x="2135476" y="0"/>
                </a:lnTo>
                <a:lnTo>
                  <a:pt x="2114721" y="0"/>
                </a:lnTo>
                <a:lnTo>
                  <a:pt x="2093976" y="0"/>
                </a:lnTo>
                <a:lnTo>
                  <a:pt x="2073221" y="0"/>
                </a:lnTo>
                <a:lnTo>
                  <a:pt x="2052476" y="0"/>
                </a:lnTo>
                <a:lnTo>
                  <a:pt x="2031721" y="0"/>
                </a:lnTo>
                <a:lnTo>
                  <a:pt x="2010975" y="0"/>
                </a:lnTo>
                <a:lnTo>
                  <a:pt x="1990220" y="0"/>
                </a:lnTo>
                <a:lnTo>
                  <a:pt x="1969475" y="0"/>
                </a:lnTo>
                <a:lnTo>
                  <a:pt x="1948720" y="0"/>
                </a:lnTo>
                <a:lnTo>
                  <a:pt x="1927974" y="0"/>
                </a:lnTo>
                <a:lnTo>
                  <a:pt x="1907219" y="0"/>
                </a:lnTo>
                <a:lnTo>
                  <a:pt x="1886474" y="0"/>
                </a:lnTo>
                <a:lnTo>
                  <a:pt x="1865719" y="0"/>
                </a:lnTo>
                <a:lnTo>
                  <a:pt x="1844973" y="0"/>
                </a:lnTo>
                <a:lnTo>
                  <a:pt x="1824218" y="0"/>
                </a:lnTo>
                <a:lnTo>
                  <a:pt x="1803473" y="0"/>
                </a:lnTo>
                <a:lnTo>
                  <a:pt x="1782718" y="0"/>
                </a:lnTo>
                <a:lnTo>
                  <a:pt x="1761973" y="0"/>
                </a:lnTo>
                <a:lnTo>
                  <a:pt x="1741218" y="0"/>
                </a:lnTo>
                <a:lnTo>
                  <a:pt x="1720472" y="0"/>
                </a:lnTo>
                <a:lnTo>
                  <a:pt x="1699717" y="0"/>
                </a:lnTo>
                <a:lnTo>
                  <a:pt x="1678972" y="0"/>
                </a:lnTo>
                <a:lnTo>
                  <a:pt x="1658217" y="0"/>
                </a:lnTo>
                <a:lnTo>
                  <a:pt x="1637471" y="0"/>
                </a:lnTo>
                <a:lnTo>
                  <a:pt x="1616716" y="0"/>
                </a:lnTo>
                <a:lnTo>
                  <a:pt x="1595971" y="0"/>
                </a:lnTo>
                <a:lnTo>
                  <a:pt x="1575216" y="0"/>
                </a:lnTo>
                <a:lnTo>
                  <a:pt x="1554470" y="0"/>
                </a:lnTo>
                <a:lnTo>
                  <a:pt x="1533716" y="0"/>
                </a:lnTo>
                <a:lnTo>
                  <a:pt x="1512970" y="0"/>
                </a:lnTo>
                <a:lnTo>
                  <a:pt x="1492215" y="0"/>
                </a:lnTo>
                <a:lnTo>
                  <a:pt x="1471470" y="0"/>
                </a:lnTo>
                <a:lnTo>
                  <a:pt x="1450715" y="0"/>
                </a:lnTo>
                <a:lnTo>
                  <a:pt x="1429969" y="0"/>
                </a:lnTo>
                <a:lnTo>
                  <a:pt x="1409214" y="0"/>
                </a:lnTo>
                <a:lnTo>
                  <a:pt x="1388469" y="0"/>
                </a:lnTo>
                <a:lnTo>
                  <a:pt x="1367714" y="0"/>
                </a:lnTo>
                <a:lnTo>
                  <a:pt x="1346968" y="0"/>
                </a:lnTo>
                <a:lnTo>
                  <a:pt x="1326213" y="0"/>
                </a:lnTo>
                <a:lnTo>
                  <a:pt x="1305468" y="0"/>
                </a:lnTo>
                <a:lnTo>
                  <a:pt x="1284713" y="0"/>
                </a:lnTo>
                <a:lnTo>
                  <a:pt x="1263968" y="0"/>
                </a:lnTo>
                <a:lnTo>
                  <a:pt x="1243213" y="0"/>
                </a:lnTo>
                <a:lnTo>
                  <a:pt x="1222467" y="0"/>
                </a:lnTo>
                <a:lnTo>
                  <a:pt x="1201712" y="0"/>
                </a:lnTo>
                <a:lnTo>
                  <a:pt x="1180967" y="0"/>
                </a:lnTo>
                <a:lnTo>
                  <a:pt x="1160212" y="0"/>
                </a:lnTo>
                <a:lnTo>
                  <a:pt x="1139466" y="0"/>
                </a:lnTo>
                <a:lnTo>
                  <a:pt x="1118711" y="0"/>
                </a:lnTo>
                <a:lnTo>
                  <a:pt x="1097966" y="0"/>
                </a:lnTo>
                <a:lnTo>
                  <a:pt x="1077211" y="0"/>
                </a:lnTo>
                <a:lnTo>
                  <a:pt x="1056465" y="0"/>
                </a:lnTo>
                <a:lnTo>
                  <a:pt x="1035710" y="0"/>
                </a:lnTo>
                <a:lnTo>
                  <a:pt x="1014965" y="0"/>
                </a:lnTo>
                <a:lnTo>
                  <a:pt x="994210" y="0"/>
                </a:lnTo>
                <a:lnTo>
                  <a:pt x="973465" y="0"/>
                </a:lnTo>
                <a:lnTo>
                  <a:pt x="952710" y="0"/>
                </a:lnTo>
                <a:lnTo>
                  <a:pt x="931964" y="0"/>
                </a:lnTo>
                <a:lnTo>
                  <a:pt x="911209" y="0"/>
                </a:lnTo>
                <a:lnTo>
                  <a:pt x="890464" y="0"/>
                </a:lnTo>
                <a:lnTo>
                  <a:pt x="869709" y="0"/>
                </a:lnTo>
                <a:lnTo>
                  <a:pt x="848963" y="0"/>
                </a:lnTo>
                <a:lnTo>
                  <a:pt x="828208" y="0"/>
                </a:lnTo>
                <a:lnTo>
                  <a:pt x="807453" y="0"/>
                </a:lnTo>
                <a:lnTo>
                  <a:pt x="786708" y="0"/>
                </a:lnTo>
                <a:lnTo>
                  <a:pt x="765953" y="0"/>
                </a:lnTo>
                <a:lnTo>
                  <a:pt x="745207" y="0"/>
                </a:lnTo>
                <a:lnTo>
                  <a:pt x="724452" y="0"/>
                </a:lnTo>
                <a:lnTo>
                  <a:pt x="703707" y="0"/>
                </a:lnTo>
                <a:lnTo>
                  <a:pt x="682952" y="0"/>
                </a:lnTo>
                <a:lnTo>
                  <a:pt x="662207" y="0"/>
                </a:lnTo>
                <a:lnTo>
                  <a:pt x="641452" y="0"/>
                </a:lnTo>
                <a:lnTo>
                  <a:pt x="620706" y="0"/>
                </a:lnTo>
                <a:lnTo>
                  <a:pt x="599951" y="0"/>
                </a:lnTo>
                <a:lnTo>
                  <a:pt x="579206" y="0"/>
                </a:lnTo>
                <a:lnTo>
                  <a:pt x="558451" y="0"/>
                </a:lnTo>
                <a:lnTo>
                  <a:pt x="537705" y="0"/>
                </a:lnTo>
                <a:lnTo>
                  <a:pt x="516950" y="0"/>
                </a:lnTo>
                <a:lnTo>
                  <a:pt x="496205" y="0"/>
                </a:lnTo>
                <a:lnTo>
                  <a:pt x="475450" y="0"/>
                </a:lnTo>
                <a:lnTo>
                  <a:pt x="454704" y="0"/>
                </a:lnTo>
                <a:lnTo>
                  <a:pt x="433949" y="0"/>
                </a:lnTo>
                <a:lnTo>
                  <a:pt x="413204" y="0"/>
                </a:lnTo>
                <a:lnTo>
                  <a:pt x="392859" y="2448"/>
                </a:lnTo>
                <a:lnTo>
                  <a:pt x="373218" y="9134"/>
                </a:lnTo>
                <a:lnTo>
                  <a:pt x="353568" y="15821"/>
                </a:lnTo>
                <a:lnTo>
                  <a:pt x="333927" y="22517"/>
                </a:lnTo>
                <a:lnTo>
                  <a:pt x="314287" y="29204"/>
                </a:lnTo>
                <a:lnTo>
                  <a:pt x="294646" y="35890"/>
                </a:lnTo>
                <a:lnTo>
                  <a:pt x="274996" y="42577"/>
                </a:lnTo>
                <a:lnTo>
                  <a:pt x="255356" y="49263"/>
                </a:lnTo>
                <a:lnTo>
                  <a:pt x="235715" y="55950"/>
                </a:lnTo>
                <a:lnTo>
                  <a:pt x="216075" y="62636"/>
                </a:lnTo>
                <a:lnTo>
                  <a:pt x="196425" y="69332"/>
                </a:lnTo>
                <a:lnTo>
                  <a:pt x="176784" y="76019"/>
                </a:lnTo>
                <a:lnTo>
                  <a:pt x="157143" y="82706"/>
                </a:lnTo>
                <a:lnTo>
                  <a:pt x="137503" y="89392"/>
                </a:lnTo>
                <a:lnTo>
                  <a:pt x="117853" y="96079"/>
                </a:lnTo>
                <a:lnTo>
                  <a:pt x="98212" y="102765"/>
                </a:lnTo>
                <a:lnTo>
                  <a:pt x="78572" y="109452"/>
                </a:lnTo>
                <a:lnTo>
                  <a:pt x="58931" y="116148"/>
                </a:lnTo>
                <a:lnTo>
                  <a:pt x="39281" y="122834"/>
                </a:lnTo>
                <a:lnTo>
                  <a:pt x="19641" y="129521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23E9845-5DB0-4016-934B-C6E8334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0420" y="4455795"/>
            <a:ext cx="2293620" cy="136208"/>
          </a:xfrm>
          <a:custGeom xmlns:a="http://schemas.openxmlformats.org/drawingml/2006/main">
            <a:pathLst>
              <a:path w="2293620" h="136208">
                <a:moveTo>
                  <a:pt x="0" y="136208"/>
                </a:moveTo>
                <a:lnTo>
                  <a:pt x="18917" y="136208"/>
                </a:lnTo>
                <a:lnTo>
                  <a:pt x="37824" y="136208"/>
                </a:lnTo>
                <a:lnTo>
                  <a:pt x="56740" y="136208"/>
                </a:lnTo>
                <a:lnTo>
                  <a:pt x="75648" y="136208"/>
                </a:lnTo>
                <a:lnTo>
                  <a:pt x="94564" y="136208"/>
                </a:lnTo>
                <a:lnTo>
                  <a:pt x="113471" y="136208"/>
                </a:lnTo>
                <a:lnTo>
                  <a:pt x="132388" y="136208"/>
                </a:lnTo>
                <a:lnTo>
                  <a:pt x="151295" y="136208"/>
                </a:lnTo>
                <a:lnTo>
                  <a:pt x="170212" y="136208"/>
                </a:lnTo>
                <a:lnTo>
                  <a:pt x="189119" y="136208"/>
                </a:lnTo>
                <a:lnTo>
                  <a:pt x="208036" y="136208"/>
                </a:lnTo>
                <a:lnTo>
                  <a:pt x="226943" y="136208"/>
                </a:lnTo>
                <a:lnTo>
                  <a:pt x="245859" y="136208"/>
                </a:lnTo>
                <a:lnTo>
                  <a:pt x="264766" y="136208"/>
                </a:lnTo>
                <a:lnTo>
                  <a:pt x="283683" y="136208"/>
                </a:lnTo>
                <a:lnTo>
                  <a:pt x="302590" y="136208"/>
                </a:lnTo>
                <a:lnTo>
                  <a:pt x="321507" y="136208"/>
                </a:lnTo>
                <a:lnTo>
                  <a:pt x="340414" y="136208"/>
                </a:lnTo>
                <a:lnTo>
                  <a:pt x="359331" y="136208"/>
                </a:lnTo>
                <a:lnTo>
                  <a:pt x="378238" y="136208"/>
                </a:lnTo>
                <a:lnTo>
                  <a:pt x="397154" y="136208"/>
                </a:lnTo>
                <a:lnTo>
                  <a:pt x="416062" y="136208"/>
                </a:lnTo>
                <a:lnTo>
                  <a:pt x="434978" y="136208"/>
                </a:lnTo>
                <a:lnTo>
                  <a:pt x="453885" y="136208"/>
                </a:lnTo>
                <a:lnTo>
                  <a:pt x="472802" y="136208"/>
                </a:lnTo>
                <a:lnTo>
                  <a:pt x="491709" y="136208"/>
                </a:lnTo>
                <a:lnTo>
                  <a:pt x="510626" y="136208"/>
                </a:lnTo>
                <a:lnTo>
                  <a:pt x="529533" y="136208"/>
                </a:lnTo>
                <a:lnTo>
                  <a:pt x="548450" y="136208"/>
                </a:lnTo>
                <a:lnTo>
                  <a:pt x="567357" y="136208"/>
                </a:lnTo>
                <a:lnTo>
                  <a:pt x="586273" y="136208"/>
                </a:lnTo>
                <a:lnTo>
                  <a:pt x="605190" y="136208"/>
                </a:lnTo>
                <a:lnTo>
                  <a:pt x="624097" y="136208"/>
                </a:lnTo>
                <a:lnTo>
                  <a:pt x="643014" y="136208"/>
                </a:lnTo>
                <a:lnTo>
                  <a:pt x="661921" y="136208"/>
                </a:lnTo>
                <a:lnTo>
                  <a:pt x="680837" y="136208"/>
                </a:lnTo>
                <a:lnTo>
                  <a:pt x="699745" y="136208"/>
                </a:lnTo>
                <a:lnTo>
                  <a:pt x="718661" y="136208"/>
                </a:lnTo>
                <a:lnTo>
                  <a:pt x="737568" y="136208"/>
                </a:lnTo>
                <a:lnTo>
                  <a:pt x="756485" y="136208"/>
                </a:lnTo>
                <a:lnTo>
                  <a:pt x="775392" y="136208"/>
                </a:lnTo>
                <a:lnTo>
                  <a:pt x="794309" y="136208"/>
                </a:lnTo>
                <a:lnTo>
                  <a:pt x="813216" y="136208"/>
                </a:lnTo>
                <a:lnTo>
                  <a:pt x="832133" y="136208"/>
                </a:lnTo>
                <a:lnTo>
                  <a:pt x="851040" y="136208"/>
                </a:lnTo>
                <a:lnTo>
                  <a:pt x="869956" y="136208"/>
                </a:lnTo>
                <a:lnTo>
                  <a:pt x="888863" y="136208"/>
                </a:lnTo>
                <a:lnTo>
                  <a:pt x="907780" y="136208"/>
                </a:lnTo>
                <a:lnTo>
                  <a:pt x="926687" y="136208"/>
                </a:lnTo>
                <a:lnTo>
                  <a:pt x="945604" y="136208"/>
                </a:lnTo>
                <a:lnTo>
                  <a:pt x="964511" y="136208"/>
                </a:lnTo>
                <a:lnTo>
                  <a:pt x="983428" y="136208"/>
                </a:lnTo>
                <a:lnTo>
                  <a:pt x="1002335" y="136208"/>
                </a:lnTo>
                <a:lnTo>
                  <a:pt x="1021251" y="136208"/>
                </a:lnTo>
                <a:lnTo>
                  <a:pt x="1040159" y="136208"/>
                </a:lnTo>
                <a:lnTo>
                  <a:pt x="1059075" y="136208"/>
                </a:lnTo>
                <a:lnTo>
                  <a:pt x="1077982" y="136208"/>
                </a:lnTo>
                <a:lnTo>
                  <a:pt x="1096899" y="136208"/>
                </a:lnTo>
                <a:lnTo>
                  <a:pt x="1115806" y="136208"/>
                </a:lnTo>
                <a:lnTo>
                  <a:pt x="1134723" y="136208"/>
                </a:lnTo>
                <a:lnTo>
                  <a:pt x="1153630" y="136208"/>
                </a:lnTo>
                <a:lnTo>
                  <a:pt x="1172547" y="136208"/>
                </a:lnTo>
                <a:lnTo>
                  <a:pt x="1191463" y="136208"/>
                </a:lnTo>
                <a:lnTo>
                  <a:pt x="1210370" y="136208"/>
                </a:lnTo>
                <a:lnTo>
                  <a:pt x="1229287" y="136208"/>
                </a:lnTo>
                <a:lnTo>
                  <a:pt x="1248194" y="136208"/>
                </a:lnTo>
                <a:lnTo>
                  <a:pt x="1267111" y="136208"/>
                </a:lnTo>
                <a:lnTo>
                  <a:pt x="1286018" y="136208"/>
                </a:lnTo>
                <a:lnTo>
                  <a:pt x="1304935" y="136208"/>
                </a:lnTo>
                <a:lnTo>
                  <a:pt x="1323842" y="136208"/>
                </a:lnTo>
                <a:lnTo>
                  <a:pt x="1342758" y="136208"/>
                </a:lnTo>
                <a:lnTo>
                  <a:pt x="1361665" y="136208"/>
                </a:lnTo>
                <a:lnTo>
                  <a:pt x="1380582" y="136208"/>
                </a:lnTo>
                <a:lnTo>
                  <a:pt x="1399489" y="136208"/>
                </a:lnTo>
                <a:lnTo>
                  <a:pt x="1418406" y="136208"/>
                </a:lnTo>
                <a:lnTo>
                  <a:pt x="1437313" y="136208"/>
                </a:lnTo>
                <a:lnTo>
                  <a:pt x="1456230" y="136208"/>
                </a:lnTo>
                <a:lnTo>
                  <a:pt x="1475137" y="136208"/>
                </a:lnTo>
                <a:lnTo>
                  <a:pt x="1494053" y="136208"/>
                </a:lnTo>
                <a:lnTo>
                  <a:pt x="1512961" y="136208"/>
                </a:lnTo>
                <a:lnTo>
                  <a:pt x="1531877" y="136208"/>
                </a:lnTo>
                <a:lnTo>
                  <a:pt x="1550784" y="136208"/>
                </a:lnTo>
                <a:lnTo>
                  <a:pt x="1569701" y="136208"/>
                </a:lnTo>
                <a:lnTo>
                  <a:pt x="1588608" y="136208"/>
                </a:lnTo>
                <a:lnTo>
                  <a:pt x="1607525" y="136208"/>
                </a:lnTo>
                <a:lnTo>
                  <a:pt x="1626432" y="136208"/>
                </a:lnTo>
                <a:lnTo>
                  <a:pt x="1645349" y="136208"/>
                </a:lnTo>
                <a:lnTo>
                  <a:pt x="1664256" y="136208"/>
                </a:lnTo>
                <a:lnTo>
                  <a:pt x="1683172" y="136208"/>
                </a:lnTo>
                <a:lnTo>
                  <a:pt x="1702079" y="136208"/>
                </a:lnTo>
                <a:lnTo>
                  <a:pt x="1720996" y="136208"/>
                </a:lnTo>
                <a:lnTo>
                  <a:pt x="1739903" y="136208"/>
                </a:lnTo>
                <a:lnTo>
                  <a:pt x="1758820" y="136208"/>
                </a:lnTo>
                <a:lnTo>
                  <a:pt x="1777736" y="136208"/>
                </a:lnTo>
                <a:lnTo>
                  <a:pt x="1796644" y="136208"/>
                </a:lnTo>
                <a:lnTo>
                  <a:pt x="1815560" y="136208"/>
                </a:lnTo>
                <a:lnTo>
                  <a:pt x="1834467" y="136208"/>
                </a:lnTo>
                <a:lnTo>
                  <a:pt x="1853384" y="136208"/>
                </a:lnTo>
                <a:lnTo>
                  <a:pt x="1872291" y="136208"/>
                </a:lnTo>
                <a:lnTo>
                  <a:pt x="1891208" y="136208"/>
                </a:lnTo>
                <a:lnTo>
                  <a:pt x="1910115" y="136208"/>
                </a:lnTo>
                <a:lnTo>
                  <a:pt x="1929032" y="136208"/>
                </a:lnTo>
                <a:lnTo>
                  <a:pt x="1947939" y="136208"/>
                </a:lnTo>
                <a:lnTo>
                  <a:pt x="1966855" y="136208"/>
                </a:lnTo>
                <a:lnTo>
                  <a:pt x="1985762" y="136208"/>
                </a:lnTo>
                <a:lnTo>
                  <a:pt x="2004679" y="136208"/>
                </a:lnTo>
                <a:lnTo>
                  <a:pt x="2023586" y="136208"/>
                </a:lnTo>
                <a:lnTo>
                  <a:pt x="2040607" y="128302"/>
                </a:lnTo>
                <a:lnTo>
                  <a:pt x="2057476" y="119748"/>
                </a:lnTo>
                <a:lnTo>
                  <a:pt x="2074345" y="111195"/>
                </a:lnTo>
                <a:lnTo>
                  <a:pt x="2091214" y="102641"/>
                </a:lnTo>
                <a:lnTo>
                  <a:pt x="2108083" y="94088"/>
                </a:lnTo>
                <a:lnTo>
                  <a:pt x="2124951" y="85535"/>
                </a:lnTo>
                <a:lnTo>
                  <a:pt x="2141811" y="76981"/>
                </a:lnTo>
                <a:lnTo>
                  <a:pt x="2158679" y="68428"/>
                </a:lnTo>
                <a:lnTo>
                  <a:pt x="2175548" y="59874"/>
                </a:lnTo>
                <a:lnTo>
                  <a:pt x="2192417" y="51321"/>
                </a:lnTo>
                <a:lnTo>
                  <a:pt x="2209286" y="42767"/>
                </a:lnTo>
                <a:lnTo>
                  <a:pt x="2226154" y="34214"/>
                </a:lnTo>
                <a:lnTo>
                  <a:pt x="2243014" y="25660"/>
                </a:lnTo>
                <a:lnTo>
                  <a:pt x="2259882" y="17107"/>
                </a:lnTo>
                <a:lnTo>
                  <a:pt x="2276751" y="8553"/>
                </a:lnTo>
                <a:lnTo>
                  <a:pt x="2293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67FC7265-29F3-4B0A-BC9B-3B045E9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755" y="4455795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3FB361A-7BFE-4830-91EB-D0F96F9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483" y="3995890"/>
            <a:ext cx="127635" cy="218780"/>
          </a:xfrm>
          <a:custGeom xmlns:a="http://schemas.openxmlformats.org/drawingml/2006/main">
            <a:pathLst>
              <a:path w="127635" h="218780">
                <a:moveTo>
                  <a:pt x="0" y="101765"/>
                </a:moveTo>
                <a:lnTo>
                  <a:pt x="0" y="119596"/>
                </a:lnTo>
                <a:lnTo>
                  <a:pt x="0" y="137417"/>
                </a:lnTo>
                <a:lnTo>
                  <a:pt x="0" y="155238"/>
                </a:lnTo>
                <a:lnTo>
                  <a:pt x="0" y="173060"/>
                </a:lnTo>
                <a:lnTo>
                  <a:pt x="0" y="190881"/>
                </a:lnTo>
                <a:lnTo>
                  <a:pt x="0" y="208702"/>
                </a:lnTo>
                <a:lnTo>
                  <a:pt x="3658" y="218780"/>
                </a:lnTo>
                <a:lnTo>
                  <a:pt x="17440" y="207474"/>
                </a:lnTo>
                <a:lnTo>
                  <a:pt x="31213" y="196167"/>
                </a:lnTo>
                <a:lnTo>
                  <a:pt x="44987" y="184852"/>
                </a:lnTo>
                <a:lnTo>
                  <a:pt x="58760" y="173546"/>
                </a:lnTo>
                <a:lnTo>
                  <a:pt x="72533" y="162239"/>
                </a:lnTo>
                <a:lnTo>
                  <a:pt x="86306" y="150933"/>
                </a:lnTo>
                <a:lnTo>
                  <a:pt x="100089" y="139627"/>
                </a:lnTo>
                <a:lnTo>
                  <a:pt x="113862" y="128321"/>
                </a:lnTo>
                <a:lnTo>
                  <a:pt x="127635" y="117005"/>
                </a:lnTo>
                <a:lnTo>
                  <a:pt x="127635" y="99184"/>
                </a:lnTo>
                <a:lnTo>
                  <a:pt x="127635" y="81363"/>
                </a:lnTo>
                <a:lnTo>
                  <a:pt x="127635" y="63541"/>
                </a:lnTo>
                <a:lnTo>
                  <a:pt x="127635" y="45720"/>
                </a:lnTo>
                <a:lnTo>
                  <a:pt x="127635" y="27899"/>
                </a:lnTo>
                <a:lnTo>
                  <a:pt x="127635" y="10077"/>
                </a:lnTo>
                <a:lnTo>
                  <a:pt x="123977" y="0"/>
                </a:lnTo>
                <a:lnTo>
                  <a:pt x="110195" y="11306"/>
                </a:lnTo>
                <a:lnTo>
                  <a:pt x="96422" y="22612"/>
                </a:lnTo>
                <a:lnTo>
                  <a:pt x="82648" y="33919"/>
                </a:lnTo>
                <a:lnTo>
                  <a:pt x="68875" y="45234"/>
                </a:lnTo>
                <a:lnTo>
                  <a:pt x="55102" y="56540"/>
                </a:lnTo>
                <a:lnTo>
                  <a:pt x="41329" y="67847"/>
                </a:lnTo>
                <a:lnTo>
                  <a:pt x="27546" y="79153"/>
                </a:lnTo>
                <a:lnTo>
                  <a:pt x="13773" y="90459"/>
                </a:lnTo>
                <a:lnTo>
                  <a:pt x="0" y="10176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5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14C6D06B-9219-4B7B-A1A6-76941A3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2880"/>
            <a:ext cx="2319261" cy="104775"/>
          </a:xfrm>
          <a:custGeom xmlns:a="http://schemas.openxmlformats.org/drawingml/2006/main">
            <a:pathLst>
              <a:path w="2319261" h="104775">
                <a:moveTo>
                  <a:pt x="0" y="104775"/>
                </a:moveTo>
                <a:lnTo>
                  <a:pt x="19622" y="104775"/>
                </a:lnTo>
                <a:lnTo>
                  <a:pt x="39243" y="104775"/>
                </a:lnTo>
                <a:lnTo>
                  <a:pt x="58874" y="104775"/>
                </a:lnTo>
                <a:lnTo>
                  <a:pt x="78496" y="104775"/>
                </a:lnTo>
                <a:lnTo>
                  <a:pt x="98117" y="104775"/>
                </a:lnTo>
                <a:lnTo>
                  <a:pt x="117739" y="104775"/>
                </a:lnTo>
                <a:lnTo>
                  <a:pt x="137360" y="104775"/>
                </a:lnTo>
                <a:lnTo>
                  <a:pt x="156982" y="104775"/>
                </a:lnTo>
                <a:lnTo>
                  <a:pt x="176613" y="104775"/>
                </a:lnTo>
                <a:lnTo>
                  <a:pt x="196234" y="104775"/>
                </a:lnTo>
                <a:lnTo>
                  <a:pt x="215856" y="104775"/>
                </a:lnTo>
                <a:lnTo>
                  <a:pt x="235477" y="104775"/>
                </a:lnTo>
                <a:lnTo>
                  <a:pt x="255099" y="104775"/>
                </a:lnTo>
                <a:lnTo>
                  <a:pt x="274720" y="104775"/>
                </a:lnTo>
                <a:lnTo>
                  <a:pt x="294351" y="104775"/>
                </a:lnTo>
                <a:lnTo>
                  <a:pt x="313973" y="104775"/>
                </a:lnTo>
                <a:lnTo>
                  <a:pt x="333594" y="104775"/>
                </a:lnTo>
                <a:lnTo>
                  <a:pt x="353216" y="104775"/>
                </a:lnTo>
                <a:lnTo>
                  <a:pt x="372837" y="104775"/>
                </a:lnTo>
                <a:lnTo>
                  <a:pt x="392459" y="104775"/>
                </a:lnTo>
                <a:lnTo>
                  <a:pt x="412090" y="104775"/>
                </a:lnTo>
                <a:lnTo>
                  <a:pt x="431711" y="104775"/>
                </a:lnTo>
                <a:lnTo>
                  <a:pt x="451333" y="104775"/>
                </a:lnTo>
                <a:lnTo>
                  <a:pt x="470954" y="104775"/>
                </a:lnTo>
                <a:lnTo>
                  <a:pt x="490576" y="104775"/>
                </a:lnTo>
                <a:lnTo>
                  <a:pt x="510197" y="104775"/>
                </a:lnTo>
                <a:lnTo>
                  <a:pt x="529828" y="104775"/>
                </a:lnTo>
                <a:lnTo>
                  <a:pt x="549450" y="104775"/>
                </a:lnTo>
                <a:lnTo>
                  <a:pt x="569071" y="104775"/>
                </a:lnTo>
                <a:lnTo>
                  <a:pt x="588693" y="104775"/>
                </a:lnTo>
                <a:lnTo>
                  <a:pt x="608314" y="104775"/>
                </a:lnTo>
                <a:lnTo>
                  <a:pt x="627936" y="104775"/>
                </a:lnTo>
                <a:lnTo>
                  <a:pt x="647567" y="104775"/>
                </a:lnTo>
                <a:lnTo>
                  <a:pt x="667188" y="104775"/>
                </a:lnTo>
                <a:lnTo>
                  <a:pt x="686810" y="104775"/>
                </a:lnTo>
                <a:lnTo>
                  <a:pt x="706431" y="104775"/>
                </a:lnTo>
                <a:lnTo>
                  <a:pt x="726053" y="104775"/>
                </a:lnTo>
                <a:lnTo>
                  <a:pt x="745674" y="104775"/>
                </a:lnTo>
                <a:lnTo>
                  <a:pt x="765305" y="104775"/>
                </a:lnTo>
                <a:lnTo>
                  <a:pt x="784927" y="104775"/>
                </a:lnTo>
                <a:lnTo>
                  <a:pt x="804548" y="104775"/>
                </a:lnTo>
                <a:lnTo>
                  <a:pt x="824170" y="104775"/>
                </a:lnTo>
                <a:lnTo>
                  <a:pt x="843791" y="104775"/>
                </a:lnTo>
                <a:lnTo>
                  <a:pt x="863413" y="104775"/>
                </a:lnTo>
                <a:lnTo>
                  <a:pt x="883044" y="104775"/>
                </a:lnTo>
                <a:lnTo>
                  <a:pt x="902665" y="104775"/>
                </a:lnTo>
                <a:lnTo>
                  <a:pt x="922287" y="104775"/>
                </a:lnTo>
                <a:lnTo>
                  <a:pt x="941908" y="104775"/>
                </a:lnTo>
                <a:lnTo>
                  <a:pt x="961530" y="104775"/>
                </a:lnTo>
                <a:lnTo>
                  <a:pt x="981161" y="104775"/>
                </a:lnTo>
                <a:lnTo>
                  <a:pt x="1000782" y="104775"/>
                </a:lnTo>
                <a:lnTo>
                  <a:pt x="1020404" y="104775"/>
                </a:lnTo>
                <a:lnTo>
                  <a:pt x="1040025" y="104775"/>
                </a:lnTo>
                <a:lnTo>
                  <a:pt x="1059647" y="104775"/>
                </a:lnTo>
                <a:lnTo>
                  <a:pt x="1079268" y="104775"/>
                </a:lnTo>
                <a:lnTo>
                  <a:pt x="1098899" y="104775"/>
                </a:lnTo>
                <a:lnTo>
                  <a:pt x="1118521" y="104775"/>
                </a:lnTo>
                <a:lnTo>
                  <a:pt x="1138142" y="104775"/>
                </a:lnTo>
                <a:lnTo>
                  <a:pt x="1157764" y="104775"/>
                </a:lnTo>
                <a:lnTo>
                  <a:pt x="1177385" y="104775"/>
                </a:lnTo>
                <a:lnTo>
                  <a:pt x="1197007" y="104775"/>
                </a:lnTo>
                <a:lnTo>
                  <a:pt x="1216638" y="104775"/>
                </a:lnTo>
                <a:lnTo>
                  <a:pt x="1236259" y="104775"/>
                </a:lnTo>
                <a:lnTo>
                  <a:pt x="1255881" y="104775"/>
                </a:lnTo>
                <a:lnTo>
                  <a:pt x="1275502" y="104775"/>
                </a:lnTo>
                <a:lnTo>
                  <a:pt x="1295124" y="104775"/>
                </a:lnTo>
                <a:lnTo>
                  <a:pt x="1314745" y="104775"/>
                </a:lnTo>
                <a:lnTo>
                  <a:pt x="1334376" y="104775"/>
                </a:lnTo>
                <a:lnTo>
                  <a:pt x="1353998" y="104775"/>
                </a:lnTo>
                <a:lnTo>
                  <a:pt x="1373619" y="104775"/>
                </a:lnTo>
                <a:lnTo>
                  <a:pt x="1393241" y="104775"/>
                </a:lnTo>
                <a:lnTo>
                  <a:pt x="1412862" y="104775"/>
                </a:lnTo>
                <a:lnTo>
                  <a:pt x="1432484" y="104775"/>
                </a:lnTo>
                <a:lnTo>
                  <a:pt x="1452115" y="104775"/>
                </a:lnTo>
                <a:lnTo>
                  <a:pt x="1471736" y="104775"/>
                </a:lnTo>
                <a:lnTo>
                  <a:pt x="1491358" y="104775"/>
                </a:lnTo>
                <a:lnTo>
                  <a:pt x="1510979" y="104775"/>
                </a:lnTo>
                <a:lnTo>
                  <a:pt x="1530601" y="104775"/>
                </a:lnTo>
                <a:lnTo>
                  <a:pt x="1550222" y="104775"/>
                </a:lnTo>
                <a:lnTo>
                  <a:pt x="1569853" y="104775"/>
                </a:lnTo>
                <a:lnTo>
                  <a:pt x="1589475" y="104775"/>
                </a:lnTo>
                <a:lnTo>
                  <a:pt x="1609096" y="104775"/>
                </a:lnTo>
                <a:lnTo>
                  <a:pt x="1628718" y="104775"/>
                </a:lnTo>
                <a:lnTo>
                  <a:pt x="1648339" y="104775"/>
                </a:lnTo>
                <a:lnTo>
                  <a:pt x="1667970" y="104775"/>
                </a:lnTo>
                <a:lnTo>
                  <a:pt x="1687592" y="104775"/>
                </a:lnTo>
                <a:lnTo>
                  <a:pt x="1707213" y="104775"/>
                </a:lnTo>
                <a:lnTo>
                  <a:pt x="1726835" y="104775"/>
                </a:lnTo>
                <a:lnTo>
                  <a:pt x="1746456" y="104775"/>
                </a:lnTo>
                <a:lnTo>
                  <a:pt x="1766078" y="104775"/>
                </a:lnTo>
                <a:lnTo>
                  <a:pt x="1785699" y="104775"/>
                </a:lnTo>
                <a:lnTo>
                  <a:pt x="1805330" y="104775"/>
                </a:lnTo>
                <a:lnTo>
                  <a:pt x="1824952" y="104775"/>
                </a:lnTo>
                <a:lnTo>
                  <a:pt x="1844573" y="104775"/>
                </a:lnTo>
                <a:lnTo>
                  <a:pt x="1864195" y="104775"/>
                </a:lnTo>
                <a:lnTo>
                  <a:pt x="1883816" y="104775"/>
                </a:lnTo>
                <a:lnTo>
                  <a:pt x="1903447" y="104775"/>
                </a:lnTo>
                <a:lnTo>
                  <a:pt x="1923069" y="104775"/>
                </a:lnTo>
                <a:lnTo>
                  <a:pt x="1942690" y="104775"/>
                </a:lnTo>
                <a:lnTo>
                  <a:pt x="1962312" y="104775"/>
                </a:lnTo>
                <a:lnTo>
                  <a:pt x="1981933" y="104775"/>
                </a:lnTo>
                <a:lnTo>
                  <a:pt x="2001555" y="104775"/>
                </a:lnTo>
                <a:lnTo>
                  <a:pt x="2021186" y="104775"/>
                </a:lnTo>
                <a:lnTo>
                  <a:pt x="2040807" y="104775"/>
                </a:lnTo>
                <a:lnTo>
                  <a:pt x="2060429" y="104775"/>
                </a:lnTo>
                <a:lnTo>
                  <a:pt x="2080050" y="104775"/>
                </a:lnTo>
                <a:lnTo>
                  <a:pt x="2099672" y="104775"/>
                </a:lnTo>
                <a:lnTo>
                  <a:pt x="2119293" y="104775"/>
                </a:lnTo>
                <a:lnTo>
                  <a:pt x="2138924" y="104775"/>
                </a:lnTo>
                <a:lnTo>
                  <a:pt x="2158546" y="104775"/>
                </a:lnTo>
                <a:lnTo>
                  <a:pt x="2178167" y="104775"/>
                </a:lnTo>
                <a:lnTo>
                  <a:pt x="2197789" y="104775"/>
                </a:lnTo>
                <a:lnTo>
                  <a:pt x="2213086" y="92688"/>
                </a:lnTo>
                <a:lnTo>
                  <a:pt x="2228259" y="80239"/>
                </a:lnTo>
                <a:lnTo>
                  <a:pt x="2243423" y="67789"/>
                </a:lnTo>
                <a:lnTo>
                  <a:pt x="2258587" y="55340"/>
                </a:lnTo>
                <a:lnTo>
                  <a:pt x="2273760" y="42891"/>
                </a:lnTo>
                <a:lnTo>
                  <a:pt x="2288924" y="30442"/>
                </a:lnTo>
                <a:lnTo>
                  <a:pt x="2304088" y="17993"/>
                </a:lnTo>
                <a:lnTo>
                  <a:pt x="2319261" y="5534"/>
                </a:lnTo>
                <a:lnTo>
                  <a:pt x="2315108" y="0"/>
                </a:lnTo>
                <a:lnTo>
                  <a:pt x="2295487" y="0"/>
                </a:lnTo>
                <a:lnTo>
                  <a:pt x="2275865" y="0"/>
                </a:lnTo>
                <a:lnTo>
                  <a:pt x="2256244" y="0"/>
                </a:lnTo>
                <a:lnTo>
                  <a:pt x="2236613" y="0"/>
                </a:lnTo>
                <a:lnTo>
                  <a:pt x="2216991" y="0"/>
                </a:lnTo>
                <a:lnTo>
                  <a:pt x="2197370" y="0"/>
                </a:lnTo>
                <a:lnTo>
                  <a:pt x="2177748" y="0"/>
                </a:lnTo>
                <a:lnTo>
                  <a:pt x="2158127" y="0"/>
                </a:lnTo>
                <a:lnTo>
                  <a:pt x="2138505" y="0"/>
                </a:lnTo>
                <a:lnTo>
                  <a:pt x="2118874" y="0"/>
                </a:lnTo>
                <a:lnTo>
                  <a:pt x="2099253" y="0"/>
                </a:lnTo>
                <a:lnTo>
                  <a:pt x="2079631" y="0"/>
                </a:lnTo>
                <a:lnTo>
                  <a:pt x="2060010" y="0"/>
                </a:lnTo>
                <a:lnTo>
                  <a:pt x="2040388" y="0"/>
                </a:lnTo>
                <a:lnTo>
                  <a:pt x="2020767" y="0"/>
                </a:lnTo>
                <a:lnTo>
                  <a:pt x="2001136" y="0"/>
                </a:lnTo>
                <a:lnTo>
                  <a:pt x="1981514" y="0"/>
                </a:lnTo>
                <a:lnTo>
                  <a:pt x="1961893" y="0"/>
                </a:lnTo>
                <a:lnTo>
                  <a:pt x="1942271" y="0"/>
                </a:lnTo>
                <a:lnTo>
                  <a:pt x="1922650" y="0"/>
                </a:lnTo>
                <a:lnTo>
                  <a:pt x="1903028" y="0"/>
                </a:lnTo>
                <a:lnTo>
                  <a:pt x="1883397" y="0"/>
                </a:lnTo>
                <a:lnTo>
                  <a:pt x="1863776" y="0"/>
                </a:lnTo>
                <a:lnTo>
                  <a:pt x="1844154" y="0"/>
                </a:lnTo>
                <a:lnTo>
                  <a:pt x="1824533" y="0"/>
                </a:lnTo>
                <a:lnTo>
                  <a:pt x="1804911" y="0"/>
                </a:lnTo>
                <a:lnTo>
                  <a:pt x="1785290" y="0"/>
                </a:lnTo>
                <a:lnTo>
                  <a:pt x="1765659" y="0"/>
                </a:lnTo>
                <a:lnTo>
                  <a:pt x="1746037" y="0"/>
                </a:lnTo>
                <a:lnTo>
                  <a:pt x="1726416" y="0"/>
                </a:lnTo>
                <a:lnTo>
                  <a:pt x="1706794" y="0"/>
                </a:lnTo>
                <a:lnTo>
                  <a:pt x="1687173" y="0"/>
                </a:lnTo>
                <a:lnTo>
                  <a:pt x="1667542" y="0"/>
                </a:lnTo>
                <a:lnTo>
                  <a:pt x="1647920" y="0"/>
                </a:lnTo>
                <a:lnTo>
                  <a:pt x="1628299" y="0"/>
                </a:lnTo>
                <a:lnTo>
                  <a:pt x="1608677" y="0"/>
                </a:lnTo>
                <a:lnTo>
                  <a:pt x="1589056" y="0"/>
                </a:lnTo>
                <a:lnTo>
                  <a:pt x="1569434" y="0"/>
                </a:lnTo>
                <a:lnTo>
                  <a:pt x="1549803" y="0"/>
                </a:lnTo>
                <a:lnTo>
                  <a:pt x="1530182" y="0"/>
                </a:lnTo>
                <a:lnTo>
                  <a:pt x="1510560" y="0"/>
                </a:lnTo>
                <a:lnTo>
                  <a:pt x="1490939" y="0"/>
                </a:lnTo>
                <a:lnTo>
                  <a:pt x="1471317" y="0"/>
                </a:lnTo>
                <a:lnTo>
                  <a:pt x="1451696" y="0"/>
                </a:lnTo>
                <a:lnTo>
                  <a:pt x="1432065" y="0"/>
                </a:lnTo>
                <a:lnTo>
                  <a:pt x="1412443" y="0"/>
                </a:lnTo>
                <a:lnTo>
                  <a:pt x="1392822" y="0"/>
                </a:lnTo>
                <a:lnTo>
                  <a:pt x="1373200" y="0"/>
                </a:lnTo>
                <a:lnTo>
                  <a:pt x="1353579" y="0"/>
                </a:lnTo>
                <a:lnTo>
                  <a:pt x="1333957" y="0"/>
                </a:lnTo>
                <a:lnTo>
                  <a:pt x="1314326" y="0"/>
                </a:lnTo>
                <a:lnTo>
                  <a:pt x="1294705" y="0"/>
                </a:lnTo>
                <a:lnTo>
                  <a:pt x="1275083" y="0"/>
                </a:lnTo>
                <a:lnTo>
                  <a:pt x="1255462" y="0"/>
                </a:lnTo>
                <a:lnTo>
                  <a:pt x="1235840" y="0"/>
                </a:lnTo>
                <a:lnTo>
                  <a:pt x="1216219" y="0"/>
                </a:lnTo>
                <a:lnTo>
                  <a:pt x="1196588" y="0"/>
                </a:lnTo>
                <a:lnTo>
                  <a:pt x="1176966" y="0"/>
                </a:lnTo>
                <a:lnTo>
                  <a:pt x="1157345" y="0"/>
                </a:lnTo>
                <a:lnTo>
                  <a:pt x="1137723" y="0"/>
                </a:lnTo>
                <a:lnTo>
                  <a:pt x="1118102" y="0"/>
                </a:lnTo>
                <a:lnTo>
                  <a:pt x="1098480" y="0"/>
                </a:lnTo>
                <a:lnTo>
                  <a:pt x="1078849" y="0"/>
                </a:lnTo>
                <a:lnTo>
                  <a:pt x="1059228" y="0"/>
                </a:lnTo>
                <a:lnTo>
                  <a:pt x="1039606" y="0"/>
                </a:lnTo>
                <a:lnTo>
                  <a:pt x="1019985" y="0"/>
                </a:lnTo>
                <a:lnTo>
                  <a:pt x="1000363" y="0"/>
                </a:lnTo>
                <a:lnTo>
                  <a:pt x="980742" y="0"/>
                </a:lnTo>
                <a:lnTo>
                  <a:pt x="961111" y="0"/>
                </a:lnTo>
                <a:lnTo>
                  <a:pt x="941489" y="0"/>
                </a:lnTo>
                <a:lnTo>
                  <a:pt x="921868" y="0"/>
                </a:lnTo>
                <a:lnTo>
                  <a:pt x="902246" y="0"/>
                </a:lnTo>
                <a:lnTo>
                  <a:pt x="882625" y="0"/>
                </a:lnTo>
                <a:lnTo>
                  <a:pt x="863003" y="0"/>
                </a:lnTo>
                <a:lnTo>
                  <a:pt x="843372" y="0"/>
                </a:lnTo>
                <a:lnTo>
                  <a:pt x="823751" y="0"/>
                </a:lnTo>
                <a:lnTo>
                  <a:pt x="804129" y="0"/>
                </a:lnTo>
                <a:lnTo>
                  <a:pt x="784508" y="0"/>
                </a:lnTo>
                <a:lnTo>
                  <a:pt x="764886" y="0"/>
                </a:lnTo>
                <a:lnTo>
                  <a:pt x="745255" y="0"/>
                </a:lnTo>
                <a:lnTo>
                  <a:pt x="725634" y="0"/>
                </a:lnTo>
                <a:lnTo>
                  <a:pt x="706012" y="0"/>
                </a:lnTo>
                <a:lnTo>
                  <a:pt x="686391" y="0"/>
                </a:lnTo>
                <a:lnTo>
                  <a:pt x="666769" y="0"/>
                </a:lnTo>
                <a:lnTo>
                  <a:pt x="647148" y="0"/>
                </a:lnTo>
                <a:lnTo>
                  <a:pt x="627517" y="0"/>
                </a:lnTo>
                <a:lnTo>
                  <a:pt x="607895" y="0"/>
                </a:lnTo>
                <a:lnTo>
                  <a:pt x="588274" y="0"/>
                </a:lnTo>
                <a:lnTo>
                  <a:pt x="568652" y="0"/>
                </a:lnTo>
                <a:lnTo>
                  <a:pt x="549031" y="0"/>
                </a:lnTo>
                <a:lnTo>
                  <a:pt x="529409" y="0"/>
                </a:lnTo>
                <a:lnTo>
                  <a:pt x="509778" y="0"/>
                </a:lnTo>
                <a:lnTo>
                  <a:pt x="490157" y="0"/>
                </a:lnTo>
                <a:lnTo>
                  <a:pt x="470535" y="0"/>
                </a:lnTo>
                <a:lnTo>
                  <a:pt x="450914" y="0"/>
                </a:lnTo>
                <a:lnTo>
                  <a:pt x="431292" y="0"/>
                </a:lnTo>
                <a:lnTo>
                  <a:pt x="411671" y="0"/>
                </a:lnTo>
                <a:lnTo>
                  <a:pt x="392039" y="0"/>
                </a:lnTo>
                <a:lnTo>
                  <a:pt x="372418" y="0"/>
                </a:lnTo>
                <a:lnTo>
                  <a:pt x="352796" y="0"/>
                </a:lnTo>
                <a:lnTo>
                  <a:pt x="333175" y="0"/>
                </a:lnTo>
                <a:lnTo>
                  <a:pt x="313553" y="0"/>
                </a:lnTo>
                <a:lnTo>
                  <a:pt x="293932" y="0"/>
                </a:lnTo>
                <a:lnTo>
                  <a:pt x="274301" y="0"/>
                </a:lnTo>
                <a:lnTo>
                  <a:pt x="255327" y="3381"/>
                </a:lnTo>
                <a:lnTo>
                  <a:pt x="237087" y="10620"/>
                </a:lnTo>
                <a:lnTo>
                  <a:pt x="218856" y="17869"/>
                </a:lnTo>
                <a:lnTo>
                  <a:pt x="200616" y="25108"/>
                </a:lnTo>
                <a:lnTo>
                  <a:pt x="182375" y="32347"/>
                </a:lnTo>
                <a:lnTo>
                  <a:pt x="164135" y="39595"/>
                </a:lnTo>
                <a:lnTo>
                  <a:pt x="145904" y="46834"/>
                </a:lnTo>
                <a:lnTo>
                  <a:pt x="127664" y="54073"/>
                </a:lnTo>
                <a:lnTo>
                  <a:pt x="109423" y="61322"/>
                </a:lnTo>
                <a:lnTo>
                  <a:pt x="91192" y="68561"/>
                </a:lnTo>
                <a:lnTo>
                  <a:pt x="72952" y="75809"/>
                </a:lnTo>
                <a:lnTo>
                  <a:pt x="54712" y="83048"/>
                </a:lnTo>
                <a:lnTo>
                  <a:pt x="36471" y="90287"/>
                </a:lnTo>
                <a:lnTo>
                  <a:pt x="18240" y="97536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6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04EEA092-D861-4A5C-A64C-55A230C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790" y="3992880"/>
            <a:ext cx="2157413" cy="104775"/>
          </a:xfrm>
          <a:custGeom xmlns:a="http://schemas.openxmlformats.org/drawingml/2006/main">
            <a:pathLst>
              <a:path w="2157413" h="104775">
                <a:moveTo>
                  <a:pt x="0" y="104775"/>
                </a:moveTo>
                <a:lnTo>
                  <a:pt x="18917" y="104775"/>
                </a:lnTo>
                <a:lnTo>
                  <a:pt x="37824" y="104775"/>
                </a:lnTo>
                <a:lnTo>
                  <a:pt x="56740" y="104775"/>
                </a:lnTo>
                <a:lnTo>
                  <a:pt x="75648" y="104775"/>
                </a:lnTo>
                <a:lnTo>
                  <a:pt x="94564" y="104775"/>
                </a:lnTo>
                <a:lnTo>
                  <a:pt x="113471" y="104775"/>
                </a:lnTo>
                <a:lnTo>
                  <a:pt x="132388" y="104775"/>
                </a:lnTo>
                <a:lnTo>
                  <a:pt x="151305" y="104775"/>
                </a:lnTo>
                <a:lnTo>
                  <a:pt x="170212" y="104775"/>
                </a:lnTo>
                <a:lnTo>
                  <a:pt x="189128" y="104775"/>
                </a:lnTo>
                <a:lnTo>
                  <a:pt x="208036" y="104775"/>
                </a:lnTo>
                <a:lnTo>
                  <a:pt x="226952" y="104775"/>
                </a:lnTo>
                <a:lnTo>
                  <a:pt x="245859" y="104775"/>
                </a:lnTo>
                <a:lnTo>
                  <a:pt x="264776" y="104775"/>
                </a:lnTo>
                <a:lnTo>
                  <a:pt x="283693" y="104775"/>
                </a:lnTo>
                <a:lnTo>
                  <a:pt x="302600" y="104775"/>
                </a:lnTo>
                <a:lnTo>
                  <a:pt x="321516" y="104775"/>
                </a:lnTo>
                <a:lnTo>
                  <a:pt x="340424" y="104775"/>
                </a:lnTo>
                <a:lnTo>
                  <a:pt x="359340" y="104775"/>
                </a:lnTo>
                <a:lnTo>
                  <a:pt x="378247" y="104775"/>
                </a:lnTo>
                <a:lnTo>
                  <a:pt x="397164" y="104775"/>
                </a:lnTo>
                <a:lnTo>
                  <a:pt x="416081" y="104775"/>
                </a:lnTo>
                <a:lnTo>
                  <a:pt x="434988" y="104775"/>
                </a:lnTo>
                <a:lnTo>
                  <a:pt x="453904" y="104775"/>
                </a:lnTo>
                <a:lnTo>
                  <a:pt x="472811" y="104775"/>
                </a:lnTo>
                <a:lnTo>
                  <a:pt x="491728" y="104775"/>
                </a:lnTo>
                <a:lnTo>
                  <a:pt x="510635" y="104775"/>
                </a:lnTo>
                <a:lnTo>
                  <a:pt x="529552" y="104775"/>
                </a:lnTo>
                <a:lnTo>
                  <a:pt x="548469" y="104775"/>
                </a:lnTo>
                <a:lnTo>
                  <a:pt x="567376" y="104775"/>
                </a:lnTo>
                <a:lnTo>
                  <a:pt x="586292" y="104775"/>
                </a:lnTo>
                <a:lnTo>
                  <a:pt x="605199" y="104775"/>
                </a:lnTo>
                <a:lnTo>
                  <a:pt x="624116" y="104775"/>
                </a:lnTo>
                <a:lnTo>
                  <a:pt x="643023" y="104775"/>
                </a:lnTo>
                <a:lnTo>
                  <a:pt x="661940" y="104775"/>
                </a:lnTo>
                <a:lnTo>
                  <a:pt x="680847" y="104775"/>
                </a:lnTo>
                <a:lnTo>
                  <a:pt x="699764" y="104775"/>
                </a:lnTo>
                <a:lnTo>
                  <a:pt x="718680" y="104775"/>
                </a:lnTo>
                <a:lnTo>
                  <a:pt x="737587" y="104775"/>
                </a:lnTo>
                <a:lnTo>
                  <a:pt x="756504" y="104775"/>
                </a:lnTo>
                <a:lnTo>
                  <a:pt x="775411" y="104775"/>
                </a:lnTo>
                <a:lnTo>
                  <a:pt x="794328" y="104775"/>
                </a:lnTo>
                <a:lnTo>
                  <a:pt x="813235" y="104775"/>
                </a:lnTo>
                <a:lnTo>
                  <a:pt x="832152" y="104775"/>
                </a:lnTo>
                <a:lnTo>
                  <a:pt x="851068" y="104775"/>
                </a:lnTo>
                <a:lnTo>
                  <a:pt x="869975" y="104775"/>
                </a:lnTo>
                <a:lnTo>
                  <a:pt x="888892" y="104775"/>
                </a:lnTo>
                <a:lnTo>
                  <a:pt x="907799" y="104775"/>
                </a:lnTo>
                <a:lnTo>
                  <a:pt x="926716" y="104775"/>
                </a:lnTo>
                <a:lnTo>
                  <a:pt x="945623" y="104775"/>
                </a:lnTo>
                <a:lnTo>
                  <a:pt x="964540" y="104775"/>
                </a:lnTo>
                <a:lnTo>
                  <a:pt x="983456" y="104775"/>
                </a:lnTo>
                <a:lnTo>
                  <a:pt x="1002363" y="104775"/>
                </a:lnTo>
                <a:lnTo>
                  <a:pt x="1021280" y="104775"/>
                </a:lnTo>
                <a:lnTo>
                  <a:pt x="1040187" y="104775"/>
                </a:lnTo>
                <a:lnTo>
                  <a:pt x="1059104" y="104775"/>
                </a:lnTo>
                <a:lnTo>
                  <a:pt x="1078011" y="104775"/>
                </a:lnTo>
                <a:lnTo>
                  <a:pt x="1096928" y="104775"/>
                </a:lnTo>
                <a:lnTo>
                  <a:pt x="1115844" y="104775"/>
                </a:lnTo>
                <a:lnTo>
                  <a:pt x="1134751" y="104775"/>
                </a:lnTo>
                <a:lnTo>
                  <a:pt x="1153668" y="104775"/>
                </a:lnTo>
                <a:lnTo>
                  <a:pt x="1172575" y="104775"/>
                </a:lnTo>
                <a:lnTo>
                  <a:pt x="1191492" y="104775"/>
                </a:lnTo>
                <a:lnTo>
                  <a:pt x="1210399" y="104775"/>
                </a:lnTo>
                <a:lnTo>
                  <a:pt x="1229316" y="104775"/>
                </a:lnTo>
                <a:lnTo>
                  <a:pt x="1248232" y="104775"/>
                </a:lnTo>
                <a:lnTo>
                  <a:pt x="1267139" y="104775"/>
                </a:lnTo>
                <a:lnTo>
                  <a:pt x="1286056" y="104775"/>
                </a:lnTo>
                <a:lnTo>
                  <a:pt x="1304963" y="104775"/>
                </a:lnTo>
                <a:lnTo>
                  <a:pt x="1323880" y="104775"/>
                </a:lnTo>
                <a:lnTo>
                  <a:pt x="1342787" y="104775"/>
                </a:lnTo>
                <a:lnTo>
                  <a:pt x="1361704" y="104775"/>
                </a:lnTo>
                <a:lnTo>
                  <a:pt x="1380620" y="104775"/>
                </a:lnTo>
                <a:lnTo>
                  <a:pt x="1399527" y="104775"/>
                </a:lnTo>
                <a:lnTo>
                  <a:pt x="1418444" y="104775"/>
                </a:lnTo>
                <a:lnTo>
                  <a:pt x="1437351" y="104775"/>
                </a:lnTo>
                <a:lnTo>
                  <a:pt x="1456268" y="104775"/>
                </a:lnTo>
                <a:lnTo>
                  <a:pt x="1475175" y="104775"/>
                </a:lnTo>
                <a:lnTo>
                  <a:pt x="1494092" y="104775"/>
                </a:lnTo>
                <a:lnTo>
                  <a:pt x="1512999" y="104775"/>
                </a:lnTo>
                <a:lnTo>
                  <a:pt x="1531915" y="104775"/>
                </a:lnTo>
                <a:lnTo>
                  <a:pt x="1550832" y="104775"/>
                </a:lnTo>
                <a:lnTo>
                  <a:pt x="1569739" y="104775"/>
                </a:lnTo>
                <a:lnTo>
                  <a:pt x="1588656" y="104775"/>
                </a:lnTo>
                <a:lnTo>
                  <a:pt x="1607563" y="104775"/>
                </a:lnTo>
                <a:lnTo>
                  <a:pt x="1626479" y="104775"/>
                </a:lnTo>
                <a:lnTo>
                  <a:pt x="1645387" y="104775"/>
                </a:lnTo>
                <a:lnTo>
                  <a:pt x="1664303" y="104775"/>
                </a:lnTo>
                <a:lnTo>
                  <a:pt x="1683220" y="104775"/>
                </a:lnTo>
                <a:lnTo>
                  <a:pt x="1702127" y="104775"/>
                </a:lnTo>
                <a:lnTo>
                  <a:pt x="1721044" y="104775"/>
                </a:lnTo>
                <a:lnTo>
                  <a:pt x="1739951" y="104775"/>
                </a:lnTo>
                <a:lnTo>
                  <a:pt x="1758867" y="104775"/>
                </a:lnTo>
                <a:lnTo>
                  <a:pt x="1777775" y="104775"/>
                </a:lnTo>
                <a:lnTo>
                  <a:pt x="1796691" y="104775"/>
                </a:lnTo>
                <a:lnTo>
                  <a:pt x="1815608" y="104775"/>
                </a:lnTo>
                <a:lnTo>
                  <a:pt x="1834515" y="104775"/>
                </a:lnTo>
                <a:lnTo>
                  <a:pt x="1853432" y="104775"/>
                </a:lnTo>
                <a:lnTo>
                  <a:pt x="1872339" y="104775"/>
                </a:lnTo>
                <a:lnTo>
                  <a:pt x="1891255" y="104775"/>
                </a:lnTo>
                <a:lnTo>
                  <a:pt x="1910163" y="104775"/>
                </a:lnTo>
                <a:lnTo>
                  <a:pt x="1929079" y="104775"/>
                </a:lnTo>
                <a:lnTo>
                  <a:pt x="1947996" y="104775"/>
                </a:lnTo>
                <a:lnTo>
                  <a:pt x="1966903" y="104775"/>
                </a:lnTo>
                <a:lnTo>
                  <a:pt x="1985820" y="104775"/>
                </a:lnTo>
                <a:lnTo>
                  <a:pt x="2004727" y="104775"/>
                </a:lnTo>
                <a:lnTo>
                  <a:pt x="2023643" y="104775"/>
                </a:lnTo>
                <a:lnTo>
                  <a:pt x="2038769" y="93888"/>
                </a:lnTo>
                <a:lnTo>
                  <a:pt x="2053600" y="82153"/>
                </a:lnTo>
                <a:lnTo>
                  <a:pt x="2068430" y="70418"/>
                </a:lnTo>
                <a:lnTo>
                  <a:pt x="2083260" y="58684"/>
                </a:lnTo>
                <a:lnTo>
                  <a:pt x="2098091" y="46949"/>
                </a:lnTo>
                <a:lnTo>
                  <a:pt x="2112921" y="35204"/>
                </a:lnTo>
                <a:lnTo>
                  <a:pt x="2127752" y="23470"/>
                </a:lnTo>
                <a:lnTo>
                  <a:pt x="2142582" y="11735"/>
                </a:lnTo>
                <a:lnTo>
                  <a:pt x="2157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7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C7E23ED-9D2E-40F9-BB2B-F292B91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992880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25FE7044-AAE1-4F36-BDC7-567C715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26199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9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79AD77CC-5CA7-4F6F-BDB6-E7E6499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521403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4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FC837E5-DA0C-497A-8A0A-C4B08388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8195" y="484272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1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B189067B-AB48-4720-AD02-4BA351B9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6126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2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752BBC6F-B515-4A2D-B741-E016F73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87206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4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E3D605D-F308-42C7-BFE1-5279D2E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528" y="436393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4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9B611E93-0CAC-4085-AE8F-78B394D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13402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5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9E7035A7-9BAE-4CA6-97BC-E682C2E5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39343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核，边界清楚</a:t>
            </a:r>
          </a:p>
        </p:txBody>
      </p:sp>
      <p:sp>
        <p:nvSpPr>
          <p:cNvPr id="4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1048A2BE-B7FC-4BF0-A891-AF423E3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852" y="388530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2026-09-09T05:07:16.9570000Z</dcterms:created>
  <dcterms:modified xsi:type="dcterms:W3CDTF">2026-09-09T05:07:16.9570000Z</dcterms:modified>
</coreProperties>
</file>