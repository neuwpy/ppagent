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cb53a4d17e48b4" /><Relationship Type="http://schemas.openxmlformats.org/officeDocument/2006/relationships/extended-properties" Target="/docProps/app.xml" Id="R95e1236f80fb4b87" /><Relationship Type="http://schemas.openxmlformats.org/officeDocument/2006/relationships/officeDocument" Target="/ppt/presentation.xml" Id="Rb7676855c31a4c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8b0e24380d4f45"/>
    <p:sldMasterId xmlns:r="http://schemas.openxmlformats.org/officeDocument/2006/relationships" id="2147483660" r:id="Rc4419b3f9cf24b21"/>
    <p:sldMasterId xmlns:r="http://schemas.openxmlformats.org/officeDocument/2006/relationships" id="2147483663" r:id="Raedc87c63d6a4c6e"/>
  </p:sldMasterIdLst>
  <p:notesMasterIdLst>
    <p:notesMasterId xmlns:r="http://schemas.openxmlformats.org/officeDocument/2006/relationships" r:id="R4aebb1098311441e"/>
  </p:notesMasterIdLst>
  <p:sldIdLst>
    <p:sldId xmlns:r="http://schemas.openxmlformats.org/officeDocument/2006/relationships" id="256" r:id="R2cab841d916c424d"/>
    <p:sldId xmlns:r="http://schemas.openxmlformats.org/officeDocument/2006/relationships" id="257" r:id="Rf768ffcce028444e"/>
    <p:sldId xmlns:r="http://schemas.openxmlformats.org/officeDocument/2006/relationships" id="258" r:id="R31bf78ff72454b29"/>
    <p:sldId xmlns:r="http://schemas.openxmlformats.org/officeDocument/2006/relationships" id="259" r:id="Rdb411346c8764c39"/>
    <p:sldId xmlns:r="http://schemas.openxmlformats.org/officeDocument/2006/relationships" id="260" r:id="Rb5322b6dce93488b"/>
    <p:sldId xmlns:r="http://schemas.openxmlformats.org/officeDocument/2006/relationships" id="261" r:id="Rca1dc0b602c348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c837eadce34052" /><Relationship Type="http://schemas.openxmlformats.org/officeDocument/2006/relationships/slideMaster" Target="/ppt/slideMasters/slideMaster1.xml" Id="R128b0e24380d4f45" /><Relationship Type="http://schemas.openxmlformats.org/officeDocument/2006/relationships/slideMaster" Target="/ppt/slideMasters/slideMaster2.xml" Id="Rc4419b3f9cf24b21" /><Relationship Type="http://schemas.openxmlformats.org/officeDocument/2006/relationships/slideMaster" Target="/ppt/slideMasters/slideMaster3.xml" Id="Raedc87c63d6a4c6e" /><Relationship Type="http://schemas.openxmlformats.org/officeDocument/2006/relationships/notesMaster" Target="/ppt/notesMasters/notesMaster1.xml" Id="R4aebb1098311441e" /><Relationship Type="http://schemas.openxmlformats.org/officeDocument/2006/relationships/presProps" Target="/ppt/presProps.xml" Id="R67440dabd3cc479e" /><Relationship Type="http://schemas.openxmlformats.org/officeDocument/2006/relationships/viewProps" Target="/ppt/viewProps.xml" Id="Ra6d4106afd774b37" /><Relationship Type="http://schemas.openxmlformats.org/officeDocument/2006/relationships/tableStyles" Target="/ppt/tableStyles.xml" Id="Rf905b71a26cf4258" /><Relationship Type="http://schemas.openxmlformats.org/officeDocument/2006/relationships/slide" Target="/ppt/slides/slide1.xml" Id="R2cab841d916c424d" /><Relationship Type="http://schemas.openxmlformats.org/officeDocument/2006/relationships/slide" Target="/ppt/slides/slide2.xml" Id="Rf768ffcce028444e" /><Relationship Type="http://schemas.openxmlformats.org/officeDocument/2006/relationships/slide" Target="/ppt/slides/slide3.xml" Id="R31bf78ff72454b29" /><Relationship Type="http://schemas.openxmlformats.org/officeDocument/2006/relationships/slide" Target="/ppt/slides/slide4.xml" Id="Rdb411346c8764c39" /><Relationship Type="http://schemas.openxmlformats.org/officeDocument/2006/relationships/slide" Target="/ppt/slides/slide5.xml" Id="Rb5322b6dce93488b" /><Relationship Type="http://schemas.openxmlformats.org/officeDocument/2006/relationships/slide" Target="/ppt/slides/slide6.xml" Id="Rca1dc0b602c348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73b913b573249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5f2f6273ae4051" /><Relationship Type="http://schemas.openxmlformats.org/officeDocument/2006/relationships/notesMaster" Target="/ppt/notesMasters/notesMaster1.xml" Id="R29e9e0a24d484b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19db4a05e84292" /><Relationship Type="http://schemas.openxmlformats.org/officeDocument/2006/relationships/notesMaster" Target="/ppt/notesMasters/notesMaster1.xml" Id="R84d59b86085043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01c60b4bd141b4" /><Relationship Type="http://schemas.openxmlformats.org/officeDocument/2006/relationships/notesMaster" Target="/ppt/notesMasters/notesMaster1.xml" Id="Rc8b108e29e5349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df5e03ca964d7d" /><Relationship Type="http://schemas.openxmlformats.org/officeDocument/2006/relationships/notesMaster" Target="/ppt/notesMasters/notesMaster1.xml" Id="Rf8e06e49d87d4d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7a7ff4714944c4" /><Relationship Type="http://schemas.openxmlformats.org/officeDocument/2006/relationships/notesMaster" Target="/ppt/notesMasters/notesMaster1.xml" Id="Rbf8d6c35320d4b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5640f4583e4c93" /><Relationship Type="http://schemas.openxmlformats.org/officeDocument/2006/relationships/notesMaster" Target="/ppt/notesMasters/notesMaster1.xml" Id="R1c59677b4a3444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northeastern-university-closing-001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0bfa54d5143d0" /><Relationship Type="http://schemas.openxmlformats.org/officeDocument/2006/relationships/image" Target="/ppt/media/image.jpeg" Id="R200726a385f94be4" /><Relationship Type="http://schemas.openxmlformats.org/officeDocument/2006/relationships/image" Target="/ppt/media/image.png" Id="R30a7d83ec2184699" /><Relationship Type="http://schemas.openxmlformats.org/officeDocument/2006/relationships/image" Target="/ppt/media/image2.png" Id="R7a0d3951ee5b45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a7f1a2946045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6c750f14354038" /><Relationship Type="http://schemas.openxmlformats.org/officeDocument/2006/relationships/image" Target="/ppt/media/image3.png" Id="R129c1fda616e4b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fe274071641fb" /><Relationship Type="http://schemas.openxmlformats.org/officeDocument/2006/relationships/image" Target="/ppt/media/image4.png" Id="R57c5b55b8c864d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412b494e845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fafb7ec9b49b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a53ebeb2e4d9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83d80cb0742e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f6eea8f8b4f3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5d2e1ca54488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a4a202fe145a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15800bc4c943d1" /><Relationship Type="http://schemas.openxmlformats.org/officeDocument/2006/relationships/image" Target="/ppt/media/image5.png" Id="R97ec584ac8a1416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b256391655405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bc2a90248934bb0" /><Relationship Type="http://schemas.openxmlformats.org/officeDocument/2006/relationships/image" Target="/ppt/media/image5.png" Id="Rc0ab88ae6d16442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d20ae06e49640b7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726a385f94be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7d83ec218469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d3951ee5b45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c1fda616e4bc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5b55b8c864d8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c584ac8a1416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b88ae6d16442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ffa558c96d40db" /><Relationship Type="http://schemas.openxmlformats.org/officeDocument/2006/relationships/slideLayout" Target="/ppt/slideLayouts/slideLayout1.xml" Id="Rc906489cf30b4405" /><Relationship Type="http://schemas.openxmlformats.org/officeDocument/2006/relationships/slideLayout" Target="/ppt/slideLayouts/slideLayout2.xml" Id="R6251ebaa75d44688" /><Relationship Type="http://schemas.openxmlformats.org/officeDocument/2006/relationships/slideLayout" Target="/ppt/slideLayouts/slideLayout3.xml" Id="R055e821207f24ff4" /><Relationship Type="http://schemas.openxmlformats.org/officeDocument/2006/relationships/slideLayout" Target="/ppt/slideLayouts/slideLayout4.xml" Id="Rcc23c52def5c423a" /><Relationship Type="http://schemas.openxmlformats.org/officeDocument/2006/relationships/slideLayout" Target="/ppt/slideLayouts/slideLayout5.xml" Id="R66d1e6e76e7e435b" /><Relationship Type="http://schemas.openxmlformats.org/officeDocument/2006/relationships/slideLayout" Target="/ppt/slideLayouts/slideLayout6.xml" Id="R330f9f76aaeb4d0e" /><Relationship Type="http://schemas.openxmlformats.org/officeDocument/2006/relationships/slideLayout" Target="/ppt/slideLayouts/slideLayout7.xml" Id="R3e073eda4a5148ef" /><Relationship Type="http://schemas.openxmlformats.org/officeDocument/2006/relationships/slideLayout" Target="/ppt/slideLayouts/slideLayout8.xml" Id="Red916cb646534ca6" /><Relationship Type="http://schemas.openxmlformats.org/officeDocument/2006/relationships/slideLayout" Target="/ppt/slideLayouts/slideLayout9.xml" Id="R6602c4bb75904df6" /><Relationship Type="http://schemas.openxmlformats.org/officeDocument/2006/relationships/slideLayout" Target="/ppt/slideLayouts/slideLayout10.xml" Id="R09aa4c40c15844a0" /><Relationship Type="http://schemas.openxmlformats.org/officeDocument/2006/relationships/slideLayout" Target="/ppt/slideLayouts/slideLayout11.xml" Id="Rd053ae4c0c8d4c3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04e616c3d0940a1" /><Relationship Type="http://schemas.openxmlformats.org/officeDocument/2006/relationships/slideLayout" Target="/ppt/slideLayouts/slideLayout12.xml" Id="R62108f93f5c047b7" /><Relationship Type="http://schemas.openxmlformats.org/officeDocument/2006/relationships/slideLayout" Target="/ppt/slideLayouts/slideLayout13.xml" Id="R75a1980412b749e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fae20f63734409e" /><Relationship Type="http://schemas.openxmlformats.org/officeDocument/2006/relationships/slideLayout" Target="/ppt/slideLayouts/slideLayout14.xml" Id="Rd5362824b1a34068" /><Relationship Type="http://schemas.openxmlformats.org/officeDocument/2006/relationships/slideLayout" Target="/ppt/slideLayouts/slideLayout15.xml" Id="Re4aa1a343468432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06489cf30b4405"/>
    <p:sldLayoutId xmlns:r="http://schemas.openxmlformats.org/officeDocument/2006/relationships" id="2147483650" r:id="R6251ebaa75d44688"/>
    <p:sldLayoutId xmlns:r="http://schemas.openxmlformats.org/officeDocument/2006/relationships" id="2147483651" r:id="R055e821207f24ff4"/>
    <p:sldLayoutId xmlns:r="http://schemas.openxmlformats.org/officeDocument/2006/relationships" id="2147483652" r:id="Rcc23c52def5c423a"/>
    <p:sldLayoutId xmlns:r="http://schemas.openxmlformats.org/officeDocument/2006/relationships" id="2147483653" r:id="R66d1e6e76e7e435b"/>
    <p:sldLayoutId xmlns:r="http://schemas.openxmlformats.org/officeDocument/2006/relationships" id="2147483654" r:id="R330f9f76aaeb4d0e"/>
    <p:sldLayoutId xmlns:r="http://schemas.openxmlformats.org/officeDocument/2006/relationships" id="2147483655" r:id="R3e073eda4a5148ef"/>
    <p:sldLayoutId xmlns:r="http://schemas.openxmlformats.org/officeDocument/2006/relationships" id="2147483656" r:id="Red916cb646534ca6"/>
    <p:sldLayoutId xmlns:r="http://schemas.openxmlformats.org/officeDocument/2006/relationships" id="2147483657" r:id="R6602c4bb75904df6"/>
    <p:sldLayoutId xmlns:r="http://schemas.openxmlformats.org/officeDocument/2006/relationships" id="2147483658" r:id="R09aa4c40c15844a0"/>
    <p:sldLayoutId xmlns:r="http://schemas.openxmlformats.org/officeDocument/2006/relationships" id="2147483659" r:id="Rd053ae4c0c8d4c3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2108f93f5c047b7"/>
    <p:sldLayoutId xmlns:r="http://schemas.openxmlformats.org/officeDocument/2006/relationships" id="2147483662" r:id="R75a1980412b749e7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5362824b1a34068"/>
    <p:sldLayoutId xmlns:r="http://schemas.openxmlformats.org/officeDocument/2006/relationships" id="2147483665" r:id="Re4aa1a343468432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a76ee12df4f05" /><Relationship Type="http://schemas.openxmlformats.org/officeDocument/2006/relationships/notesSlide" Target="/ppt/notesSlides/notesSlide1.xml" Id="Rc7d48e1076374d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0d2b8eec074cbb" /><Relationship Type="http://schemas.openxmlformats.org/officeDocument/2006/relationships/notesSlide" Target="/ppt/notesSlides/notesSlide2.xml" Id="Rfb98498a6ec740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7a2253b14744df9" /><Relationship Type="http://schemas.openxmlformats.org/officeDocument/2006/relationships/image" Target="/ppt/media/image6.png" Id="Reaaaa41039b248ca" /><Relationship Type="http://schemas.openxmlformats.org/officeDocument/2006/relationships/image" Target="/ppt/media/image.svg" Id="R2ffc5dd284214c46" /><Relationship Type="http://schemas.openxmlformats.org/officeDocument/2006/relationships/image" Target="/ppt/media/image7.png" Id="R32ab8fb66d744718" /><Relationship Type="http://schemas.openxmlformats.org/officeDocument/2006/relationships/image" Target="/ppt/media/image2.svg" Id="Rb9cf63ff21464233" /><Relationship Type="http://schemas.openxmlformats.org/officeDocument/2006/relationships/image" Target="/ppt/media/image8.png" Id="R2cba3e12f13f4cc0" /><Relationship Type="http://schemas.openxmlformats.org/officeDocument/2006/relationships/image" Target="/ppt/media/image3.svg" Id="Rb9a12c6c7b87439e" /><Relationship Type="http://schemas.openxmlformats.org/officeDocument/2006/relationships/notesSlide" Target="/ppt/notesSlides/notesSlide3.xml" Id="R05baaffd99634b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22b2ed16d94ca1" /><Relationship Type="http://schemas.openxmlformats.org/officeDocument/2006/relationships/notesSlide" Target="/ppt/notesSlides/notesSlide4.xml" Id="Rf15b9443f5704e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98bed5908d4691" /><Relationship Type="http://schemas.openxmlformats.org/officeDocument/2006/relationships/notesSlide" Target="/ppt/notesSlides/notesSlide5.xml" Id="Rbb5fb6d01adc47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61826720e4b52" /><Relationship Type="http://schemas.openxmlformats.org/officeDocument/2006/relationships/notesSlide" Target="/ppt/notesSlides/notesSlide6.xml" Id="R5e69459bd88349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— 先验证记录能力，再讨论开放范围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汇报人：平台管理者与课题负责人｜
方案讨论稿｜全部为拟议安排｜2026.09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共享实验平台试点决策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38D44-4BE9-4D34-B73D-3EC8FF4A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2A8D3-F3BF-4B6A-B2FF-C0332C64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E202A-FFFE-4C9E-B25D-46725F10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准入与渐进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3A360-A798-470B-964A-D713242D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谁能进入，进入后如何推进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B37CA-AC44-4FD5-BDFA-97C51C57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66609-C078-4AAC-9A47-2A9C8837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20EE2-3FF6-45BE-8623-985091F2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C8F3D-9587-4332-9279-9428205E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27A23-9F7E-408E-ABCA-CE87A79B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记录与处置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4120A-A3FC-4FFF-9552-7E4C2445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如何保留责任归属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1DD58-DBDA-454F-9012-2F6B849A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9DA02-3910-4803-A36E-E07D2806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CF35B-C530-4F84-B3EF-687C0AD3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8E5DF8-6553-4393-A1F4-CD80CBB1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09C54-E0C7-4587-8CCD-E32F3B86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扩围与暂停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F699E-3E46-4216-BFE9-67875207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何时扩大，何时停下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A0EF0-D509-4BDD-86A1-E5BAB3AE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试点准入先看可追溯性，开放范围再按证据逐级扩大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准入与渐进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F11AA-A1F9-400C-8EFF-14AACE25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screening|role=heading">
            <a:extLst xmlns:a="http://schemas.openxmlformats.org/drawingml/2006/main">
              <a:ext uri="{FF2B5EF4-FFF2-40B4-BE49-F238E27FC236}">
                <a16:creationId xmlns:a16="http://schemas.microsoft.com/office/drawing/2014/main" id="{91BFC8D8-A158-4955-A6E0-9D42EDC4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进入前</a:t>
            </a:r>
          </a:p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看三项准备</a:t>
            </a:r>
          </a:p>
        </p:txBody>
      </p:sp>
      <p:sp>
        <p:nvSpPr>
          <p:cNvPr id="17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29FF9FBF-359B-4090-9FBB-681399A7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1381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C18A9-CC4B-42B2-B37D-82344FD6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PAGENT_QA|within=evidence-ladder|role=heading">
            <a:extLst xmlns:a="http://schemas.openxmlformats.org/drawingml/2006/main">
              <a:ext uri="{FF2B5EF4-FFF2-40B4-BE49-F238E27FC236}">
                <a16:creationId xmlns:a16="http://schemas.microsoft.com/office/drawing/2014/main" id="{9A15BCEE-E94B-4E4E-B263-072847EE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通过后</a:t>
            </a:r>
          </a:p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按证据推进</a:t>
            </a:r>
          </a:p>
        </p:txBody>
      </p:sp>
      <p:sp>
        <p:nvSpPr>
          <p:cNvPr id="20" name="PPAGENT_QA|within=evidence-ladder|role=body">
            <a:extLst xmlns:a="http://schemas.openxmlformats.org/drawingml/2006/main">
              <a:ext uri="{FF2B5EF4-FFF2-40B4-BE49-F238E27FC236}">
                <a16:creationId xmlns:a16="http://schemas.microsoft.com/office/drawing/2014/main" id="{C061C82A-DAEB-4E83-86F7-86184E2F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8140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21" name="PPAGENT_QA|within=scope-boundary|role=meta">
            <a:extLst xmlns:a="http://schemas.openxmlformats.org/drawingml/2006/main">
              <a:ext uri="{FF2B5EF4-FFF2-40B4-BE49-F238E27FC236}">
                <a16:creationId xmlns:a16="http://schemas.microsoft.com/office/drawing/2014/main" id="{9D938699-4774-425B-98F7-E11EFB18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筛选解决谁能进入，阶梯解决进入后如何推进。</a:t>
            </a:r>
          </a:p>
        </p:txBody>
      </p:sp>
      <p:sp>
        <p:nvSpPr>
          <p:cNvPr id="22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D089249A-F05B-4C15-9C62-DB6B6CF7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3381375" y="1981200"/>
            <a:ext cx="5429250" cy="3857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23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8A160BB5-A88A-474D-909D-F9C0B36E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2581275"/>
            <a:ext cx="3524250" cy="929450"/>
          </a:xfrm>
          <a:custGeom xmlns:a="http://schemas.openxmlformats.org/drawingml/2006/main">
            <a:pathLst>
              <a:path w="3524250" h="929450">
                <a:moveTo>
                  <a:pt x="0" y="0"/>
                </a:moveTo>
                <a:lnTo>
                  <a:pt x="18031" y="28118"/>
                </a:lnTo>
                <a:lnTo>
                  <a:pt x="36052" y="56236"/>
                </a:lnTo>
                <a:lnTo>
                  <a:pt x="54083" y="84344"/>
                </a:lnTo>
                <a:lnTo>
                  <a:pt x="72114" y="112462"/>
                </a:lnTo>
                <a:lnTo>
                  <a:pt x="90145" y="140579"/>
                </a:lnTo>
                <a:lnTo>
                  <a:pt x="108166" y="168697"/>
                </a:lnTo>
                <a:lnTo>
                  <a:pt x="126197" y="196806"/>
                </a:lnTo>
                <a:lnTo>
                  <a:pt x="144228" y="224923"/>
                </a:lnTo>
                <a:lnTo>
                  <a:pt x="162258" y="253041"/>
                </a:lnTo>
                <a:lnTo>
                  <a:pt x="180280" y="281159"/>
                </a:lnTo>
                <a:lnTo>
                  <a:pt x="198311" y="309267"/>
                </a:lnTo>
                <a:lnTo>
                  <a:pt x="216341" y="337385"/>
                </a:lnTo>
                <a:lnTo>
                  <a:pt x="234363" y="365503"/>
                </a:lnTo>
                <a:lnTo>
                  <a:pt x="252393" y="393621"/>
                </a:lnTo>
                <a:lnTo>
                  <a:pt x="270424" y="421738"/>
                </a:lnTo>
                <a:lnTo>
                  <a:pt x="288455" y="449847"/>
                </a:lnTo>
                <a:lnTo>
                  <a:pt x="306476" y="477965"/>
                </a:lnTo>
                <a:lnTo>
                  <a:pt x="324507" y="506082"/>
                </a:lnTo>
                <a:lnTo>
                  <a:pt x="342538" y="534200"/>
                </a:lnTo>
                <a:lnTo>
                  <a:pt x="360569" y="562308"/>
                </a:lnTo>
                <a:lnTo>
                  <a:pt x="378590" y="590426"/>
                </a:lnTo>
                <a:lnTo>
                  <a:pt x="396621" y="618544"/>
                </a:lnTo>
                <a:lnTo>
                  <a:pt x="414652" y="646662"/>
                </a:lnTo>
                <a:lnTo>
                  <a:pt x="432683" y="674780"/>
                </a:lnTo>
                <a:lnTo>
                  <a:pt x="450704" y="702888"/>
                </a:lnTo>
                <a:lnTo>
                  <a:pt x="468735" y="731006"/>
                </a:lnTo>
                <a:lnTo>
                  <a:pt x="486766" y="759123"/>
                </a:lnTo>
                <a:lnTo>
                  <a:pt x="504787" y="787241"/>
                </a:lnTo>
                <a:lnTo>
                  <a:pt x="522818" y="815350"/>
                </a:lnTo>
                <a:lnTo>
                  <a:pt x="540849" y="843467"/>
                </a:lnTo>
                <a:lnTo>
                  <a:pt x="563556" y="865927"/>
                </a:lnTo>
                <a:lnTo>
                  <a:pt x="595570" y="875367"/>
                </a:lnTo>
                <a:lnTo>
                  <a:pt x="628336" y="881786"/>
                </a:lnTo>
                <a:lnTo>
                  <a:pt x="661349" y="886844"/>
                </a:lnTo>
                <a:lnTo>
                  <a:pt x="694477" y="891064"/>
                </a:lnTo>
                <a:lnTo>
                  <a:pt x="727681" y="894712"/>
                </a:lnTo>
                <a:lnTo>
                  <a:pt x="760924" y="897931"/>
                </a:lnTo>
                <a:lnTo>
                  <a:pt x="794195" y="900798"/>
                </a:lnTo>
                <a:lnTo>
                  <a:pt x="827494" y="903389"/>
                </a:lnTo>
                <a:lnTo>
                  <a:pt x="860812" y="905751"/>
                </a:lnTo>
                <a:lnTo>
                  <a:pt x="894140" y="907904"/>
                </a:lnTo>
                <a:lnTo>
                  <a:pt x="927478" y="909904"/>
                </a:lnTo>
                <a:lnTo>
                  <a:pt x="960834" y="911723"/>
                </a:lnTo>
                <a:lnTo>
                  <a:pt x="994181" y="913428"/>
                </a:lnTo>
                <a:lnTo>
                  <a:pt x="1027547" y="914991"/>
                </a:lnTo>
                <a:lnTo>
                  <a:pt x="1060914" y="916448"/>
                </a:lnTo>
                <a:lnTo>
                  <a:pt x="1094289" y="917800"/>
                </a:lnTo>
                <a:lnTo>
                  <a:pt x="1127665" y="919048"/>
                </a:lnTo>
                <a:lnTo>
                  <a:pt x="1161040" y="920210"/>
                </a:lnTo>
                <a:lnTo>
                  <a:pt x="1194425" y="921287"/>
                </a:lnTo>
                <a:lnTo>
                  <a:pt x="1227811" y="922277"/>
                </a:lnTo>
                <a:lnTo>
                  <a:pt x="1261196" y="923201"/>
                </a:lnTo>
                <a:lnTo>
                  <a:pt x="1294581" y="924039"/>
                </a:lnTo>
                <a:lnTo>
                  <a:pt x="1327975" y="924820"/>
                </a:lnTo>
                <a:lnTo>
                  <a:pt x="1361361" y="925525"/>
                </a:lnTo>
                <a:lnTo>
                  <a:pt x="1394755" y="926173"/>
                </a:lnTo>
                <a:lnTo>
                  <a:pt x="1428150" y="926754"/>
                </a:lnTo>
                <a:lnTo>
                  <a:pt x="1461545" y="927268"/>
                </a:lnTo>
                <a:lnTo>
                  <a:pt x="1494939" y="927735"/>
                </a:lnTo>
                <a:lnTo>
                  <a:pt x="1528343" y="928145"/>
                </a:lnTo>
                <a:lnTo>
                  <a:pt x="1561738" y="928497"/>
                </a:lnTo>
                <a:lnTo>
                  <a:pt x="1595133" y="928783"/>
                </a:lnTo>
                <a:lnTo>
                  <a:pt x="1628537" y="929021"/>
                </a:lnTo>
                <a:lnTo>
                  <a:pt x="1661932" y="929211"/>
                </a:lnTo>
                <a:lnTo>
                  <a:pt x="1695336" y="929335"/>
                </a:lnTo>
                <a:lnTo>
                  <a:pt x="1728730" y="929421"/>
                </a:lnTo>
                <a:lnTo>
                  <a:pt x="1762125" y="929450"/>
                </a:lnTo>
                <a:lnTo>
                  <a:pt x="1795529" y="929421"/>
                </a:lnTo>
                <a:lnTo>
                  <a:pt x="1828924" y="929335"/>
                </a:lnTo>
                <a:lnTo>
                  <a:pt x="1862328" y="929211"/>
                </a:lnTo>
                <a:lnTo>
                  <a:pt x="1895723" y="929021"/>
                </a:lnTo>
                <a:lnTo>
                  <a:pt x="1929127" y="928783"/>
                </a:lnTo>
                <a:lnTo>
                  <a:pt x="1962521" y="928497"/>
                </a:lnTo>
                <a:lnTo>
                  <a:pt x="1995916" y="928145"/>
                </a:lnTo>
                <a:lnTo>
                  <a:pt x="2029320" y="927735"/>
                </a:lnTo>
                <a:lnTo>
                  <a:pt x="2062715" y="927268"/>
                </a:lnTo>
                <a:lnTo>
                  <a:pt x="2096110" y="926754"/>
                </a:lnTo>
                <a:lnTo>
                  <a:pt x="2129504" y="926173"/>
                </a:lnTo>
                <a:lnTo>
                  <a:pt x="2162899" y="925525"/>
                </a:lnTo>
                <a:lnTo>
                  <a:pt x="2196284" y="924820"/>
                </a:lnTo>
                <a:lnTo>
                  <a:pt x="2229679" y="924039"/>
                </a:lnTo>
                <a:lnTo>
                  <a:pt x="2263064" y="923201"/>
                </a:lnTo>
                <a:lnTo>
                  <a:pt x="2296449" y="922277"/>
                </a:lnTo>
                <a:lnTo>
                  <a:pt x="2329834" y="921287"/>
                </a:lnTo>
                <a:lnTo>
                  <a:pt x="2363219" y="920210"/>
                </a:lnTo>
                <a:lnTo>
                  <a:pt x="2396595" y="919048"/>
                </a:lnTo>
                <a:lnTo>
                  <a:pt x="2429970" y="917791"/>
                </a:lnTo>
                <a:lnTo>
                  <a:pt x="2463346" y="916448"/>
                </a:lnTo>
                <a:lnTo>
                  <a:pt x="2496712" y="914991"/>
                </a:lnTo>
                <a:lnTo>
                  <a:pt x="2530078" y="913428"/>
                </a:lnTo>
                <a:lnTo>
                  <a:pt x="2563425" y="911723"/>
                </a:lnTo>
                <a:lnTo>
                  <a:pt x="2596782" y="909904"/>
                </a:lnTo>
                <a:lnTo>
                  <a:pt x="2630119" y="907904"/>
                </a:lnTo>
                <a:lnTo>
                  <a:pt x="2663447" y="905751"/>
                </a:lnTo>
                <a:lnTo>
                  <a:pt x="2696766" y="903389"/>
                </a:lnTo>
                <a:lnTo>
                  <a:pt x="2730065" y="900789"/>
                </a:lnTo>
                <a:lnTo>
                  <a:pt x="2763336" y="897922"/>
                </a:lnTo>
                <a:lnTo>
                  <a:pt x="2796578" y="894712"/>
                </a:lnTo>
                <a:lnTo>
                  <a:pt x="2829782" y="891064"/>
                </a:lnTo>
                <a:lnTo>
                  <a:pt x="2862910" y="886844"/>
                </a:lnTo>
                <a:lnTo>
                  <a:pt x="2895924" y="881786"/>
                </a:lnTo>
                <a:lnTo>
                  <a:pt x="2928690" y="875367"/>
                </a:lnTo>
                <a:lnTo>
                  <a:pt x="2960703" y="865927"/>
                </a:lnTo>
                <a:lnTo>
                  <a:pt x="2983411" y="843458"/>
                </a:lnTo>
                <a:lnTo>
                  <a:pt x="3001432" y="815340"/>
                </a:lnTo>
                <a:lnTo>
                  <a:pt x="3019463" y="787232"/>
                </a:lnTo>
                <a:lnTo>
                  <a:pt x="3037494" y="759114"/>
                </a:lnTo>
                <a:lnTo>
                  <a:pt x="3055525" y="730996"/>
                </a:lnTo>
                <a:lnTo>
                  <a:pt x="3073546" y="702878"/>
                </a:lnTo>
                <a:lnTo>
                  <a:pt x="3091577" y="674770"/>
                </a:lnTo>
                <a:lnTo>
                  <a:pt x="3109608" y="646652"/>
                </a:lnTo>
                <a:lnTo>
                  <a:pt x="3127629" y="618534"/>
                </a:lnTo>
                <a:lnTo>
                  <a:pt x="3145660" y="590417"/>
                </a:lnTo>
                <a:lnTo>
                  <a:pt x="3163691" y="562308"/>
                </a:lnTo>
                <a:lnTo>
                  <a:pt x="3181721" y="534191"/>
                </a:lnTo>
                <a:lnTo>
                  <a:pt x="3199743" y="506073"/>
                </a:lnTo>
                <a:lnTo>
                  <a:pt x="3217774" y="477955"/>
                </a:lnTo>
                <a:lnTo>
                  <a:pt x="3235804" y="449837"/>
                </a:lnTo>
                <a:lnTo>
                  <a:pt x="3253835" y="421729"/>
                </a:lnTo>
                <a:lnTo>
                  <a:pt x="3271857" y="393611"/>
                </a:lnTo>
                <a:lnTo>
                  <a:pt x="3289887" y="365493"/>
                </a:lnTo>
                <a:lnTo>
                  <a:pt x="3307918" y="337376"/>
                </a:lnTo>
                <a:lnTo>
                  <a:pt x="3325949" y="309267"/>
                </a:lnTo>
                <a:lnTo>
                  <a:pt x="3343970" y="281149"/>
                </a:lnTo>
                <a:lnTo>
                  <a:pt x="3362001" y="253032"/>
                </a:lnTo>
                <a:lnTo>
                  <a:pt x="3380032" y="224914"/>
                </a:lnTo>
                <a:lnTo>
                  <a:pt x="3398053" y="196806"/>
                </a:lnTo>
                <a:lnTo>
                  <a:pt x="3416084" y="168688"/>
                </a:lnTo>
                <a:lnTo>
                  <a:pt x="3434115" y="140570"/>
                </a:lnTo>
                <a:lnTo>
                  <a:pt x="3452146" y="112452"/>
                </a:lnTo>
                <a:lnTo>
                  <a:pt x="3470167" y="84334"/>
                </a:lnTo>
                <a:lnTo>
                  <a:pt x="3488198" y="56226"/>
                </a:lnTo>
                <a:lnTo>
                  <a:pt x="3506229" y="28108"/>
                </a:lnTo>
                <a:lnTo>
                  <a:pt x="3524250" y="10"/>
                </a:lnTo>
                <a:lnTo>
                  <a:pt x="3496304" y="15583"/>
                </a:lnTo>
                <a:lnTo>
                  <a:pt x="3463652" y="22536"/>
                </a:lnTo>
                <a:lnTo>
                  <a:pt x="3430638" y="27603"/>
                </a:lnTo>
                <a:lnTo>
                  <a:pt x="3397501" y="31718"/>
                </a:lnTo>
                <a:lnTo>
                  <a:pt x="3364287" y="35233"/>
                </a:lnTo>
                <a:lnTo>
                  <a:pt x="3331026" y="38310"/>
                </a:lnTo>
                <a:lnTo>
                  <a:pt x="3297736" y="41072"/>
                </a:lnTo>
                <a:lnTo>
                  <a:pt x="3264437" y="43567"/>
                </a:lnTo>
                <a:lnTo>
                  <a:pt x="3231118" y="45844"/>
                </a:lnTo>
                <a:lnTo>
                  <a:pt x="3197781" y="47958"/>
                </a:lnTo>
                <a:lnTo>
                  <a:pt x="3164443" y="49901"/>
                </a:lnTo>
                <a:lnTo>
                  <a:pt x="3131087" y="51730"/>
                </a:lnTo>
                <a:lnTo>
                  <a:pt x="3097730" y="53435"/>
                </a:lnTo>
                <a:lnTo>
                  <a:pt x="3064373" y="55035"/>
                </a:lnTo>
                <a:lnTo>
                  <a:pt x="3031007" y="56540"/>
                </a:lnTo>
                <a:lnTo>
                  <a:pt x="2997641" y="57960"/>
                </a:lnTo>
                <a:lnTo>
                  <a:pt x="2964266" y="59293"/>
                </a:lnTo>
                <a:lnTo>
                  <a:pt x="2930890" y="60560"/>
                </a:lnTo>
                <a:lnTo>
                  <a:pt x="2897515" y="61760"/>
                </a:lnTo>
                <a:lnTo>
                  <a:pt x="2864139" y="62903"/>
                </a:lnTo>
                <a:lnTo>
                  <a:pt x="2830754" y="63979"/>
                </a:lnTo>
                <a:lnTo>
                  <a:pt x="2797369" y="64999"/>
                </a:lnTo>
                <a:lnTo>
                  <a:pt x="2763984" y="65970"/>
                </a:lnTo>
                <a:lnTo>
                  <a:pt x="2730598" y="66894"/>
                </a:lnTo>
                <a:lnTo>
                  <a:pt x="2697213" y="67770"/>
                </a:lnTo>
                <a:lnTo>
                  <a:pt x="2663819" y="68609"/>
                </a:lnTo>
                <a:lnTo>
                  <a:pt x="2630434" y="69399"/>
                </a:lnTo>
                <a:lnTo>
                  <a:pt x="2597039" y="70152"/>
                </a:lnTo>
                <a:lnTo>
                  <a:pt x="2563654" y="70856"/>
                </a:lnTo>
                <a:lnTo>
                  <a:pt x="2530259" y="71523"/>
                </a:lnTo>
                <a:lnTo>
                  <a:pt x="2496864" y="72161"/>
                </a:lnTo>
                <a:lnTo>
                  <a:pt x="2463470" y="72761"/>
                </a:lnTo>
                <a:lnTo>
                  <a:pt x="2430075" y="73323"/>
                </a:lnTo>
                <a:lnTo>
                  <a:pt x="2396681" y="73857"/>
                </a:lnTo>
                <a:lnTo>
                  <a:pt x="2363286" y="74362"/>
                </a:lnTo>
                <a:lnTo>
                  <a:pt x="2329891" y="74838"/>
                </a:lnTo>
                <a:lnTo>
                  <a:pt x="2296497" y="75257"/>
                </a:lnTo>
                <a:lnTo>
                  <a:pt x="2263092" y="75676"/>
                </a:lnTo>
                <a:lnTo>
                  <a:pt x="2229698" y="76057"/>
                </a:lnTo>
                <a:lnTo>
                  <a:pt x="2196303" y="76400"/>
                </a:lnTo>
                <a:lnTo>
                  <a:pt x="2162908" y="76743"/>
                </a:lnTo>
                <a:lnTo>
                  <a:pt x="2129504" y="77019"/>
                </a:lnTo>
                <a:lnTo>
                  <a:pt x="2096110" y="77305"/>
                </a:lnTo>
                <a:lnTo>
                  <a:pt x="2062705" y="77543"/>
                </a:lnTo>
                <a:lnTo>
                  <a:pt x="2029311" y="77762"/>
                </a:lnTo>
                <a:lnTo>
                  <a:pt x="1995916" y="77953"/>
                </a:lnTo>
                <a:lnTo>
                  <a:pt x="1962512" y="78105"/>
                </a:lnTo>
                <a:lnTo>
                  <a:pt x="1929117" y="78267"/>
                </a:lnTo>
                <a:lnTo>
                  <a:pt x="1895713" y="78362"/>
                </a:lnTo>
                <a:lnTo>
                  <a:pt x="1862318" y="78457"/>
                </a:lnTo>
                <a:lnTo>
                  <a:pt x="1828914" y="78515"/>
                </a:lnTo>
                <a:lnTo>
                  <a:pt x="1795520" y="78553"/>
                </a:lnTo>
                <a:lnTo>
                  <a:pt x="1762115" y="78581"/>
                </a:lnTo>
                <a:lnTo>
                  <a:pt x="1728721" y="78553"/>
                </a:lnTo>
                <a:lnTo>
                  <a:pt x="1695317" y="78515"/>
                </a:lnTo>
                <a:lnTo>
                  <a:pt x="1661922" y="78457"/>
                </a:lnTo>
                <a:lnTo>
                  <a:pt x="1628527" y="78362"/>
                </a:lnTo>
                <a:lnTo>
                  <a:pt x="1595123" y="78267"/>
                </a:lnTo>
                <a:lnTo>
                  <a:pt x="1561729" y="78105"/>
                </a:lnTo>
                <a:lnTo>
                  <a:pt x="1528324" y="77953"/>
                </a:lnTo>
                <a:lnTo>
                  <a:pt x="1494930" y="77762"/>
                </a:lnTo>
                <a:lnTo>
                  <a:pt x="1461526" y="77543"/>
                </a:lnTo>
                <a:lnTo>
                  <a:pt x="1428131" y="77305"/>
                </a:lnTo>
                <a:lnTo>
                  <a:pt x="1394736" y="77019"/>
                </a:lnTo>
                <a:lnTo>
                  <a:pt x="1361332" y="76743"/>
                </a:lnTo>
                <a:lnTo>
                  <a:pt x="1327937" y="76400"/>
                </a:lnTo>
                <a:lnTo>
                  <a:pt x="1294543" y="76057"/>
                </a:lnTo>
                <a:lnTo>
                  <a:pt x="1261139" y="75676"/>
                </a:lnTo>
                <a:lnTo>
                  <a:pt x="1227744" y="75257"/>
                </a:lnTo>
                <a:lnTo>
                  <a:pt x="1194349" y="74838"/>
                </a:lnTo>
                <a:lnTo>
                  <a:pt x="1160955" y="74362"/>
                </a:lnTo>
                <a:lnTo>
                  <a:pt x="1127560" y="73857"/>
                </a:lnTo>
                <a:lnTo>
                  <a:pt x="1094165" y="73323"/>
                </a:lnTo>
                <a:lnTo>
                  <a:pt x="1060771" y="72761"/>
                </a:lnTo>
                <a:lnTo>
                  <a:pt x="1027376" y="72161"/>
                </a:lnTo>
                <a:lnTo>
                  <a:pt x="993981" y="71523"/>
                </a:lnTo>
                <a:lnTo>
                  <a:pt x="960587" y="70856"/>
                </a:lnTo>
                <a:lnTo>
                  <a:pt x="927202" y="70152"/>
                </a:lnTo>
                <a:lnTo>
                  <a:pt x="893807" y="69399"/>
                </a:lnTo>
                <a:lnTo>
                  <a:pt x="860422" y="68609"/>
                </a:lnTo>
                <a:lnTo>
                  <a:pt x="827027" y="67770"/>
                </a:lnTo>
                <a:lnTo>
                  <a:pt x="793642" y="66894"/>
                </a:lnTo>
                <a:lnTo>
                  <a:pt x="760257" y="65970"/>
                </a:lnTo>
                <a:lnTo>
                  <a:pt x="726872" y="64999"/>
                </a:lnTo>
                <a:lnTo>
                  <a:pt x="693487" y="63979"/>
                </a:lnTo>
                <a:lnTo>
                  <a:pt x="660102" y="62903"/>
                </a:lnTo>
                <a:lnTo>
                  <a:pt x="626726" y="61760"/>
                </a:lnTo>
                <a:lnTo>
                  <a:pt x="593350" y="60560"/>
                </a:lnTo>
                <a:lnTo>
                  <a:pt x="559975" y="59293"/>
                </a:lnTo>
                <a:lnTo>
                  <a:pt x="526599" y="57960"/>
                </a:lnTo>
                <a:lnTo>
                  <a:pt x="493233" y="56540"/>
                </a:lnTo>
                <a:lnTo>
                  <a:pt x="459867" y="55035"/>
                </a:lnTo>
                <a:lnTo>
                  <a:pt x="426501" y="53435"/>
                </a:lnTo>
                <a:lnTo>
                  <a:pt x="393144" y="51730"/>
                </a:lnTo>
                <a:lnTo>
                  <a:pt x="359797" y="49901"/>
                </a:lnTo>
                <a:lnTo>
                  <a:pt x="326460" y="47958"/>
                </a:lnTo>
                <a:lnTo>
                  <a:pt x="293122" y="45844"/>
                </a:lnTo>
                <a:lnTo>
                  <a:pt x="259804" y="43567"/>
                </a:lnTo>
                <a:lnTo>
                  <a:pt x="226495" y="41062"/>
                </a:lnTo>
                <a:lnTo>
                  <a:pt x="193215" y="38310"/>
                </a:lnTo>
                <a:lnTo>
                  <a:pt x="159953" y="35233"/>
                </a:lnTo>
                <a:lnTo>
                  <a:pt x="126740" y="31718"/>
                </a:lnTo>
                <a:lnTo>
                  <a:pt x="93593" y="27603"/>
                </a:lnTo>
                <a:lnTo>
                  <a:pt x="60589" y="22536"/>
                </a:lnTo>
                <a:lnTo>
                  <a:pt x="27927" y="155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4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882AD8E8-49A7-4ED7-B900-71296A23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2457450"/>
            <a:ext cx="35242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5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A80969D4-0278-4686-AE95-D6135129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9467" y="3613118"/>
            <a:ext cx="2428265" cy="929535"/>
          </a:xfrm>
          <a:custGeom xmlns:a="http://schemas.openxmlformats.org/drawingml/2006/main">
            <a:pathLst>
              <a:path w="2428265" h="929535">
                <a:moveTo>
                  <a:pt x="0" y="0"/>
                </a:moveTo>
                <a:lnTo>
                  <a:pt x="10973" y="22355"/>
                </a:lnTo>
                <a:lnTo>
                  <a:pt x="21936" y="44701"/>
                </a:lnTo>
                <a:lnTo>
                  <a:pt x="32899" y="67056"/>
                </a:lnTo>
                <a:lnTo>
                  <a:pt x="43872" y="89402"/>
                </a:lnTo>
                <a:lnTo>
                  <a:pt x="54845" y="111757"/>
                </a:lnTo>
                <a:lnTo>
                  <a:pt x="65808" y="134112"/>
                </a:lnTo>
                <a:lnTo>
                  <a:pt x="76781" y="156458"/>
                </a:lnTo>
                <a:lnTo>
                  <a:pt x="87744" y="178813"/>
                </a:lnTo>
                <a:lnTo>
                  <a:pt x="98717" y="201158"/>
                </a:lnTo>
                <a:lnTo>
                  <a:pt x="109680" y="223514"/>
                </a:lnTo>
                <a:lnTo>
                  <a:pt x="120653" y="245869"/>
                </a:lnTo>
                <a:lnTo>
                  <a:pt x="131616" y="268214"/>
                </a:lnTo>
                <a:lnTo>
                  <a:pt x="142589" y="290570"/>
                </a:lnTo>
                <a:lnTo>
                  <a:pt x="153553" y="312925"/>
                </a:lnTo>
                <a:lnTo>
                  <a:pt x="164525" y="335270"/>
                </a:lnTo>
                <a:lnTo>
                  <a:pt x="175489" y="357626"/>
                </a:lnTo>
                <a:lnTo>
                  <a:pt x="186461" y="379971"/>
                </a:lnTo>
                <a:lnTo>
                  <a:pt x="197425" y="402326"/>
                </a:lnTo>
                <a:lnTo>
                  <a:pt x="208397" y="424682"/>
                </a:lnTo>
                <a:lnTo>
                  <a:pt x="219361" y="447027"/>
                </a:lnTo>
                <a:lnTo>
                  <a:pt x="230334" y="469382"/>
                </a:lnTo>
                <a:lnTo>
                  <a:pt x="241297" y="491728"/>
                </a:lnTo>
                <a:lnTo>
                  <a:pt x="252270" y="514083"/>
                </a:lnTo>
                <a:lnTo>
                  <a:pt x="263233" y="536438"/>
                </a:lnTo>
                <a:lnTo>
                  <a:pt x="274206" y="558784"/>
                </a:lnTo>
                <a:lnTo>
                  <a:pt x="285169" y="581139"/>
                </a:lnTo>
                <a:lnTo>
                  <a:pt x="296142" y="603485"/>
                </a:lnTo>
                <a:lnTo>
                  <a:pt x="307105" y="625840"/>
                </a:lnTo>
                <a:lnTo>
                  <a:pt x="318078" y="648195"/>
                </a:lnTo>
                <a:lnTo>
                  <a:pt x="329041" y="670541"/>
                </a:lnTo>
                <a:lnTo>
                  <a:pt x="340014" y="692896"/>
                </a:lnTo>
                <a:lnTo>
                  <a:pt x="350977" y="715242"/>
                </a:lnTo>
                <a:lnTo>
                  <a:pt x="361950" y="737597"/>
                </a:lnTo>
                <a:lnTo>
                  <a:pt x="372913" y="759952"/>
                </a:lnTo>
                <a:lnTo>
                  <a:pt x="383886" y="782298"/>
                </a:lnTo>
                <a:lnTo>
                  <a:pt x="394849" y="804653"/>
                </a:lnTo>
                <a:lnTo>
                  <a:pt x="405822" y="827008"/>
                </a:lnTo>
                <a:lnTo>
                  <a:pt x="416785" y="849354"/>
                </a:lnTo>
                <a:lnTo>
                  <a:pt x="432092" y="867604"/>
                </a:lnTo>
                <a:lnTo>
                  <a:pt x="455095" y="877033"/>
                </a:lnTo>
                <a:lnTo>
                  <a:pt x="479079" y="883672"/>
                </a:lnTo>
                <a:lnTo>
                  <a:pt x="503415" y="888940"/>
                </a:lnTo>
                <a:lnTo>
                  <a:pt x="527923" y="893331"/>
                </a:lnTo>
                <a:lnTo>
                  <a:pt x="552536" y="897112"/>
                </a:lnTo>
                <a:lnTo>
                  <a:pt x="577205" y="900436"/>
                </a:lnTo>
                <a:lnTo>
                  <a:pt x="601923" y="903399"/>
                </a:lnTo>
                <a:lnTo>
                  <a:pt x="626678" y="906066"/>
                </a:lnTo>
                <a:lnTo>
                  <a:pt x="651462" y="908475"/>
                </a:lnTo>
                <a:lnTo>
                  <a:pt x="676265" y="910666"/>
                </a:lnTo>
                <a:lnTo>
                  <a:pt x="701078" y="912676"/>
                </a:lnTo>
                <a:lnTo>
                  <a:pt x="725910" y="914524"/>
                </a:lnTo>
                <a:lnTo>
                  <a:pt x="750751" y="916200"/>
                </a:lnTo>
                <a:lnTo>
                  <a:pt x="775592" y="917753"/>
                </a:lnTo>
                <a:lnTo>
                  <a:pt x="800452" y="919182"/>
                </a:lnTo>
                <a:lnTo>
                  <a:pt x="825313" y="920486"/>
                </a:lnTo>
                <a:lnTo>
                  <a:pt x="850182" y="921687"/>
                </a:lnTo>
                <a:lnTo>
                  <a:pt x="875062" y="922782"/>
                </a:lnTo>
                <a:lnTo>
                  <a:pt x="899932" y="923782"/>
                </a:lnTo>
                <a:lnTo>
                  <a:pt x="924820" y="924687"/>
                </a:lnTo>
                <a:lnTo>
                  <a:pt x="949700" y="925506"/>
                </a:lnTo>
                <a:lnTo>
                  <a:pt x="974588" y="926249"/>
                </a:lnTo>
                <a:lnTo>
                  <a:pt x="999477" y="926906"/>
                </a:lnTo>
                <a:lnTo>
                  <a:pt x="1024366" y="927487"/>
                </a:lnTo>
                <a:lnTo>
                  <a:pt x="1049255" y="927992"/>
                </a:lnTo>
                <a:lnTo>
                  <a:pt x="1074153" y="928421"/>
                </a:lnTo>
                <a:lnTo>
                  <a:pt x="1099042" y="928783"/>
                </a:lnTo>
                <a:lnTo>
                  <a:pt x="1123940" y="929069"/>
                </a:lnTo>
                <a:lnTo>
                  <a:pt x="1148839" y="929288"/>
                </a:lnTo>
                <a:lnTo>
                  <a:pt x="1173737" y="929440"/>
                </a:lnTo>
                <a:lnTo>
                  <a:pt x="1198636" y="929526"/>
                </a:lnTo>
                <a:lnTo>
                  <a:pt x="1223534" y="929535"/>
                </a:lnTo>
                <a:lnTo>
                  <a:pt x="1248432" y="929488"/>
                </a:lnTo>
                <a:lnTo>
                  <a:pt x="1273321" y="929364"/>
                </a:lnTo>
                <a:lnTo>
                  <a:pt x="1298219" y="929173"/>
                </a:lnTo>
                <a:lnTo>
                  <a:pt x="1323118" y="928916"/>
                </a:lnTo>
                <a:lnTo>
                  <a:pt x="1348016" y="928592"/>
                </a:lnTo>
                <a:lnTo>
                  <a:pt x="1372905" y="928183"/>
                </a:lnTo>
                <a:lnTo>
                  <a:pt x="1397803" y="927716"/>
                </a:lnTo>
                <a:lnTo>
                  <a:pt x="1422692" y="927173"/>
                </a:lnTo>
                <a:lnTo>
                  <a:pt x="1447581" y="926544"/>
                </a:lnTo>
                <a:lnTo>
                  <a:pt x="1472470" y="925840"/>
                </a:lnTo>
                <a:lnTo>
                  <a:pt x="1497359" y="925058"/>
                </a:lnTo>
                <a:lnTo>
                  <a:pt x="1522238" y="924182"/>
                </a:lnTo>
                <a:lnTo>
                  <a:pt x="1547117" y="923230"/>
                </a:lnTo>
                <a:lnTo>
                  <a:pt x="1571987" y="922172"/>
                </a:lnTo>
                <a:lnTo>
                  <a:pt x="1596866" y="921020"/>
                </a:lnTo>
                <a:lnTo>
                  <a:pt x="1621727" y="919763"/>
                </a:lnTo>
                <a:lnTo>
                  <a:pt x="1646587" y="918391"/>
                </a:lnTo>
                <a:lnTo>
                  <a:pt x="1671437" y="916896"/>
                </a:lnTo>
                <a:lnTo>
                  <a:pt x="1696288" y="915276"/>
                </a:lnTo>
                <a:lnTo>
                  <a:pt x="1721120" y="913505"/>
                </a:lnTo>
                <a:lnTo>
                  <a:pt x="1745942" y="911571"/>
                </a:lnTo>
                <a:lnTo>
                  <a:pt x="1770745" y="909457"/>
                </a:lnTo>
                <a:lnTo>
                  <a:pt x="1795539" y="907142"/>
                </a:lnTo>
                <a:lnTo>
                  <a:pt x="1820304" y="904599"/>
                </a:lnTo>
                <a:lnTo>
                  <a:pt x="1845040" y="901770"/>
                </a:lnTo>
                <a:lnTo>
                  <a:pt x="1869738" y="898617"/>
                </a:lnTo>
                <a:lnTo>
                  <a:pt x="1894380" y="895045"/>
                </a:lnTo>
                <a:lnTo>
                  <a:pt x="1918935" y="890940"/>
                </a:lnTo>
                <a:lnTo>
                  <a:pt x="1943357" y="886111"/>
                </a:lnTo>
                <a:lnTo>
                  <a:pt x="1967532" y="880167"/>
                </a:lnTo>
                <a:lnTo>
                  <a:pt x="1991125" y="872261"/>
                </a:lnTo>
                <a:lnTo>
                  <a:pt x="2012071" y="859203"/>
                </a:lnTo>
                <a:lnTo>
                  <a:pt x="2022443" y="836790"/>
                </a:lnTo>
                <a:lnTo>
                  <a:pt x="2033416" y="814435"/>
                </a:lnTo>
                <a:lnTo>
                  <a:pt x="2044379" y="792089"/>
                </a:lnTo>
                <a:lnTo>
                  <a:pt x="2055352" y="769734"/>
                </a:lnTo>
                <a:lnTo>
                  <a:pt x="2066315" y="747389"/>
                </a:lnTo>
                <a:lnTo>
                  <a:pt x="2077288" y="725033"/>
                </a:lnTo>
                <a:lnTo>
                  <a:pt x="2088251" y="702678"/>
                </a:lnTo>
                <a:lnTo>
                  <a:pt x="2099224" y="680333"/>
                </a:lnTo>
                <a:lnTo>
                  <a:pt x="2110188" y="657977"/>
                </a:lnTo>
                <a:lnTo>
                  <a:pt x="2121160" y="635632"/>
                </a:lnTo>
                <a:lnTo>
                  <a:pt x="2132124" y="613277"/>
                </a:lnTo>
                <a:lnTo>
                  <a:pt x="2143096" y="590921"/>
                </a:lnTo>
                <a:lnTo>
                  <a:pt x="2154060" y="568576"/>
                </a:lnTo>
                <a:lnTo>
                  <a:pt x="2165033" y="546221"/>
                </a:lnTo>
                <a:lnTo>
                  <a:pt x="2175996" y="523865"/>
                </a:lnTo>
                <a:lnTo>
                  <a:pt x="2186969" y="501520"/>
                </a:lnTo>
                <a:lnTo>
                  <a:pt x="2197932" y="479165"/>
                </a:lnTo>
                <a:lnTo>
                  <a:pt x="2208905" y="456819"/>
                </a:lnTo>
                <a:lnTo>
                  <a:pt x="2219868" y="434464"/>
                </a:lnTo>
                <a:lnTo>
                  <a:pt x="2230841" y="412109"/>
                </a:lnTo>
                <a:lnTo>
                  <a:pt x="2241804" y="389763"/>
                </a:lnTo>
                <a:lnTo>
                  <a:pt x="2252777" y="367408"/>
                </a:lnTo>
                <a:lnTo>
                  <a:pt x="2263740" y="345062"/>
                </a:lnTo>
                <a:lnTo>
                  <a:pt x="2274713" y="322707"/>
                </a:lnTo>
                <a:lnTo>
                  <a:pt x="2285676" y="300352"/>
                </a:lnTo>
                <a:lnTo>
                  <a:pt x="2296649" y="278006"/>
                </a:lnTo>
                <a:lnTo>
                  <a:pt x="2307612" y="255651"/>
                </a:lnTo>
                <a:lnTo>
                  <a:pt x="2318585" y="233305"/>
                </a:lnTo>
                <a:lnTo>
                  <a:pt x="2329548" y="210950"/>
                </a:lnTo>
                <a:lnTo>
                  <a:pt x="2340521" y="188595"/>
                </a:lnTo>
                <a:lnTo>
                  <a:pt x="2351484" y="166249"/>
                </a:lnTo>
                <a:lnTo>
                  <a:pt x="2362457" y="143894"/>
                </a:lnTo>
                <a:lnTo>
                  <a:pt x="2373420" y="121549"/>
                </a:lnTo>
                <a:lnTo>
                  <a:pt x="2384393" y="99193"/>
                </a:lnTo>
                <a:lnTo>
                  <a:pt x="2395357" y="76838"/>
                </a:lnTo>
                <a:lnTo>
                  <a:pt x="2406329" y="54493"/>
                </a:lnTo>
                <a:lnTo>
                  <a:pt x="2417293" y="32137"/>
                </a:lnTo>
                <a:lnTo>
                  <a:pt x="2428265" y="9782"/>
                </a:lnTo>
                <a:lnTo>
                  <a:pt x="2424636" y="10430"/>
                </a:lnTo>
                <a:lnTo>
                  <a:pt x="2401595" y="19698"/>
                </a:lnTo>
                <a:lnTo>
                  <a:pt x="2377450" y="25756"/>
                </a:lnTo>
                <a:lnTo>
                  <a:pt x="2352999" y="30461"/>
                </a:lnTo>
                <a:lnTo>
                  <a:pt x="2328415" y="34395"/>
                </a:lnTo>
                <a:lnTo>
                  <a:pt x="2303755" y="37795"/>
                </a:lnTo>
                <a:lnTo>
                  <a:pt x="2279037" y="40796"/>
                </a:lnTo>
                <a:lnTo>
                  <a:pt x="2254291" y="43501"/>
                </a:lnTo>
                <a:lnTo>
                  <a:pt x="2229517" y="45958"/>
                </a:lnTo>
                <a:lnTo>
                  <a:pt x="2204714" y="48216"/>
                </a:lnTo>
                <a:lnTo>
                  <a:pt x="2179911" y="50292"/>
                </a:lnTo>
                <a:lnTo>
                  <a:pt x="2155088" y="52235"/>
                </a:lnTo>
                <a:lnTo>
                  <a:pt x="2130257" y="54026"/>
                </a:lnTo>
                <a:lnTo>
                  <a:pt x="2105416" y="55702"/>
                </a:lnTo>
                <a:lnTo>
                  <a:pt x="2080565" y="57283"/>
                </a:lnTo>
                <a:lnTo>
                  <a:pt x="2055714" y="58769"/>
                </a:lnTo>
                <a:lnTo>
                  <a:pt x="2030854" y="60169"/>
                </a:lnTo>
                <a:lnTo>
                  <a:pt x="2005994" y="61484"/>
                </a:lnTo>
                <a:lnTo>
                  <a:pt x="1981124" y="62722"/>
                </a:lnTo>
                <a:lnTo>
                  <a:pt x="1956254" y="63894"/>
                </a:lnTo>
                <a:lnTo>
                  <a:pt x="1931384" y="64999"/>
                </a:lnTo>
                <a:lnTo>
                  <a:pt x="1906505" y="66046"/>
                </a:lnTo>
                <a:lnTo>
                  <a:pt x="1881626" y="67037"/>
                </a:lnTo>
                <a:lnTo>
                  <a:pt x="1856746" y="67970"/>
                </a:lnTo>
                <a:lnTo>
                  <a:pt x="1831867" y="68856"/>
                </a:lnTo>
                <a:lnTo>
                  <a:pt x="1806978" y="69694"/>
                </a:lnTo>
                <a:lnTo>
                  <a:pt x="1782099" y="70485"/>
                </a:lnTo>
                <a:lnTo>
                  <a:pt x="1757210" y="71228"/>
                </a:lnTo>
                <a:lnTo>
                  <a:pt x="1732321" y="71923"/>
                </a:lnTo>
                <a:lnTo>
                  <a:pt x="1707432" y="72590"/>
                </a:lnTo>
                <a:lnTo>
                  <a:pt x="1682544" y="73209"/>
                </a:lnTo>
                <a:lnTo>
                  <a:pt x="1657655" y="73790"/>
                </a:lnTo>
                <a:lnTo>
                  <a:pt x="1632766" y="74343"/>
                </a:lnTo>
                <a:lnTo>
                  <a:pt x="1607868" y="74847"/>
                </a:lnTo>
                <a:lnTo>
                  <a:pt x="1582979" y="75324"/>
                </a:lnTo>
                <a:lnTo>
                  <a:pt x="1558080" y="75762"/>
                </a:lnTo>
                <a:lnTo>
                  <a:pt x="1533192" y="76162"/>
                </a:lnTo>
                <a:lnTo>
                  <a:pt x="1508293" y="76533"/>
                </a:lnTo>
                <a:lnTo>
                  <a:pt x="1483404" y="76867"/>
                </a:lnTo>
                <a:lnTo>
                  <a:pt x="1458506" y="77181"/>
                </a:lnTo>
                <a:lnTo>
                  <a:pt x="1433608" y="77457"/>
                </a:lnTo>
                <a:lnTo>
                  <a:pt x="1408709" y="77695"/>
                </a:lnTo>
                <a:lnTo>
                  <a:pt x="1383811" y="77915"/>
                </a:lnTo>
                <a:lnTo>
                  <a:pt x="1358922" y="78105"/>
                </a:lnTo>
                <a:lnTo>
                  <a:pt x="1334024" y="78248"/>
                </a:lnTo>
                <a:lnTo>
                  <a:pt x="1309126" y="78372"/>
                </a:lnTo>
                <a:lnTo>
                  <a:pt x="1284227" y="78467"/>
                </a:lnTo>
                <a:lnTo>
                  <a:pt x="1259329" y="78534"/>
                </a:lnTo>
                <a:lnTo>
                  <a:pt x="1234430" y="78572"/>
                </a:lnTo>
                <a:lnTo>
                  <a:pt x="1209532" y="78581"/>
                </a:lnTo>
                <a:lnTo>
                  <a:pt x="1184634" y="78553"/>
                </a:lnTo>
                <a:lnTo>
                  <a:pt x="1159735" y="78505"/>
                </a:lnTo>
                <a:lnTo>
                  <a:pt x="1134847" y="78419"/>
                </a:lnTo>
                <a:lnTo>
                  <a:pt x="1109948" y="78305"/>
                </a:lnTo>
                <a:lnTo>
                  <a:pt x="1085050" y="78172"/>
                </a:lnTo>
                <a:lnTo>
                  <a:pt x="1060152" y="78000"/>
                </a:lnTo>
                <a:lnTo>
                  <a:pt x="1035253" y="77800"/>
                </a:lnTo>
                <a:lnTo>
                  <a:pt x="1010355" y="77562"/>
                </a:lnTo>
                <a:lnTo>
                  <a:pt x="985466" y="77305"/>
                </a:lnTo>
                <a:lnTo>
                  <a:pt x="960568" y="77010"/>
                </a:lnTo>
                <a:lnTo>
                  <a:pt x="935669" y="76686"/>
                </a:lnTo>
                <a:lnTo>
                  <a:pt x="910771" y="76333"/>
                </a:lnTo>
                <a:lnTo>
                  <a:pt x="885882" y="75943"/>
                </a:lnTo>
                <a:lnTo>
                  <a:pt x="860984" y="75514"/>
                </a:lnTo>
                <a:lnTo>
                  <a:pt x="836095" y="75057"/>
                </a:lnTo>
                <a:lnTo>
                  <a:pt x="811206" y="74562"/>
                </a:lnTo>
                <a:lnTo>
                  <a:pt x="786308" y="74038"/>
                </a:lnTo>
                <a:lnTo>
                  <a:pt x="761419" y="73466"/>
                </a:lnTo>
                <a:lnTo>
                  <a:pt x="736530" y="72866"/>
                </a:lnTo>
                <a:lnTo>
                  <a:pt x="711641" y="72228"/>
                </a:lnTo>
                <a:lnTo>
                  <a:pt x="686753" y="71542"/>
                </a:lnTo>
                <a:lnTo>
                  <a:pt x="661864" y="70818"/>
                </a:lnTo>
                <a:lnTo>
                  <a:pt x="636975" y="70047"/>
                </a:lnTo>
                <a:lnTo>
                  <a:pt x="612096" y="69228"/>
                </a:lnTo>
                <a:lnTo>
                  <a:pt x="587216" y="68370"/>
                </a:lnTo>
                <a:lnTo>
                  <a:pt x="562327" y="67456"/>
                </a:lnTo>
                <a:lnTo>
                  <a:pt x="537448" y="66485"/>
                </a:lnTo>
                <a:lnTo>
                  <a:pt x="512578" y="65465"/>
                </a:lnTo>
                <a:lnTo>
                  <a:pt x="487699" y="64379"/>
                </a:lnTo>
                <a:lnTo>
                  <a:pt x="462829" y="63236"/>
                </a:lnTo>
                <a:lnTo>
                  <a:pt x="437959" y="62027"/>
                </a:lnTo>
                <a:lnTo>
                  <a:pt x="413099" y="60750"/>
                </a:lnTo>
                <a:lnTo>
                  <a:pt x="388239" y="59388"/>
                </a:lnTo>
                <a:lnTo>
                  <a:pt x="363379" y="57950"/>
                </a:lnTo>
                <a:lnTo>
                  <a:pt x="338528" y="56417"/>
                </a:lnTo>
                <a:lnTo>
                  <a:pt x="313687" y="54778"/>
                </a:lnTo>
                <a:lnTo>
                  <a:pt x="288855" y="53026"/>
                </a:lnTo>
                <a:lnTo>
                  <a:pt x="264023" y="51159"/>
                </a:lnTo>
                <a:lnTo>
                  <a:pt x="239211" y="49149"/>
                </a:lnTo>
                <a:lnTo>
                  <a:pt x="214408" y="46977"/>
                </a:lnTo>
                <a:lnTo>
                  <a:pt x="189624" y="44606"/>
                </a:lnTo>
                <a:lnTo>
                  <a:pt x="164859" y="42015"/>
                </a:lnTo>
                <a:lnTo>
                  <a:pt x="140132" y="39148"/>
                </a:lnTo>
                <a:lnTo>
                  <a:pt x="115443" y="35938"/>
                </a:lnTo>
                <a:lnTo>
                  <a:pt x="90811" y="32261"/>
                </a:lnTo>
                <a:lnTo>
                  <a:pt x="66294" y="27937"/>
                </a:lnTo>
                <a:lnTo>
                  <a:pt x="41986" y="22574"/>
                </a:lnTo>
                <a:lnTo>
                  <a:pt x="18231" y="151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6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F6FD5DFC-B3A1-44A8-8D89-F64E8803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9438" y="3489322"/>
            <a:ext cx="2433123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7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AF71E6D9-F6DD-4A97-BD78-7A869E5F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7043" y="4645057"/>
            <a:ext cx="1594666" cy="929440"/>
          </a:xfrm>
          <a:custGeom xmlns:a="http://schemas.openxmlformats.org/drawingml/2006/main">
            <a:pathLst>
              <a:path w="1594666" h="929440">
                <a:moveTo>
                  <a:pt x="0" y="0"/>
                </a:moveTo>
                <a:lnTo>
                  <a:pt x="7744" y="17345"/>
                </a:lnTo>
                <a:lnTo>
                  <a:pt x="15488" y="34690"/>
                </a:lnTo>
                <a:lnTo>
                  <a:pt x="23231" y="52035"/>
                </a:lnTo>
                <a:lnTo>
                  <a:pt x="30975" y="69380"/>
                </a:lnTo>
                <a:lnTo>
                  <a:pt x="38719" y="86725"/>
                </a:lnTo>
                <a:lnTo>
                  <a:pt x="46463" y="104070"/>
                </a:lnTo>
                <a:lnTo>
                  <a:pt x="54207" y="121415"/>
                </a:lnTo>
                <a:lnTo>
                  <a:pt x="61951" y="138760"/>
                </a:lnTo>
                <a:lnTo>
                  <a:pt x="69694" y="156105"/>
                </a:lnTo>
                <a:lnTo>
                  <a:pt x="77438" y="173460"/>
                </a:lnTo>
                <a:lnTo>
                  <a:pt x="85182" y="190805"/>
                </a:lnTo>
                <a:lnTo>
                  <a:pt x="92926" y="208150"/>
                </a:lnTo>
                <a:lnTo>
                  <a:pt x="100670" y="225495"/>
                </a:lnTo>
                <a:lnTo>
                  <a:pt x="108414" y="242840"/>
                </a:lnTo>
                <a:lnTo>
                  <a:pt x="116157" y="260185"/>
                </a:lnTo>
                <a:lnTo>
                  <a:pt x="123901" y="277530"/>
                </a:lnTo>
                <a:lnTo>
                  <a:pt x="131645" y="294875"/>
                </a:lnTo>
                <a:lnTo>
                  <a:pt x="139389" y="312220"/>
                </a:lnTo>
                <a:lnTo>
                  <a:pt x="147133" y="329565"/>
                </a:lnTo>
                <a:lnTo>
                  <a:pt x="154877" y="346910"/>
                </a:lnTo>
                <a:lnTo>
                  <a:pt x="162620" y="364255"/>
                </a:lnTo>
                <a:lnTo>
                  <a:pt x="170364" y="381600"/>
                </a:lnTo>
                <a:lnTo>
                  <a:pt x="178108" y="398945"/>
                </a:lnTo>
                <a:lnTo>
                  <a:pt x="185852" y="416290"/>
                </a:lnTo>
                <a:lnTo>
                  <a:pt x="193596" y="433635"/>
                </a:lnTo>
                <a:lnTo>
                  <a:pt x="201339" y="450980"/>
                </a:lnTo>
                <a:lnTo>
                  <a:pt x="209083" y="468325"/>
                </a:lnTo>
                <a:lnTo>
                  <a:pt x="216818" y="485670"/>
                </a:lnTo>
                <a:lnTo>
                  <a:pt x="224561" y="503025"/>
                </a:lnTo>
                <a:lnTo>
                  <a:pt x="232305" y="520370"/>
                </a:lnTo>
                <a:lnTo>
                  <a:pt x="240049" y="537715"/>
                </a:lnTo>
                <a:lnTo>
                  <a:pt x="247793" y="555060"/>
                </a:lnTo>
                <a:lnTo>
                  <a:pt x="255537" y="572405"/>
                </a:lnTo>
                <a:lnTo>
                  <a:pt x="263281" y="589750"/>
                </a:lnTo>
                <a:lnTo>
                  <a:pt x="271024" y="607095"/>
                </a:lnTo>
                <a:lnTo>
                  <a:pt x="278768" y="624440"/>
                </a:lnTo>
                <a:lnTo>
                  <a:pt x="286512" y="641785"/>
                </a:lnTo>
                <a:lnTo>
                  <a:pt x="294256" y="659130"/>
                </a:lnTo>
                <a:lnTo>
                  <a:pt x="302000" y="676475"/>
                </a:lnTo>
                <a:lnTo>
                  <a:pt x="309743" y="693820"/>
                </a:lnTo>
                <a:lnTo>
                  <a:pt x="317487" y="711165"/>
                </a:lnTo>
                <a:lnTo>
                  <a:pt x="325231" y="728510"/>
                </a:lnTo>
                <a:lnTo>
                  <a:pt x="332975" y="745855"/>
                </a:lnTo>
                <a:lnTo>
                  <a:pt x="340719" y="763200"/>
                </a:lnTo>
                <a:lnTo>
                  <a:pt x="348463" y="780545"/>
                </a:lnTo>
                <a:lnTo>
                  <a:pt x="356206" y="797890"/>
                </a:lnTo>
                <a:lnTo>
                  <a:pt x="363950" y="815235"/>
                </a:lnTo>
                <a:lnTo>
                  <a:pt x="371694" y="832580"/>
                </a:lnTo>
                <a:lnTo>
                  <a:pt x="379438" y="849935"/>
                </a:lnTo>
                <a:lnTo>
                  <a:pt x="386925" y="866927"/>
                </a:lnTo>
                <a:lnTo>
                  <a:pt x="401974" y="878396"/>
                </a:lnTo>
                <a:lnTo>
                  <a:pt x="419100" y="886587"/>
                </a:lnTo>
                <a:lnTo>
                  <a:pt x="436978" y="892988"/>
                </a:lnTo>
                <a:lnTo>
                  <a:pt x="455228" y="898236"/>
                </a:lnTo>
                <a:lnTo>
                  <a:pt x="473697" y="902675"/>
                </a:lnTo>
                <a:lnTo>
                  <a:pt x="492309" y="906504"/>
                </a:lnTo>
                <a:lnTo>
                  <a:pt x="511007" y="909838"/>
                </a:lnTo>
                <a:lnTo>
                  <a:pt x="529771" y="912762"/>
                </a:lnTo>
                <a:lnTo>
                  <a:pt x="548592" y="915343"/>
                </a:lnTo>
                <a:lnTo>
                  <a:pt x="567452" y="917639"/>
                </a:lnTo>
                <a:lnTo>
                  <a:pt x="586340" y="919658"/>
                </a:lnTo>
                <a:lnTo>
                  <a:pt x="605247" y="921449"/>
                </a:lnTo>
                <a:lnTo>
                  <a:pt x="624173" y="923030"/>
                </a:lnTo>
                <a:lnTo>
                  <a:pt x="643118" y="924401"/>
                </a:lnTo>
                <a:lnTo>
                  <a:pt x="662083" y="925592"/>
                </a:lnTo>
                <a:lnTo>
                  <a:pt x="681047" y="926611"/>
                </a:lnTo>
                <a:lnTo>
                  <a:pt x="700021" y="927468"/>
                </a:lnTo>
                <a:lnTo>
                  <a:pt x="719004" y="928164"/>
                </a:lnTo>
                <a:lnTo>
                  <a:pt x="737997" y="928707"/>
                </a:lnTo>
                <a:lnTo>
                  <a:pt x="756990" y="929097"/>
                </a:lnTo>
                <a:lnTo>
                  <a:pt x="775983" y="929345"/>
                </a:lnTo>
                <a:lnTo>
                  <a:pt x="794976" y="929440"/>
                </a:lnTo>
                <a:lnTo>
                  <a:pt x="813968" y="929402"/>
                </a:lnTo>
                <a:lnTo>
                  <a:pt x="832971" y="929211"/>
                </a:lnTo>
                <a:lnTo>
                  <a:pt x="851964" y="928888"/>
                </a:lnTo>
                <a:lnTo>
                  <a:pt x="870947" y="928402"/>
                </a:lnTo>
                <a:lnTo>
                  <a:pt x="889930" y="927773"/>
                </a:lnTo>
                <a:lnTo>
                  <a:pt x="908914" y="926992"/>
                </a:lnTo>
                <a:lnTo>
                  <a:pt x="927887" y="926040"/>
                </a:lnTo>
                <a:lnTo>
                  <a:pt x="946842" y="924925"/>
                </a:lnTo>
                <a:lnTo>
                  <a:pt x="965797" y="923630"/>
                </a:lnTo>
                <a:lnTo>
                  <a:pt x="984733" y="922134"/>
                </a:lnTo>
                <a:lnTo>
                  <a:pt x="1003649" y="920439"/>
                </a:lnTo>
                <a:lnTo>
                  <a:pt x="1022547" y="918515"/>
                </a:lnTo>
                <a:lnTo>
                  <a:pt x="1041425" y="916343"/>
                </a:lnTo>
                <a:lnTo>
                  <a:pt x="1060256" y="913876"/>
                </a:lnTo>
                <a:lnTo>
                  <a:pt x="1079049" y="911104"/>
                </a:lnTo>
                <a:lnTo>
                  <a:pt x="1097785" y="907952"/>
                </a:lnTo>
                <a:lnTo>
                  <a:pt x="1116435" y="904342"/>
                </a:lnTo>
                <a:lnTo>
                  <a:pt x="1134961" y="900189"/>
                </a:lnTo>
                <a:lnTo>
                  <a:pt x="1153316" y="895302"/>
                </a:lnTo>
                <a:lnTo>
                  <a:pt x="1171385" y="889445"/>
                </a:lnTo>
                <a:lnTo>
                  <a:pt x="1188901" y="882110"/>
                </a:lnTo>
                <a:lnTo>
                  <a:pt x="1205113" y="872290"/>
                </a:lnTo>
                <a:lnTo>
                  <a:pt x="1216847" y="857660"/>
                </a:lnTo>
                <a:lnTo>
                  <a:pt x="1222972" y="839857"/>
                </a:lnTo>
                <a:lnTo>
                  <a:pt x="1230716" y="822512"/>
                </a:lnTo>
                <a:lnTo>
                  <a:pt x="1238460" y="805167"/>
                </a:lnTo>
                <a:lnTo>
                  <a:pt x="1246203" y="787822"/>
                </a:lnTo>
                <a:lnTo>
                  <a:pt x="1253947" y="770468"/>
                </a:lnTo>
                <a:lnTo>
                  <a:pt x="1261691" y="753123"/>
                </a:lnTo>
                <a:lnTo>
                  <a:pt x="1269435" y="735778"/>
                </a:lnTo>
                <a:lnTo>
                  <a:pt x="1277179" y="718433"/>
                </a:lnTo>
                <a:lnTo>
                  <a:pt x="1284923" y="701088"/>
                </a:lnTo>
                <a:lnTo>
                  <a:pt x="1292666" y="683743"/>
                </a:lnTo>
                <a:lnTo>
                  <a:pt x="1300410" y="666398"/>
                </a:lnTo>
                <a:lnTo>
                  <a:pt x="1308154" y="649053"/>
                </a:lnTo>
                <a:lnTo>
                  <a:pt x="1315898" y="631708"/>
                </a:lnTo>
                <a:lnTo>
                  <a:pt x="1323642" y="614363"/>
                </a:lnTo>
                <a:lnTo>
                  <a:pt x="1331385" y="597017"/>
                </a:lnTo>
                <a:lnTo>
                  <a:pt x="1339129" y="579672"/>
                </a:lnTo>
                <a:lnTo>
                  <a:pt x="1346873" y="562327"/>
                </a:lnTo>
                <a:lnTo>
                  <a:pt x="1354617" y="544982"/>
                </a:lnTo>
                <a:lnTo>
                  <a:pt x="1362361" y="527637"/>
                </a:lnTo>
                <a:lnTo>
                  <a:pt x="1370105" y="510292"/>
                </a:lnTo>
                <a:lnTo>
                  <a:pt x="1377848" y="492947"/>
                </a:lnTo>
                <a:lnTo>
                  <a:pt x="1385592" y="475602"/>
                </a:lnTo>
                <a:lnTo>
                  <a:pt x="1393336" y="458257"/>
                </a:lnTo>
                <a:lnTo>
                  <a:pt x="1401080" y="440903"/>
                </a:lnTo>
                <a:lnTo>
                  <a:pt x="1408824" y="423558"/>
                </a:lnTo>
                <a:lnTo>
                  <a:pt x="1416568" y="406213"/>
                </a:lnTo>
                <a:lnTo>
                  <a:pt x="1424311" y="388868"/>
                </a:lnTo>
                <a:lnTo>
                  <a:pt x="1432055" y="371523"/>
                </a:lnTo>
                <a:lnTo>
                  <a:pt x="1439799" y="354178"/>
                </a:lnTo>
                <a:lnTo>
                  <a:pt x="1447543" y="336833"/>
                </a:lnTo>
                <a:lnTo>
                  <a:pt x="1455287" y="319488"/>
                </a:lnTo>
                <a:lnTo>
                  <a:pt x="1463030" y="302143"/>
                </a:lnTo>
                <a:lnTo>
                  <a:pt x="1470774" y="284798"/>
                </a:lnTo>
                <a:lnTo>
                  <a:pt x="1478518" y="267452"/>
                </a:lnTo>
                <a:lnTo>
                  <a:pt x="1486262" y="250107"/>
                </a:lnTo>
                <a:lnTo>
                  <a:pt x="1494006" y="232762"/>
                </a:lnTo>
                <a:lnTo>
                  <a:pt x="1501750" y="215417"/>
                </a:lnTo>
                <a:lnTo>
                  <a:pt x="1509493" y="198072"/>
                </a:lnTo>
                <a:lnTo>
                  <a:pt x="1517228" y="180727"/>
                </a:lnTo>
                <a:lnTo>
                  <a:pt x="1524972" y="163382"/>
                </a:lnTo>
                <a:lnTo>
                  <a:pt x="1532715" y="146037"/>
                </a:lnTo>
                <a:lnTo>
                  <a:pt x="1540459" y="128692"/>
                </a:lnTo>
                <a:lnTo>
                  <a:pt x="1548203" y="111338"/>
                </a:lnTo>
                <a:lnTo>
                  <a:pt x="1555947" y="93993"/>
                </a:lnTo>
                <a:lnTo>
                  <a:pt x="1563691" y="76648"/>
                </a:lnTo>
                <a:lnTo>
                  <a:pt x="1571435" y="59303"/>
                </a:lnTo>
                <a:lnTo>
                  <a:pt x="1579178" y="41958"/>
                </a:lnTo>
                <a:lnTo>
                  <a:pt x="1586922" y="24613"/>
                </a:lnTo>
                <a:lnTo>
                  <a:pt x="1594666" y="7268"/>
                </a:lnTo>
                <a:lnTo>
                  <a:pt x="1593190" y="9649"/>
                </a:lnTo>
                <a:lnTo>
                  <a:pt x="1577197" y="19717"/>
                </a:lnTo>
                <a:lnTo>
                  <a:pt x="1559423" y="26384"/>
                </a:lnTo>
                <a:lnTo>
                  <a:pt x="1541145" y="31547"/>
                </a:lnTo>
                <a:lnTo>
                  <a:pt x="1522638" y="35824"/>
                </a:lnTo>
                <a:lnTo>
                  <a:pt x="1504007" y="39500"/>
                </a:lnTo>
                <a:lnTo>
                  <a:pt x="1485281" y="42739"/>
                </a:lnTo>
                <a:lnTo>
                  <a:pt x="1466517" y="45634"/>
                </a:lnTo>
                <a:lnTo>
                  <a:pt x="1447695" y="48254"/>
                </a:lnTo>
                <a:lnTo>
                  <a:pt x="1428855" y="50644"/>
                </a:lnTo>
                <a:lnTo>
                  <a:pt x="1409986" y="52835"/>
                </a:lnTo>
                <a:lnTo>
                  <a:pt x="1391098" y="54864"/>
                </a:lnTo>
                <a:lnTo>
                  <a:pt x="1372200" y="56740"/>
                </a:lnTo>
                <a:lnTo>
                  <a:pt x="1353283" y="58484"/>
                </a:lnTo>
                <a:lnTo>
                  <a:pt x="1334357" y="60122"/>
                </a:lnTo>
                <a:lnTo>
                  <a:pt x="1315422" y="61636"/>
                </a:lnTo>
                <a:lnTo>
                  <a:pt x="1296476" y="63056"/>
                </a:lnTo>
                <a:lnTo>
                  <a:pt x="1277531" y="64389"/>
                </a:lnTo>
                <a:lnTo>
                  <a:pt x="1258576" y="65637"/>
                </a:lnTo>
                <a:lnTo>
                  <a:pt x="1239612" y="66808"/>
                </a:lnTo>
                <a:lnTo>
                  <a:pt x="1220648" y="67904"/>
                </a:lnTo>
                <a:lnTo>
                  <a:pt x="1201684" y="68932"/>
                </a:lnTo>
                <a:lnTo>
                  <a:pt x="1182710" y="69894"/>
                </a:lnTo>
                <a:lnTo>
                  <a:pt x="1163736" y="70790"/>
                </a:lnTo>
                <a:lnTo>
                  <a:pt x="1144762" y="71638"/>
                </a:lnTo>
                <a:lnTo>
                  <a:pt x="1125779" y="72419"/>
                </a:lnTo>
                <a:lnTo>
                  <a:pt x="1106805" y="73142"/>
                </a:lnTo>
                <a:lnTo>
                  <a:pt x="1087822" y="73819"/>
                </a:lnTo>
                <a:lnTo>
                  <a:pt x="1068829" y="74447"/>
                </a:lnTo>
                <a:lnTo>
                  <a:pt x="1049846" y="75028"/>
                </a:lnTo>
                <a:lnTo>
                  <a:pt x="1030862" y="75552"/>
                </a:lnTo>
                <a:lnTo>
                  <a:pt x="1011869" y="76038"/>
                </a:lnTo>
                <a:lnTo>
                  <a:pt x="992876" y="76486"/>
                </a:lnTo>
                <a:lnTo>
                  <a:pt x="973884" y="76876"/>
                </a:lnTo>
                <a:lnTo>
                  <a:pt x="954891" y="77229"/>
                </a:lnTo>
                <a:lnTo>
                  <a:pt x="935898" y="77543"/>
                </a:lnTo>
                <a:lnTo>
                  <a:pt x="916905" y="77810"/>
                </a:lnTo>
                <a:lnTo>
                  <a:pt x="897912" y="78038"/>
                </a:lnTo>
                <a:lnTo>
                  <a:pt x="878919" y="78229"/>
                </a:lnTo>
                <a:lnTo>
                  <a:pt x="859927" y="78372"/>
                </a:lnTo>
                <a:lnTo>
                  <a:pt x="840924" y="78486"/>
                </a:lnTo>
                <a:lnTo>
                  <a:pt x="821931" y="78553"/>
                </a:lnTo>
                <a:lnTo>
                  <a:pt x="802938" y="78581"/>
                </a:lnTo>
                <a:lnTo>
                  <a:pt x="783946" y="78562"/>
                </a:lnTo>
                <a:lnTo>
                  <a:pt x="764943" y="78515"/>
                </a:lnTo>
                <a:lnTo>
                  <a:pt x="745950" y="78429"/>
                </a:lnTo>
                <a:lnTo>
                  <a:pt x="726958" y="78296"/>
                </a:lnTo>
                <a:lnTo>
                  <a:pt x="707965" y="78124"/>
                </a:lnTo>
                <a:lnTo>
                  <a:pt x="688962" y="77915"/>
                </a:lnTo>
                <a:lnTo>
                  <a:pt x="669969" y="77667"/>
                </a:lnTo>
                <a:lnTo>
                  <a:pt x="650977" y="77372"/>
                </a:lnTo>
                <a:lnTo>
                  <a:pt x="631984" y="77038"/>
                </a:lnTo>
                <a:lnTo>
                  <a:pt x="612991" y="76657"/>
                </a:lnTo>
                <a:lnTo>
                  <a:pt x="594008" y="76238"/>
                </a:lnTo>
                <a:lnTo>
                  <a:pt x="575015" y="75771"/>
                </a:lnTo>
                <a:lnTo>
                  <a:pt x="556022" y="75257"/>
                </a:lnTo>
                <a:lnTo>
                  <a:pt x="537039" y="74695"/>
                </a:lnTo>
                <a:lnTo>
                  <a:pt x="518055" y="74095"/>
                </a:lnTo>
                <a:lnTo>
                  <a:pt x="499072" y="73438"/>
                </a:lnTo>
                <a:lnTo>
                  <a:pt x="480089" y="72723"/>
                </a:lnTo>
                <a:lnTo>
                  <a:pt x="461105" y="71961"/>
                </a:lnTo>
                <a:lnTo>
                  <a:pt x="442131" y="71152"/>
                </a:lnTo>
                <a:lnTo>
                  <a:pt x="423148" y="70275"/>
                </a:lnTo>
                <a:lnTo>
                  <a:pt x="404184" y="69342"/>
                </a:lnTo>
                <a:lnTo>
                  <a:pt x="385210" y="68342"/>
                </a:lnTo>
                <a:lnTo>
                  <a:pt x="366246" y="67275"/>
                </a:lnTo>
                <a:lnTo>
                  <a:pt x="347282" y="66132"/>
                </a:lnTo>
                <a:lnTo>
                  <a:pt x="328327" y="64922"/>
                </a:lnTo>
                <a:lnTo>
                  <a:pt x="309372" y="63627"/>
                </a:lnTo>
                <a:lnTo>
                  <a:pt x="290427" y="62246"/>
                </a:lnTo>
                <a:lnTo>
                  <a:pt x="271491" y="60760"/>
                </a:lnTo>
                <a:lnTo>
                  <a:pt x="252565" y="59179"/>
                </a:lnTo>
                <a:lnTo>
                  <a:pt x="233648" y="57483"/>
                </a:lnTo>
                <a:lnTo>
                  <a:pt x="214732" y="55664"/>
                </a:lnTo>
                <a:lnTo>
                  <a:pt x="195844" y="53711"/>
                </a:lnTo>
                <a:lnTo>
                  <a:pt x="176965" y="51587"/>
                </a:lnTo>
                <a:lnTo>
                  <a:pt x="158105" y="49282"/>
                </a:lnTo>
                <a:lnTo>
                  <a:pt x="139284" y="46758"/>
                </a:lnTo>
                <a:lnTo>
                  <a:pt x="120491" y="43986"/>
                </a:lnTo>
                <a:lnTo>
                  <a:pt x="101746" y="40900"/>
                </a:lnTo>
                <a:lnTo>
                  <a:pt x="83077" y="37424"/>
                </a:lnTo>
                <a:lnTo>
                  <a:pt x="64503" y="33423"/>
                </a:lnTo>
                <a:lnTo>
                  <a:pt x="46111" y="28689"/>
                </a:lnTo>
                <a:lnTo>
                  <a:pt x="28070" y="22765"/>
                </a:lnTo>
                <a:lnTo>
                  <a:pt x="10982" y="145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8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3F21BCDD-8B5C-4BB3-97C9-2C2F17AB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7014" y="4521203"/>
            <a:ext cx="1597971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9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E27C318C-D78A-41A7-BA9B-A104DBA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9695" y="2543175"/>
            <a:ext cx="1832610" cy="3087529"/>
          </a:xfrm>
          <a:custGeom xmlns:a="http://schemas.openxmlformats.org/drawingml/2006/main">
            <a:pathLst>
              <a:path w="1832610" h="3087529">
                <a:moveTo>
                  <a:pt x="0" y="0"/>
                </a:moveTo>
                <a:lnTo>
                  <a:pt x="152" y="38633"/>
                </a:lnTo>
                <a:lnTo>
                  <a:pt x="10735" y="75819"/>
                </a:lnTo>
                <a:lnTo>
                  <a:pt x="21317" y="113005"/>
                </a:lnTo>
                <a:lnTo>
                  <a:pt x="31899" y="150190"/>
                </a:lnTo>
                <a:lnTo>
                  <a:pt x="42472" y="187366"/>
                </a:lnTo>
                <a:lnTo>
                  <a:pt x="53054" y="224552"/>
                </a:lnTo>
                <a:lnTo>
                  <a:pt x="63637" y="261737"/>
                </a:lnTo>
                <a:lnTo>
                  <a:pt x="74219" y="298914"/>
                </a:lnTo>
                <a:lnTo>
                  <a:pt x="84801" y="336099"/>
                </a:lnTo>
                <a:lnTo>
                  <a:pt x="95383" y="373285"/>
                </a:lnTo>
                <a:lnTo>
                  <a:pt x="105956" y="410470"/>
                </a:lnTo>
                <a:lnTo>
                  <a:pt x="116538" y="447646"/>
                </a:lnTo>
                <a:lnTo>
                  <a:pt x="127121" y="484832"/>
                </a:lnTo>
                <a:lnTo>
                  <a:pt x="137703" y="522018"/>
                </a:lnTo>
                <a:lnTo>
                  <a:pt x="148285" y="559194"/>
                </a:lnTo>
                <a:lnTo>
                  <a:pt x="158867" y="596379"/>
                </a:lnTo>
                <a:lnTo>
                  <a:pt x="169450" y="633565"/>
                </a:lnTo>
                <a:lnTo>
                  <a:pt x="180023" y="670751"/>
                </a:lnTo>
                <a:lnTo>
                  <a:pt x="190605" y="707927"/>
                </a:lnTo>
                <a:lnTo>
                  <a:pt x="201187" y="745112"/>
                </a:lnTo>
                <a:lnTo>
                  <a:pt x="211769" y="782298"/>
                </a:lnTo>
                <a:lnTo>
                  <a:pt x="222352" y="819474"/>
                </a:lnTo>
                <a:lnTo>
                  <a:pt x="232934" y="856659"/>
                </a:lnTo>
                <a:lnTo>
                  <a:pt x="243507" y="893845"/>
                </a:lnTo>
                <a:lnTo>
                  <a:pt x="254089" y="931021"/>
                </a:lnTo>
                <a:lnTo>
                  <a:pt x="264671" y="968207"/>
                </a:lnTo>
                <a:lnTo>
                  <a:pt x="274663" y="1005545"/>
                </a:lnTo>
                <a:lnTo>
                  <a:pt x="283378" y="1043207"/>
                </a:lnTo>
                <a:lnTo>
                  <a:pt x="291922" y="1080907"/>
                </a:lnTo>
                <a:lnTo>
                  <a:pt x="300076" y="1118702"/>
                </a:lnTo>
                <a:lnTo>
                  <a:pt x="308229" y="1156487"/>
                </a:lnTo>
                <a:lnTo>
                  <a:pt x="316373" y="1194283"/>
                </a:lnTo>
                <a:lnTo>
                  <a:pt x="324526" y="1232068"/>
                </a:lnTo>
                <a:lnTo>
                  <a:pt x="332680" y="1269863"/>
                </a:lnTo>
                <a:lnTo>
                  <a:pt x="340824" y="1307649"/>
                </a:lnTo>
                <a:lnTo>
                  <a:pt x="348977" y="1345435"/>
                </a:lnTo>
                <a:lnTo>
                  <a:pt x="357130" y="1383230"/>
                </a:lnTo>
                <a:lnTo>
                  <a:pt x="365274" y="1421016"/>
                </a:lnTo>
                <a:lnTo>
                  <a:pt x="373428" y="1458811"/>
                </a:lnTo>
                <a:lnTo>
                  <a:pt x="381572" y="1496597"/>
                </a:lnTo>
                <a:lnTo>
                  <a:pt x="389725" y="1534392"/>
                </a:lnTo>
                <a:lnTo>
                  <a:pt x="397878" y="1572177"/>
                </a:lnTo>
                <a:lnTo>
                  <a:pt x="406022" y="1609973"/>
                </a:lnTo>
                <a:lnTo>
                  <a:pt x="414176" y="1647758"/>
                </a:lnTo>
                <a:lnTo>
                  <a:pt x="422329" y="1685554"/>
                </a:lnTo>
                <a:lnTo>
                  <a:pt x="430473" y="1723339"/>
                </a:lnTo>
                <a:lnTo>
                  <a:pt x="438626" y="1761134"/>
                </a:lnTo>
                <a:lnTo>
                  <a:pt x="446780" y="1798920"/>
                </a:lnTo>
                <a:lnTo>
                  <a:pt x="454924" y="1836715"/>
                </a:lnTo>
                <a:lnTo>
                  <a:pt x="463077" y="1874501"/>
                </a:lnTo>
                <a:lnTo>
                  <a:pt x="471230" y="1912287"/>
                </a:lnTo>
                <a:lnTo>
                  <a:pt x="479374" y="1950082"/>
                </a:lnTo>
                <a:lnTo>
                  <a:pt x="487528" y="1987868"/>
                </a:lnTo>
                <a:lnTo>
                  <a:pt x="495681" y="2025663"/>
                </a:lnTo>
                <a:lnTo>
                  <a:pt x="503396" y="2063544"/>
                </a:lnTo>
                <a:lnTo>
                  <a:pt x="511111" y="2101425"/>
                </a:lnTo>
                <a:lnTo>
                  <a:pt x="518693" y="2139334"/>
                </a:lnTo>
                <a:lnTo>
                  <a:pt x="526266" y="2177244"/>
                </a:lnTo>
                <a:lnTo>
                  <a:pt x="533848" y="2215153"/>
                </a:lnTo>
                <a:lnTo>
                  <a:pt x="541420" y="2253063"/>
                </a:lnTo>
                <a:lnTo>
                  <a:pt x="548992" y="2290972"/>
                </a:lnTo>
                <a:lnTo>
                  <a:pt x="556574" y="2328882"/>
                </a:lnTo>
                <a:lnTo>
                  <a:pt x="564147" y="2366791"/>
                </a:lnTo>
                <a:lnTo>
                  <a:pt x="571719" y="2404701"/>
                </a:lnTo>
                <a:lnTo>
                  <a:pt x="579301" y="2442610"/>
                </a:lnTo>
                <a:lnTo>
                  <a:pt x="581978" y="2476500"/>
                </a:lnTo>
                <a:lnTo>
                  <a:pt x="543316" y="2476500"/>
                </a:lnTo>
                <a:lnTo>
                  <a:pt x="504663" y="2476500"/>
                </a:lnTo>
                <a:lnTo>
                  <a:pt x="466001" y="2476500"/>
                </a:lnTo>
                <a:lnTo>
                  <a:pt x="427339" y="2476500"/>
                </a:lnTo>
                <a:lnTo>
                  <a:pt x="388687" y="2476500"/>
                </a:lnTo>
                <a:lnTo>
                  <a:pt x="350025" y="2476500"/>
                </a:lnTo>
                <a:lnTo>
                  <a:pt x="311363" y="2476500"/>
                </a:lnTo>
                <a:lnTo>
                  <a:pt x="303657" y="2489225"/>
                </a:lnTo>
                <a:lnTo>
                  <a:pt x="331137" y="2516419"/>
                </a:lnTo>
                <a:lnTo>
                  <a:pt x="358607" y="2543623"/>
                </a:lnTo>
                <a:lnTo>
                  <a:pt x="386086" y="2570817"/>
                </a:lnTo>
                <a:lnTo>
                  <a:pt x="413556" y="2598010"/>
                </a:lnTo>
                <a:lnTo>
                  <a:pt x="441036" y="2625204"/>
                </a:lnTo>
                <a:lnTo>
                  <a:pt x="468516" y="2652398"/>
                </a:lnTo>
                <a:lnTo>
                  <a:pt x="495986" y="2679592"/>
                </a:lnTo>
                <a:lnTo>
                  <a:pt x="523465" y="2706795"/>
                </a:lnTo>
                <a:lnTo>
                  <a:pt x="550936" y="2733989"/>
                </a:lnTo>
                <a:lnTo>
                  <a:pt x="578415" y="2761183"/>
                </a:lnTo>
                <a:lnTo>
                  <a:pt x="605895" y="2788377"/>
                </a:lnTo>
                <a:lnTo>
                  <a:pt x="633365" y="2815571"/>
                </a:lnTo>
                <a:lnTo>
                  <a:pt x="660845" y="2842765"/>
                </a:lnTo>
                <a:lnTo>
                  <a:pt x="688315" y="2869968"/>
                </a:lnTo>
                <a:lnTo>
                  <a:pt x="715794" y="2897162"/>
                </a:lnTo>
                <a:lnTo>
                  <a:pt x="743274" y="2924356"/>
                </a:lnTo>
                <a:lnTo>
                  <a:pt x="770744" y="2951550"/>
                </a:lnTo>
                <a:lnTo>
                  <a:pt x="798224" y="2978744"/>
                </a:lnTo>
                <a:lnTo>
                  <a:pt x="825694" y="3005938"/>
                </a:lnTo>
                <a:lnTo>
                  <a:pt x="853173" y="3033141"/>
                </a:lnTo>
                <a:lnTo>
                  <a:pt x="880653" y="3060335"/>
                </a:lnTo>
                <a:lnTo>
                  <a:pt x="908123" y="3087529"/>
                </a:lnTo>
                <a:lnTo>
                  <a:pt x="935603" y="3076527"/>
                </a:lnTo>
                <a:lnTo>
                  <a:pt x="963073" y="3049334"/>
                </a:lnTo>
                <a:lnTo>
                  <a:pt x="990552" y="3022140"/>
                </a:lnTo>
                <a:lnTo>
                  <a:pt x="1018032" y="2994936"/>
                </a:lnTo>
                <a:lnTo>
                  <a:pt x="1045502" y="2967742"/>
                </a:lnTo>
                <a:lnTo>
                  <a:pt x="1072982" y="2940548"/>
                </a:lnTo>
                <a:lnTo>
                  <a:pt x="1100452" y="2913355"/>
                </a:lnTo>
                <a:lnTo>
                  <a:pt x="1127931" y="2886161"/>
                </a:lnTo>
                <a:lnTo>
                  <a:pt x="1155411" y="2858967"/>
                </a:lnTo>
                <a:lnTo>
                  <a:pt x="1182881" y="2831763"/>
                </a:lnTo>
                <a:lnTo>
                  <a:pt x="1210361" y="2804570"/>
                </a:lnTo>
                <a:lnTo>
                  <a:pt x="1237831" y="2777376"/>
                </a:lnTo>
                <a:lnTo>
                  <a:pt x="1265311" y="2750182"/>
                </a:lnTo>
                <a:lnTo>
                  <a:pt x="1292790" y="2722988"/>
                </a:lnTo>
                <a:lnTo>
                  <a:pt x="1320260" y="2695785"/>
                </a:lnTo>
                <a:lnTo>
                  <a:pt x="1347740" y="2668591"/>
                </a:lnTo>
                <a:lnTo>
                  <a:pt x="1375210" y="2641397"/>
                </a:lnTo>
                <a:lnTo>
                  <a:pt x="1402690" y="2614203"/>
                </a:lnTo>
                <a:lnTo>
                  <a:pt x="1430169" y="2587009"/>
                </a:lnTo>
                <a:lnTo>
                  <a:pt x="1457639" y="2559815"/>
                </a:lnTo>
                <a:lnTo>
                  <a:pt x="1485119" y="2532612"/>
                </a:lnTo>
                <a:lnTo>
                  <a:pt x="1512589" y="2505418"/>
                </a:lnTo>
                <a:lnTo>
                  <a:pt x="1540069" y="2478224"/>
                </a:lnTo>
                <a:lnTo>
                  <a:pt x="1505607" y="2476500"/>
                </a:lnTo>
                <a:lnTo>
                  <a:pt x="1466945" y="2476500"/>
                </a:lnTo>
                <a:lnTo>
                  <a:pt x="1428283" y="2476500"/>
                </a:lnTo>
                <a:lnTo>
                  <a:pt x="1389631" y="2476500"/>
                </a:lnTo>
                <a:lnTo>
                  <a:pt x="1350969" y="2476500"/>
                </a:lnTo>
                <a:lnTo>
                  <a:pt x="1312307" y="2476500"/>
                </a:lnTo>
                <a:lnTo>
                  <a:pt x="1273654" y="2476500"/>
                </a:lnTo>
                <a:lnTo>
                  <a:pt x="1248794" y="2465184"/>
                </a:lnTo>
                <a:lnTo>
                  <a:pt x="1256376" y="2427275"/>
                </a:lnTo>
                <a:lnTo>
                  <a:pt x="1263948" y="2389365"/>
                </a:lnTo>
                <a:lnTo>
                  <a:pt x="1271530" y="2351456"/>
                </a:lnTo>
                <a:lnTo>
                  <a:pt x="1279103" y="2313546"/>
                </a:lnTo>
                <a:lnTo>
                  <a:pt x="1286675" y="2275637"/>
                </a:lnTo>
                <a:lnTo>
                  <a:pt x="1294257" y="2237727"/>
                </a:lnTo>
                <a:lnTo>
                  <a:pt x="1301829" y="2199818"/>
                </a:lnTo>
                <a:lnTo>
                  <a:pt x="1309411" y="2161908"/>
                </a:lnTo>
                <a:lnTo>
                  <a:pt x="1316984" y="2123999"/>
                </a:lnTo>
                <a:lnTo>
                  <a:pt x="1324623" y="2086099"/>
                </a:lnTo>
                <a:lnTo>
                  <a:pt x="1332338" y="2048218"/>
                </a:lnTo>
                <a:lnTo>
                  <a:pt x="1340234" y="2010375"/>
                </a:lnTo>
                <a:lnTo>
                  <a:pt x="1348378" y="1972580"/>
                </a:lnTo>
                <a:lnTo>
                  <a:pt x="1356531" y="1934794"/>
                </a:lnTo>
                <a:lnTo>
                  <a:pt x="1364685" y="1896999"/>
                </a:lnTo>
                <a:lnTo>
                  <a:pt x="1372829" y="1859213"/>
                </a:lnTo>
                <a:lnTo>
                  <a:pt x="1380982" y="1821428"/>
                </a:lnTo>
                <a:lnTo>
                  <a:pt x="1389136" y="1783632"/>
                </a:lnTo>
                <a:lnTo>
                  <a:pt x="1397279" y="1745847"/>
                </a:lnTo>
                <a:lnTo>
                  <a:pt x="1405433" y="1708052"/>
                </a:lnTo>
                <a:lnTo>
                  <a:pt x="1413577" y="1670266"/>
                </a:lnTo>
                <a:lnTo>
                  <a:pt x="1421730" y="1632471"/>
                </a:lnTo>
                <a:lnTo>
                  <a:pt x="1429883" y="1594685"/>
                </a:lnTo>
                <a:lnTo>
                  <a:pt x="1438027" y="1556890"/>
                </a:lnTo>
                <a:lnTo>
                  <a:pt x="1446181" y="1519104"/>
                </a:lnTo>
                <a:lnTo>
                  <a:pt x="1454334" y="1481309"/>
                </a:lnTo>
                <a:lnTo>
                  <a:pt x="1462478" y="1443523"/>
                </a:lnTo>
                <a:lnTo>
                  <a:pt x="1470631" y="1405728"/>
                </a:lnTo>
                <a:lnTo>
                  <a:pt x="1478785" y="1367942"/>
                </a:lnTo>
                <a:lnTo>
                  <a:pt x="1486929" y="1330147"/>
                </a:lnTo>
                <a:lnTo>
                  <a:pt x="1495082" y="1292362"/>
                </a:lnTo>
                <a:lnTo>
                  <a:pt x="1503236" y="1254576"/>
                </a:lnTo>
                <a:lnTo>
                  <a:pt x="1511379" y="1216781"/>
                </a:lnTo>
                <a:lnTo>
                  <a:pt x="1519533" y="1178995"/>
                </a:lnTo>
                <a:lnTo>
                  <a:pt x="1527686" y="1141200"/>
                </a:lnTo>
                <a:lnTo>
                  <a:pt x="1535830" y="1103414"/>
                </a:lnTo>
                <a:lnTo>
                  <a:pt x="1544050" y="1065638"/>
                </a:lnTo>
                <a:lnTo>
                  <a:pt x="1552756" y="1027967"/>
                </a:lnTo>
                <a:lnTo>
                  <a:pt x="1561633" y="990352"/>
                </a:lnTo>
                <a:lnTo>
                  <a:pt x="1572216" y="953167"/>
                </a:lnTo>
                <a:lnTo>
                  <a:pt x="1582798" y="915981"/>
                </a:lnTo>
                <a:lnTo>
                  <a:pt x="1593380" y="878805"/>
                </a:lnTo>
                <a:lnTo>
                  <a:pt x="1603962" y="841619"/>
                </a:lnTo>
                <a:lnTo>
                  <a:pt x="1614545" y="804434"/>
                </a:lnTo>
                <a:lnTo>
                  <a:pt x="1625117" y="767248"/>
                </a:lnTo>
                <a:lnTo>
                  <a:pt x="1635700" y="730072"/>
                </a:lnTo>
                <a:lnTo>
                  <a:pt x="1646282" y="692887"/>
                </a:lnTo>
                <a:lnTo>
                  <a:pt x="1656864" y="655701"/>
                </a:lnTo>
                <a:lnTo>
                  <a:pt x="1667447" y="618525"/>
                </a:lnTo>
                <a:lnTo>
                  <a:pt x="1678029" y="581339"/>
                </a:lnTo>
                <a:lnTo>
                  <a:pt x="1688611" y="544154"/>
                </a:lnTo>
                <a:lnTo>
                  <a:pt x="1699184" y="506968"/>
                </a:lnTo>
                <a:lnTo>
                  <a:pt x="1709766" y="469792"/>
                </a:lnTo>
                <a:lnTo>
                  <a:pt x="1720348" y="432606"/>
                </a:lnTo>
                <a:lnTo>
                  <a:pt x="1730931" y="395421"/>
                </a:lnTo>
                <a:lnTo>
                  <a:pt x="1741513" y="358245"/>
                </a:lnTo>
                <a:lnTo>
                  <a:pt x="1752095" y="321059"/>
                </a:lnTo>
                <a:lnTo>
                  <a:pt x="1762668" y="283874"/>
                </a:lnTo>
                <a:lnTo>
                  <a:pt x="1773250" y="246698"/>
                </a:lnTo>
                <a:lnTo>
                  <a:pt x="1783832" y="209512"/>
                </a:lnTo>
                <a:lnTo>
                  <a:pt x="1794415" y="172326"/>
                </a:lnTo>
                <a:lnTo>
                  <a:pt x="1804997" y="135141"/>
                </a:lnTo>
                <a:lnTo>
                  <a:pt x="1815579" y="97965"/>
                </a:lnTo>
                <a:lnTo>
                  <a:pt x="1826152" y="60779"/>
                </a:lnTo>
                <a:lnTo>
                  <a:pt x="1832610" y="23022"/>
                </a:lnTo>
                <a:lnTo>
                  <a:pt x="1816970" y="0"/>
                </a:lnTo>
                <a:lnTo>
                  <a:pt x="1778308" y="0"/>
                </a:lnTo>
                <a:lnTo>
                  <a:pt x="1739656" y="0"/>
                </a:lnTo>
                <a:lnTo>
                  <a:pt x="1700994" y="0"/>
                </a:lnTo>
                <a:lnTo>
                  <a:pt x="1662332" y="0"/>
                </a:lnTo>
                <a:lnTo>
                  <a:pt x="1623679" y="0"/>
                </a:lnTo>
                <a:lnTo>
                  <a:pt x="1585017" y="0"/>
                </a:lnTo>
                <a:lnTo>
                  <a:pt x="1546355" y="0"/>
                </a:lnTo>
                <a:lnTo>
                  <a:pt x="1507703" y="0"/>
                </a:lnTo>
                <a:lnTo>
                  <a:pt x="1469041" y="0"/>
                </a:lnTo>
                <a:lnTo>
                  <a:pt x="1430379" y="0"/>
                </a:lnTo>
                <a:lnTo>
                  <a:pt x="1391726" y="0"/>
                </a:lnTo>
                <a:lnTo>
                  <a:pt x="1353064" y="0"/>
                </a:lnTo>
                <a:lnTo>
                  <a:pt x="1314402" y="0"/>
                </a:lnTo>
                <a:lnTo>
                  <a:pt x="1275750" y="0"/>
                </a:lnTo>
                <a:lnTo>
                  <a:pt x="1237088" y="0"/>
                </a:lnTo>
                <a:lnTo>
                  <a:pt x="1198426" y="0"/>
                </a:lnTo>
                <a:lnTo>
                  <a:pt x="1159764" y="0"/>
                </a:lnTo>
                <a:lnTo>
                  <a:pt x="1121112" y="0"/>
                </a:lnTo>
                <a:lnTo>
                  <a:pt x="1082450" y="0"/>
                </a:lnTo>
                <a:lnTo>
                  <a:pt x="1043788" y="0"/>
                </a:lnTo>
                <a:lnTo>
                  <a:pt x="1005135" y="0"/>
                </a:lnTo>
                <a:lnTo>
                  <a:pt x="966473" y="0"/>
                </a:lnTo>
                <a:lnTo>
                  <a:pt x="927811" y="0"/>
                </a:lnTo>
                <a:lnTo>
                  <a:pt x="889159" y="0"/>
                </a:lnTo>
                <a:lnTo>
                  <a:pt x="850497" y="0"/>
                </a:lnTo>
                <a:lnTo>
                  <a:pt x="811835" y="0"/>
                </a:lnTo>
                <a:lnTo>
                  <a:pt x="773182" y="0"/>
                </a:lnTo>
                <a:lnTo>
                  <a:pt x="734520" y="0"/>
                </a:lnTo>
                <a:lnTo>
                  <a:pt x="695858" y="0"/>
                </a:lnTo>
                <a:lnTo>
                  <a:pt x="657206" y="0"/>
                </a:lnTo>
                <a:lnTo>
                  <a:pt x="618544" y="0"/>
                </a:lnTo>
                <a:lnTo>
                  <a:pt x="579882" y="0"/>
                </a:lnTo>
                <a:lnTo>
                  <a:pt x="541230" y="0"/>
                </a:lnTo>
                <a:lnTo>
                  <a:pt x="502568" y="0"/>
                </a:lnTo>
                <a:lnTo>
                  <a:pt x="463906" y="0"/>
                </a:lnTo>
                <a:lnTo>
                  <a:pt x="425253" y="0"/>
                </a:lnTo>
                <a:lnTo>
                  <a:pt x="386591" y="0"/>
                </a:lnTo>
                <a:lnTo>
                  <a:pt x="347929" y="0"/>
                </a:lnTo>
                <a:lnTo>
                  <a:pt x="309267" y="0"/>
                </a:lnTo>
                <a:lnTo>
                  <a:pt x="270615" y="0"/>
                </a:lnTo>
                <a:lnTo>
                  <a:pt x="231953" y="0"/>
                </a:lnTo>
                <a:lnTo>
                  <a:pt x="193291" y="0"/>
                </a:lnTo>
                <a:lnTo>
                  <a:pt x="154638" y="0"/>
                </a:lnTo>
                <a:lnTo>
                  <a:pt x="115976" y="0"/>
                </a:lnTo>
                <a:lnTo>
                  <a:pt x="77314" y="0"/>
                </a:lnTo>
                <a:lnTo>
                  <a:pt x="38662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30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E8EEEF73-354F-4A48-963F-252CA255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5677" y="2925661"/>
            <a:ext cx="22806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31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AEE88C92-8858-434D-8D75-140B333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3214" y="3957638"/>
            <a:ext cx="144557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32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E34F059D-5A91-47A1-8CDC-2EE81711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4989462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3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4079853A-5A1F-438C-B0F3-B816F44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aa41039b248ca">
            <a:extLst>
              <a:ext uri="{96DAC541-7B7A-43D3-8B79-37D633B846F1}">
                <asvg:svgBlip xmlns:asvg="http://schemas.microsoft.com/office/drawing/2016/SVG/main" r:embed="R2ffc5dd284214c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3000" y="19716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8C605687-CA06-4DB2-80B0-E9CFF957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b8fb66d744718">
            <a:extLst>
              <a:ext uri="{96DAC541-7B7A-43D3-8B79-37D633B846F1}">
                <asvg:svgBlip xmlns:asvg="http://schemas.microsoft.com/office/drawing/2016/SVG/main" r:embed="Rb9cf63ff214642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29325" y="176212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37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A49046B2-6547-4960-9C0A-E484FC4A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675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a3e12f13f4cc0">
            <a:extLst>
              <a:ext uri="{96DAC541-7B7A-43D3-8B79-37D633B846F1}">
                <asvg:svgBlip xmlns:asvg="http://schemas.microsoft.com/office/drawing/2016/SVG/main" r:embed="Rb9a12c6c7b8743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0" y="1933575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责任链必须与完整记录绑定，异常先补证据再关闭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within=record-fields|role=surface">
            <a:extLst xmlns:a="http://schemas.openxmlformats.org/drawingml/2006/main">
              <a:ext uri="{FF2B5EF4-FFF2-40B4-BE49-F238E27FC236}">
                <a16:creationId xmlns:a16="http://schemas.microsoft.com/office/drawing/2014/main" id="{44718FCC-A31C-415C-92DB-0EF0048D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6E2F0"/>
            </a:solidFill>
            <a:prstDash val="solid"/>
          </a:ln>
        </p:spPr>
      </p:sp>
      <p:sp>
        <p:nvSpPr>
          <p:cNvPr id="16" name="PPAGENT_QA|within=record-fields|role=accent">
            <a:extLst xmlns:a="http://schemas.openxmlformats.org/drawingml/2006/main">
              <a:ext uri="{FF2B5EF4-FFF2-40B4-BE49-F238E27FC236}">
                <a16:creationId xmlns:a16="http://schemas.microsoft.com/office/drawing/2014/main" id="{C70AC7E9-DA74-4B5C-BC10-9040CDC4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4D023E73-3306-44A5-A350-646FF880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四类记录并列，形成完整责任链</a:t>
            </a:r>
          </a:p>
        </p:txBody>
      </p:sp>
      <p:sp>
        <p:nvSpPr>
          <p:cNvPr id="1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5D59578A-D04C-45AC-9D25-3DA5E911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5A9609A6-1FAC-4C0E-82C2-12545CC2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835BD10C-9258-43BF-A882-86C1B12A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FE4F2-F3E6-450F-AEA1-6E707B1B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30CEC402-7FC7-4AC6-B1F4-56500086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6C029131-6EF8-4EBF-A2BF-BB3E0806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4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BB878E7F-1B09-4170-A05E-13B8A845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5A700-3CDA-4B60-8D00-6E5DB665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0FA6C7B0-C979-4805-B80B-A6111786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1FCF897D-2AA9-4215-9858-CD580393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BCFB2CA7-5850-4DA0-834C-07A9179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78EAD0-A45B-4723-A53E-D225227B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15E4732A-6894-4838-A842-B3A4B8D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233C414B-8D7C-4A8F-BAFB-CD3B16CE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41F5D51A-E245-4A1E-ACF1-DC707562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81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3" name="PPAGENT_QA|within=record-fields|role=meta">
            <a:extLst xmlns:a="http://schemas.openxmlformats.org/drawingml/2006/main">
              <a:ext uri="{FF2B5EF4-FFF2-40B4-BE49-F238E27FC236}">
                <a16:creationId xmlns:a16="http://schemas.microsoft.com/office/drawing/2014/main" id="{EFB9F041-6ABD-4242-9304-F7CAABA3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记录内容保证有据可查</a:t>
            </a:r>
          </a:p>
        </p:txBody>
      </p:sp>
      <p:sp>
        <p:nvSpPr>
          <p:cNvPr id="3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193C7E5E-2837-468D-B5F3-F8CD8D81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14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异常关闭需通过三道关口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780EA9-35DD-444B-A7F4-A9E2EA99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9525">
            <a:solidFill>
              <a:srgbClr val="A8C0D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6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A08E8F89-852B-44E0-8040-521746B9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37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E25EA662-FF0F-4621-A8E5-3B9FD5D7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缺项则补齐记录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A350B7-115F-4058-8EF1-9638EA36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8135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A1230D-2381-462D-B8CB-8FA5B7DD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9525">
            <a:solidFill>
              <a:srgbClr val="A8C0D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0F9856E5-6303-4055-95DF-3E6575E2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861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41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E4B9FDE2-14AE-4740-8A57-77EE41BF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00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确认由谁负责事实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3B5A58-7954-4331-9014-3ED455CB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6240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5847DE-B57D-45F4-BC74-036A52AE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9525">
            <a:solidFill>
              <a:srgbClr val="4C88E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A8F461FD-9BF1-4EAC-9BC5-29327B95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45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A70F708B-7B7F-40E7-856E-555CA000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确认结论可以关闭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E253D6-4958-442D-BDC7-49D012C7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05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PAGENT_QA|within=role-handling|role=body">
            <a:extLst xmlns:a="http://schemas.openxmlformats.org/drawingml/2006/main">
              <a:ext uri="{FF2B5EF4-FFF2-40B4-BE49-F238E27FC236}">
                <a16:creationId xmlns:a16="http://schemas.microsoft.com/office/drawing/2014/main" id="{413C6E67-7D59-4A89-9D1A-D3BA26B5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76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课题负责人确认事实；平台管理者复核处理结论。意见不一致时保留异常，提交协调。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扩围以能力达标为门槛，并保留清晰的暂停条件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扩围与暂停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92F98-B15A-41B2-B3E7-6EC9C418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336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expansion-boundaries|role=heading">
            <a:extLst xmlns:a="http://schemas.openxmlformats.org/drawingml/2006/main">
              <a:ext uri="{FF2B5EF4-FFF2-40B4-BE49-F238E27FC236}">
                <a16:creationId xmlns:a16="http://schemas.microsoft.com/office/drawing/2014/main" id="{BD14655F-AEB4-4AFA-A3B4-702CAAC8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33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扩围边界</a:t>
            </a:r>
          </a:p>
        </p:txBody>
      </p:sp>
      <p:sp>
        <p:nvSpPr>
          <p:cNvPr id="17" name="PPAGENT_QA|within=expansion-boundaries|role=body">
            <a:extLst xmlns:a="http://schemas.openxmlformats.org/drawingml/2006/main">
              <a:ext uri="{FF2B5EF4-FFF2-40B4-BE49-F238E27FC236}">
                <a16:creationId xmlns:a16="http://schemas.microsoft.com/office/drawing/2014/main" id="{F13B2E3E-B1EA-43BE-856D-798FDBB5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90850"/>
            <a:ext cx="1200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8" name="PPAGENT_QA|within=pause-rule|role=body">
            <a:extLst xmlns:a="http://schemas.openxmlformats.org/drawingml/2006/main">
              <a:ext uri="{FF2B5EF4-FFF2-40B4-BE49-F238E27FC236}">
                <a16:creationId xmlns:a16="http://schemas.microsoft.com/office/drawing/2014/main" id="{81D37169-0D6A-407A-A069-8E6FE076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1666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任一边界无法满足：暂停扩围，保留当前规模并明确补齐任务。</a:t>
            </a:r>
          </a:p>
        </p:txBody>
      </p:sp>
      <p:sp>
        <p:nvSpPr>
          <p:cNvPr id="19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45AFDE2A-0CC4-4D1D-BBF5-4FFA7BAF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9140" y="4224966"/>
            <a:ext cx="1502378" cy="1084507"/>
          </a:xfrm>
          <a:custGeom xmlns:a="http://schemas.openxmlformats.org/drawingml/2006/main">
            <a:pathLst>
              <a:path w="1502378" h="1084507">
                <a:moveTo>
                  <a:pt x="89240" y="151771"/>
                </a:moveTo>
                <a:lnTo>
                  <a:pt x="108804" y="149666"/>
                </a:lnTo>
                <a:lnTo>
                  <a:pt x="128368" y="147561"/>
                </a:lnTo>
                <a:lnTo>
                  <a:pt x="147933" y="145447"/>
                </a:lnTo>
                <a:lnTo>
                  <a:pt x="167497" y="143342"/>
                </a:lnTo>
                <a:lnTo>
                  <a:pt x="187061" y="141237"/>
                </a:lnTo>
                <a:lnTo>
                  <a:pt x="206626" y="139122"/>
                </a:lnTo>
                <a:lnTo>
                  <a:pt x="226190" y="137017"/>
                </a:lnTo>
                <a:lnTo>
                  <a:pt x="245755" y="134912"/>
                </a:lnTo>
                <a:lnTo>
                  <a:pt x="265319" y="132798"/>
                </a:lnTo>
                <a:lnTo>
                  <a:pt x="284883" y="130693"/>
                </a:lnTo>
                <a:lnTo>
                  <a:pt x="304448" y="128588"/>
                </a:lnTo>
                <a:lnTo>
                  <a:pt x="324012" y="126473"/>
                </a:lnTo>
                <a:lnTo>
                  <a:pt x="343576" y="124368"/>
                </a:lnTo>
                <a:lnTo>
                  <a:pt x="363141" y="122263"/>
                </a:lnTo>
                <a:lnTo>
                  <a:pt x="382705" y="120158"/>
                </a:lnTo>
                <a:lnTo>
                  <a:pt x="402269" y="118043"/>
                </a:lnTo>
                <a:lnTo>
                  <a:pt x="421834" y="115938"/>
                </a:lnTo>
                <a:lnTo>
                  <a:pt x="441398" y="113833"/>
                </a:lnTo>
                <a:lnTo>
                  <a:pt x="460962" y="111719"/>
                </a:lnTo>
                <a:lnTo>
                  <a:pt x="480527" y="109614"/>
                </a:lnTo>
                <a:lnTo>
                  <a:pt x="500091" y="107509"/>
                </a:lnTo>
                <a:lnTo>
                  <a:pt x="519655" y="105394"/>
                </a:lnTo>
                <a:lnTo>
                  <a:pt x="539220" y="103289"/>
                </a:lnTo>
                <a:lnTo>
                  <a:pt x="558784" y="101184"/>
                </a:lnTo>
                <a:lnTo>
                  <a:pt x="578348" y="99070"/>
                </a:lnTo>
                <a:lnTo>
                  <a:pt x="597913" y="96965"/>
                </a:lnTo>
                <a:lnTo>
                  <a:pt x="617477" y="94859"/>
                </a:lnTo>
                <a:lnTo>
                  <a:pt x="637042" y="92754"/>
                </a:lnTo>
                <a:lnTo>
                  <a:pt x="656606" y="90640"/>
                </a:lnTo>
                <a:lnTo>
                  <a:pt x="676170" y="88535"/>
                </a:lnTo>
                <a:lnTo>
                  <a:pt x="695735" y="86430"/>
                </a:lnTo>
                <a:lnTo>
                  <a:pt x="715299" y="84315"/>
                </a:lnTo>
                <a:lnTo>
                  <a:pt x="734863" y="82210"/>
                </a:lnTo>
                <a:lnTo>
                  <a:pt x="754428" y="80105"/>
                </a:lnTo>
                <a:lnTo>
                  <a:pt x="773992" y="77991"/>
                </a:lnTo>
                <a:lnTo>
                  <a:pt x="793556" y="75886"/>
                </a:lnTo>
                <a:lnTo>
                  <a:pt x="813121" y="73781"/>
                </a:lnTo>
                <a:lnTo>
                  <a:pt x="832685" y="71666"/>
                </a:lnTo>
                <a:lnTo>
                  <a:pt x="852249" y="69561"/>
                </a:lnTo>
                <a:lnTo>
                  <a:pt x="871814" y="67456"/>
                </a:lnTo>
                <a:lnTo>
                  <a:pt x="891378" y="65351"/>
                </a:lnTo>
                <a:lnTo>
                  <a:pt x="910942" y="63236"/>
                </a:lnTo>
                <a:lnTo>
                  <a:pt x="930507" y="61131"/>
                </a:lnTo>
                <a:lnTo>
                  <a:pt x="950071" y="59026"/>
                </a:lnTo>
                <a:lnTo>
                  <a:pt x="969635" y="56912"/>
                </a:lnTo>
                <a:lnTo>
                  <a:pt x="989200" y="54807"/>
                </a:lnTo>
                <a:lnTo>
                  <a:pt x="1008764" y="52702"/>
                </a:lnTo>
                <a:lnTo>
                  <a:pt x="1028329" y="50587"/>
                </a:lnTo>
                <a:lnTo>
                  <a:pt x="1047893" y="48482"/>
                </a:lnTo>
                <a:lnTo>
                  <a:pt x="1067457" y="46377"/>
                </a:lnTo>
                <a:lnTo>
                  <a:pt x="1087022" y="44263"/>
                </a:lnTo>
                <a:lnTo>
                  <a:pt x="1106586" y="42158"/>
                </a:lnTo>
                <a:lnTo>
                  <a:pt x="1126150" y="40053"/>
                </a:lnTo>
                <a:lnTo>
                  <a:pt x="1145715" y="37948"/>
                </a:lnTo>
                <a:lnTo>
                  <a:pt x="1165279" y="35833"/>
                </a:lnTo>
                <a:lnTo>
                  <a:pt x="1184843" y="33728"/>
                </a:lnTo>
                <a:lnTo>
                  <a:pt x="1204408" y="31623"/>
                </a:lnTo>
                <a:lnTo>
                  <a:pt x="1223972" y="29508"/>
                </a:lnTo>
                <a:lnTo>
                  <a:pt x="1243536" y="27403"/>
                </a:lnTo>
                <a:lnTo>
                  <a:pt x="1263101" y="25298"/>
                </a:lnTo>
                <a:lnTo>
                  <a:pt x="1282665" y="23184"/>
                </a:lnTo>
                <a:lnTo>
                  <a:pt x="1302229" y="21079"/>
                </a:lnTo>
                <a:lnTo>
                  <a:pt x="1321794" y="18974"/>
                </a:lnTo>
                <a:lnTo>
                  <a:pt x="1341358" y="16859"/>
                </a:lnTo>
                <a:lnTo>
                  <a:pt x="1360932" y="14754"/>
                </a:lnTo>
                <a:lnTo>
                  <a:pt x="1380487" y="12649"/>
                </a:lnTo>
                <a:lnTo>
                  <a:pt x="1400061" y="10544"/>
                </a:lnTo>
                <a:lnTo>
                  <a:pt x="1419625" y="8430"/>
                </a:lnTo>
                <a:lnTo>
                  <a:pt x="1439189" y="6325"/>
                </a:lnTo>
                <a:lnTo>
                  <a:pt x="1458754" y="4220"/>
                </a:lnTo>
                <a:lnTo>
                  <a:pt x="1478318" y="2105"/>
                </a:lnTo>
                <a:lnTo>
                  <a:pt x="1497882" y="0"/>
                </a:lnTo>
                <a:lnTo>
                  <a:pt x="1502378" y="13135"/>
                </a:lnTo>
                <a:lnTo>
                  <a:pt x="1500502" y="32718"/>
                </a:lnTo>
                <a:lnTo>
                  <a:pt x="1498625" y="52311"/>
                </a:lnTo>
                <a:lnTo>
                  <a:pt x="1496749" y="71895"/>
                </a:lnTo>
                <a:lnTo>
                  <a:pt x="1494873" y="91488"/>
                </a:lnTo>
                <a:lnTo>
                  <a:pt x="1492996" y="111071"/>
                </a:lnTo>
                <a:lnTo>
                  <a:pt x="1491120" y="130664"/>
                </a:lnTo>
                <a:lnTo>
                  <a:pt x="1489243" y="150247"/>
                </a:lnTo>
                <a:lnTo>
                  <a:pt x="1487367" y="169840"/>
                </a:lnTo>
                <a:lnTo>
                  <a:pt x="1485490" y="189424"/>
                </a:lnTo>
                <a:lnTo>
                  <a:pt x="1483614" y="209017"/>
                </a:lnTo>
                <a:lnTo>
                  <a:pt x="1481738" y="228600"/>
                </a:lnTo>
                <a:lnTo>
                  <a:pt x="1479861" y="248193"/>
                </a:lnTo>
                <a:lnTo>
                  <a:pt x="1477975" y="267776"/>
                </a:lnTo>
                <a:lnTo>
                  <a:pt x="1476099" y="287369"/>
                </a:lnTo>
                <a:lnTo>
                  <a:pt x="1474222" y="306953"/>
                </a:lnTo>
                <a:lnTo>
                  <a:pt x="1472346" y="326546"/>
                </a:lnTo>
                <a:lnTo>
                  <a:pt x="1470470" y="346129"/>
                </a:lnTo>
                <a:lnTo>
                  <a:pt x="1468593" y="365722"/>
                </a:lnTo>
                <a:lnTo>
                  <a:pt x="1466717" y="385305"/>
                </a:lnTo>
                <a:lnTo>
                  <a:pt x="1464840" y="404898"/>
                </a:lnTo>
                <a:lnTo>
                  <a:pt x="1462964" y="424482"/>
                </a:lnTo>
                <a:lnTo>
                  <a:pt x="1461087" y="444075"/>
                </a:lnTo>
                <a:lnTo>
                  <a:pt x="1459211" y="463658"/>
                </a:lnTo>
                <a:lnTo>
                  <a:pt x="1457335" y="483241"/>
                </a:lnTo>
                <a:lnTo>
                  <a:pt x="1455458" y="502834"/>
                </a:lnTo>
                <a:lnTo>
                  <a:pt x="1453582" y="522418"/>
                </a:lnTo>
                <a:lnTo>
                  <a:pt x="1451705" y="542011"/>
                </a:lnTo>
                <a:lnTo>
                  <a:pt x="1449829" y="561594"/>
                </a:lnTo>
                <a:lnTo>
                  <a:pt x="1447952" y="581187"/>
                </a:lnTo>
                <a:lnTo>
                  <a:pt x="1446076" y="600770"/>
                </a:lnTo>
                <a:lnTo>
                  <a:pt x="1444200" y="620363"/>
                </a:lnTo>
                <a:lnTo>
                  <a:pt x="1442314" y="639947"/>
                </a:lnTo>
                <a:lnTo>
                  <a:pt x="1440437" y="659540"/>
                </a:lnTo>
                <a:lnTo>
                  <a:pt x="1438561" y="679123"/>
                </a:lnTo>
                <a:lnTo>
                  <a:pt x="1436684" y="698716"/>
                </a:lnTo>
                <a:lnTo>
                  <a:pt x="1434808" y="718299"/>
                </a:lnTo>
                <a:lnTo>
                  <a:pt x="1432931" y="737892"/>
                </a:lnTo>
                <a:lnTo>
                  <a:pt x="1431055" y="757476"/>
                </a:lnTo>
                <a:lnTo>
                  <a:pt x="1429179" y="777069"/>
                </a:lnTo>
                <a:lnTo>
                  <a:pt x="1427302" y="796652"/>
                </a:lnTo>
                <a:lnTo>
                  <a:pt x="1425426" y="816245"/>
                </a:lnTo>
                <a:lnTo>
                  <a:pt x="1423549" y="835828"/>
                </a:lnTo>
                <a:lnTo>
                  <a:pt x="1421673" y="855421"/>
                </a:lnTo>
                <a:lnTo>
                  <a:pt x="1419797" y="875005"/>
                </a:lnTo>
                <a:lnTo>
                  <a:pt x="1417920" y="894598"/>
                </a:lnTo>
                <a:lnTo>
                  <a:pt x="1416044" y="914181"/>
                </a:lnTo>
                <a:lnTo>
                  <a:pt x="1414167" y="933774"/>
                </a:lnTo>
                <a:lnTo>
                  <a:pt x="1394603" y="935869"/>
                </a:lnTo>
                <a:lnTo>
                  <a:pt x="1375039" y="937965"/>
                </a:lnTo>
                <a:lnTo>
                  <a:pt x="1355474" y="940060"/>
                </a:lnTo>
                <a:lnTo>
                  <a:pt x="1335900" y="942146"/>
                </a:lnTo>
                <a:lnTo>
                  <a:pt x="1316336" y="944242"/>
                </a:lnTo>
                <a:lnTo>
                  <a:pt x="1296772" y="946337"/>
                </a:lnTo>
                <a:lnTo>
                  <a:pt x="1277207" y="948433"/>
                </a:lnTo>
                <a:lnTo>
                  <a:pt x="1257643" y="950519"/>
                </a:lnTo>
                <a:lnTo>
                  <a:pt x="1238079" y="952614"/>
                </a:lnTo>
                <a:lnTo>
                  <a:pt x="1218505" y="954710"/>
                </a:lnTo>
                <a:lnTo>
                  <a:pt x="1198940" y="956805"/>
                </a:lnTo>
                <a:lnTo>
                  <a:pt x="1179376" y="958901"/>
                </a:lnTo>
                <a:lnTo>
                  <a:pt x="1159812" y="960987"/>
                </a:lnTo>
                <a:lnTo>
                  <a:pt x="1140247" y="963082"/>
                </a:lnTo>
                <a:lnTo>
                  <a:pt x="1120683" y="965178"/>
                </a:lnTo>
                <a:lnTo>
                  <a:pt x="1101109" y="967273"/>
                </a:lnTo>
                <a:lnTo>
                  <a:pt x="1081545" y="969369"/>
                </a:lnTo>
                <a:lnTo>
                  <a:pt x="1061980" y="971455"/>
                </a:lnTo>
                <a:lnTo>
                  <a:pt x="1042416" y="973550"/>
                </a:lnTo>
                <a:lnTo>
                  <a:pt x="1022852" y="975646"/>
                </a:lnTo>
                <a:lnTo>
                  <a:pt x="1003278" y="977741"/>
                </a:lnTo>
                <a:lnTo>
                  <a:pt x="983713" y="979837"/>
                </a:lnTo>
                <a:lnTo>
                  <a:pt x="964149" y="981923"/>
                </a:lnTo>
                <a:lnTo>
                  <a:pt x="944585" y="984018"/>
                </a:lnTo>
                <a:lnTo>
                  <a:pt x="925020" y="986114"/>
                </a:lnTo>
                <a:lnTo>
                  <a:pt x="905456" y="988209"/>
                </a:lnTo>
                <a:lnTo>
                  <a:pt x="885882" y="990305"/>
                </a:lnTo>
                <a:lnTo>
                  <a:pt x="866318" y="992391"/>
                </a:lnTo>
                <a:lnTo>
                  <a:pt x="846753" y="994486"/>
                </a:lnTo>
                <a:lnTo>
                  <a:pt x="827189" y="996582"/>
                </a:lnTo>
                <a:lnTo>
                  <a:pt x="807625" y="998677"/>
                </a:lnTo>
                <a:lnTo>
                  <a:pt x="788060" y="1000773"/>
                </a:lnTo>
                <a:lnTo>
                  <a:pt x="768487" y="1002859"/>
                </a:lnTo>
                <a:lnTo>
                  <a:pt x="748922" y="1004954"/>
                </a:lnTo>
                <a:lnTo>
                  <a:pt x="729358" y="1007050"/>
                </a:lnTo>
                <a:lnTo>
                  <a:pt x="709793" y="1009145"/>
                </a:lnTo>
                <a:lnTo>
                  <a:pt x="690229" y="1011241"/>
                </a:lnTo>
                <a:lnTo>
                  <a:pt x="670655" y="1013327"/>
                </a:lnTo>
                <a:lnTo>
                  <a:pt x="651091" y="1015422"/>
                </a:lnTo>
                <a:lnTo>
                  <a:pt x="631527" y="1017518"/>
                </a:lnTo>
                <a:lnTo>
                  <a:pt x="611962" y="1019613"/>
                </a:lnTo>
                <a:lnTo>
                  <a:pt x="592398" y="1021699"/>
                </a:lnTo>
                <a:lnTo>
                  <a:pt x="572834" y="1023795"/>
                </a:lnTo>
                <a:lnTo>
                  <a:pt x="553260" y="1025890"/>
                </a:lnTo>
                <a:lnTo>
                  <a:pt x="533695" y="1027986"/>
                </a:lnTo>
                <a:lnTo>
                  <a:pt x="514131" y="1030081"/>
                </a:lnTo>
                <a:lnTo>
                  <a:pt x="494567" y="1032167"/>
                </a:lnTo>
                <a:lnTo>
                  <a:pt x="475002" y="1034263"/>
                </a:lnTo>
                <a:lnTo>
                  <a:pt x="455438" y="1036358"/>
                </a:lnTo>
                <a:lnTo>
                  <a:pt x="435864" y="1038454"/>
                </a:lnTo>
                <a:lnTo>
                  <a:pt x="416300" y="1040549"/>
                </a:lnTo>
                <a:lnTo>
                  <a:pt x="396735" y="1042635"/>
                </a:lnTo>
                <a:lnTo>
                  <a:pt x="377171" y="1044731"/>
                </a:lnTo>
                <a:lnTo>
                  <a:pt x="357607" y="1046826"/>
                </a:lnTo>
                <a:lnTo>
                  <a:pt x="338033" y="1048922"/>
                </a:lnTo>
                <a:lnTo>
                  <a:pt x="318468" y="1051017"/>
                </a:lnTo>
                <a:lnTo>
                  <a:pt x="298904" y="1053103"/>
                </a:lnTo>
                <a:lnTo>
                  <a:pt x="279340" y="1055199"/>
                </a:lnTo>
                <a:lnTo>
                  <a:pt x="259775" y="1057294"/>
                </a:lnTo>
                <a:lnTo>
                  <a:pt x="240211" y="1059390"/>
                </a:lnTo>
                <a:lnTo>
                  <a:pt x="220637" y="1061485"/>
                </a:lnTo>
                <a:lnTo>
                  <a:pt x="201073" y="1063571"/>
                </a:lnTo>
                <a:lnTo>
                  <a:pt x="181508" y="1065667"/>
                </a:lnTo>
                <a:lnTo>
                  <a:pt x="161944" y="1067762"/>
                </a:lnTo>
                <a:lnTo>
                  <a:pt x="142380" y="1069858"/>
                </a:lnTo>
                <a:lnTo>
                  <a:pt x="122815" y="1071953"/>
                </a:lnTo>
                <a:lnTo>
                  <a:pt x="103241" y="1074039"/>
                </a:lnTo>
                <a:lnTo>
                  <a:pt x="83677" y="1076135"/>
                </a:lnTo>
                <a:lnTo>
                  <a:pt x="64113" y="1078230"/>
                </a:lnTo>
                <a:lnTo>
                  <a:pt x="44548" y="1080326"/>
                </a:lnTo>
                <a:lnTo>
                  <a:pt x="24984" y="1082411"/>
                </a:lnTo>
                <a:lnTo>
                  <a:pt x="5410" y="1084507"/>
                </a:lnTo>
                <a:lnTo>
                  <a:pt x="0" y="1072315"/>
                </a:lnTo>
                <a:lnTo>
                  <a:pt x="1895" y="1052722"/>
                </a:lnTo>
                <a:lnTo>
                  <a:pt x="3800" y="1033139"/>
                </a:lnTo>
                <a:lnTo>
                  <a:pt x="5696" y="1013555"/>
                </a:lnTo>
                <a:lnTo>
                  <a:pt x="7591" y="993962"/>
                </a:lnTo>
                <a:lnTo>
                  <a:pt x="9496" y="974379"/>
                </a:lnTo>
                <a:lnTo>
                  <a:pt x="11392" y="954796"/>
                </a:lnTo>
                <a:lnTo>
                  <a:pt x="13287" y="935212"/>
                </a:lnTo>
                <a:lnTo>
                  <a:pt x="15192" y="915619"/>
                </a:lnTo>
                <a:lnTo>
                  <a:pt x="17088" y="896036"/>
                </a:lnTo>
                <a:lnTo>
                  <a:pt x="18983" y="876452"/>
                </a:lnTo>
                <a:lnTo>
                  <a:pt x="20888" y="856869"/>
                </a:lnTo>
                <a:lnTo>
                  <a:pt x="22784" y="837276"/>
                </a:lnTo>
                <a:lnTo>
                  <a:pt x="24679" y="817693"/>
                </a:lnTo>
                <a:lnTo>
                  <a:pt x="26584" y="798109"/>
                </a:lnTo>
                <a:lnTo>
                  <a:pt x="28480" y="778526"/>
                </a:lnTo>
                <a:lnTo>
                  <a:pt x="30375" y="758933"/>
                </a:lnTo>
                <a:lnTo>
                  <a:pt x="32280" y="739350"/>
                </a:lnTo>
                <a:lnTo>
                  <a:pt x="34176" y="719766"/>
                </a:lnTo>
                <a:lnTo>
                  <a:pt x="36071" y="700183"/>
                </a:lnTo>
                <a:lnTo>
                  <a:pt x="37976" y="680590"/>
                </a:lnTo>
                <a:lnTo>
                  <a:pt x="39872" y="661006"/>
                </a:lnTo>
                <a:lnTo>
                  <a:pt x="41767" y="641423"/>
                </a:lnTo>
                <a:lnTo>
                  <a:pt x="43672" y="621830"/>
                </a:lnTo>
                <a:lnTo>
                  <a:pt x="45568" y="602247"/>
                </a:lnTo>
                <a:lnTo>
                  <a:pt x="47463" y="582663"/>
                </a:lnTo>
                <a:lnTo>
                  <a:pt x="49368" y="563080"/>
                </a:lnTo>
                <a:lnTo>
                  <a:pt x="51264" y="543487"/>
                </a:lnTo>
                <a:lnTo>
                  <a:pt x="53159" y="523904"/>
                </a:lnTo>
                <a:lnTo>
                  <a:pt x="55064" y="504320"/>
                </a:lnTo>
                <a:lnTo>
                  <a:pt x="56960" y="484737"/>
                </a:lnTo>
                <a:lnTo>
                  <a:pt x="58855" y="465144"/>
                </a:lnTo>
                <a:lnTo>
                  <a:pt x="60760" y="445560"/>
                </a:lnTo>
                <a:lnTo>
                  <a:pt x="62655" y="425977"/>
                </a:lnTo>
                <a:lnTo>
                  <a:pt x="64551" y="406394"/>
                </a:lnTo>
                <a:lnTo>
                  <a:pt x="66456" y="386801"/>
                </a:lnTo>
                <a:lnTo>
                  <a:pt x="68351" y="367217"/>
                </a:lnTo>
                <a:lnTo>
                  <a:pt x="70247" y="347634"/>
                </a:lnTo>
                <a:lnTo>
                  <a:pt x="72152" y="328051"/>
                </a:lnTo>
                <a:lnTo>
                  <a:pt x="74047" y="308458"/>
                </a:lnTo>
                <a:lnTo>
                  <a:pt x="75943" y="288874"/>
                </a:lnTo>
                <a:lnTo>
                  <a:pt x="77848" y="269291"/>
                </a:lnTo>
                <a:lnTo>
                  <a:pt x="79743" y="249698"/>
                </a:lnTo>
                <a:lnTo>
                  <a:pt x="81639" y="230114"/>
                </a:lnTo>
                <a:lnTo>
                  <a:pt x="83544" y="210531"/>
                </a:lnTo>
                <a:lnTo>
                  <a:pt x="85439" y="190948"/>
                </a:lnTo>
                <a:lnTo>
                  <a:pt x="87335" y="171355"/>
                </a:lnTo>
                <a:lnTo>
                  <a:pt x="89240" y="151771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8F46325C-F0F4-403D-9FC7-C6E7E67D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501" y="3542119"/>
            <a:ext cx="1502483" cy="1084402"/>
          </a:xfrm>
          <a:custGeom xmlns:a="http://schemas.openxmlformats.org/drawingml/2006/main">
            <a:pathLst>
              <a:path w="1502483" h="1084402">
                <a:moveTo>
                  <a:pt x="88306" y="151676"/>
                </a:moveTo>
                <a:lnTo>
                  <a:pt x="107871" y="149562"/>
                </a:lnTo>
                <a:lnTo>
                  <a:pt x="127435" y="147457"/>
                </a:lnTo>
                <a:lnTo>
                  <a:pt x="146999" y="145352"/>
                </a:lnTo>
                <a:lnTo>
                  <a:pt x="166564" y="143246"/>
                </a:lnTo>
                <a:lnTo>
                  <a:pt x="186128" y="141141"/>
                </a:lnTo>
                <a:lnTo>
                  <a:pt x="205692" y="139036"/>
                </a:lnTo>
                <a:lnTo>
                  <a:pt x="225257" y="136922"/>
                </a:lnTo>
                <a:lnTo>
                  <a:pt x="244821" y="134817"/>
                </a:lnTo>
                <a:lnTo>
                  <a:pt x="264385" y="132712"/>
                </a:lnTo>
                <a:lnTo>
                  <a:pt x="283950" y="130607"/>
                </a:lnTo>
                <a:lnTo>
                  <a:pt x="303514" y="128502"/>
                </a:lnTo>
                <a:lnTo>
                  <a:pt x="323078" y="126397"/>
                </a:lnTo>
                <a:lnTo>
                  <a:pt x="342643" y="124282"/>
                </a:lnTo>
                <a:lnTo>
                  <a:pt x="362207" y="122177"/>
                </a:lnTo>
                <a:lnTo>
                  <a:pt x="381772" y="120072"/>
                </a:lnTo>
                <a:lnTo>
                  <a:pt x="401336" y="117967"/>
                </a:lnTo>
                <a:lnTo>
                  <a:pt x="420900" y="115862"/>
                </a:lnTo>
                <a:lnTo>
                  <a:pt x="440465" y="113757"/>
                </a:lnTo>
                <a:lnTo>
                  <a:pt x="460029" y="111652"/>
                </a:lnTo>
                <a:lnTo>
                  <a:pt x="479603" y="109538"/>
                </a:lnTo>
                <a:lnTo>
                  <a:pt x="499167" y="107432"/>
                </a:lnTo>
                <a:lnTo>
                  <a:pt x="518732" y="105327"/>
                </a:lnTo>
                <a:lnTo>
                  <a:pt x="538296" y="103222"/>
                </a:lnTo>
                <a:lnTo>
                  <a:pt x="557860" y="101117"/>
                </a:lnTo>
                <a:lnTo>
                  <a:pt x="577425" y="99012"/>
                </a:lnTo>
                <a:lnTo>
                  <a:pt x="596989" y="96898"/>
                </a:lnTo>
                <a:lnTo>
                  <a:pt x="616553" y="94793"/>
                </a:lnTo>
                <a:lnTo>
                  <a:pt x="636118" y="92688"/>
                </a:lnTo>
                <a:lnTo>
                  <a:pt x="655682" y="90583"/>
                </a:lnTo>
                <a:lnTo>
                  <a:pt x="675246" y="88478"/>
                </a:lnTo>
                <a:lnTo>
                  <a:pt x="694811" y="86373"/>
                </a:lnTo>
                <a:lnTo>
                  <a:pt x="714375" y="84258"/>
                </a:lnTo>
                <a:lnTo>
                  <a:pt x="733939" y="82153"/>
                </a:lnTo>
                <a:lnTo>
                  <a:pt x="753504" y="80048"/>
                </a:lnTo>
                <a:lnTo>
                  <a:pt x="773068" y="77943"/>
                </a:lnTo>
                <a:lnTo>
                  <a:pt x="792632" y="75838"/>
                </a:lnTo>
                <a:lnTo>
                  <a:pt x="812197" y="73733"/>
                </a:lnTo>
                <a:lnTo>
                  <a:pt x="831761" y="71618"/>
                </a:lnTo>
                <a:lnTo>
                  <a:pt x="851325" y="69513"/>
                </a:lnTo>
                <a:lnTo>
                  <a:pt x="870890" y="67408"/>
                </a:lnTo>
                <a:lnTo>
                  <a:pt x="890454" y="65303"/>
                </a:lnTo>
                <a:lnTo>
                  <a:pt x="910019" y="63198"/>
                </a:lnTo>
                <a:lnTo>
                  <a:pt x="929583" y="61093"/>
                </a:lnTo>
                <a:lnTo>
                  <a:pt x="949147" y="58988"/>
                </a:lnTo>
                <a:lnTo>
                  <a:pt x="968712" y="56874"/>
                </a:lnTo>
                <a:lnTo>
                  <a:pt x="988276" y="54769"/>
                </a:lnTo>
                <a:lnTo>
                  <a:pt x="1007840" y="52664"/>
                </a:lnTo>
                <a:lnTo>
                  <a:pt x="1027405" y="50559"/>
                </a:lnTo>
                <a:lnTo>
                  <a:pt x="1046969" y="48454"/>
                </a:lnTo>
                <a:lnTo>
                  <a:pt x="1066533" y="46349"/>
                </a:lnTo>
                <a:lnTo>
                  <a:pt x="1086098" y="44234"/>
                </a:lnTo>
                <a:lnTo>
                  <a:pt x="1105662" y="42129"/>
                </a:lnTo>
                <a:lnTo>
                  <a:pt x="1125226" y="40024"/>
                </a:lnTo>
                <a:lnTo>
                  <a:pt x="1144791" y="37919"/>
                </a:lnTo>
                <a:lnTo>
                  <a:pt x="1164355" y="35814"/>
                </a:lnTo>
                <a:lnTo>
                  <a:pt x="1183929" y="33709"/>
                </a:lnTo>
                <a:lnTo>
                  <a:pt x="1203493" y="31594"/>
                </a:lnTo>
                <a:lnTo>
                  <a:pt x="1223058" y="29489"/>
                </a:lnTo>
                <a:lnTo>
                  <a:pt x="1242622" y="27384"/>
                </a:lnTo>
                <a:lnTo>
                  <a:pt x="1262186" y="25279"/>
                </a:lnTo>
                <a:lnTo>
                  <a:pt x="1281751" y="23174"/>
                </a:lnTo>
                <a:lnTo>
                  <a:pt x="1301315" y="21069"/>
                </a:lnTo>
                <a:lnTo>
                  <a:pt x="1320879" y="18955"/>
                </a:lnTo>
                <a:lnTo>
                  <a:pt x="1340444" y="16850"/>
                </a:lnTo>
                <a:lnTo>
                  <a:pt x="1360008" y="14745"/>
                </a:lnTo>
                <a:lnTo>
                  <a:pt x="1379572" y="12640"/>
                </a:lnTo>
                <a:lnTo>
                  <a:pt x="1399137" y="10535"/>
                </a:lnTo>
                <a:lnTo>
                  <a:pt x="1418701" y="8430"/>
                </a:lnTo>
                <a:lnTo>
                  <a:pt x="1438265" y="6315"/>
                </a:lnTo>
                <a:lnTo>
                  <a:pt x="1457830" y="4210"/>
                </a:lnTo>
                <a:lnTo>
                  <a:pt x="1477394" y="2105"/>
                </a:lnTo>
                <a:lnTo>
                  <a:pt x="1496959" y="0"/>
                </a:lnTo>
                <a:lnTo>
                  <a:pt x="1502483" y="12087"/>
                </a:lnTo>
                <a:lnTo>
                  <a:pt x="1500578" y="31671"/>
                </a:lnTo>
                <a:lnTo>
                  <a:pt x="1498683" y="51264"/>
                </a:lnTo>
                <a:lnTo>
                  <a:pt x="1496787" y="70847"/>
                </a:lnTo>
                <a:lnTo>
                  <a:pt x="1494892" y="90430"/>
                </a:lnTo>
                <a:lnTo>
                  <a:pt x="1492996" y="110023"/>
                </a:lnTo>
                <a:lnTo>
                  <a:pt x="1491101" y="129607"/>
                </a:lnTo>
                <a:lnTo>
                  <a:pt x="1489205" y="149190"/>
                </a:lnTo>
                <a:lnTo>
                  <a:pt x="1487310" y="168773"/>
                </a:lnTo>
                <a:lnTo>
                  <a:pt x="1485405" y="188366"/>
                </a:lnTo>
                <a:lnTo>
                  <a:pt x="1483509" y="207950"/>
                </a:lnTo>
                <a:lnTo>
                  <a:pt x="1481614" y="227533"/>
                </a:lnTo>
                <a:lnTo>
                  <a:pt x="1479718" y="247126"/>
                </a:lnTo>
                <a:lnTo>
                  <a:pt x="1477823" y="266710"/>
                </a:lnTo>
                <a:lnTo>
                  <a:pt x="1475927" y="286293"/>
                </a:lnTo>
                <a:lnTo>
                  <a:pt x="1474032" y="305876"/>
                </a:lnTo>
                <a:lnTo>
                  <a:pt x="1472136" y="325469"/>
                </a:lnTo>
                <a:lnTo>
                  <a:pt x="1470231" y="345053"/>
                </a:lnTo>
                <a:lnTo>
                  <a:pt x="1468336" y="364636"/>
                </a:lnTo>
                <a:lnTo>
                  <a:pt x="1466440" y="384229"/>
                </a:lnTo>
                <a:lnTo>
                  <a:pt x="1464545" y="403812"/>
                </a:lnTo>
                <a:lnTo>
                  <a:pt x="1462649" y="423396"/>
                </a:lnTo>
                <a:lnTo>
                  <a:pt x="1460754" y="442979"/>
                </a:lnTo>
                <a:lnTo>
                  <a:pt x="1458859" y="462572"/>
                </a:lnTo>
                <a:lnTo>
                  <a:pt x="1456954" y="482156"/>
                </a:lnTo>
                <a:lnTo>
                  <a:pt x="1455058" y="501739"/>
                </a:lnTo>
                <a:lnTo>
                  <a:pt x="1453163" y="521332"/>
                </a:lnTo>
                <a:lnTo>
                  <a:pt x="1451267" y="540915"/>
                </a:lnTo>
                <a:lnTo>
                  <a:pt x="1449372" y="560499"/>
                </a:lnTo>
                <a:lnTo>
                  <a:pt x="1447476" y="580082"/>
                </a:lnTo>
                <a:lnTo>
                  <a:pt x="1445581" y="599675"/>
                </a:lnTo>
                <a:lnTo>
                  <a:pt x="1443685" y="619258"/>
                </a:lnTo>
                <a:lnTo>
                  <a:pt x="1441780" y="638842"/>
                </a:lnTo>
                <a:lnTo>
                  <a:pt x="1439885" y="658425"/>
                </a:lnTo>
                <a:lnTo>
                  <a:pt x="1437989" y="678018"/>
                </a:lnTo>
                <a:lnTo>
                  <a:pt x="1436094" y="697601"/>
                </a:lnTo>
                <a:lnTo>
                  <a:pt x="1434198" y="717185"/>
                </a:lnTo>
                <a:lnTo>
                  <a:pt x="1432303" y="736778"/>
                </a:lnTo>
                <a:lnTo>
                  <a:pt x="1430407" y="756361"/>
                </a:lnTo>
                <a:lnTo>
                  <a:pt x="1428512" y="775945"/>
                </a:lnTo>
                <a:lnTo>
                  <a:pt x="1426607" y="795528"/>
                </a:lnTo>
                <a:lnTo>
                  <a:pt x="1424711" y="815121"/>
                </a:lnTo>
                <a:lnTo>
                  <a:pt x="1422816" y="834704"/>
                </a:lnTo>
                <a:lnTo>
                  <a:pt x="1420920" y="854288"/>
                </a:lnTo>
                <a:lnTo>
                  <a:pt x="1419025" y="873881"/>
                </a:lnTo>
                <a:lnTo>
                  <a:pt x="1417130" y="893464"/>
                </a:lnTo>
                <a:lnTo>
                  <a:pt x="1415234" y="913047"/>
                </a:lnTo>
                <a:lnTo>
                  <a:pt x="1413329" y="932631"/>
                </a:lnTo>
                <a:lnTo>
                  <a:pt x="1394708" y="935660"/>
                </a:lnTo>
                <a:lnTo>
                  <a:pt x="1375143" y="937755"/>
                </a:lnTo>
                <a:lnTo>
                  <a:pt x="1355569" y="939851"/>
                </a:lnTo>
                <a:lnTo>
                  <a:pt x="1336005" y="941946"/>
                </a:lnTo>
                <a:lnTo>
                  <a:pt x="1316441" y="944042"/>
                </a:lnTo>
                <a:lnTo>
                  <a:pt x="1296876" y="946137"/>
                </a:lnTo>
                <a:lnTo>
                  <a:pt x="1277312" y="948223"/>
                </a:lnTo>
                <a:lnTo>
                  <a:pt x="1257748" y="950319"/>
                </a:lnTo>
                <a:lnTo>
                  <a:pt x="1238174" y="952414"/>
                </a:lnTo>
                <a:lnTo>
                  <a:pt x="1218609" y="954510"/>
                </a:lnTo>
                <a:lnTo>
                  <a:pt x="1199045" y="956605"/>
                </a:lnTo>
                <a:lnTo>
                  <a:pt x="1179481" y="958701"/>
                </a:lnTo>
                <a:lnTo>
                  <a:pt x="1159916" y="960796"/>
                </a:lnTo>
                <a:lnTo>
                  <a:pt x="1140352" y="962892"/>
                </a:lnTo>
                <a:lnTo>
                  <a:pt x="1120778" y="964987"/>
                </a:lnTo>
                <a:lnTo>
                  <a:pt x="1101214" y="967083"/>
                </a:lnTo>
                <a:lnTo>
                  <a:pt x="1081649" y="969178"/>
                </a:lnTo>
                <a:lnTo>
                  <a:pt x="1062085" y="971274"/>
                </a:lnTo>
                <a:lnTo>
                  <a:pt x="1042521" y="973369"/>
                </a:lnTo>
                <a:lnTo>
                  <a:pt x="1022956" y="975465"/>
                </a:lnTo>
                <a:lnTo>
                  <a:pt x="1003392" y="977560"/>
                </a:lnTo>
                <a:lnTo>
                  <a:pt x="983818" y="979656"/>
                </a:lnTo>
                <a:lnTo>
                  <a:pt x="964254" y="981751"/>
                </a:lnTo>
                <a:lnTo>
                  <a:pt x="944690" y="983837"/>
                </a:lnTo>
                <a:lnTo>
                  <a:pt x="925125" y="985933"/>
                </a:lnTo>
                <a:lnTo>
                  <a:pt x="905561" y="988028"/>
                </a:lnTo>
                <a:lnTo>
                  <a:pt x="885996" y="990124"/>
                </a:lnTo>
                <a:lnTo>
                  <a:pt x="866423" y="992219"/>
                </a:lnTo>
                <a:lnTo>
                  <a:pt x="846858" y="994315"/>
                </a:lnTo>
                <a:lnTo>
                  <a:pt x="827294" y="996410"/>
                </a:lnTo>
                <a:lnTo>
                  <a:pt x="807730" y="998506"/>
                </a:lnTo>
                <a:lnTo>
                  <a:pt x="788165" y="1000601"/>
                </a:lnTo>
                <a:lnTo>
                  <a:pt x="768601" y="1002697"/>
                </a:lnTo>
                <a:lnTo>
                  <a:pt x="749027" y="1004792"/>
                </a:lnTo>
                <a:lnTo>
                  <a:pt x="729463" y="1006888"/>
                </a:lnTo>
                <a:lnTo>
                  <a:pt x="709898" y="1008983"/>
                </a:lnTo>
                <a:lnTo>
                  <a:pt x="690334" y="1011079"/>
                </a:lnTo>
                <a:lnTo>
                  <a:pt x="670770" y="1013174"/>
                </a:lnTo>
                <a:lnTo>
                  <a:pt x="651205" y="1015270"/>
                </a:lnTo>
                <a:lnTo>
                  <a:pt x="631631" y="1017365"/>
                </a:lnTo>
                <a:lnTo>
                  <a:pt x="612067" y="1019451"/>
                </a:lnTo>
                <a:lnTo>
                  <a:pt x="592503" y="1021547"/>
                </a:lnTo>
                <a:lnTo>
                  <a:pt x="572938" y="1023642"/>
                </a:lnTo>
                <a:lnTo>
                  <a:pt x="553374" y="1025738"/>
                </a:lnTo>
                <a:lnTo>
                  <a:pt x="533810" y="1027833"/>
                </a:lnTo>
                <a:lnTo>
                  <a:pt x="514245" y="1029929"/>
                </a:lnTo>
                <a:lnTo>
                  <a:pt x="494671" y="1032024"/>
                </a:lnTo>
                <a:lnTo>
                  <a:pt x="475107" y="1034120"/>
                </a:lnTo>
                <a:lnTo>
                  <a:pt x="455543" y="1036215"/>
                </a:lnTo>
                <a:lnTo>
                  <a:pt x="435978" y="1038311"/>
                </a:lnTo>
                <a:lnTo>
                  <a:pt x="416414" y="1040406"/>
                </a:lnTo>
                <a:lnTo>
                  <a:pt x="396850" y="1042502"/>
                </a:lnTo>
                <a:lnTo>
                  <a:pt x="377276" y="1044597"/>
                </a:lnTo>
                <a:lnTo>
                  <a:pt x="357711" y="1046693"/>
                </a:lnTo>
                <a:lnTo>
                  <a:pt x="338147" y="1048788"/>
                </a:lnTo>
                <a:lnTo>
                  <a:pt x="318583" y="1050884"/>
                </a:lnTo>
                <a:lnTo>
                  <a:pt x="299018" y="1052970"/>
                </a:lnTo>
                <a:lnTo>
                  <a:pt x="279454" y="1055065"/>
                </a:lnTo>
                <a:lnTo>
                  <a:pt x="259880" y="1057161"/>
                </a:lnTo>
                <a:lnTo>
                  <a:pt x="240316" y="1059256"/>
                </a:lnTo>
                <a:lnTo>
                  <a:pt x="220751" y="1061352"/>
                </a:lnTo>
                <a:lnTo>
                  <a:pt x="201187" y="1063447"/>
                </a:lnTo>
                <a:lnTo>
                  <a:pt x="181623" y="1065543"/>
                </a:lnTo>
                <a:lnTo>
                  <a:pt x="162058" y="1067638"/>
                </a:lnTo>
                <a:lnTo>
                  <a:pt x="142484" y="1069734"/>
                </a:lnTo>
                <a:lnTo>
                  <a:pt x="122920" y="1071829"/>
                </a:lnTo>
                <a:lnTo>
                  <a:pt x="103356" y="1073925"/>
                </a:lnTo>
                <a:lnTo>
                  <a:pt x="83791" y="1076020"/>
                </a:lnTo>
                <a:lnTo>
                  <a:pt x="64227" y="1078116"/>
                </a:lnTo>
                <a:lnTo>
                  <a:pt x="44663" y="1080211"/>
                </a:lnTo>
                <a:lnTo>
                  <a:pt x="25098" y="1082307"/>
                </a:lnTo>
                <a:lnTo>
                  <a:pt x="5525" y="1084402"/>
                </a:lnTo>
                <a:lnTo>
                  <a:pt x="0" y="1072296"/>
                </a:lnTo>
                <a:lnTo>
                  <a:pt x="1876" y="1052713"/>
                </a:lnTo>
                <a:lnTo>
                  <a:pt x="3762" y="1033120"/>
                </a:lnTo>
                <a:lnTo>
                  <a:pt x="5639" y="1013536"/>
                </a:lnTo>
                <a:lnTo>
                  <a:pt x="7515" y="993953"/>
                </a:lnTo>
                <a:lnTo>
                  <a:pt x="9392" y="974360"/>
                </a:lnTo>
                <a:lnTo>
                  <a:pt x="11278" y="954776"/>
                </a:lnTo>
                <a:lnTo>
                  <a:pt x="13154" y="935184"/>
                </a:lnTo>
                <a:lnTo>
                  <a:pt x="15030" y="915600"/>
                </a:lnTo>
                <a:lnTo>
                  <a:pt x="16907" y="896007"/>
                </a:lnTo>
                <a:lnTo>
                  <a:pt x="18793" y="876424"/>
                </a:lnTo>
                <a:lnTo>
                  <a:pt x="20669" y="856831"/>
                </a:lnTo>
                <a:lnTo>
                  <a:pt x="22546" y="837248"/>
                </a:lnTo>
                <a:lnTo>
                  <a:pt x="24422" y="817655"/>
                </a:lnTo>
                <a:lnTo>
                  <a:pt x="26308" y="798071"/>
                </a:lnTo>
                <a:lnTo>
                  <a:pt x="28184" y="778478"/>
                </a:lnTo>
                <a:lnTo>
                  <a:pt x="30061" y="758895"/>
                </a:lnTo>
                <a:lnTo>
                  <a:pt x="31937" y="739302"/>
                </a:lnTo>
                <a:lnTo>
                  <a:pt x="33823" y="719719"/>
                </a:lnTo>
                <a:lnTo>
                  <a:pt x="35700" y="700135"/>
                </a:lnTo>
                <a:lnTo>
                  <a:pt x="37576" y="680542"/>
                </a:lnTo>
                <a:lnTo>
                  <a:pt x="39453" y="660959"/>
                </a:lnTo>
                <a:lnTo>
                  <a:pt x="41339" y="641366"/>
                </a:lnTo>
                <a:lnTo>
                  <a:pt x="43215" y="621782"/>
                </a:lnTo>
                <a:lnTo>
                  <a:pt x="45091" y="602190"/>
                </a:lnTo>
                <a:lnTo>
                  <a:pt x="46968" y="582606"/>
                </a:lnTo>
                <a:lnTo>
                  <a:pt x="48854" y="563013"/>
                </a:lnTo>
                <a:lnTo>
                  <a:pt x="50730" y="543430"/>
                </a:lnTo>
                <a:lnTo>
                  <a:pt x="52607" y="523837"/>
                </a:lnTo>
                <a:lnTo>
                  <a:pt x="54483" y="504254"/>
                </a:lnTo>
                <a:lnTo>
                  <a:pt x="56369" y="484661"/>
                </a:lnTo>
                <a:lnTo>
                  <a:pt x="58245" y="465077"/>
                </a:lnTo>
                <a:lnTo>
                  <a:pt x="60122" y="445494"/>
                </a:lnTo>
                <a:lnTo>
                  <a:pt x="61998" y="425901"/>
                </a:lnTo>
                <a:lnTo>
                  <a:pt x="63884" y="406317"/>
                </a:lnTo>
                <a:lnTo>
                  <a:pt x="65761" y="386725"/>
                </a:lnTo>
                <a:lnTo>
                  <a:pt x="67637" y="367141"/>
                </a:lnTo>
                <a:lnTo>
                  <a:pt x="69513" y="347548"/>
                </a:lnTo>
                <a:lnTo>
                  <a:pt x="71399" y="327965"/>
                </a:lnTo>
                <a:lnTo>
                  <a:pt x="73276" y="308372"/>
                </a:lnTo>
                <a:lnTo>
                  <a:pt x="75152" y="288788"/>
                </a:lnTo>
                <a:lnTo>
                  <a:pt x="77029" y="269196"/>
                </a:lnTo>
                <a:lnTo>
                  <a:pt x="78915" y="249612"/>
                </a:lnTo>
                <a:lnTo>
                  <a:pt x="80791" y="230019"/>
                </a:lnTo>
                <a:lnTo>
                  <a:pt x="82667" y="210436"/>
                </a:lnTo>
                <a:lnTo>
                  <a:pt x="84544" y="190843"/>
                </a:lnTo>
                <a:lnTo>
                  <a:pt x="86430" y="171260"/>
                </a:lnTo>
                <a:lnTo>
                  <a:pt x="88306" y="151676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8182ADB9-0371-402A-B164-DDF15905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8967" y="2859110"/>
            <a:ext cx="1502378" cy="1084497"/>
          </a:xfrm>
          <a:custGeom xmlns:a="http://schemas.openxmlformats.org/drawingml/2006/main">
            <a:pathLst>
              <a:path w="1502378" h="1084497">
                <a:moveTo>
                  <a:pt x="89221" y="151743"/>
                </a:moveTo>
                <a:lnTo>
                  <a:pt x="108785" y="149638"/>
                </a:lnTo>
                <a:lnTo>
                  <a:pt x="128340" y="147533"/>
                </a:lnTo>
                <a:lnTo>
                  <a:pt x="147904" y="145418"/>
                </a:lnTo>
                <a:lnTo>
                  <a:pt x="167459" y="143313"/>
                </a:lnTo>
                <a:lnTo>
                  <a:pt x="187023" y="141208"/>
                </a:lnTo>
                <a:lnTo>
                  <a:pt x="206588" y="139103"/>
                </a:lnTo>
                <a:lnTo>
                  <a:pt x="226143" y="136989"/>
                </a:lnTo>
                <a:lnTo>
                  <a:pt x="245707" y="134884"/>
                </a:lnTo>
                <a:lnTo>
                  <a:pt x="265271" y="132779"/>
                </a:lnTo>
                <a:lnTo>
                  <a:pt x="284826" y="130673"/>
                </a:lnTo>
                <a:lnTo>
                  <a:pt x="304390" y="128559"/>
                </a:lnTo>
                <a:lnTo>
                  <a:pt x="323955" y="126454"/>
                </a:lnTo>
                <a:lnTo>
                  <a:pt x="343510" y="124349"/>
                </a:lnTo>
                <a:lnTo>
                  <a:pt x="363074" y="122244"/>
                </a:lnTo>
                <a:lnTo>
                  <a:pt x="382638" y="120129"/>
                </a:lnTo>
                <a:lnTo>
                  <a:pt x="402193" y="118024"/>
                </a:lnTo>
                <a:lnTo>
                  <a:pt x="421757" y="115919"/>
                </a:lnTo>
                <a:lnTo>
                  <a:pt x="441312" y="113805"/>
                </a:lnTo>
                <a:lnTo>
                  <a:pt x="460877" y="111700"/>
                </a:lnTo>
                <a:lnTo>
                  <a:pt x="480441" y="109595"/>
                </a:lnTo>
                <a:lnTo>
                  <a:pt x="499996" y="107490"/>
                </a:lnTo>
                <a:lnTo>
                  <a:pt x="519560" y="105375"/>
                </a:lnTo>
                <a:lnTo>
                  <a:pt x="539125" y="103270"/>
                </a:lnTo>
                <a:lnTo>
                  <a:pt x="558679" y="101165"/>
                </a:lnTo>
                <a:lnTo>
                  <a:pt x="578244" y="99060"/>
                </a:lnTo>
                <a:lnTo>
                  <a:pt x="597808" y="96945"/>
                </a:lnTo>
                <a:lnTo>
                  <a:pt x="617363" y="94840"/>
                </a:lnTo>
                <a:lnTo>
                  <a:pt x="636927" y="92735"/>
                </a:lnTo>
                <a:lnTo>
                  <a:pt x="656482" y="90630"/>
                </a:lnTo>
                <a:lnTo>
                  <a:pt x="676046" y="88516"/>
                </a:lnTo>
                <a:lnTo>
                  <a:pt x="695611" y="86411"/>
                </a:lnTo>
                <a:lnTo>
                  <a:pt x="715166" y="84306"/>
                </a:lnTo>
                <a:lnTo>
                  <a:pt x="734730" y="82191"/>
                </a:lnTo>
                <a:lnTo>
                  <a:pt x="754294" y="80086"/>
                </a:lnTo>
                <a:lnTo>
                  <a:pt x="773849" y="77981"/>
                </a:lnTo>
                <a:lnTo>
                  <a:pt x="793413" y="75876"/>
                </a:lnTo>
                <a:lnTo>
                  <a:pt x="812978" y="73762"/>
                </a:lnTo>
                <a:lnTo>
                  <a:pt x="832533" y="71657"/>
                </a:lnTo>
                <a:lnTo>
                  <a:pt x="852097" y="69552"/>
                </a:lnTo>
                <a:lnTo>
                  <a:pt x="871661" y="67447"/>
                </a:lnTo>
                <a:lnTo>
                  <a:pt x="891216" y="65332"/>
                </a:lnTo>
                <a:lnTo>
                  <a:pt x="910781" y="63227"/>
                </a:lnTo>
                <a:lnTo>
                  <a:pt x="930335" y="61122"/>
                </a:lnTo>
                <a:lnTo>
                  <a:pt x="949900" y="59007"/>
                </a:lnTo>
                <a:lnTo>
                  <a:pt x="969464" y="56902"/>
                </a:lnTo>
                <a:lnTo>
                  <a:pt x="989019" y="54797"/>
                </a:lnTo>
                <a:lnTo>
                  <a:pt x="1008583" y="52692"/>
                </a:lnTo>
                <a:lnTo>
                  <a:pt x="1028148" y="50578"/>
                </a:lnTo>
                <a:lnTo>
                  <a:pt x="1047702" y="48473"/>
                </a:lnTo>
                <a:lnTo>
                  <a:pt x="1067267" y="46368"/>
                </a:lnTo>
                <a:lnTo>
                  <a:pt x="1086831" y="44263"/>
                </a:lnTo>
                <a:lnTo>
                  <a:pt x="1106386" y="42148"/>
                </a:lnTo>
                <a:lnTo>
                  <a:pt x="1125950" y="40043"/>
                </a:lnTo>
                <a:lnTo>
                  <a:pt x="1145505" y="37938"/>
                </a:lnTo>
                <a:lnTo>
                  <a:pt x="1165069" y="35833"/>
                </a:lnTo>
                <a:lnTo>
                  <a:pt x="1184634" y="33719"/>
                </a:lnTo>
                <a:lnTo>
                  <a:pt x="1204189" y="31613"/>
                </a:lnTo>
                <a:lnTo>
                  <a:pt x="1223753" y="29508"/>
                </a:lnTo>
                <a:lnTo>
                  <a:pt x="1243317" y="27394"/>
                </a:lnTo>
                <a:lnTo>
                  <a:pt x="1262872" y="25289"/>
                </a:lnTo>
                <a:lnTo>
                  <a:pt x="1282436" y="23184"/>
                </a:lnTo>
                <a:lnTo>
                  <a:pt x="1302001" y="21079"/>
                </a:lnTo>
                <a:lnTo>
                  <a:pt x="1321556" y="18964"/>
                </a:lnTo>
                <a:lnTo>
                  <a:pt x="1341120" y="16859"/>
                </a:lnTo>
                <a:lnTo>
                  <a:pt x="1360684" y="14754"/>
                </a:lnTo>
                <a:lnTo>
                  <a:pt x="1380239" y="12649"/>
                </a:lnTo>
                <a:lnTo>
                  <a:pt x="1399804" y="10535"/>
                </a:lnTo>
                <a:lnTo>
                  <a:pt x="1419368" y="8430"/>
                </a:lnTo>
                <a:lnTo>
                  <a:pt x="1438923" y="6325"/>
                </a:lnTo>
                <a:lnTo>
                  <a:pt x="1458487" y="4220"/>
                </a:lnTo>
                <a:lnTo>
                  <a:pt x="1478042" y="2105"/>
                </a:lnTo>
                <a:lnTo>
                  <a:pt x="1497606" y="0"/>
                </a:lnTo>
                <a:lnTo>
                  <a:pt x="1502378" y="12849"/>
                </a:lnTo>
                <a:lnTo>
                  <a:pt x="1500483" y="32433"/>
                </a:lnTo>
                <a:lnTo>
                  <a:pt x="1498578" y="52007"/>
                </a:lnTo>
                <a:lnTo>
                  <a:pt x="1496682" y="71590"/>
                </a:lnTo>
                <a:lnTo>
                  <a:pt x="1494787" y="91173"/>
                </a:lnTo>
                <a:lnTo>
                  <a:pt x="1492891" y="110757"/>
                </a:lnTo>
                <a:lnTo>
                  <a:pt x="1490996" y="130340"/>
                </a:lnTo>
                <a:lnTo>
                  <a:pt x="1489100" y="149924"/>
                </a:lnTo>
                <a:lnTo>
                  <a:pt x="1487205" y="169507"/>
                </a:lnTo>
                <a:lnTo>
                  <a:pt x="1485309" y="189090"/>
                </a:lnTo>
                <a:lnTo>
                  <a:pt x="1483414" y="208674"/>
                </a:lnTo>
                <a:lnTo>
                  <a:pt x="1481519" y="228257"/>
                </a:lnTo>
                <a:lnTo>
                  <a:pt x="1479623" y="247841"/>
                </a:lnTo>
                <a:lnTo>
                  <a:pt x="1477718" y="267424"/>
                </a:lnTo>
                <a:lnTo>
                  <a:pt x="1475823" y="286998"/>
                </a:lnTo>
                <a:lnTo>
                  <a:pt x="1473927" y="306581"/>
                </a:lnTo>
                <a:lnTo>
                  <a:pt x="1472032" y="326165"/>
                </a:lnTo>
                <a:lnTo>
                  <a:pt x="1470136" y="345748"/>
                </a:lnTo>
                <a:lnTo>
                  <a:pt x="1468241" y="365331"/>
                </a:lnTo>
                <a:lnTo>
                  <a:pt x="1466345" y="384915"/>
                </a:lnTo>
                <a:lnTo>
                  <a:pt x="1464450" y="404498"/>
                </a:lnTo>
                <a:lnTo>
                  <a:pt x="1462554" y="424082"/>
                </a:lnTo>
                <a:lnTo>
                  <a:pt x="1460659" y="443665"/>
                </a:lnTo>
                <a:lnTo>
                  <a:pt x="1458754" y="463248"/>
                </a:lnTo>
                <a:lnTo>
                  <a:pt x="1456858" y="482822"/>
                </a:lnTo>
                <a:lnTo>
                  <a:pt x="1454963" y="502406"/>
                </a:lnTo>
                <a:lnTo>
                  <a:pt x="1453067" y="521989"/>
                </a:lnTo>
                <a:lnTo>
                  <a:pt x="1451172" y="541572"/>
                </a:lnTo>
                <a:lnTo>
                  <a:pt x="1449276" y="561156"/>
                </a:lnTo>
                <a:lnTo>
                  <a:pt x="1447381" y="580739"/>
                </a:lnTo>
                <a:lnTo>
                  <a:pt x="1445485" y="600323"/>
                </a:lnTo>
                <a:lnTo>
                  <a:pt x="1443590" y="619906"/>
                </a:lnTo>
                <a:lnTo>
                  <a:pt x="1441694" y="639489"/>
                </a:lnTo>
                <a:lnTo>
                  <a:pt x="1439789" y="659073"/>
                </a:lnTo>
                <a:lnTo>
                  <a:pt x="1437894" y="678656"/>
                </a:lnTo>
                <a:lnTo>
                  <a:pt x="1435999" y="698240"/>
                </a:lnTo>
                <a:lnTo>
                  <a:pt x="1434103" y="717814"/>
                </a:lnTo>
                <a:lnTo>
                  <a:pt x="1432208" y="737397"/>
                </a:lnTo>
                <a:lnTo>
                  <a:pt x="1430312" y="756980"/>
                </a:lnTo>
                <a:lnTo>
                  <a:pt x="1428417" y="776564"/>
                </a:lnTo>
                <a:lnTo>
                  <a:pt x="1426521" y="796147"/>
                </a:lnTo>
                <a:lnTo>
                  <a:pt x="1424626" y="815731"/>
                </a:lnTo>
                <a:lnTo>
                  <a:pt x="1422730" y="835314"/>
                </a:lnTo>
                <a:lnTo>
                  <a:pt x="1420835" y="854897"/>
                </a:lnTo>
                <a:lnTo>
                  <a:pt x="1418930" y="874481"/>
                </a:lnTo>
                <a:lnTo>
                  <a:pt x="1417034" y="894064"/>
                </a:lnTo>
                <a:lnTo>
                  <a:pt x="1415139" y="913648"/>
                </a:lnTo>
                <a:lnTo>
                  <a:pt x="1413243" y="933221"/>
                </a:lnTo>
                <a:lnTo>
                  <a:pt x="1394155" y="935784"/>
                </a:lnTo>
                <a:lnTo>
                  <a:pt x="1374591" y="937879"/>
                </a:lnTo>
                <a:lnTo>
                  <a:pt x="1355027" y="939975"/>
                </a:lnTo>
                <a:lnTo>
                  <a:pt x="1335472" y="942070"/>
                </a:lnTo>
                <a:lnTo>
                  <a:pt x="1315907" y="944166"/>
                </a:lnTo>
                <a:lnTo>
                  <a:pt x="1296343" y="946261"/>
                </a:lnTo>
                <a:lnTo>
                  <a:pt x="1276779" y="948357"/>
                </a:lnTo>
                <a:lnTo>
                  <a:pt x="1257214" y="950452"/>
                </a:lnTo>
                <a:lnTo>
                  <a:pt x="1237659" y="952548"/>
                </a:lnTo>
                <a:lnTo>
                  <a:pt x="1218095" y="954634"/>
                </a:lnTo>
                <a:lnTo>
                  <a:pt x="1198531" y="956729"/>
                </a:lnTo>
                <a:lnTo>
                  <a:pt x="1178966" y="958825"/>
                </a:lnTo>
                <a:lnTo>
                  <a:pt x="1159402" y="960920"/>
                </a:lnTo>
                <a:lnTo>
                  <a:pt x="1139847" y="963016"/>
                </a:lnTo>
                <a:lnTo>
                  <a:pt x="1120283" y="965111"/>
                </a:lnTo>
                <a:lnTo>
                  <a:pt x="1100719" y="967207"/>
                </a:lnTo>
                <a:lnTo>
                  <a:pt x="1081154" y="969302"/>
                </a:lnTo>
                <a:lnTo>
                  <a:pt x="1061590" y="971398"/>
                </a:lnTo>
                <a:lnTo>
                  <a:pt x="1042035" y="973493"/>
                </a:lnTo>
                <a:lnTo>
                  <a:pt x="1022471" y="975579"/>
                </a:lnTo>
                <a:lnTo>
                  <a:pt x="1002906" y="977675"/>
                </a:lnTo>
                <a:lnTo>
                  <a:pt x="983342" y="979770"/>
                </a:lnTo>
                <a:lnTo>
                  <a:pt x="963787" y="981866"/>
                </a:lnTo>
                <a:lnTo>
                  <a:pt x="944223" y="983961"/>
                </a:lnTo>
                <a:lnTo>
                  <a:pt x="924658" y="986057"/>
                </a:lnTo>
                <a:lnTo>
                  <a:pt x="905094" y="988152"/>
                </a:lnTo>
                <a:lnTo>
                  <a:pt x="885530" y="990248"/>
                </a:lnTo>
                <a:lnTo>
                  <a:pt x="865975" y="992343"/>
                </a:lnTo>
                <a:lnTo>
                  <a:pt x="846411" y="994439"/>
                </a:lnTo>
                <a:lnTo>
                  <a:pt x="826846" y="996525"/>
                </a:lnTo>
                <a:lnTo>
                  <a:pt x="807282" y="998620"/>
                </a:lnTo>
                <a:lnTo>
                  <a:pt x="787718" y="1000716"/>
                </a:lnTo>
                <a:lnTo>
                  <a:pt x="768163" y="1002811"/>
                </a:lnTo>
                <a:lnTo>
                  <a:pt x="748598" y="1004907"/>
                </a:lnTo>
                <a:lnTo>
                  <a:pt x="729034" y="1007002"/>
                </a:lnTo>
                <a:lnTo>
                  <a:pt x="709470" y="1009098"/>
                </a:lnTo>
                <a:lnTo>
                  <a:pt x="689905" y="1011193"/>
                </a:lnTo>
                <a:lnTo>
                  <a:pt x="670350" y="1013289"/>
                </a:lnTo>
                <a:lnTo>
                  <a:pt x="650786" y="1015384"/>
                </a:lnTo>
                <a:lnTo>
                  <a:pt x="631222" y="1017470"/>
                </a:lnTo>
                <a:lnTo>
                  <a:pt x="611657" y="1019566"/>
                </a:lnTo>
                <a:lnTo>
                  <a:pt x="592103" y="1021661"/>
                </a:lnTo>
                <a:lnTo>
                  <a:pt x="572538" y="1023757"/>
                </a:lnTo>
                <a:lnTo>
                  <a:pt x="552974" y="1025852"/>
                </a:lnTo>
                <a:lnTo>
                  <a:pt x="533410" y="1027948"/>
                </a:lnTo>
                <a:lnTo>
                  <a:pt x="513845" y="1030043"/>
                </a:lnTo>
                <a:lnTo>
                  <a:pt x="494290" y="1032139"/>
                </a:lnTo>
                <a:lnTo>
                  <a:pt x="474726" y="1034234"/>
                </a:lnTo>
                <a:lnTo>
                  <a:pt x="455162" y="1036330"/>
                </a:lnTo>
                <a:lnTo>
                  <a:pt x="435597" y="1038416"/>
                </a:lnTo>
                <a:lnTo>
                  <a:pt x="416033" y="1040511"/>
                </a:lnTo>
                <a:lnTo>
                  <a:pt x="396478" y="1042606"/>
                </a:lnTo>
                <a:lnTo>
                  <a:pt x="376914" y="1044702"/>
                </a:lnTo>
                <a:lnTo>
                  <a:pt x="357349" y="1046798"/>
                </a:lnTo>
                <a:lnTo>
                  <a:pt x="337785" y="1048893"/>
                </a:lnTo>
                <a:lnTo>
                  <a:pt x="318230" y="1050989"/>
                </a:lnTo>
                <a:lnTo>
                  <a:pt x="298666" y="1053084"/>
                </a:lnTo>
                <a:lnTo>
                  <a:pt x="279102" y="1055180"/>
                </a:lnTo>
                <a:lnTo>
                  <a:pt x="259537" y="1057275"/>
                </a:lnTo>
                <a:lnTo>
                  <a:pt x="239973" y="1059361"/>
                </a:lnTo>
                <a:lnTo>
                  <a:pt x="220418" y="1061456"/>
                </a:lnTo>
                <a:lnTo>
                  <a:pt x="200854" y="1063552"/>
                </a:lnTo>
                <a:lnTo>
                  <a:pt x="181289" y="1065647"/>
                </a:lnTo>
                <a:lnTo>
                  <a:pt x="161725" y="1067743"/>
                </a:lnTo>
                <a:lnTo>
                  <a:pt x="142161" y="1069838"/>
                </a:lnTo>
                <a:lnTo>
                  <a:pt x="122606" y="1071934"/>
                </a:lnTo>
                <a:lnTo>
                  <a:pt x="103041" y="1074029"/>
                </a:lnTo>
                <a:lnTo>
                  <a:pt x="83477" y="1076125"/>
                </a:lnTo>
                <a:lnTo>
                  <a:pt x="63913" y="1078220"/>
                </a:lnTo>
                <a:lnTo>
                  <a:pt x="44348" y="1080306"/>
                </a:lnTo>
                <a:lnTo>
                  <a:pt x="24794" y="1082402"/>
                </a:lnTo>
                <a:lnTo>
                  <a:pt x="5229" y="1084497"/>
                </a:lnTo>
                <a:lnTo>
                  <a:pt x="0" y="1072115"/>
                </a:lnTo>
                <a:lnTo>
                  <a:pt x="1895" y="1052532"/>
                </a:lnTo>
                <a:lnTo>
                  <a:pt x="3800" y="1032948"/>
                </a:lnTo>
                <a:lnTo>
                  <a:pt x="5696" y="1013365"/>
                </a:lnTo>
                <a:lnTo>
                  <a:pt x="7591" y="993791"/>
                </a:lnTo>
                <a:lnTo>
                  <a:pt x="9487" y="974207"/>
                </a:lnTo>
                <a:lnTo>
                  <a:pt x="11392" y="954624"/>
                </a:lnTo>
                <a:lnTo>
                  <a:pt x="13287" y="935041"/>
                </a:lnTo>
                <a:lnTo>
                  <a:pt x="15183" y="915457"/>
                </a:lnTo>
                <a:lnTo>
                  <a:pt x="17088" y="895874"/>
                </a:lnTo>
                <a:lnTo>
                  <a:pt x="18983" y="876290"/>
                </a:lnTo>
                <a:lnTo>
                  <a:pt x="20879" y="856707"/>
                </a:lnTo>
                <a:lnTo>
                  <a:pt x="22784" y="837124"/>
                </a:lnTo>
                <a:lnTo>
                  <a:pt x="24679" y="817550"/>
                </a:lnTo>
                <a:lnTo>
                  <a:pt x="26575" y="797966"/>
                </a:lnTo>
                <a:lnTo>
                  <a:pt x="28470" y="778383"/>
                </a:lnTo>
                <a:lnTo>
                  <a:pt x="30375" y="758800"/>
                </a:lnTo>
                <a:lnTo>
                  <a:pt x="32271" y="739216"/>
                </a:lnTo>
                <a:lnTo>
                  <a:pt x="34166" y="719633"/>
                </a:lnTo>
                <a:lnTo>
                  <a:pt x="36071" y="700049"/>
                </a:lnTo>
                <a:lnTo>
                  <a:pt x="37967" y="680466"/>
                </a:lnTo>
                <a:lnTo>
                  <a:pt x="39862" y="660883"/>
                </a:lnTo>
                <a:lnTo>
                  <a:pt x="41767" y="641309"/>
                </a:lnTo>
                <a:lnTo>
                  <a:pt x="43663" y="621725"/>
                </a:lnTo>
                <a:lnTo>
                  <a:pt x="45558" y="602142"/>
                </a:lnTo>
                <a:lnTo>
                  <a:pt x="47454" y="582559"/>
                </a:lnTo>
                <a:lnTo>
                  <a:pt x="49359" y="562975"/>
                </a:lnTo>
                <a:lnTo>
                  <a:pt x="51254" y="543392"/>
                </a:lnTo>
                <a:lnTo>
                  <a:pt x="53150" y="523808"/>
                </a:lnTo>
                <a:lnTo>
                  <a:pt x="55055" y="504225"/>
                </a:lnTo>
                <a:lnTo>
                  <a:pt x="56950" y="484642"/>
                </a:lnTo>
                <a:lnTo>
                  <a:pt x="58845" y="465068"/>
                </a:lnTo>
                <a:lnTo>
                  <a:pt x="60741" y="445484"/>
                </a:lnTo>
                <a:lnTo>
                  <a:pt x="62646" y="425901"/>
                </a:lnTo>
                <a:lnTo>
                  <a:pt x="64541" y="406317"/>
                </a:lnTo>
                <a:lnTo>
                  <a:pt x="66437" y="386734"/>
                </a:lnTo>
                <a:lnTo>
                  <a:pt x="68342" y="367151"/>
                </a:lnTo>
                <a:lnTo>
                  <a:pt x="70237" y="347567"/>
                </a:lnTo>
                <a:lnTo>
                  <a:pt x="72133" y="327984"/>
                </a:lnTo>
                <a:lnTo>
                  <a:pt x="74038" y="308400"/>
                </a:lnTo>
                <a:lnTo>
                  <a:pt x="75933" y="288817"/>
                </a:lnTo>
                <a:lnTo>
                  <a:pt x="77829" y="269243"/>
                </a:lnTo>
                <a:lnTo>
                  <a:pt x="79724" y="249660"/>
                </a:lnTo>
                <a:lnTo>
                  <a:pt x="81629" y="230076"/>
                </a:lnTo>
                <a:lnTo>
                  <a:pt x="83525" y="210493"/>
                </a:lnTo>
                <a:lnTo>
                  <a:pt x="85420" y="190910"/>
                </a:lnTo>
                <a:lnTo>
                  <a:pt x="87325" y="171326"/>
                </a:lnTo>
                <a:lnTo>
                  <a:pt x="89221" y="15174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0315D353-15E4-4F1E-B15D-23FFBF26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4808" y="4783236"/>
            <a:ext cx="571500" cy="893664"/>
          </a:xfrm>
          <a:custGeom xmlns:a="http://schemas.openxmlformats.org/drawingml/2006/main">
            <a:pathLst>
              <a:path w="571500" h="893664">
                <a:moveTo>
                  <a:pt x="0" y="893664"/>
                </a:moveTo>
                <a:lnTo>
                  <a:pt x="0" y="874633"/>
                </a:lnTo>
                <a:lnTo>
                  <a:pt x="0" y="855602"/>
                </a:lnTo>
                <a:lnTo>
                  <a:pt x="0" y="836571"/>
                </a:lnTo>
                <a:lnTo>
                  <a:pt x="0" y="817540"/>
                </a:lnTo>
                <a:lnTo>
                  <a:pt x="0" y="798509"/>
                </a:lnTo>
                <a:lnTo>
                  <a:pt x="0" y="779488"/>
                </a:lnTo>
                <a:lnTo>
                  <a:pt x="0" y="760457"/>
                </a:lnTo>
                <a:lnTo>
                  <a:pt x="0" y="741426"/>
                </a:lnTo>
                <a:lnTo>
                  <a:pt x="0" y="722395"/>
                </a:lnTo>
                <a:lnTo>
                  <a:pt x="0" y="703364"/>
                </a:lnTo>
                <a:lnTo>
                  <a:pt x="0" y="684343"/>
                </a:lnTo>
                <a:lnTo>
                  <a:pt x="0" y="665312"/>
                </a:lnTo>
                <a:lnTo>
                  <a:pt x="0" y="646281"/>
                </a:lnTo>
                <a:lnTo>
                  <a:pt x="0" y="627250"/>
                </a:lnTo>
                <a:lnTo>
                  <a:pt x="0" y="608219"/>
                </a:lnTo>
                <a:lnTo>
                  <a:pt x="0" y="589197"/>
                </a:lnTo>
                <a:lnTo>
                  <a:pt x="0" y="570167"/>
                </a:lnTo>
                <a:lnTo>
                  <a:pt x="0" y="551136"/>
                </a:lnTo>
                <a:lnTo>
                  <a:pt x="0" y="532105"/>
                </a:lnTo>
                <a:lnTo>
                  <a:pt x="0" y="513074"/>
                </a:lnTo>
                <a:lnTo>
                  <a:pt x="0" y="494043"/>
                </a:lnTo>
                <a:lnTo>
                  <a:pt x="0" y="475021"/>
                </a:lnTo>
                <a:lnTo>
                  <a:pt x="0" y="455990"/>
                </a:lnTo>
                <a:lnTo>
                  <a:pt x="0" y="436959"/>
                </a:lnTo>
                <a:lnTo>
                  <a:pt x="0" y="417928"/>
                </a:lnTo>
                <a:lnTo>
                  <a:pt x="0" y="398897"/>
                </a:lnTo>
                <a:lnTo>
                  <a:pt x="0" y="379876"/>
                </a:lnTo>
                <a:lnTo>
                  <a:pt x="0" y="360845"/>
                </a:lnTo>
                <a:lnTo>
                  <a:pt x="0" y="341814"/>
                </a:lnTo>
                <a:lnTo>
                  <a:pt x="0" y="322783"/>
                </a:lnTo>
                <a:lnTo>
                  <a:pt x="0" y="303752"/>
                </a:lnTo>
                <a:lnTo>
                  <a:pt x="0" y="284721"/>
                </a:lnTo>
                <a:lnTo>
                  <a:pt x="0" y="265700"/>
                </a:lnTo>
                <a:lnTo>
                  <a:pt x="0" y="246669"/>
                </a:lnTo>
                <a:lnTo>
                  <a:pt x="0" y="227638"/>
                </a:lnTo>
                <a:lnTo>
                  <a:pt x="0" y="208607"/>
                </a:lnTo>
                <a:lnTo>
                  <a:pt x="0" y="189576"/>
                </a:lnTo>
                <a:lnTo>
                  <a:pt x="17297" y="182956"/>
                </a:lnTo>
                <a:lnTo>
                  <a:pt x="35319" y="176860"/>
                </a:lnTo>
                <a:lnTo>
                  <a:pt x="53350" y="170764"/>
                </a:lnTo>
                <a:lnTo>
                  <a:pt x="71371" y="164659"/>
                </a:lnTo>
                <a:lnTo>
                  <a:pt x="89402" y="158563"/>
                </a:lnTo>
                <a:lnTo>
                  <a:pt x="107423" y="152467"/>
                </a:lnTo>
                <a:lnTo>
                  <a:pt x="125444" y="146371"/>
                </a:lnTo>
                <a:lnTo>
                  <a:pt x="143475" y="140265"/>
                </a:lnTo>
                <a:lnTo>
                  <a:pt x="161496" y="134169"/>
                </a:lnTo>
                <a:lnTo>
                  <a:pt x="179527" y="128073"/>
                </a:lnTo>
                <a:lnTo>
                  <a:pt x="197548" y="121968"/>
                </a:lnTo>
                <a:lnTo>
                  <a:pt x="215579" y="115872"/>
                </a:lnTo>
                <a:lnTo>
                  <a:pt x="233601" y="109776"/>
                </a:lnTo>
                <a:lnTo>
                  <a:pt x="251622" y="103680"/>
                </a:lnTo>
                <a:lnTo>
                  <a:pt x="269653" y="97574"/>
                </a:lnTo>
                <a:lnTo>
                  <a:pt x="287674" y="91478"/>
                </a:lnTo>
                <a:lnTo>
                  <a:pt x="305705" y="85382"/>
                </a:lnTo>
                <a:lnTo>
                  <a:pt x="323726" y="79286"/>
                </a:lnTo>
                <a:lnTo>
                  <a:pt x="341757" y="73181"/>
                </a:lnTo>
                <a:lnTo>
                  <a:pt x="359778" y="67085"/>
                </a:lnTo>
                <a:lnTo>
                  <a:pt x="377800" y="60989"/>
                </a:lnTo>
                <a:lnTo>
                  <a:pt x="395830" y="54883"/>
                </a:lnTo>
                <a:lnTo>
                  <a:pt x="413852" y="48787"/>
                </a:lnTo>
                <a:lnTo>
                  <a:pt x="431883" y="42691"/>
                </a:lnTo>
                <a:lnTo>
                  <a:pt x="449904" y="36595"/>
                </a:lnTo>
                <a:lnTo>
                  <a:pt x="467935" y="30490"/>
                </a:lnTo>
                <a:lnTo>
                  <a:pt x="485956" y="24394"/>
                </a:lnTo>
                <a:lnTo>
                  <a:pt x="503987" y="18298"/>
                </a:lnTo>
                <a:lnTo>
                  <a:pt x="522008" y="12202"/>
                </a:lnTo>
                <a:lnTo>
                  <a:pt x="540029" y="6096"/>
                </a:lnTo>
                <a:lnTo>
                  <a:pt x="558060" y="0"/>
                </a:lnTo>
                <a:lnTo>
                  <a:pt x="571500" y="295"/>
                </a:lnTo>
                <a:lnTo>
                  <a:pt x="571500" y="19317"/>
                </a:lnTo>
                <a:lnTo>
                  <a:pt x="571500" y="38348"/>
                </a:lnTo>
                <a:lnTo>
                  <a:pt x="571500" y="57379"/>
                </a:lnTo>
                <a:lnTo>
                  <a:pt x="571500" y="76410"/>
                </a:lnTo>
                <a:lnTo>
                  <a:pt x="571500" y="95441"/>
                </a:lnTo>
                <a:lnTo>
                  <a:pt x="571500" y="114471"/>
                </a:lnTo>
                <a:lnTo>
                  <a:pt x="571500" y="133493"/>
                </a:lnTo>
                <a:lnTo>
                  <a:pt x="571500" y="152524"/>
                </a:lnTo>
                <a:lnTo>
                  <a:pt x="571500" y="171555"/>
                </a:lnTo>
                <a:lnTo>
                  <a:pt x="571500" y="190586"/>
                </a:lnTo>
                <a:lnTo>
                  <a:pt x="571500" y="209617"/>
                </a:lnTo>
                <a:lnTo>
                  <a:pt x="571500" y="228638"/>
                </a:lnTo>
                <a:lnTo>
                  <a:pt x="571500" y="247669"/>
                </a:lnTo>
                <a:lnTo>
                  <a:pt x="571500" y="266700"/>
                </a:lnTo>
                <a:lnTo>
                  <a:pt x="571500" y="285731"/>
                </a:lnTo>
                <a:lnTo>
                  <a:pt x="571500" y="304762"/>
                </a:lnTo>
                <a:lnTo>
                  <a:pt x="571500" y="323783"/>
                </a:lnTo>
                <a:lnTo>
                  <a:pt x="571500" y="342814"/>
                </a:lnTo>
                <a:lnTo>
                  <a:pt x="571500" y="361845"/>
                </a:lnTo>
                <a:lnTo>
                  <a:pt x="571500" y="380876"/>
                </a:lnTo>
                <a:lnTo>
                  <a:pt x="571500" y="399907"/>
                </a:lnTo>
                <a:lnTo>
                  <a:pt x="571500" y="418938"/>
                </a:lnTo>
                <a:lnTo>
                  <a:pt x="571500" y="437959"/>
                </a:lnTo>
                <a:lnTo>
                  <a:pt x="571500" y="456990"/>
                </a:lnTo>
                <a:lnTo>
                  <a:pt x="571500" y="476021"/>
                </a:lnTo>
                <a:lnTo>
                  <a:pt x="571500" y="495052"/>
                </a:lnTo>
                <a:lnTo>
                  <a:pt x="571500" y="514083"/>
                </a:lnTo>
                <a:lnTo>
                  <a:pt x="571500" y="533105"/>
                </a:lnTo>
                <a:lnTo>
                  <a:pt x="571500" y="552136"/>
                </a:lnTo>
                <a:lnTo>
                  <a:pt x="571500" y="571167"/>
                </a:lnTo>
                <a:lnTo>
                  <a:pt x="571500" y="590198"/>
                </a:lnTo>
                <a:lnTo>
                  <a:pt x="571500" y="609229"/>
                </a:lnTo>
                <a:lnTo>
                  <a:pt x="571500" y="628250"/>
                </a:lnTo>
                <a:lnTo>
                  <a:pt x="571500" y="647281"/>
                </a:lnTo>
                <a:lnTo>
                  <a:pt x="562423" y="660254"/>
                </a:lnTo>
                <a:lnTo>
                  <a:pt x="544849" y="667550"/>
                </a:lnTo>
                <a:lnTo>
                  <a:pt x="527275" y="674837"/>
                </a:lnTo>
                <a:lnTo>
                  <a:pt x="509702" y="682133"/>
                </a:lnTo>
                <a:lnTo>
                  <a:pt x="492119" y="689429"/>
                </a:lnTo>
                <a:lnTo>
                  <a:pt x="474545" y="696725"/>
                </a:lnTo>
                <a:lnTo>
                  <a:pt x="456971" y="704021"/>
                </a:lnTo>
                <a:lnTo>
                  <a:pt x="439398" y="711308"/>
                </a:lnTo>
                <a:lnTo>
                  <a:pt x="421815" y="718604"/>
                </a:lnTo>
                <a:lnTo>
                  <a:pt x="404241" y="725900"/>
                </a:lnTo>
                <a:lnTo>
                  <a:pt x="386667" y="733196"/>
                </a:lnTo>
                <a:lnTo>
                  <a:pt x="369094" y="740483"/>
                </a:lnTo>
                <a:lnTo>
                  <a:pt x="351520" y="747779"/>
                </a:lnTo>
                <a:lnTo>
                  <a:pt x="333937" y="755075"/>
                </a:lnTo>
                <a:lnTo>
                  <a:pt x="316363" y="762371"/>
                </a:lnTo>
                <a:lnTo>
                  <a:pt x="298790" y="769658"/>
                </a:lnTo>
                <a:lnTo>
                  <a:pt x="281216" y="776954"/>
                </a:lnTo>
                <a:lnTo>
                  <a:pt x="263633" y="784250"/>
                </a:lnTo>
                <a:lnTo>
                  <a:pt x="246059" y="791547"/>
                </a:lnTo>
                <a:lnTo>
                  <a:pt x="228486" y="798843"/>
                </a:lnTo>
                <a:lnTo>
                  <a:pt x="210912" y="806129"/>
                </a:lnTo>
                <a:lnTo>
                  <a:pt x="193329" y="813425"/>
                </a:lnTo>
                <a:lnTo>
                  <a:pt x="175755" y="820722"/>
                </a:lnTo>
                <a:lnTo>
                  <a:pt x="158182" y="828018"/>
                </a:lnTo>
                <a:lnTo>
                  <a:pt x="140608" y="835304"/>
                </a:lnTo>
                <a:lnTo>
                  <a:pt x="123034" y="842601"/>
                </a:lnTo>
                <a:lnTo>
                  <a:pt x="105451" y="849897"/>
                </a:lnTo>
                <a:lnTo>
                  <a:pt x="87878" y="857193"/>
                </a:lnTo>
                <a:lnTo>
                  <a:pt x="70304" y="864479"/>
                </a:lnTo>
                <a:lnTo>
                  <a:pt x="52730" y="871776"/>
                </a:lnTo>
                <a:lnTo>
                  <a:pt x="35147" y="879072"/>
                </a:lnTo>
                <a:lnTo>
                  <a:pt x="17574" y="886368"/>
                </a:lnTo>
                <a:lnTo>
                  <a:pt x="0" y="893664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FE1F0BF3-E10B-4177-A800-B1DFAF08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5439728"/>
            <a:ext cx="3702834" cy="237173"/>
          </a:xfrm>
          <a:custGeom xmlns:a="http://schemas.openxmlformats.org/drawingml/2006/main">
            <a:pathLst>
              <a:path w="3702834" h="237173">
                <a:moveTo>
                  <a:pt x="0" y="237173"/>
                </a:moveTo>
                <a:lnTo>
                  <a:pt x="31252" y="237173"/>
                </a:lnTo>
                <a:lnTo>
                  <a:pt x="62494" y="237173"/>
                </a:lnTo>
                <a:lnTo>
                  <a:pt x="93745" y="237173"/>
                </a:lnTo>
                <a:lnTo>
                  <a:pt x="124987" y="237173"/>
                </a:lnTo>
                <a:lnTo>
                  <a:pt x="156239" y="237173"/>
                </a:lnTo>
                <a:lnTo>
                  <a:pt x="187481" y="237173"/>
                </a:lnTo>
                <a:lnTo>
                  <a:pt x="218732" y="237173"/>
                </a:lnTo>
                <a:lnTo>
                  <a:pt x="249974" y="237173"/>
                </a:lnTo>
                <a:lnTo>
                  <a:pt x="281226" y="237173"/>
                </a:lnTo>
                <a:lnTo>
                  <a:pt x="312468" y="237173"/>
                </a:lnTo>
                <a:lnTo>
                  <a:pt x="343719" y="237173"/>
                </a:lnTo>
                <a:lnTo>
                  <a:pt x="374961" y="237173"/>
                </a:lnTo>
                <a:lnTo>
                  <a:pt x="406213" y="237173"/>
                </a:lnTo>
                <a:lnTo>
                  <a:pt x="437464" y="237173"/>
                </a:lnTo>
                <a:lnTo>
                  <a:pt x="468706" y="237173"/>
                </a:lnTo>
                <a:lnTo>
                  <a:pt x="499958" y="237173"/>
                </a:lnTo>
                <a:lnTo>
                  <a:pt x="531200" y="237173"/>
                </a:lnTo>
                <a:lnTo>
                  <a:pt x="562451" y="237173"/>
                </a:lnTo>
                <a:lnTo>
                  <a:pt x="593693" y="237173"/>
                </a:lnTo>
                <a:lnTo>
                  <a:pt x="624945" y="237173"/>
                </a:lnTo>
                <a:lnTo>
                  <a:pt x="656187" y="237173"/>
                </a:lnTo>
                <a:lnTo>
                  <a:pt x="687438" y="237173"/>
                </a:lnTo>
                <a:lnTo>
                  <a:pt x="718680" y="237173"/>
                </a:lnTo>
                <a:lnTo>
                  <a:pt x="749932" y="237173"/>
                </a:lnTo>
                <a:lnTo>
                  <a:pt x="781174" y="237173"/>
                </a:lnTo>
                <a:lnTo>
                  <a:pt x="812425" y="237173"/>
                </a:lnTo>
                <a:lnTo>
                  <a:pt x="843677" y="237173"/>
                </a:lnTo>
                <a:lnTo>
                  <a:pt x="874919" y="237173"/>
                </a:lnTo>
                <a:lnTo>
                  <a:pt x="906170" y="237173"/>
                </a:lnTo>
                <a:lnTo>
                  <a:pt x="937412" y="237173"/>
                </a:lnTo>
                <a:lnTo>
                  <a:pt x="968664" y="237173"/>
                </a:lnTo>
                <a:lnTo>
                  <a:pt x="999906" y="237173"/>
                </a:lnTo>
                <a:lnTo>
                  <a:pt x="1031157" y="237173"/>
                </a:lnTo>
                <a:lnTo>
                  <a:pt x="1062399" y="237173"/>
                </a:lnTo>
                <a:lnTo>
                  <a:pt x="1093651" y="237173"/>
                </a:lnTo>
                <a:lnTo>
                  <a:pt x="1124893" y="237173"/>
                </a:lnTo>
                <a:lnTo>
                  <a:pt x="1156145" y="237173"/>
                </a:lnTo>
                <a:lnTo>
                  <a:pt x="1187387" y="237173"/>
                </a:lnTo>
                <a:lnTo>
                  <a:pt x="1218638" y="237173"/>
                </a:lnTo>
                <a:lnTo>
                  <a:pt x="1249890" y="237173"/>
                </a:lnTo>
                <a:lnTo>
                  <a:pt x="1281132" y="237173"/>
                </a:lnTo>
                <a:lnTo>
                  <a:pt x="1312383" y="237173"/>
                </a:lnTo>
                <a:lnTo>
                  <a:pt x="1343625" y="237173"/>
                </a:lnTo>
                <a:lnTo>
                  <a:pt x="1374877" y="237173"/>
                </a:lnTo>
                <a:lnTo>
                  <a:pt x="1406119" y="237173"/>
                </a:lnTo>
                <a:lnTo>
                  <a:pt x="1437370" y="237173"/>
                </a:lnTo>
                <a:lnTo>
                  <a:pt x="1468612" y="237173"/>
                </a:lnTo>
                <a:lnTo>
                  <a:pt x="1499864" y="237173"/>
                </a:lnTo>
                <a:lnTo>
                  <a:pt x="1531106" y="237173"/>
                </a:lnTo>
                <a:lnTo>
                  <a:pt x="1562357" y="237173"/>
                </a:lnTo>
                <a:lnTo>
                  <a:pt x="1593599" y="237173"/>
                </a:lnTo>
                <a:lnTo>
                  <a:pt x="1624851" y="237173"/>
                </a:lnTo>
                <a:lnTo>
                  <a:pt x="1656102" y="237173"/>
                </a:lnTo>
                <a:lnTo>
                  <a:pt x="1687344" y="237173"/>
                </a:lnTo>
                <a:lnTo>
                  <a:pt x="1718596" y="237173"/>
                </a:lnTo>
                <a:lnTo>
                  <a:pt x="1749838" y="237173"/>
                </a:lnTo>
                <a:lnTo>
                  <a:pt x="1781089" y="237173"/>
                </a:lnTo>
                <a:lnTo>
                  <a:pt x="1812331" y="237173"/>
                </a:lnTo>
                <a:lnTo>
                  <a:pt x="1843583" y="237173"/>
                </a:lnTo>
                <a:lnTo>
                  <a:pt x="1874825" y="237173"/>
                </a:lnTo>
                <a:lnTo>
                  <a:pt x="1906076" y="237173"/>
                </a:lnTo>
                <a:lnTo>
                  <a:pt x="1937318" y="237173"/>
                </a:lnTo>
                <a:lnTo>
                  <a:pt x="1968570" y="237173"/>
                </a:lnTo>
                <a:lnTo>
                  <a:pt x="1999812" y="237173"/>
                </a:lnTo>
                <a:lnTo>
                  <a:pt x="2031063" y="237173"/>
                </a:lnTo>
                <a:lnTo>
                  <a:pt x="2062315" y="237173"/>
                </a:lnTo>
                <a:lnTo>
                  <a:pt x="2093557" y="237173"/>
                </a:lnTo>
                <a:lnTo>
                  <a:pt x="2124808" y="237173"/>
                </a:lnTo>
                <a:lnTo>
                  <a:pt x="2156050" y="237173"/>
                </a:lnTo>
                <a:lnTo>
                  <a:pt x="2187302" y="237173"/>
                </a:lnTo>
                <a:lnTo>
                  <a:pt x="2218544" y="237173"/>
                </a:lnTo>
                <a:lnTo>
                  <a:pt x="2249795" y="237173"/>
                </a:lnTo>
                <a:lnTo>
                  <a:pt x="2281037" y="237173"/>
                </a:lnTo>
                <a:lnTo>
                  <a:pt x="2312289" y="237173"/>
                </a:lnTo>
                <a:lnTo>
                  <a:pt x="2343531" y="237173"/>
                </a:lnTo>
                <a:lnTo>
                  <a:pt x="2374783" y="237173"/>
                </a:lnTo>
                <a:lnTo>
                  <a:pt x="2406025" y="237173"/>
                </a:lnTo>
                <a:lnTo>
                  <a:pt x="2437276" y="237173"/>
                </a:lnTo>
                <a:lnTo>
                  <a:pt x="2468528" y="237173"/>
                </a:lnTo>
                <a:lnTo>
                  <a:pt x="2499770" y="237173"/>
                </a:lnTo>
                <a:lnTo>
                  <a:pt x="2531021" y="237173"/>
                </a:lnTo>
                <a:lnTo>
                  <a:pt x="2562263" y="237173"/>
                </a:lnTo>
                <a:lnTo>
                  <a:pt x="2593515" y="237173"/>
                </a:lnTo>
                <a:lnTo>
                  <a:pt x="2624757" y="237173"/>
                </a:lnTo>
                <a:lnTo>
                  <a:pt x="2656008" y="237173"/>
                </a:lnTo>
                <a:lnTo>
                  <a:pt x="2687250" y="237173"/>
                </a:lnTo>
                <a:lnTo>
                  <a:pt x="2718502" y="237173"/>
                </a:lnTo>
                <a:lnTo>
                  <a:pt x="2749744" y="237173"/>
                </a:lnTo>
                <a:lnTo>
                  <a:pt x="2780995" y="237173"/>
                </a:lnTo>
                <a:lnTo>
                  <a:pt x="2812237" y="237173"/>
                </a:lnTo>
                <a:lnTo>
                  <a:pt x="2843489" y="237173"/>
                </a:lnTo>
                <a:lnTo>
                  <a:pt x="2874731" y="237173"/>
                </a:lnTo>
                <a:lnTo>
                  <a:pt x="2905982" y="237173"/>
                </a:lnTo>
                <a:lnTo>
                  <a:pt x="2937234" y="237173"/>
                </a:lnTo>
                <a:lnTo>
                  <a:pt x="2968476" y="237173"/>
                </a:lnTo>
                <a:lnTo>
                  <a:pt x="2999727" y="237173"/>
                </a:lnTo>
                <a:lnTo>
                  <a:pt x="3030969" y="237173"/>
                </a:lnTo>
                <a:lnTo>
                  <a:pt x="3062221" y="237173"/>
                </a:lnTo>
                <a:lnTo>
                  <a:pt x="3093463" y="237173"/>
                </a:lnTo>
                <a:lnTo>
                  <a:pt x="3124714" y="237173"/>
                </a:lnTo>
                <a:lnTo>
                  <a:pt x="3154480" y="229743"/>
                </a:lnTo>
                <a:lnTo>
                  <a:pt x="3183341" y="217770"/>
                </a:lnTo>
                <a:lnTo>
                  <a:pt x="3212201" y="205788"/>
                </a:lnTo>
                <a:lnTo>
                  <a:pt x="3241062" y="193815"/>
                </a:lnTo>
                <a:lnTo>
                  <a:pt x="3269923" y="181832"/>
                </a:lnTo>
                <a:lnTo>
                  <a:pt x="3298784" y="169859"/>
                </a:lnTo>
                <a:lnTo>
                  <a:pt x="3327644" y="157886"/>
                </a:lnTo>
                <a:lnTo>
                  <a:pt x="3356505" y="145904"/>
                </a:lnTo>
                <a:lnTo>
                  <a:pt x="3385366" y="133931"/>
                </a:lnTo>
                <a:lnTo>
                  <a:pt x="3414227" y="121949"/>
                </a:lnTo>
                <a:lnTo>
                  <a:pt x="3443087" y="109976"/>
                </a:lnTo>
                <a:lnTo>
                  <a:pt x="3471948" y="97993"/>
                </a:lnTo>
                <a:lnTo>
                  <a:pt x="3500809" y="86020"/>
                </a:lnTo>
                <a:lnTo>
                  <a:pt x="3529670" y="74038"/>
                </a:lnTo>
                <a:lnTo>
                  <a:pt x="3558530" y="62065"/>
                </a:lnTo>
                <a:lnTo>
                  <a:pt x="3587391" y="50092"/>
                </a:lnTo>
                <a:lnTo>
                  <a:pt x="3616252" y="38110"/>
                </a:lnTo>
                <a:lnTo>
                  <a:pt x="3645113" y="26137"/>
                </a:lnTo>
                <a:lnTo>
                  <a:pt x="3673973" y="14154"/>
                </a:lnTo>
                <a:lnTo>
                  <a:pt x="3702834" y="2181"/>
                </a:lnTo>
                <a:lnTo>
                  <a:pt x="3682517" y="0"/>
                </a:lnTo>
                <a:lnTo>
                  <a:pt x="3651275" y="0"/>
                </a:lnTo>
                <a:lnTo>
                  <a:pt x="3620024" y="0"/>
                </a:lnTo>
                <a:lnTo>
                  <a:pt x="3588782" y="0"/>
                </a:lnTo>
                <a:lnTo>
                  <a:pt x="3557530" y="0"/>
                </a:lnTo>
                <a:lnTo>
                  <a:pt x="3526288" y="0"/>
                </a:lnTo>
                <a:lnTo>
                  <a:pt x="3495037" y="0"/>
                </a:lnTo>
                <a:lnTo>
                  <a:pt x="3463795" y="0"/>
                </a:lnTo>
                <a:lnTo>
                  <a:pt x="3432543" y="0"/>
                </a:lnTo>
                <a:lnTo>
                  <a:pt x="3401301" y="0"/>
                </a:lnTo>
                <a:lnTo>
                  <a:pt x="3370050" y="0"/>
                </a:lnTo>
                <a:lnTo>
                  <a:pt x="3338808" y="0"/>
                </a:lnTo>
                <a:lnTo>
                  <a:pt x="3307556" y="0"/>
                </a:lnTo>
                <a:lnTo>
                  <a:pt x="3276314" y="0"/>
                </a:lnTo>
                <a:lnTo>
                  <a:pt x="3245063" y="0"/>
                </a:lnTo>
                <a:lnTo>
                  <a:pt x="3213811" y="0"/>
                </a:lnTo>
                <a:lnTo>
                  <a:pt x="3182569" y="0"/>
                </a:lnTo>
                <a:lnTo>
                  <a:pt x="3151318" y="0"/>
                </a:lnTo>
                <a:lnTo>
                  <a:pt x="3120076" y="0"/>
                </a:lnTo>
                <a:lnTo>
                  <a:pt x="3088824" y="0"/>
                </a:lnTo>
                <a:lnTo>
                  <a:pt x="3057582" y="0"/>
                </a:lnTo>
                <a:lnTo>
                  <a:pt x="3026331" y="0"/>
                </a:lnTo>
                <a:lnTo>
                  <a:pt x="2995089" y="0"/>
                </a:lnTo>
                <a:lnTo>
                  <a:pt x="2963837" y="0"/>
                </a:lnTo>
                <a:lnTo>
                  <a:pt x="2932595" y="0"/>
                </a:lnTo>
                <a:lnTo>
                  <a:pt x="2901344" y="0"/>
                </a:lnTo>
                <a:lnTo>
                  <a:pt x="2870102" y="0"/>
                </a:lnTo>
                <a:lnTo>
                  <a:pt x="2838850" y="0"/>
                </a:lnTo>
                <a:lnTo>
                  <a:pt x="2807599" y="0"/>
                </a:lnTo>
                <a:lnTo>
                  <a:pt x="2776357" y="0"/>
                </a:lnTo>
                <a:lnTo>
                  <a:pt x="2745105" y="0"/>
                </a:lnTo>
                <a:lnTo>
                  <a:pt x="2713863" y="0"/>
                </a:lnTo>
                <a:lnTo>
                  <a:pt x="2682611" y="0"/>
                </a:lnTo>
                <a:lnTo>
                  <a:pt x="2651369" y="0"/>
                </a:lnTo>
                <a:lnTo>
                  <a:pt x="2620118" y="0"/>
                </a:lnTo>
                <a:lnTo>
                  <a:pt x="2588876" y="0"/>
                </a:lnTo>
                <a:lnTo>
                  <a:pt x="2557624" y="0"/>
                </a:lnTo>
                <a:lnTo>
                  <a:pt x="2526382" y="0"/>
                </a:lnTo>
                <a:lnTo>
                  <a:pt x="2495131" y="0"/>
                </a:lnTo>
                <a:lnTo>
                  <a:pt x="2463889" y="0"/>
                </a:lnTo>
                <a:lnTo>
                  <a:pt x="2432637" y="0"/>
                </a:lnTo>
                <a:lnTo>
                  <a:pt x="2401386" y="0"/>
                </a:lnTo>
                <a:lnTo>
                  <a:pt x="2370144" y="0"/>
                </a:lnTo>
                <a:lnTo>
                  <a:pt x="2338892" y="0"/>
                </a:lnTo>
                <a:lnTo>
                  <a:pt x="2307650" y="0"/>
                </a:lnTo>
                <a:lnTo>
                  <a:pt x="2276399" y="0"/>
                </a:lnTo>
                <a:lnTo>
                  <a:pt x="2245157" y="0"/>
                </a:lnTo>
                <a:lnTo>
                  <a:pt x="2213905" y="0"/>
                </a:lnTo>
                <a:lnTo>
                  <a:pt x="2182663" y="0"/>
                </a:lnTo>
                <a:lnTo>
                  <a:pt x="2151412" y="0"/>
                </a:lnTo>
                <a:lnTo>
                  <a:pt x="2120170" y="0"/>
                </a:lnTo>
                <a:lnTo>
                  <a:pt x="2088918" y="0"/>
                </a:lnTo>
                <a:lnTo>
                  <a:pt x="2057676" y="0"/>
                </a:lnTo>
                <a:lnTo>
                  <a:pt x="2026425" y="0"/>
                </a:lnTo>
                <a:lnTo>
                  <a:pt x="1995173" y="0"/>
                </a:lnTo>
                <a:lnTo>
                  <a:pt x="1963931" y="0"/>
                </a:lnTo>
                <a:lnTo>
                  <a:pt x="1932680" y="0"/>
                </a:lnTo>
                <a:lnTo>
                  <a:pt x="1901438" y="0"/>
                </a:lnTo>
                <a:lnTo>
                  <a:pt x="1870186" y="0"/>
                </a:lnTo>
                <a:lnTo>
                  <a:pt x="1838944" y="0"/>
                </a:lnTo>
                <a:lnTo>
                  <a:pt x="1807693" y="0"/>
                </a:lnTo>
                <a:lnTo>
                  <a:pt x="1776451" y="0"/>
                </a:lnTo>
                <a:lnTo>
                  <a:pt x="1745199" y="0"/>
                </a:lnTo>
                <a:lnTo>
                  <a:pt x="1713957" y="0"/>
                </a:lnTo>
                <a:lnTo>
                  <a:pt x="1682706" y="0"/>
                </a:lnTo>
                <a:lnTo>
                  <a:pt x="1651464" y="0"/>
                </a:lnTo>
                <a:lnTo>
                  <a:pt x="1620212" y="0"/>
                </a:lnTo>
                <a:lnTo>
                  <a:pt x="1588961" y="0"/>
                </a:lnTo>
                <a:lnTo>
                  <a:pt x="1557719" y="0"/>
                </a:lnTo>
                <a:lnTo>
                  <a:pt x="1526467" y="0"/>
                </a:lnTo>
                <a:lnTo>
                  <a:pt x="1495225" y="0"/>
                </a:lnTo>
                <a:lnTo>
                  <a:pt x="1463973" y="0"/>
                </a:lnTo>
                <a:lnTo>
                  <a:pt x="1432731" y="0"/>
                </a:lnTo>
                <a:lnTo>
                  <a:pt x="1401480" y="0"/>
                </a:lnTo>
                <a:lnTo>
                  <a:pt x="1370238" y="0"/>
                </a:lnTo>
                <a:lnTo>
                  <a:pt x="1338986" y="0"/>
                </a:lnTo>
                <a:lnTo>
                  <a:pt x="1307744" y="0"/>
                </a:lnTo>
                <a:lnTo>
                  <a:pt x="1276493" y="0"/>
                </a:lnTo>
                <a:lnTo>
                  <a:pt x="1245251" y="0"/>
                </a:lnTo>
                <a:lnTo>
                  <a:pt x="1213999" y="0"/>
                </a:lnTo>
                <a:lnTo>
                  <a:pt x="1182748" y="0"/>
                </a:lnTo>
                <a:lnTo>
                  <a:pt x="1151506" y="0"/>
                </a:lnTo>
                <a:lnTo>
                  <a:pt x="1120254" y="0"/>
                </a:lnTo>
                <a:lnTo>
                  <a:pt x="1089012" y="0"/>
                </a:lnTo>
                <a:lnTo>
                  <a:pt x="1057761" y="0"/>
                </a:lnTo>
                <a:lnTo>
                  <a:pt x="1026519" y="0"/>
                </a:lnTo>
                <a:lnTo>
                  <a:pt x="995267" y="0"/>
                </a:lnTo>
                <a:lnTo>
                  <a:pt x="964025" y="0"/>
                </a:lnTo>
                <a:lnTo>
                  <a:pt x="932774" y="0"/>
                </a:lnTo>
                <a:lnTo>
                  <a:pt x="901532" y="0"/>
                </a:lnTo>
                <a:lnTo>
                  <a:pt x="870280" y="0"/>
                </a:lnTo>
                <a:lnTo>
                  <a:pt x="839038" y="0"/>
                </a:lnTo>
                <a:lnTo>
                  <a:pt x="807787" y="0"/>
                </a:lnTo>
                <a:lnTo>
                  <a:pt x="776545" y="0"/>
                </a:lnTo>
                <a:lnTo>
                  <a:pt x="746208" y="6067"/>
                </a:lnTo>
                <a:lnTo>
                  <a:pt x="716366" y="15316"/>
                </a:lnTo>
                <a:lnTo>
                  <a:pt x="686514" y="24555"/>
                </a:lnTo>
                <a:lnTo>
                  <a:pt x="656663" y="33804"/>
                </a:lnTo>
                <a:lnTo>
                  <a:pt x="626821" y="43043"/>
                </a:lnTo>
                <a:lnTo>
                  <a:pt x="596970" y="52292"/>
                </a:lnTo>
                <a:lnTo>
                  <a:pt x="567119" y="61532"/>
                </a:lnTo>
                <a:lnTo>
                  <a:pt x="537277" y="70780"/>
                </a:lnTo>
                <a:lnTo>
                  <a:pt x="507425" y="80020"/>
                </a:lnTo>
                <a:lnTo>
                  <a:pt x="477574" y="89268"/>
                </a:lnTo>
                <a:lnTo>
                  <a:pt x="447723" y="98508"/>
                </a:lnTo>
                <a:lnTo>
                  <a:pt x="417881" y="107756"/>
                </a:lnTo>
                <a:lnTo>
                  <a:pt x="388029" y="116996"/>
                </a:lnTo>
                <a:lnTo>
                  <a:pt x="358178" y="126244"/>
                </a:lnTo>
                <a:lnTo>
                  <a:pt x="328336" y="135484"/>
                </a:lnTo>
                <a:lnTo>
                  <a:pt x="298485" y="144732"/>
                </a:lnTo>
                <a:lnTo>
                  <a:pt x="268634" y="153972"/>
                </a:lnTo>
                <a:lnTo>
                  <a:pt x="238792" y="163220"/>
                </a:lnTo>
                <a:lnTo>
                  <a:pt x="208940" y="172460"/>
                </a:lnTo>
                <a:lnTo>
                  <a:pt x="179089" y="181708"/>
                </a:lnTo>
                <a:lnTo>
                  <a:pt x="149238" y="190948"/>
                </a:lnTo>
                <a:lnTo>
                  <a:pt x="119396" y="200196"/>
                </a:lnTo>
                <a:lnTo>
                  <a:pt x="89545" y="209436"/>
                </a:lnTo>
                <a:lnTo>
                  <a:pt x="59693" y="218684"/>
                </a:lnTo>
                <a:lnTo>
                  <a:pt x="29851" y="227924"/>
                </a:lnTo>
                <a:lnTo>
                  <a:pt x="0" y="23717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73C4AF7D-2509-4041-9F8B-3A893628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5439728"/>
            <a:ext cx="3468053" cy="237173"/>
          </a:xfrm>
          <a:custGeom xmlns:a="http://schemas.openxmlformats.org/drawingml/2006/main">
            <a:pathLst>
              <a:path w="3468053" h="237173">
                <a:moveTo>
                  <a:pt x="0" y="237173"/>
                </a:moveTo>
                <a:lnTo>
                  <a:pt x="19002" y="237173"/>
                </a:lnTo>
                <a:lnTo>
                  <a:pt x="37995" y="237173"/>
                </a:lnTo>
                <a:lnTo>
                  <a:pt x="56998" y="237173"/>
                </a:lnTo>
                <a:lnTo>
                  <a:pt x="75990" y="237173"/>
                </a:lnTo>
                <a:lnTo>
                  <a:pt x="94993" y="237173"/>
                </a:lnTo>
                <a:lnTo>
                  <a:pt x="113995" y="237173"/>
                </a:lnTo>
                <a:lnTo>
                  <a:pt x="132988" y="237173"/>
                </a:lnTo>
                <a:lnTo>
                  <a:pt x="151990" y="237173"/>
                </a:lnTo>
                <a:lnTo>
                  <a:pt x="170983" y="237173"/>
                </a:lnTo>
                <a:lnTo>
                  <a:pt x="189986" y="237173"/>
                </a:lnTo>
                <a:lnTo>
                  <a:pt x="208988" y="237173"/>
                </a:lnTo>
                <a:lnTo>
                  <a:pt x="227981" y="237173"/>
                </a:lnTo>
                <a:lnTo>
                  <a:pt x="246983" y="237173"/>
                </a:lnTo>
                <a:lnTo>
                  <a:pt x="265976" y="237173"/>
                </a:lnTo>
                <a:lnTo>
                  <a:pt x="284978" y="237173"/>
                </a:lnTo>
                <a:lnTo>
                  <a:pt x="303981" y="237173"/>
                </a:lnTo>
                <a:lnTo>
                  <a:pt x="322974" y="237173"/>
                </a:lnTo>
                <a:lnTo>
                  <a:pt x="341976" y="237173"/>
                </a:lnTo>
                <a:lnTo>
                  <a:pt x="360969" y="237173"/>
                </a:lnTo>
                <a:lnTo>
                  <a:pt x="379971" y="237173"/>
                </a:lnTo>
                <a:lnTo>
                  <a:pt x="398974" y="237173"/>
                </a:lnTo>
                <a:lnTo>
                  <a:pt x="417967" y="237173"/>
                </a:lnTo>
                <a:lnTo>
                  <a:pt x="436969" y="237173"/>
                </a:lnTo>
                <a:lnTo>
                  <a:pt x="455962" y="237173"/>
                </a:lnTo>
                <a:lnTo>
                  <a:pt x="474964" y="237173"/>
                </a:lnTo>
                <a:lnTo>
                  <a:pt x="493967" y="237173"/>
                </a:lnTo>
                <a:lnTo>
                  <a:pt x="512959" y="237173"/>
                </a:lnTo>
                <a:lnTo>
                  <a:pt x="531962" y="237173"/>
                </a:lnTo>
                <a:lnTo>
                  <a:pt x="550955" y="237173"/>
                </a:lnTo>
                <a:lnTo>
                  <a:pt x="569957" y="237173"/>
                </a:lnTo>
                <a:lnTo>
                  <a:pt x="588959" y="237173"/>
                </a:lnTo>
                <a:lnTo>
                  <a:pt x="607952" y="237173"/>
                </a:lnTo>
                <a:lnTo>
                  <a:pt x="626955" y="237173"/>
                </a:lnTo>
                <a:lnTo>
                  <a:pt x="645947" y="237173"/>
                </a:lnTo>
                <a:lnTo>
                  <a:pt x="664950" y="237173"/>
                </a:lnTo>
                <a:lnTo>
                  <a:pt x="683952" y="237173"/>
                </a:lnTo>
                <a:lnTo>
                  <a:pt x="702945" y="237173"/>
                </a:lnTo>
                <a:lnTo>
                  <a:pt x="721947" y="237173"/>
                </a:lnTo>
                <a:lnTo>
                  <a:pt x="740940" y="237173"/>
                </a:lnTo>
                <a:lnTo>
                  <a:pt x="759943" y="237173"/>
                </a:lnTo>
                <a:lnTo>
                  <a:pt x="778945" y="237173"/>
                </a:lnTo>
                <a:lnTo>
                  <a:pt x="797938" y="237173"/>
                </a:lnTo>
                <a:lnTo>
                  <a:pt x="816940" y="237173"/>
                </a:lnTo>
                <a:lnTo>
                  <a:pt x="835933" y="237173"/>
                </a:lnTo>
                <a:lnTo>
                  <a:pt x="854935" y="237173"/>
                </a:lnTo>
                <a:lnTo>
                  <a:pt x="873938" y="237173"/>
                </a:lnTo>
                <a:lnTo>
                  <a:pt x="892931" y="237173"/>
                </a:lnTo>
                <a:lnTo>
                  <a:pt x="911933" y="237173"/>
                </a:lnTo>
                <a:lnTo>
                  <a:pt x="930926" y="237173"/>
                </a:lnTo>
                <a:lnTo>
                  <a:pt x="949928" y="237173"/>
                </a:lnTo>
                <a:lnTo>
                  <a:pt x="968931" y="237173"/>
                </a:lnTo>
                <a:lnTo>
                  <a:pt x="987923" y="237173"/>
                </a:lnTo>
                <a:lnTo>
                  <a:pt x="1006926" y="237173"/>
                </a:lnTo>
                <a:lnTo>
                  <a:pt x="1025919" y="237173"/>
                </a:lnTo>
                <a:lnTo>
                  <a:pt x="1044921" y="237173"/>
                </a:lnTo>
                <a:lnTo>
                  <a:pt x="1063923" y="237173"/>
                </a:lnTo>
                <a:lnTo>
                  <a:pt x="1082916" y="237173"/>
                </a:lnTo>
                <a:lnTo>
                  <a:pt x="1101919" y="237173"/>
                </a:lnTo>
                <a:lnTo>
                  <a:pt x="1120912" y="237173"/>
                </a:lnTo>
                <a:lnTo>
                  <a:pt x="1139914" y="237173"/>
                </a:lnTo>
                <a:lnTo>
                  <a:pt x="1158916" y="237173"/>
                </a:lnTo>
                <a:lnTo>
                  <a:pt x="1177909" y="237173"/>
                </a:lnTo>
                <a:lnTo>
                  <a:pt x="1196912" y="237173"/>
                </a:lnTo>
                <a:lnTo>
                  <a:pt x="1215904" y="237173"/>
                </a:lnTo>
                <a:lnTo>
                  <a:pt x="1234907" y="237173"/>
                </a:lnTo>
                <a:lnTo>
                  <a:pt x="1253909" y="237173"/>
                </a:lnTo>
                <a:lnTo>
                  <a:pt x="1272902" y="237173"/>
                </a:lnTo>
                <a:lnTo>
                  <a:pt x="1291904" y="237173"/>
                </a:lnTo>
                <a:lnTo>
                  <a:pt x="1310897" y="237173"/>
                </a:lnTo>
                <a:lnTo>
                  <a:pt x="1329900" y="237173"/>
                </a:lnTo>
                <a:lnTo>
                  <a:pt x="1348902" y="237173"/>
                </a:lnTo>
                <a:lnTo>
                  <a:pt x="1367895" y="237173"/>
                </a:lnTo>
                <a:lnTo>
                  <a:pt x="1386897" y="237173"/>
                </a:lnTo>
                <a:lnTo>
                  <a:pt x="1405890" y="237173"/>
                </a:lnTo>
                <a:lnTo>
                  <a:pt x="1424892" y="237173"/>
                </a:lnTo>
                <a:lnTo>
                  <a:pt x="1443895" y="237173"/>
                </a:lnTo>
                <a:lnTo>
                  <a:pt x="1462888" y="237173"/>
                </a:lnTo>
                <a:lnTo>
                  <a:pt x="1481890" y="237173"/>
                </a:lnTo>
                <a:lnTo>
                  <a:pt x="1500892" y="237173"/>
                </a:lnTo>
                <a:lnTo>
                  <a:pt x="1519885" y="237173"/>
                </a:lnTo>
                <a:lnTo>
                  <a:pt x="1538888" y="237173"/>
                </a:lnTo>
                <a:lnTo>
                  <a:pt x="1557880" y="237173"/>
                </a:lnTo>
                <a:lnTo>
                  <a:pt x="1576883" y="237173"/>
                </a:lnTo>
                <a:lnTo>
                  <a:pt x="1595876" y="237173"/>
                </a:lnTo>
                <a:lnTo>
                  <a:pt x="1614878" y="237173"/>
                </a:lnTo>
                <a:lnTo>
                  <a:pt x="1633880" y="237173"/>
                </a:lnTo>
                <a:lnTo>
                  <a:pt x="1652873" y="237173"/>
                </a:lnTo>
                <a:lnTo>
                  <a:pt x="1671876" y="237173"/>
                </a:lnTo>
                <a:lnTo>
                  <a:pt x="1690878" y="237173"/>
                </a:lnTo>
                <a:lnTo>
                  <a:pt x="1709871" y="237173"/>
                </a:lnTo>
                <a:lnTo>
                  <a:pt x="1728873" y="237173"/>
                </a:lnTo>
                <a:lnTo>
                  <a:pt x="1747866" y="237173"/>
                </a:lnTo>
                <a:lnTo>
                  <a:pt x="1766868" y="237173"/>
                </a:lnTo>
                <a:lnTo>
                  <a:pt x="1785871" y="237173"/>
                </a:lnTo>
                <a:lnTo>
                  <a:pt x="1804864" y="237173"/>
                </a:lnTo>
                <a:lnTo>
                  <a:pt x="1823866" y="237173"/>
                </a:lnTo>
                <a:lnTo>
                  <a:pt x="1842859" y="237173"/>
                </a:lnTo>
                <a:lnTo>
                  <a:pt x="1861861" y="237173"/>
                </a:lnTo>
                <a:lnTo>
                  <a:pt x="1880864" y="237173"/>
                </a:lnTo>
                <a:lnTo>
                  <a:pt x="1899857" y="237173"/>
                </a:lnTo>
                <a:lnTo>
                  <a:pt x="1918859" y="237173"/>
                </a:lnTo>
                <a:lnTo>
                  <a:pt x="1937852" y="237173"/>
                </a:lnTo>
                <a:lnTo>
                  <a:pt x="1956854" y="237173"/>
                </a:lnTo>
                <a:lnTo>
                  <a:pt x="1975856" y="237173"/>
                </a:lnTo>
                <a:lnTo>
                  <a:pt x="1994849" y="237173"/>
                </a:lnTo>
                <a:lnTo>
                  <a:pt x="2013852" y="237173"/>
                </a:lnTo>
                <a:lnTo>
                  <a:pt x="2032845" y="237173"/>
                </a:lnTo>
                <a:lnTo>
                  <a:pt x="2051847" y="237173"/>
                </a:lnTo>
                <a:lnTo>
                  <a:pt x="2070849" y="237173"/>
                </a:lnTo>
                <a:lnTo>
                  <a:pt x="2089842" y="237173"/>
                </a:lnTo>
                <a:lnTo>
                  <a:pt x="2108845" y="237173"/>
                </a:lnTo>
                <a:lnTo>
                  <a:pt x="2127837" y="237173"/>
                </a:lnTo>
                <a:lnTo>
                  <a:pt x="2146840" y="237173"/>
                </a:lnTo>
                <a:lnTo>
                  <a:pt x="2165842" y="237173"/>
                </a:lnTo>
                <a:lnTo>
                  <a:pt x="2184835" y="237173"/>
                </a:lnTo>
                <a:lnTo>
                  <a:pt x="2203837" y="237173"/>
                </a:lnTo>
                <a:lnTo>
                  <a:pt x="2222830" y="237173"/>
                </a:lnTo>
                <a:lnTo>
                  <a:pt x="2241833" y="237173"/>
                </a:lnTo>
                <a:lnTo>
                  <a:pt x="2260835" y="237173"/>
                </a:lnTo>
                <a:lnTo>
                  <a:pt x="2279828" y="237173"/>
                </a:lnTo>
                <a:lnTo>
                  <a:pt x="2298830" y="237173"/>
                </a:lnTo>
                <a:lnTo>
                  <a:pt x="2317823" y="237173"/>
                </a:lnTo>
                <a:lnTo>
                  <a:pt x="2336825" y="237173"/>
                </a:lnTo>
                <a:lnTo>
                  <a:pt x="2355828" y="237173"/>
                </a:lnTo>
                <a:lnTo>
                  <a:pt x="2374821" y="237173"/>
                </a:lnTo>
                <a:lnTo>
                  <a:pt x="2393823" y="237173"/>
                </a:lnTo>
                <a:lnTo>
                  <a:pt x="2412816" y="237173"/>
                </a:lnTo>
                <a:lnTo>
                  <a:pt x="2431818" y="237173"/>
                </a:lnTo>
                <a:lnTo>
                  <a:pt x="2450821" y="237173"/>
                </a:lnTo>
                <a:lnTo>
                  <a:pt x="2469813" y="237173"/>
                </a:lnTo>
                <a:lnTo>
                  <a:pt x="2488816" y="237173"/>
                </a:lnTo>
                <a:lnTo>
                  <a:pt x="2507809" y="237173"/>
                </a:lnTo>
                <a:lnTo>
                  <a:pt x="2526811" y="237173"/>
                </a:lnTo>
                <a:lnTo>
                  <a:pt x="2545813" y="237173"/>
                </a:lnTo>
                <a:lnTo>
                  <a:pt x="2564806" y="237173"/>
                </a:lnTo>
                <a:lnTo>
                  <a:pt x="2583809" y="237173"/>
                </a:lnTo>
                <a:lnTo>
                  <a:pt x="2602802" y="237173"/>
                </a:lnTo>
                <a:lnTo>
                  <a:pt x="2621804" y="237173"/>
                </a:lnTo>
                <a:lnTo>
                  <a:pt x="2640806" y="237173"/>
                </a:lnTo>
                <a:lnTo>
                  <a:pt x="2659799" y="237173"/>
                </a:lnTo>
                <a:lnTo>
                  <a:pt x="2678801" y="237173"/>
                </a:lnTo>
                <a:lnTo>
                  <a:pt x="2697794" y="237173"/>
                </a:lnTo>
                <a:lnTo>
                  <a:pt x="2716797" y="237173"/>
                </a:lnTo>
                <a:lnTo>
                  <a:pt x="2735799" y="237173"/>
                </a:lnTo>
                <a:lnTo>
                  <a:pt x="2754792" y="237173"/>
                </a:lnTo>
                <a:lnTo>
                  <a:pt x="2773794" y="237173"/>
                </a:lnTo>
                <a:lnTo>
                  <a:pt x="2792787" y="237173"/>
                </a:lnTo>
                <a:lnTo>
                  <a:pt x="2811790" y="237173"/>
                </a:lnTo>
                <a:lnTo>
                  <a:pt x="2830792" y="237173"/>
                </a:lnTo>
                <a:lnTo>
                  <a:pt x="2849785" y="237173"/>
                </a:lnTo>
                <a:lnTo>
                  <a:pt x="2868787" y="237173"/>
                </a:lnTo>
                <a:lnTo>
                  <a:pt x="2887780" y="237173"/>
                </a:lnTo>
                <a:lnTo>
                  <a:pt x="2905449" y="230410"/>
                </a:lnTo>
                <a:lnTo>
                  <a:pt x="2923032" y="223209"/>
                </a:lnTo>
                <a:lnTo>
                  <a:pt x="2940615" y="216008"/>
                </a:lnTo>
                <a:lnTo>
                  <a:pt x="2958198" y="208807"/>
                </a:lnTo>
                <a:lnTo>
                  <a:pt x="2975772" y="201606"/>
                </a:lnTo>
                <a:lnTo>
                  <a:pt x="2993355" y="194405"/>
                </a:lnTo>
                <a:lnTo>
                  <a:pt x="3010938" y="187204"/>
                </a:lnTo>
                <a:lnTo>
                  <a:pt x="3028521" y="180003"/>
                </a:lnTo>
                <a:lnTo>
                  <a:pt x="3046105" y="172803"/>
                </a:lnTo>
                <a:lnTo>
                  <a:pt x="3063678" y="165602"/>
                </a:lnTo>
                <a:lnTo>
                  <a:pt x="3081261" y="158401"/>
                </a:lnTo>
                <a:lnTo>
                  <a:pt x="3098844" y="151209"/>
                </a:lnTo>
                <a:lnTo>
                  <a:pt x="3116428" y="144008"/>
                </a:lnTo>
                <a:lnTo>
                  <a:pt x="3134011" y="136808"/>
                </a:lnTo>
                <a:lnTo>
                  <a:pt x="3151584" y="129607"/>
                </a:lnTo>
                <a:lnTo>
                  <a:pt x="3169168" y="122406"/>
                </a:lnTo>
                <a:lnTo>
                  <a:pt x="3186751" y="115205"/>
                </a:lnTo>
                <a:lnTo>
                  <a:pt x="3204334" y="108004"/>
                </a:lnTo>
                <a:lnTo>
                  <a:pt x="3221917" y="100803"/>
                </a:lnTo>
                <a:lnTo>
                  <a:pt x="3239500" y="93602"/>
                </a:lnTo>
                <a:lnTo>
                  <a:pt x="3257074" y="86401"/>
                </a:lnTo>
                <a:lnTo>
                  <a:pt x="3274657" y="79200"/>
                </a:lnTo>
                <a:lnTo>
                  <a:pt x="3292240" y="71999"/>
                </a:lnTo>
                <a:lnTo>
                  <a:pt x="3309823" y="64799"/>
                </a:lnTo>
                <a:lnTo>
                  <a:pt x="3327406" y="57598"/>
                </a:lnTo>
                <a:lnTo>
                  <a:pt x="3344980" y="50406"/>
                </a:lnTo>
                <a:lnTo>
                  <a:pt x="3362563" y="43205"/>
                </a:lnTo>
                <a:lnTo>
                  <a:pt x="3380146" y="36005"/>
                </a:lnTo>
                <a:lnTo>
                  <a:pt x="3397729" y="28804"/>
                </a:lnTo>
                <a:lnTo>
                  <a:pt x="3415313" y="21603"/>
                </a:lnTo>
                <a:lnTo>
                  <a:pt x="3432886" y="14402"/>
                </a:lnTo>
                <a:lnTo>
                  <a:pt x="3450469" y="7201"/>
                </a:lnTo>
                <a:lnTo>
                  <a:pt x="34680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33B02D72-37D4-4557-8F0E-60CA5EAF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9288" y="5439728"/>
            <a:ext cx="27108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47E29E66-1C26-4345-8376-95E1AEFA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2343" y="4122401"/>
            <a:ext cx="376238" cy="849649"/>
          </a:xfrm>
          <a:custGeom xmlns:a="http://schemas.openxmlformats.org/drawingml/2006/main">
            <a:pathLst>
              <a:path w="376238" h="849649">
                <a:moveTo>
                  <a:pt x="0" y="849649"/>
                </a:moveTo>
                <a:lnTo>
                  <a:pt x="0" y="830742"/>
                </a:lnTo>
                <a:lnTo>
                  <a:pt x="0" y="811825"/>
                </a:lnTo>
                <a:lnTo>
                  <a:pt x="0" y="792918"/>
                </a:lnTo>
                <a:lnTo>
                  <a:pt x="0" y="774002"/>
                </a:lnTo>
                <a:lnTo>
                  <a:pt x="0" y="755094"/>
                </a:lnTo>
                <a:lnTo>
                  <a:pt x="0" y="736178"/>
                </a:lnTo>
                <a:lnTo>
                  <a:pt x="0" y="717271"/>
                </a:lnTo>
                <a:lnTo>
                  <a:pt x="0" y="698354"/>
                </a:lnTo>
                <a:lnTo>
                  <a:pt x="0" y="679447"/>
                </a:lnTo>
                <a:lnTo>
                  <a:pt x="0" y="660530"/>
                </a:lnTo>
                <a:lnTo>
                  <a:pt x="0" y="641623"/>
                </a:lnTo>
                <a:lnTo>
                  <a:pt x="0" y="622706"/>
                </a:lnTo>
                <a:lnTo>
                  <a:pt x="0" y="603799"/>
                </a:lnTo>
                <a:lnTo>
                  <a:pt x="0" y="584892"/>
                </a:lnTo>
                <a:lnTo>
                  <a:pt x="0" y="565976"/>
                </a:lnTo>
                <a:lnTo>
                  <a:pt x="0" y="547068"/>
                </a:lnTo>
                <a:lnTo>
                  <a:pt x="0" y="528152"/>
                </a:lnTo>
                <a:lnTo>
                  <a:pt x="0" y="509245"/>
                </a:lnTo>
                <a:lnTo>
                  <a:pt x="0" y="490328"/>
                </a:lnTo>
                <a:lnTo>
                  <a:pt x="0" y="471421"/>
                </a:lnTo>
                <a:lnTo>
                  <a:pt x="0" y="452504"/>
                </a:lnTo>
                <a:lnTo>
                  <a:pt x="0" y="433597"/>
                </a:lnTo>
                <a:lnTo>
                  <a:pt x="0" y="414680"/>
                </a:lnTo>
                <a:lnTo>
                  <a:pt x="0" y="395773"/>
                </a:lnTo>
                <a:lnTo>
                  <a:pt x="0" y="376857"/>
                </a:lnTo>
                <a:lnTo>
                  <a:pt x="0" y="357950"/>
                </a:lnTo>
                <a:lnTo>
                  <a:pt x="0" y="339033"/>
                </a:lnTo>
                <a:lnTo>
                  <a:pt x="0" y="320126"/>
                </a:lnTo>
                <a:lnTo>
                  <a:pt x="0" y="301209"/>
                </a:lnTo>
                <a:lnTo>
                  <a:pt x="0" y="282302"/>
                </a:lnTo>
                <a:lnTo>
                  <a:pt x="0" y="263385"/>
                </a:lnTo>
                <a:lnTo>
                  <a:pt x="0" y="244478"/>
                </a:lnTo>
                <a:lnTo>
                  <a:pt x="0" y="225562"/>
                </a:lnTo>
                <a:lnTo>
                  <a:pt x="0" y="206654"/>
                </a:lnTo>
                <a:lnTo>
                  <a:pt x="0" y="187738"/>
                </a:lnTo>
                <a:lnTo>
                  <a:pt x="0" y="168831"/>
                </a:lnTo>
                <a:lnTo>
                  <a:pt x="0" y="149914"/>
                </a:lnTo>
                <a:lnTo>
                  <a:pt x="12821" y="139703"/>
                </a:lnTo>
                <a:lnTo>
                  <a:pt x="30394" y="132721"/>
                </a:lnTo>
                <a:lnTo>
                  <a:pt x="47968" y="125740"/>
                </a:lnTo>
                <a:lnTo>
                  <a:pt x="65542" y="118748"/>
                </a:lnTo>
                <a:lnTo>
                  <a:pt x="83125" y="111766"/>
                </a:lnTo>
                <a:lnTo>
                  <a:pt x="100698" y="104775"/>
                </a:lnTo>
                <a:lnTo>
                  <a:pt x="118272" y="97793"/>
                </a:lnTo>
                <a:lnTo>
                  <a:pt x="135846" y="90811"/>
                </a:lnTo>
                <a:lnTo>
                  <a:pt x="153419" y="83820"/>
                </a:lnTo>
                <a:lnTo>
                  <a:pt x="170993" y="76838"/>
                </a:lnTo>
                <a:lnTo>
                  <a:pt x="188566" y="69856"/>
                </a:lnTo>
                <a:lnTo>
                  <a:pt x="206140" y="62865"/>
                </a:lnTo>
                <a:lnTo>
                  <a:pt x="223714" y="55883"/>
                </a:lnTo>
                <a:lnTo>
                  <a:pt x="241287" y="48901"/>
                </a:lnTo>
                <a:lnTo>
                  <a:pt x="258861" y="41910"/>
                </a:lnTo>
                <a:lnTo>
                  <a:pt x="276435" y="34928"/>
                </a:lnTo>
                <a:lnTo>
                  <a:pt x="294018" y="27937"/>
                </a:lnTo>
                <a:lnTo>
                  <a:pt x="311591" y="20955"/>
                </a:lnTo>
                <a:lnTo>
                  <a:pt x="329165" y="13973"/>
                </a:lnTo>
                <a:lnTo>
                  <a:pt x="346739" y="6982"/>
                </a:lnTo>
                <a:lnTo>
                  <a:pt x="364312" y="0"/>
                </a:lnTo>
                <a:lnTo>
                  <a:pt x="376238" y="1334"/>
                </a:lnTo>
                <a:lnTo>
                  <a:pt x="376238" y="20250"/>
                </a:lnTo>
                <a:lnTo>
                  <a:pt x="376238" y="39157"/>
                </a:lnTo>
                <a:lnTo>
                  <a:pt x="376238" y="58074"/>
                </a:lnTo>
                <a:lnTo>
                  <a:pt x="376238" y="76981"/>
                </a:lnTo>
                <a:lnTo>
                  <a:pt x="376238" y="95898"/>
                </a:lnTo>
                <a:lnTo>
                  <a:pt x="376238" y="114805"/>
                </a:lnTo>
                <a:lnTo>
                  <a:pt x="376238" y="133721"/>
                </a:lnTo>
                <a:lnTo>
                  <a:pt x="376238" y="152629"/>
                </a:lnTo>
                <a:lnTo>
                  <a:pt x="376238" y="171545"/>
                </a:lnTo>
                <a:lnTo>
                  <a:pt x="376238" y="190452"/>
                </a:lnTo>
                <a:lnTo>
                  <a:pt x="376238" y="209369"/>
                </a:lnTo>
                <a:lnTo>
                  <a:pt x="376238" y="228276"/>
                </a:lnTo>
                <a:lnTo>
                  <a:pt x="376238" y="247193"/>
                </a:lnTo>
                <a:lnTo>
                  <a:pt x="376238" y="266100"/>
                </a:lnTo>
                <a:lnTo>
                  <a:pt x="376238" y="285017"/>
                </a:lnTo>
                <a:lnTo>
                  <a:pt x="376238" y="303924"/>
                </a:lnTo>
                <a:lnTo>
                  <a:pt x="376238" y="322840"/>
                </a:lnTo>
                <a:lnTo>
                  <a:pt x="376238" y="341747"/>
                </a:lnTo>
                <a:lnTo>
                  <a:pt x="376238" y="360664"/>
                </a:lnTo>
                <a:lnTo>
                  <a:pt x="376238" y="379571"/>
                </a:lnTo>
                <a:lnTo>
                  <a:pt x="376238" y="398488"/>
                </a:lnTo>
                <a:lnTo>
                  <a:pt x="376238" y="417395"/>
                </a:lnTo>
                <a:lnTo>
                  <a:pt x="376238" y="436312"/>
                </a:lnTo>
                <a:lnTo>
                  <a:pt x="376238" y="455219"/>
                </a:lnTo>
                <a:lnTo>
                  <a:pt x="376238" y="474135"/>
                </a:lnTo>
                <a:lnTo>
                  <a:pt x="376238" y="493043"/>
                </a:lnTo>
                <a:lnTo>
                  <a:pt x="376238" y="511959"/>
                </a:lnTo>
                <a:lnTo>
                  <a:pt x="376238" y="530866"/>
                </a:lnTo>
                <a:lnTo>
                  <a:pt x="376238" y="549783"/>
                </a:lnTo>
                <a:lnTo>
                  <a:pt x="376238" y="568690"/>
                </a:lnTo>
                <a:lnTo>
                  <a:pt x="376238" y="587607"/>
                </a:lnTo>
                <a:lnTo>
                  <a:pt x="376238" y="606514"/>
                </a:lnTo>
                <a:lnTo>
                  <a:pt x="376238" y="625431"/>
                </a:lnTo>
                <a:lnTo>
                  <a:pt x="376238" y="644338"/>
                </a:lnTo>
                <a:lnTo>
                  <a:pt x="370056" y="659473"/>
                </a:lnTo>
                <a:lnTo>
                  <a:pt x="353235" y="668122"/>
                </a:lnTo>
                <a:lnTo>
                  <a:pt x="336413" y="676761"/>
                </a:lnTo>
                <a:lnTo>
                  <a:pt x="319592" y="685409"/>
                </a:lnTo>
                <a:lnTo>
                  <a:pt x="302771" y="694049"/>
                </a:lnTo>
                <a:lnTo>
                  <a:pt x="285950" y="702697"/>
                </a:lnTo>
                <a:lnTo>
                  <a:pt x="269129" y="711337"/>
                </a:lnTo>
                <a:lnTo>
                  <a:pt x="252308" y="719985"/>
                </a:lnTo>
                <a:lnTo>
                  <a:pt x="235487" y="728634"/>
                </a:lnTo>
                <a:lnTo>
                  <a:pt x="218665" y="737273"/>
                </a:lnTo>
                <a:lnTo>
                  <a:pt x="201844" y="745922"/>
                </a:lnTo>
                <a:lnTo>
                  <a:pt x="185023" y="754561"/>
                </a:lnTo>
                <a:lnTo>
                  <a:pt x="168202" y="763210"/>
                </a:lnTo>
                <a:lnTo>
                  <a:pt x="151381" y="771849"/>
                </a:lnTo>
                <a:lnTo>
                  <a:pt x="134560" y="780498"/>
                </a:lnTo>
                <a:lnTo>
                  <a:pt x="117748" y="789137"/>
                </a:lnTo>
                <a:lnTo>
                  <a:pt x="100927" y="797785"/>
                </a:lnTo>
                <a:lnTo>
                  <a:pt x="84106" y="806434"/>
                </a:lnTo>
                <a:lnTo>
                  <a:pt x="67285" y="815073"/>
                </a:lnTo>
                <a:lnTo>
                  <a:pt x="50463" y="823722"/>
                </a:lnTo>
                <a:lnTo>
                  <a:pt x="33642" y="832361"/>
                </a:lnTo>
                <a:lnTo>
                  <a:pt x="16821" y="841010"/>
                </a:lnTo>
                <a:lnTo>
                  <a:pt x="0" y="849649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3097415C-5573-4303-98FE-955CD12C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4808" y="4778693"/>
            <a:ext cx="3507124" cy="193358"/>
          </a:xfrm>
          <a:custGeom xmlns:a="http://schemas.openxmlformats.org/drawingml/2006/main">
            <a:pathLst>
              <a:path w="3507124" h="193358">
                <a:moveTo>
                  <a:pt x="0" y="193358"/>
                </a:moveTo>
                <a:lnTo>
                  <a:pt x="29613" y="193358"/>
                </a:lnTo>
                <a:lnTo>
                  <a:pt x="59217" y="193358"/>
                </a:lnTo>
                <a:lnTo>
                  <a:pt x="88830" y="193358"/>
                </a:lnTo>
                <a:lnTo>
                  <a:pt x="118434" y="193358"/>
                </a:lnTo>
                <a:lnTo>
                  <a:pt x="148047" y="193358"/>
                </a:lnTo>
                <a:lnTo>
                  <a:pt x="177651" y="193358"/>
                </a:lnTo>
                <a:lnTo>
                  <a:pt x="207264" y="193358"/>
                </a:lnTo>
                <a:lnTo>
                  <a:pt x="236868" y="193358"/>
                </a:lnTo>
                <a:lnTo>
                  <a:pt x="266481" y="193358"/>
                </a:lnTo>
                <a:lnTo>
                  <a:pt x="296094" y="193358"/>
                </a:lnTo>
                <a:lnTo>
                  <a:pt x="325698" y="193358"/>
                </a:lnTo>
                <a:lnTo>
                  <a:pt x="355311" y="193358"/>
                </a:lnTo>
                <a:lnTo>
                  <a:pt x="384915" y="193358"/>
                </a:lnTo>
                <a:lnTo>
                  <a:pt x="414528" y="193358"/>
                </a:lnTo>
                <a:lnTo>
                  <a:pt x="444132" y="193358"/>
                </a:lnTo>
                <a:lnTo>
                  <a:pt x="473745" y="193358"/>
                </a:lnTo>
                <a:lnTo>
                  <a:pt x="503349" y="193358"/>
                </a:lnTo>
                <a:lnTo>
                  <a:pt x="532962" y="193358"/>
                </a:lnTo>
                <a:lnTo>
                  <a:pt x="562566" y="193358"/>
                </a:lnTo>
                <a:lnTo>
                  <a:pt x="592179" y="193358"/>
                </a:lnTo>
                <a:lnTo>
                  <a:pt x="621792" y="193358"/>
                </a:lnTo>
                <a:lnTo>
                  <a:pt x="651396" y="193358"/>
                </a:lnTo>
                <a:lnTo>
                  <a:pt x="681009" y="193358"/>
                </a:lnTo>
                <a:lnTo>
                  <a:pt x="710613" y="193358"/>
                </a:lnTo>
                <a:lnTo>
                  <a:pt x="740226" y="193358"/>
                </a:lnTo>
                <a:lnTo>
                  <a:pt x="769830" y="193358"/>
                </a:lnTo>
                <a:lnTo>
                  <a:pt x="799443" y="193358"/>
                </a:lnTo>
                <a:lnTo>
                  <a:pt x="829046" y="193358"/>
                </a:lnTo>
                <a:lnTo>
                  <a:pt x="858660" y="193358"/>
                </a:lnTo>
                <a:lnTo>
                  <a:pt x="888273" y="193358"/>
                </a:lnTo>
                <a:lnTo>
                  <a:pt x="917877" y="193358"/>
                </a:lnTo>
                <a:lnTo>
                  <a:pt x="947490" y="193358"/>
                </a:lnTo>
                <a:lnTo>
                  <a:pt x="977094" y="193358"/>
                </a:lnTo>
                <a:lnTo>
                  <a:pt x="1006707" y="193358"/>
                </a:lnTo>
                <a:lnTo>
                  <a:pt x="1036310" y="193358"/>
                </a:lnTo>
                <a:lnTo>
                  <a:pt x="1065924" y="193358"/>
                </a:lnTo>
                <a:lnTo>
                  <a:pt x="1095527" y="193358"/>
                </a:lnTo>
                <a:lnTo>
                  <a:pt x="1125141" y="193358"/>
                </a:lnTo>
                <a:lnTo>
                  <a:pt x="1154744" y="193358"/>
                </a:lnTo>
                <a:lnTo>
                  <a:pt x="1184358" y="193358"/>
                </a:lnTo>
                <a:lnTo>
                  <a:pt x="1213971" y="193358"/>
                </a:lnTo>
                <a:lnTo>
                  <a:pt x="1243574" y="193358"/>
                </a:lnTo>
                <a:lnTo>
                  <a:pt x="1273188" y="193358"/>
                </a:lnTo>
                <a:lnTo>
                  <a:pt x="1302791" y="193358"/>
                </a:lnTo>
                <a:lnTo>
                  <a:pt x="1332405" y="193358"/>
                </a:lnTo>
                <a:lnTo>
                  <a:pt x="1362008" y="193358"/>
                </a:lnTo>
                <a:lnTo>
                  <a:pt x="1391622" y="193358"/>
                </a:lnTo>
                <a:lnTo>
                  <a:pt x="1421225" y="193358"/>
                </a:lnTo>
                <a:lnTo>
                  <a:pt x="1450838" y="193358"/>
                </a:lnTo>
                <a:lnTo>
                  <a:pt x="1480452" y="193358"/>
                </a:lnTo>
                <a:lnTo>
                  <a:pt x="1510055" y="193358"/>
                </a:lnTo>
                <a:lnTo>
                  <a:pt x="1539669" y="193358"/>
                </a:lnTo>
                <a:lnTo>
                  <a:pt x="1569272" y="193358"/>
                </a:lnTo>
                <a:lnTo>
                  <a:pt x="1598886" y="193358"/>
                </a:lnTo>
                <a:lnTo>
                  <a:pt x="1628489" y="193358"/>
                </a:lnTo>
                <a:lnTo>
                  <a:pt x="1658102" y="193358"/>
                </a:lnTo>
                <a:lnTo>
                  <a:pt x="1687706" y="193358"/>
                </a:lnTo>
                <a:lnTo>
                  <a:pt x="1717319" y="193358"/>
                </a:lnTo>
                <a:lnTo>
                  <a:pt x="1746923" y="193358"/>
                </a:lnTo>
                <a:lnTo>
                  <a:pt x="1776536" y="193358"/>
                </a:lnTo>
                <a:lnTo>
                  <a:pt x="1806150" y="193358"/>
                </a:lnTo>
                <a:lnTo>
                  <a:pt x="1835753" y="193358"/>
                </a:lnTo>
                <a:lnTo>
                  <a:pt x="1865366" y="193358"/>
                </a:lnTo>
                <a:lnTo>
                  <a:pt x="1894970" y="193358"/>
                </a:lnTo>
                <a:lnTo>
                  <a:pt x="1924583" y="193358"/>
                </a:lnTo>
                <a:lnTo>
                  <a:pt x="1954187" y="193358"/>
                </a:lnTo>
                <a:lnTo>
                  <a:pt x="1983800" y="193358"/>
                </a:lnTo>
                <a:lnTo>
                  <a:pt x="2013404" y="193358"/>
                </a:lnTo>
                <a:lnTo>
                  <a:pt x="2043017" y="193358"/>
                </a:lnTo>
                <a:lnTo>
                  <a:pt x="2072630" y="193358"/>
                </a:lnTo>
                <a:lnTo>
                  <a:pt x="2102234" y="193358"/>
                </a:lnTo>
                <a:lnTo>
                  <a:pt x="2131847" y="193358"/>
                </a:lnTo>
                <a:lnTo>
                  <a:pt x="2161451" y="193358"/>
                </a:lnTo>
                <a:lnTo>
                  <a:pt x="2191064" y="193358"/>
                </a:lnTo>
                <a:lnTo>
                  <a:pt x="2220668" y="193358"/>
                </a:lnTo>
                <a:lnTo>
                  <a:pt x="2250281" y="193358"/>
                </a:lnTo>
                <a:lnTo>
                  <a:pt x="2279885" y="193358"/>
                </a:lnTo>
                <a:lnTo>
                  <a:pt x="2309498" y="193358"/>
                </a:lnTo>
                <a:lnTo>
                  <a:pt x="2339111" y="193358"/>
                </a:lnTo>
                <a:lnTo>
                  <a:pt x="2368715" y="193358"/>
                </a:lnTo>
                <a:lnTo>
                  <a:pt x="2398328" y="193358"/>
                </a:lnTo>
                <a:lnTo>
                  <a:pt x="2427932" y="193358"/>
                </a:lnTo>
                <a:lnTo>
                  <a:pt x="2457545" y="193358"/>
                </a:lnTo>
                <a:lnTo>
                  <a:pt x="2487149" y="193358"/>
                </a:lnTo>
                <a:lnTo>
                  <a:pt x="2516762" y="193358"/>
                </a:lnTo>
                <a:lnTo>
                  <a:pt x="2546366" y="193358"/>
                </a:lnTo>
                <a:lnTo>
                  <a:pt x="2575979" y="193358"/>
                </a:lnTo>
                <a:lnTo>
                  <a:pt x="2605583" y="193358"/>
                </a:lnTo>
                <a:lnTo>
                  <a:pt x="2635196" y="193358"/>
                </a:lnTo>
                <a:lnTo>
                  <a:pt x="2664809" y="193358"/>
                </a:lnTo>
                <a:lnTo>
                  <a:pt x="2694413" y="193358"/>
                </a:lnTo>
                <a:lnTo>
                  <a:pt x="2724026" y="193358"/>
                </a:lnTo>
                <a:lnTo>
                  <a:pt x="2753630" y="193358"/>
                </a:lnTo>
                <a:lnTo>
                  <a:pt x="2783243" y="193358"/>
                </a:lnTo>
                <a:lnTo>
                  <a:pt x="2812847" y="193358"/>
                </a:lnTo>
                <a:lnTo>
                  <a:pt x="2842460" y="193358"/>
                </a:lnTo>
                <a:lnTo>
                  <a:pt x="2872064" y="193358"/>
                </a:lnTo>
                <a:lnTo>
                  <a:pt x="2901677" y="193358"/>
                </a:lnTo>
                <a:lnTo>
                  <a:pt x="2931290" y="193358"/>
                </a:lnTo>
                <a:lnTo>
                  <a:pt x="2960894" y="193358"/>
                </a:lnTo>
                <a:lnTo>
                  <a:pt x="2990507" y="193358"/>
                </a:lnTo>
                <a:lnTo>
                  <a:pt x="3020111" y="193358"/>
                </a:lnTo>
                <a:lnTo>
                  <a:pt x="3049724" y="193358"/>
                </a:lnTo>
                <a:lnTo>
                  <a:pt x="3079328" y="193358"/>
                </a:lnTo>
                <a:lnTo>
                  <a:pt x="3108941" y="193358"/>
                </a:lnTo>
                <a:lnTo>
                  <a:pt x="3138440" y="192891"/>
                </a:lnTo>
                <a:lnTo>
                  <a:pt x="3164767" y="179365"/>
                </a:lnTo>
                <a:lnTo>
                  <a:pt x="3191104" y="165830"/>
                </a:lnTo>
                <a:lnTo>
                  <a:pt x="3217440" y="152295"/>
                </a:lnTo>
                <a:lnTo>
                  <a:pt x="3243777" y="138760"/>
                </a:lnTo>
                <a:lnTo>
                  <a:pt x="3270113" y="125225"/>
                </a:lnTo>
                <a:lnTo>
                  <a:pt x="3296441" y="111690"/>
                </a:lnTo>
                <a:lnTo>
                  <a:pt x="3322777" y="98155"/>
                </a:lnTo>
                <a:lnTo>
                  <a:pt x="3349114" y="84620"/>
                </a:lnTo>
                <a:lnTo>
                  <a:pt x="3375450" y="71085"/>
                </a:lnTo>
                <a:lnTo>
                  <a:pt x="3401787" y="57550"/>
                </a:lnTo>
                <a:lnTo>
                  <a:pt x="3428114" y="44025"/>
                </a:lnTo>
                <a:lnTo>
                  <a:pt x="3454451" y="30490"/>
                </a:lnTo>
                <a:lnTo>
                  <a:pt x="3480787" y="16955"/>
                </a:lnTo>
                <a:lnTo>
                  <a:pt x="3507124" y="3419"/>
                </a:lnTo>
                <a:lnTo>
                  <a:pt x="3491636" y="0"/>
                </a:lnTo>
                <a:lnTo>
                  <a:pt x="3462033" y="0"/>
                </a:lnTo>
                <a:lnTo>
                  <a:pt x="3432419" y="0"/>
                </a:lnTo>
                <a:lnTo>
                  <a:pt x="3402816" y="0"/>
                </a:lnTo>
                <a:lnTo>
                  <a:pt x="3373203" y="0"/>
                </a:lnTo>
                <a:lnTo>
                  <a:pt x="3343599" y="0"/>
                </a:lnTo>
                <a:lnTo>
                  <a:pt x="3313986" y="0"/>
                </a:lnTo>
                <a:lnTo>
                  <a:pt x="3284382" y="0"/>
                </a:lnTo>
                <a:lnTo>
                  <a:pt x="3254769" y="0"/>
                </a:lnTo>
                <a:lnTo>
                  <a:pt x="3225155" y="0"/>
                </a:lnTo>
                <a:lnTo>
                  <a:pt x="3195552" y="0"/>
                </a:lnTo>
                <a:lnTo>
                  <a:pt x="3165939" y="0"/>
                </a:lnTo>
                <a:lnTo>
                  <a:pt x="3136335" y="0"/>
                </a:lnTo>
                <a:lnTo>
                  <a:pt x="3106722" y="0"/>
                </a:lnTo>
                <a:lnTo>
                  <a:pt x="3077118" y="0"/>
                </a:lnTo>
                <a:lnTo>
                  <a:pt x="3047505" y="0"/>
                </a:lnTo>
                <a:lnTo>
                  <a:pt x="3017901" y="0"/>
                </a:lnTo>
                <a:lnTo>
                  <a:pt x="2988288" y="0"/>
                </a:lnTo>
                <a:lnTo>
                  <a:pt x="2958684" y="0"/>
                </a:lnTo>
                <a:lnTo>
                  <a:pt x="2929071" y="0"/>
                </a:lnTo>
                <a:lnTo>
                  <a:pt x="2899458" y="0"/>
                </a:lnTo>
                <a:lnTo>
                  <a:pt x="2869854" y="0"/>
                </a:lnTo>
                <a:lnTo>
                  <a:pt x="2840241" y="0"/>
                </a:lnTo>
                <a:lnTo>
                  <a:pt x="2810637" y="0"/>
                </a:lnTo>
                <a:lnTo>
                  <a:pt x="2781024" y="0"/>
                </a:lnTo>
                <a:lnTo>
                  <a:pt x="2751420" y="0"/>
                </a:lnTo>
                <a:lnTo>
                  <a:pt x="2721807" y="0"/>
                </a:lnTo>
                <a:lnTo>
                  <a:pt x="2692203" y="0"/>
                </a:lnTo>
                <a:lnTo>
                  <a:pt x="2662590" y="0"/>
                </a:lnTo>
                <a:lnTo>
                  <a:pt x="2632977" y="0"/>
                </a:lnTo>
                <a:lnTo>
                  <a:pt x="2603373" y="0"/>
                </a:lnTo>
                <a:lnTo>
                  <a:pt x="2573760" y="0"/>
                </a:lnTo>
                <a:lnTo>
                  <a:pt x="2544156" y="0"/>
                </a:lnTo>
                <a:lnTo>
                  <a:pt x="2514543" y="0"/>
                </a:lnTo>
                <a:lnTo>
                  <a:pt x="2484939" y="0"/>
                </a:lnTo>
                <a:lnTo>
                  <a:pt x="2455326" y="0"/>
                </a:lnTo>
                <a:lnTo>
                  <a:pt x="2425722" y="0"/>
                </a:lnTo>
                <a:lnTo>
                  <a:pt x="2396109" y="0"/>
                </a:lnTo>
                <a:lnTo>
                  <a:pt x="2366505" y="0"/>
                </a:lnTo>
                <a:lnTo>
                  <a:pt x="2336892" y="0"/>
                </a:lnTo>
                <a:lnTo>
                  <a:pt x="2307279" y="0"/>
                </a:lnTo>
                <a:lnTo>
                  <a:pt x="2277675" y="0"/>
                </a:lnTo>
                <a:lnTo>
                  <a:pt x="2248062" y="0"/>
                </a:lnTo>
                <a:lnTo>
                  <a:pt x="2218458" y="0"/>
                </a:lnTo>
                <a:lnTo>
                  <a:pt x="2188845" y="0"/>
                </a:lnTo>
                <a:lnTo>
                  <a:pt x="2159241" y="0"/>
                </a:lnTo>
                <a:lnTo>
                  <a:pt x="2129628" y="0"/>
                </a:lnTo>
                <a:lnTo>
                  <a:pt x="2100024" y="0"/>
                </a:lnTo>
                <a:lnTo>
                  <a:pt x="2070411" y="0"/>
                </a:lnTo>
                <a:lnTo>
                  <a:pt x="2040798" y="0"/>
                </a:lnTo>
                <a:lnTo>
                  <a:pt x="2011194" y="0"/>
                </a:lnTo>
                <a:lnTo>
                  <a:pt x="1981581" y="0"/>
                </a:lnTo>
                <a:lnTo>
                  <a:pt x="1951977" y="0"/>
                </a:lnTo>
                <a:lnTo>
                  <a:pt x="1922364" y="0"/>
                </a:lnTo>
                <a:lnTo>
                  <a:pt x="1892760" y="0"/>
                </a:lnTo>
                <a:lnTo>
                  <a:pt x="1863147" y="0"/>
                </a:lnTo>
                <a:lnTo>
                  <a:pt x="1833543" y="0"/>
                </a:lnTo>
                <a:lnTo>
                  <a:pt x="1803930" y="0"/>
                </a:lnTo>
                <a:lnTo>
                  <a:pt x="1774327" y="0"/>
                </a:lnTo>
                <a:lnTo>
                  <a:pt x="1744713" y="0"/>
                </a:lnTo>
                <a:lnTo>
                  <a:pt x="1715100" y="0"/>
                </a:lnTo>
                <a:lnTo>
                  <a:pt x="1685496" y="0"/>
                </a:lnTo>
                <a:lnTo>
                  <a:pt x="1655883" y="0"/>
                </a:lnTo>
                <a:lnTo>
                  <a:pt x="1626279" y="0"/>
                </a:lnTo>
                <a:lnTo>
                  <a:pt x="1596666" y="0"/>
                </a:lnTo>
                <a:lnTo>
                  <a:pt x="1567063" y="0"/>
                </a:lnTo>
                <a:lnTo>
                  <a:pt x="1537449" y="0"/>
                </a:lnTo>
                <a:lnTo>
                  <a:pt x="1507846" y="0"/>
                </a:lnTo>
                <a:lnTo>
                  <a:pt x="1478232" y="0"/>
                </a:lnTo>
                <a:lnTo>
                  <a:pt x="1448619" y="0"/>
                </a:lnTo>
                <a:lnTo>
                  <a:pt x="1419015" y="0"/>
                </a:lnTo>
                <a:lnTo>
                  <a:pt x="1389402" y="0"/>
                </a:lnTo>
                <a:lnTo>
                  <a:pt x="1359799" y="0"/>
                </a:lnTo>
                <a:lnTo>
                  <a:pt x="1330185" y="0"/>
                </a:lnTo>
                <a:lnTo>
                  <a:pt x="1300582" y="0"/>
                </a:lnTo>
                <a:lnTo>
                  <a:pt x="1270968" y="0"/>
                </a:lnTo>
                <a:lnTo>
                  <a:pt x="1241365" y="0"/>
                </a:lnTo>
                <a:lnTo>
                  <a:pt x="1211751" y="0"/>
                </a:lnTo>
                <a:lnTo>
                  <a:pt x="1182138" y="0"/>
                </a:lnTo>
                <a:lnTo>
                  <a:pt x="1152535" y="0"/>
                </a:lnTo>
                <a:lnTo>
                  <a:pt x="1122921" y="0"/>
                </a:lnTo>
                <a:lnTo>
                  <a:pt x="1093318" y="0"/>
                </a:lnTo>
                <a:lnTo>
                  <a:pt x="1063704" y="0"/>
                </a:lnTo>
                <a:lnTo>
                  <a:pt x="1034101" y="0"/>
                </a:lnTo>
                <a:lnTo>
                  <a:pt x="1004487" y="0"/>
                </a:lnTo>
                <a:lnTo>
                  <a:pt x="974884" y="0"/>
                </a:lnTo>
                <a:lnTo>
                  <a:pt x="945271" y="0"/>
                </a:lnTo>
                <a:lnTo>
                  <a:pt x="915667" y="0"/>
                </a:lnTo>
                <a:lnTo>
                  <a:pt x="886054" y="0"/>
                </a:lnTo>
                <a:lnTo>
                  <a:pt x="856440" y="0"/>
                </a:lnTo>
                <a:lnTo>
                  <a:pt x="826837" y="0"/>
                </a:lnTo>
                <a:lnTo>
                  <a:pt x="797223" y="0"/>
                </a:lnTo>
                <a:lnTo>
                  <a:pt x="767620" y="0"/>
                </a:lnTo>
                <a:lnTo>
                  <a:pt x="738007" y="0"/>
                </a:lnTo>
                <a:lnTo>
                  <a:pt x="708403" y="0"/>
                </a:lnTo>
                <a:lnTo>
                  <a:pt x="678790" y="0"/>
                </a:lnTo>
                <a:lnTo>
                  <a:pt x="649186" y="0"/>
                </a:lnTo>
                <a:lnTo>
                  <a:pt x="619573" y="0"/>
                </a:lnTo>
                <a:lnTo>
                  <a:pt x="589959" y="0"/>
                </a:lnTo>
                <a:lnTo>
                  <a:pt x="560946" y="3572"/>
                </a:lnTo>
                <a:lnTo>
                  <a:pt x="532895" y="13059"/>
                </a:lnTo>
                <a:lnTo>
                  <a:pt x="504854" y="22546"/>
                </a:lnTo>
                <a:lnTo>
                  <a:pt x="476802" y="32042"/>
                </a:lnTo>
                <a:lnTo>
                  <a:pt x="448751" y="41529"/>
                </a:lnTo>
                <a:lnTo>
                  <a:pt x="420710" y="51016"/>
                </a:lnTo>
                <a:lnTo>
                  <a:pt x="392659" y="60503"/>
                </a:lnTo>
                <a:lnTo>
                  <a:pt x="364617" y="69999"/>
                </a:lnTo>
                <a:lnTo>
                  <a:pt x="336566" y="79486"/>
                </a:lnTo>
                <a:lnTo>
                  <a:pt x="308515" y="88973"/>
                </a:lnTo>
                <a:lnTo>
                  <a:pt x="280473" y="98460"/>
                </a:lnTo>
                <a:lnTo>
                  <a:pt x="252422" y="107956"/>
                </a:lnTo>
                <a:lnTo>
                  <a:pt x="224380" y="117443"/>
                </a:lnTo>
                <a:lnTo>
                  <a:pt x="196329" y="126930"/>
                </a:lnTo>
                <a:lnTo>
                  <a:pt x="168288" y="136417"/>
                </a:lnTo>
                <a:lnTo>
                  <a:pt x="140237" y="145913"/>
                </a:lnTo>
                <a:lnTo>
                  <a:pt x="112185" y="155400"/>
                </a:lnTo>
                <a:lnTo>
                  <a:pt x="84144" y="164887"/>
                </a:lnTo>
                <a:lnTo>
                  <a:pt x="56093" y="174374"/>
                </a:lnTo>
                <a:lnTo>
                  <a:pt x="28051" y="183871"/>
                </a:lnTo>
                <a:lnTo>
                  <a:pt x="0" y="19335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B7C9095B-E92E-48E8-B7EE-8DB4CCA0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8633" y="4778693"/>
            <a:ext cx="3273743" cy="193358"/>
          </a:xfrm>
          <a:custGeom xmlns:a="http://schemas.openxmlformats.org/drawingml/2006/main">
            <a:pathLst>
              <a:path w="3273743" h="193358">
                <a:moveTo>
                  <a:pt x="0" y="193358"/>
                </a:moveTo>
                <a:lnTo>
                  <a:pt x="18974" y="193358"/>
                </a:lnTo>
                <a:lnTo>
                  <a:pt x="37938" y="193358"/>
                </a:lnTo>
                <a:lnTo>
                  <a:pt x="56912" y="193358"/>
                </a:lnTo>
                <a:lnTo>
                  <a:pt x="75876" y="193358"/>
                </a:lnTo>
                <a:lnTo>
                  <a:pt x="94850" y="193358"/>
                </a:lnTo>
                <a:lnTo>
                  <a:pt x="113814" y="193358"/>
                </a:lnTo>
                <a:lnTo>
                  <a:pt x="132788" y="193358"/>
                </a:lnTo>
                <a:lnTo>
                  <a:pt x="151762" y="193358"/>
                </a:lnTo>
                <a:lnTo>
                  <a:pt x="170726" y="193358"/>
                </a:lnTo>
                <a:lnTo>
                  <a:pt x="189700" y="193358"/>
                </a:lnTo>
                <a:lnTo>
                  <a:pt x="208664" y="193358"/>
                </a:lnTo>
                <a:lnTo>
                  <a:pt x="227638" y="193358"/>
                </a:lnTo>
                <a:lnTo>
                  <a:pt x="246602" y="193358"/>
                </a:lnTo>
                <a:lnTo>
                  <a:pt x="265576" y="193358"/>
                </a:lnTo>
                <a:lnTo>
                  <a:pt x="284540" y="193358"/>
                </a:lnTo>
                <a:lnTo>
                  <a:pt x="303514" y="193358"/>
                </a:lnTo>
                <a:lnTo>
                  <a:pt x="322488" y="193358"/>
                </a:lnTo>
                <a:lnTo>
                  <a:pt x="341452" y="193358"/>
                </a:lnTo>
                <a:lnTo>
                  <a:pt x="360426" y="193358"/>
                </a:lnTo>
                <a:lnTo>
                  <a:pt x="379390" y="193358"/>
                </a:lnTo>
                <a:lnTo>
                  <a:pt x="398364" y="193358"/>
                </a:lnTo>
                <a:lnTo>
                  <a:pt x="417328" y="193358"/>
                </a:lnTo>
                <a:lnTo>
                  <a:pt x="436302" y="193358"/>
                </a:lnTo>
                <a:lnTo>
                  <a:pt x="455276" y="193358"/>
                </a:lnTo>
                <a:lnTo>
                  <a:pt x="474240" y="193358"/>
                </a:lnTo>
                <a:lnTo>
                  <a:pt x="493214" y="193358"/>
                </a:lnTo>
                <a:lnTo>
                  <a:pt x="512178" y="193358"/>
                </a:lnTo>
                <a:lnTo>
                  <a:pt x="531152" y="193358"/>
                </a:lnTo>
                <a:lnTo>
                  <a:pt x="550116" y="193358"/>
                </a:lnTo>
                <a:lnTo>
                  <a:pt x="569090" y="193358"/>
                </a:lnTo>
                <a:lnTo>
                  <a:pt x="588064" y="193358"/>
                </a:lnTo>
                <a:lnTo>
                  <a:pt x="607028" y="193358"/>
                </a:lnTo>
                <a:lnTo>
                  <a:pt x="626002" y="193358"/>
                </a:lnTo>
                <a:lnTo>
                  <a:pt x="644966" y="193358"/>
                </a:lnTo>
                <a:lnTo>
                  <a:pt x="663940" y="193358"/>
                </a:lnTo>
                <a:lnTo>
                  <a:pt x="682904" y="193358"/>
                </a:lnTo>
                <a:lnTo>
                  <a:pt x="701878" y="193358"/>
                </a:lnTo>
                <a:lnTo>
                  <a:pt x="720852" y="193358"/>
                </a:lnTo>
                <a:lnTo>
                  <a:pt x="739816" y="193358"/>
                </a:lnTo>
                <a:lnTo>
                  <a:pt x="758790" y="193358"/>
                </a:lnTo>
                <a:lnTo>
                  <a:pt x="777754" y="193358"/>
                </a:lnTo>
                <a:lnTo>
                  <a:pt x="796728" y="193358"/>
                </a:lnTo>
                <a:lnTo>
                  <a:pt x="815692" y="193358"/>
                </a:lnTo>
                <a:lnTo>
                  <a:pt x="834666" y="193358"/>
                </a:lnTo>
                <a:lnTo>
                  <a:pt x="853631" y="193358"/>
                </a:lnTo>
                <a:lnTo>
                  <a:pt x="872604" y="193358"/>
                </a:lnTo>
                <a:lnTo>
                  <a:pt x="891578" y="193358"/>
                </a:lnTo>
                <a:lnTo>
                  <a:pt x="910542" y="193358"/>
                </a:lnTo>
                <a:lnTo>
                  <a:pt x="929516" y="193358"/>
                </a:lnTo>
                <a:lnTo>
                  <a:pt x="948480" y="193358"/>
                </a:lnTo>
                <a:lnTo>
                  <a:pt x="967454" y="193358"/>
                </a:lnTo>
                <a:lnTo>
                  <a:pt x="986419" y="193358"/>
                </a:lnTo>
                <a:lnTo>
                  <a:pt x="1005392" y="193358"/>
                </a:lnTo>
                <a:lnTo>
                  <a:pt x="1024366" y="193358"/>
                </a:lnTo>
                <a:lnTo>
                  <a:pt x="1043330" y="193358"/>
                </a:lnTo>
                <a:lnTo>
                  <a:pt x="1062304" y="193358"/>
                </a:lnTo>
                <a:lnTo>
                  <a:pt x="1081268" y="193358"/>
                </a:lnTo>
                <a:lnTo>
                  <a:pt x="1100242" y="193358"/>
                </a:lnTo>
                <a:lnTo>
                  <a:pt x="1119207" y="193358"/>
                </a:lnTo>
                <a:lnTo>
                  <a:pt x="1138180" y="193358"/>
                </a:lnTo>
                <a:lnTo>
                  <a:pt x="1157154" y="193358"/>
                </a:lnTo>
                <a:lnTo>
                  <a:pt x="1176118" y="193358"/>
                </a:lnTo>
                <a:lnTo>
                  <a:pt x="1195092" y="193358"/>
                </a:lnTo>
                <a:lnTo>
                  <a:pt x="1214057" y="193358"/>
                </a:lnTo>
                <a:lnTo>
                  <a:pt x="1233030" y="193358"/>
                </a:lnTo>
                <a:lnTo>
                  <a:pt x="1251995" y="193358"/>
                </a:lnTo>
                <a:lnTo>
                  <a:pt x="1270968" y="193358"/>
                </a:lnTo>
                <a:lnTo>
                  <a:pt x="1289933" y="193358"/>
                </a:lnTo>
                <a:lnTo>
                  <a:pt x="1308906" y="193358"/>
                </a:lnTo>
                <a:lnTo>
                  <a:pt x="1327880" y="193358"/>
                </a:lnTo>
                <a:lnTo>
                  <a:pt x="1346845" y="193358"/>
                </a:lnTo>
                <a:lnTo>
                  <a:pt x="1365818" y="193358"/>
                </a:lnTo>
                <a:lnTo>
                  <a:pt x="1384783" y="193358"/>
                </a:lnTo>
                <a:lnTo>
                  <a:pt x="1403756" y="193358"/>
                </a:lnTo>
                <a:lnTo>
                  <a:pt x="1422721" y="193358"/>
                </a:lnTo>
                <a:lnTo>
                  <a:pt x="1441694" y="193358"/>
                </a:lnTo>
                <a:lnTo>
                  <a:pt x="1460668" y="193358"/>
                </a:lnTo>
                <a:lnTo>
                  <a:pt x="1479633" y="193358"/>
                </a:lnTo>
                <a:lnTo>
                  <a:pt x="1498606" y="193358"/>
                </a:lnTo>
                <a:lnTo>
                  <a:pt x="1517571" y="193358"/>
                </a:lnTo>
                <a:lnTo>
                  <a:pt x="1536544" y="193358"/>
                </a:lnTo>
                <a:lnTo>
                  <a:pt x="1555509" y="193358"/>
                </a:lnTo>
                <a:lnTo>
                  <a:pt x="1574483" y="193358"/>
                </a:lnTo>
                <a:lnTo>
                  <a:pt x="1593456" y="193358"/>
                </a:lnTo>
                <a:lnTo>
                  <a:pt x="1612421" y="193358"/>
                </a:lnTo>
                <a:lnTo>
                  <a:pt x="1631394" y="193358"/>
                </a:lnTo>
                <a:lnTo>
                  <a:pt x="1650359" y="193358"/>
                </a:lnTo>
                <a:lnTo>
                  <a:pt x="1669332" y="193358"/>
                </a:lnTo>
                <a:lnTo>
                  <a:pt x="1688297" y="193358"/>
                </a:lnTo>
                <a:lnTo>
                  <a:pt x="1707271" y="193358"/>
                </a:lnTo>
                <a:lnTo>
                  <a:pt x="1726235" y="193358"/>
                </a:lnTo>
                <a:lnTo>
                  <a:pt x="1745209" y="193358"/>
                </a:lnTo>
                <a:lnTo>
                  <a:pt x="1764182" y="193358"/>
                </a:lnTo>
                <a:lnTo>
                  <a:pt x="1783147" y="193358"/>
                </a:lnTo>
                <a:lnTo>
                  <a:pt x="1802120" y="193358"/>
                </a:lnTo>
                <a:lnTo>
                  <a:pt x="1821085" y="193358"/>
                </a:lnTo>
                <a:lnTo>
                  <a:pt x="1840059" y="193358"/>
                </a:lnTo>
                <a:lnTo>
                  <a:pt x="1859023" y="193358"/>
                </a:lnTo>
                <a:lnTo>
                  <a:pt x="1877997" y="193358"/>
                </a:lnTo>
                <a:lnTo>
                  <a:pt x="1896970" y="193358"/>
                </a:lnTo>
                <a:lnTo>
                  <a:pt x="1915935" y="193358"/>
                </a:lnTo>
                <a:lnTo>
                  <a:pt x="1934908" y="193358"/>
                </a:lnTo>
                <a:lnTo>
                  <a:pt x="1953873" y="193358"/>
                </a:lnTo>
                <a:lnTo>
                  <a:pt x="1972847" y="193358"/>
                </a:lnTo>
                <a:lnTo>
                  <a:pt x="1991811" y="193358"/>
                </a:lnTo>
                <a:lnTo>
                  <a:pt x="2010785" y="193358"/>
                </a:lnTo>
                <a:lnTo>
                  <a:pt x="2029758" y="193358"/>
                </a:lnTo>
                <a:lnTo>
                  <a:pt x="2048723" y="193358"/>
                </a:lnTo>
                <a:lnTo>
                  <a:pt x="2067697" y="193358"/>
                </a:lnTo>
                <a:lnTo>
                  <a:pt x="2086661" y="193358"/>
                </a:lnTo>
                <a:lnTo>
                  <a:pt x="2105635" y="193358"/>
                </a:lnTo>
                <a:lnTo>
                  <a:pt x="2124599" y="193358"/>
                </a:lnTo>
                <a:lnTo>
                  <a:pt x="2143573" y="193358"/>
                </a:lnTo>
                <a:lnTo>
                  <a:pt x="2162546" y="193358"/>
                </a:lnTo>
                <a:lnTo>
                  <a:pt x="2181511" y="193358"/>
                </a:lnTo>
                <a:lnTo>
                  <a:pt x="2200485" y="193358"/>
                </a:lnTo>
                <a:lnTo>
                  <a:pt x="2219449" y="193358"/>
                </a:lnTo>
                <a:lnTo>
                  <a:pt x="2238423" y="193358"/>
                </a:lnTo>
                <a:lnTo>
                  <a:pt x="2257387" y="193358"/>
                </a:lnTo>
                <a:lnTo>
                  <a:pt x="2276361" y="193358"/>
                </a:lnTo>
                <a:lnTo>
                  <a:pt x="2295325" y="193358"/>
                </a:lnTo>
                <a:lnTo>
                  <a:pt x="2314299" y="193358"/>
                </a:lnTo>
                <a:lnTo>
                  <a:pt x="2333273" y="193358"/>
                </a:lnTo>
                <a:lnTo>
                  <a:pt x="2352237" y="193358"/>
                </a:lnTo>
                <a:lnTo>
                  <a:pt x="2371211" y="193358"/>
                </a:lnTo>
                <a:lnTo>
                  <a:pt x="2390175" y="193358"/>
                </a:lnTo>
                <a:lnTo>
                  <a:pt x="2409149" y="193358"/>
                </a:lnTo>
                <a:lnTo>
                  <a:pt x="2428113" y="193358"/>
                </a:lnTo>
                <a:lnTo>
                  <a:pt x="2447087" y="193358"/>
                </a:lnTo>
                <a:lnTo>
                  <a:pt x="2466061" y="193358"/>
                </a:lnTo>
                <a:lnTo>
                  <a:pt x="2485025" y="193358"/>
                </a:lnTo>
                <a:lnTo>
                  <a:pt x="2503999" y="193358"/>
                </a:lnTo>
                <a:lnTo>
                  <a:pt x="2522963" y="193358"/>
                </a:lnTo>
                <a:lnTo>
                  <a:pt x="2541937" y="193358"/>
                </a:lnTo>
                <a:lnTo>
                  <a:pt x="2560901" y="193358"/>
                </a:lnTo>
                <a:lnTo>
                  <a:pt x="2579875" y="193358"/>
                </a:lnTo>
                <a:lnTo>
                  <a:pt x="2598849" y="193358"/>
                </a:lnTo>
                <a:lnTo>
                  <a:pt x="2617813" y="193358"/>
                </a:lnTo>
                <a:lnTo>
                  <a:pt x="2636787" y="193358"/>
                </a:lnTo>
                <a:lnTo>
                  <a:pt x="2655751" y="193358"/>
                </a:lnTo>
                <a:lnTo>
                  <a:pt x="2674725" y="193358"/>
                </a:lnTo>
                <a:lnTo>
                  <a:pt x="2693689" y="193358"/>
                </a:lnTo>
                <a:lnTo>
                  <a:pt x="2712663" y="193358"/>
                </a:lnTo>
                <a:lnTo>
                  <a:pt x="2731627" y="193358"/>
                </a:lnTo>
                <a:lnTo>
                  <a:pt x="2750601" y="193358"/>
                </a:lnTo>
                <a:lnTo>
                  <a:pt x="2769575" y="193358"/>
                </a:lnTo>
                <a:lnTo>
                  <a:pt x="2788539" y="193358"/>
                </a:lnTo>
                <a:lnTo>
                  <a:pt x="2807513" y="193358"/>
                </a:lnTo>
                <a:lnTo>
                  <a:pt x="2826477" y="193358"/>
                </a:lnTo>
                <a:lnTo>
                  <a:pt x="2845451" y="193358"/>
                </a:lnTo>
                <a:lnTo>
                  <a:pt x="2864425" y="193358"/>
                </a:lnTo>
                <a:lnTo>
                  <a:pt x="2883389" y="193358"/>
                </a:lnTo>
                <a:lnTo>
                  <a:pt x="2901029" y="187747"/>
                </a:lnTo>
                <a:lnTo>
                  <a:pt x="2917965" y="179213"/>
                </a:lnTo>
                <a:lnTo>
                  <a:pt x="2934910" y="170678"/>
                </a:lnTo>
                <a:lnTo>
                  <a:pt x="2951855" y="162144"/>
                </a:lnTo>
                <a:lnTo>
                  <a:pt x="2968790" y="153610"/>
                </a:lnTo>
                <a:lnTo>
                  <a:pt x="2985735" y="145075"/>
                </a:lnTo>
                <a:lnTo>
                  <a:pt x="3002680" y="136541"/>
                </a:lnTo>
                <a:lnTo>
                  <a:pt x="3019616" y="128006"/>
                </a:lnTo>
                <a:lnTo>
                  <a:pt x="3036560" y="119472"/>
                </a:lnTo>
                <a:lnTo>
                  <a:pt x="3053505" y="110938"/>
                </a:lnTo>
                <a:lnTo>
                  <a:pt x="3070441" y="102403"/>
                </a:lnTo>
                <a:lnTo>
                  <a:pt x="3087386" y="93869"/>
                </a:lnTo>
                <a:lnTo>
                  <a:pt x="3104321" y="85334"/>
                </a:lnTo>
                <a:lnTo>
                  <a:pt x="3121266" y="76810"/>
                </a:lnTo>
                <a:lnTo>
                  <a:pt x="3138211" y="68275"/>
                </a:lnTo>
                <a:lnTo>
                  <a:pt x="3155147" y="59741"/>
                </a:lnTo>
                <a:lnTo>
                  <a:pt x="3172092" y="51206"/>
                </a:lnTo>
                <a:lnTo>
                  <a:pt x="3189037" y="42672"/>
                </a:lnTo>
                <a:lnTo>
                  <a:pt x="3205972" y="34138"/>
                </a:lnTo>
                <a:lnTo>
                  <a:pt x="3222917" y="25603"/>
                </a:lnTo>
                <a:lnTo>
                  <a:pt x="3239862" y="17069"/>
                </a:lnTo>
                <a:lnTo>
                  <a:pt x="3256798" y="8534"/>
                </a:lnTo>
                <a:lnTo>
                  <a:pt x="32737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74A95890-7922-4E5F-AFB8-8CD00F04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13" y="4778693"/>
            <a:ext cx="27098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49249120-EFE2-48C1-AFBC-30C2D5EF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8925" y="4122972"/>
            <a:ext cx="181928" cy="314582"/>
          </a:xfrm>
          <a:custGeom xmlns:a="http://schemas.openxmlformats.org/drawingml/2006/main">
            <a:pathLst>
              <a:path w="181928" h="314582">
                <a:moveTo>
                  <a:pt x="0" y="144228"/>
                </a:moveTo>
                <a:lnTo>
                  <a:pt x="0" y="163163"/>
                </a:lnTo>
                <a:lnTo>
                  <a:pt x="0" y="182089"/>
                </a:lnTo>
                <a:lnTo>
                  <a:pt x="0" y="201016"/>
                </a:lnTo>
                <a:lnTo>
                  <a:pt x="0" y="219942"/>
                </a:lnTo>
                <a:lnTo>
                  <a:pt x="0" y="238868"/>
                </a:lnTo>
                <a:lnTo>
                  <a:pt x="0" y="257794"/>
                </a:lnTo>
                <a:lnTo>
                  <a:pt x="0" y="276730"/>
                </a:lnTo>
                <a:lnTo>
                  <a:pt x="0" y="295656"/>
                </a:lnTo>
                <a:lnTo>
                  <a:pt x="0" y="314582"/>
                </a:lnTo>
                <a:lnTo>
                  <a:pt x="13773" y="304362"/>
                </a:lnTo>
                <a:lnTo>
                  <a:pt x="28394" y="292341"/>
                </a:lnTo>
                <a:lnTo>
                  <a:pt x="43015" y="280321"/>
                </a:lnTo>
                <a:lnTo>
                  <a:pt x="57636" y="268300"/>
                </a:lnTo>
                <a:lnTo>
                  <a:pt x="72266" y="256280"/>
                </a:lnTo>
                <a:lnTo>
                  <a:pt x="86887" y="244259"/>
                </a:lnTo>
                <a:lnTo>
                  <a:pt x="101508" y="232248"/>
                </a:lnTo>
                <a:lnTo>
                  <a:pt x="116129" y="220228"/>
                </a:lnTo>
                <a:lnTo>
                  <a:pt x="130750" y="208207"/>
                </a:lnTo>
                <a:lnTo>
                  <a:pt x="145371" y="196186"/>
                </a:lnTo>
                <a:lnTo>
                  <a:pt x="159991" y="184166"/>
                </a:lnTo>
                <a:lnTo>
                  <a:pt x="174612" y="172145"/>
                </a:lnTo>
                <a:lnTo>
                  <a:pt x="181928" y="156677"/>
                </a:lnTo>
                <a:lnTo>
                  <a:pt x="181928" y="137751"/>
                </a:lnTo>
                <a:lnTo>
                  <a:pt x="181928" y="118815"/>
                </a:lnTo>
                <a:lnTo>
                  <a:pt x="181928" y="99889"/>
                </a:lnTo>
                <a:lnTo>
                  <a:pt x="181928" y="80963"/>
                </a:lnTo>
                <a:lnTo>
                  <a:pt x="181928" y="62036"/>
                </a:lnTo>
                <a:lnTo>
                  <a:pt x="181928" y="43110"/>
                </a:lnTo>
                <a:lnTo>
                  <a:pt x="181928" y="24174"/>
                </a:lnTo>
                <a:lnTo>
                  <a:pt x="181928" y="5248"/>
                </a:lnTo>
                <a:lnTo>
                  <a:pt x="175470" y="0"/>
                </a:lnTo>
                <a:lnTo>
                  <a:pt x="160839" y="12021"/>
                </a:lnTo>
                <a:lnTo>
                  <a:pt x="146218" y="24041"/>
                </a:lnTo>
                <a:lnTo>
                  <a:pt x="131597" y="36062"/>
                </a:lnTo>
                <a:lnTo>
                  <a:pt x="116977" y="48073"/>
                </a:lnTo>
                <a:lnTo>
                  <a:pt x="102356" y="60093"/>
                </a:lnTo>
                <a:lnTo>
                  <a:pt x="87735" y="72114"/>
                </a:lnTo>
                <a:lnTo>
                  <a:pt x="73114" y="84134"/>
                </a:lnTo>
                <a:lnTo>
                  <a:pt x="58493" y="96155"/>
                </a:lnTo>
                <a:lnTo>
                  <a:pt x="43863" y="108175"/>
                </a:lnTo>
                <a:lnTo>
                  <a:pt x="29242" y="120196"/>
                </a:lnTo>
                <a:lnTo>
                  <a:pt x="14621" y="132207"/>
                </a:lnTo>
                <a:lnTo>
                  <a:pt x="0" y="144228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1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388BE4B0-7899-44EB-9510-CBBD65FF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2343" y="4117658"/>
            <a:ext cx="3308871" cy="149543"/>
          </a:xfrm>
          <a:custGeom xmlns:a="http://schemas.openxmlformats.org/drawingml/2006/main">
            <a:pathLst>
              <a:path w="3308871" h="149543">
                <a:moveTo>
                  <a:pt x="0" y="149543"/>
                </a:moveTo>
                <a:lnTo>
                  <a:pt x="27994" y="149543"/>
                </a:lnTo>
                <a:lnTo>
                  <a:pt x="55997" y="149543"/>
                </a:lnTo>
                <a:lnTo>
                  <a:pt x="83991" y="149543"/>
                </a:lnTo>
                <a:lnTo>
                  <a:pt x="111985" y="149543"/>
                </a:lnTo>
                <a:lnTo>
                  <a:pt x="139979" y="149543"/>
                </a:lnTo>
                <a:lnTo>
                  <a:pt x="167983" y="149543"/>
                </a:lnTo>
                <a:lnTo>
                  <a:pt x="195977" y="149543"/>
                </a:lnTo>
                <a:lnTo>
                  <a:pt x="223971" y="149543"/>
                </a:lnTo>
                <a:lnTo>
                  <a:pt x="251974" y="149543"/>
                </a:lnTo>
                <a:lnTo>
                  <a:pt x="279968" y="149543"/>
                </a:lnTo>
                <a:lnTo>
                  <a:pt x="307962" y="149543"/>
                </a:lnTo>
                <a:lnTo>
                  <a:pt x="335956" y="149543"/>
                </a:lnTo>
                <a:lnTo>
                  <a:pt x="363960" y="149543"/>
                </a:lnTo>
                <a:lnTo>
                  <a:pt x="391954" y="149543"/>
                </a:lnTo>
                <a:lnTo>
                  <a:pt x="419948" y="149543"/>
                </a:lnTo>
                <a:lnTo>
                  <a:pt x="447951" y="149543"/>
                </a:lnTo>
                <a:lnTo>
                  <a:pt x="475945" y="149543"/>
                </a:lnTo>
                <a:lnTo>
                  <a:pt x="503939" y="149543"/>
                </a:lnTo>
                <a:lnTo>
                  <a:pt x="531943" y="149543"/>
                </a:lnTo>
                <a:lnTo>
                  <a:pt x="559937" y="149543"/>
                </a:lnTo>
                <a:lnTo>
                  <a:pt x="587931" y="149543"/>
                </a:lnTo>
                <a:lnTo>
                  <a:pt x="615925" y="149543"/>
                </a:lnTo>
                <a:lnTo>
                  <a:pt x="643928" y="149543"/>
                </a:lnTo>
                <a:lnTo>
                  <a:pt x="671922" y="149543"/>
                </a:lnTo>
                <a:lnTo>
                  <a:pt x="699916" y="149543"/>
                </a:lnTo>
                <a:lnTo>
                  <a:pt x="727920" y="149543"/>
                </a:lnTo>
                <a:lnTo>
                  <a:pt x="755914" y="149543"/>
                </a:lnTo>
                <a:lnTo>
                  <a:pt x="783908" y="149543"/>
                </a:lnTo>
                <a:lnTo>
                  <a:pt x="811911" y="149543"/>
                </a:lnTo>
                <a:lnTo>
                  <a:pt x="839905" y="149543"/>
                </a:lnTo>
                <a:lnTo>
                  <a:pt x="867899" y="149543"/>
                </a:lnTo>
                <a:lnTo>
                  <a:pt x="895893" y="149543"/>
                </a:lnTo>
                <a:lnTo>
                  <a:pt x="923896" y="149543"/>
                </a:lnTo>
                <a:lnTo>
                  <a:pt x="951890" y="149543"/>
                </a:lnTo>
                <a:lnTo>
                  <a:pt x="979884" y="149543"/>
                </a:lnTo>
                <a:lnTo>
                  <a:pt x="1007888" y="149543"/>
                </a:lnTo>
                <a:lnTo>
                  <a:pt x="1035882" y="149543"/>
                </a:lnTo>
                <a:lnTo>
                  <a:pt x="1063876" y="149543"/>
                </a:lnTo>
                <a:lnTo>
                  <a:pt x="1091870" y="149543"/>
                </a:lnTo>
                <a:lnTo>
                  <a:pt x="1119873" y="149543"/>
                </a:lnTo>
                <a:lnTo>
                  <a:pt x="1147867" y="149543"/>
                </a:lnTo>
                <a:lnTo>
                  <a:pt x="1175861" y="149543"/>
                </a:lnTo>
                <a:lnTo>
                  <a:pt x="1203865" y="149543"/>
                </a:lnTo>
                <a:lnTo>
                  <a:pt x="1231859" y="149543"/>
                </a:lnTo>
                <a:lnTo>
                  <a:pt x="1259853" y="149543"/>
                </a:lnTo>
                <a:lnTo>
                  <a:pt x="1287847" y="149543"/>
                </a:lnTo>
                <a:lnTo>
                  <a:pt x="1315850" y="149543"/>
                </a:lnTo>
                <a:lnTo>
                  <a:pt x="1343844" y="149543"/>
                </a:lnTo>
                <a:lnTo>
                  <a:pt x="1371838" y="149543"/>
                </a:lnTo>
                <a:lnTo>
                  <a:pt x="1399842" y="149543"/>
                </a:lnTo>
                <a:lnTo>
                  <a:pt x="1427836" y="149543"/>
                </a:lnTo>
                <a:lnTo>
                  <a:pt x="1455830" y="149543"/>
                </a:lnTo>
                <a:lnTo>
                  <a:pt x="1483833" y="149543"/>
                </a:lnTo>
                <a:lnTo>
                  <a:pt x="1511827" y="149543"/>
                </a:lnTo>
                <a:lnTo>
                  <a:pt x="1539821" y="149543"/>
                </a:lnTo>
                <a:lnTo>
                  <a:pt x="1567815" y="149543"/>
                </a:lnTo>
                <a:lnTo>
                  <a:pt x="1595819" y="149543"/>
                </a:lnTo>
                <a:lnTo>
                  <a:pt x="1623812" y="149543"/>
                </a:lnTo>
                <a:lnTo>
                  <a:pt x="1651806" y="149543"/>
                </a:lnTo>
                <a:lnTo>
                  <a:pt x="1679810" y="149543"/>
                </a:lnTo>
                <a:lnTo>
                  <a:pt x="1707804" y="149543"/>
                </a:lnTo>
                <a:lnTo>
                  <a:pt x="1735798" y="149543"/>
                </a:lnTo>
                <a:lnTo>
                  <a:pt x="1763792" y="149543"/>
                </a:lnTo>
                <a:lnTo>
                  <a:pt x="1791795" y="149543"/>
                </a:lnTo>
                <a:lnTo>
                  <a:pt x="1819789" y="149543"/>
                </a:lnTo>
                <a:lnTo>
                  <a:pt x="1847783" y="149543"/>
                </a:lnTo>
                <a:lnTo>
                  <a:pt x="1875787" y="149543"/>
                </a:lnTo>
                <a:lnTo>
                  <a:pt x="1903781" y="149543"/>
                </a:lnTo>
                <a:lnTo>
                  <a:pt x="1931775" y="149543"/>
                </a:lnTo>
                <a:lnTo>
                  <a:pt x="1959769" y="149543"/>
                </a:lnTo>
                <a:lnTo>
                  <a:pt x="1987772" y="149543"/>
                </a:lnTo>
                <a:lnTo>
                  <a:pt x="2015766" y="149543"/>
                </a:lnTo>
                <a:lnTo>
                  <a:pt x="2043760" y="149543"/>
                </a:lnTo>
                <a:lnTo>
                  <a:pt x="2071764" y="149543"/>
                </a:lnTo>
                <a:lnTo>
                  <a:pt x="2099758" y="149543"/>
                </a:lnTo>
                <a:lnTo>
                  <a:pt x="2127752" y="149543"/>
                </a:lnTo>
                <a:lnTo>
                  <a:pt x="2155755" y="149543"/>
                </a:lnTo>
                <a:lnTo>
                  <a:pt x="2183749" y="149543"/>
                </a:lnTo>
                <a:lnTo>
                  <a:pt x="2211743" y="149543"/>
                </a:lnTo>
                <a:lnTo>
                  <a:pt x="2239737" y="149543"/>
                </a:lnTo>
                <a:lnTo>
                  <a:pt x="2267741" y="149543"/>
                </a:lnTo>
                <a:lnTo>
                  <a:pt x="2295735" y="149543"/>
                </a:lnTo>
                <a:lnTo>
                  <a:pt x="2323729" y="149543"/>
                </a:lnTo>
                <a:lnTo>
                  <a:pt x="2351732" y="149543"/>
                </a:lnTo>
                <a:lnTo>
                  <a:pt x="2379726" y="149543"/>
                </a:lnTo>
                <a:lnTo>
                  <a:pt x="2407720" y="149543"/>
                </a:lnTo>
                <a:lnTo>
                  <a:pt x="2435714" y="149543"/>
                </a:lnTo>
                <a:lnTo>
                  <a:pt x="2463717" y="149543"/>
                </a:lnTo>
                <a:lnTo>
                  <a:pt x="2491711" y="149543"/>
                </a:lnTo>
                <a:lnTo>
                  <a:pt x="2519705" y="149543"/>
                </a:lnTo>
                <a:lnTo>
                  <a:pt x="2547709" y="149543"/>
                </a:lnTo>
                <a:lnTo>
                  <a:pt x="2575703" y="149543"/>
                </a:lnTo>
                <a:lnTo>
                  <a:pt x="2603697" y="149543"/>
                </a:lnTo>
                <a:lnTo>
                  <a:pt x="2631700" y="149543"/>
                </a:lnTo>
                <a:lnTo>
                  <a:pt x="2659694" y="149543"/>
                </a:lnTo>
                <a:lnTo>
                  <a:pt x="2687688" y="149543"/>
                </a:lnTo>
                <a:lnTo>
                  <a:pt x="2715682" y="149543"/>
                </a:lnTo>
                <a:lnTo>
                  <a:pt x="2743686" y="149543"/>
                </a:lnTo>
                <a:lnTo>
                  <a:pt x="2771680" y="149543"/>
                </a:lnTo>
                <a:lnTo>
                  <a:pt x="2799674" y="149543"/>
                </a:lnTo>
                <a:lnTo>
                  <a:pt x="2827677" y="149543"/>
                </a:lnTo>
                <a:lnTo>
                  <a:pt x="2855671" y="149543"/>
                </a:lnTo>
                <a:lnTo>
                  <a:pt x="2883665" y="149543"/>
                </a:lnTo>
                <a:lnTo>
                  <a:pt x="2911659" y="149543"/>
                </a:lnTo>
                <a:lnTo>
                  <a:pt x="2939663" y="149543"/>
                </a:lnTo>
                <a:lnTo>
                  <a:pt x="2967657" y="149543"/>
                </a:lnTo>
                <a:lnTo>
                  <a:pt x="2995651" y="149543"/>
                </a:lnTo>
                <a:lnTo>
                  <a:pt x="3023654" y="149543"/>
                </a:lnTo>
                <a:lnTo>
                  <a:pt x="3051648" y="149543"/>
                </a:lnTo>
                <a:lnTo>
                  <a:pt x="3079642" y="149543"/>
                </a:lnTo>
                <a:lnTo>
                  <a:pt x="3107636" y="149543"/>
                </a:lnTo>
                <a:lnTo>
                  <a:pt x="3135640" y="149543"/>
                </a:lnTo>
                <a:lnTo>
                  <a:pt x="3157480" y="132369"/>
                </a:lnTo>
                <a:lnTo>
                  <a:pt x="3179112" y="114586"/>
                </a:lnTo>
                <a:lnTo>
                  <a:pt x="3200733" y="96812"/>
                </a:lnTo>
                <a:lnTo>
                  <a:pt x="3222365" y="79029"/>
                </a:lnTo>
                <a:lnTo>
                  <a:pt x="3243996" y="61255"/>
                </a:lnTo>
                <a:lnTo>
                  <a:pt x="3265618" y="43472"/>
                </a:lnTo>
                <a:lnTo>
                  <a:pt x="3287249" y="25698"/>
                </a:lnTo>
                <a:lnTo>
                  <a:pt x="3308871" y="7915"/>
                </a:lnTo>
                <a:lnTo>
                  <a:pt x="3302984" y="0"/>
                </a:lnTo>
                <a:lnTo>
                  <a:pt x="3274990" y="0"/>
                </a:lnTo>
                <a:lnTo>
                  <a:pt x="3246987" y="0"/>
                </a:lnTo>
                <a:lnTo>
                  <a:pt x="3218993" y="0"/>
                </a:lnTo>
                <a:lnTo>
                  <a:pt x="3190999" y="0"/>
                </a:lnTo>
                <a:lnTo>
                  <a:pt x="3163005" y="0"/>
                </a:lnTo>
                <a:lnTo>
                  <a:pt x="3135001" y="0"/>
                </a:lnTo>
                <a:lnTo>
                  <a:pt x="3107007" y="0"/>
                </a:lnTo>
                <a:lnTo>
                  <a:pt x="3079013" y="0"/>
                </a:lnTo>
                <a:lnTo>
                  <a:pt x="3051010" y="0"/>
                </a:lnTo>
                <a:lnTo>
                  <a:pt x="3023016" y="0"/>
                </a:lnTo>
                <a:lnTo>
                  <a:pt x="2995022" y="0"/>
                </a:lnTo>
                <a:lnTo>
                  <a:pt x="2967018" y="0"/>
                </a:lnTo>
                <a:lnTo>
                  <a:pt x="2939024" y="0"/>
                </a:lnTo>
                <a:lnTo>
                  <a:pt x="2911031" y="0"/>
                </a:lnTo>
                <a:lnTo>
                  <a:pt x="2883037" y="0"/>
                </a:lnTo>
                <a:lnTo>
                  <a:pt x="2855033" y="0"/>
                </a:lnTo>
                <a:lnTo>
                  <a:pt x="2827039" y="0"/>
                </a:lnTo>
                <a:lnTo>
                  <a:pt x="2799045" y="0"/>
                </a:lnTo>
                <a:lnTo>
                  <a:pt x="2771042" y="0"/>
                </a:lnTo>
                <a:lnTo>
                  <a:pt x="2743048" y="0"/>
                </a:lnTo>
                <a:lnTo>
                  <a:pt x="2715054" y="0"/>
                </a:lnTo>
                <a:lnTo>
                  <a:pt x="2687060" y="0"/>
                </a:lnTo>
                <a:lnTo>
                  <a:pt x="2659056" y="0"/>
                </a:lnTo>
                <a:lnTo>
                  <a:pt x="2631062" y="0"/>
                </a:lnTo>
                <a:lnTo>
                  <a:pt x="2603068" y="0"/>
                </a:lnTo>
                <a:lnTo>
                  <a:pt x="2575065" y="0"/>
                </a:lnTo>
                <a:lnTo>
                  <a:pt x="2547071" y="0"/>
                </a:lnTo>
                <a:lnTo>
                  <a:pt x="2519077" y="0"/>
                </a:lnTo>
                <a:lnTo>
                  <a:pt x="2491083" y="0"/>
                </a:lnTo>
                <a:lnTo>
                  <a:pt x="2463079" y="0"/>
                </a:lnTo>
                <a:lnTo>
                  <a:pt x="2435085" y="0"/>
                </a:lnTo>
                <a:lnTo>
                  <a:pt x="2407091" y="0"/>
                </a:lnTo>
                <a:lnTo>
                  <a:pt x="2379088" y="0"/>
                </a:lnTo>
                <a:lnTo>
                  <a:pt x="2351094" y="0"/>
                </a:lnTo>
                <a:lnTo>
                  <a:pt x="2323100" y="0"/>
                </a:lnTo>
                <a:lnTo>
                  <a:pt x="2295106" y="0"/>
                </a:lnTo>
                <a:lnTo>
                  <a:pt x="2267102" y="0"/>
                </a:lnTo>
                <a:lnTo>
                  <a:pt x="2239108" y="0"/>
                </a:lnTo>
                <a:lnTo>
                  <a:pt x="2211114" y="0"/>
                </a:lnTo>
                <a:lnTo>
                  <a:pt x="2183111" y="0"/>
                </a:lnTo>
                <a:lnTo>
                  <a:pt x="2155117" y="0"/>
                </a:lnTo>
                <a:lnTo>
                  <a:pt x="2127123" y="0"/>
                </a:lnTo>
                <a:lnTo>
                  <a:pt x="2099120" y="0"/>
                </a:lnTo>
                <a:lnTo>
                  <a:pt x="2071126" y="0"/>
                </a:lnTo>
                <a:lnTo>
                  <a:pt x="2043132" y="0"/>
                </a:lnTo>
                <a:lnTo>
                  <a:pt x="2015138" y="0"/>
                </a:lnTo>
                <a:lnTo>
                  <a:pt x="1987134" y="0"/>
                </a:lnTo>
                <a:lnTo>
                  <a:pt x="1959140" y="0"/>
                </a:lnTo>
                <a:lnTo>
                  <a:pt x="1931146" y="0"/>
                </a:lnTo>
                <a:lnTo>
                  <a:pt x="1903143" y="0"/>
                </a:lnTo>
                <a:lnTo>
                  <a:pt x="1875149" y="0"/>
                </a:lnTo>
                <a:lnTo>
                  <a:pt x="1847155" y="0"/>
                </a:lnTo>
                <a:lnTo>
                  <a:pt x="1819161" y="0"/>
                </a:lnTo>
                <a:lnTo>
                  <a:pt x="1791157" y="0"/>
                </a:lnTo>
                <a:lnTo>
                  <a:pt x="1763163" y="0"/>
                </a:lnTo>
                <a:lnTo>
                  <a:pt x="1735169" y="0"/>
                </a:lnTo>
                <a:lnTo>
                  <a:pt x="1707166" y="0"/>
                </a:lnTo>
                <a:lnTo>
                  <a:pt x="1679172" y="0"/>
                </a:lnTo>
                <a:lnTo>
                  <a:pt x="1651178" y="0"/>
                </a:lnTo>
                <a:lnTo>
                  <a:pt x="1623184" y="0"/>
                </a:lnTo>
                <a:lnTo>
                  <a:pt x="1595180" y="0"/>
                </a:lnTo>
                <a:lnTo>
                  <a:pt x="1567186" y="0"/>
                </a:lnTo>
                <a:lnTo>
                  <a:pt x="1539192" y="0"/>
                </a:lnTo>
                <a:lnTo>
                  <a:pt x="1511189" y="0"/>
                </a:lnTo>
                <a:lnTo>
                  <a:pt x="1483195" y="0"/>
                </a:lnTo>
                <a:lnTo>
                  <a:pt x="1455201" y="0"/>
                </a:lnTo>
                <a:lnTo>
                  <a:pt x="1427197" y="0"/>
                </a:lnTo>
                <a:lnTo>
                  <a:pt x="1399203" y="0"/>
                </a:lnTo>
                <a:lnTo>
                  <a:pt x="1371209" y="0"/>
                </a:lnTo>
                <a:lnTo>
                  <a:pt x="1343216" y="0"/>
                </a:lnTo>
                <a:lnTo>
                  <a:pt x="1315212" y="0"/>
                </a:lnTo>
                <a:lnTo>
                  <a:pt x="1287218" y="0"/>
                </a:lnTo>
                <a:lnTo>
                  <a:pt x="1259224" y="0"/>
                </a:lnTo>
                <a:lnTo>
                  <a:pt x="1231221" y="0"/>
                </a:lnTo>
                <a:lnTo>
                  <a:pt x="1203227" y="0"/>
                </a:lnTo>
                <a:lnTo>
                  <a:pt x="1175233" y="0"/>
                </a:lnTo>
                <a:lnTo>
                  <a:pt x="1147239" y="0"/>
                </a:lnTo>
                <a:lnTo>
                  <a:pt x="1119235" y="0"/>
                </a:lnTo>
                <a:lnTo>
                  <a:pt x="1091241" y="0"/>
                </a:lnTo>
                <a:lnTo>
                  <a:pt x="1063247" y="0"/>
                </a:lnTo>
                <a:lnTo>
                  <a:pt x="1035244" y="0"/>
                </a:lnTo>
                <a:lnTo>
                  <a:pt x="1007250" y="0"/>
                </a:lnTo>
                <a:lnTo>
                  <a:pt x="979256" y="0"/>
                </a:lnTo>
                <a:lnTo>
                  <a:pt x="951262" y="0"/>
                </a:lnTo>
                <a:lnTo>
                  <a:pt x="923258" y="0"/>
                </a:lnTo>
                <a:lnTo>
                  <a:pt x="895264" y="0"/>
                </a:lnTo>
                <a:lnTo>
                  <a:pt x="867270" y="0"/>
                </a:lnTo>
                <a:lnTo>
                  <a:pt x="839267" y="0"/>
                </a:lnTo>
                <a:lnTo>
                  <a:pt x="811273" y="0"/>
                </a:lnTo>
                <a:lnTo>
                  <a:pt x="783279" y="0"/>
                </a:lnTo>
                <a:lnTo>
                  <a:pt x="755275" y="0"/>
                </a:lnTo>
                <a:lnTo>
                  <a:pt x="727281" y="0"/>
                </a:lnTo>
                <a:lnTo>
                  <a:pt x="699287" y="0"/>
                </a:lnTo>
                <a:lnTo>
                  <a:pt x="671293" y="0"/>
                </a:lnTo>
                <a:lnTo>
                  <a:pt x="643290" y="0"/>
                </a:lnTo>
                <a:lnTo>
                  <a:pt x="615296" y="0"/>
                </a:lnTo>
                <a:lnTo>
                  <a:pt x="587302" y="0"/>
                </a:lnTo>
                <a:lnTo>
                  <a:pt x="559298" y="0"/>
                </a:lnTo>
                <a:lnTo>
                  <a:pt x="531305" y="0"/>
                </a:lnTo>
                <a:lnTo>
                  <a:pt x="503311" y="0"/>
                </a:lnTo>
                <a:lnTo>
                  <a:pt x="475317" y="0"/>
                </a:lnTo>
                <a:lnTo>
                  <a:pt x="447313" y="0"/>
                </a:lnTo>
                <a:lnTo>
                  <a:pt x="419319" y="0"/>
                </a:lnTo>
                <a:lnTo>
                  <a:pt x="391325" y="0"/>
                </a:lnTo>
                <a:lnTo>
                  <a:pt x="364236" y="4772"/>
                </a:lnTo>
                <a:lnTo>
                  <a:pt x="338223" y="15107"/>
                </a:lnTo>
                <a:lnTo>
                  <a:pt x="312201" y="25451"/>
                </a:lnTo>
                <a:lnTo>
                  <a:pt x="286188" y="35795"/>
                </a:lnTo>
                <a:lnTo>
                  <a:pt x="260166" y="46130"/>
                </a:lnTo>
                <a:lnTo>
                  <a:pt x="234153" y="56474"/>
                </a:lnTo>
                <a:lnTo>
                  <a:pt x="208140" y="66818"/>
                </a:lnTo>
                <a:lnTo>
                  <a:pt x="182118" y="77153"/>
                </a:lnTo>
                <a:lnTo>
                  <a:pt x="156105" y="87497"/>
                </a:lnTo>
                <a:lnTo>
                  <a:pt x="130083" y="97841"/>
                </a:lnTo>
                <a:lnTo>
                  <a:pt x="104070" y="108175"/>
                </a:lnTo>
                <a:lnTo>
                  <a:pt x="78048" y="118520"/>
                </a:lnTo>
                <a:lnTo>
                  <a:pt x="52035" y="128864"/>
                </a:lnTo>
                <a:lnTo>
                  <a:pt x="26013" y="139198"/>
                </a:lnTo>
                <a:lnTo>
                  <a:pt x="0" y="14954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2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B82C8335-E72D-4312-93D4-BD169654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6168" y="4117658"/>
            <a:ext cx="3078480" cy="149543"/>
          </a:xfrm>
          <a:custGeom xmlns:a="http://schemas.openxmlformats.org/drawingml/2006/main">
            <a:pathLst>
              <a:path w="3078480" h="149543">
                <a:moveTo>
                  <a:pt x="0" y="149543"/>
                </a:moveTo>
                <a:lnTo>
                  <a:pt x="18974" y="149543"/>
                </a:lnTo>
                <a:lnTo>
                  <a:pt x="37948" y="149543"/>
                </a:lnTo>
                <a:lnTo>
                  <a:pt x="56912" y="149543"/>
                </a:lnTo>
                <a:lnTo>
                  <a:pt x="75886" y="149543"/>
                </a:lnTo>
                <a:lnTo>
                  <a:pt x="94859" y="149543"/>
                </a:lnTo>
                <a:lnTo>
                  <a:pt x="113833" y="149543"/>
                </a:lnTo>
                <a:lnTo>
                  <a:pt x="132807" y="149543"/>
                </a:lnTo>
                <a:lnTo>
                  <a:pt x="151771" y="149543"/>
                </a:lnTo>
                <a:lnTo>
                  <a:pt x="170745" y="149543"/>
                </a:lnTo>
                <a:lnTo>
                  <a:pt x="189719" y="149543"/>
                </a:lnTo>
                <a:lnTo>
                  <a:pt x="208693" y="149543"/>
                </a:lnTo>
                <a:lnTo>
                  <a:pt x="227667" y="149543"/>
                </a:lnTo>
                <a:lnTo>
                  <a:pt x="246631" y="149543"/>
                </a:lnTo>
                <a:lnTo>
                  <a:pt x="265605" y="149543"/>
                </a:lnTo>
                <a:lnTo>
                  <a:pt x="284578" y="149543"/>
                </a:lnTo>
                <a:lnTo>
                  <a:pt x="303552" y="149543"/>
                </a:lnTo>
                <a:lnTo>
                  <a:pt x="322526" y="149543"/>
                </a:lnTo>
                <a:lnTo>
                  <a:pt x="341490" y="149543"/>
                </a:lnTo>
                <a:lnTo>
                  <a:pt x="360464" y="149543"/>
                </a:lnTo>
                <a:lnTo>
                  <a:pt x="379438" y="149543"/>
                </a:lnTo>
                <a:lnTo>
                  <a:pt x="398412" y="149543"/>
                </a:lnTo>
                <a:lnTo>
                  <a:pt x="417386" y="149543"/>
                </a:lnTo>
                <a:lnTo>
                  <a:pt x="436350" y="149543"/>
                </a:lnTo>
                <a:lnTo>
                  <a:pt x="455324" y="149543"/>
                </a:lnTo>
                <a:lnTo>
                  <a:pt x="474297" y="149543"/>
                </a:lnTo>
                <a:lnTo>
                  <a:pt x="493271" y="149543"/>
                </a:lnTo>
                <a:lnTo>
                  <a:pt x="512245" y="149543"/>
                </a:lnTo>
                <a:lnTo>
                  <a:pt x="531219" y="149543"/>
                </a:lnTo>
                <a:lnTo>
                  <a:pt x="550183" y="149543"/>
                </a:lnTo>
                <a:lnTo>
                  <a:pt x="569157" y="149543"/>
                </a:lnTo>
                <a:lnTo>
                  <a:pt x="588131" y="149543"/>
                </a:lnTo>
                <a:lnTo>
                  <a:pt x="607104" y="149543"/>
                </a:lnTo>
                <a:lnTo>
                  <a:pt x="626069" y="149543"/>
                </a:lnTo>
                <a:lnTo>
                  <a:pt x="645043" y="149543"/>
                </a:lnTo>
                <a:lnTo>
                  <a:pt x="664016" y="149543"/>
                </a:lnTo>
                <a:lnTo>
                  <a:pt x="682990" y="149543"/>
                </a:lnTo>
                <a:lnTo>
                  <a:pt x="701964" y="149543"/>
                </a:lnTo>
                <a:lnTo>
                  <a:pt x="720938" y="149543"/>
                </a:lnTo>
                <a:lnTo>
                  <a:pt x="739902" y="149543"/>
                </a:lnTo>
                <a:lnTo>
                  <a:pt x="758876" y="149543"/>
                </a:lnTo>
                <a:lnTo>
                  <a:pt x="777850" y="149543"/>
                </a:lnTo>
                <a:lnTo>
                  <a:pt x="796823" y="149543"/>
                </a:lnTo>
                <a:lnTo>
                  <a:pt x="815797" y="149543"/>
                </a:lnTo>
                <a:lnTo>
                  <a:pt x="834761" y="149543"/>
                </a:lnTo>
                <a:lnTo>
                  <a:pt x="853735" y="149543"/>
                </a:lnTo>
                <a:lnTo>
                  <a:pt x="872709" y="149543"/>
                </a:lnTo>
                <a:lnTo>
                  <a:pt x="891683" y="149543"/>
                </a:lnTo>
                <a:lnTo>
                  <a:pt x="910657" y="149543"/>
                </a:lnTo>
                <a:lnTo>
                  <a:pt x="929621" y="149543"/>
                </a:lnTo>
                <a:lnTo>
                  <a:pt x="948595" y="149543"/>
                </a:lnTo>
                <a:lnTo>
                  <a:pt x="967569" y="149543"/>
                </a:lnTo>
                <a:lnTo>
                  <a:pt x="986542" y="149543"/>
                </a:lnTo>
                <a:lnTo>
                  <a:pt x="1005516" y="149543"/>
                </a:lnTo>
                <a:lnTo>
                  <a:pt x="1024480" y="149543"/>
                </a:lnTo>
                <a:lnTo>
                  <a:pt x="1043454" y="149543"/>
                </a:lnTo>
                <a:lnTo>
                  <a:pt x="1062428" y="149543"/>
                </a:lnTo>
                <a:lnTo>
                  <a:pt x="1081402" y="149543"/>
                </a:lnTo>
                <a:lnTo>
                  <a:pt x="1100376" y="149543"/>
                </a:lnTo>
                <a:lnTo>
                  <a:pt x="1119340" y="149543"/>
                </a:lnTo>
                <a:lnTo>
                  <a:pt x="1138314" y="149543"/>
                </a:lnTo>
                <a:lnTo>
                  <a:pt x="1157288" y="149543"/>
                </a:lnTo>
                <a:lnTo>
                  <a:pt x="1176261" y="149543"/>
                </a:lnTo>
                <a:lnTo>
                  <a:pt x="1195235" y="149543"/>
                </a:lnTo>
                <a:lnTo>
                  <a:pt x="1214199" y="149543"/>
                </a:lnTo>
                <a:lnTo>
                  <a:pt x="1233173" y="149543"/>
                </a:lnTo>
                <a:lnTo>
                  <a:pt x="1252147" y="149543"/>
                </a:lnTo>
                <a:lnTo>
                  <a:pt x="1271121" y="149543"/>
                </a:lnTo>
                <a:lnTo>
                  <a:pt x="1290095" y="149543"/>
                </a:lnTo>
                <a:lnTo>
                  <a:pt x="1309059" y="149543"/>
                </a:lnTo>
                <a:lnTo>
                  <a:pt x="1328033" y="149543"/>
                </a:lnTo>
                <a:lnTo>
                  <a:pt x="1347006" y="149543"/>
                </a:lnTo>
                <a:lnTo>
                  <a:pt x="1365980" y="149543"/>
                </a:lnTo>
                <a:lnTo>
                  <a:pt x="1384954" y="149543"/>
                </a:lnTo>
                <a:lnTo>
                  <a:pt x="1403918" y="149543"/>
                </a:lnTo>
                <a:lnTo>
                  <a:pt x="1422892" y="149543"/>
                </a:lnTo>
                <a:lnTo>
                  <a:pt x="1441866" y="149543"/>
                </a:lnTo>
                <a:lnTo>
                  <a:pt x="1460840" y="149543"/>
                </a:lnTo>
                <a:lnTo>
                  <a:pt x="1479814" y="149543"/>
                </a:lnTo>
                <a:lnTo>
                  <a:pt x="1498778" y="149543"/>
                </a:lnTo>
                <a:lnTo>
                  <a:pt x="1517752" y="149543"/>
                </a:lnTo>
                <a:lnTo>
                  <a:pt x="1536725" y="149543"/>
                </a:lnTo>
                <a:lnTo>
                  <a:pt x="1555699" y="149543"/>
                </a:lnTo>
                <a:lnTo>
                  <a:pt x="1574673" y="149543"/>
                </a:lnTo>
                <a:lnTo>
                  <a:pt x="1593637" y="149543"/>
                </a:lnTo>
                <a:lnTo>
                  <a:pt x="1612611" y="149543"/>
                </a:lnTo>
                <a:lnTo>
                  <a:pt x="1631585" y="149543"/>
                </a:lnTo>
                <a:lnTo>
                  <a:pt x="1650559" y="149543"/>
                </a:lnTo>
                <a:lnTo>
                  <a:pt x="1669532" y="149543"/>
                </a:lnTo>
                <a:lnTo>
                  <a:pt x="1688506" y="149543"/>
                </a:lnTo>
                <a:lnTo>
                  <a:pt x="1707471" y="149543"/>
                </a:lnTo>
                <a:lnTo>
                  <a:pt x="1726444" y="149543"/>
                </a:lnTo>
                <a:lnTo>
                  <a:pt x="1745418" y="149543"/>
                </a:lnTo>
                <a:lnTo>
                  <a:pt x="1764392" y="149543"/>
                </a:lnTo>
                <a:lnTo>
                  <a:pt x="1783366" y="149543"/>
                </a:lnTo>
                <a:lnTo>
                  <a:pt x="1802330" y="149543"/>
                </a:lnTo>
                <a:lnTo>
                  <a:pt x="1821304" y="149543"/>
                </a:lnTo>
                <a:lnTo>
                  <a:pt x="1840278" y="149543"/>
                </a:lnTo>
                <a:lnTo>
                  <a:pt x="1859251" y="149543"/>
                </a:lnTo>
                <a:lnTo>
                  <a:pt x="1878225" y="149543"/>
                </a:lnTo>
                <a:lnTo>
                  <a:pt x="1897190" y="149543"/>
                </a:lnTo>
                <a:lnTo>
                  <a:pt x="1916163" y="149543"/>
                </a:lnTo>
                <a:lnTo>
                  <a:pt x="1935137" y="149543"/>
                </a:lnTo>
                <a:lnTo>
                  <a:pt x="1954111" y="149543"/>
                </a:lnTo>
                <a:lnTo>
                  <a:pt x="1973085" y="149543"/>
                </a:lnTo>
                <a:lnTo>
                  <a:pt x="1992049" y="149543"/>
                </a:lnTo>
                <a:lnTo>
                  <a:pt x="2011023" y="149543"/>
                </a:lnTo>
                <a:lnTo>
                  <a:pt x="2029997" y="149543"/>
                </a:lnTo>
                <a:lnTo>
                  <a:pt x="2048970" y="149543"/>
                </a:lnTo>
                <a:lnTo>
                  <a:pt x="2067944" y="149543"/>
                </a:lnTo>
                <a:lnTo>
                  <a:pt x="2086908" y="149543"/>
                </a:lnTo>
                <a:lnTo>
                  <a:pt x="2105882" y="149543"/>
                </a:lnTo>
                <a:lnTo>
                  <a:pt x="2124856" y="149543"/>
                </a:lnTo>
                <a:lnTo>
                  <a:pt x="2143830" y="149543"/>
                </a:lnTo>
                <a:lnTo>
                  <a:pt x="2162804" y="149543"/>
                </a:lnTo>
                <a:lnTo>
                  <a:pt x="2181768" y="149543"/>
                </a:lnTo>
                <a:lnTo>
                  <a:pt x="2200742" y="149543"/>
                </a:lnTo>
                <a:lnTo>
                  <a:pt x="2219716" y="149543"/>
                </a:lnTo>
                <a:lnTo>
                  <a:pt x="2238689" y="149543"/>
                </a:lnTo>
                <a:lnTo>
                  <a:pt x="2257663" y="149543"/>
                </a:lnTo>
                <a:lnTo>
                  <a:pt x="2276627" y="149543"/>
                </a:lnTo>
                <a:lnTo>
                  <a:pt x="2295601" y="149543"/>
                </a:lnTo>
                <a:lnTo>
                  <a:pt x="2314575" y="149543"/>
                </a:lnTo>
                <a:lnTo>
                  <a:pt x="2333549" y="149543"/>
                </a:lnTo>
                <a:lnTo>
                  <a:pt x="2352523" y="149543"/>
                </a:lnTo>
                <a:lnTo>
                  <a:pt x="2371487" y="149543"/>
                </a:lnTo>
                <a:lnTo>
                  <a:pt x="2390461" y="149543"/>
                </a:lnTo>
                <a:lnTo>
                  <a:pt x="2409434" y="149543"/>
                </a:lnTo>
                <a:lnTo>
                  <a:pt x="2428408" y="149543"/>
                </a:lnTo>
                <a:lnTo>
                  <a:pt x="2447382" y="149543"/>
                </a:lnTo>
                <a:lnTo>
                  <a:pt x="2466346" y="149543"/>
                </a:lnTo>
                <a:lnTo>
                  <a:pt x="2485320" y="149543"/>
                </a:lnTo>
                <a:lnTo>
                  <a:pt x="2504294" y="149543"/>
                </a:lnTo>
                <a:lnTo>
                  <a:pt x="2523268" y="149543"/>
                </a:lnTo>
                <a:lnTo>
                  <a:pt x="2542242" y="149543"/>
                </a:lnTo>
                <a:lnTo>
                  <a:pt x="2561206" y="149543"/>
                </a:lnTo>
                <a:lnTo>
                  <a:pt x="2580180" y="149543"/>
                </a:lnTo>
                <a:lnTo>
                  <a:pt x="2599153" y="149543"/>
                </a:lnTo>
                <a:lnTo>
                  <a:pt x="2618127" y="149543"/>
                </a:lnTo>
                <a:lnTo>
                  <a:pt x="2637101" y="149543"/>
                </a:lnTo>
                <a:lnTo>
                  <a:pt x="2656065" y="149543"/>
                </a:lnTo>
                <a:lnTo>
                  <a:pt x="2675039" y="149543"/>
                </a:lnTo>
                <a:lnTo>
                  <a:pt x="2694013" y="149543"/>
                </a:lnTo>
                <a:lnTo>
                  <a:pt x="2712987" y="149543"/>
                </a:lnTo>
                <a:lnTo>
                  <a:pt x="2731961" y="149543"/>
                </a:lnTo>
                <a:lnTo>
                  <a:pt x="2750934" y="149543"/>
                </a:lnTo>
                <a:lnTo>
                  <a:pt x="2769899" y="149543"/>
                </a:lnTo>
                <a:lnTo>
                  <a:pt x="2788872" y="149543"/>
                </a:lnTo>
                <a:lnTo>
                  <a:pt x="2807846" y="149543"/>
                </a:lnTo>
                <a:lnTo>
                  <a:pt x="2826820" y="149543"/>
                </a:lnTo>
                <a:lnTo>
                  <a:pt x="2845794" y="149543"/>
                </a:lnTo>
                <a:lnTo>
                  <a:pt x="2864758" y="149543"/>
                </a:lnTo>
                <a:lnTo>
                  <a:pt x="2883732" y="149543"/>
                </a:lnTo>
                <a:lnTo>
                  <a:pt x="2899743" y="141008"/>
                </a:lnTo>
                <a:lnTo>
                  <a:pt x="2914640" y="129264"/>
                </a:lnTo>
                <a:lnTo>
                  <a:pt x="2929538" y="117510"/>
                </a:lnTo>
                <a:lnTo>
                  <a:pt x="2944425" y="105756"/>
                </a:lnTo>
                <a:lnTo>
                  <a:pt x="2959322" y="94012"/>
                </a:lnTo>
                <a:lnTo>
                  <a:pt x="2974219" y="82258"/>
                </a:lnTo>
                <a:lnTo>
                  <a:pt x="2989116" y="70504"/>
                </a:lnTo>
                <a:lnTo>
                  <a:pt x="3004004" y="58750"/>
                </a:lnTo>
                <a:lnTo>
                  <a:pt x="3018901" y="47006"/>
                </a:lnTo>
                <a:lnTo>
                  <a:pt x="3033798" y="35252"/>
                </a:lnTo>
                <a:lnTo>
                  <a:pt x="3048695" y="23498"/>
                </a:lnTo>
                <a:lnTo>
                  <a:pt x="3063583" y="11754"/>
                </a:lnTo>
                <a:lnTo>
                  <a:pt x="30784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3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A36BFDBB-AD7A-482D-B9EB-DCF2994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4785" y="4117658"/>
            <a:ext cx="27098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4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DD4AF3A8-B163-465C-9B7D-933882DB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2041" y="4794799"/>
            <a:ext cx="12573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5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60D42214-B336-432B-8788-708F67E5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2041" y="5054203"/>
            <a:ext cx="1257300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36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3481A6B2-6340-4DD9-B4B8-03B07B2F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0666" y="535810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7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BB2730D1-CC39-40DC-A2A1-60F5C30F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1707" y="3941264"/>
            <a:ext cx="12573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8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88662476-4A3E-4B0B-9CAE-405B5051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1707" y="4200677"/>
            <a:ext cx="1257300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来源、参数、输出相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互关联</a:t>
            </a:r>
          </a:p>
        </p:txBody>
      </p:sp>
      <p:sp>
        <p:nvSpPr>
          <p:cNvPr id="39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996A8D5E-B909-4538-8B01-849014CB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0332" y="4675137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EDBB8AF5-9776-4B44-8CE9-EAF41119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373" y="3258293"/>
            <a:ext cx="12573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1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749A6A6E-AE9A-45E3-B494-042E08EF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373" y="3517706"/>
            <a:ext cx="1257300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关键步骤经复核，边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界清楚</a:t>
            </a:r>
          </a:p>
        </p:txBody>
      </p:sp>
      <p:sp>
        <p:nvSpPr>
          <p:cNvPr id="42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517508CB-9BBB-46A8-A9BF-ADB2E211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9998" y="399216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请讨论并确认：准入条件、异常复核责任与扩围门槛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2026-09-09T04:48:37.2210000Z</dcterms:created>
  <dcterms:modified xsi:type="dcterms:W3CDTF">2026-09-09T04:48:37.2210000Z</dcterms:modified>
</coreProperties>
</file>