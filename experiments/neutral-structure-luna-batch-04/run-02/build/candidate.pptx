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029a557f94b67" /><Relationship Type="http://schemas.openxmlformats.org/officeDocument/2006/relationships/extended-properties" Target="/docProps/app.xml" Id="R8cd8082f812f4283" /><Relationship Type="http://schemas.openxmlformats.org/officeDocument/2006/relationships/officeDocument" Target="/ppt/presentation.xml" Id="R4f88dfe2a4c9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b1d23fd07b48af"/>
  </p:sldMasterIdLst>
  <p:notesMasterIdLst>
    <p:notesMasterId xmlns:r="http://schemas.openxmlformats.org/officeDocument/2006/relationships" r:id="R418bd158a2b94747"/>
  </p:notesMasterIdLst>
  <p:sldIdLst>
    <p:sldId xmlns:r="http://schemas.openxmlformats.org/officeDocument/2006/relationships" id="256" r:id="R3b107db62a91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27cde2c4dc4390" /><Relationship Type="http://schemas.openxmlformats.org/officeDocument/2006/relationships/slideMaster" Target="/ppt/slideMasters/slideMaster1.xml" Id="R37b1d23fd07b48af" /><Relationship Type="http://schemas.openxmlformats.org/officeDocument/2006/relationships/notesMaster" Target="/ppt/notesMasters/notesMaster1.xml" Id="R418bd158a2b94747" /><Relationship Type="http://schemas.openxmlformats.org/officeDocument/2006/relationships/presProps" Target="/ppt/presProps.xml" Id="R0bda37dbb8884b4f" /><Relationship Type="http://schemas.openxmlformats.org/officeDocument/2006/relationships/tableStyles" Target="/ppt/tableStyles.xml" Id="R471c6c2dd3534f98" /><Relationship Type="http://schemas.openxmlformats.org/officeDocument/2006/relationships/slide" Target="/ppt/slides/slide1.xml" Id="R3b107db62a91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2a0a9a53b2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b6309da14e4003" /><Relationship Type="http://schemas.openxmlformats.org/officeDocument/2006/relationships/notesMaster" Target="/ppt/notesMasters/notesMaster1.xml" Id="R0cf259666d98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来源：experiments/neutral-structure-luna-batch-04/inputs/02-comparison.md。</a:t>
            </a:r>
          </a:p>
          <a:p xmlns:a="http://schemas.openxmlformats.org/drawingml/2006/main">
            <a:r>
              <a:t>沟通目的：说明实验室统一预约与临时协调的取舍，支持优先选择统一预约。</a:t>
            </a:r>
          </a:p>
          <a:p xmlns:a="http://schemas.openxmlformats.org/drawingml/2006/main">
            <a:r>
              <a:t>内容关系：两个对象围绕三个共同维度逐行对应，统一预约为方案讨论中的推荐方向；并保留紧急插单和维护预约信息的实施代价。</a:t>
            </a:r>
          </a:p>
          <a:p xmlns:a="http://schemas.openxmlformats.org/drawingml/2006/main">
            <a:r>
              <a:t>结构选型：直接调用 comparison-dual-verdict-001。三条要点满足两侧等数、一正一负、每条不超过16字的契约。</a:t>
            </a:r>
          </a:p>
          <a:p xmlns:a="http://schemas.openxmlformats.org/drawingml/2006/main">
            <a:r>
              <a:t>排版：neutral-editorial-001 / magazine；原生文字 fontSize 使用设计像素，组件 theme.typography 使用 CSS 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d9acf277a4d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0a1ffff7b4e7f" /><Relationship Type="http://schemas.openxmlformats.org/officeDocument/2006/relationships/slideLayout" Target="/ppt/slideLayouts/slideLayout1.xml" Id="R6430f5f69ab8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30f5f69ab8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e0b93d02a4e48" /><Relationship Type="http://schemas.openxmlformats.org/officeDocument/2006/relationships/notesSlide" Target="/ppt/notesSlides/notesSlide1.xml" Id="Rd8627b71feb043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67455B14-4C1D-4A99-A024-81A1482B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2572816B-FD90-460A-B82D-A3D8CF5C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预约方式的取舍</a:t>
            </a:r>
          </a:p>
        </p:txBody>
      </p:sp>
      <p:sp>
        <p:nvSpPr>
          <p:cNvPr id="3" name="shell-title-rule">
            <a:extLst xmlns:a="http://schemas.openxmlformats.org/drawingml/2006/main">
              <a:ext uri="{FF2B5EF4-FFF2-40B4-BE49-F238E27FC236}">
                <a16:creationId xmlns:a16="http://schemas.microsoft.com/office/drawing/2014/main" id="{E68F67DE-63B3-4A58-9A7C-8B337C89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0550"/>
            <a:ext cx="7839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-constraint">
            <a:extLst xmlns:a="http://schemas.openxmlformats.org/drawingml/2006/main">
              <a:ext uri="{FF2B5EF4-FFF2-40B4-BE49-F238E27FC236}">
                <a16:creationId xmlns:a16="http://schemas.microsoft.com/office/drawing/2014/main" id="{7C658748-C589-479C-B6EA-7AE415E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当前问题集中在时间冲突与通知遗漏</a:t>
            </a:r>
          </a:p>
        </p:txBody>
      </p:sp>
      <p:sp>
        <p:nvSpPr>
          <p:cNvPr id="5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86B08A5A-C1F7-4B0C-858E-CC0DEB3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8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673663B7-DCC4-4DD5-A899-045B3E4C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76656F9A-6B09-495E-8689-A8285B7A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DDA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48ED5529-69A5-4CAE-8CA5-429C152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9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C34EAE5D-FDA1-4FDC-8565-281FE6F3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32DA9C9A-7BA6-41D7-8445-9F37B19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2A9E0A79-40DA-49F8-94E3-B1805A80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临时协调</a:t>
            </a:r>
          </a:p>
        </p:txBody>
      </p:sp>
      <p:sp>
        <p:nvSpPr>
          <p:cNvPr id="12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42E6B66D-E4D0-4E8B-83FC-9F2DE4E2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E"/>
          </a:solidFill>
          <a:ln xmlns:a="http://schemas.openxmlformats.org/drawingml/2006/main" w="9525">
            <a:solidFill>
              <a:srgbClr val="DFC6C1"/>
            </a:solidFill>
            <a:prstDash val="solid"/>
          </a:ln>
        </p:spPr>
      </p:sp>
      <p:sp>
        <p:nvSpPr>
          <p:cNvPr id="13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95955415-2571-426B-B253-33E2581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C7A999D2-2064-406E-9521-53C40D0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5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1CA21694-0A62-4478-AE3C-3061CD8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逐人询问</a:t>
            </a:r>
          </a:p>
        </p:txBody>
      </p:sp>
      <p:sp>
        <p:nvSpPr>
          <p:cNvPr id="16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DFC910F9-FA0B-45B1-BD81-275FA43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E"/>
          </a:solidFill>
          <a:ln xmlns:a="http://schemas.openxmlformats.org/drawingml/2006/main" w="9525">
            <a:solidFill>
              <a:srgbClr val="DFC6C1"/>
            </a:solidFill>
            <a:prstDash val="solid"/>
          </a:ln>
        </p:spPr>
      </p:sp>
      <p:sp>
        <p:nvSpPr>
          <p:cNvPr id="17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5F4587BC-BB8F-44B1-A00C-0D79847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2E82967A-6A2B-4BBB-B6E9-8FCB6AAB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9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1EA70C61-0370-45CE-9F03-67466B8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口头确认</a:t>
            </a:r>
          </a:p>
        </p:txBody>
      </p:sp>
      <p:sp>
        <p:nvSpPr>
          <p:cNvPr id="20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29E2D978-5893-4D8E-BCA6-4582646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DE"/>
          </a:solidFill>
          <a:ln xmlns:a="http://schemas.openxmlformats.org/drawingml/2006/main" w="9525">
            <a:solidFill>
              <a:srgbClr val="DFC6C1"/>
            </a:solidFill>
            <a:prstDash val="solid"/>
          </a:ln>
        </p:spPr>
      </p:sp>
      <p:sp>
        <p:nvSpPr>
          <p:cNvPr id="21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BF653DF8-3273-4CE7-ACDE-EAA1FCC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6983475C-432D-435B-9815-F2538DC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23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2807F723-B98B-4B8D-B797-34FCEB82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重复转告</a:t>
            </a:r>
          </a:p>
        </p:txBody>
      </p:sp>
      <p:sp>
        <p:nvSpPr>
          <p:cNvPr id="24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7C69C7F6-072B-43E7-9D49-2C68DFD2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ECA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159D61E5-9B08-4063-ABB2-B69C0CF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6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67B0B590-4C01-4288-A444-4C28406C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9962BF10-EC89-4965-8BCF-B5C7F45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85E4AB74-3F62-4A80-ABC1-C3099490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统一预约</a:t>
            </a:r>
          </a:p>
        </p:txBody>
      </p:sp>
      <p:sp>
        <p:nvSpPr>
          <p:cNvPr id="29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964F63D2-C39A-4F54-B49B-5D678E3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9718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3D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0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F748BBE1-9B7E-4E37-AF8C-AEB50A8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8A2C4FA5-DAD1-4BDD-95AF-0A03023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86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32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214F2772-761A-448E-88F6-1FCA5087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9813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查看空闲时段</a:t>
            </a:r>
          </a:p>
        </p:txBody>
      </p:sp>
      <p:sp>
        <p:nvSpPr>
          <p:cNvPr id="33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36BABA6E-17E1-4A44-90DE-E4FFC55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79095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3D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4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4298A3FD-8B42-443D-B8C4-C61287E0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046A4753-FA0D-4998-84E2-946956E4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05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36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9F9C6E07-9890-4316-B050-0ABA63F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800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保留调整记录</a:t>
            </a:r>
          </a:p>
        </p:txBody>
      </p:sp>
      <p:sp>
        <p:nvSpPr>
          <p:cNvPr id="37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DCA6C02B-FC87-4CA0-AB41-7618F657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610100"/>
            <a:ext cx="3924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3DF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38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C7097A4C-F490-4C7B-B06A-802569CE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93C86850-1224-4FA4-AE55-50389C68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724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0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C905A311-9108-4A6C-92BF-7EE75A7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61962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集中展示停机</a:t>
            </a:r>
          </a:p>
        </p:txBody>
      </p:sp>
      <p:sp>
        <p:nvSpPr>
          <p:cNvPr id="41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C22C3663-8DC4-40A5-A987-32AB30E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C6C1"/>
            </a:solidFill>
            <a:prstDash val="dash"/>
          </a:ln>
        </p:spPr>
      </p:sp>
      <p:sp>
        <p:nvSpPr>
          <p:cNvPr id="42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AF66C03E-BCDE-4753-BD6B-1512658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43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63B3399B-2EE0-4897-8309-64BB556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DF77439C-3A92-4563-B626-FC8646D8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VS</a:t>
            </a:r>
          </a:p>
        </p:txBody>
      </p:sp>
      <p:sp>
        <p:nvSpPr>
          <p:cNvPr id="45" name="footer-constraint-note">
            <a:extLst xmlns:a="http://schemas.openxmlformats.org/drawingml/2006/main">
              <a:ext uri="{FF2B5EF4-FFF2-40B4-BE49-F238E27FC236}">
                <a16:creationId xmlns:a16="http://schemas.microsoft.com/office/drawing/2014/main" id="{4CC54C20-F6E3-4D26-AB82-91A252F7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建议来自本方案讨论；两种方式均保留必要的紧急插单。实施时仍需有人维护预约信息并处理插单。</a:t>
            </a:r>
          </a:p>
        </p:txBody>
      </p:sp>
      <p:sp>
        <p:nvSpPr>
          <p:cNvPr id="46" name="shell-page-number">
            <a:extLst xmlns:a="http://schemas.openxmlformats.org/drawingml/2006/main">
              <a:ext uri="{FF2B5EF4-FFF2-40B4-BE49-F238E27FC236}">
                <a16:creationId xmlns:a16="http://schemas.microsoft.com/office/drawing/2014/main" id="{24C65373-9B87-4371-AD4D-7E10B4C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4579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8478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2026-09-06T10:35:00.1570000Z</dcterms:created>
  <dcterms:modified xsi:type="dcterms:W3CDTF">2026-09-06T10:35:00.1570000Z</dcterms:modified>
</coreProperties>
</file>