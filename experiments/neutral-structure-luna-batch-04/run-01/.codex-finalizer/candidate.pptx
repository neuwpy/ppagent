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5493f3e4a4f7e" /><Relationship Type="http://schemas.openxmlformats.org/officeDocument/2006/relationships/extended-properties" Target="/docProps/app.xml" Id="Rf706892275b54e56" /><Relationship Type="http://schemas.openxmlformats.org/officeDocument/2006/relationships/officeDocument" Target="/ppt/presentation.xml" Id="Ra3b4a970345848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60ab5df48487a"/>
  </p:sldMasterIdLst>
  <p:notesMasterIdLst>
    <p:notesMasterId xmlns:r="http://schemas.openxmlformats.org/officeDocument/2006/relationships" r:id="Raecd0cdbe6624f92"/>
  </p:notesMasterIdLst>
  <p:sldIdLst>
    <p:sldId xmlns:r="http://schemas.openxmlformats.org/officeDocument/2006/relationships" id="256" r:id="R31ebaaf0774241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d7ace62f054f3f" /><Relationship Type="http://schemas.openxmlformats.org/officeDocument/2006/relationships/slideMaster" Target="/ppt/slideMasters/slideMaster1.xml" Id="R3de60ab5df48487a" /><Relationship Type="http://schemas.openxmlformats.org/officeDocument/2006/relationships/notesMaster" Target="/ppt/notesMasters/notesMaster1.xml" Id="Raecd0cdbe6624f92" /><Relationship Type="http://schemas.openxmlformats.org/officeDocument/2006/relationships/presProps" Target="/ppt/presProps.xml" Id="R428fd2ede0b04205" /><Relationship Type="http://schemas.openxmlformats.org/officeDocument/2006/relationships/tableStyles" Target="/ppt/tableStyles.xml" Id="Rfb459c9d07cb4a58" /><Relationship Type="http://schemas.openxmlformats.org/officeDocument/2006/relationships/slide" Target="/ppt/slides/slide1.xml" Id="R31ebaaf0774241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8235b9f2348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9fc3d08ceb4dc3" /><Relationship Type="http://schemas.openxmlformats.org/officeDocument/2006/relationships/notesMaster" Target="/ppt/notesMasters/notesMaster1.xml" Id="R3bcae85a06e7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内容：experiments/neutral-structure-luna-batch-04/inputs/01-convergence.md</a:t>
            </a:r>
          </a:p>
          <a:p xmlns:a="http://schemas.openxmlformats.org/drawingml/2006/main">
            <a:r>
              <a:t>- 结构检索：catalog list --logic convergence；inspect convergence-many-to-one-003</a:t>
            </a:r>
          </a:p>
          <a:p xmlns:a="http://schemas.openxmlformats.org/drawingml/2006/main">
            <a:r>
              <a:t>- 结构调用：convergence-many-to-one-003 / direct invokeStructure</a:t>
            </a:r>
          </a:p>
          <a:p xmlns:a="http://schemas.openxmlformats.org/drawingml/2006/main">
            <a:r>
              <a:t>- 视觉：neutral-editorial-001 / magazine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三路资料同级、可独立准备，直接汇入共同结果，不表示先后筛选或中间归纳。</a:t>
            </a:r>
          </a:p>
          <a:p xmlns:a="http://schemas.openxmlformats.org/drawingml/2006/main">
            <a:r>
              <a:t>- 交接双方仍需确认。材料缺失应标注待补，不能当作已核实事实。</a:t>
            </a:r>
          </a:p>
          <a:p xmlns:a="http://schemas.openxmlformats.org/drawingml/2006/main">
            <a:r>
              <a:t>- 本页不宣称故障已经排除，也没有时间节约或完成率数据。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0c685e5c7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3ed6d742a4004" /><Relationship Type="http://schemas.openxmlformats.org/officeDocument/2006/relationships/slideLayout" Target="/ppt/slideLayouts/slideLayout1.xml" Id="Rfee1e7ad8c46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e1e7ad8c46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1321799164d23" /><Relationship Type="http://schemas.openxmlformats.org/officeDocument/2006/relationships/notesSlide" Target="/ppt/notesSlides/notesSlide1.xml" Id="Rc655eb1c920d47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009AFD8-30B4-4171-81AA-8E09F649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66F1BD32-7CC6-440B-8079-8695FF3D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三路信息共同进入交接单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641026E-0339-4A8D-B265-4784C97E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48150" y="576263"/>
            <a:ext cx="737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42C7B5E-FBBF-4B0D-95F1-6F29D653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F19C8C63-77C5-44FE-ABAF-4F881EB2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DFC6C1"/>
            </a:solidFill>
            <a:prstDash val="solid"/>
          </a:ln>
        </p:spPr>
      </p:sp>
      <p:sp>
        <p:nvSpPr>
          <p:cNvPr id="6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7AE35846-7A2F-43BF-B32B-BBBB730F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90500"/>
          </a:xfrm>
          <a:custGeom xmlns:a="http://schemas.openxmlformats.org/drawingml/2006/main">
            <a:pathLst>
              <a:path w="5181600" h="190500">
                <a:moveTo>
                  <a:pt x="0" y="190500"/>
                </a:moveTo>
                <a:lnTo>
                  <a:pt x="21612" y="190481"/>
                </a:lnTo>
                <a:lnTo>
                  <a:pt x="43215" y="190462"/>
                </a:lnTo>
                <a:lnTo>
                  <a:pt x="64827" y="190405"/>
                </a:lnTo>
                <a:lnTo>
                  <a:pt x="86430" y="190338"/>
                </a:lnTo>
                <a:lnTo>
                  <a:pt x="108042" y="190243"/>
                </a:lnTo>
                <a:lnTo>
                  <a:pt x="129645" y="190138"/>
                </a:lnTo>
                <a:lnTo>
                  <a:pt x="151257" y="190014"/>
                </a:lnTo>
                <a:lnTo>
                  <a:pt x="172860" y="189871"/>
                </a:lnTo>
                <a:lnTo>
                  <a:pt x="194472" y="189700"/>
                </a:lnTo>
                <a:lnTo>
                  <a:pt x="216075" y="189519"/>
                </a:lnTo>
                <a:lnTo>
                  <a:pt x="237687" y="189319"/>
                </a:lnTo>
                <a:lnTo>
                  <a:pt x="259290" y="189090"/>
                </a:lnTo>
                <a:lnTo>
                  <a:pt x="280902" y="188862"/>
                </a:lnTo>
                <a:lnTo>
                  <a:pt x="302504" y="188595"/>
                </a:lnTo>
                <a:lnTo>
                  <a:pt x="324107" y="188319"/>
                </a:lnTo>
                <a:lnTo>
                  <a:pt x="345719" y="188014"/>
                </a:lnTo>
                <a:lnTo>
                  <a:pt x="367322" y="187709"/>
                </a:lnTo>
                <a:lnTo>
                  <a:pt x="388925" y="187366"/>
                </a:lnTo>
                <a:lnTo>
                  <a:pt x="410537" y="187023"/>
                </a:lnTo>
                <a:lnTo>
                  <a:pt x="432140" y="186652"/>
                </a:lnTo>
                <a:lnTo>
                  <a:pt x="453742" y="186261"/>
                </a:lnTo>
                <a:lnTo>
                  <a:pt x="475345" y="185861"/>
                </a:lnTo>
                <a:lnTo>
                  <a:pt x="496948" y="185433"/>
                </a:lnTo>
                <a:lnTo>
                  <a:pt x="518551" y="185004"/>
                </a:lnTo>
                <a:lnTo>
                  <a:pt x="540153" y="184537"/>
                </a:lnTo>
                <a:lnTo>
                  <a:pt x="561756" y="184061"/>
                </a:lnTo>
                <a:lnTo>
                  <a:pt x="583359" y="183566"/>
                </a:lnTo>
                <a:lnTo>
                  <a:pt x="604961" y="183061"/>
                </a:lnTo>
                <a:lnTo>
                  <a:pt x="626564" y="182537"/>
                </a:lnTo>
                <a:lnTo>
                  <a:pt x="648167" y="181994"/>
                </a:lnTo>
                <a:lnTo>
                  <a:pt x="669769" y="181432"/>
                </a:lnTo>
                <a:lnTo>
                  <a:pt x="691372" y="180851"/>
                </a:lnTo>
                <a:lnTo>
                  <a:pt x="712965" y="180270"/>
                </a:lnTo>
                <a:lnTo>
                  <a:pt x="734568" y="179651"/>
                </a:lnTo>
                <a:lnTo>
                  <a:pt x="756171" y="179032"/>
                </a:lnTo>
                <a:lnTo>
                  <a:pt x="777764" y="178384"/>
                </a:lnTo>
                <a:lnTo>
                  <a:pt x="799367" y="177737"/>
                </a:lnTo>
                <a:lnTo>
                  <a:pt x="820960" y="177060"/>
                </a:lnTo>
                <a:lnTo>
                  <a:pt x="842562" y="176374"/>
                </a:lnTo>
                <a:lnTo>
                  <a:pt x="864156" y="175670"/>
                </a:lnTo>
                <a:lnTo>
                  <a:pt x="885749" y="174955"/>
                </a:lnTo>
                <a:lnTo>
                  <a:pt x="907352" y="174222"/>
                </a:lnTo>
                <a:lnTo>
                  <a:pt x="928945" y="173469"/>
                </a:lnTo>
                <a:lnTo>
                  <a:pt x="950538" y="172717"/>
                </a:lnTo>
                <a:lnTo>
                  <a:pt x="972131" y="171936"/>
                </a:lnTo>
                <a:lnTo>
                  <a:pt x="993724" y="171145"/>
                </a:lnTo>
                <a:lnTo>
                  <a:pt x="1015317" y="170345"/>
                </a:lnTo>
                <a:lnTo>
                  <a:pt x="1036911" y="169516"/>
                </a:lnTo>
                <a:lnTo>
                  <a:pt x="1058504" y="168669"/>
                </a:lnTo>
                <a:lnTo>
                  <a:pt x="1080097" y="167831"/>
                </a:lnTo>
                <a:lnTo>
                  <a:pt x="1101681" y="166983"/>
                </a:lnTo>
                <a:lnTo>
                  <a:pt x="1123274" y="166097"/>
                </a:lnTo>
                <a:lnTo>
                  <a:pt x="1144867" y="165211"/>
                </a:lnTo>
                <a:lnTo>
                  <a:pt x="1166451" y="164325"/>
                </a:lnTo>
                <a:lnTo>
                  <a:pt x="1188044" y="163411"/>
                </a:lnTo>
                <a:lnTo>
                  <a:pt x="1209627" y="162487"/>
                </a:lnTo>
                <a:lnTo>
                  <a:pt x="1231221" y="161554"/>
                </a:lnTo>
                <a:lnTo>
                  <a:pt x="1252804" y="160620"/>
                </a:lnTo>
                <a:lnTo>
                  <a:pt x="1274397" y="159649"/>
                </a:lnTo>
                <a:lnTo>
                  <a:pt x="1295981" y="158677"/>
                </a:lnTo>
                <a:lnTo>
                  <a:pt x="1317565" y="157705"/>
                </a:lnTo>
                <a:lnTo>
                  <a:pt x="1339148" y="156715"/>
                </a:lnTo>
                <a:lnTo>
                  <a:pt x="1360732" y="155705"/>
                </a:lnTo>
                <a:lnTo>
                  <a:pt x="1382316" y="154696"/>
                </a:lnTo>
                <a:lnTo>
                  <a:pt x="1403899" y="153686"/>
                </a:lnTo>
                <a:lnTo>
                  <a:pt x="1425483" y="152638"/>
                </a:lnTo>
                <a:lnTo>
                  <a:pt x="1447067" y="151590"/>
                </a:lnTo>
                <a:lnTo>
                  <a:pt x="1468650" y="150552"/>
                </a:lnTo>
                <a:lnTo>
                  <a:pt x="1490234" y="149485"/>
                </a:lnTo>
                <a:lnTo>
                  <a:pt x="1511818" y="148409"/>
                </a:lnTo>
                <a:lnTo>
                  <a:pt x="1533392" y="147333"/>
                </a:lnTo>
                <a:lnTo>
                  <a:pt x="1554975" y="146247"/>
                </a:lnTo>
                <a:lnTo>
                  <a:pt x="1576559" y="145142"/>
                </a:lnTo>
                <a:lnTo>
                  <a:pt x="1598133" y="144028"/>
                </a:lnTo>
                <a:lnTo>
                  <a:pt x="1619717" y="142923"/>
                </a:lnTo>
                <a:lnTo>
                  <a:pt x="1641291" y="141799"/>
                </a:lnTo>
                <a:lnTo>
                  <a:pt x="1662875" y="140665"/>
                </a:lnTo>
                <a:lnTo>
                  <a:pt x="1684449" y="139522"/>
                </a:lnTo>
                <a:lnTo>
                  <a:pt x="1706032" y="138389"/>
                </a:lnTo>
                <a:lnTo>
                  <a:pt x="1727606" y="137227"/>
                </a:lnTo>
                <a:lnTo>
                  <a:pt x="1749181" y="136065"/>
                </a:lnTo>
                <a:lnTo>
                  <a:pt x="1770764" y="134903"/>
                </a:lnTo>
                <a:lnTo>
                  <a:pt x="1792338" y="133731"/>
                </a:lnTo>
                <a:lnTo>
                  <a:pt x="1813912" y="132550"/>
                </a:lnTo>
                <a:lnTo>
                  <a:pt x="1835487" y="131369"/>
                </a:lnTo>
                <a:lnTo>
                  <a:pt x="1857061" y="130178"/>
                </a:lnTo>
                <a:lnTo>
                  <a:pt x="1878635" y="128968"/>
                </a:lnTo>
                <a:lnTo>
                  <a:pt x="1900209" y="127759"/>
                </a:lnTo>
                <a:lnTo>
                  <a:pt x="1921783" y="126549"/>
                </a:lnTo>
                <a:lnTo>
                  <a:pt x="1943357" y="125339"/>
                </a:lnTo>
                <a:lnTo>
                  <a:pt x="1964931" y="124130"/>
                </a:lnTo>
                <a:lnTo>
                  <a:pt x="1986505" y="122920"/>
                </a:lnTo>
                <a:lnTo>
                  <a:pt x="2008080" y="121710"/>
                </a:lnTo>
                <a:lnTo>
                  <a:pt x="2029654" y="120482"/>
                </a:lnTo>
                <a:lnTo>
                  <a:pt x="2051228" y="119243"/>
                </a:lnTo>
                <a:lnTo>
                  <a:pt x="2072802" y="118005"/>
                </a:lnTo>
                <a:lnTo>
                  <a:pt x="2094376" y="116767"/>
                </a:lnTo>
                <a:lnTo>
                  <a:pt x="2115941" y="115529"/>
                </a:lnTo>
                <a:lnTo>
                  <a:pt x="2137515" y="114300"/>
                </a:lnTo>
                <a:lnTo>
                  <a:pt x="2159089" y="113062"/>
                </a:lnTo>
                <a:lnTo>
                  <a:pt x="2180663" y="111804"/>
                </a:lnTo>
                <a:lnTo>
                  <a:pt x="2202237" y="110557"/>
                </a:lnTo>
                <a:lnTo>
                  <a:pt x="2223802" y="109299"/>
                </a:lnTo>
                <a:lnTo>
                  <a:pt x="2245376" y="108052"/>
                </a:lnTo>
                <a:lnTo>
                  <a:pt x="2266950" y="106794"/>
                </a:lnTo>
                <a:lnTo>
                  <a:pt x="2288524" y="105547"/>
                </a:lnTo>
                <a:lnTo>
                  <a:pt x="2310089" y="104289"/>
                </a:lnTo>
                <a:lnTo>
                  <a:pt x="2331663" y="103041"/>
                </a:lnTo>
                <a:lnTo>
                  <a:pt x="2353237" y="101784"/>
                </a:lnTo>
                <a:lnTo>
                  <a:pt x="2374811" y="100536"/>
                </a:lnTo>
                <a:lnTo>
                  <a:pt x="2396376" y="99279"/>
                </a:lnTo>
                <a:lnTo>
                  <a:pt x="2417950" y="98031"/>
                </a:lnTo>
                <a:lnTo>
                  <a:pt x="2439524" y="96774"/>
                </a:lnTo>
                <a:lnTo>
                  <a:pt x="2461098" y="95526"/>
                </a:lnTo>
                <a:lnTo>
                  <a:pt x="2482663" y="94278"/>
                </a:lnTo>
                <a:lnTo>
                  <a:pt x="2504237" y="93031"/>
                </a:lnTo>
                <a:lnTo>
                  <a:pt x="2525811" y="91783"/>
                </a:lnTo>
                <a:lnTo>
                  <a:pt x="2547385" y="90535"/>
                </a:lnTo>
                <a:lnTo>
                  <a:pt x="2568950" y="89287"/>
                </a:lnTo>
                <a:lnTo>
                  <a:pt x="2590524" y="88040"/>
                </a:lnTo>
                <a:lnTo>
                  <a:pt x="2612098" y="86792"/>
                </a:lnTo>
                <a:lnTo>
                  <a:pt x="2633672" y="85563"/>
                </a:lnTo>
                <a:lnTo>
                  <a:pt x="2655246" y="84334"/>
                </a:lnTo>
                <a:lnTo>
                  <a:pt x="2676820" y="83106"/>
                </a:lnTo>
                <a:lnTo>
                  <a:pt x="2698394" y="81877"/>
                </a:lnTo>
                <a:lnTo>
                  <a:pt x="2719959" y="80648"/>
                </a:lnTo>
                <a:lnTo>
                  <a:pt x="2741533" y="79419"/>
                </a:lnTo>
                <a:lnTo>
                  <a:pt x="2763107" y="78191"/>
                </a:lnTo>
                <a:lnTo>
                  <a:pt x="2784681" y="76981"/>
                </a:lnTo>
                <a:lnTo>
                  <a:pt x="2806256" y="75771"/>
                </a:lnTo>
                <a:lnTo>
                  <a:pt x="2827830" y="74562"/>
                </a:lnTo>
                <a:lnTo>
                  <a:pt x="2849404" y="73362"/>
                </a:lnTo>
                <a:lnTo>
                  <a:pt x="2870978" y="72161"/>
                </a:lnTo>
                <a:lnTo>
                  <a:pt x="2892562" y="70971"/>
                </a:lnTo>
                <a:lnTo>
                  <a:pt x="2914136" y="69790"/>
                </a:lnTo>
                <a:lnTo>
                  <a:pt x="2935710" y="68599"/>
                </a:lnTo>
                <a:lnTo>
                  <a:pt x="2957284" y="67427"/>
                </a:lnTo>
                <a:lnTo>
                  <a:pt x="2978858" y="66265"/>
                </a:lnTo>
                <a:lnTo>
                  <a:pt x="3000442" y="65094"/>
                </a:lnTo>
                <a:lnTo>
                  <a:pt x="3022016" y="63932"/>
                </a:lnTo>
                <a:lnTo>
                  <a:pt x="3043590" y="62789"/>
                </a:lnTo>
                <a:lnTo>
                  <a:pt x="3065174" y="61646"/>
                </a:lnTo>
                <a:lnTo>
                  <a:pt x="3086748" y="60493"/>
                </a:lnTo>
                <a:lnTo>
                  <a:pt x="3108322" y="59369"/>
                </a:lnTo>
                <a:lnTo>
                  <a:pt x="3129905" y="58245"/>
                </a:lnTo>
                <a:lnTo>
                  <a:pt x="3151480" y="57121"/>
                </a:lnTo>
                <a:lnTo>
                  <a:pt x="3173063" y="56007"/>
                </a:lnTo>
                <a:lnTo>
                  <a:pt x="3194647" y="54912"/>
                </a:lnTo>
                <a:lnTo>
                  <a:pt x="3216221" y="53816"/>
                </a:lnTo>
                <a:lnTo>
                  <a:pt x="3237805" y="52721"/>
                </a:lnTo>
                <a:lnTo>
                  <a:pt x="3259388" y="51645"/>
                </a:lnTo>
                <a:lnTo>
                  <a:pt x="3280962" y="50578"/>
                </a:lnTo>
                <a:lnTo>
                  <a:pt x="3302546" y="49511"/>
                </a:lnTo>
                <a:lnTo>
                  <a:pt x="3324130" y="48454"/>
                </a:lnTo>
                <a:lnTo>
                  <a:pt x="3345713" y="47406"/>
                </a:lnTo>
                <a:lnTo>
                  <a:pt x="3367297" y="46377"/>
                </a:lnTo>
                <a:lnTo>
                  <a:pt x="3388881" y="45339"/>
                </a:lnTo>
                <a:lnTo>
                  <a:pt x="3410464" y="44310"/>
                </a:lnTo>
                <a:lnTo>
                  <a:pt x="3432048" y="43310"/>
                </a:lnTo>
                <a:lnTo>
                  <a:pt x="3453632" y="42310"/>
                </a:lnTo>
                <a:lnTo>
                  <a:pt x="3475215" y="41310"/>
                </a:lnTo>
                <a:lnTo>
                  <a:pt x="3496799" y="40319"/>
                </a:lnTo>
                <a:lnTo>
                  <a:pt x="3518392" y="39357"/>
                </a:lnTo>
                <a:lnTo>
                  <a:pt x="3539976" y="38395"/>
                </a:lnTo>
                <a:lnTo>
                  <a:pt x="3561559" y="37433"/>
                </a:lnTo>
                <a:lnTo>
                  <a:pt x="3583153" y="36481"/>
                </a:lnTo>
                <a:lnTo>
                  <a:pt x="3604736" y="35557"/>
                </a:lnTo>
                <a:lnTo>
                  <a:pt x="3626329" y="34633"/>
                </a:lnTo>
                <a:lnTo>
                  <a:pt x="3647913" y="33709"/>
                </a:lnTo>
                <a:lnTo>
                  <a:pt x="3669506" y="32804"/>
                </a:lnTo>
                <a:lnTo>
                  <a:pt x="3691090" y="31918"/>
                </a:lnTo>
                <a:lnTo>
                  <a:pt x="3712683" y="31032"/>
                </a:lnTo>
                <a:lnTo>
                  <a:pt x="3734276" y="30156"/>
                </a:lnTo>
                <a:lnTo>
                  <a:pt x="3755860" y="29299"/>
                </a:lnTo>
                <a:lnTo>
                  <a:pt x="3777453" y="28451"/>
                </a:lnTo>
                <a:lnTo>
                  <a:pt x="3799046" y="27613"/>
                </a:lnTo>
                <a:lnTo>
                  <a:pt x="3820639" y="26775"/>
                </a:lnTo>
                <a:lnTo>
                  <a:pt x="3842233" y="25956"/>
                </a:lnTo>
                <a:lnTo>
                  <a:pt x="3863826" y="25146"/>
                </a:lnTo>
                <a:lnTo>
                  <a:pt x="3885419" y="24355"/>
                </a:lnTo>
                <a:lnTo>
                  <a:pt x="3907012" y="23565"/>
                </a:lnTo>
                <a:lnTo>
                  <a:pt x="3928605" y="22803"/>
                </a:lnTo>
                <a:lnTo>
                  <a:pt x="3950198" y="22041"/>
                </a:lnTo>
                <a:lnTo>
                  <a:pt x="3971801" y="21288"/>
                </a:lnTo>
                <a:lnTo>
                  <a:pt x="3993394" y="20555"/>
                </a:lnTo>
                <a:lnTo>
                  <a:pt x="4014988" y="19831"/>
                </a:lnTo>
                <a:lnTo>
                  <a:pt x="4036581" y="19117"/>
                </a:lnTo>
                <a:lnTo>
                  <a:pt x="4058183" y="18421"/>
                </a:lnTo>
                <a:lnTo>
                  <a:pt x="4079777" y="17726"/>
                </a:lnTo>
                <a:lnTo>
                  <a:pt x="4101379" y="17059"/>
                </a:lnTo>
                <a:lnTo>
                  <a:pt x="4122972" y="16393"/>
                </a:lnTo>
                <a:lnTo>
                  <a:pt x="4144575" y="15745"/>
                </a:lnTo>
                <a:lnTo>
                  <a:pt x="4166168" y="15107"/>
                </a:lnTo>
                <a:lnTo>
                  <a:pt x="4187771" y="14478"/>
                </a:lnTo>
                <a:lnTo>
                  <a:pt x="4209364" y="13859"/>
                </a:lnTo>
                <a:lnTo>
                  <a:pt x="4230967" y="13268"/>
                </a:lnTo>
                <a:lnTo>
                  <a:pt x="4252570" y="12678"/>
                </a:lnTo>
                <a:lnTo>
                  <a:pt x="4274172" y="12106"/>
                </a:lnTo>
                <a:lnTo>
                  <a:pt x="4295765" y="11535"/>
                </a:lnTo>
                <a:lnTo>
                  <a:pt x="4317368" y="10992"/>
                </a:lnTo>
                <a:lnTo>
                  <a:pt x="4338971" y="10449"/>
                </a:lnTo>
                <a:lnTo>
                  <a:pt x="4360574" y="9935"/>
                </a:lnTo>
                <a:lnTo>
                  <a:pt x="4382176" y="9420"/>
                </a:lnTo>
                <a:lnTo>
                  <a:pt x="4403779" y="8925"/>
                </a:lnTo>
                <a:lnTo>
                  <a:pt x="4425382" y="8439"/>
                </a:lnTo>
                <a:lnTo>
                  <a:pt x="4446984" y="7963"/>
                </a:lnTo>
                <a:lnTo>
                  <a:pt x="4468587" y="7506"/>
                </a:lnTo>
                <a:lnTo>
                  <a:pt x="4490190" y="7068"/>
                </a:lnTo>
                <a:lnTo>
                  <a:pt x="4511792" y="6629"/>
                </a:lnTo>
                <a:lnTo>
                  <a:pt x="4533395" y="6210"/>
                </a:lnTo>
                <a:lnTo>
                  <a:pt x="4554998" y="5810"/>
                </a:lnTo>
                <a:lnTo>
                  <a:pt x="4576610" y="5420"/>
                </a:lnTo>
                <a:lnTo>
                  <a:pt x="4598213" y="5039"/>
                </a:lnTo>
                <a:lnTo>
                  <a:pt x="4619816" y="4677"/>
                </a:lnTo>
                <a:lnTo>
                  <a:pt x="4641418" y="4324"/>
                </a:lnTo>
                <a:lnTo>
                  <a:pt x="4663030" y="3981"/>
                </a:lnTo>
                <a:lnTo>
                  <a:pt x="4684633" y="3667"/>
                </a:lnTo>
                <a:lnTo>
                  <a:pt x="4706236" y="3353"/>
                </a:lnTo>
                <a:lnTo>
                  <a:pt x="4727848" y="3058"/>
                </a:lnTo>
                <a:lnTo>
                  <a:pt x="4749451" y="2772"/>
                </a:lnTo>
                <a:lnTo>
                  <a:pt x="4771053" y="2505"/>
                </a:lnTo>
                <a:lnTo>
                  <a:pt x="4792666" y="2248"/>
                </a:lnTo>
                <a:lnTo>
                  <a:pt x="4814268" y="2010"/>
                </a:lnTo>
                <a:lnTo>
                  <a:pt x="4835881" y="1781"/>
                </a:lnTo>
                <a:lnTo>
                  <a:pt x="4857483" y="1562"/>
                </a:lnTo>
                <a:lnTo>
                  <a:pt x="4879096" y="1362"/>
                </a:lnTo>
                <a:lnTo>
                  <a:pt x="4900698" y="1172"/>
                </a:lnTo>
                <a:lnTo>
                  <a:pt x="4922310" y="1010"/>
                </a:lnTo>
                <a:lnTo>
                  <a:pt x="4943913" y="838"/>
                </a:lnTo>
                <a:lnTo>
                  <a:pt x="4965525" y="705"/>
                </a:lnTo>
                <a:lnTo>
                  <a:pt x="4987128" y="562"/>
                </a:lnTo>
                <a:lnTo>
                  <a:pt x="5008740" y="448"/>
                </a:lnTo>
                <a:lnTo>
                  <a:pt x="5030343" y="343"/>
                </a:lnTo>
                <a:lnTo>
                  <a:pt x="5051955" y="257"/>
                </a:lnTo>
                <a:lnTo>
                  <a:pt x="5073558" y="181"/>
                </a:lnTo>
                <a:lnTo>
                  <a:pt x="5095170" y="114"/>
                </a:lnTo>
                <a:lnTo>
                  <a:pt x="5116773" y="67"/>
                </a:lnTo>
                <a:lnTo>
                  <a:pt x="5138385" y="29"/>
                </a:lnTo>
                <a:lnTo>
                  <a:pt x="5159988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C2948B"/>
            </a:solidFill>
            <a:prstDash val="solid"/>
          </a:ln>
        </p:spPr>
      </p:sp>
      <p:sp>
        <p:nvSpPr>
          <p:cNvPr id="7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7241BFB8-CF3F-4DD2-B8CD-561A7429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35D4F"/>
            </a:solidFill>
            <a:prstDash val="solid"/>
          </a:ln>
        </p:spPr>
      </p:sp>
      <p:sp>
        <p:nvSpPr>
          <p:cNvPr id="8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3554D4C2-8646-4630-9BED-9621FC6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D5954092-A462-4491-9518-91A52CC2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现场记录</a:t>
            </a:r>
          </a:p>
        </p:txBody>
      </p:sp>
      <p:sp>
        <p:nvSpPr>
          <p:cNvPr id="10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11ABF768-92BC-444F-91EE-1C1D06F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1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E2B98FFD-02B1-4DD8-95AC-9764FEBB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6576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EF4176B8-8A8C-4B2C-B7DB-5092780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7893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检测记录</a:t>
            </a:r>
          </a:p>
        </p:txBody>
      </p:sp>
      <p:sp>
        <p:nvSpPr>
          <p:cNvPr id="13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BB2358DC-49C3-462E-ADD8-8AC608D8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0799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4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61D6E361-39C3-448C-A304-1E02F21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72BFB961-56E2-4113-BCCA-ED578865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备件记录</a:t>
            </a:r>
          </a:p>
        </p:txBody>
      </p:sp>
      <p:sp>
        <p:nvSpPr>
          <p:cNvPr id="16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F8D7311C-54B8-455A-82E3-0EDC58EA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17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CAED85C7-5E36-4746-A3D5-4DF412E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8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6173C7D3-CC67-4573-947D-9E5D5244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共同结果</a:t>
            </a:r>
          </a:p>
        </p:txBody>
      </p:sp>
      <p:sp>
        <p:nvSpPr>
          <p:cNvPr id="19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EDBC8A16-191E-4F5B-ACB0-EEDD23A3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维修交接单</a:t>
            </a:r>
          </a:p>
        </p:txBody>
      </p:sp>
      <p:sp>
        <p:nvSpPr>
          <p:cNvPr id="20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7CE0649B-6D15-471C-87E2-475D9B51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接班追溯；双方确认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材料缺失标注待补</a:t>
            </a:r>
          </a:p>
        </p:txBody>
      </p:sp>
    </p:spTree>
    <p:extLst>
      <p:ext uri="{BB962C8B-B14F-4D97-AF65-F5344CB8AC3E}">
        <p14:creationId xmlns:p14="http://schemas.microsoft.com/office/powerpoint/2010/main" val="1783131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2026-09-06T10:36:20.8770000Z</dcterms:created>
  <dcterms:modified xsi:type="dcterms:W3CDTF">2026-09-06T10:36:20.8780000Z</dcterms:modified>
</coreProperties>
</file>