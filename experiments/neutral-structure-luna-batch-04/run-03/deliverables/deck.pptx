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5c8fa473e84c1e" /><Relationship Type="http://schemas.openxmlformats.org/officeDocument/2006/relationships/extended-properties" Target="/docProps/app.xml" Id="Rbdfb8304a0ce4a00" /><Relationship Type="http://schemas.openxmlformats.org/officeDocument/2006/relationships/officeDocument" Target="/ppt/presentation.xml" Id="R202d3db185c140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296c7e0c94e57"/>
  </p:sldMasterIdLst>
  <p:notesMasterIdLst>
    <p:notesMasterId xmlns:r="http://schemas.openxmlformats.org/officeDocument/2006/relationships" r:id="R9a02a78a61204d8a"/>
  </p:notesMasterIdLst>
  <p:sldIdLst>
    <p:sldId xmlns:r="http://schemas.openxmlformats.org/officeDocument/2006/relationships" id="256" r:id="R71164ab6541f40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b2e8049ac4b5c" /><Relationship Type="http://schemas.openxmlformats.org/officeDocument/2006/relationships/slideMaster" Target="/ppt/slideMasters/slideMaster1.xml" Id="R028296c7e0c94e57" /><Relationship Type="http://schemas.openxmlformats.org/officeDocument/2006/relationships/notesMaster" Target="/ppt/notesMasters/notesMaster1.xml" Id="R9a02a78a61204d8a" /><Relationship Type="http://schemas.openxmlformats.org/officeDocument/2006/relationships/presProps" Target="/ppt/presProps.xml" Id="Rbad7ca77ff0c4562" /><Relationship Type="http://schemas.openxmlformats.org/officeDocument/2006/relationships/tableStyles" Target="/ppt/tableStyles.xml" Id="Refa5fdb22bc0484c" /><Relationship Type="http://schemas.openxmlformats.org/officeDocument/2006/relationships/slide" Target="/ppt/slides/slide1.xml" Id="R71164ab6541f40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f4058ff0f5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dc9af9a1004168" /><Relationship Type="http://schemas.openxmlformats.org/officeDocument/2006/relationships/notesMaster" Target="/ppt/notesMasters/notesMaster1.xml" Id="Ra095e1be3944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来源：experiments/neutral-structure-luna-batch-04/inputs/03-cycle.md。结构调用：cycle-racetrack-loop-005。页面规则：每轮只选择一项，试行可停止，未验证的新做法不强制推广；复盘问题回到下一轮的收集问题。结构文字样式按 neutral-editorial-001 / 杂志风角色适配。</a:t>
            </a:r>
          </a:p>
          <a:p xmlns:a="http://schemas.openxmlformats.org/drawingml/2006/main">
            <a:r>
              <a:t>本页检查记录见 evidence/qa.md。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6ccc26e024e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9c5de24ea34048" /><Relationship Type="http://schemas.openxmlformats.org/officeDocument/2006/relationships/slideLayout" Target="/ppt/slideLayouts/slideLayout1.xml" Id="R9b99a2a157b048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9a2a157b048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42c00df874bd7" /><Relationship Type="http://schemas.openxmlformats.org/officeDocument/2006/relationships/notesSlide" Target="/ppt/notesSlides/notesSlide1.xml" Id="R5e5a6826f49148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A7A47D29-9225-40C1-A3E7-81F8141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8CE550B9-174F-4148-806C-67FA4DF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每周小改进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0AA0EA5-DDF0-4674-8C17-B53F385E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5150" y="64770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D806A78B-AE61-4579-99E4-FB924F14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四阶段依次运行，复盘问题回到下一周的“收集问题”</a:t>
            </a:r>
          </a:p>
        </p:txBody>
      </p:sp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E215B8B4-746D-47A0-9559-90D9C82C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每轮只改一项 · 试行可停止 · 未验证不强制推广</a:t>
            </a:r>
          </a:p>
        </p:txBody>
      </p:sp>
      <p:sp>
        <p:nvSpPr>
          <p:cNvPr id="6" name="cycle-copy-band-top">
            <a:extLst xmlns:a="http://schemas.openxmlformats.org/drawingml/2006/main">
              <a:ext uri="{FF2B5EF4-FFF2-40B4-BE49-F238E27FC236}">
                <a16:creationId xmlns:a16="http://schemas.microsoft.com/office/drawing/2014/main" id="{D520AD1D-0082-4996-969F-F8AF0F76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</p:sp>
      <p:sp>
        <p:nvSpPr>
          <p:cNvPr id="7" name="cycle-copy-band-bottom">
            <a:extLst xmlns:a="http://schemas.openxmlformats.org/drawingml/2006/main">
              <a:ext uri="{FF2B5EF4-FFF2-40B4-BE49-F238E27FC236}">
                <a16:creationId xmlns:a16="http://schemas.microsoft.com/office/drawing/2014/main" id="{52226531-4073-4DAB-92E9-3EC317A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9720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</p:sp>
      <p:sp>
        <p:nvSpPr>
          <p:cNvPr id="8" name="cycle-track-halo">
            <a:extLst xmlns:a="http://schemas.openxmlformats.org/drawingml/2006/main">
              <a:ext uri="{FF2B5EF4-FFF2-40B4-BE49-F238E27FC236}">
                <a16:creationId xmlns:a16="http://schemas.microsoft.com/office/drawing/2014/main" id="{D06A0652-4903-4CF7-9C3E-E298610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0">
            <a:solidFill>
              <a:srgbClr val="FFFFFF"/>
            </a:solidFill>
            <a:prstDash val="solid"/>
          </a:ln>
        </p:spPr>
      </p:sp>
      <p:sp>
        <p:nvSpPr>
          <p:cNvPr id="9" name="cycle-track-band">
            <a:extLst xmlns:a="http://schemas.openxmlformats.org/drawingml/2006/main">
              <a:ext uri="{FF2B5EF4-FFF2-40B4-BE49-F238E27FC236}">
                <a16:creationId xmlns:a16="http://schemas.microsoft.com/office/drawing/2014/main" id="{0BFA7704-BDAA-42A1-B19B-BE826EC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5">
            <a:solidFill>
              <a:srgbClr val="E3EBF5"/>
            </a:solidFill>
            <a:prstDash val="solid"/>
          </a:ln>
        </p:spPr>
      </p:sp>
      <p:sp>
        <p:nvSpPr>
          <p:cNvPr id="10" name="cycle-track-line">
            <a:extLst xmlns:a="http://schemas.openxmlformats.org/drawingml/2006/main">
              <a:ext uri="{FF2B5EF4-FFF2-40B4-BE49-F238E27FC236}">
                <a16:creationId xmlns:a16="http://schemas.microsoft.com/office/drawing/2014/main" id="{C786B738-4020-4526-9171-A9CE7FEF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89BC7"/>
            </a:solidFill>
            <a:prstDash val="solid"/>
          </a:ln>
        </p:spPr>
      </p:sp>
      <p:sp>
        <p:nvSpPr>
          <p:cNvPr id="11" name="cycle-arrow-forward">
            <a:extLst xmlns:a="http://schemas.openxmlformats.org/drawingml/2006/main">
              <a:ext uri="{FF2B5EF4-FFF2-40B4-BE49-F238E27FC236}">
                <a16:creationId xmlns:a16="http://schemas.microsoft.com/office/drawing/2014/main" id="{14B3B19C-AA68-42FA-AD0D-774562B1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3790950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0"/>
                </a:moveTo>
                <a:lnTo>
                  <a:pt x="7163" y="17507"/>
                </a:lnTo>
                <a:lnTo>
                  <a:pt x="14326" y="35014"/>
                </a:lnTo>
                <a:lnTo>
                  <a:pt x="21488" y="52530"/>
                </a:lnTo>
                <a:lnTo>
                  <a:pt x="28651" y="70037"/>
                </a:lnTo>
                <a:lnTo>
                  <a:pt x="35814" y="87544"/>
                </a:lnTo>
                <a:lnTo>
                  <a:pt x="42977" y="105051"/>
                </a:lnTo>
                <a:lnTo>
                  <a:pt x="50140" y="122558"/>
                </a:lnTo>
                <a:lnTo>
                  <a:pt x="57302" y="140065"/>
                </a:lnTo>
                <a:lnTo>
                  <a:pt x="64465" y="157582"/>
                </a:lnTo>
                <a:lnTo>
                  <a:pt x="71628" y="175089"/>
                </a:lnTo>
                <a:lnTo>
                  <a:pt x="78791" y="192596"/>
                </a:lnTo>
                <a:lnTo>
                  <a:pt x="85954" y="208998"/>
                </a:lnTo>
                <a:lnTo>
                  <a:pt x="93116" y="191491"/>
                </a:lnTo>
                <a:lnTo>
                  <a:pt x="100279" y="173984"/>
                </a:lnTo>
                <a:lnTo>
                  <a:pt x="107442" y="156467"/>
                </a:lnTo>
                <a:lnTo>
                  <a:pt x="114605" y="138960"/>
                </a:lnTo>
                <a:lnTo>
                  <a:pt x="121768" y="121453"/>
                </a:lnTo>
                <a:lnTo>
                  <a:pt x="128930" y="103946"/>
                </a:lnTo>
                <a:lnTo>
                  <a:pt x="136093" y="86439"/>
                </a:lnTo>
                <a:lnTo>
                  <a:pt x="143256" y="68923"/>
                </a:lnTo>
                <a:lnTo>
                  <a:pt x="150419" y="51416"/>
                </a:lnTo>
                <a:lnTo>
                  <a:pt x="157582" y="33909"/>
                </a:lnTo>
                <a:lnTo>
                  <a:pt x="164744" y="16402"/>
                </a:lnTo>
                <a:lnTo>
                  <a:pt x="170250" y="0"/>
                </a:lnTo>
                <a:lnTo>
                  <a:pt x="151333" y="0"/>
                </a:lnTo>
                <a:lnTo>
                  <a:pt x="132417" y="0"/>
                </a:lnTo>
                <a:lnTo>
                  <a:pt x="113500" y="0"/>
                </a:lnTo>
                <a:lnTo>
                  <a:pt x="94583" y="0"/>
                </a:lnTo>
                <a:lnTo>
                  <a:pt x="75667" y="0"/>
                </a:lnTo>
                <a:lnTo>
                  <a:pt x="56750" y="0"/>
                </a:lnTo>
                <a:lnTo>
                  <a:pt x="37833" y="0"/>
                </a:lnTo>
                <a:lnTo>
                  <a:pt x="189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7FB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cycle-arrow-return">
            <a:extLst xmlns:a="http://schemas.openxmlformats.org/drawingml/2006/main">
              <a:ext uri="{FF2B5EF4-FFF2-40B4-BE49-F238E27FC236}">
                <a16:creationId xmlns:a16="http://schemas.microsoft.com/office/drawing/2014/main" id="{E0FB316E-C47A-4A5C-A86C-A74CB723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848652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208998"/>
                </a:moveTo>
                <a:lnTo>
                  <a:pt x="7163" y="191491"/>
                </a:lnTo>
                <a:lnTo>
                  <a:pt x="14326" y="173984"/>
                </a:lnTo>
                <a:lnTo>
                  <a:pt x="21488" y="156467"/>
                </a:lnTo>
                <a:lnTo>
                  <a:pt x="28651" y="138960"/>
                </a:lnTo>
                <a:lnTo>
                  <a:pt x="35814" y="121453"/>
                </a:lnTo>
                <a:lnTo>
                  <a:pt x="42977" y="103946"/>
                </a:lnTo>
                <a:lnTo>
                  <a:pt x="50140" y="86439"/>
                </a:lnTo>
                <a:lnTo>
                  <a:pt x="57302" y="68923"/>
                </a:lnTo>
                <a:lnTo>
                  <a:pt x="64465" y="51416"/>
                </a:lnTo>
                <a:lnTo>
                  <a:pt x="71628" y="33909"/>
                </a:lnTo>
                <a:lnTo>
                  <a:pt x="78791" y="16402"/>
                </a:lnTo>
                <a:lnTo>
                  <a:pt x="85954" y="0"/>
                </a:lnTo>
                <a:lnTo>
                  <a:pt x="93116" y="17507"/>
                </a:lnTo>
                <a:lnTo>
                  <a:pt x="100279" y="35014"/>
                </a:lnTo>
                <a:lnTo>
                  <a:pt x="107442" y="52530"/>
                </a:lnTo>
                <a:lnTo>
                  <a:pt x="114605" y="70037"/>
                </a:lnTo>
                <a:lnTo>
                  <a:pt x="121768" y="87544"/>
                </a:lnTo>
                <a:lnTo>
                  <a:pt x="128930" y="105051"/>
                </a:lnTo>
                <a:lnTo>
                  <a:pt x="136093" y="122558"/>
                </a:lnTo>
                <a:lnTo>
                  <a:pt x="143256" y="140065"/>
                </a:lnTo>
                <a:lnTo>
                  <a:pt x="150419" y="157582"/>
                </a:lnTo>
                <a:lnTo>
                  <a:pt x="157582" y="175089"/>
                </a:lnTo>
                <a:lnTo>
                  <a:pt x="164744" y="192596"/>
                </a:lnTo>
                <a:lnTo>
                  <a:pt x="170250" y="208998"/>
                </a:lnTo>
                <a:lnTo>
                  <a:pt x="151333" y="208998"/>
                </a:lnTo>
                <a:lnTo>
                  <a:pt x="132417" y="208998"/>
                </a:lnTo>
                <a:lnTo>
                  <a:pt x="113500" y="208998"/>
                </a:lnTo>
                <a:lnTo>
                  <a:pt x="94583" y="208998"/>
                </a:lnTo>
                <a:lnTo>
                  <a:pt x="75667" y="208998"/>
                </a:lnTo>
                <a:lnTo>
                  <a:pt x="56750" y="208998"/>
                </a:lnTo>
                <a:lnTo>
                  <a:pt x="37833" y="208998"/>
                </a:lnTo>
                <a:lnTo>
                  <a:pt x="18917" y="208998"/>
                </a:lnTo>
                <a:lnTo>
                  <a:pt x="0" y="208998"/>
                </a:lnTo>
                <a:close/>
              </a:path>
            </a:pathLst>
          </a:custGeom>
          <a:solidFill xmlns:a="http://schemas.openxmlformats.org/drawingml/2006/main">
            <a:srgbClr val="567FB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cycle-center-halo">
            <a:extLst xmlns:a="http://schemas.openxmlformats.org/drawingml/2006/main">
              <a:ext uri="{FF2B5EF4-FFF2-40B4-BE49-F238E27FC236}">
                <a16:creationId xmlns:a16="http://schemas.microsoft.com/office/drawing/2014/main" id="{26DB264C-4B8F-4C5A-B053-E1DDF328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533775"/>
            <a:ext cx="30480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cycle-stage-connector-0">
            <a:extLst xmlns:a="http://schemas.openxmlformats.org/drawingml/2006/main">
              <a:ext uri="{FF2B5EF4-FFF2-40B4-BE49-F238E27FC236}">
                <a16:creationId xmlns:a16="http://schemas.microsoft.com/office/drawing/2014/main" id="{803BFD54-2381-4AD5-AAB1-C98BE245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ycle-stage-connector-1">
            <a:extLst xmlns:a="http://schemas.openxmlformats.org/drawingml/2006/main">
              <a:ext uri="{FF2B5EF4-FFF2-40B4-BE49-F238E27FC236}">
                <a16:creationId xmlns:a16="http://schemas.microsoft.com/office/drawing/2014/main" id="{CD93D135-9AB3-4F47-92EE-C5D5760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ycle-stage-connector-2">
            <a:extLst xmlns:a="http://schemas.openxmlformats.org/drawingml/2006/main">
              <a:ext uri="{FF2B5EF4-FFF2-40B4-BE49-F238E27FC236}">
                <a16:creationId xmlns:a16="http://schemas.microsoft.com/office/drawing/2014/main" id="{B052A0A7-6B7F-4F46-897A-A06020C6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stage-connector-3">
            <a:extLst xmlns:a="http://schemas.openxmlformats.org/drawingml/2006/main">
              <a:ext uri="{FF2B5EF4-FFF2-40B4-BE49-F238E27FC236}">
                <a16:creationId xmlns:a16="http://schemas.microsoft.com/office/drawing/2014/main" id="{97669D25-AB0A-4C53-8034-7E3FCBD1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ycle-center-surface">
            <a:extLst xmlns:a="http://schemas.openxmlformats.org/drawingml/2006/main">
              <a:ext uri="{FF2B5EF4-FFF2-40B4-BE49-F238E27FC236}">
                <a16:creationId xmlns:a16="http://schemas.microsoft.com/office/drawing/2014/main" id="{77D13E88-599D-4047-A672-B088956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629025"/>
            <a:ext cx="2857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E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cycle-stage-halo-0">
            <a:extLst xmlns:a="http://schemas.openxmlformats.org/drawingml/2006/main">
              <a:ext uri="{FF2B5EF4-FFF2-40B4-BE49-F238E27FC236}">
                <a16:creationId xmlns:a16="http://schemas.microsoft.com/office/drawing/2014/main" id="{1AD7C872-02AB-401A-9482-BEAB2ED4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cycle-stage-title-0">
            <a:extLst xmlns:a="http://schemas.openxmlformats.org/drawingml/2006/main">
              <a:ext uri="{FF2B5EF4-FFF2-40B4-BE49-F238E27FC236}">
                <a16:creationId xmlns:a16="http://schemas.microsoft.com/office/drawing/2014/main" id="{50789224-A5F4-4800-864D-40BE12D1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1962750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收集问题</a:t>
            </a:r>
          </a:p>
        </p:txBody>
      </p:sp>
      <p:sp>
        <p:nvSpPr>
          <p:cNvPr id="21" name="cycle-stage-body-0">
            <a:extLst xmlns:a="http://schemas.openxmlformats.org/drawingml/2006/main">
              <a:ext uri="{FF2B5EF4-FFF2-40B4-BE49-F238E27FC236}">
                <a16:creationId xmlns:a16="http://schemas.microsoft.com/office/drawing/2014/main" id="{280931B1-9CDF-4960-A167-5EAAE587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284962"/>
            <a:ext cx="20955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记录本周反复遇到的困难</a:t>
            </a:r>
          </a:p>
        </p:txBody>
      </p:sp>
      <p:sp>
        <p:nvSpPr>
          <p:cNvPr id="22" name="cycle-stage-halo-1">
            <a:extLst xmlns:a="http://schemas.openxmlformats.org/drawingml/2006/main">
              <a:ext uri="{FF2B5EF4-FFF2-40B4-BE49-F238E27FC236}">
                <a16:creationId xmlns:a16="http://schemas.microsoft.com/office/drawing/2014/main" id="{48E4C2A2-2C1D-48F0-AB15-198C8CE6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cycle-stage-title-1">
            <a:extLst xmlns:a="http://schemas.openxmlformats.org/drawingml/2006/main">
              <a:ext uri="{FF2B5EF4-FFF2-40B4-BE49-F238E27FC236}">
                <a16:creationId xmlns:a16="http://schemas.microsoft.com/office/drawing/2014/main" id="{5CDDD84D-1395-4932-8300-1D34EAE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857823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选择一项</a:t>
            </a:r>
          </a:p>
        </p:txBody>
      </p:sp>
      <p:sp>
        <p:nvSpPr>
          <p:cNvPr id="24" name="cycle-stage-body-1">
            <a:extLst xmlns:a="http://schemas.openxmlformats.org/drawingml/2006/main">
              <a:ext uri="{FF2B5EF4-FFF2-40B4-BE49-F238E27FC236}">
                <a16:creationId xmlns:a16="http://schemas.microsoft.com/office/drawing/2014/main" id="{AF5F8873-1E63-455B-82E1-9B6CD311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180034"/>
            <a:ext cx="20955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结合影响与范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围，只定一件事</a:t>
            </a:r>
          </a:p>
        </p:txBody>
      </p:sp>
      <p:sp>
        <p:nvSpPr>
          <p:cNvPr id="25" name="cycle-stage-halo-2">
            <a:extLst xmlns:a="http://schemas.openxmlformats.org/drawingml/2006/main">
              <a:ext uri="{FF2B5EF4-FFF2-40B4-BE49-F238E27FC236}">
                <a16:creationId xmlns:a16="http://schemas.microsoft.com/office/drawing/2014/main" id="{26BFBFA9-D17A-43BB-A072-934D347A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cycle-stage-title-2">
            <a:extLst xmlns:a="http://schemas.openxmlformats.org/drawingml/2006/main">
              <a:ext uri="{FF2B5EF4-FFF2-40B4-BE49-F238E27FC236}">
                <a16:creationId xmlns:a16="http://schemas.microsoft.com/office/drawing/2014/main" id="{CFAF0068-B786-42E6-B867-F42497CE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353650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小范围试行</a:t>
            </a:r>
          </a:p>
        </p:txBody>
      </p:sp>
      <p:sp>
        <p:nvSpPr>
          <p:cNvPr id="27" name="cycle-stage-body-2">
            <a:extLst xmlns:a="http://schemas.openxmlformats.org/drawingml/2006/main">
              <a:ext uri="{FF2B5EF4-FFF2-40B4-BE49-F238E27FC236}">
                <a16:creationId xmlns:a16="http://schemas.microsoft.com/office/drawing/2014/main" id="{20648689-D409-42D6-8F5C-3B04D08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675862"/>
            <a:ext cx="20955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自愿成员在约定场景尝试</a:t>
            </a:r>
          </a:p>
        </p:txBody>
      </p:sp>
      <p:sp>
        <p:nvSpPr>
          <p:cNvPr id="28" name="cycle-stage-halo-3">
            <a:extLst xmlns:a="http://schemas.openxmlformats.org/drawingml/2006/main">
              <a:ext uri="{FF2B5EF4-FFF2-40B4-BE49-F238E27FC236}">
                <a16:creationId xmlns:a16="http://schemas.microsoft.com/office/drawing/2014/main" id="{78779063-2404-4F2C-A88F-D19E1EB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cycle-stage-title-3">
            <a:extLst xmlns:a="http://schemas.openxmlformats.org/drawingml/2006/main">
              <a:ext uri="{FF2B5EF4-FFF2-40B4-BE49-F238E27FC236}">
                <a16:creationId xmlns:a16="http://schemas.microsoft.com/office/drawing/2014/main" id="{6D550E3B-BF13-4E2B-A7D1-37A93F8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353650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复盘结果</a:t>
            </a:r>
          </a:p>
        </p:txBody>
      </p:sp>
      <p:sp>
        <p:nvSpPr>
          <p:cNvPr id="30" name="cycle-stage-body-3">
            <a:extLst xmlns:a="http://schemas.openxmlformats.org/drawingml/2006/main">
              <a:ext uri="{FF2B5EF4-FFF2-40B4-BE49-F238E27FC236}">
                <a16:creationId xmlns:a16="http://schemas.microsoft.com/office/drawing/2014/main" id="{CBFB9DC9-D828-4142-B555-D663E5FB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675862"/>
            <a:ext cx="20955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记录有效做法与新增负担</a:t>
            </a:r>
          </a:p>
        </p:txBody>
      </p:sp>
      <p:sp>
        <p:nvSpPr>
          <p:cNvPr id="31" name="cycle-center-title">
            <a:extLst xmlns:a="http://schemas.openxmlformats.org/drawingml/2006/main">
              <a:ext uri="{FF2B5EF4-FFF2-40B4-BE49-F238E27FC236}">
                <a16:creationId xmlns:a16="http://schemas.microsoft.com/office/drawing/2014/main" id="{74A528F2-BD3A-418D-99C2-B5DB7E92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676355"/>
            <a:ext cx="2400300" cy="24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每周小改进</a:t>
            </a:r>
          </a:p>
        </p:txBody>
      </p:sp>
      <p:sp>
        <p:nvSpPr>
          <p:cNvPr id="32" name="cycle-center-body">
            <a:extLst xmlns:a="http://schemas.openxmlformats.org/drawingml/2006/main">
              <a:ext uri="{FF2B5EF4-FFF2-40B4-BE49-F238E27FC236}">
                <a16:creationId xmlns:a16="http://schemas.microsoft.com/office/drawing/2014/main" id="{96B7C8A4-4BAF-4846-9952-EBCA54CE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980259"/>
            <a:ext cx="2400300" cy="191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复盘问题进入下一轮</a:t>
            </a:r>
          </a:p>
        </p:txBody>
      </p:sp>
      <p:sp>
        <p:nvSpPr>
          <p:cNvPr id="33" name="cycle-stage-node-0">
            <a:extLst xmlns:a="http://schemas.openxmlformats.org/drawingml/2006/main">
              <a:ext uri="{FF2B5EF4-FFF2-40B4-BE49-F238E27FC236}">
                <a16:creationId xmlns:a16="http://schemas.microsoft.com/office/drawing/2014/main" id="{B3603AD3-0F8B-4DDB-A0EB-06F99E9F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F9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4" name="cycle-stage-node-1">
            <a:extLst xmlns:a="http://schemas.openxmlformats.org/drawingml/2006/main">
              <a:ext uri="{FF2B5EF4-FFF2-40B4-BE49-F238E27FC236}">
                <a16:creationId xmlns:a16="http://schemas.microsoft.com/office/drawing/2014/main" id="{3CD15D11-9F62-49AC-B305-B1ED0A9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4B2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5" name="cycle-stage-node-2">
            <a:extLst xmlns:a="http://schemas.openxmlformats.org/drawingml/2006/main">
              <a:ext uri="{FF2B5EF4-FFF2-40B4-BE49-F238E27FC236}">
                <a16:creationId xmlns:a16="http://schemas.microsoft.com/office/drawing/2014/main" id="{2A2E89A5-3A7C-47F9-AC4F-AB0ACFD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7C0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6" name="cycle-stage-node-3">
            <a:extLst xmlns:a="http://schemas.openxmlformats.org/drawingml/2006/main">
              <a:ext uri="{FF2B5EF4-FFF2-40B4-BE49-F238E27FC236}">
                <a16:creationId xmlns:a16="http://schemas.microsoft.com/office/drawing/2014/main" id="{97A3FA26-DF71-4811-B48E-356BD6D3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96C8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3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9A49769-692B-4801-BDE3-8FA56CA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复盘得到的问题与未解决事项，作为下一轮输入</a:t>
            </a:r>
          </a:p>
        </p:txBody>
      </p:sp>
      <p:sp>
        <p:nvSpPr>
          <p:cNvPr id="38" name="folio">
            <a:extLst xmlns:a="http://schemas.openxmlformats.org/drawingml/2006/main">
              <a:ext uri="{FF2B5EF4-FFF2-40B4-BE49-F238E27FC236}">
                <a16:creationId xmlns:a16="http://schemas.microsoft.com/office/drawing/2014/main" id="{BB4E314F-28A1-48E6-A64A-54088BE8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2937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5759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2026-09-06T10:34:47.2830000Z</dcterms:created>
  <dcterms:modified xsi:type="dcterms:W3CDTF">2026-09-06T10:34:47.2830000Z</dcterms:modified>
</coreProperties>
</file>