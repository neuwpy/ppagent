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2f618b202c4044" /><Relationship Type="http://schemas.openxmlformats.org/officeDocument/2006/relationships/extended-properties" Target="/docProps/app.xml" Id="Ra37c0c50d273483f" /><Relationship Type="http://schemas.openxmlformats.org/officeDocument/2006/relationships/officeDocument" Target="/ppt/presentation.xml" Id="R5b62ffcce47c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1f4f77f3ba4c4c"/>
  </p:sldMasterIdLst>
  <p:notesMasterIdLst>
    <p:notesMasterId xmlns:r="http://schemas.openxmlformats.org/officeDocument/2006/relationships" r:id="R4b94ef1aa83b4dba"/>
  </p:notesMasterIdLst>
  <p:sldIdLst>
    <p:sldId xmlns:r="http://schemas.openxmlformats.org/officeDocument/2006/relationships" id="256" r:id="Re478a718649248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d5a9c497f042d6" /><Relationship Type="http://schemas.openxmlformats.org/officeDocument/2006/relationships/slideMaster" Target="/ppt/slideMasters/slideMaster1.xml" Id="R5a1f4f77f3ba4c4c" /><Relationship Type="http://schemas.openxmlformats.org/officeDocument/2006/relationships/notesMaster" Target="/ppt/notesMasters/notesMaster1.xml" Id="R4b94ef1aa83b4dba" /><Relationship Type="http://schemas.openxmlformats.org/officeDocument/2006/relationships/presProps" Target="/ppt/presProps.xml" Id="Rb05d3507288b4ef3" /><Relationship Type="http://schemas.openxmlformats.org/officeDocument/2006/relationships/tableStyles" Target="/ppt/tableStyles.xml" Id="R7d82182f272e4b1a" /><Relationship Type="http://schemas.openxmlformats.org/officeDocument/2006/relationships/slide" Target="/ppt/slides/slide1.xml" Id="Re478a718649248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f288584fb947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7C473C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7C473C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4b5d4a1f004c9b" /><Relationship Type="http://schemas.openxmlformats.org/officeDocument/2006/relationships/notesMaster" Target="/ppt/notesMasters/notesMaster1.xml" Id="Ra5bc69380c624e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来源：experiments/neutral-structure-luna-batch-04/inputs/03-cycle.md。结构调用：cycle-racetrack-loop-005。页面规则：每轮只选择一项，试行可停止，未验证的新做法不强制推广；复盘问题回到下一轮的收集问题。结构文字样式按 neutral-editorial-001 / 杂志风角色适配。</a:t>
            </a:r>
          </a:p>
          <a:p xmlns:a="http://schemas.openxmlformats.org/drawingml/2006/main">
            <a:r>
              <a:t>本页检查记录见 evidence/qa.md。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d1c71e0634e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20258e33b44dad" /><Relationship Type="http://schemas.openxmlformats.org/officeDocument/2006/relationships/slideLayout" Target="/ppt/slideLayouts/slideLayout1.xml" Id="R633605c63c7c49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3605c63c7c49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7C473C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7C473C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dc1ed153f4b4f" /><Relationship Type="http://schemas.openxmlformats.org/officeDocument/2006/relationships/notesSlide" Target="/ppt/notesSlides/notesSlide1.xml" Id="R9c7bbcba712a45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44D1201E-9840-42A0-9179-95DCCB81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6C469F6E-CA91-4B15-A40D-AF9D4AE2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每周小改进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F29777C-E799-4F54-8ACF-CC670470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05150" y="647700"/>
            <a:ext cx="855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1E777A2A-C163-4255-B542-3BB47F29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四阶段依次运行，复盘问题回到下一周的“收集问题”</a:t>
            </a:r>
          </a:p>
        </p:txBody>
      </p:sp>
      <p:sp>
        <p:nvSpPr>
          <p:cNvPr id="5" name="scope-note">
            <a:extLst xmlns:a="http://schemas.openxmlformats.org/drawingml/2006/main">
              <a:ext uri="{FF2B5EF4-FFF2-40B4-BE49-F238E27FC236}">
                <a16:creationId xmlns:a16="http://schemas.microsoft.com/office/drawing/2014/main" id="{C161C3EC-6180-4544-92F8-FC8E2FA9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每轮只改一项 · 试行可停止 · 未验证不强制推广</a:t>
            </a:r>
          </a:p>
        </p:txBody>
      </p:sp>
      <p:sp>
        <p:nvSpPr>
          <p:cNvPr id="6" name="cycle-copy-band-top">
            <a:extLst xmlns:a="http://schemas.openxmlformats.org/drawingml/2006/main">
              <a:ext uri="{FF2B5EF4-FFF2-40B4-BE49-F238E27FC236}">
                <a16:creationId xmlns:a16="http://schemas.microsoft.com/office/drawing/2014/main" id="{38A64E5F-B776-4315-9401-76A3AD9C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11442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7" name="cycle-copy-band-bottom">
            <a:extLst xmlns:a="http://schemas.openxmlformats.org/drawingml/2006/main">
              <a:ext uri="{FF2B5EF4-FFF2-40B4-BE49-F238E27FC236}">
                <a16:creationId xmlns:a16="http://schemas.microsoft.com/office/drawing/2014/main" id="{7337EE29-2C5C-411F-8F3F-D1B1343D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972050"/>
            <a:ext cx="111442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8" name="cycle-track-halo">
            <a:extLst xmlns:a="http://schemas.openxmlformats.org/drawingml/2006/main">
              <a:ext uri="{FF2B5EF4-FFF2-40B4-BE49-F238E27FC236}">
                <a16:creationId xmlns:a16="http://schemas.microsoft.com/office/drawing/2014/main" id="{439FB400-1A4C-40EA-A542-4B33E994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1950">
            <a:solidFill>
              <a:srgbClr val="FFFFFF"/>
            </a:solidFill>
            <a:prstDash val="solid"/>
          </a:ln>
        </p:spPr>
      </p:sp>
      <p:sp>
        <p:nvSpPr>
          <p:cNvPr id="9" name="cycle-track-band">
            <a:extLst xmlns:a="http://schemas.openxmlformats.org/drawingml/2006/main">
              <a:ext uri="{FF2B5EF4-FFF2-40B4-BE49-F238E27FC236}">
                <a16:creationId xmlns:a16="http://schemas.microsoft.com/office/drawing/2014/main" id="{FEC79BCE-51D1-4A0A-92B9-9E1715A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25">
            <a:solidFill>
              <a:srgbClr val="F4ECEA"/>
            </a:solidFill>
            <a:prstDash val="solid"/>
          </a:ln>
        </p:spPr>
      </p:sp>
      <p:sp>
        <p:nvSpPr>
          <p:cNvPr id="10" name="cycle-track-line">
            <a:extLst xmlns:a="http://schemas.openxmlformats.org/drawingml/2006/main">
              <a:ext uri="{FF2B5EF4-FFF2-40B4-BE49-F238E27FC236}">
                <a16:creationId xmlns:a16="http://schemas.microsoft.com/office/drawing/2014/main" id="{19CB5A16-5935-487F-97E1-83878CEB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2948B"/>
            </a:solidFill>
            <a:prstDash val="solid"/>
          </a:ln>
        </p:spPr>
      </p:sp>
      <p:sp>
        <p:nvSpPr>
          <p:cNvPr id="11" name="cycle-arrow-forward">
            <a:extLst xmlns:a="http://schemas.openxmlformats.org/drawingml/2006/main">
              <a:ext uri="{FF2B5EF4-FFF2-40B4-BE49-F238E27FC236}">
                <a16:creationId xmlns:a16="http://schemas.microsoft.com/office/drawing/2014/main" id="{BC631205-18A5-4004-85BA-69E790C0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3790950"/>
            <a:ext cx="170250" cy="208998"/>
          </a:xfrm>
          <a:custGeom xmlns:a="http://schemas.openxmlformats.org/drawingml/2006/main">
            <a:pathLst>
              <a:path w="170250" h="208998">
                <a:moveTo>
                  <a:pt x="0" y="0"/>
                </a:moveTo>
                <a:lnTo>
                  <a:pt x="7163" y="17507"/>
                </a:lnTo>
                <a:lnTo>
                  <a:pt x="14326" y="35014"/>
                </a:lnTo>
                <a:lnTo>
                  <a:pt x="21488" y="52530"/>
                </a:lnTo>
                <a:lnTo>
                  <a:pt x="28651" y="70037"/>
                </a:lnTo>
                <a:lnTo>
                  <a:pt x="35814" y="87544"/>
                </a:lnTo>
                <a:lnTo>
                  <a:pt x="42977" y="105051"/>
                </a:lnTo>
                <a:lnTo>
                  <a:pt x="50140" y="122558"/>
                </a:lnTo>
                <a:lnTo>
                  <a:pt x="57302" y="140065"/>
                </a:lnTo>
                <a:lnTo>
                  <a:pt x="64465" y="157582"/>
                </a:lnTo>
                <a:lnTo>
                  <a:pt x="71628" y="175089"/>
                </a:lnTo>
                <a:lnTo>
                  <a:pt x="78791" y="192596"/>
                </a:lnTo>
                <a:lnTo>
                  <a:pt x="85954" y="208998"/>
                </a:lnTo>
                <a:lnTo>
                  <a:pt x="93116" y="191491"/>
                </a:lnTo>
                <a:lnTo>
                  <a:pt x="100279" y="173984"/>
                </a:lnTo>
                <a:lnTo>
                  <a:pt x="107442" y="156467"/>
                </a:lnTo>
                <a:lnTo>
                  <a:pt x="114605" y="138960"/>
                </a:lnTo>
                <a:lnTo>
                  <a:pt x="121768" y="121453"/>
                </a:lnTo>
                <a:lnTo>
                  <a:pt x="128930" y="103946"/>
                </a:lnTo>
                <a:lnTo>
                  <a:pt x="136093" y="86439"/>
                </a:lnTo>
                <a:lnTo>
                  <a:pt x="143256" y="68923"/>
                </a:lnTo>
                <a:lnTo>
                  <a:pt x="150419" y="51416"/>
                </a:lnTo>
                <a:lnTo>
                  <a:pt x="157582" y="33909"/>
                </a:lnTo>
                <a:lnTo>
                  <a:pt x="164744" y="16402"/>
                </a:lnTo>
                <a:lnTo>
                  <a:pt x="170250" y="0"/>
                </a:lnTo>
                <a:lnTo>
                  <a:pt x="151333" y="0"/>
                </a:lnTo>
                <a:lnTo>
                  <a:pt x="132417" y="0"/>
                </a:lnTo>
                <a:lnTo>
                  <a:pt x="113500" y="0"/>
                </a:lnTo>
                <a:lnTo>
                  <a:pt x="94583" y="0"/>
                </a:lnTo>
                <a:lnTo>
                  <a:pt x="75667" y="0"/>
                </a:lnTo>
                <a:lnTo>
                  <a:pt x="56750" y="0"/>
                </a:lnTo>
                <a:lnTo>
                  <a:pt x="37833" y="0"/>
                </a:lnTo>
                <a:lnTo>
                  <a:pt x="1891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cycle-arrow-return">
            <a:extLst xmlns:a="http://schemas.openxmlformats.org/drawingml/2006/main">
              <a:ext uri="{FF2B5EF4-FFF2-40B4-BE49-F238E27FC236}">
                <a16:creationId xmlns:a16="http://schemas.microsoft.com/office/drawing/2014/main" id="{F5142D38-19F5-44CB-A488-B556A03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3848652"/>
            <a:ext cx="170250" cy="208998"/>
          </a:xfrm>
          <a:custGeom xmlns:a="http://schemas.openxmlformats.org/drawingml/2006/main">
            <a:pathLst>
              <a:path w="170250" h="208998">
                <a:moveTo>
                  <a:pt x="0" y="208998"/>
                </a:moveTo>
                <a:lnTo>
                  <a:pt x="7163" y="191491"/>
                </a:lnTo>
                <a:lnTo>
                  <a:pt x="14326" y="173984"/>
                </a:lnTo>
                <a:lnTo>
                  <a:pt x="21488" y="156467"/>
                </a:lnTo>
                <a:lnTo>
                  <a:pt x="28651" y="138960"/>
                </a:lnTo>
                <a:lnTo>
                  <a:pt x="35814" y="121453"/>
                </a:lnTo>
                <a:lnTo>
                  <a:pt x="42977" y="103946"/>
                </a:lnTo>
                <a:lnTo>
                  <a:pt x="50140" y="86439"/>
                </a:lnTo>
                <a:lnTo>
                  <a:pt x="57302" y="68923"/>
                </a:lnTo>
                <a:lnTo>
                  <a:pt x="64465" y="51416"/>
                </a:lnTo>
                <a:lnTo>
                  <a:pt x="71628" y="33909"/>
                </a:lnTo>
                <a:lnTo>
                  <a:pt x="78791" y="16402"/>
                </a:lnTo>
                <a:lnTo>
                  <a:pt x="85954" y="0"/>
                </a:lnTo>
                <a:lnTo>
                  <a:pt x="93116" y="17507"/>
                </a:lnTo>
                <a:lnTo>
                  <a:pt x="100279" y="35014"/>
                </a:lnTo>
                <a:lnTo>
                  <a:pt x="107442" y="52530"/>
                </a:lnTo>
                <a:lnTo>
                  <a:pt x="114605" y="70037"/>
                </a:lnTo>
                <a:lnTo>
                  <a:pt x="121768" y="87544"/>
                </a:lnTo>
                <a:lnTo>
                  <a:pt x="128930" y="105051"/>
                </a:lnTo>
                <a:lnTo>
                  <a:pt x="136093" y="122558"/>
                </a:lnTo>
                <a:lnTo>
                  <a:pt x="143256" y="140065"/>
                </a:lnTo>
                <a:lnTo>
                  <a:pt x="150419" y="157582"/>
                </a:lnTo>
                <a:lnTo>
                  <a:pt x="157582" y="175089"/>
                </a:lnTo>
                <a:lnTo>
                  <a:pt x="164744" y="192596"/>
                </a:lnTo>
                <a:lnTo>
                  <a:pt x="170250" y="208998"/>
                </a:lnTo>
                <a:lnTo>
                  <a:pt x="151333" y="208998"/>
                </a:lnTo>
                <a:lnTo>
                  <a:pt x="132417" y="208998"/>
                </a:lnTo>
                <a:lnTo>
                  <a:pt x="113500" y="208998"/>
                </a:lnTo>
                <a:lnTo>
                  <a:pt x="94583" y="208998"/>
                </a:lnTo>
                <a:lnTo>
                  <a:pt x="75667" y="208998"/>
                </a:lnTo>
                <a:lnTo>
                  <a:pt x="56750" y="208998"/>
                </a:lnTo>
                <a:lnTo>
                  <a:pt x="37833" y="208998"/>
                </a:lnTo>
                <a:lnTo>
                  <a:pt x="18917" y="208998"/>
                </a:lnTo>
                <a:lnTo>
                  <a:pt x="0" y="208998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cycle-center-halo">
            <a:extLst xmlns:a="http://schemas.openxmlformats.org/drawingml/2006/main">
              <a:ext uri="{FF2B5EF4-FFF2-40B4-BE49-F238E27FC236}">
                <a16:creationId xmlns:a16="http://schemas.microsoft.com/office/drawing/2014/main" id="{72536367-58CB-4658-9C04-8134BE4B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533775"/>
            <a:ext cx="30480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cycle-stage-connector-0">
            <a:extLst xmlns:a="http://schemas.openxmlformats.org/drawingml/2006/main">
              <a:ext uri="{FF2B5EF4-FFF2-40B4-BE49-F238E27FC236}">
                <a16:creationId xmlns:a16="http://schemas.microsoft.com/office/drawing/2014/main" id="{D9148C4F-D3D6-43F5-B10E-36681804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2762250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ycle-stage-connector-1">
            <a:extLst xmlns:a="http://schemas.openxmlformats.org/drawingml/2006/main">
              <a:ext uri="{FF2B5EF4-FFF2-40B4-BE49-F238E27FC236}">
                <a16:creationId xmlns:a16="http://schemas.microsoft.com/office/drawing/2014/main" id="{B2ABA702-F213-495E-8D99-43614817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762250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ycle-stage-connector-2">
            <a:extLst xmlns:a="http://schemas.openxmlformats.org/drawingml/2006/main">
              <a:ext uri="{FF2B5EF4-FFF2-40B4-BE49-F238E27FC236}">
                <a16:creationId xmlns:a16="http://schemas.microsoft.com/office/drawing/2014/main" id="{62D1A502-3FE8-4B8E-9EB7-73EC57C0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4905375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ycle-stage-connector-3">
            <a:extLst xmlns:a="http://schemas.openxmlformats.org/drawingml/2006/main">
              <a:ext uri="{FF2B5EF4-FFF2-40B4-BE49-F238E27FC236}">
                <a16:creationId xmlns:a16="http://schemas.microsoft.com/office/drawing/2014/main" id="{30291BF9-A3FD-4207-A428-6794A282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4905375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FC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ycle-center-surface">
            <a:extLst xmlns:a="http://schemas.openxmlformats.org/drawingml/2006/main">
              <a:ext uri="{FF2B5EF4-FFF2-40B4-BE49-F238E27FC236}">
                <a16:creationId xmlns:a16="http://schemas.microsoft.com/office/drawing/2014/main" id="{3E706E39-E58F-455D-ACAA-01740E07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3629025"/>
            <a:ext cx="2857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cycle-stage-halo-0">
            <a:extLst xmlns:a="http://schemas.openxmlformats.org/drawingml/2006/main">
              <a:ext uri="{FF2B5EF4-FFF2-40B4-BE49-F238E27FC236}">
                <a16:creationId xmlns:a16="http://schemas.microsoft.com/office/drawing/2014/main" id="{00BDB4C7-200C-4AAF-BF57-60BAF9AF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28670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cycle-stage-title-0">
            <a:extLst xmlns:a="http://schemas.openxmlformats.org/drawingml/2006/main">
              <a:ext uri="{FF2B5EF4-FFF2-40B4-BE49-F238E27FC236}">
                <a16:creationId xmlns:a16="http://schemas.microsoft.com/office/drawing/2014/main" id="{56577EF2-0CFA-4E7D-8043-02907ED3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010813"/>
            <a:ext cx="20955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收集问题</a:t>
            </a:r>
          </a:p>
        </p:txBody>
      </p:sp>
      <p:sp>
        <p:nvSpPr>
          <p:cNvPr id="21" name="cycle-stage-body-0">
            <a:extLst xmlns:a="http://schemas.openxmlformats.org/drawingml/2006/main">
              <a:ext uri="{FF2B5EF4-FFF2-40B4-BE49-F238E27FC236}">
                <a16:creationId xmlns:a16="http://schemas.microsoft.com/office/drawing/2014/main" id="{AD309E9A-F869-433A-BA90-5C176F87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255787"/>
            <a:ext cx="209550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记录本周反复遇到的困难</a:t>
            </a:r>
          </a:p>
        </p:txBody>
      </p:sp>
      <p:sp>
        <p:nvSpPr>
          <p:cNvPr id="22" name="cycle-stage-halo-1">
            <a:extLst xmlns:a="http://schemas.openxmlformats.org/drawingml/2006/main">
              <a:ext uri="{FF2B5EF4-FFF2-40B4-BE49-F238E27FC236}">
                <a16:creationId xmlns:a16="http://schemas.microsoft.com/office/drawing/2014/main" id="{A2BAE015-7210-45C7-8CE2-B2558814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28670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cycle-stage-title-1">
            <a:extLst xmlns:a="http://schemas.openxmlformats.org/drawingml/2006/main">
              <a:ext uri="{FF2B5EF4-FFF2-40B4-BE49-F238E27FC236}">
                <a16:creationId xmlns:a16="http://schemas.microsoft.com/office/drawing/2014/main" id="{C5084D7A-0189-4358-A8AF-CEC11111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915420"/>
            <a:ext cx="20955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选择一项</a:t>
            </a:r>
          </a:p>
        </p:txBody>
      </p:sp>
      <p:sp>
        <p:nvSpPr>
          <p:cNvPr id="24" name="cycle-stage-body-1">
            <a:extLst xmlns:a="http://schemas.openxmlformats.org/drawingml/2006/main">
              <a:ext uri="{FF2B5EF4-FFF2-40B4-BE49-F238E27FC236}">
                <a16:creationId xmlns:a16="http://schemas.microsoft.com/office/drawing/2014/main" id="{CF3D6AB8-BB0C-44DF-A97F-9ADC0B17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160394"/>
            <a:ext cx="2095500" cy="381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结合影响与范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围，只定一件事</a:t>
            </a:r>
          </a:p>
        </p:txBody>
      </p:sp>
      <p:sp>
        <p:nvSpPr>
          <p:cNvPr id="25" name="cycle-stage-halo-2">
            <a:extLst xmlns:a="http://schemas.openxmlformats.org/drawingml/2006/main">
              <a:ext uri="{FF2B5EF4-FFF2-40B4-BE49-F238E27FC236}">
                <a16:creationId xmlns:a16="http://schemas.microsoft.com/office/drawing/2014/main" id="{F567ECE2-9112-45CD-A580-AB9BCB6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4238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cycle-stage-title-2">
            <a:extLst xmlns:a="http://schemas.openxmlformats.org/drawingml/2006/main">
              <a:ext uri="{FF2B5EF4-FFF2-40B4-BE49-F238E27FC236}">
                <a16:creationId xmlns:a16="http://schemas.microsoft.com/office/drawing/2014/main" id="{9EBC9CF9-D5B7-47F0-B46B-301AE405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401713"/>
            <a:ext cx="20955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小范围试行</a:t>
            </a:r>
          </a:p>
        </p:txBody>
      </p:sp>
      <p:sp>
        <p:nvSpPr>
          <p:cNvPr id="27" name="cycle-stage-body-2">
            <a:extLst xmlns:a="http://schemas.openxmlformats.org/drawingml/2006/main">
              <a:ext uri="{FF2B5EF4-FFF2-40B4-BE49-F238E27FC236}">
                <a16:creationId xmlns:a16="http://schemas.microsoft.com/office/drawing/2014/main" id="{D90DDBCD-FD2C-41E7-BD96-DB387FB4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646687"/>
            <a:ext cx="209550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自愿成员在约定场景尝试</a:t>
            </a:r>
          </a:p>
        </p:txBody>
      </p:sp>
      <p:sp>
        <p:nvSpPr>
          <p:cNvPr id="28" name="cycle-stage-halo-3">
            <a:extLst xmlns:a="http://schemas.openxmlformats.org/drawingml/2006/main">
              <a:ext uri="{FF2B5EF4-FFF2-40B4-BE49-F238E27FC236}">
                <a16:creationId xmlns:a16="http://schemas.microsoft.com/office/drawing/2014/main" id="{2D78C542-F5EE-4DF0-A680-CF44DB20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238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cycle-stage-title-3">
            <a:extLst xmlns:a="http://schemas.openxmlformats.org/drawingml/2006/main">
              <a:ext uri="{FF2B5EF4-FFF2-40B4-BE49-F238E27FC236}">
                <a16:creationId xmlns:a16="http://schemas.microsoft.com/office/drawing/2014/main" id="{FEA8B7A1-4AF6-4022-8D21-961CE228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5401713"/>
            <a:ext cx="20955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复盘结果</a:t>
            </a:r>
          </a:p>
        </p:txBody>
      </p:sp>
      <p:sp>
        <p:nvSpPr>
          <p:cNvPr id="30" name="cycle-stage-body-3">
            <a:extLst xmlns:a="http://schemas.openxmlformats.org/drawingml/2006/main">
              <a:ext uri="{FF2B5EF4-FFF2-40B4-BE49-F238E27FC236}">
                <a16:creationId xmlns:a16="http://schemas.microsoft.com/office/drawing/2014/main" id="{23298770-47A8-4BFB-9865-D4B22B30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5646687"/>
            <a:ext cx="209550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记录有效做法与新增负担</a:t>
            </a:r>
          </a:p>
        </p:txBody>
      </p:sp>
      <p:sp>
        <p:nvSpPr>
          <p:cNvPr id="31" name="cycle-center-title">
            <a:extLst xmlns:a="http://schemas.openxmlformats.org/drawingml/2006/main">
              <a:ext uri="{FF2B5EF4-FFF2-40B4-BE49-F238E27FC236}">
                <a16:creationId xmlns:a16="http://schemas.microsoft.com/office/drawing/2014/main" id="{DD6F27B1-2987-4BB6-8056-C7C2F11E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700310"/>
            <a:ext cx="2400300" cy="215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每周小改进</a:t>
            </a:r>
          </a:p>
        </p:txBody>
      </p:sp>
      <p:sp>
        <p:nvSpPr>
          <p:cNvPr id="32" name="cycle-center-body">
            <a:extLst xmlns:a="http://schemas.openxmlformats.org/drawingml/2006/main">
              <a:ext uri="{FF2B5EF4-FFF2-40B4-BE49-F238E27FC236}">
                <a16:creationId xmlns:a16="http://schemas.microsoft.com/office/drawing/2014/main" id="{92B16A63-9B6F-4974-A38F-CAAFE276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973411"/>
            <a:ext cx="2400300" cy="174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复盘问题进入下一轮</a:t>
            </a:r>
          </a:p>
        </p:txBody>
      </p:sp>
      <p:sp>
        <p:nvSpPr>
          <p:cNvPr id="33" name="cycle-stage-node-0">
            <a:extLst xmlns:a="http://schemas.openxmlformats.org/drawingml/2006/main">
              <a:ext uri="{FF2B5EF4-FFF2-40B4-BE49-F238E27FC236}">
                <a16:creationId xmlns:a16="http://schemas.microsoft.com/office/drawing/2014/main" id="{83F7A0F5-15E1-4C5B-A445-ADE09697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4" name="cycle-stage-node-1">
            <a:extLst xmlns:a="http://schemas.openxmlformats.org/drawingml/2006/main">
              <a:ext uri="{FF2B5EF4-FFF2-40B4-BE49-F238E27FC236}">
                <a16:creationId xmlns:a16="http://schemas.microsoft.com/office/drawing/2014/main" id="{207AE12C-C2E3-49A7-8184-668BA055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5" name="cycle-stage-node-2">
            <a:extLst xmlns:a="http://schemas.openxmlformats.org/drawingml/2006/main">
              <a:ext uri="{FF2B5EF4-FFF2-40B4-BE49-F238E27FC236}">
                <a16:creationId xmlns:a16="http://schemas.microsoft.com/office/drawing/2014/main" id="{64268777-B437-4274-BBB0-C752BD83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43148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6" name="cycle-stage-node-3">
            <a:extLst xmlns:a="http://schemas.openxmlformats.org/drawingml/2006/main">
              <a:ext uri="{FF2B5EF4-FFF2-40B4-BE49-F238E27FC236}">
                <a16:creationId xmlns:a16="http://schemas.microsoft.com/office/drawing/2014/main" id="{D90AC2B8-50AA-4607-8538-4F6C1FAD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43148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3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AA9DBF1A-871D-46C9-B30C-C8C52450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复盘得到的问题与未解决事项，作为下一轮输入</a:t>
            </a:r>
          </a:p>
        </p:txBody>
      </p:sp>
      <p:sp>
        <p:nvSpPr>
          <p:cNvPr id="38" name="folio">
            <a:extLst xmlns:a="http://schemas.openxmlformats.org/drawingml/2006/main">
              <a:ext uri="{FF2B5EF4-FFF2-40B4-BE49-F238E27FC236}">
                <a16:creationId xmlns:a16="http://schemas.microsoft.com/office/drawing/2014/main" id="{1211203F-3F6A-43BF-9735-607E4B9B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29375"/>
            <a:ext cx="352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8803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7C473C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7C473C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2026-09-06T10:36:00.1670000Z</dcterms:created>
  <dcterms:modified xsi:type="dcterms:W3CDTF">2026-09-06T10:36:00.1680000Z</dcterms:modified>
</coreProperties>
</file>