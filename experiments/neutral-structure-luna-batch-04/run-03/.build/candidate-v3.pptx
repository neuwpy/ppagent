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16bba0b5a417f" /><Relationship Type="http://schemas.openxmlformats.org/officeDocument/2006/relationships/extended-properties" Target="/docProps/app.xml" Id="R7729a356373e44ca" /><Relationship Type="http://schemas.openxmlformats.org/officeDocument/2006/relationships/officeDocument" Target="/ppt/presentation.xml" Id="R8274983e431741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422636ab6a49c3"/>
  </p:sldMasterIdLst>
  <p:notesMasterIdLst>
    <p:notesMasterId xmlns:r="http://schemas.openxmlformats.org/officeDocument/2006/relationships" r:id="R3f1342195dff4bb2"/>
  </p:notesMasterIdLst>
  <p:sldIdLst>
    <p:sldId xmlns:r="http://schemas.openxmlformats.org/officeDocument/2006/relationships" id="256" r:id="R4b898bbc28994e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bc459ef75a4821" /><Relationship Type="http://schemas.openxmlformats.org/officeDocument/2006/relationships/slideMaster" Target="/ppt/slideMasters/slideMaster1.xml" Id="R8e422636ab6a49c3" /><Relationship Type="http://schemas.openxmlformats.org/officeDocument/2006/relationships/notesMaster" Target="/ppt/notesMasters/notesMaster1.xml" Id="R3f1342195dff4bb2" /><Relationship Type="http://schemas.openxmlformats.org/officeDocument/2006/relationships/presProps" Target="/ppt/presProps.xml" Id="Rd63165617ef84af0" /><Relationship Type="http://schemas.openxmlformats.org/officeDocument/2006/relationships/tableStyles" Target="/ppt/tableStyles.xml" Id="R866aa1bcc3d648f7" /><Relationship Type="http://schemas.openxmlformats.org/officeDocument/2006/relationships/slide" Target="/ppt/slides/slide1.xml" Id="R4b898bbc28994e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308ba8112047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7C473C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7C473C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544ff4d5842a5" /><Relationship Type="http://schemas.openxmlformats.org/officeDocument/2006/relationships/notesMaster" Target="/ppt/notesMasters/notesMaster1.xml" Id="R098914add9d7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来源：experiments/neutral-structure-luna-batch-04/inputs/03-cycle.md。结构调用：cycle-racetrack-loop-005。页面规则：每轮只选择一项，试行可停止，未验证的新做法不强制推广；复盘问题回到下一轮的收集问题。结构文字样式按 neutral-editorial-001 / 杂志风角色适配。</a:t>
            </a:r>
          </a:p>
          <a:p xmlns:a="http://schemas.openxmlformats.org/drawingml/2006/main">
            <a:r>
              <a:t>本页检查记录见 evidence/qa.md。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1ed5d3ac441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ceac6987334d17" /><Relationship Type="http://schemas.openxmlformats.org/officeDocument/2006/relationships/slideLayout" Target="/ppt/slideLayouts/slideLayout1.xml" Id="R87dc618e17364f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dc618e1736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7C473C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7C473C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356dedcf48d4" /><Relationship Type="http://schemas.openxmlformats.org/officeDocument/2006/relationships/notesSlide" Target="/ppt/notesSlides/notesSlide1.xml" Id="R076bfa60fa6e4b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80B8B177-55C7-40AF-8C3E-058F594C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EF466FE6-5174-4E85-90DF-887FDCF2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每周小改进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170D352-D4AB-4269-9BAA-8405266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5150" y="64770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452BDBF8-D7E0-4639-B0F8-CED7347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四阶段依次运行，复盘问题回到下一周的“收集问题”</a:t>
            </a:r>
          </a:p>
        </p:txBody>
      </p:sp>
      <p:sp>
        <p:nvSpPr>
          <p:cNvPr id="5" name="scope-note">
            <a:extLst xmlns:a="http://schemas.openxmlformats.org/drawingml/2006/main">
              <a:ext uri="{FF2B5EF4-FFF2-40B4-BE49-F238E27FC236}">
                <a16:creationId xmlns:a16="http://schemas.microsoft.com/office/drawing/2014/main" id="{99749A12-804B-4A12-8583-19E9DA37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每轮只改一项 · 试行可停止 · 未验证不强制推广</a:t>
            </a:r>
          </a:p>
        </p:txBody>
      </p:sp>
      <p:sp>
        <p:nvSpPr>
          <p:cNvPr id="6" name="cycle-copy-band-top">
            <a:extLst xmlns:a="http://schemas.openxmlformats.org/drawingml/2006/main">
              <a:ext uri="{FF2B5EF4-FFF2-40B4-BE49-F238E27FC236}">
                <a16:creationId xmlns:a16="http://schemas.microsoft.com/office/drawing/2014/main" id="{4CEA704C-BAE7-40AD-8BB6-B87A3351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7" name="cycle-copy-band-bottom">
            <a:extLst xmlns:a="http://schemas.openxmlformats.org/drawingml/2006/main">
              <a:ext uri="{FF2B5EF4-FFF2-40B4-BE49-F238E27FC236}">
                <a16:creationId xmlns:a16="http://schemas.microsoft.com/office/drawing/2014/main" id="{75C5EDEC-FA44-41AB-9510-F3BFE73A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9720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8" name="cycle-track-halo">
            <a:extLst xmlns:a="http://schemas.openxmlformats.org/drawingml/2006/main">
              <a:ext uri="{FF2B5EF4-FFF2-40B4-BE49-F238E27FC236}">
                <a16:creationId xmlns:a16="http://schemas.microsoft.com/office/drawing/2014/main" id="{35635D38-5C01-49DF-A855-267E0BCE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0">
            <a:solidFill>
              <a:srgbClr val="FFFFFF"/>
            </a:solidFill>
            <a:prstDash val="solid"/>
          </a:ln>
        </p:spPr>
      </p:sp>
      <p:sp>
        <p:nvSpPr>
          <p:cNvPr id="9" name="cycle-track-band">
            <a:extLst xmlns:a="http://schemas.openxmlformats.org/drawingml/2006/main">
              <a:ext uri="{FF2B5EF4-FFF2-40B4-BE49-F238E27FC236}">
                <a16:creationId xmlns:a16="http://schemas.microsoft.com/office/drawing/2014/main" id="{43822E0C-68CE-45CF-8409-418C500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5">
            <a:solidFill>
              <a:srgbClr val="F4ECEA"/>
            </a:solidFill>
            <a:prstDash val="solid"/>
          </a:ln>
        </p:spPr>
      </p:sp>
      <p:sp>
        <p:nvSpPr>
          <p:cNvPr id="10" name="cycle-track-line">
            <a:extLst xmlns:a="http://schemas.openxmlformats.org/drawingml/2006/main">
              <a:ext uri="{FF2B5EF4-FFF2-40B4-BE49-F238E27FC236}">
                <a16:creationId xmlns:a16="http://schemas.microsoft.com/office/drawing/2014/main" id="{6F6EC2AE-99FE-4796-A77D-13376D45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2948B"/>
            </a:solidFill>
            <a:prstDash val="solid"/>
          </a:ln>
        </p:spPr>
      </p:sp>
      <p:sp>
        <p:nvSpPr>
          <p:cNvPr id="11" name="cycle-arrow-forward">
            <a:extLst xmlns:a="http://schemas.openxmlformats.org/drawingml/2006/main">
              <a:ext uri="{FF2B5EF4-FFF2-40B4-BE49-F238E27FC236}">
                <a16:creationId xmlns:a16="http://schemas.microsoft.com/office/drawing/2014/main" id="{8BB8DBCE-75DA-4464-816F-6A4C1D2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3790950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0"/>
                </a:moveTo>
                <a:lnTo>
                  <a:pt x="7163" y="17507"/>
                </a:lnTo>
                <a:lnTo>
                  <a:pt x="14326" y="35014"/>
                </a:lnTo>
                <a:lnTo>
                  <a:pt x="21488" y="52530"/>
                </a:lnTo>
                <a:lnTo>
                  <a:pt x="28651" y="70037"/>
                </a:lnTo>
                <a:lnTo>
                  <a:pt x="35814" y="87544"/>
                </a:lnTo>
                <a:lnTo>
                  <a:pt x="42977" y="105051"/>
                </a:lnTo>
                <a:lnTo>
                  <a:pt x="50140" y="122558"/>
                </a:lnTo>
                <a:lnTo>
                  <a:pt x="57302" y="140065"/>
                </a:lnTo>
                <a:lnTo>
                  <a:pt x="64465" y="157582"/>
                </a:lnTo>
                <a:lnTo>
                  <a:pt x="71628" y="175089"/>
                </a:lnTo>
                <a:lnTo>
                  <a:pt x="78791" y="192596"/>
                </a:lnTo>
                <a:lnTo>
                  <a:pt x="85954" y="208998"/>
                </a:lnTo>
                <a:lnTo>
                  <a:pt x="93116" y="191491"/>
                </a:lnTo>
                <a:lnTo>
                  <a:pt x="100279" y="173984"/>
                </a:lnTo>
                <a:lnTo>
                  <a:pt x="107442" y="156467"/>
                </a:lnTo>
                <a:lnTo>
                  <a:pt x="114605" y="138960"/>
                </a:lnTo>
                <a:lnTo>
                  <a:pt x="121768" y="121453"/>
                </a:lnTo>
                <a:lnTo>
                  <a:pt x="128930" y="103946"/>
                </a:lnTo>
                <a:lnTo>
                  <a:pt x="136093" y="86439"/>
                </a:lnTo>
                <a:lnTo>
                  <a:pt x="143256" y="68923"/>
                </a:lnTo>
                <a:lnTo>
                  <a:pt x="150419" y="51416"/>
                </a:lnTo>
                <a:lnTo>
                  <a:pt x="157582" y="33909"/>
                </a:lnTo>
                <a:lnTo>
                  <a:pt x="164744" y="16402"/>
                </a:lnTo>
                <a:lnTo>
                  <a:pt x="170250" y="0"/>
                </a:lnTo>
                <a:lnTo>
                  <a:pt x="151333" y="0"/>
                </a:lnTo>
                <a:lnTo>
                  <a:pt x="132417" y="0"/>
                </a:lnTo>
                <a:lnTo>
                  <a:pt x="113500" y="0"/>
                </a:lnTo>
                <a:lnTo>
                  <a:pt x="94583" y="0"/>
                </a:lnTo>
                <a:lnTo>
                  <a:pt x="75667" y="0"/>
                </a:lnTo>
                <a:lnTo>
                  <a:pt x="56750" y="0"/>
                </a:lnTo>
                <a:lnTo>
                  <a:pt x="37833" y="0"/>
                </a:lnTo>
                <a:lnTo>
                  <a:pt x="189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cycle-arrow-return">
            <a:extLst xmlns:a="http://schemas.openxmlformats.org/drawingml/2006/main">
              <a:ext uri="{FF2B5EF4-FFF2-40B4-BE49-F238E27FC236}">
                <a16:creationId xmlns:a16="http://schemas.microsoft.com/office/drawing/2014/main" id="{A2988874-7BFC-4E9A-8669-7F7DEA0E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3848652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208998"/>
                </a:moveTo>
                <a:lnTo>
                  <a:pt x="7163" y="191491"/>
                </a:lnTo>
                <a:lnTo>
                  <a:pt x="14326" y="173984"/>
                </a:lnTo>
                <a:lnTo>
                  <a:pt x="21488" y="156467"/>
                </a:lnTo>
                <a:lnTo>
                  <a:pt x="28651" y="138960"/>
                </a:lnTo>
                <a:lnTo>
                  <a:pt x="35814" y="121453"/>
                </a:lnTo>
                <a:lnTo>
                  <a:pt x="42977" y="103946"/>
                </a:lnTo>
                <a:lnTo>
                  <a:pt x="50140" y="86439"/>
                </a:lnTo>
                <a:lnTo>
                  <a:pt x="57302" y="68923"/>
                </a:lnTo>
                <a:lnTo>
                  <a:pt x="64465" y="51416"/>
                </a:lnTo>
                <a:lnTo>
                  <a:pt x="71628" y="33909"/>
                </a:lnTo>
                <a:lnTo>
                  <a:pt x="78791" y="16402"/>
                </a:lnTo>
                <a:lnTo>
                  <a:pt x="85954" y="0"/>
                </a:lnTo>
                <a:lnTo>
                  <a:pt x="93116" y="17507"/>
                </a:lnTo>
                <a:lnTo>
                  <a:pt x="100279" y="35014"/>
                </a:lnTo>
                <a:lnTo>
                  <a:pt x="107442" y="52530"/>
                </a:lnTo>
                <a:lnTo>
                  <a:pt x="114605" y="70037"/>
                </a:lnTo>
                <a:lnTo>
                  <a:pt x="121768" y="87544"/>
                </a:lnTo>
                <a:lnTo>
                  <a:pt x="128930" y="105051"/>
                </a:lnTo>
                <a:lnTo>
                  <a:pt x="136093" y="122558"/>
                </a:lnTo>
                <a:lnTo>
                  <a:pt x="143256" y="140065"/>
                </a:lnTo>
                <a:lnTo>
                  <a:pt x="150419" y="157582"/>
                </a:lnTo>
                <a:lnTo>
                  <a:pt x="157582" y="175089"/>
                </a:lnTo>
                <a:lnTo>
                  <a:pt x="164744" y="192596"/>
                </a:lnTo>
                <a:lnTo>
                  <a:pt x="170250" y="208998"/>
                </a:lnTo>
                <a:lnTo>
                  <a:pt x="151333" y="208998"/>
                </a:lnTo>
                <a:lnTo>
                  <a:pt x="132417" y="208998"/>
                </a:lnTo>
                <a:lnTo>
                  <a:pt x="113500" y="208998"/>
                </a:lnTo>
                <a:lnTo>
                  <a:pt x="94583" y="208998"/>
                </a:lnTo>
                <a:lnTo>
                  <a:pt x="75667" y="208998"/>
                </a:lnTo>
                <a:lnTo>
                  <a:pt x="56750" y="208998"/>
                </a:lnTo>
                <a:lnTo>
                  <a:pt x="37833" y="208998"/>
                </a:lnTo>
                <a:lnTo>
                  <a:pt x="18917" y="208998"/>
                </a:lnTo>
                <a:lnTo>
                  <a:pt x="0" y="208998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cycle-center-halo">
            <a:extLst xmlns:a="http://schemas.openxmlformats.org/drawingml/2006/main">
              <a:ext uri="{FF2B5EF4-FFF2-40B4-BE49-F238E27FC236}">
                <a16:creationId xmlns:a16="http://schemas.microsoft.com/office/drawing/2014/main" id="{C4C290B9-1C7F-4A7B-B64B-3EF2481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533775"/>
            <a:ext cx="30480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cycle-stage-connector-0">
            <a:extLst xmlns:a="http://schemas.openxmlformats.org/drawingml/2006/main">
              <a:ext uri="{FF2B5EF4-FFF2-40B4-BE49-F238E27FC236}">
                <a16:creationId xmlns:a16="http://schemas.microsoft.com/office/drawing/2014/main" id="{4BD36460-132F-44D6-9745-CAB8B3C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ycle-stage-connector-1">
            <a:extLst xmlns:a="http://schemas.openxmlformats.org/drawingml/2006/main">
              <a:ext uri="{FF2B5EF4-FFF2-40B4-BE49-F238E27FC236}">
                <a16:creationId xmlns:a16="http://schemas.microsoft.com/office/drawing/2014/main" id="{59BD29AC-3A5A-4A89-B447-FC3FE9F9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ycle-stage-connector-2">
            <a:extLst xmlns:a="http://schemas.openxmlformats.org/drawingml/2006/main">
              <a:ext uri="{FF2B5EF4-FFF2-40B4-BE49-F238E27FC236}">
                <a16:creationId xmlns:a16="http://schemas.microsoft.com/office/drawing/2014/main" id="{46834882-4AF8-4025-99C6-34494F0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cle-stage-connector-3">
            <a:extLst xmlns:a="http://schemas.openxmlformats.org/drawingml/2006/main">
              <a:ext uri="{FF2B5EF4-FFF2-40B4-BE49-F238E27FC236}">
                <a16:creationId xmlns:a16="http://schemas.microsoft.com/office/drawing/2014/main" id="{CB4CE3F9-030B-48E4-A01A-9E3C45D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ycle-center-surface">
            <a:extLst xmlns:a="http://schemas.openxmlformats.org/drawingml/2006/main">
              <a:ext uri="{FF2B5EF4-FFF2-40B4-BE49-F238E27FC236}">
                <a16:creationId xmlns:a16="http://schemas.microsoft.com/office/drawing/2014/main" id="{4910A0BC-32D1-4CF1-AF1F-9F35D93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629025"/>
            <a:ext cx="2857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cycle-stage-halo-0">
            <a:extLst xmlns:a="http://schemas.openxmlformats.org/drawingml/2006/main">
              <a:ext uri="{FF2B5EF4-FFF2-40B4-BE49-F238E27FC236}">
                <a16:creationId xmlns:a16="http://schemas.microsoft.com/office/drawing/2014/main" id="{BA6A8AD2-335D-4B4F-8CCC-2F553829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cycle-stage-title-0">
            <a:extLst xmlns:a="http://schemas.openxmlformats.org/drawingml/2006/main">
              <a:ext uri="{FF2B5EF4-FFF2-40B4-BE49-F238E27FC236}">
                <a16:creationId xmlns:a16="http://schemas.microsoft.com/office/drawing/2014/main" id="{C3198787-80E2-4DD3-BAA5-F700B3A9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010813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收集问题</a:t>
            </a:r>
          </a:p>
        </p:txBody>
      </p:sp>
      <p:sp>
        <p:nvSpPr>
          <p:cNvPr id="21" name="cycle-stage-body-0">
            <a:extLst xmlns:a="http://schemas.openxmlformats.org/drawingml/2006/main">
              <a:ext uri="{FF2B5EF4-FFF2-40B4-BE49-F238E27FC236}">
                <a16:creationId xmlns:a16="http://schemas.microsoft.com/office/drawing/2014/main" id="{8D2D01BB-977F-4C4B-B35B-DEF3F6C9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255787"/>
            <a:ext cx="209550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记录本周反复遇到的困难</a:t>
            </a:r>
          </a:p>
        </p:txBody>
      </p:sp>
      <p:sp>
        <p:nvSpPr>
          <p:cNvPr id="22" name="cycle-stage-halo-1">
            <a:extLst xmlns:a="http://schemas.openxmlformats.org/drawingml/2006/main">
              <a:ext uri="{FF2B5EF4-FFF2-40B4-BE49-F238E27FC236}">
                <a16:creationId xmlns:a16="http://schemas.microsoft.com/office/drawing/2014/main" id="{FF36C4F6-E9CF-4091-983E-0400A9D0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cycle-stage-title-1">
            <a:extLst xmlns:a="http://schemas.openxmlformats.org/drawingml/2006/main">
              <a:ext uri="{FF2B5EF4-FFF2-40B4-BE49-F238E27FC236}">
                <a16:creationId xmlns:a16="http://schemas.microsoft.com/office/drawing/2014/main" id="{51882D77-2AC4-4157-9BE8-58D40805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010813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选择一项</a:t>
            </a:r>
          </a:p>
        </p:txBody>
      </p:sp>
      <p:sp>
        <p:nvSpPr>
          <p:cNvPr id="24" name="cycle-stage-body-1">
            <a:extLst xmlns:a="http://schemas.openxmlformats.org/drawingml/2006/main">
              <a:ext uri="{FF2B5EF4-FFF2-40B4-BE49-F238E27FC236}">
                <a16:creationId xmlns:a16="http://schemas.microsoft.com/office/drawing/2014/main" id="{70E8660A-9E4D-46A9-817B-CB6DBC09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255787"/>
            <a:ext cx="209550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看影响与范围，只定一事</a:t>
            </a:r>
          </a:p>
        </p:txBody>
      </p:sp>
      <p:sp>
        <p:nvSpPr>
          <p:cNvPr id="25" name="cycle-stage-halo-2">
            <a:extLst xmlns:a="http://schemas.openxmlformats.org/drawingml/2006/main">
              <a:ext uri="{FF2B5EF4-FFF2-40B4-BE49-F238E27FC236}">
                <a16:creationId xmlns:a16="http://schemas.microsoft.com/office/drawing/2014/main" id="{F7E8FA49-3051-41C8-8102-72C414A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cycle-stage-title-2">
            <a:extLst xmlns:a="http://schemas.openxmlformats.org/drawingml/2006/main">
              <a:ext uri="{FF2B5EF4-FFF2-40B4-BE49-F238E27FC236}">
                <a16:creationId xmlns:a16="http://schemas.microsoft.com/office/drawing/2014/main" id="{373E2CD8-1965-40C6-85CC-8A9A54A3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401713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小范围试行</a:t>
            </a:r>
          </a:p>
        </p:txBody>
      </p:sp>
      <p:sp>
        <p:nvSpPr>
          <p:cNvPr id="27" name="cycle-stage-body-2">
            <a:extLst xmlns:a="http://schemas.openxmlformats.org/drawingml/2006/main">
              <a:ext uri="{FF2B5EF4-FFF2-40B4-BE49-F238E27FC236}">
                <a16:creationId xmlns:a16="http://schemas.microsoft.com/office/drawing/2014/main" id="{8DEA2DAC-582A-4C3C-BE01-90A77F18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646687"/>
            <a:ext cx="209550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自愿成员在约定场景尝试</a:t>
            </a:r>
          </a:p>
        </p:txBody>
      </p:sp>
      <p:sp>
        <p:nvSpPr>
          <p:cNvPr id="28" name="cycle-stage-halo-3">
            <a:extLst xmlns:a="http://schemas.openxmlformats.org/drawingml/2006/main">
              <a:ext uri="{FF2B5EF4-FFF2-40B4-BE49-F238E27FC236}">
                <a16:creationId xmlns:a16="http://schemas.microsoft.com/office/drawing/2014/main" id="{F864972B-2F07-46FC-9ADA-B652175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cycle-stage-title-3">
            <a:extLst xmlns:a="http://schemas.openxmlformats.org/drawingml/2006/main">
              <a:ext uri="{FF2B5EF4-FFF2-40B4-BE49-F238E27FC236}">
                <a16:creationId xmlns:a16="http://schemas.microsoft.com/office/drawing/2014/main" id="{0123D118-F292-4CE6-B40C-193496C8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401713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复盘结果</a:t>
            </a:r>
          </a:p>
        </p:txBody>
      </p:sp>
      <p:sp>
        <p:nvSpPr>
          <p:cNvPr id="30" name="cycle-stage-body-3">
            <a:extLst xmlns:a="http://schemas.openxmlformats.org/drawingml/2006/main">
              <a:ext uri="{FF2B5EF4-FFF2-40B4-BE49-F238E27FC236}">
                <a16:creationId xmlns:a16="http://schemas.microsoft.com/office/drawing/2014/main" id="{CF6EBA1B-0B59-4105-B062-1DF5B436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646687"/>
            <a:ext cx="209550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记录有效做法与新增负担</a:t>
            </a:r>
          </a:p>
        </p:txBody>
      </p:sp>
      <p:sp>
        <p:nvSpPr>
          <p:cNvPr id="31" name="cycle-center-title">
            <a:extLst xmlns:a="http://schemas.openxmlformats.org/drawingml/2006/main">
              <a:ext uri="{FF2B5EF4-FFF2-40B4-BE49-F238E27FC236}">
                <a16:creationId xmlns:a16="http://schemas.microsoft.com/office/drawing/2014/main" id="{E9392FF5-59DB-4CDF-A0CB-D01F94D7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700310"/>
            <a:ext cx="2400300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每周小改进</a:t>
            </a:r>
          </a:p>
        </p:txBody>
      </p:sp>
      <p:sp>
        <p:nvSpPr>
          <p:cNvPr id="32" name="cycle-center-body">
            <a:extLst xmlns:a="http://schemas.openxmlformats.org/drawingml/2006/main">
              <a:ext uri="{FF2B5EF4-FFF2-40B4-BE49-F238E27FC236}">
                <a16:creationId xmlns:a16="http://schemas.microsoft.com/office/drawing/2014/main" id="{060CEA96-E6A7-46CC-91B8-FD83D6DB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973411"/>
            <a:ext cx="2400300" cy="174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复盘问题进入下一轮</a:t>
            </a:r>
          </a:p>
        </p:txBody>
      </p:sp>
      <p:sp>
        <p:nvSpPr>
          <p:cNvPr id="33" name="cycle-stage-node-0">
            <a:extLst xmlns:a="http://schemas.openxmlformats.org/drawingml/2006/main">
              <a:ext uri="{FF2B5EF4-FFF2-40B4-BE49-F238E27FC236}">
                <a16:creationId xmlns:a16="http://schemas.microsoft.com/office/drawing/2014/main" id="{2D047058-94FA-493F-869A-F51DEAB6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4" name="cycle-stage-node-1">
            <a:extLst xmlns:a="http://schemas.openxmlformats.org/drawingml/2006/main">
              <a:ext uri="{FF2B5EF4-FFF2-40B4-BE49-F238E27FC236}">
                <a16:creationId xmlns:a16="http://schemas.microsoft.com/office/drawing/2014/main" id="{730004C3-D9F9-47A5-8DC3-E1C82420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5" name="cycle-stage-node-2">
            <a:extLst xmlns:a="http://schemas.openxmlformats.org/drawingml/2006/main">
              <a:ext uri="{FF2B5EF4-FFF2-40B4-BE49-F238E27FC236}">
                <a16:creationId xmlns:a16="http://schemas.microsoft.com/office/drawing/2014/main" id="{1F684B98-0D0C-4190-8B35-565098D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6" name="cycle-stage-node-3">
            <a:extLst xmlns:a="http://schemas.openxmlformats.org/drawingml/2006/main">
              <a:ext uri="{FF2B5EF4-FFF2-40B4-BE49-F238E27FC236}">
                <a16:creationId xmlns:a16="http://schemas.microsoft.com/office/drawing/2014/main" id="{8CFAAF92-FD20-429B-94F8-CB52B82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3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C765D07E-4685-4AE3-A160-530707D6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复盘得到的问题与未解决事项，作为下一轮输入</a:t>
            </a:r>
          </a:p>
        </p:txBody>
      </p:sp>
      <p:sp>
        <p:nvSpPr>
          <p:cNvPr id="38" name="folio">
            <a:extLst xmlns:a="http://schemas.openxmlformats.org/drawingml/2006/main">
              <a:ext uri="{FF2B5EF4-FFF2-40B4-BE49-F238E27FC236}">
                <a16:creationId xmlns:a16="http://schemas.microsoft.com/office/drawing/2014/main" id="{53F78267-76AF-4F2F-AA7A-826BA75B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2937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554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7C473C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7C473C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2026-09-06T10:37:14.2330000Z</dcterms:created>
  <dcterms:modified xsi:type="dcterms:W3CDTF">2026-09-06T10:37:14.2330000Z</dcterms:modified>
</coreProperties>
</file>