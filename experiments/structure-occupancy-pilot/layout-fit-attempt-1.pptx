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fb635daa6b4887" /><Relationship Type="http://schemas.openxmlformats.org/officeDocument/2006/relationships/extended-properties" Target="/docProps/app.xml" Id="Rf46dcaca65444b53" /><Relationship Type="http://schemas.openxmlformats.org/officeDocument/2006/relationships/officeDocument" Target="/ppt/presentation.xml" Id="R4ed4c9f8cdc6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a87ef86e0f45fd"/>
  </p:sldMasterIdLst>
  <p:notesMasterIdLst>
    <p:notesMasterId xmlns:r="http://schemas.openxmlformats.org/officeDocument/2006/relationships" r:id="R515e3acdd6d44742"/>
  </p:notesMasterIdLst>
  <p:sldIdLst>
    <p:sldId xmlns:r="http://schemas.openxmlformats.org/officeDocument/2006/relationships" id="256" r:id="R577734e44d1541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bcef054ea437e" /><Relationship Type="http://schemas.openxmlformats.org/officeDocument/2006/relationships/slideMaster" Target="/ppt/slideMasters/slideMaster1.xml" Id="R71a87ef86e0f45fd" /><Relationship Type="http://schemas.openxmlformats.org/officeDocument/2006/relationships/notesMaster" Target="/ppt/notesMasters/notesMaster1.xml" Id="R515e3acdd6d44742" /><Relationship Type="http://schemas.openxmlformats.org/officeDocument/2006/relationships/presProps" Target="/ppt/presProps.xml" Id="R1e575822d2334688" /><Relationship Type="http://schemas.openxmlformats.org/officeDocument/2006/relationships/tableStyles" Target="/ppt/tableStyles.xml" Id="Re192b1c8f3ef47a8" /><Relationship Type="http://schemas.openxmlformats.org/officeDocument/2006/relationships/slide" Target="/ppt/slides/slide1.xml" Id="R577734e44d154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d1994ff9c43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4052e45874c8f" /><Relationship Type="http://schemas.openxmlformats.org/officeDocument/2006/relationships/notesMaster" Target="/ppt/notesMasters/notesMaster1.xml" Id="R8a2f93904827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ce145eeae45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e240e4697c407b" /><Relationship Type="http://schemas.openxmlformats.org/officeDocument/2006/relationships/slideLayout" Target="/ppt/slideLayouts/slideLayout1.xml" Id="R877845e79c8344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7845e79c8344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ffddcf5ff4cf5" /><Relationship Type="http://schemas.openxmlformats.org/officeDocument/2006/relationships/notesSlide" Target="/ppt/notesSlides/notesSlide1.xml" Id="Rc900570e8cd543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4EBB334-68F5-4388-991D-92090C7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31D5CDDD-2775-4B13-BE4E-006E710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746438E-D8DA-4B03-82F1-9C8CA4B2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CA8D6C-FACC-4F80-8A95-FC89349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BB80727B-0E63-4094-BAE1-3A5BAA8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19275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下一步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D6909C-B34D-4920-9129-36864A71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C1B59F02-6AC5-4DB8-A2E7-C6E4D5BF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3944" y="4246883"/>
            <a:ext cx="1466155" cy="1057951"/>
          </a:xfrm>
          <a:custGeom xmlns:a="http://schemas.openxmlformats.org/drawingml/2006/main">
            <a:pathLst>
              <a:path w="1466155" h="1057951">
                <a:moveTo>
                  <a:pt x="87259" y="146999"/>
                </a:moveTo>
                <a:lnTo>
                  <a:pt x="106347" y="144961"/>
                </a:lnTo>
                <a:lnTo>
                  <a:pt x="125435" y="142923"/>
                </a:lnTo>
                <a:lnTo>
                  <a:pt x="144523" y="140875"/>
                </a:lnTo>
                <a:lnTo>
                  <a:pt x="163611" y="138836"/>
                </a:lnTo>
                <a:lnTo>
                  <a:pt x="182699" y="136798"/>
                </a:lnTo>
                <a:lnTo>
                  <a:pt x="201778" y="134750"/>
                </a:lnTo>
                <a:lnTo>
                  <a:pt x="220866" y="132712"/>
                </a:lnTo>
                <a:lnTo>
                  <a:pt x="239954" y="130673"/>
                </a:lnTo>
                <a:lnTo>
                  <a:pt x="259042" y="128626"/>
                </a:lnTo>
                <a:lnTo>
                  <a:pt x="278130" y="126587"/>
                </a:lnTo>
                <a:lnTo>
                  <a:pt x="297218" y="124539"/>
                </a:lnTo>
                <a:lnTo>
                  <a:pt x="316306" y="122501"/>
                </a:lnTo>
                <a:lnTo>
                  <a:pt x="335385" y="120463"/>
                </a:lnTo>
                <a:lnTo>
                  <a:pt x="354473" y="118415"/>
                </a:lnTo>
                <a:lnTo>
                  <a:pt x="373561" y="116376"/>
                </a:lnTo>
                <a:lnTo>
                  <a:pt x="392649" y="114338"/>
                </a:lnTo>
                <a:lnTo>
                  <a:pt x="411737" y="112290"/>
                </a:lnTo>
                <a:lnTo>
                  <a:pt x="430825" y="110252"/>
                </a:lnTo>
                <a:lnTo>
                  <a:pt x="449904" y="108214"/>
                </a:lnTo>
                <a:lnTo>
                  <a:pt x="468992" y="106166"/>
                </a:lnTo>
                <a:lnTo>
                  <a:pt x="488080" y="104127"/>
                </a:lnTo>
                <a:lnTo>
                  <a:pt x="507168" y="102089"/>
                </a:lnTo>
                <a:lnTo>
                  <a:pt x="526256" y="100041"/>
                </a:lnTo>
                <a:lnTo>
                  <a:pt x="545344" y="98003"/>
                </a:lnTo>
                <a:lnTo>
                  <a:pt x="564423" y="95964"/>
                </a:lnTo>
                <a:lnTo>
                  <a:pt x="583511" y="93917"/>
                </a:lnTo>
                <a:lnTo>
                  <a:pt x="602599" y="91878"/>
                </a:lnTo>
                <a:lnTo>
                  <a:pt x="621687" y="89830"/>
                </a:lnTo>
                <a:lnTo>
                  <a:pt x="640775" y="87792"/>
                </a:lnTo>
                <a:lnTo>
                  <a:pt x="659863" y="85754"/>
                </a:lnTo>
                <a:lnTo>
                  <a:pt x="678952" y="83706"/>
                </a:lnTo>
                <a:lnTo>
                  <a:pt x="698030" y="81667"/>
                </a:lnTo>
                <a:lnTo>
                  <a:pt x="717118" y="79629"/>
                </a:lnTo>
                <a:lnTo>
                  <a:pt x="736206" y="77581"/>
                </a:lnTo>
                <a:lnTo>
                  <a:pt x="755294" y="75543"/>
                </a:lnTo>
                <a:lnTo>
                  <a:pt x="774383" y="73504"/>
                </a:lnTo>
                <a:lnTo>
                  <a:pt x="793471" y="71457"/>
                </a:lnTo>
                <a:lnTo>
                  <a:pt x="812549" y="69418"/>
                </a:lnTo>
                <a:lnTo>
                  <a:pt x="831637" y="67380"/>
                </a:lnTo>
                <a:lnTo>
                  <a:pt x="850725" y="65332"/>
                </a:lnTo>
                <a:lnTo>
                  <a:pt x="869813" y="63294"/>
                </a:lnTo>
                <a:lnTo>
                  <a:pt x="888902" y="61255"/>
                </a:lnTo>
                <a:lnTo>
                  <a:pt x="907990" y="59207"/>
                </a:lnTo>
                <a:lnTo>
                  <a:pt x="927078" y="57169"/>
                </a:lnTo>
                <a:lnTo>
                  <a:pt x="946156" y="55121"/>
                </a:lnTo>
                <a:lnTo>
                  <a:pt x="965244" y="53083"/>
                </a:lnTo>
                <a:lnTo>
                  <a:pt x="984333" y="51044"/>
                </a:lnTo>
                <a:lnTo>
                  <a:pt x="1003421" y="48997"/>
                </a:lnTo>
                <a:lnTo>
                  <a:pt x="1022509" y="46958"/>
                </a:lnTo>
                <a:lnTo>
                  <a:pt x="1041597" y="44920"/>
                </a:lnTo>
                <a:lnTo>
                  <a:pt x="1060675" y="42872"/>
                </a:lnTo>
                <a:lnTo>
                  <a:pt x="1079764" y="40834"/>
                </a:lnTo>
                <a:lnTo>
                  <a:pt x="1098852" y="38795"/>
                </a:lnTo>
                <a:lnTo>
                  <a:pt x="1117940" y="36747"/>
                </a:lnTo>
                <a:lnTo>
                  <a:pt x="1137028" y="34709"/>
                </a:lnTo>
                <a:lnTo>
                  <a:pt x="1156116" y="32671"/>
                </a:lnTo>
                <a:lnTo>
                  <a:pt x="1175195" y="30623"/>
                </a:lnTo>
                <a:lnTo>
                  <a:pt x="1194283" y="28585"/>
                </a:lnTo>
                <a:lnTo>
                  <a:pt x="1213371" y="26546"/>
                </a:lnTo>
                <a:lnTo>
                  <a:pt x="1232459" y="24498"/>
                </a:lnTo>
                <a:lnTo>
                  <a:pt x="1251547" y="22460"/>
                </a:lnTo>
                <a:lnTo>
                  <a:pt x="1270635" y="20412"/>
                </a:lnTo>
                <a:lnTo>
                  <a:pt x="1289723" y="18374"/>
                </a:lnTo>
                <a:lnTo>
                  <a:pt x="1308802" y="16335"/>
                </a:lnTo>
                <a:lnTo>
                  <a:pt x="1327890" y="14288"/>
                </a:lnTo>
                <a:lnTo>
                  <a:pt x="1346978" y="12249"/>
                </a:lnTo>
                <a:lnTo>
                  <a:pt x="1366066" y="10211"/>
                </a:lnTo>
                <a:lnTo>
                  <a:pt x="1385154" y="8163"/>
                </a:lnTo>
                <a:lnTo>
                  <a:pt x="1404242" y="6125"/>
                </a:lnTo>
                <a:lnTo>
                  <a:pt x="1423321" y="4086"/>
                </a:lnTo>
                <a:lnTo>
                  <a:pt x="1442409" y="2038"/>
                </a:lnTo>
                <a:lnTo>
                  <a:pt x="1461497" y="0"/>
                </a:lnTo>
                <a:lnTo>
                  <a:pt x="1466155" y="12525"/>
                </a:lnTo>
                <a:lnTo>
                  <a:pt x="1464297" y="31633"/>
                </a:lnTo>
                <a:lnTo>
                  <a:pt x="1462440" y="50740"/>
                </a:lnTo>
                <a:lnTo>
                  <a:pt x="1460583" y="69847"/>
                </a:lnTo>
                <a:lnTo>
                  <a:pt x="1458716" y="88954"/>
                </a:lnTo>
                <a:lnTo>
                  <a:pt x="1456858" y="108052"/>
                </a:lnTo>
                <a:lnTo>
                  <a:pt x="1455001" y="127159"/>
                </a:lnTo>
                <a:lnTo>
                  <a:pt x="1453144" y="146266"/>
                </a:lnTo>
                <a:lnTo>
                  <a:pt x="1451286" y="165373"/>
                </a:lnTo>
                <a:lnTo>
                  <a:pt x="1449429" y="184480"/>
                </a:lnTo>
                <a:lnTo>
                  <a:pt x="1447571" y="203578"/>
                </a:lnTo>
                <a:lnTo>
                  <a:pt x="1445714" y="222685"/>
                </a:lnTo>
                <a:lnTo>
                  <a:pt x="1443847" y="241792"/>
                </a:lnTo>
                <a:lnTo>
                  <a:pt x="1441990" y="260899"/>
                </a:lnTo>
                <a:lnTo>
                  <a:pt x="1440132" y="280006"/>
                </a:lnTo>
                <a:lnTo>
                  <a:pt x="1438275" y="299104"/>
                </a:lnTo>
                <a:lnTo>
                  <a:pt x="1436418" y="318211"/>
                </a:lnTo>
                <a:lnTo>
                  <a:pt x="1434560" y="337318"/>
                </a:lnTo>
                <a:lnTo>
                  <a:pt x="1432703" y="356426"/>
                </a:lnTo>
                <a:lnTo>
                  <a:pt x="1430846" y="375533"/>
                </a:lnTo>
                <a:lnTo>
                  <a:pt x="1428979" y="394630"/>
                </a:lnTo>
                <a:lnTo>
                  <a:pt x="1427121" y="413737"/>
                </a:lnTo>
                <a:lnTo>
                  <a:pt x="1425264" y="432845"/>
                </a:lnTo>
                <a:lnTo>
                  <a:pt x="1423406" y="451952"/>
                </a:lnTo>
                <a:lnTo>
                  <a:pt x="1421549" y="471059"/>
                </a:lnTo>
                <a:lnTo>
                  <a:pt x="1419692" y="490157"/>
                </a:lnTo>
                <a:lnTo>
                  <a:pt x="1417834" y="509264"/>
                </a:lnTo>
                <a:lnTo>
                  <a:pt x="1415977" y="528371"/>
                </a:lnTo>
                <a:lnTo>
                  <a:pt x="1414110" y="547478"/>
                </a:lnTo>
                <a:lnTo>
                  <a:pt x="1412253" y="566585"/>
                </a:lnTo>
                <a:lnTo>
                  <a:pt x="1410395" y="585683"/>
                </a:lnTo>
                <a:lnTo>
                  <a:pt x="1408538" y="604790"/>
                </a:lnTo>
                <a:lnTo>
                  <a:pt x="1406681" y="623897"/>
                </a:lnTo>
                <a:lnTo>
                  <a:pt x="1404823" y="643004"/>
                </a:lnTo>
                <a:lnTo>
                  <a:pt x="1402966" y="662111"/>
                </a:lnTo>
                <a:lnTo>
                  <a:pt x="1401108" y="681209"/>
                </a:lnTo>
                <a:lnTo>
                  <a:pt x="1399242" y="700316"/>
                </a:lnTo>
                <a:lnTo>
                  <a:pt x="1397384" y="719423"/>
                </a:lnTo>
                <a:lnTo>
                  <a:pt x="1395527" y="738530"/>
                </a:lnTo>
                <a:lnTo>
                  <a:pt x="1393669" y="757638"/>
                </a:lnTo>
                <a:lnTo>
                  <a:pt x="1391812" y="776745"/>
                </a:lnTo>
                <a:lnTo>
                  <a:pt x="1389955" y="795842"/>
                </a:lnTo>
                <a:lnTo>
                  <a:pt x="1388097" y="814949"/>
                </a:lnTo>
                <a:lnTo>
                  <a:pt x="1386240" y="834057"/>
                </a:lnTo>
                <a:lnTo>
                  <a:pt x="1384373" y="853164"/>
                </a:lnTo>
                <a:lnTo>
                  <a:pt x="1382516" y="872271"/>
                </a:lnTo>
                <a:lnTo>
                  <a:pt x="1380658" y="891369"/>
                </a:lnTo>
                <a:lnTo>
                  <a:pt x="1378334" y="910009"/>
                </a:lnTo>
                <a:lnTo>
                  <a:pt x="1359246" y="912066"/>
                </a:lnTo>
                <a:lnTo>
                  <a:pt x="1340158" y="914124"/>
                </a:lnTo>
                <a:lnTo>
                  <a:pt x="1321079" y="916172"/>
                </a:lnTo>
                <a:lnTo>
                  <a:pt x="1301991" y="918229"/>
                </a:lnTo>
                <a:lnTo>
                  <a:pt x="1282903" y="920286"/>
                </a:lnTo>
                <a:lnTo>
                  <a:pt x="1263815" y="922344"/>
                </a:lnTo>
                <a:lnTo>
                  <a:pt x="1244737" y="924392"/>
                </a:lnTo>
                <a:lnTo>
                  <a:pt x="1225648" y="926449"/>
                </a:lnTo>
                <a:lnTo>
                  <a:pt x="1206560" y="928507"/>
                </a:lnTo>
                <a:lnTo>
                  <a:pt x="1187482" y="930554"/>
                </a:lnTo>
                <a:lnTo>
                  <a:pt x="1168394" y="932612"/>
                </a:lnTo>
                <a:lnTo>
                  <a:pt x="1149306" y="934669"/>
                </a:lnTo>
                <a:lnTo>
                  <a:pt x="1130227" y="936727"/>
                </a:lnTo>
                <a:lnTo>
                  <a:pt x="1111139" y="938774"/>
                </a:lnTo>
                <a:lnTo>
                  <a:pt x="1092051" y="940832"/>
                </a:lnTo>
                <a:lnTo>
                  <a:pt x="1072963" y="942889"/>
                </a:lnTo>
                <a:lnTo>
                  <a:pt x="1053884" y="944937"/>
                </a:lnTo>
                <a:lnTo>
                  <a:pt x="1034796" y="946995"/>
                </a:lnTo>
                <a:lnTo>
                  <a:pt x="1015708" y="949052"/>
                </a:lnTo>
                <a:lnTo>
                  <a:pt x="996629" y="951109"/>
                </a:lnTo>
                <a:lnTo>
                  <a:pt x="977541" y="953157"/>
                </a:lnTo>
                <a:lnTo>
                  <a:pt x="958453" y="955215"/>
                </a:lnTo>
                <a:lnTo>
                  <a:pt x="939375" y="957272"/>
                </a:lnTo>
                <a:lnTo>
                  <a:pt x="920286" y="959320"/>
                </a:lnTo>
                <a:lnTo>
                  <a:pt x="901198" y="961377"/>
                </a:lnTo>
                <a:lnTo>
                  <a:pt x="882120" y="963435"/>
                </a:lnTo>
                <a:lnTo>
                  <a:pt x="863032" y="965492"/>
                </a:lnTo>
                <a:lnTo>
                  <a:pt x="843944" y="967540"/>
                </a:lnTo>
                <a:lnTo>
                  <a:pt x="824855" y="969597"/>
                </a:lnTo>
                <a:lnTo>
                  <a:pt x="805777" y="971655"/>
                </a:lnTo>
                <a:lnTo>
                  <a:pt x="786689" y="973712"/>
                </a:lnTo>
                <a:lnTo>
                  <a:pt x="767601" y="975760"/>
                </a:lnTo>
                <a:lnTo>
                  <a:pt x="748522" y="977817"/>
                </a:lnTo>
                <a:lnTo>
                  <a:pt x="729434" y="979875"/>
                </a:lnTo>
                <a:lnTo>
                  <a:pt x="710346" y="981923"/>
                </a:lnTo>
                <a:lnTo>
                  <a:pt x="691267" y="983980"/>
                </a:lnTo>
                <a:lnTo>
                  <a:pt x="672179" y="986038"/>
                </a:lnTo>
                <a:lnTo>
                  <a:pt x="653091" y="988095"/>
                </a:lnTo>
                <a:lnTo>
                  <a:pt x="634003" y="990143"/>
                </a:lnTo>
                <a:lnTo>
                  <a:pt x="614924" y="992200"/>
                </a:lnTo>
                <a:lnTo>
                  <a:pt x="595836" y="994258"/>
                </a:lnTo>
                <a:lnTo>
                  <a:pt x="576748" y="996305"/>
                </a:lnTo>
                <a:lnTo>
                  <a:pt x="557670" y="998363"/>
                </a:lnTo>
                <a:lnTo>
                  <a:pt x="538582" y="1000420"/>
                </a:lnTo>
                <a:lnTo>
                  <a:pt x="519494" y="1002478"/>
                </a:lnTo>
                <a:lnTo>
                  <a:pt x="500415" y="1004526"/>
                </a:lnTo>
                <a:lnTo>
                  <a:pt x="481327" y="1006583"/>
                </a:lnTo>
                <a:lnTo>
                  <a:pt x="462239" y="1008640"/>
                </a:lnTo>
                <a:lnTo>
                  <a:pt x="443151" y="1010688"/>
                </a:lnTo>
                <a:lnTo>
                  <a:pt x="424072" y="1012746"/>
                </a:lnTo>
                <a:lnTo>
                  <a:pt x="404984" y="1014803"/>
                </a:lnTo>
                <a:lnTo>
                  <a:pt x="385896" y="1016860"/>
                </a:lnTo>
                <a:lnTo>
                  <a:pt x="366817" y="1018908"/>
                </a:lnTo>
                <a:lnTo>
                  <a:pt x="347729" y="1020966"/>
                </a:lnTo>
                <a:lnTo>
                  <a:pt x="328641" y="1023023"/>
                </a:lnTo>
                <a:lnTo>
                  <a:pt x="309563" y="1025071"/>
                </a:lnTo>
                <a:lnTo>
                  <a:pt x="290474" y="1027128"/>
                </a:lnTo>
                <a:lnTo>
                  <a:pt x="271386" y="1029186"/>
                </a:lnTo>
                <a:lnTo>
                  <a:pt x="252308" y="1031243"/>
                </a:lnTo>
                <a:lnTo>
                  <a:pt x="233220" y="1033291"/>
                </a:lnTo>
                <a:lnTo>
                  <a:pt x="214132" y="1035348"/>
                </a:lnTo>
                <a:lnTo>
                  <a:pt x="195043" y="1037406"/>
                </a:lnTo>
                <a:lnTo>
                  <a:pt x="175965" y="1039463"/>
                </a:lnTo>
                <a:lnTo>
                  <a:pt x="156877" y="1041511"/>
                </a:lnTo>
                <a:lnTo>
                  <a:pt x="137789" y="1043569"/>
                </a:lnTo>
                <a:lnTo>
                  <a:pt x="118710" y="1045626"/>
                </a:lnTo>
                <a:lnTo>
                  <a:pt x="99622" y="1047674"/>
                </a:lnTo>
                <a:lnTo>
                  <a:pt x="80534" y="1049731"/>
                </a:lnTo>
                <a:lnTo>
                  <a:pt x="61455" y="1051789"/>
                </a:lnTo>
                <a:lnTo>
                  <a:pt x="42367" y="1053846"/>
                </a:lnTo>
                <a:lnTo>
                  <a:pt x="23279" y="1055894"/>
                </a:lnTo>
                <a:lnTo>
                  <a:pt x="4191" y="1057951"/>
                </a:lnTo>
                <a:lnTo>
                  <a:pt x="0" y="1044959"/>
                </a:lnTo>
                <a:lnTo>
                  <a:pt x="1857" y="1025852"/>
                </a:lnTo>
                <a:lnTo>
                  <a:pt x="3715" y="1006745"/>
                </a:lnTo>
                <a:lnTo>
                  <a:pt x="5572" y="987647"/>
                </a:lnTo>
                <a:lnTo>
                  <a:pt x="7430" y="968540"/>
                </a:lnTo>
                <a:lnTo>
                  <a:pt x="9287" y="949433"/>
                </a:lnTo>
                <a:lnTo>
                  <a:pt x="11144" y="930326"/>
                </a:lnTo>
                <a:lnTo>
                  <a:pt x="12992" y="911219"/>
                </a:lnTo>
                <a:lnTo>
                  <a:pt x="14849" y="892121"/>
                </a:lnTo>
                <a:lnTo>
                  <a:pt x="16707" y="873014"/>
                </a:lnTo>
                <a:lnTo>
                  <a:pt x="18564" y="853907"/>
                </a:lnTo>
                <a:lnTo>
                  <a:pt x="20422" y="834800"/>
                </a:lnTo>
                <a:lnTo>
                  <a:pt x="22279" y="815692"/>
                </a:lnTo>
                <a:lnTo>
                  <a:pt x="24136" y="796585"/>
                </a:lnTo>
                <a:lnTo>
                  <a:pt x="25994" y="777488"/>
                </a:lnTo>
                <a:lnTo>
                  <a:pt x="27851" y="758381"/>
                </a:lnTo>
                <a:lnTo>
                  <a:pt x="29708" y="739273"/>
                </a:lnTo>
                <a:lnTo>
                  <a:pt x="31566" y="720166"/>
                </a:lnTo>
                <a:lnTo>
                  <a:pt x="33423" y="701059"/>
                </a:lnTo>
                <a:lnTo>
                  <a:pt x="35281" y="681952"/>
                </a:lnTo>
                <a:lnTo>
                  <a:pt x="37128" y="662854"/>
                </a:lnTo>
                <a:lnTo>
                  <a:pt x="38986" y="643747"/>
                </a:lnTo>
                <a:lnTo>
                  <a:pt x="40843" y="624640"/>
                </a:lnTo>
                <a:lnTo>
                  <a:pt x="42701" y="605533"/>
                </a:lnTo>
                <a:lnTo>
                  <a:pt x="44558" y="586426"/>
                </a:lnTo>
                <a:lnTo>
                  <a:pt x="46415" y="567319"/>
                </a:lnTo>
                <a:lnTo>
                  <a:pt x="48273" y="548221"/>
                </a:lnTo>
                <a:lnTo>
                  <a:pt x="50130" y="529114"/>
                </a:lnTo>
                <a:lnTo>
                  <a:pt x="51987" y="510007"/>
                </a:lnTo>
                <a:lnTo>
                  <a:pt x="53845" y="490899"/>
                </a:lnTo>
                <a:lnTo>
                  <a:pt x="55702" y="471792"/>
                </a:lnTo>
                <a:lnTo>
                  <a:pt x="57560" y="452695"/>
                </a:lnTo>
                <a:lnTo>
                  <a:pt x="59417" y="433588"/>
                </a:lnTo>
                <a:lnTo>
                  <a:pt x="61265" y="414480"/>
                </a:lnTo>
                <a:lnTo>
                  <a:pt x="63122" y="395373"/>
                </a:lnTo>
                <a:lnTo>
                  <a:pt x="64980" y="376266"/>
                </a:lnTo>
                <a:lnTo>
                  <a:pt x="66837" y="357159"/>
                </a:lnTo>
                <a:lnTo>
                  <a:pt x="68694" y="338061"/>
                </a:lnTo>
                <a:lnTo>
                  <a:pt x="70552" y="318954"/>
                </a:lnTo>
                <a:lnTo>
                  <a:pt x="72409" y="299847"/>
                </a:lnTo>
                <a:lnTo>
                  <a:pt x="74266" y="280740"/>
                </a:lnTo>
                <a:lnTo>
                  <a:pt x="76124" y="261633"/>
                </a:lnTo>
                <a:lnTo>
                  <a:pt x="77981" y="242526"/>
                </a:lnTo>
                <a:lnTo>
                  <a:pt x="79839" y="223428"/>
                </a:lnTo>
                <a:lnTo>
                  <a:pt x="81696" y="204321"/>
                </a:lnTo>
                <a:lnTo>
                  <a:pt x="83553" y="185214"/>
                </a:lnTo>
                <a:lnTo>
                  <a:pt x="85401" y="166106"/>
                </a:lnTo>
                <a:lnTo>
                  <a:pt x="87259" y="146999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DD1BF72D-787A-4293-9783-41DDB81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8031" y="3688718"/>
            <a:ext cx="1466155" cy="1057951"/>
          </a:xfrm>
          <a:custGeom xmlns:a="http://schemas.openxmlformats.org/drawingml/2006/main">
            <a:pathLst>
              <a:path w="1466155" h="1057951">
                <a:moveTo>
                  <a:pt x="87259" y="146999"/>
                </a:moveTo>
                <a:lnTo>
                  <a:pt x="106347" y="144961"/>
                </a:lnTo>
                <a:lnTo>
                  <a:pt x="125435" y="142923"/>
                </a:lnTo>
                <a:lnTo>
                  <a:pt x="144523" y="140875"/>
                </a:lnTo>
                <a:lnTo>
                  <a:pt x="163611" y="138836"/>
                </a:lnTo>
                <a:lnTo>
                  <a:pt x="182699" y="136798"/>
                </a:lnTo>
                <a:lnTo>
                  <a:pt x="201787" y="134750"/>
                </a:lnTo>
                <a:lnTo>
                  <a:pt x="220866" y="132712"/>
                </a:lnTo>
                <a:lnTo>
                  <a:pt x="239954" y="130673"/>
                </a:lnTo>
                <a:lnTo>
                  <a:pt x="259042" y="128626"/>
                </a:lnTo>
                <a:lnTo>
                  <a:pt x="278130" y="126587"/>
                </a:lnTo>
                <a:lnTo>
                  <a:pt x="297218" y="124539"/>
                </a:lnTo>
                <a:lnTo>
                  <a:pt x="316306" y="122501"/>
                </a:lnTo>
                <a:lnTo>
                  <a:pt x="335385" y="120463"/>
                </a:lnTo>
                <a:lnTo>
                  <a:pt x="354473" y="118415"/>
                </a:lnTo>
                <a:lnTo>
                  <a:pt x="373561" y="116376"/>
                </a:lnTo>
                <a:lnTo>
                  <a:pt x="392649" y="114338"/>
                </a:lnTo>
                <a:lnTo>
                  <a:pt x="411737" y="112290"/>
                </a:lnTo>
                <a:lnTo>
                  <a:pt x="430825" y="110252"/>
                </a:lnTo>
                <a:lnTo>
                  <a:pt x="449904" y="108214"/>
                </a:lnTo>
                <a:lnTo>
                  <a:pt x="468992" y="106166"/>
                </a:lnTo>
                <a:lnTo>
                  <a:pt x="488080" y="104127"/>
                </a:lnTo>
                <a:lnTo>
                  <a:pt x="507168" y="102089"/>
                </a:lnTo>
                <a:lnTo>
                  <a:pt x="526256" y="100041"/>
                </a:lnTo>
                <a:lnTo>
                  <a:pt x="545344" y="98003"/>
                </a:lnTo>
                <a:lnTo>
                  <a:pt x="564432" y="95964"/>
                </a:lnTo>
                <a:lnTo>
                  <a:pt x="583511" y="93917"/>
                </a:lnTo>
                <a:lnTo>
                  <a:pt x="602599" y="91878"/>
                </a:lnTo>
                <a:lnTo>
                  <a:pt x="621687" y="89830"/>
                </a:lnTo>
                <a:lnTo>
                  <a:pt x="640775" y="87792"/>
                </a:lnTo>
                <a:lnTo>
                  <a:pt x="659863" y="85754"/>
                </a:lnTo>
                <a:lnTo>
                  <a:pt x="678952" y="83706"/>
                </a:lnTo>
                <a:lnTo>
                  <a:pt x="698030" y="81667"/>
                </a:lnTo>
                <a:lnTo>
                  <a:pt x="717118" y="79629"/>
                </a:lnTo>
                <a:lnTo>
                  <a:pt x="736206" y="77581"/>
                </a:lnTo>
                <a:lnTo>
                  <a:pt x="755294" y="75543"/>
                </a:lnTo>
                <a:lnTo>
                  <a:pt x="774383" y="73504"/>
                </a:lnTo>
                <a:lnTo>
                  <a:pt x="793471" y="71457"/>
                </a:lnTo>
                <a:lnTo>
                  <a:pt x="812549" y="69418"/>
                </a:lnTo>
                <a:lnTo>
                  <a:pt x="831637" y="67380"/>
                </a:lnTo>
                <a:lnTo>
                  <a:pt x="850725" y="65332"/>
                </a:lnTo>
                <a:lnTo>
                  <a:pt x="869813" y="63294"/>
                </a:lnTo>
                <a:lnTo>
                  <a:pt x="888902" y="61255"/>
                </a:lnTo>
                <a:lnTo>
                  <a:pt x="907990" y="59207"/>
                </a:lnTo>
                <a:lnTo>
                  <a:pt x="927078" y="57169"/>
                </a:lnTo>
                <a:lnTo>
                  <a:pt x="946156" y="55131"/>
                </a:lnTo>
                <a:lnTo>
                  <a:pt x="965244" y="53083"/>
                </a:lnTo>
                <a:lnTo>
                  <a:pt x="984333" y="51044"/>
                </a:lnTo>
                <a:lnTo>
                  <a:pt x="1003421" y="48997"/>
                </a:lnTo>
                <a:lnTo>
                  <a:pt x="1022509" y="46958"/>
                </a:lnTo>
                <a:lnTo>
                  <a:pt x="1041597" y="44920"/>
                </a:lnTo>
                <a:lnTo>
                  <a:pt x="1060675" y="42872"/>
                </a:lnTo>
                <a:lnTo>
                  <a:pt x="1079764" y="40834"/>
                </a:lnTo>
                <a:lnTo>
                  <a:pt x="1098852" y="38795"/>
                </a:lnTo>
                <a:lnTo>
                  <a:pt x="1117940" y="36747"/>
                </a:lnTo>
                <a:lnTo>
                  <a:pt x="1137028" y="34709"/>
                </a:lnTo>
                <a:lnTo>
                  <a:pt x="1156116" y="32671"/>
                </a:lnTo>
                <a:lnTo>
                  <a:pt x="1175204" y="30623"/>
                </a:lnTo>
                <a:lnTo>
                  <a:pt x="1194283" y="28585"/>
                </a:lnTo>
                <a:lnTo>
                  <a:pt x="1213371" y="26546"/>
                </a:lnTo>
                <a:lnTo>
                  <a:pt x="1232459" y="24498"/>
                </a:lnTo>
                <a:lnTo>
                  <a:pt x="1251547" y="22460"/>
                </a:lnTo>
                <a:lnTo>
                  <a:pt x="1270635" y="20422"/>
                </a:lnTo>
                <a:lnTo>
                  <a:pt x="1289723" y="18374"/>
                </a:lnTo>
                <a:lnTo>
                  <a:pt x="1308802" y="16335"/>
                </a:lnTo>
                <a:lnTo>
                  <a:pt x="1327890" y="14288"/>
                </a:lnTo>
                <a:lnTo>
                  <a:pt x="1346978" y="12249"/>
                </a:lnTo>
                <a:lnTo>
                  <a:pt x="1366066" y="10211"/>
                </a:lnTo>
                <a:lnTo>
                  <a:pt x="1385154" y="8163"/>
                </a:lnTo>
                <a:lnTo>
                  <a:pt x="1404242" y="6125"/>
                </a:lnTo>
                <a:lnTo>
                  <a:pt x="1423321" y="4086"/>
                </a:lnTo>
                <a:lnTo>
                  <a:pt x="1442409" y="2038"/>
                </a:lnTo>
                <a:lnTo>
                  <a:pt x="1461497" y="0"/>
                </a:lnTo>
                <a:lnTo>
                  <a:pt x="1466155" y="12525"/>
                </a:lnTo>
                <a:lnTo>
                  <a:pt x="1464297" y="31633"/>
                </a:lnTo>
                <a:lnTo>
                  <a:pt x="1462440" y="50740"/>
                </a:lnTo>
                <a:lnTo>
                  <a:pt x="1460583" y="69847"/>
                </a:lnTo>
                <a:lnTo>
                  <a:pt x="1458725" y="88944"/>
                </a:lnTo>
                <a:lnTo>
                  <a:pt x="1456858" y="108052"/>
                </a:lnTo>
                <a:lnTo>
                  <a:pt x="1455001" y="127159"/>
                </a:lnTo>
                <a:lnTo>
                  <a:pt x="1453144" y="146266"/>
                </a:lnTo>
                <a:lnTo>
                  <a:pt x="1451286" y="165373"/>
                </a:lnTo>
                <a:lnTo>
                  <a:pt x="1449429" y="184480"/>
                </a:lnTo>
                <a:lnTo>
                  <a:pt x="1447571" y="203578"/>
                </a:lnTo>
                <a:lnTo>
                  <a:pt x="1445714" y="222685"/>
                </a:lnTo>
                <a:lnTo>
                  <a:pt x="1443847" y="241792"/>
                </a:lnTo>
                <a:lnTo>
                  <a:pt x="1441990" y="260899"/>
                </a:lnTo>
                <a:lnTo>
                  <a:pt x="1440132" y="280006"/>
                </a:lnTo>
                <a:lnTo>
                  <a:pt x="1438275" y="299104"/>
                </a:lnTo>
                <a:lnTo>
                  <a:pt x="1436418" y="318211"/>
                </a:lnTo>
                <a:lnTo>
                  <a:pt x="1434560" y="337318"/>
                </a:lnTo>
                <a:lnTo>
                  <a:pt x="1432703" y="356426"/>
                </a:lnTo>
                <a:lnTo>
                  <a:pt x="1430846" y="375533"/>
                </a:lnTo>
                <a:lnTo>
                  <a:pt x="1428988" y="394630"/>
                </a:lnTo>
                <a:lnTo>
                  <a:pt x="1427121" y="413737"/>
                </a:lnTo>
                <a:lnTo>
                  <a:pt x="1425264" y="432845"/>
                </a:lnTo>
                <a:lnTo>
                  <a:pt x="1423406" y="451952"/>
                </a:lnTo>
                <a:lnTo>
                  <a:pt x="1421549" y="471059"/>
                </a:lnTo>
                <a:lnTo>
                  <a:pt x="1419692" y="490157"/>
                </a:lnTo>
                <a:lnTo>
                  <a:pt x="1417834" y="509264"/>
                </a:lnTo>
                <a:lnTo>
                  <a:pt x="1415977" y="528371"/>
                </a:lnTo>
                <a:lnTo>
                  <a:pt x="1414110" y="547478"/>
                </a:lnTo>
                <a:lnTo>
                  <a:pt x="1412253" y="566585"/>
                </a:lnTo>
                <a:lnTo>
                  <a:pt x="1410395" y="585683"/>
                </a:lnTo>
                <a:lnTo>
                  <a:pt x="1408538" y="604790"/>
                </a:lnTo>
                <a:lnTo>
                  <a:pt x="1406681" y="623897"/>
                </a:lnTo>
                <a:lnTo>
                  <a:pt x="1404823" y="643004"/>
                </a:lnTo>
                <a:lnTo>
                  <a:pt x="1402966" y="662111"/>
                </a:lnTo>
                <a:lnTo>
                  <a:pt x="1401108" y="681209"/>
                </a:lnTo>
                <a:lnTo>
                  <a:pt x="1399242" y="700316"/>
                </a:lnTo>
                <a:lnTo>
                  <a:pt x="1397384" y="719423"/>
                </a:lnTo>
                <a:lnTo>
                  <a:pt x="1395527" y="738530"/>
                </a:lnTo>
                <a:lnTo>
                  <a:pt x="1393669" y="757638"/>
                </a:lnTo>
                <a:lnTo>
                  <a:pt x="1391812" y="776745"/>
                </a:lnTo>
                <a:lnTo>
                  <a:pt x="1389955" y="795842"/>
                </a:lnTo>
                <a:lnTo>
                  <a:pt x="1388097" y="814949"/>
                </a:lnTo>
                <a:lnTo>
                  <a:pt x="1386240" y="834057"/>
                </a:lnTo>
                <a:lnTo>
                  <a:pt x="1384373" y="853164"/>
                </a:lnTo>
                <a:lnTo>
                  <a:pt x="1382516" y="872271"/>
                </a:lnTo>
                <a:lnTo>
                  <a:pt x="1380658" y="891369"/>
                </a:lnTo>
                <a:lnTo>
                  <a:pt x="1378334" y="910009"/>
                </a:lnTo>
                <a:lnTo>
                  <a:pt x="1359246" y="912066"/>
                </a:lnTo>
                <a:lnTo>
                  <a:pt x="1340158" y="914124"/>
                </a:lnTo>
                <a:lnTo>
                  <a:pt x="1321079" y="916172"/>
                </a:lnTo>
                <a:lnTo>
                  <a:pt x="1301991" y="918229"/>
                </a:lnTo>
                <a:lnTo>
                  <a:pt x="1282903" y="920286"/>
                </a:lnTo>
                <a:lnTo>
                  <a:pt x="1263815" y="922344"/>
                </a:lnTo>
                <a:lnTo>
                  <a:pt x="1244737" y="924392"/>
                </a:lnTo>
                <a:lnTo>
                  <a:pt x="1225648" y="926449"/>
                </a:lnTo>
                <a:lnTo>
                  <a:pt x="1206560" y="928507"/>
                </a:lnTo>
                <a:lnTo>
                  <a:pt x="1187482" y="930554"/>
                </a:lnTo>
                <a:lnTo>
                  <a:pt x="1168394" y="932612"/>
                </a:lnTo>
                <a:lnTo>
                  <a:pt x="1149306" y="934669"/>
                </a:lnTo>
                <a:lnTo>
                  <a:pt x="1130227" y="936727"/>
                </a:lnTo>
                <a:lnTo>
                  <a:pt x="1111139" y="938774"/>
                </a:lnTo>
                <a:lnTo>
                  <a:pt x="1092051" y="940832"/>
                </a:lnTo>
                <a:lnTo>
                  <a:pt x="1072963" y="942889"/>
                </a:lnTo>
                <a:lnTo>
                  <a:pt x="1053884" y="944937"/>
                </a:lnTo>
                <a:lnTo>
                  <a:pt x="1034796" y="946995"/>
                </a:lnTo>
                <a:lnTo>
                  <a:pt x="1015708" y="949052"/>
                </a:lnTo>
                <a:lnTo>
                  <a:pt x="996629" y="951109"/>
                </a:lnTo>
                <a:lnTo>
                  <a:pt x="977541" y="953157"/>
                </a:lnTo>
                <a:lnTo>
                  <a:pt x="958453" y="955215"/>
                </a:lnTo>
                <a:lnTo>
                  <a:pt x="939375" y="957272"/>
                </a:lnTo>
                <a:lnTo>
                  <a:pt x="920286" y="959320"/>
                </a:lnTo>
                <a:lnTo>
                  <a:pt x="901198" y="961377"/>
                </a:lnTo>
                <a:lnTo>
                  <a:pt x="882120" y="963435"/>
                </a:lnTo>
                <a:lnTo>
                  <a:pt x="863032" y="965492"/>
                </a:lnTo>
                <a:lnTo>
                  <a:pt x="843944" y="967540"/>
                </a:lnTo>
                <a:lnTo>
                  <a:pt x="824855" y="969597"/>
                </a:lnTo>
                <a:lnTo>
                  <a:pt x="805777" y="971655"/>
                </a:lnTo>
                <a:lnTo>
                  <a:pt x="786689" y="973712"/>
                </a:lnTo>
                <a:lnTo>
                  <a:pt x="767601" y="975760"/>
                </a:lnTo>
                <a:lnTo>
                  <a:pt x="748522" y="977817"/>
                </a:lnTo>
                <a:lnTo>
                  <a:pt x="729434" y="979875"/>
                </a:lnTo>
                <a:lnTo>
                  <a:pt x="710346" y="981923"/>
                </a:lnTo>
                <a:lnTo>
                  <a:pt x="691267" y="983980"/>
                </a:lnTo>
                <a:lnTo>
                  <a:pt x="672179" y="986038"/>
                </a:lnTo>
                <a:lnTo>
                  <a:pt x="653091" y="988095"/>
                </a:lnTo>
                <a:lnTo>
                  <a:pt x="634003" y="990143"/>
                </a:lnTo>
                <a:lnTo>
                  <a:pt x="614924" y="992200"/>
                </a:lnTo>
                <a:lnTo>
                  <a:pt x="595836" y="994258"/>
                </a:lnTo>
                <a:lnTo>
                  <a:pt x="576748" y="996305"/>
                </a:lnTo>
                <a:lnTo>
                  <a:pt x="557670" y="998363"/>
                </a:lnTo>
                <a:lnTo>
                  <a:pt x="538582" y="1000420"/>
                </a:lnTo>
                <a:lnTo>
                  <a:pt x="519494" y="1002478"/>
                </a:lnTo>
                <a:lnTo>
                  <a:pt x="500415" y="1004526"/>
                </a:lnTo>
                <a:lnTo>
                  <a:pt x="481327" y="1006583"/>
                </a:lnTo>
                <a:lnTo>
                  <a:pt x="462239" y="1008640"/>
                </a:lnTo>
                <a:lnTo>
                  <a:pt x="443160" y="1010688"/>
                </a:lnTo>
                <a:lnTo>
                  <a:pt x="424072" y="1012746"/>
                </a:lnTo>
                <a:lnTo>
                  <a:pt x="404984" y="1014803"/>
                </a:lnTo>
                <a:lnTo>
                  <a:pt x="385896" y="1016860"/>
                </a:lnTo>
                <a:lnTo>
                  <a:pt x="366817" y="1018908"/>
                </a:lnTo>
                <a:lnTo>
                  <a:pt x="347729" y="1020966"/>
                </a:lnTo>
                <a:lnTo>
                  <a:pt x="328641" y="1023023"/>
                </a:lnTo>
                <a:lnTo>
                  <a:pt x="309563" y="1025071"/>
                </a:lnTo>
                <a:lnTo>
                  <a:pt x="290474" y="1027128"/>
                </a:lnTo>
                <a:lnTo>
                  <a:pt x="271386" y="1029186"/>
                </a:lnTo>
                <a:lnTo>
                  <a:pt x="252308" y="1031243"/>
                </a:lnTo>
                <a:lnTo>
                  <a:pt x="233220" y="1033291"/>
                </a:lnTo>
                <a:lnTo>
                  <a:pt x="214132" y="1035348"/>
                </a:lnTo>
                <a:lnTo>
                  <a:pt x="195043" y="1037406"/>
                </a:lnTo>
                <a:lnTo>
                  <a:pt x="175965" y="1039463"/>
                </a:lnTo>
                <a:lnTo>
                  <a:pt x="156877" y="1041511"/>
                </a:lnTo>
                <a:lnTo>
                  <a:pt x="137789" y="1043569"/>
                </a:lnTo>
                <a:lnTo>
                  <a:pt x="118710" y="1045626"/>
                </a:lnTo>
                <a:lnTo>
                  <a:pt x="99622" y="1047674"/>
                </a:lnTo>
                <a:lnTo>
                  <a:pt x="80534" y="1049731"/>
                </a:lnTo>
                <a:lnTo>
                  <a:pt x="61455" y="1051789"/>
                </a:lnTo>
                <a:lnTo>
                  <a:pt x="42367" y="1053846"/>
                </a:lnTo>
                <a:lnTo>
                  <a:pt x="23279" y="1055894"/>
                </a:lnTo>
                <a:lnTo>
                  <a:pt x="4191" y="1057951"/>
                </a:lnTo>
                <a:lnTo>
                  <a:pt x="0" y="1044959"/>
                </a:lnTo>
                <a:lnTo>
                  <a:pt x="1857" y="1025852"/>
                </a:lnTo>
                <a:lnTo>
                  <a:pt x="3715" y="1006754"/>
                </a:lnTo>
                <a:lnTo>
                  <a:pt x="5572" y="987647"/>
                </a:lnTo>
                <a:lnTo>
                  <a:pt x="7430" y="968540"/>
                </a:lnTo>
                <a:lnTo>
                  <a:pt x="9287" y="949433"/>
                </a:lnTo>
                <a:lnTo>
                  <a:pt x="11144" y="930326"/>
                </a:lnTo>
                <a:lnTo>
                  <a:pt x="12992" y="911219"/>
                </a:lnTo>
                <a:lnTo>
                  <a:pt x="14849" y="892121"/>
                </a:lnTo>
                <a:lnTo>
                  <a:pt x="16707" y="873014"/>
                </a:lnTo>
                <a:lnTo>
                  <a:pt x="18564" y="853907"/>
                </a:lnTo>
                <a:lnTo>
                  <a:pt x="20422" y="834800"/>
                </a:lnTo>
                <a:lnTo>
                  <a:pt x="22279" y="815692"/>
                </a:lnTo>
                <a:lnTo>
                  <a:pt x="24136" y="796585"/>
                </a:lnTo>
                <a:lnTo>
                  <a:pt x="25994" y="777488"/>
                </a:lnTo>
                <a:lnTo>
                  <a:pt x="27851" y="758381"/>
                </a:lnTo>
                <a:lnTo>
                  <a:pt x="29708" y="739273"/>
                </a:lnTo>
                <a:lnTo>
                  <a:pt x="31566" y="720166"/>
                </a:lnTo>
                <a:lnTo>
                  <a:pt x="33423" y="701059"/>
                </a:lnTo>
                <a:lnTo>
                  <a:pt x="35281" y="681952"/>
                </a:lnTo>
                <a:lnTo>
                  <a:pt x="37128" y="662854"/>
                </a:lnTo>
                <a:lnTo>
                  <a:pt x="38986" y="643747"/>
                </a:lnTo>
                <a:lnTo>
                  <a:pt x="40843" y="624640"/>
                </a:lnTo>
                <a:lnTo>
                  <a:pt x="42701" y="605533"/>
                </a:lnTo>
                <a:lnTo>
                  <a:pt x="44558" y="586426"/>
                </a:lnTo>
                <a:lnTo>
                  <a:pt x="46415" y="567328"/>
                </a:lnTo>
                <a:lnTo>
                  <a:pt x="48273" y="548221"/>
                </a:lnTo>
                <a:lnTo>
                  <a:pt x="50130" y="529114"/>
                </a:lnTo>
                <a:lnTo>
                  <a:pt x="51987" y="510007"/>
                </a:lnTo>
                <a:lnTo>
                  <a:pt x="53845" y="490899"/>
                </a:lnTo>
                <a:lnTo>
                  <a:pt x="55702" y="471792"/>
                </a:lnTo>
                <a:lnTo>
                  <a:pt x="57560" y="452695"/>
                </a:lnTo>
                <a:lnTo>
                  <a:pt x="59417" y="433588"/>
                </a:lnTo>
                <a:lnTo>
                  <a:pt x="61265" y="414480"/>
                </a:lnTo>
                <a:lnTo>
                  <a:pt x="63122" y="395373"/>
                </a:lnTo>
                <a:lnTo>
                  <a:pt x="64980" y="376266"/>
                </a:lnTo>
                <a:lnTo>
                  <a:pt x="66837" y="357159"/>
                </a:lnTo>
                <a:lnTo>
                  <a:pt x="68694" y="338061"/>
                </a:lnTo>
                <a:lnTo>
                  <a:pt x="70552" y="318954"/>
                </a:lnTo>
                <a:lnTo>
                  <a:pt x="72409" y="299847"/>
                </a:lnTo>
                <a:lnTo>
                  <a:pt x="74266" y="280740"/>
                </a:lnTo>
                <a:lnTo>
                  <a:pt x="76124" y="261633"/>
                </a:lnTo>
                <a:lnTo>
                  <a:pt x="77981" y="242526"/>
                </a:lnTo>
                <a:lnTo>
                  <a:pt x="79839" y="223428"/>
                </a:lnTo>
                <a:lnTo>
                  <a:pt x="81696" y="204321"/>
                </a:lnTo>
                <a:lnTo>
                  <a:pt x="83553" y="185214"/>
                </a:lnTo>
                <a:lnTo>
                  <a:pt x="85411" y="166106"/>
                </a:lnTo>
                <a:lnTo>
                  <a:pt x="87259" y="146999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9DD9F3C8-4466-46D9-A7DF-6AC91B0E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090" y="3129582"/>
            <a:ext cx="1466155" cy="1058904"/>
          </a:xfrm>
          <a:custGeom xmlns:a="http://schemas.openxmlformats.org/drawingml/2006/main">
            <a:pathLst>
              <a:path w="1466155" h="1058904">
                <a:moveTo>
                  <a:pt x="87287" y="147971"/>
                </a:moveTo>
                <a:lnTo>
                  <a:pt x="106375" y="145923"/>
                </a:lnTo>
                <a:lnTo>
                  <a:pt x="125463" y="143866"/>
                </a:lnTo>
                <a:lnTo>
                  <a:pt x="144551" y="141808"/>
                </a:lnTo>
                <a:lnTo>
                  <a:pt x="163640" y="139751"/>
                </a:lnTo>
                <a:lnTo>
                  <a:pt x="182728" y="137693"/>
                </a:lnTo>
                <a:lnTo>
                  <a:pt x="201816" y="135646"/>
                </a:lnTo>
                <a:lnTo>
                  <a:pt x="220913" y="133588"/>
                </a:lnTo>
                <a:lnTo>
                  <a:pt x="240001" y="131531"/>
                </a:lnTo>
                <a:lnTo>
                  <a:pt x="259090" y="129473"/>
                </a:lnTo>
                <a:lnTo>
                  <a:pt x="278178" y="127425"/>
                </a:lnTo>
                <a:lnTo>
                  <a:pt x="297266" y="125368"/>
                </a:lnTo>
                <a:lnTo>
                  <a:pt x="316354" y="123311"/>
                </a:lnTo>
                <a:lnTo>
                  <a:pt x="335451" y="121253"/>
                </a:lnTo>
                <a:lnTo>
                  <a:pt x="354540" y="119205"/>
                </a:lnTo>
                <a:lnTo>
                  <a:pt x="373628" y="117148"/>
                </a:lnTo>
                <a:lnTo>
                  <a:pt x="392716" y="115091"/>
                </a:lnTo>
                <a:lnTo>
                  <a:pt x="411804" y="113033"/>
                </a:lnTo>
                <a:lnTo>
                  <a:pt x="430892" y="110976"/>
                </a:lnTo>
                <a:lnTo>
                  <a:pt x="449980" y="108928"/>
                </a:lnTo>
                <a:lnTo>
                  <a:pt x="469078" y="106871"/>
                </a:lnTo>
                <a:lnTo>
                  <a:pt x="488166" y="104813"/>
                </a:lnTo>
                <a:lnTo>
                  <a:pt x="507254" y="102756"/>
                </a:lnTo>
                <a:lnTo>
                  <a:pt x="526342" y="100708"/>
                </a:lnTo>
                <a:lnTo>
                  <a:pt x="545430" y="98650"/>
                </a:lnTo>
                <a:lnTo>
                  <a:pt x="564518" y="96593"/>
                </a:lnTo>
                <a:lnTo>
                  <a:pt x="583606" y="94536"/>
                </a:lnTo>
                <a:lnTo>
                  <a:pt x="602704" y="92488"/>
                </a:lnTo>
                <a:lnTo>
                  <a:pt x="621792" y="90430"/>
                </a:lnTo>
                <a:lnTo>
                  <a:pt x="640880" y="88373"/>
                </a:lnTo>
                <a:lnTo>
                  <a:pt x="659968" y="86316"/>
                </a:lnTo>
                <a:lnTo>
                  <a:pt x="679056" y="84258"/>
                </a:lnTo>
                <a:lnTo>
                  <a:pt x="698144" y="82210"/>
                </a:lnTo>
                <a:lnTo>
                  <a:pt x="717242" y="80153"/>
                </a:lnTo>
                <a:lnTo>
                  <a:pt x="736330" y="78095"/>
                </a:lnTo>
                <a:lnTo>
                  <a:pt x="755418" y="76038"/>
                </a:lnTo>
                <a:lnTo>
                  <a:pt x="774506" y="73990"/>
                </a:lnTo>
                <a:lnTo>
                  <a:pt x="793594" y="71933"/>
                </a:lnTo>
                <a:lnTo>
                  <a:pt x="812683" y="69875"/>
                </a:lnTo>
                <a:lnTo>
                  <a:pt x="831780" y="67818"/>
                </a:lnTo>
                <a:lnTo>
                  <a:pt x="850868" y="65770"/>
                </a:lnTo>
                <a:lnTo>
                  <a:pt x="869956" y="63713"/>
                </a:lnTo>
                <a:lnTo>
                  <a:pt x="889044" y="61655"/>
                </a:lnTo>
                <a:lnTo>
                  <a:pt x="908133" y="59598"/>
                </a:lnTo>
                <a:lnTo>
                  <a:pt x="927221" y="57550"/>
                </a:lnTo>
                <a:lnTo>
                  <a:pt x="946309" y="55493"/>
                </a:lnTo>
                <a:lnTo>
                  <a:pt x="965406" y="53435"/>
                </a:lnTo>
                <a:lnTo>
                  <a:pt x="984494" y="51378"/>
                </a:lnTo>
                <a:lnTo>
                  <a:pt x="1003583" y="49320"/>
                </a:lnTo>
                <a:lnTo>
                  <a:pt x="1022671" y="47273"/>
                </a:lnTo>
                <a:lnTo>
                  <a:pt x="1041759" y="45215"/>
                </a:lnTo>
                <a:lnTo>
                  <a:pt x="1060847" y="43158"/>
                </a:lnTo>
                <a:lnTo>
                  <a:pt x="1079935" y="41100"/>
                </a:lnTo>
                <a:lnTo>
                  <a:pt x="1099033" y="39053"/>
                </a:lnTo>
                <a:lnTo>
                  <a:pt x="1118121" y="36995"/>
                </a:lnTo>
                <a:lnTo>
                  <a:pt x="1137209" y="34938"/>
                </a:lnTo>
                <a:lnTo>
                  <a:pt x="1156297" y="32880"/>
                </a:lnTo>
                <a:lnTo>
                  <a:pt x="1175385" y="30832"/>
                </a:lnTo>
                <a:lnTo>
                  <a:pt x="1194473" y="28775"/>
                </a:lnTo>
                <a:lnTo>
                  <a:pt x="1213571" y="26718"/>
                </a:lnTo>
                <a:lnTo>
                  <a:pt x="1232659" y="24660"/>
                </a:lnTo>
                <a:lnTo>
                  <a:pt x="1251747" y="22603"/>
                </a:lnTo>
                <a:lnTo>
                  <a:pt x="1270835" y="20555"/>
                </a:lnTo>
                <a:lnTo>
                  <a:pt x="1289923" y="18498"/>
                </a:lnTo>
                <a:lnTo>
                  <a:pt x="1309011" y="16440"/>
                </a:lnTo>
                <a:lnTo>
                  <a:pt x="1328099" y="14383"/>
                </a:lnTo>
                <a:lnTo>
                  <a:pt x="1347197" y="12335"/>
                </a:lnTo>
                <a:lnTo>
                  <a:pt x="1366285" y="10277"/>
                </a:lnTo>
                <a:lnTo>
                  <a:pt x="1385373" y="8220"/>
                </a:lnTo>
                <a:lnTo>
                  <a:pt x="1404461" y="6163"/>
                </a:lnTo>
                <a:lnTo>
                  <a:pt x="1423549" y="4115"/>
                </a:lnTo>
                <a:lnTo>
                  <a:pt x="1442637" y="2057"/>
                </a:lnTo>
                <a:lnTo>
                  <a:pt x="1461735" y="0"/>
                </a:lnTo>
                <a:lnTo>
                  <a:pt x="1466155" y="12764"/>
                </a:lnTo>
                <a:lnTo>
                  <a:pt x="1464297" y="31871"/>
                </a:lnTo>
                <a:lnTo>
                  <a:pt x="1462440" y="50987"/>
                </a:lnTo>
                <a:lnTo>
                  <a:pt x="1460583" y="70094"/>
                </a:lnTo>
                <a:lnTo>
                  <a:pt x="1458725" y="89202"/>
                </a:lnTo>
                <a:lnTo>
                  <a:pt x="1456868" y="108309"/>
                </a:lnTo>
                <a:lnTo>
                  <a:pt x="1455010" y="127425"/>
                </a:lnTo>
                <a:lnTo>
                  <a:pt x="1453153" y="146533"/>
                </a:lnTo>
                <a:lnTo>
                  <a:pt x="1451296" y="165640"/>
                </a:lnTo>
                <a:lnTo>
                  <a:pt x="1449438" y="184756"/>
                </a:lnTo>
                <a:lnTo>
                  <a:pt x="1447581" y="203864"/>
                </a:lnTo>
                <a:lnTo>
                  <a:pt x="1445724" y="222971"/>
                </a:lnTo>
                <a:lnTo>
                  <a:pt x="1443866" y="242078"/>
                </a:lnTo>
                <a:lnTo>
                  <a:pt x="1442009" y="261195"/>
                </a:lnTo>
                <a:lnTo>
                  <a:pt x="1440161" y="280302"/>
                </a:lnTo>
                <a:lnTo>
                  <a:pt x="1438304" y="299409"/>
                </a:lnTo>
                <a:lnTo>
                  <a:pt x="1436446" y="318516"/>
                </a:lnTo>
                <a:lnTo>
                  <a:pt x="1434589" y="337633"/>
                </a:lnTo>
                <a:lnTo>
                  <a:pt x="1432731" y="356740"/>
                </a:lnTo>
                <a:lnTo>
                  <a:pt x="1430874" y="375847"/>
                </a:lnTo>
                <a:lnTo>
                  <a:pt x="1429017" y="394964"/>
                </a:lnTo>
                <a:lnTo>
                  <a:pt x="1427159" y="414071"/>
                </a:lnTo>
                <a:lnTo>
                  <a:pt x="1425302" y="433178"/>
                </a:lnTo>
                <a:lnTo>
                  <a:pt x="1423445" y="452285"/>
                </a:lnTo>
                <a:lnTo>
                  <a:pt x="1421587" y="471402"/>
                </a:lnTo>
                <a:lnTo>
                  <a:pt x="1419730" y="490509"/>
                </a:lnTo>
                <a:lnTo>
                  <a:pt x="1417872" y="509616"/>
                </a:lnTo>
                <a:lnTo>
                  <a:pt x="1416015" y="528733"/>
                </a:lnTo>
                <a:lnTo>
                  <a:pt x="1414158" y="547840"/>
                </a:lnTo>
                <a:lnTo>
                  <a:pt x="1412300" y="566947"/>
                </a:lnTo>
                <a:lnTo>
                  <a:pt x="1410443" y="586054"/>
                </a:lnTo>
                <a:lnTo>
                  <a:pt x="1408586" y="605171"/>
                </a:lnTo>
                <a:lnTo>
                  <a:pt x="1406728" y="624278"/>
                </a:lnTo>
                <a:lnTo>
                  <a:pt x="1404871" y="643385"/>
                </a:lnTo>
                <a:lnTo>
                  <a:pt x="1403013" y="662502"/>
                </a:lnTo>
                <a:lnTo>
                  <a:pt x="1401156" y="681609"/>
                </a:lnTo>
                <a:lnTo>
                  <a:pt x="1399299" y="700716"/>
                </a:lnTo>
                <a:lnTo>
                  <a:pt x="1397441" y="719823"/>
                </a:lnTo>
                <a:lnTo>
                  <a:pt x="1395584" y="738940"/>
                </a:lnTo>
                <a:lnTo>
                  <a:pt x="1393727" y="758047"/>
                </a:lnTo>
                <a:lnTo>
                  <a:pt x="1391869" y="777154"/>
                </a:lnTo>
                <a:lnTo>
                  <a:pt x="1390012" y="796271"/>
                </a:lnTo>
                <a:lnTo>
                  <a:pt x="1388154" y="815378"/>
                </a:lnTo>
                <a:lnTo>
                  <a:pt x="1386297" y="834485"/>
                </a:lnTo>
                <a:lnTo>
                  <a:pt x="1384440" y="853592"/>
                </a:lnTo>
                <a:lnTo>
                  <a:pt x="1382592" y="872709"/>
                </a:lnTo>
                <a:lnTo>
                  <a:pt x="1380725" y="891816"/>
                </a:lnTo>
                <a:lnTo>
                  <a:pt x="1378877" y="910923"/>
                </a:lnTo>
                <a:lnTo>
                  <a:pt x="1359779" y="912981"/>
                </a:lnTo>
                <a:lnTo>
                  <a:pt x="1340691" y="915038"/>
                </a:lnTo>
                <a:lnTo>
                  <a:pt x="1321603" y="917096"/>
                </a:lnTo>
                <a:lnTo>
                  <a:pt x="1302515" y="919143"/>
                </a:lnTo>
                <a:lnTo>
                  <a:pt x="1283427" y="921201"/>
                </a:lnTo>
                <a:lnTo>
                  <a:pt x="1264339" y="923258"/>
                </a:lnTo>
                <a:lnTo>
                  <a:pt x="1245241" y="925316"/>
                </a:lnTo>
                <a:lnTo>
                  <a:pt x="1226153" y="927364"/>
                </a:lnTo>
                <a:lnTo>
                  <a:pt x="1207065" y="929421"/>
                </a:lnTo>
                <a:lnTo>
                  <a:pt x="1187977" y="931478"/>
                </a:lnTo>
                <a:lnTo>
                  <a:pt x="1168889" y="933536"/>
                </a:lnTo>
                <a:lnTo>
                  <a:pt x="1149801" y="935593"/>
                </a:lnTo>
                <a:lnTo>
                  <a:pt x="1130713" y="937641"/>
                </a:lnTo>
                <a:lnTo>
                  <a:pt x="1111615" y="939698"/>
                </a:lnTo>
                <a:lnTo>
                  <a:pt x="1092527" y="941756"/>
                </a:lnTo>
                <a:lnTo>
                  <a:pt x="1073439" y="943813"/>
                </a:lnTo>
                <a:lnTo>
                  <a:pt x="1054351" y="945861"/>
                </a:lnTo>
                <a:lnTo>
                  <a:pt x="1035263" y="947918"/>
                </a:lnTo>
                <a:lnTo>
                  <a:pt x="1016175" y="949976"/>
                </a:lnTo>
                <a:lnTo>
                  <a:pt x="997077" y="952033"/>
                </a:lnTo>
                <a:lnTo>
                  <a:pt x="977989" y="954081"/>
                </a:lnTo>
                <a:lnTo>
                  <a:pt x="958901" y="956139"/>
                </a:lnTo>
                <a:lnTo>
                  <a:pt x="939813" y="958196"/>
                </a:lnTo>
                <a:lnTo>
                  <a:pt x="920725" y="960253"/>
                </a:lnTo>
                <a:lnTo>
                  <a:pt x="901637" y="962301"/>
                </a:lnTo>
                <a:lnTo>
                  <a:pt x="882548" y="964359"/>
                </a:lnTo>
                <a:lnTo>
                  <a:pt x="863451" y="966416"/>
                </a:lnTo>
                <a:lnTo>
                  <a:pt x="844363" y="968473"/>
                </a:lnTo>
                <a:lnTo>
                  <a:pt x="825275" y="970531"/>
                </a:lnTo>
                <a:lnTo>
                  <a:pt x="806186" y="972579"/>
                </a:lnTo>
                <a:lnTo>
                  <a:pt x="787098" y="974636"/>
                </a:lnTo>
                <a:lnTo>
                  <a:pt x="768010" y="976694"/>
                </a:lnTo>
                <a:lnTo>
                  <a:pt x="748922" y="978751"/>
                </a:lnTo>
                <a:lnTo>
                  <a:pt x="729825" y="980799"/>
                </a:lnTo>
                <a:lnTo>
                  <a:pt x="710736" y="982856"/>
                </a:lnTo>
                <a:lnTo>
                  <a:pt x="691648" y="984914"/>
                </a:lnTo>
                <a:lnTo>
                  <a:pt x="672560" y="986971"/>
                </a:lnTo>
                <a:lnTo>
                  <a:pt x="653472" y="989019"/>
                </a:lnTo>
                <a:lnTo>
                  <a:pt x="634384" y="991076"/>
                </a:lnTo>
                <a:lnTo>
                  <a:pt x="615286" y="993134"/>
                </a:lnTo>
                <a:lnTo>
                  <a:pt x="596198" y="995191"/>
                </a:lnTo>
                <a:lnTo>
                  <a:pt x="577110" y="997248"/>
                </a:lnTo>
                <a:lnTo>
                  <a:pt x="558022" y="999296"/>
                </a:lnTo>
                <a:lnTo>
                  <a:pt x="538934" y="1001354"/>
                </a:lnTo>
                <a:lnTo>
                  <a:pt x="519846" y="1003411"/>
                </a:lnTo>
                <a:lnTo>
                  <a:pt x="500758" y="1005469"/>
                </a:lnTo>
                <a:lnTo>
                  <a:pt x="481660" y="1007516"/>
                </a:lnTo>
                <a:lnTo>
                  <a:pt x="462572" y="1009574"/>
                </a:lnTo>
                <a:lnTo>
                  <a:pt x="443484" y="1011631"/>
                </a:lnTo>
                <a:lnTo>
                  <a:pt x="424396" y="1013689"/>
                </a:lnTo>
                <a:lnTo>
                  <a:pt x="405308" y="1015736"/>
                </a:lnTo>
                <a:lnTo>
                  <a:pt x="386220" y="1017794"/>
                </a:lnTo>
                <a:lnTo>
                  <a:pt x="367122" y="1019851"/>
                </a:lnTo>
                <a:lnTo>
                  <a:pt x="348034" y="1021909"/>
                </a:lnTo>
                <a:lnTo>
                  <a:pt x="328946" y="1023966"/>
                </a:lnTo>
                <a:lnTo>
                  <a:pt x="309858" y="1026014"/>
                </a:lnTo>
                <a:lnTo>
                  <a:pt x="290770" y="1028071"/>
                </a:lnTo>
                <a:lnTo>
                  <a:pt x="271682" y="1030129"/>
                </a:lnTo>
                <a:lnTo>
                  <a:pt x="252584" y="1032186"/>
                </a:lnTo>
                <a:lnTo>
                  <a:pt x="233496" y="1034234"/>
                </a:lnTo>
                <a:lnTo>
                  <a:pt x="214408" y="1036291"/>
                </a:lnTo>
                <a:lnTo>
                  <a:pt x="195320" y="1038349"/>
                </a:lnTo>
                <a:lnTo>
                  <a:pt x="176232" y="1040406"/>
                </a:lnTo>
                <a:lnTo>
                  <a:pt x="157143" y="1042454"/>
                </a:lnTo>
                <a:lnTo>
                  <a:pt x="138055" y="1044512"/>
                </a:lnTo>
                <a:lnTo>
                  <a:pt x="118958" y="1046569"/>
                </a:lnTo>
                <a:lnTo>
                  <a:pt x="99870" y="1048626"/>
                </a:lnTo>
                <a:lnTo>
                  <a:pt x="80782" y="1050684"/>
                </a:lnTo>
                <a:lnTo>
                  <a:pt x="61693" y="1052732"/>
                </a:lnTo>
                <a:lnTo>
                  <a:pt x="42605" y="1054789"/>
                </a:lnTo>
                <a:lnTo>
                  <a:pt x="23517" y="1056846"/>
                </a:lnTo>
                <a:lnTo>
                  <a:pt x="4429" y="1058904"/>
                </a:lnTo>
                <a:lnTo>
                  <a:pt x="0" y="1046140"/>
                </a:lnTo>
                <a:lnTo>
                  <a:pt x="1857" y="1027024"/>
                </a:lnTo>
                <a:lnTo>
                  <a:pt x="3715" y="1007916"/>
                </a:lnTo>
                <a:lnTo>
                  <a:pt x="5572" y="988809"/>
                </a:lnTo>
                <a:lnTo>
                  <a:pt x="7430" y="969693"/>
                </a:lnTo>
                <a:lnTo>
                  <a:pt x="9287" y="950585"/>
                </a:lnTo>
                <a:lnTo>
                  <a:pt x="11144" y="931478"/>
                </a:lnTo>
                <a:lnTo>
                  <a:pt x="13002" y="912371"/>
                </a:lnTo>
                <a:lnTo>
                  <a:pt x="14859" y="893255"/>
                </a:lnTo>
                <a:lnTo>
                  <a:pt x="16716" y="874147"/>
                </a:lnTo>
                <a:lnTo>
                  <a:pt x="18574" y="855040"/>
                </a:lnTo>
                <a:lnTo>
                  <a:pt x="20431" y="835933"/>
                </a:lnTo>
                <a:lnTo>
                  <a:pt x="22289" y="816816"/>
                </a:lnTo>
                <a:lnTo>
                  <a:pt x="24146" y="797709"/>
                </a:lnTo>
                <a:lnTo>
                  <a:pt x="26003" y="778602"/>
                </a:lnTo>
                <a:lnTo>
                  <a:pt x="27861" y="759485"/>
                </a:lnTo>
                <a:lnTo>
                  <a:pt x="29718" y="740378"/>
                </a:lnTo>
                <a:lnTo>
                  <a:pt x="31566" y="721271"/>
                </a:lnTo>
                <a:lnTo>
                  <a:pt x="33423" y="702164"/>
                </a:lnTo>
                <a:lnTo>
                  <a:pt x="35281" y="683047"/>
                </a:lnTo>
                <a:lnTo>
                  <a:pt x="37138" y="663940"/>
                </a:lnTo>
                <a:lnTo>
                  <a:pt x="38995" y="644833"/>
                </a:lnTo>
                <a:lnTo>
                  <a:pt x="40853" y="625716"/>
                </a:lnTo>
                <a:lnTo>
                  <a:pt x="42710" y="606609"/>
                </a:lnTo>
                <a:lnTo>
                  <a:pt x="44567" y="587502"/>
                </a:lnTo>
                <a:lnTo>
                  <a:pt x="46425" y="568395"/>
                </a:lnTo>
                <a:lnTo>
                  <a:pt x="48282" y="549278"/>
                </a:lnTo>
                <a:lnTo>
                  <a:pt x="50140" y="530171"/>
                </a:lnTo>
                <a:lnTo>
                  <a:pt x="51997" y="511064"/>
                </a:lnTo>
                <a:lnTo>
                  <a:pt x="53854" y="491947"/>
                </a:lnTo>
                <a:lnTo>
                  <a:pt x="55712" y="472840"/>
                </a:lnTo>
                <a:lnTo>
                  <a:pt x="57569" y="453733"/>
                </a:lnTo>
                <a:lnTo>
                  <a:pt x="59426" y="434626"/>
                </a:lnTo>
                <a:lnTo>
                  <a:pt x="61284" y="415509"/>
                </a:lnTo>
                <a:lnTo>
                  <a:pt x="63141" y="396402"/>
                </a:lnTo>
                <a:lnTo>
                  <a:pt x="64999" y="377295"/>
                </a:lnTo>
                <a:lnTo>
                  <a:pt x="66856" y="358178"/>
                </a:lnTo>
                <a:lnTo>
                  <a:pt x="68713" y="339071"/>
                </a:lnTo>
                <a:lnTo>
                  <a:pt x="70571" y="319964"/>
                </a:lnTo>
                <a:lnTo>
                  <a:pt x="72428" y="300857"/>
                </a:lnTo>
                <a:lnTo>
                  <a:pt x="74285" y="281740"/>
                </a:lnTo>
                <a:lnTo>
                  <a:pt x="76143" y="262633"/>
                </a:lnTo>
                <a:lnTo>
                  <a:pt x="78000" y="243526"/>
                </a:lnTo>
                <a:lnTo>
                  <a:pt x="79858" y="224409"/>
                </a:lnTo>
                <a:lnTo>
                  <a:pt x="81715" y="205302"/>
                </a:lnTo>
                <a:lnTo>
                  <a:pt x="83572" y="186195"/>
                </a:lnTo>
                <a:lnTo>
                  <a:pt x="85430" y="167088"/>
                </a:lnTo>
                <a:lnTo>
                  <a:pt x="87287" y="147971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DCA718D3-DF54-4030-8536-8547027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6178" y="2571417"/>
            <a:ext cx="1466155" cy="1058904"/>
          </a:xfrm>
          <a:custGeom xmlns:a="http://schemas.openxmlformats.org/drawingml/2006/main">
            <a:pathLst>
              <a:path w="1466155" h="1058904">
                <a:moveTo>
                  <a:pt x="87287" y="147971"/>
                </a:moveTo>
                <a:lnTo>
                  <a:pt x="106375" y="145923"/>
                </a:lnTo>
                <a:lnTo>
                  <a:pt x="125463" y="143866"/>
                </a:lnTo>
                <a:lnTo>
                  <a:pt x="144551" y="141808"/>
                </a:lnTo>
                <a:lnTo>
                  <a:pt x="163640" y="139751"/>
                </a:lnTo>
                <a:lnTo>
                  <a:pt x="182728" y="137693"/>
                </a:lnTo>
                <a:lnTo>
                  <a:pt x="201816" y="135646"/>
                </a:lnTo>
                <a:lnTo>
                  <a:pt x="220913" y="133588"/>
                </a:lnTo>
                <a:lnTo>
                  <a:pt x="240001" y="131531"/>
                </a:lnTo>
                <a:lnTo>
                  <a:pt x="259090" y="129473"/>
                </a:lnTo>
                <a:lnTo>
                  <a:pt x="278178" y="127425"/>
                </a:lnTo>
                <a:lnTo>
                  <a:pt x="297266" y="125368"/>
                </a:lnTo>
                <a:lnTo>
                  <a:pt x="316354" y="123311"/>
                </a:lnTo>
                <a:lnTo>
                  <a:pt x="335451" y="121253"/>
                </a:lnTo>
                <a:lnTo>
                  <a:pt x="354540" y="119205"/>
                </a:lnTo>
                <a:lnTo>
                  <a:pt x="373628" y="117148"/>
                </a:lnTo>
                <a:lnTo>
                  <a:pt x="392716" y="115091"/>
                </a:lnTo>
                <a:lnTo>
                  <a:pt x="411804" y="113033"/>
                </a:lnTo>
                <a:lnTo>
                  <a:pt x="430892" y="110976"/>
                </a:lnTo>
                <a:lnTo>
                  <a:pt x="449980" y="108928"/>
                </a:lnTo>
                <a:lnTo>
                  <a:pt x="469078" y="106871"/>
                </a:lnTo>
                <a:lnTo>
                  <a:pt x="488166" y="104813"/>
                </a:lnTo>
                <a:lnTo>
                  <a:pt x="507254" y="102756"/>
                </a:lnTo>
                <a:lnTo>
                  <a:pt x="526342" y="100708"/>
                </a:lnTo>
                <a:lnTo>
                  <a:pt x="545430" y="98650"/>
                </a:lnTo>
                <a:lnTo>
                  <a:pt x="564518" y="96593"/>
                </a:lnTo>
                <a:lnTo>
                  <a:pt x="583606" y="94536"/>
                </a:lnTo>
                <a:lnTo>
                  <a:pt x="602704" y="92488"/>
                </a:lnTo>
                <a:lnTo>
                  <a:pt x="621792" y="90430"/>
                </a:lnTo>
                <a:lnTo>
                  <a:pt x="640880" y="88373"/>
                </a:lnTo>
                <a:lnTo>
                  <a:pt x="659968" y="86316"/>
                </a:lnTo>
                <a:lnTo>
                  <a:pt x="679056" y="84258"/>
                </a:lnTo>
                <a:lnTo>
                  <a:pt x="698144" y="82210"/>
                </a:lnTo>
                <a:lnTo>
                  <a:pt x="717242" y="80153"/>
                </a:lnTo>
                <a:lnTo>
                  <a:pt x="736330" y="78095"/>
                </a:lnTo>
                <a:lnTo>
                  <a:pt x="755418" y="76038"/>
                </a:lnTo>
                <a:lnTo>
                  <a:pt x="774506" y="73990"/>
                </a:lnTo>
                <a:lnTo>
                  <a:pt x="793594" y="71933"/>
                </a:lnTo>
                <a:lnTo>
                  <a:pt x="812683" y="69875"/>
                </a:lnTo>
                <a:lnTo>
                  <a:pt x="831780" y="67818"/>
                </a:lnTo>
                <a:lnTo>
                  <a:pt x="850868" y="65770"/>
                </a:lnTo>
                <a:lnTo>
                  <a:pt x="869956" y="63713"/>
                </a:lnTo>
                <a:lnTo>
                  <a:pt x="889044" y="61655"/>
                </a:lnTo>
                <a:lnTo>
                  <a:pt x="908133" y="59598"/>
                </a:lnTo>
                <a:lnTo>
                  <a:pt x="927221" y="57541"/>
                </a:lnTo>
                <a:lnTo>
                  <a:pt x="946309" y="55493"/>
                </a:lnTo>
                <a:lnTo>
                  <a:pt x="965406" y="53435"/>
                </a:lnTo>
                <a:lnTo>
                  <a:pt x="984494" y="51378"/>
                </a:lnTo>
                <a:lnTo>
                  <a:pt x="1003583" y="49320"/>
                </a:lnTo>
                <a:lnTo>
                  <a:pt x="1022671" y="47273"/>
                </a:lnTo>
                <a:lnTo>
                  <a:pt x="1041759" y="45215"/>
                </a:lnTo>
                <a:lnTo>
                  <a:pt x="1060847" y="43158"/>
                </a:lnTo>
                <a:lnTo>
                  <a:pt x="1079945" y="41100"/>
                </a:lnTo>
                <a:lnTo>
                  <a:pt x="1099033" y="39053"/>
                </a:lnTo>
                <a:lnTo>
                  <a:pt x="1118121" y="36995"/>
                </a:lnTo>
                <a:lnTo>
                  <a:pt x="1137209" y="34938"/>
                </a:lnTo>
                <a:lnTo>
                  <a:pt x="1156297" y="32880"/>
                </a:lnTo>
                <a:lnTo>
                  <a:pt x="1175385" y="30832"/>
                </a:lnTo>
                <a:lnTo>
                  <a:pt x="1194473" y="28775"/>
                </a:lnTo>
                <a:lnTo>
                  <a:pt x="1213571" y="26718"/>
                </a:lnTo>
                <a:lnTo>
                  <a:pt x="1232659" y="24660"/>
                </a:lnTo>
                <a:lnTo>
                  <a:pt x="1251747" y="22603"/>
                </a:lnTo>
                <a:lnTo>
                  <a:pt x="1270835" y="20555"/>
                </a:lnTo>
                <a:lnTo>
                  <a:pt x="1289923" y="18498"/>
                </a:lnTo>
                <a:lnTo>
                  <a:pt x="1309011" y="16440"/>
                </a:lnTo>
                <a:lnTo>
                  <a:pt x="1328109" y="14383"/>
                </a:lnTo>
                <a:lnTo>
                  <a:pt x="1347197" y="12335"/>
                </a:lnTo>
                <a:lnTo>
                  <a:pt x="1366285" y="10277"/>
                </a:lnTo>
                <a:lnTo>
                  <a:pt x="1385373" y="8220"/>
                </a:lnTo>
                <a:lnTo>
                  <a:pt x="1404461" y="6163"/>
                </a:lnTo>
                <a:lnTo>
                  <a:pt x="1423549" y="4115"/>
                </a:lnTo>
                <a:lnTo>
                  <a:pt x="1442637" y="2057"/>
                </a:lnTo>
                <a:lnTo>
                  <a:pt x="1461735" y="0"/>
                </a:lnTo>
                <a:lnTo>
                  <a:pt x="1466155" y="12764"/>
                </a:lnTo>
                <a:lnTo>
                  <a:pt x="1464297" y="31871"/>
                </a:lnTo>
                <a:lnTo>
                  <a:pt x="1462440" y="50987"/>
                </a:lnTo>
                <a:lnTo>
                  <a:pt x="1460583" y="70094"/>
                </a:lnTo>
                <a:lnTo>
                  <a:pt x="1458725" y="89202"/>
                </a:lnTo>
                <a:lnTo>
                  <a:pt x="1456868" y="108309"/>
                </a:lnTo>
                <a:lnTo>
                  <a:pt x="1455010" y="127425"/>
                </a:lnTo>
                <a:lnTo>
                  <a:pt x="1453153" y="146533"/>
                </a:lnTo>
                <a:lnTo>
                  <a:pt x="1451296" y="165640"/>
                </a:lnTo>
                <a:lnTo>
                  <a:pt x="1449438" y="184756"/>
                </a:lnTo>
                <a:lnTo>
                  <a:pt x="1447581" y="203864"/>
                </a:lnTo>
                <a:lnTo>
                  <a:pt x="1445724" y="222971"/>
                </a:lnTo>
                <a:lnTo>
                  <a:pt x="1443866" y="242078"/>
                </a:lnTo>
                <a:lnTo>
                  <a:pt x="1442009" y="261195"/>
                </a:lnTo>
                <a:lnTo>
                  <a:pt x="1440161" y="280302"/>
                </a:lnTo>
                <a:lnTo>
                  <a:pt x="1438304" y="299409"/>
                </a:lnTo>
                <a:lnTo>
                  <a:pt x="1436446" y="318526"/>
                </a:lnTo>
                <a:lnTo>
                  <a:pt x="1434589" y="337633"/>
                </a:lnTo>
                <a:lnTo>
                  <a:pt x="1432731" y="356740"/>
                </a:lnTo>
                <a:lnTo>
                  <a:pt x="1430874" y="375847"/>
                </a:lnTo>
                <a:lnTo>
                  <a:pt x="1429017" y="394964"/>
                </a:lnTo>
                <a:lnTo>
                  <a:pt x="1427159" y="414071"/>
                </a:lnTo>
                <a:lnTo>
                  <a:pt x="1425302" y="433178"/>
                </a:lnTo>
                <a:lnTo>
                  <a:pt x="1423445" y="452285"/>
                </a:lnTo>
                <a:lnTo>
                  <a:pt x="1421587" y="471402"/>
                </a:lnTo>
                <a:lnTo>
                  <a:pt x="1419730" y="490509"/>
                </a:lnTo>
                <a:lnTo>
                  <a:pt x="1417872" y="509616"/>
                </a:lnTo>
                <a:lnTo>
                  <a:pt x="1416015" y="528733"/>
                </a:lnTo>
                <a:lnTo>
                  <a:pt x="1414158" y="547840"/>
                </a:lnTo>
                <a:lnTo>
                  <a:pt x="1412300" y="566947"/>
                </a:lnTo>
                <a:lnTo>
                  <a:pt x="1410443" y="586054"/>
                </a:lnTo>
                <a:lnTo>
                  <a:pt x="1408586" y="605171"/>
                </a:lnTo>
                <a:lnTo>
                  <a:pt x="1406728" y="624278"/>
                </a:lnTo>
                <a:lnTo>
                  <a:pt x="1404871" y="643385"/>
                </a:lnTo>
                <a:lnTo>
                  <a:pt x="1403013" y="662502"/>
                </a:lnTo>
                <a:lnTo>
                  <a:pt x="1401156" y="681609"/>
                </a:lnTo>
                <a:lnTo>
                  <a:pt x="1399299" y="700716"/>
                </a:lnTo>
                <a:lnTo>
                  <a:pt x="1397441" y="719823"/>
                </a:lnTo>
                <a:lnTo>
                  <a:pt x="1395584" y="738940"/>
                </a:lnTo>
                <a:lnTo>
                  <a:pt x="1393727" y="758047"/>
                </a:lnTo>
                <a:lnTo>
                  <a:pt x="1391869" y="777154"/>
                </a:lnTo>
                <a:lnTo>
                  <a:pt x="1390012" y="796271"/>
                </a:lnTo>
                <a:lnTo>
                  <a:pt x="1388154" y="815378"/>
                </a:lnTo>
                <a:lnTo>
                  <a:pt x="1386297" y="834485"/>
                </a:lnTo>
                <a:lnTo>
                  <a:pt x="1384440" y="853592"/>
                </a:lnTo>
                <a:lnTo>
                  <a:pt x="1382592" y="872709"/>
                </a:lnTo>
                <a:lnTo>
                  <a:pt x="1380725" y="891816"/>
                </a:lnTo>
                <a:lnTo>
                  <a:pt x="1378877" y="910923"/>
                </a:lnTo>
                <a:lnTo>
                  <a:pt x="1359779" y="912981"/>
                </a:lnTo>
                <a:lnTo>
                  <a:pt x="1340691" y="915038"/>
                </a:lnTo>
                <a:lnTo>
                  <a:pt x="1321603" y="917096"/>
                </a:lnTo>
                <a:lnTo>
                  <a:pt x="1302515" y="919143"/>
                </a:lnTo>
                <a:lnTo>
                  <a:pt x="1283427" y="921201"/>
                </a:lnTo>
                <a:lnTo>
                  <a:pt x="1264339" y="923258"/>
                </a:lnTo>
                <a:lnTo>
                  <a:pt x="1245241" y="925316"/>
                </a:lnTo>
                <a:lnTo>
                  <a:pt x="1226153" y="927364"/>
                </a:lnTo>
                <a:lnTo>
                  <a:pt x="1207065" y="929421"/>
                </a:lnTo>
                <a:lnTo>
                  <a:pt x="1187977" y="931478"/>
                </a:lnTo>
                <a:lnTo>
                  <a:pt x="1168889" y="933536"/>
                </a:lnTo>
                <a:lnTo>
                  <a:pt x="1149801" y="935593"/>
                </a:lnTo>
                <a:lnTo>
                  <a:pt x="1130713" y="937641"/>
                </a:lnTo>
                <a:lnTo>
                  <a:pt x="1111615" y="939698"/>
                </a:lnTo>
                <a:lnTo>
                  <a:pt x="1092527" y="941756"/>
                </a:lnTo>
                <a:lnTo>
                  <a:pt x="1073439" y="943813"/>
                </a:lnTo>
                <a:lnTo>
                  <a:pt x="1054351" y="945861"/>
                </a:lnTo>
                <a:lnTo>
                  <a:pt x="1035263" y="947918"/>
                </a:lnTo>
                <a:lnTo>
                  <a:pt x="1016175" y="949976"/>
                </a:lnTo>
                <a:lnTo>
                  <a:pt x="997077" y="952033"/>
                </a:lnTo>
                <a:lnTo>
                  <a:pt x="977989" y="954081"/>
                </a:lnTo>
                <a:lnTo>
                  <a:pt x="958901" y="956139"/>
                </a:lnTo>
                <a:lnTo>
                  <a:pt x="939813" y="958196"/>
                </a:lnTo>
                <a:lnTo>
                  <a:pt x="920725" y="960253"/>
                </a:lnTo>
                <a:lnTo>
                  <a:pt x="901637" y="962301"/>
                </a:lnTo>
                <a:lnTo>
                  <a:pt x="882548" y="964359"/>
                </a:lnTo>
                <a:lnTo>
                  <a:pt x="863451" y="966416"/>
                </a:lnTo>
                <a:lnTo>
                  <a:pt x="844363" y="968473"/>
                </a:lnTo>
                <a:lnTo>
                  <a:pt x="825275" y="970531"/>
                </a:lnTo>
                <a:lnTo>
                  <a:pt x="806186" y="972579"/>
                </a:lnTo>
                <a:lnTo>
                  <a:pt x="787098" y="974636"/>
                </a:lnTo>
                <a:lnTo>
                  <a:pt x="768010" y="976694"/>
                </a:lnTo>
                <a:lnTo>
                  <a:pt x="748913" y="978751"/>
                </a:lnTo>
                <a:lnTo>
                  <a:pt x="729825" y="980799"/>
                </a:lnTo>
                <a:lnTo>
                  <a:pt x="710736" y="982856"/>
                </a:lnTo>
                <a:lnTo>
                  <a:pt x="691648" y="984914"/>
                </a:lnTo>
                <a:lnTo>
                  <a:pt x="672560" y="986971"/>
                </a:lnTo>
                <a:lnTo>
                  <a:pt x="653472" y="989019"/>
                </a:lnTo>
                <a:lnTo>
                  <a:pt x="634384" y="991076"/>
                </a:lnTo>
                <a:lnTo>
                  <a:pt x="615286" y="993134"/>
                </a:lnTo>
                <a:lnTo>
                  <a:pt x="596198" y="995191"/>
                </a:lnTo>
                <a:lnTo>
                  <a:pt x="577110" y="997248"/>
                </a:lnTo>
                <a:lnTo>
                  <a:pt x="558022" y="999296"/>
                </a:lnTo>
                <a:lnTo>
                  <a:pt x="538934" y="1001354"/>
                </a:lnTo>
                <a:lnTo>
                  <a:pt x="519846" y="1003411"/>
                </a:lnTo>
                <a:lnTo>
                  <a:pt x="500758" y="1005469"/>
                </a:lnTo>
                <a:lnTo>
                  <a:pt x="481660" y="1007516"/>
                </a:lnTo>
                <a:lnTo>
                  <a:pt x="462572" y="1009574"/>
                </a:lnTo>
                <a:lnTo>
                  <a:pt x="443484" y="1011631"/>
                </a:lnTo>
                <a:lnTo>
                  <a:pt x="424396" y="1013689"/>
                </a:lnTo>
                <a:lnTo>
                  <a:pt x="405308" y="1015736"/>
                </a:lnTo>
                <a:lnTo>
                  <a:pt x="386220" y="1017794"/>
                </a:lnTo>
                <a:lnTo>
                  <a:pt x="367122" y="1019851"/>
                </a:lnTo>
                <a:lnTo>
                  <a:pt x="348034" y="1021909"/>
                </a:lnTo>
                <a:lnTo>
                  <a:pt x="328946" y="1023966"/>
                </a:lnTo>
                <a:lnTo>
                  <a:pt x="309858" y="1026014"/>
                </a:lnTo>
                <a:lnTo>
                  <a:pt x="290770" y="1028071"/>
                </a:lnTo>
                <a:lnTo>
                  <a:pt x="271682" y="1030129"/>
                </a:lnTo>
                <a:lnTo>
                  <a:pt x="252584" y="1032186"/>
                </a:lnTo>
                <a:lnTo>
                  <a:pt x="233496" y="1034234"/>
                </a:lnTo>
                <a:lnTo>
                  <a:pt x="214408" y="1036291"/>
                </a:lnTo>
                <a:lnTo>
                  <a:pt x="195320" y="1038349"/>
                </a:lnTo>
                <a:lnTo>
                  <a:pt x="176232" y="1040406"/>
                </a:lnTo>
                <a:lnTo>
                  <a:pt x="157143" y="1042454"/>
                </a:lnTo>
                <a:lnTo>
                  <a:pt x="138055" y="1044512"/>
                </a:lnTo>
                <a:lnTo>
                  <a:pt x="118958" y="1046569"/>
                </a:lnTo>
                <a:lnTo>
                  <a:pt x="99870" y="1048626"/>
                </a:lnTo>
                <a:lnTo>
                  <a:pt x="80782" y="1050684"/>
                </a:lnTo>
                <a:lnTo>
                  <a:pt x="61693" y="1052732"/>
                </a:lnTo>
                <a:lnTo>
                  <a:pt x="42605" y="1054789"/>
                </a:lnTo>
                <a:lnTo>
                  <a:pt x="23517" y="1056846"/>
                </a:lnTo>
                <a:lnTo>
                  <a:pt x="4429" y="1058904"/>
                </a:lnTo>
                <a:lnTo>
                  <a:pt x="0" y="1046140"/>
                </a:lnTo>
                <a:lnTo>
                  <a:pt x="1857" y="1027024"/>
                </a:lnTo>
                <a:lnTo>
                  <a:pt x="3715" y="1007916"/>
                </a:lnTo>
                <a:lnTo>
                  <a:pt x="5572" y="988809"/>
                </a:lnTo>
                <a:lnTo>
                  <a:pt x="7430" y="969693"/>
                </a:lnTo>
                <a:lnTo>
                  <a:pt x="9287" y="950585"/>
                </a:lnTo>
                <a:lnTo>
                  <a:pt x="11144" y="931478"/>
                </a:lnTo>
                <a:lnTo>
                  <a:pt x="13002" y="912371"/>
                </a:lnTo>
                <a:lnTo>
                  <a:pt x="14859" y="893255"/>
                </a:lnTo>
                <a:lnTo>
                  <a:pt x="16716" y="874147"/>
                </a:lnTo>
                <a:lnTo>
                  <a:pt x="18574" y="855040"/>
                </a:lnTo>
                <a:lnTo>
                  <a:pt x="20431" y="835933"/>
                </a:lnTo>
                <a:lnTo>
                  <a:pt x="22289" y="816816"/>
                </a:lnTo>
                <a:lnTo>
                  <a:pt x="24146" y="797709"/>
                </a:lnTo>
                <a:lnTo>
                  <a:pt x="26003" y="778602"/>
                </a:lnTo>
                <a:lnTo>
                  <a:pt x="27861" y="759485"/>
                </a:lnTo>
                <a:lnTo>
                  <a:pt x="29718" y="740378"/>
                </a:lnTo>
                <a:lnTo>
                  <a:pt x="31566" y="721271"/>
                </a:lnTo>
                <a:lnTo>
                  <a:pt x="33423" y="702164"/>
                </a:lnTo>
                <a:lnTo>
                  <a:pt x="35281" y="683047"/>
                </a:lnTo>
                <a:lnTo>
                  <a:pt x="37138" y="663940"/>
                </a:lnTo>
                <a:lnTo>
                  <a:pt x="38995" y="644833"/>
                </a:lnTo>
                <a:lnTo>
                  <a:pt x="40853" y="625716"/>
                </a:lnTo>
                <a:lnTo>
                  <a:pt x="42710" y="606609"/>
                </a:lnTo>
                <a:lnTo>
                  <a:pt x="44567" y="587502"/>
                </a:lnTo>
                <a:lnTo>
                  <a:pt x="46425" y="568395"/>
                </a:lnTo>
                <a:lnTo>
                  <a:pt x="48282" y="549278"/>
                </a:lnTo>
                <a:lnTo>
                  <a:pt x="50140" y="530171"/>
                </a:lnTo>
                <a:lnTo>
                  <a:pt x="51997" y="511064"/>
                </a:lnTo>
                <a:lnTo>
                  <a:pt x="53854" y="491947"/>
                </a:lnTo>
                <a:lnTo>
                  <a:pt x="55712" y="472840"/>
                </a:lnTo>
                <a:lnTo>
                  <a:pt x="57569" y="453733"/>
                </a:lnTo>
                <a:lnTo>
                  <a:pt x="59426" y="434626"/>
                </a:lnTo>
                <a:lnTo>
                  <a:pt x="61284" y="415509"/>
                </a:lnTo>
                <a:lnTo>
                  <a:pt x="63141" y="396402"/>
                </a:lnTo>
                <a:lnTo>
                  <a:pt x="64999" y="377295"/>
                </a:lnTo>
                <a:lnTo>
                  <a:pt x="66856" y="358178"/>
                </a:lnTo>
                <a:lnTo>
                  <a:pt x="68713" y="339071"/>
                </a:lnTo>
                <a:lnTo>
                  <a:pt x="70571" y="319964"/>
                </a:lnTo>
                <a:lnTo>
                  <a:pt x="72428" y="300857"/>
                </a:lnTo>
                <a:lnTo>
                  <a:pt x="74285" y="281740"/>
                </a:lnTo>
                <a:lnTo>
                  <a:pt x="76143" y="262633"/>
                </a:lnTo>
                <a:lnTo>
                  <a:pt x="78000" y="243526"/>
                </a:lnTo>
                <a:lnTo>
                  <a:pt x="79858" y="224409"/>
                </a:lnTo>
                <a:lnTo>
                  <a:pt x="81715" y="205302"/>
                </a:lnTo>
                <a:lnTo>
                  <a:pt x="83572" y="186195"/>
                </a:lnTo>
                <a:lnTo>
                  <a:pt x="85430" y="167088"/>
                </a:lnTo>
                <a:lnTo>
                  <a:pt x="87287" y="147971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64172C10-4DD4-4A02-892D-678DFE64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623" y="4894802"/>
            <a:ext cx="604838" cy="767810"/>
          </a:xfrm>
          <a:custGeom xmlns:a="http://schemas.openxmlformats.org/drawingml/2006/main">
            <a:pathLst>
              <a:path w="604838" h="767810">
                <a:moveTo>
                  <a:pt x="0" y="767810"/>
                </a:moveTo>
                <a:lnTo>
                  <a:pt x="0" y="748770"/>
                </a:lnTo>
                <a:lnTo>
                  <a:pt x="0" y="729729"/>
                </a:lnTo>
                <a:lnTo>
                  <a:pt x="0" y="710679"/>
                </a:lnTo>
                <a:lnTo>
                  <a:pt x="0" y="691639"/>
                </a:lnTo>
                <a:lnTo>
                  <a:pt x="0" y="672598"/>
                </a:lnTo>
                <a:lnTo>
                  <a:pt x="0" y="653548"/>
                </a:lnTo>
                <a:lnTo>
                  <a:pt x="0" y="634508"/>
                </a:lnTo>
                <a:lnTo>
                  <a:pt x="0" y="615467"/>
                </a:lnTo>
                <a:lnTo>
                  <a:pt x="0" y="596417"/>
                </a:lnTo>
                <a:lnTo>
                  <a:pt x="0" y="577377"/>
                </a:lnTo>
                <a:lnTo>
                  <a:pt x="0" y="558336"/>
                </a:lnTo>
                <a:lnTo>
                  <a:pt x="0" y="539286"/>
                </a:lnTo>
                <a:lnTo>
                  <a:pt x="0" y="520246"/>
                </a:lnTo>
                <a:lnTo>
                  <a:pt x="0" y="501206"/>
                </a:lnTo>
                <a:lnTo>
                  <a:pt x="0" y="482156"/>
                </a:lnTo>
                <a:lnTo>
                  <a:pt x="0" y="463115"/>
                </a:lnTo>
                <a:lnTo>
                  <a:pt x="0" y="444065"/>
                </a:lnTo>
                <a:lnTo>
                  <a:pt x="0" y="425025"/>
                </a:lnTo>
                <a:lnTo>
                  <a:pt x="0" y="405984"/>
                </a:lnTo>
                <a:lnTo>
                  <a:pt x="0" y="386934"/>
                </a:lnTo>
                <a:lnTo>
                  <a:pt x="0" y="367894"/>
                </a:lnTo>
                <a:lnTo>
                  <a:pt x="0" y="348853"/>
                </a:lnTo>
                <a:lnTo>
                  <a:pt x="0" y="329803"/>
                </a:lnTo>
                <a:lnTo>
                  <a:pt x="0" y="310763"/>
                </a:lnTo>
                <a:lnTo>
                  <a:pt x="0" y="291722"/>
                </a:lnTo>
                <a:lnTo>
                  <a:pt x="0" y="272672"/>
                </a:lnTo>
                <a:lnTo>
                  <a:pt x="0" y="253632"/>
                </a:lnTo>
                <a:lnTo>
                  <a:pt x="0" y="234591"/>
                </a:lnTo>
                <a:lnTo>
                  <a:pt x="0" y="215541"/>
                </a:lnTo>
                <a:lnTo>
                  <a:pt x="0" y="196501"/>
                </a:lnTo>
                <a:lnTo>
                  <a:pt x="13411" y="187223"/>
                </a:lnTo>
                <a:lnTo>
                  <a:pt x="31537" y="181375"/>
                </a:lnTo>
                <a:lnTo>
                  <a:pt x="49663" y="175517"/>
                </a:lnTo>
                <a:lnTo>
                  <a:pt x="67780" y="169669"/>
                </a:lnTo>
                <a:lnTo>
                  <a:pt x="85906" y="163820"/>
                </a:lnTo>
                <a:lnTo>
                  <a:pt x="104023" y="157972"/>
                </a:lnTo>
                <a:lnTo>
                  <a:pt x="122149" y="152114"/>
                </a:lnTo>
                <a:lnTo>
                  <a:pt x="140275" y="146266"/>
                </a:lnTo>
                <a:lnTo>
                  <a:pt x="158391" y="140418"/>
                </a:lnTo>
                <a:lnTo>
                  <a:pt x="176517" y="134569"/>
                </a:lnTo>
                <a:lnTo>
                  <a:pt x="194643" y="128711"/>
                </a:lnTo>
                <a:lnTo>
                  <a:pt x="212760" y="122863"/>
                </a:lnTo>
                <a:lnTo>
                  <a:pt x="230886" y="117015"/>
                </a:lnTo>
                <a:lnTo>
                  <a:pt x="249012" y="111166"/>
                </a:lnTo>
                <a:lnTo>
                  <a:pt x="267129" y="105308"/>
                </a:lnTo>
                <a:lnTo>
                  <a:pt x="285255" y="99460"/>
                </a:lnTo>
                <a:lnTo>
                  <a:pt x="303381" y="93612"/>
                </a:lnTo>
                <a:lnTo>
                  <a:pt x="321497" y="87763"/>
                </a:lnTo>
                <a:lnTo>
                  <a:pt x="339623" y="81905"/>
                </a:lnTo>
                <a:lnTo>
                  <a:pt x="357749" y="76057"/>
                </a:lnTo>
                <a:lnTo>
                  <a:pt x="375866" y="70209"/>
                </a:lnTo>
                <a:lnTo>
                  <a:pt x="393992" y="64360"/>
                </a:lnTo>
                <a:lnTo>
                  <a:pt x="412118" y="58503"/>
                </a:lnTo>
                <a:lnTo>
                  <a:pt x="430235" y="52654"/>
                </a:lnTo>
                <a:lnTo>
                  <a:pt x="448361" y="46806"/>
                </a:lnTo>
                <a:lnTo>
                  <a:pt x="466487" y="40958"/>
                </a:lnTo>
                <a:lnTo>
                  <a:pt x="484603" y="35100"/>
                </a:lnTo>
                <a:lnTo>
                  <a:pt x="502730" y="29251"/>
                </a:lnTo>
                <a:lnTo>
                  <a:pt x="520856" y="23403"/>
                </a:lnTo>
                <a:lnTo>
                  <a:pt x="538972" y="17555"/>
                </a:lnTo>
                <a:lnTo>
                  <a:pt x="557098" y="11697"/>
                </a:lnTo>
                <a:lnTo>
                  <a:pt x="575224" y="5848"/>
                </a:lnTo>
                <a:lnTo>
                  <a:pt x="593341" y="0"/>
                </a:lnTo>
                <a:lnTo>
                  <a:pt x="604838" y="3258"/>
                </a:lnTo>
                <a:lnTo>
                  <a:pt x="604838" y="22298"/>
                </a:lnTo>
                <a:lnTo>
                  <a:pt x="604838" y="41339"/>
                </a:lnTo>
                <a:lnTo>
                  <a:pt x="604838" y="60389"/>
                </a:lnTo>
                <a:lnTo>
                  <a:pt x="604838" y="79429"/>
                </a:lnTo>
                <a:lnTo>
                  <a:pt x="604838" y="98469"/>
                </a:lnTo>
                <a:lnTo>
                  <a:pt x="604838" y="117519"/>
                </a:lnTo>
                <a:lnTo>
                  <a:pt x="604838" y="136560"/>
                </a:lnTo>
                <a:lnTo>
                  <a:pt x="604838" y="155600"/>
                </a:lnTo>
                <a:lnTo>
                  <a:pt x="604838" y="174650"/>
                </a:lnTo>
                <a:lnTo>
                  <a:pt x="604838" y="193691"/>
                </a:lnTo>
                <a:lnTo>
                  <a:pt x="604838" y="212731"/>
                </a:lnTo>
                <a:lnTo>
                  <a:pt x="604838" y="231781"/>
                </a:lnTo>
                <a:lnTo>
                  <a:pt x="604838" y="250822"/>
                </a:lnTo>
                <a:lnTo>
                  <a:pt x="604838" y="269862"/>
                </a:lnTo>
                <a:lnTo>
                  <a:pt x="604838" y="288912"/>
                </a:lnTo>
                <a:lnTo>
                  <a:pt x="604838" y="307953"/>
                </a:lnTo>
                <a:lnTo>
                  <a:pt x="604838" y="326993"/>
                </a:lnTo>
                <a:lnTo>
                  <a:pt x="604838" y="346043"/>
                </a:lnTo>
                <a:lnTo>
                  <a:pt x="604838" y="365084"/>
                </a:lnTo>
                <a:lnTo>
                  <a:pt x="604838" y="384134"/>
                </a:lnTo>
                <a:lnTo>
                  <a:pt x="604838" y="403174"/>
                </a:lnTo>
                <a:lnTo>
                  <a:pt x="604838" y="422215"/>
                </a:lnTo>
                <a:lnTo>
                  <a:pt x="604838" y="441265"/>
                </a:lnTo>
                <a:lnTo>
                  <a:pt x="604838" y="460305"/>
                </a:lnTo>
                <a:lnTo>
                  <a:pt x="604838" y="479346"/>
                </a:lnTo>
                <a:lnTo>
                  <a:pt x="604838" y="498396"/>
                </a:lnTo>
                <a:lnTo>
                  <a:pt x="604838" y="517436"/>
                </a:lnTo>
                <a:lnTo>
                  <a:pt x="604723" y="536400"/>
                </a:lnTo>
                <a:lnTo>
                  <a:pt x="586940" y="543211"/>
                </a:lnTo>
                <a:lnTo>
                  <a:pt x="569147" y="550012"/>
                </a:lnTo>
                <a:lnTo>
                  <a:pt x="551364" y="556822"/>
                </a:lnTo>
                <a:lnTo>
                  <a:pt x="533581" y="563623"/>
                </a:lnTo>
                <a:lnTo>
                  <a:pt x="515788" y="570433"/>
                </a:lnTo>
                <a:lnTo>
                  <a:pt x="498005" y="577234"/>
                </a:lnTo>
                <a:lnTo>
                  <a:pt x="480222" y="584044"/>
                </a:lnTo>
                <a:lnTo>
                  <a:pt x="462439" y="590855"/>
                </a:lnTo>
                <a:lnTo>
                  <a:pt x="444646" y="597656"/>
                </a:lnTo>
                <a:lnTo>
                  <a:pt x="426863" y="604466"/>
                </a:lnTo>
                <a:lnTo>
                  <a:pt x="409080" y="611267"/>
                </a:lnTo>
                <a:lnTo>
                  <a:pt x="391287" y="618077"/>
                </a:lnTo>
                <a:lnTo>
                  <a:pt x="373504" y="624878"/>
                </a:lnTo>
                <a:lnTo>
                  <a:pt x="355721" y="631688"/>
                </a:lnTo>
                <a:lnTo>
                  <a:pt x="337937" y="638499"/>
                </a:lnTo>
                <a:lnTo>
                  <a:pt x="320145" y="645300"/>
                </a:lnTo>
                <a:lnTo>
                  <a:pt x="302362" y="652110"/>
                </a:lnTo>
                <a:lnTo>
                  <a:pt x="284578" y="658911"/>
                </a:lnTo>
                <a:lnTo>
                  <a:pt x="266786" y="665721"/>
                </a:lnTo>
                <a:lnTo>
                  <a:pt x="249003" y="672522"/>
                </a:lnTo>
                <a:lnTo>
                  <a:pt x="231219" y="679333"/>
                </a:lnTo>
                <a:lnTo>
                  <a:pt x="213436" y="686143"/>
                </a:lnTo>
                <a:lnTo>
                  <a:pt x="195644" y="692944"/>
                </a:lnTo>
                <a:lnTo>
                  <a:pt x="177860" y="699754"/>
                </a:lnTo>
                <a:lnTo>
                  <a:pt x="160077" y="706555"/>
                </a:lnTo>
                <a:lnTo>
                  <a:pt x="142284" y="713365"/>
                </a:lnTo>
                <a:lnTo>
                  <a:pt x="124501" y="720166"/>
                </a:lnTo>
                <a:lnTo>
                  <a:pt x="106718" y="726977"/>
                </a:lnTo>
                <a:lnTo>
                  <a:pt x="88925" y="733787"/>
                </a:lnTo>
                <a:lnTo>
                  <a:pt x="71142" y="740588"/>
                </a:lnTo>
                <a:lnTo>
                  <a:pt x="53359" y="747398"/>
                </a:lnTo>
                <a:lnTo>
                  <a:pt x="35576" y="754199"/>
                </a:lnTo>
                <a:lnTo>
                  <a:pt x="17783" y="761009"/>
                </a:lnTo>
                <a:lnTo>
                  <a:pt x="0" y="76781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A11EC5D2-14FF-44E1-9470-7263A5F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431155"/>
            <a:ext cx="2895819" cy="231458"/>
          </a:xfrm>
          <a:custGeom xmlns:a="http://schemas.openxmlformats.org/drawingml/2006/main">
            <a:pathLst>
              <a:path w="2895819" h="231458">
                <a:moveTo>
                  <a:pt x="0" y="231458"/>
                </a:moveTo>
                <a:lnTo>
                  <a:pt x="24489" y="231458"/>
                </a:lnTo>
                <a:lnTo>
                  <a:pt x="48968" y="231458"/>
                </a:lnTo>
                <a:lnTo>
                  <a:pt x="73457" y="231458"/>
                </a:lnTo>
                <a:lnTo>
                  <a:pt x="97946" y="231458"/>
                </a:lnTo>
                <a:lnTo>
                  <a:pt x="122434" y="231458"/>
                </a:lnTo>
                <a:lnTo>
                  <a:pt x="146914" y="231458"/>
                </a:lnTo>
                <a:lnTo>
                  <a:pt x="171402" y="231458"/>
                </a:lnTo>
                <a:lnTo>
                  <a:pt x="195891" y="231458"/>
                </a:lnTo>
                <a:lnTo>
                  <a:pt x="220380" y="231458"/>
                </a:lnTo>
                <a:lnTo>
                  <a:pt x="244859" y="231458"/>
                </a:lnTo>
                <a:lnTo>
                  <a:pt x="269348" y="231458"/>
                </a:lnTo>
                <a:lnTo>
                  <a:pt x="293837" y="231458"/>
                </a:lnTo>
                <a:lnTo>
                  <a:pt x="318316" y="231458"/>
                </a:lnTo>
                <a:lnTo>
                  <a:pt x="342805" y="231458"/>
                </a:lnTo>
                <a:lnTo>
                  <a:pt x="367294" y="231458"/>
                </a:lnTo>
                <a:lnTo>
                  <a:pt x="391782" y="231458"/>
                </a:lnTo>
                <a:lnTo>
                  <a:pt x="416262" y="231458"/>
                </a:lnTo>
                <a:lnTo>
                  <a:pt x="440750" y="231458"/>
                </a:lnTo>
                <a:lnTo>
                  <a:pt x="465239" y="231458"/>
                </a:lnTo>
                <a:lnTo>
                  <a:pt x="489728" y="231458"/>
                </a:lnTo>
                <a:lnTo>
                  <a:pt x="514207" y="231458"/>
                </a:lnTo>
                <a:lnTo>
                  <a:pt x="538696" y="231458"/>
                </a:lnTo>
                <a:lnTo>
                  <a:pt x="563185" y="231458"/>
                </a:lnTo>
                <a:lnTo>
                  <a:pt x="587664" y="231458"/>
                </a:lnTo>
                <a:lnTo>
                  <a:pt x="612153" y="231458"/>
                </a:lnTo>
                <a:lnTo>
                  <a:pt x="636641" y="231458"/>
                </a:lnTo>
                <a:lnTo>
                  <a:pt x="661130" y="231458"/>
                </a:lnTo>
                <a:lnTo>
                  <a:pt x="685610" y="231458"/>
                </a:lnTo>
                <a:lnTo>
                  <a:pt x="710098" y="231458"/>
                </a:lnTo>
                <a:lnTo>
                  <a:pt x="734587" y="231458"/>
                </a:lnTo>
                <a:lnTo>
                  <a:pt x="759076" y="231458"/>
                </a:lnTo>
                <a:lnTo>
                  <a:pt x="783555" y="231458"/>
                </a:lnTo>
                <a:lnTo>
                  <a:pt x="808044" y="231458"/>
                </a:lnTo>
                <a:lnTo>
                  <a:pt x="832533" y="231458"/>
                </a:lnTo>
                <a:lnTo>
                  <a:pt x="857012" y="231458"/>
                </a:lnTo>
                <a:lnTo>
                  <a:pt x="881501" y="231458"/>
                </a:lnTo>
                <a:lnTo>
                  <a:pt x="905989" y="231458"/>
                </a:lnTo>
                <a:lnTo>
                  <a:pt x="930478" y="231458"/>
                </a:lnTo>
                <a:lnTo>
                  <a:pt x="954957" y="231458"/>
                </a:lnTo>
                <a:lnTo>
                  <a:pt x="979446" y="231458"/>
                </a:lnTo>
                <a:lnTo>
                  <a:pt x="1003935" y="231458"/>
                </a:lnTo>
                <a:lnTo>
                  <a:pt x="1028424" y="231458"/>
                </a:lnTo>
                <a:lnTo>
                  <a:pt x="1052903" y="231458"/>
                </a:lnTo>
                <a:lnTo>
                  <a:pt x="1077392" y="231458"/>
                </a:lnTo>
                <a:lnTo>
                  <a:pt x="1101881" y="231458"/>
                </a:lnTo>
                <a:lnTo>
                  <a:pt x="1126360" y="231458"/>
                </a:lnTo>
                <a:lnTo>
                  <a:pt x="1150849" y="231458"/>
                </a:lnTo>
                <a:lnTo>
                  <a:pt x="1175337" y="231458"/>
                </a:lnTo>
                <a:lnTo>
                  <a:pt x="1199826" y="231458"/>
                </a:lnTo>
                <a:lnTo>
                  <a:pt x="1224305" y="231458"/>
                </a:lnTo>
                <a:lnTo>
                  <a:pt x="1248794" y="231458"/>
                </a:lnTo>
                <a:lnTo>
                  <a:pt x="1273283" y="231458"/>
                </a:lnTo>
                <a:lnTo>
                  <a:pt x="1297772" y="231458"/>
                </a:lnTo>
                <a:lnTo>
                  <a:pt x="1322251" y="231458"/>
                </a:lnTo>
                <a:lnTo>
                  <a:pt x="1346740" y="231458"/>
                </a:lnTo>
                <a:lnTo>
                  <a:pt x="1371229" y="231458"/>
                </a:lnTo>
                <a:lnTo>
                  <a:pt x="1395708" y="231458"/>
                </a:lnTo>
                <a:lnTo>
                  <a:pt x="1420197" y="231458"/>
                </a:lnTo>
                <a:lnTo>
                  <a:pt x="1444685" y="231458"/>
                </a:lnTo>
                <a:lnTo>
                  <a:pt x="1469174" y="231458"/>
                </a:lnTo>
                <a:lnTo>
                  <a:pt x="1493653" y="231458"/>
                </a:lnTo>
                <a:lnTo>
                  <a:pt x="1518142" y="231458"/>
                </a:lnTo>
                <a:lnTo>
                  <a:pt x="1542631" y="231458"/>
                </a:lnTo>
                <a:lnTo>
                  <a:pt x="1567120" y="231458"/>
                </a:lnTo>
                <a:lnTo>
                  <a:pt x="1591599" y="231458"/>
                </a:lnTo>
                <a:lnTo>
                  <a:pt x="1616088" y="231458"/>
                </a:lnTo>
                <a:lnTo>
                  <a:pt x="1640576" y="231458"/>
                </a:lnTo>
                <a:lnTo>
                  <a:pt x="1665065" y="231458"/>
                </a:lnTo>
                <a:lnTo>
                  <a:pt x="1689545" y="231458"/>
                </a:lnTo>
                <a:lnTo>
                  <a:pt x="1714033" y="231458"/>
                </a:lnTo>
                <a:lnTo>
                  <a:pt x="1738522" y="231458"/>
                </a:lnTo>
                <a:lnTo>
                  <a:pt x="1763001" y="231458"/>
                </a:lnTo>
                <a:lnTo>
                  <a:pt x="1787490" y="231458"/>
                </a:lnTo>
                <a:lnTo>
                  <a:pt x="1811979" y="231458"/>
                </a:lnTo>
                <a:lnTo>
                  <a:pt x="1836468" y="231458"/>
                </a:lnTo>
                <a:lnTo>
                  <a:pt x="1860947" y="231458"/>
                </a:lnTo>
                <a:lnTo>
                  <a:pt x="1885436" y="231458"/>
                </a:lnTo>
                <a:lnTo>
                  <a:pt x="1909924" y="231458"/>
                </a:lnTo>
                <a:lnTo>
                  <a:pt x="1934413" y="231458"/>
                </a:lnTo>
                <a:lnTo>
                  <a:pt x="1958892" y="231458"/>
                </a:lnTo>
                <a:lnTo>
                  <a:pt x="1983381" y="231458"/>
                </a:lnTo>
                <a:lnTo>
                  <a:pt x="2007870" y="231458"/>
                </a:lnTo>
                <a:lnTo>
                  <a:pt x="2032349" y="231458"/>
                </a:lnTo>
                <a:lnTo>
                  <a:pt x="2056838" y="231458"/>
                </a:lnTo>
                <a:lnTo>
                  <a:pt x="2081327" y="231458"/>
                </a:lnTo>
                <a:lnTo>
                  <a:pt x="2105816" y="231458"/>
                </a:lnTo>
                <a:lnTo>
                  <a:pt x="2130295" y="231458"/>
                </a:lnTo>
                <a:lnTo>
                  <a:pt x="2154784" y="231458"/>
                </a:lnTo>
                <a:lnTo>
                  <a:pt x="2179272" y="231458"/>
                </a:lnTo>
                <a:lnTo>
                  <a:pt x="2203761" y="231458"/>
                </a:lnTo>
                <a:lnTo>
                  <a:pt x="2228240" y="231458"/>
                </a:lnTo>
                <a:lnTo>
                  <a:pt x="2252729" y="231458"/>
                </a:lnTo>
                <a:lnTo>
                  <a:pt x="2277218" y="231458"/>
                </a:lnTo>
                <a:lnTo>
                  <a:pt x="2301230" y="228914"/>
                </a:lnTo>
                <a:lnTo>
                  <a:pt x="2324100" y="220161"/>
                </a:lnTo>
                <a:lnTo>
                  <a:pt x="2346970" y="211407"/>
                </a:lnTo>
                <a:lnTo>
                  <a:pt x="2369839" y="202654"/>
                </a:lnTo>
                <a:lnTo>
                  <a:pt x="2392709" y="193900"/>
                </a:lnTo>
                <a:lnTo>
                  <a:pt x="2415578" y="185156"/>
                </a:lnTo>
                <a:lnTo>
                  <a:pt x="2438448" y="176403"/>
                </a:lnTo>
                <a:lnTo>
                  <a:pt x="2461317" y="167650"/>
                </a:lnTo>
                <a:lnTo>
                  <a:pt x="2484177" y="158896"/>
                </a:lnTo>
                <a:lnTo>
                  <a:pt x="2507047" y="150143"/>
                </a:lnTo>
                <a:lnTo>
                  <a:pt x="2529916" y="141399"/>
                </a:lnTo>
                <a:lnTo>
                  <a:pt x="2552786" y="132645"/>
                </a:lnTo>
                <a:lnTo>
                  <a:pt x="2575655" y="123892"/>
                </a:lnTo>
                <a:lnTo>
                  <a:pt x="2598525" y="115138"/>
                </a:lnTo>
                <a:lnTo>
                  <a:pt x="2621394" y="106394"/>
                </a:lnTo>
                <a:lnTo>
                  <a:pt x="2644264" y="97641"/>
                </a:lnTo>
                <a:lnTo>
                  <a:pt x="2667133" y="88887"/>
                </a:lnTo>
                <a:lnTo>
                  <a:pt x="2690003" y="80134"/>
                </a:lnTo>
                <a:lnTo>
                  <a:pt x="2712872" y="71380"/>
                </a:lnTo>
                <a:lnTo>
                  <a:pt x="2735742" y="62636"/>
                </a:lnTo>
                <a:lnTo>
                  <a:pt x="2758611" y="53883"/>
                </a:lnTo>
                <a:lnTo>
                  <a:pt x="2781481" y="45129"/>
                </a:lnTo>
                <a:lnTo>
                  <a:pt x="2804351" y="36376"/>
                </a:lnTo>
                <a:lnTo>
                  <a:pt x="2827211" y="27632"/>
                </a:lnTo>
                <a:lnTo>
                  <a:pt x="2850080" y="18879"/>
                </a:lnTo>
                <a:lnTo>
                  <a:pt x="2872950" y="10125"/>
                </a:lnTo>
                <a:lnTo>
                  <a:pt x="2895819" y="1372"/>
                </a:lnTo>
                <a:lnTo>
                  <a:pt x="2878769" y="0"/>
                </a:lnTo>
                <a:lnTo>
                  <a:pt x="2854281" y="0"/>
                </a:lnTo>
                <a:lnTo>
                  <a:pt x="2829792" y="0"/>
                </a:lnTo>
                <a:lnTo>
                  <a:pt x="2805303" y="0"/>
                </a:lnTo>
                <a:lnTo>
                  <a:pt x="2780824" y="0"/>
                </a:lnTo>
                <a:lnTo>
                  <a:pt x="2756335" y="0"/>
                </a:lnTo>
                <a:lnTo>
                  <a:pt x="2731846" y="0"/>
                </a:lnTo>
                <a:lnTo>
                  <a:pt x="2707367" y="0"/>
                </a:lnTo>
                <a:lnTo>
                  <a:pt x="2682878" y="0"/>
                </a:lnTo>
                <a:lnTo>
                  <a:pt x="2658389" y="0"/>
                </a:lnTo>
                <a:lnTo>
                  <a:pt x="2633901" y="0"/>
                </a:lnTo>
                <a:lnTo>
                  <a:pt x="2609421" y="0"/>
                </a:lnTo>
                <a:lnTo>
                  <a:pt x="2584933" y="0"/>
                </a:lnTo>
                <a:lnTo>
                  <a:pt x="2560444" y="0"/>
                </a:lnTo>
                <a:lnTo>
                  <a:pt x="2535955" y="0"/>
                </a:lnTo>
                <a:lnTo>
                  <a:pt x="2511476" y="0"/>
                </a:lnTo>
                <a:lnTo>
                  <a:pt x="2486987" y="0"/>
                </a:lnTo>
                <a:lnTo>
                  <a:pt x="2462498" y="0"/>
                </a:lnTo>
                <a:lnTo>
                  <a:pt x="2438019" y="0"/>
                </a:lnTo>
                <a:lnTo>
                  <a:pt x="2413530" y="0"/>
                </a:lnTo>
                <a:lnTo>
                  <a:pt x="2389041" y="0"/>
                </a:lnTo>
                <a:lnTo>
                  <a:pt x="2364553" y="0"/>
                </a:lnTo>
                <a:lnTo>
                  <a:pt x="2340073" y="0"/>
                </a:lnTo>
                <a:lnTo>
                  <a:pt x="2315585" y="0"/>
                </a:lnTo>
                <a:lnTo>
                  <a:pt x="2291096" y="0"/>
                </a:lnTo>
                <a:lnTo>
                  <a:pt x="2266607" y="0"/>
                </a:lnTo>
                <a:lnTo>
                  <a:pt x="2242128" y="0"/>
                </a:lnTo>
                <a:lnTo>
                  <a:pt x="2217639" y="0"/>
                </a:lnTo>
                <a:lnTo>
                  <a:pt x="2193150" y="0"/>
                </a:lnTo>
                <a:lnTo>
                  <a:pt x="2168671" y="0"/>
                </a:lnTo>
                <a:lnTo>
                  <a:pt x="2144182" y="0"/>
                </a:lnTo>
                <a:lnTo>
                  <a:pt x="2119694" y="0"/>
                </a:lnTo>
                <a:lnTo>
                  <a:pt x="2095205" y="0"/>
                </a:lnTo>
                <a:lnTo>
                  <a:pt x="2070725" y="0"/>
                </a:lnTo>
                <a:lnTo>
                  <a:pt x="2046237" y="0"/>
                </a:lnTo>
                <a:lnTo>
                  <a:pt x="2021748" y="0"/>
                </a:lnTo>
                <a:lnTo>
                  <a:pt x="1997259" y="0"/>
                </a:lnTo>
                <a:lnTo>
                  <a:pt x="1972780" y="0"/>
                </a:lnTo>
                <a:lnTo>
                  <a:pt x="1948291" y="0"/>
                </a:lnTo>
                <a:lnTo>
                  <a:pt x="1923802" y="0"/>
                </a:lnTo>
                <a:lnTo>
                  <a:pt x="1899323" y="0"/>
                </a:lnTo>
                <a:lnTo>
                  <a:pt x="1874834" y="0"/>
                </a:lnTo>
                <a:lnTo>
                  <a:pt x="1850346" y="0"/>
                </a:lnTo>
                <a:lnTo>
                  <a:pt x="1825857" y="0"/>
                </a:lnTo>
                <a:lnTo>
                  <a:pt x="1801378" y="0"/>
                </a:lnTo>
                <a:lnTo>
                  <a:pt x="1776889" y="0"/>
                </a:lnTo>
                <a:lnTo>
                  <a:pt x="1752400" y="0"/>
                </a:lnTo>
                <a:lnTo>
                  <a:pt x="1727911" y="0"/>
                </a:lnTo>
                <a:lnTo>
                  <a:pt x="1703432" y="0"/>
                </a:lnTo>
                <a:lnTo>
                  <a:pt x="1678943" y="0"/>
                </a:lnTo>
                <a:lnTo>
                  <a:pt x="1654454" y="0"/>
                </a:lnTo>
                <a:lnTo>
                  <a:pt x="1629975" y="0"/>
                </a:lnTo>
                <a:lnTo>
                  <a:pt x="1605486" y="0"/>
                </a:lnTo>
                <a:lnTo>
                  <a:pt x="1580998" y="0"/>
                </a:lnTo>
                <a:lnTo>
                  <a:pt x="1556509" y="0"/>
                </a:lnTo>
                <a:lnTo>
                  <a:pt x="1532030" y="0"/>
                </a:lnTo>
                <a:lnTo>
                  <a:pt x="1507541" y="0"/>
                </a:lnTo>
                <a:lnTo>
                  <a:pt x="1483052" y="0"/>
                </a:lnTo>
                <a:lnTo>
                  <a:pt x="1458563" y="0"/>
                </a:lnTo>
                <a:lnTo>
                  <a:pt x="1434084" y="0"/>
                </a:lnTo>
                <a:lnTo>
                  <a:pt x="1409595" y="0"/>
                </a:lnTo>
                <a:lnTo>
                  <a:pt x="1385106" y="0"/>
                </a:lnTo>
                <a:lnTo>
                  <a:pt x="1360618" y="0"/>
                </a:lnTo>
                <a:lnTo>
                  <a:pt x="1336138" y="0"/>
                </a:lnTo>
                <a:lnTo>
                  <a:pt x="1311650" y="0"/>
                </a:lnTo>
                <a:lnTo>
                  <a:pt x="1287161" y="0"/>
                </a:lnTo>
                <a:lnTo>
                  <a:pt x="1262682" y="0"/>
                </a:lnTo>
                <a:lnTo>
                  <a:pt x="1238193" y="0"/>
                </a:lnTo>
                <a:lnTo>
                  <a:pt x="1213704" y="0"/>
                </a:lnTo>
                <a:lnTo>
                  <a:pt x="1189215" y="0"/>
                </a:lnTo>
                <a:lnTo>
                  <a:pt x="1164736" y="0"/>
                </a:lnTo>
                <a:lnTo>
                  <a:pt x="1140247" y="0"/>
                </a:lnTo>
                <a:lnTo>
                  <a:pt x="1115759" y="0"/>
                </a:lnTo>
                <a:lnTo>
                  <a:pt x="1091270" y="0"/>
                </a:lnTo>
                <a:lnTo>
                  <a:pt x="1066790" y="0"/>
                </a:lnTo>
                <a:lnTo>
                  <a:pt x="1042302" y="0"/>
                </a:lnTo>
                <a:lnTo>
                  <a:pt x="1017813" y="0"/>
                </a:lnTo>
                <a:lnTo>
                  <a:pt x="993334" y="0"/>
                </a:lnTo>
                <a:lnTo>
                  <a:pt x="968845" y="0"/>
                </a:lnTo>
                <a:lnTo>
                  <a:pt x="944356" y="0"/>
                </a:lnTo>
                <a:lnTo>
                  <a:pt x="919867" y="0"/>
                </a:lnTo>
                <a:lnTo>
                  <a:pt x="895388" y="0"/>
                </a:lnTo>
                <a:lnTo>
                  <a:pt x="870899" y="0"/>
                </a:lnTo>
                <a:lnTo>
                  <a:pt x="846411" y="0"/>
                </a:lnTo>
                <a:lnTo>
                  <a:pt x="821922" y="0"/>
                </a:lnTo>
                <a:lnTo>
                  <a:pt x="797443" y="0"/>
                </a:lnTo>
                <a:lnTo>
                  <a:pt x="772954" y="0"/>
                </a:lnTo>
                <a:lnTo>
                  <a:pt x="748465" y="0"/>
                </a:lnTo>
                <a:lnTo>
                  <a:pt x="724967" y="6467"/>
                </a:lnTo>
                <a:lnTo>
                  <a:pt x="701573" y="13726"/>
                </a:lnTo>
                <a:lnTo>
                  <a:pt x="678190" y="20984"/>
                </a:lnTo>
                <a:lnTo>
                  <a:pt x="654806" y="28242"/>
                </a:lnTo>
                <a:lnTo>
                  <a:pt x="631422" y="35500"/>
                </a:lnTo>
                <a:lnTo>
                  <a:pt x="608028" y="42758"/>
                </a:lnTo>
                <a:lnTo>
                  <a:pt x="584645" y="50016"/>
                </a:lnTo>
                <a:lnTo>
                  <a:pt x="561261" y="57274"/>
                </a:lnTo>
                <a:lnTo>
                  <a:pt x="537877" y="64532"/>
                </a:lnTo>
                <a:lnTo>
                  <a:pt x="514493" y="71790"/>
                </a:lnTo>
                <a:lnTo>
                  <a:pt x="491099" y="79048"/>
                </a:lnTo>
                <a:lnTo>
                  <a:pt x="467716" y="86306"/>
                </a:lnTo>
                <a:lnTo>
                  <a:pt x="444332" y="93564"/>
                </a:lnTo>
                <a:lnTo>
                  <a:pt x="420948" y="100822"/>
                </a:lnTo>
                <a:lnTo>
                  <a:pt x="397564" y="108080"/>
                </a:lnTo>
                <a:lnTo>
                  <a:pt x="374171" y="115338"/>
                </a:lnTo>
                <a:lnTo>
                  <a:pt x="350787" y="122596"/>
                </a:lnTo>
                <a:lnTo>
                  <a:pt x="327403" y="129854"/>
                </a:lnTo>
                <a:lnTo>
                  <a:pt x="304019" y="137103"/>
                </a:lnTo>
                <a:lnTo>
                  <a:pt x="280635" y="144361"/>
                </a:lnTo>
                <a:lnTo>
                  <a:pt x="257242" y="151619"/>
                </a:lnTo>
                <a:lnTo>
                  <a:pt x="233858" y="158877"/>
                </a:lnTo>
                <a:lnTo>
                  <a:pt x="210474" y="166135"/>
                </a:lnTo>
                <a:lnTo>
                  <a:pt x="187090" y="173393"/>
                </a:lnTo>
                <a:lnTo>
                  <a:pt x="163697" y="180651"/>
                </a:lnTo>
                <a:lnTo>
                  <a:pt x="140313" y="187909"/>
                </a:lnTo>
                <a:lnTo>
                  <a:pt x="116929" y="195167"/>
                </a:lnTo>
                <a:lnTo>
                  <a:pt x="93545" y="202425"/>
                </a:lnTo>
                <a:lnTo>
                  <a:pt x="70161" y="209683"/>
                </a:lnTo>
                <a:lnTo>
                  <a:pt x="46768" y="216941"/>
                </a:lnTo>
                <a:lnTo>
                  <a:pt x="23384" y="224199"/>
                </a:lnTo>
                <a:lnTo>
                  <a:pt x="0" y="23145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24F71E07-05D9-4002-A0A0-92E7FB4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65" y="5431155"/>
            <a:ext cx="2666048" cy="231458"/>
          </a:xfrm>
          <a:custGeom xmlns:a="http://schemas.openxmlformats.org/drawingml/2006/main">
            <a:pathLst>
              <a:path w="2666048" h="231458">
                <a:moveTo>
                  <a:pt x="0" y="231458"/>
                </a:moveTo>
                <a:lnTo>
                  <a:pt x="18936" y="231458"/>
                </a:lnTo>
                <a:lnTo>
                  <a:pt x="37881" y="231458"/>
                </a:lnTo>
                <a:lnTo>
                  <a:pt x="56817" y="231458"/>
                </a:lnTo>
                <a:lnTo>
                  <a:pt x="75762" y="231458"/>
                </a:lnTo>
                <a:lnTo>
                  <a:pt x="94698" y="231458"/>
                </a:lnTo>
                <a:lnTo>
                  <a:pt x="113633" y="231458"/>
                </a:lnTo>
                <a:lnTo>
                  <a:pt x="132578" y="231458"/>
                </a:lnTo>
                <a:lnTo>
                  <a:pt x="151514" y="231458"/>
                </a:lnTo>
                <a:lnTo>
                  <a:pt x="170450" y="231458"/>
                </a:lnTo>
                <a:lnTo>
                  <a:pt x="189395" y="231458"/>
                </a:lnTo>
                <a:lnTo>
                  <a:pt x="208331" y="231458"/>
                </a:lnTo>
                <a:lnTo>
                  <a:pt x="227276" y="231458"/>
                </a:lnTo>
                <a:lnTo>
                  <a:pt x="246212" y="231458"/>
                </a:lnTo>
                <a:lnTo>
                  <a:pt x="265147" y="231458"/>
                </a:lnTo>
                <a:lnTo>
                  <a:pt x="284093" y="231458"/>
                </a:lnTo>
                <a:lnTo>
                  <a:pt x="303028" y="231458"/>
                </a:lnTo>
                <a:lnTo>
                  <a:pt x="321964" y="231458"/>
                </a:lnTo>
                <a:lnTo>
                  <a:pt x="340909" y="231458"/>
                </a:lnTo>
                <a:lnTo>
                  <a:pt x="359845" y="231458"/>
                </a:lnTo>
                <a:lnTo>
                  <a:pt x="378790" y="231458"/>
                </a:lnTo>
                <a:lnTo>
                  <a:pt x="397726" y="231458"/>
                </a:lnTo>
                <a:lnTo>
                  <a:pt x="416662" y="231458"/>
                </a:lnTo>
                <a:lnTo>
                  <a:pt x="435607" y="231458"/>
                </a:lnTo>
                <a:lnTo>
                  <a:pt x="454543" y="231458"/>
                </a:lnTo>
                <a:lnTo>
                  <a:pt x="473488" y="231458"/>
                </a:lnTo>
                <a:lnTo>
                  <a:pt x="492423" y="231458"/>
                </a:lnTo>
                <a:lnTo>
                  <a:pt x="511359" y="231458"/>
                </a:lnTo>
                <a:lnTo>
                  <a:pt x="530304" y="231458"/>
                </a:lnTo>
                <a:lnTo>
                  <a:pt x="549240" y="231458"/>
                </a:lnTo>
                <a:lnTo>
                  <a:pt x="568176" y="231458"/>
                </a:lnTo>
                <a:lnTo>
                  <a:pt x="587121" y="231458"/>
                </a:lnTo>
                <a:lnTo>
                  <a:pt x="606057" y="231458"/>
                </a:lnTo>
                <a:lnTo>
                  <a:pt x="625002" y="231458"/>
                </a:lnTo>
                <a:lnTo>
                  <a:pt x="643938" y="231458"/>
                </a:lnTo>
                <a:lnTo>
                  <a:pt x="662873" y="231458"/>
                </a:lnTo>
                <a:lnTo>
                  <a:pt x="681819" y="231458"/>
                </a:lnTo>
                <a:lnTo>
                  <a:pt x="700754" y="231458"/>
                </a:lnTo>
                <a:lnTo>
                  <a:pt x="719690" y="231458"/>
                </a:lnTo>
                <a:lnTo>
                  <a:pt x="738635" y="231458"/>
                </a:lnTo>
                <a:lnTo>
                  <a:pt x="757571" y="231458"/>
                </a:lnTo>
                <a:lnTo>
                  <a:pt x="776516" y="231458"/>
                </a:lnTo>
                <a:lnTo>
                  <a:pt x="795452" y="231458"/>
                </a:lnTo>
                <a:lnTo>
                  <a:pt x="814388" y="231458"/>
                </a:lnTo>
                <a:lnTo>
                  <a:pt x="833333" y="231458"/>
                </a:lnTo>
                <a:lnTo>
                  <a:pt x="852268" y="231458"/>
                </a:lnTo>
                <a:lnTo>
                  <a:pt x="871214" y="231458"/>
                </a:lnTo>
                <a:lnTo>
                  <a:pt x="890149" y="231458"/>
                </a:lnTo>
                <a:lnTo>
                  <a:pt x="909085" y="231458"/>
                </a:lnTo>
                <a:lnTo>
                  <a:pt x="928030" y="231458"/>
                </a:lnTo>
                <a:lnTo>
                  <a:pt x="946966" y="231458"/>
                </a:lnTo>
                <a:lnTo>
                  <a:pt x="965902" y="231458"/>
                </a:lnTo>
                <a:lnTo>
                  <a:pt x="984847" y="231458"/>
                </a:lnTo>
                <a:lnTo>
                  <a:pt x="1003783" y="231458"/>
                </a:lnTo>
                <a:lnTo>
                  <a:pt x="1022728" y="231458"/>
                </a:lnTo>
                <a:lnTo>
                  <a:pt x="1041664" y="231458"/>
                </a:lnTo>
                <a:lnTo>
                  <a:pt x="1060599" y="231458"/>
                </a:lnTo>
                <a:lnTo>
                  <a:pt x="1079544" y="231458"/>
                </a:lnTo>
                <a:lnTo>
                  <a:pt x="1098480" y="231458"/>
                </a:lnTo>
                <a:lnTo>
                  <a:pt x="1117416" y="231458"/>
                </a:lnTo>
                <a:lnTo>
                  <a:pt x="1136361" y="231458"/>
                </a:lnTo>
                <a:lnTo>
                  <a:pt x="1155297" y="231458"/>
                </a:lnTo>
                <a:lnTo>
                  <a:pt x="1174242" y="231458"/>
                </a:lnTo>
                <a:lnTo>
                  <a:pt x="1193178" y="231458"/>
                </a:lnTo>
                <a:lnTo>
                  <a:pt x="1212113" y="231458"/>
                </a:lnTo>
                <a:lnTo>
                  <a:pt x="1231059" y="231458"/>
                </a:lnTo>
                <a:lnTo>
                  <a:pt x="1249994" y="231458"/>
                </a:lnTo>
                <a:lnTo>
                  <a:pt x="1268940" y="231458"/>
                </a:lnTo>
                <a:lnTo>
                  <a:pt x="1287875" y="231458"/>
                </a:lnTo>
                <a:lnTo>
                  <a:pt x="1306811" y="231458"/>
                </a:lnTo>
                <a:lnTo>
                  <a:pt x="1325756" y="231458"/>
                </a:lnTo>
                <a:lnTo>
                  <a:pt x="1344692" y="231458"/>
                </a:lnTo>
                <a:lnTo>
                  <a:pt x="1363628" y="231458"/>
                </a:lnTo>
                <a:lnTo>
                  <a:pt x="1382573" y="231458"/>
                </a:lnTo>
                <a:lnTo>
                  <a:pt x="1401508" y="231458"/>
                </a:lnTo>
                <a:lnTo>
                  <a:pt x="1420454" y="231458"/>
                </a:lnTo>
                <a:lnTo>
                  <a:pt x="1439389" y="231458"/>
                </a:lnTo>
                <a:lnTo>
                  <a:pt x="1458325" y="231458"/>
                </a:lnTo>
                <a:lnTo>
                  <a:pt x="1477270" y="231458"/>
                </a:lnTo>
                <a:lnTo>
                  <a:pt x="1496206" y="231458"/>
                </a:lnTo>
                <a:lnTo>
                  <a:pt x="1515142" y="231458"/>
                </a:lnTo>
                <a:lnTo>
                  <a:pt x="1534087" y="231458"/>
                </a:lnTo>
                <a:lnTo>
                  <a:pt x="1553023" y="231458"/>
                </a:lnTo>
                <a:lnTo>
                  <a:pt x="1571968" y="231458"/>
                </a:lnTo>
                <a:lnTo>
                  <a:pt x="1590904" y="231458"/>
                </a:lnTo>
                <a:lnTo>
                  <a:pt x="1609839" y="231458"/>
                </a:lnTo>
                <a:lnTo>
                  <a:pt x="1628785" y="231458"/>
                </a:lnTo>
                <a:lnTo>
                  <a:pt x="1647720" y="231458"/>
                </a:lnTo>
                <a:lnTo>
                  <a:pt x="1666665" y="231458"/>
                </a:lnTo>
                <a:lnTo>
                  <a:pt x="1685601" y="231458"/>
                </a:lnTo>
                <a:lnTo>
                  <a:pt x="1704537" y="231458"/>
                </a:lnTo>
                <a:lnTo>
                  <a:pt x="1723482" y="231458"/>
                </a:lnTo>
                <a:lnTo>
                  <a:pt x="1742418" y="231458"/>
                </a:lnTo>
                <a:lnTo>
                  <a:pt x="1761353" y="231458"/>
                </a:lnTo>
                <a:lnTo>
                  <a:pt x="1780299" y="231458"/>
                </a:lnTo>
                <a:lnTo>
                  <a:pt x="1799234" y="231458"/>
                </a:lnTo>
                <a:lnTo>
                  <a:pt x="1818180" y="231458"/>
                </a:lnTo>
                <a:lnTo>
                  <a:pt x="1837115" y="231458"/>
                </a:lnTo>
                <a:lnTo>
                  <a:pt x="1856051" y="231458"/>
                </a:lnTo>
                <a:lnTo>
                  <a:pt x="1874996" y="231458"/>
                </a:lnTo>
                <a:lnTo>
                  <a:pt x="1893932" y="231458"/>
                </a:lnTo>
                <a:lnTo>
                  <a:pt x="1912868" y="231458"/>
                </a:lnTo>
                <a:lnTo>
                  <a:pt x="1931813" y="231458"/>
                </a:lnTo>
                <a:lnTo>
                  <a:pt x="1950749" y="231458"/>
                </a:lnTo>
                <a:lnTo>
                  <a:pt x="1969694" y="231458"/>
                </a:lnTo>
                <a:lnTo>
                  <a:pt x="1988630" y="231458"/>
                </a:lnTo>
                <a:lnTo>
                  <a:pt x="2007565" y="231458"/>
                </a:lnTo>
                <a:lnTo>
                  <a:pt x="2026510" y="231458"/>
                </a:lnTo>
                <a:lnTo>
                  <a:pt x="2045446" y="231458"/>
                </a:lnTo>
                <a:lnTo>
                  <a:pt x="2063687" y="227638"/>
                </a:lnTo>
                <a:lnTo>
                  <a:pt x="2081403" y="220942"/>
                </a:lnTo>
                <a:lnTo>
                  <a:pt x="2099120" y="214246"/>
                </a:lnTo>
                <a:lnTo>
                  <a:pt x="2116836" y="207559"/>
                </a:lnTo>
                <a:lnTo>
                  <a:pt x="2134553" y="200863"/>
                </a:lnTo>
                <a:lnTo>
                  <a:pt x="2152269" y="194167"/>
                </a:lnTo>
                <a:lnTo>
                  <a:pt x="2169986" y="187471"/>
                </a:lnTo>
                <a:lnTo>
                  <a:pt x="2187702" y="180775"/>
                </a:lnTo>
                <a:lnTo>
                  <a:pt x="2205419" y="174079"/>
                </a:lnTo>
                <a:lnTo>
                  <a:pt x="2223135" y="167383"/>
                </a:lnTo>
                <a:lnTo>
                  <a:pt x="2240852" y="160687"/>
                </a:lnTo>
                <a:lnTo>
                  <a:pt x="2258568" y="153991"/>
                </a:lnTo>
                <a:lnTo>
                  <a:pt x="2276285" y="147295"/>
                </a:lnTo>
                <a:lnTo>
                  <a:pt x="2294001" y="140599"/>
                </a:lnTo>
                <a:lnTo>
                  <a:pt x="2311718" y="133902"/>
                </a:lnTo>
                <a:lnTo>
                  <a:pt x="2329434" y="127206"/>
                </a:lnTo>
                <a:lnTo>
                  <a:pt x="2347151" y="120520"/>
                </a:lnTo>
                <a:lnTo>
                  <a:pt x="2364867" y="113824"/>
                </a:lnTo>
                <a:lnTo>
                  <a:pt x="2382584" y="107128"/>
                </a:lnTo>
                <a:lnTo>
                  <a:pt x="2400300" y="100432"/>
                </a:lnTo>
                <a:lnTo>
                  <a:pt x="2418017" y="93736"/>
                </a:lnTo>
                <a:lnTo>
                  <a:pt x="2435733" y="87039"/>
                </a:lnTo>
                <a:lnTo>
                  <a:pt x="2453450" y="80343"/>
                </a:lnTo>
                <a:lnTo>
                  <a:pt x="2471166" y="73647"/>
                </a:lnTo>
                <a:lnTo>
                  <a:pt x="2488883" y="66951"/>
                </a:lnTo>
                <a:lnTo>
                  <a:pt x="2506599" y="60255"/>
                </a:lnTo>
                <a:lnTo>
                  <a:pt x="2524316" y="53559"/>
                </a:lnTo>
                <a:lnTo>
                  <a:pt x="2542032" y="46863"/>
                </a:lnTo>
                <a:lnTo>
                  <a:pt x="2559749" y="40176"/>
                </a:lnTo>
                <a:lnTo>
                  <a:pt x="2577465" y="33480"/>
                </a:lnTo>
                <a:lnTo>
                  <a:pt x="2595182" y="26784"/>
                </a:lnTo>
                <a:lnTo>
                  <a:pt x="2612898" y="20088"/>
                </a:lnTo>
                <a:lnTo>
                  <a:pt x="2630615" y="13392"/>
                </a:lnTo>
                <a:lnTo>
                  <a:pt x="2648331" y="6696"/>
                </a:lnTo>
                <a:lnTo>
                  <a:pt x="26660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44EA1A6-8DD1-43B1-8EDD-073E1B0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205" y="5431155"/>
            <a:ext cx="19269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F116901-377E-4099-A1BD-56ADA921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148" y="4350658"/>
            <a:ext cx="461963" cy="735692"/>
          </a:xfrm>
          <a:custGeom xmlns:a="http://schemas.openxmlformats.org/drawingml/2006/main">
            <a:pathLst>
              <a:path w="461963" h="735692">
                <a:moveTo>
                  <a:pt x="0" y="735692"/>
                </a:moveTo>
                <a:lnTo>
                  <a:pt x="0" y="716699"/>
                </a:lnTo>
                <a:lnTo>
                  <a:pt x="0" y="697716"/>
                </a:lnTo>
                <a:lnTo>
                  <a:pt x="0" y="678723"/>
                </a:lnTo>
                <a:lnTo>
                  <a:pt x="0" y="659740"/>
                </a:lnTo>
                <a:lnTo>
                  <a:pt x="0" y="640747"/>
                </a:lnTo>
                <a:lnTo>
                  <a:pt x="0" y="621763"/>
                </a:lnTo>
                <a:lnTo>
                  <a:pt x="0" y="602771"/>
                </a:lnTo>
                <a:lnTo>
                  <a:pt x="0" y="583787"/>
                </a:lnTo>
                <a:lnTo>
                  <a:pt x="0" y="564794"/>
                </a:lnTo>
                <a:lnTo>
                  <a:pt x="0" y="545811"/>
                </a:lnTo>
                <a:lnTo>
                  <a:pt x="0" y="526818"/>
                </a:lnTo>
                <a:lnTo>
                  <a:pt x="0" y="507835"/>
                </a:lnTo>
                <a:lnTo>
                  <a:pt x="0" y="488842"/>
                </a:lnTo>
                <a:lnTo>
                  <a:pt x="0" y="469849"/>
                </a:lnTo>
                <a:lnTo>
                  <a:pt x="0" y="450866"/>
                </a:lnTo>
                <a:lnTo>
                  <a:pt x="0" y="431873"/>
                </a:lnTo>
                <a:lnTo>
                  <a:pt x="0" y="412890"/>
                </a:lnTo>
                <a:lnTo>
                  <a:pt x="0" y="393897"/>
                </a:lnTo>
                <a:lnTo>
                  <a:pt x="0" y="374914"/>
                </a:lnTo>
                <a:lnTo>
                  <a:pt x="0" y="355921"/>
                </a:lnTo>
                <a:lnTo>
                  <a:pt x="0" y="336937"/>
                </a:lnTo>
                <a:lnTo>
                  <a:pt x="0" y="317945"/>
                </a:lnTo>
                <a:lnTo>
                  <a:pt x="0" y="298961"/>
                </a:lnTo>
                <a:lnTo>
                  <a:pt x="0" y="279968"/>
                </a:lnTo>
                <a:lnTo>
                  <a:pt x="0" y="260985"/>
                </a:lnTo>
                <a:lnTo>
                  <a:pt x="0" y="241992"/>
                </a:lnTo>
                <a:lnTo>
                  <a:pt x="0" y="223009"/>
                </a:lnTo>
                <a:lnTo>
                  <a:pt x="0" y="204016"/>
                </a:lnTo>
                <a:lnTo>
                  <a:pt x="0" y="185033"/>
                </a:lnTo>
                <a:lnTo>
                  <a:pt x="0" y="166040"/>
                </a:lnTo>
                <a:lnTo>
                  <a:pt x="11697" y="155381"/>
                </a:lnTo>
                <a:lnTo>
                  <a:pt x="29642" y="149162"/>
                </a:lnTo>
                <a:lnTo>
                  <a:pt x="47577" y="142951"/>
                </a:lnTo>
                <a:lnTo>
                  <a:pt x="65522" y="136731"/>
                </a:lnTo>
                <a:lnTo>
                  <a:pt x="83468" y="130521"/>
                </a:lnTo>
                <a:lnTo>
                  <a:pt x="101403" y="124301"/>
                </a:lnTo>
                <a:lnTo>
                  <a:pt x="119348" y="118091"/>
                </a:lnTo>
                <a:lnTo>
                  <a:pt x="137293" y="111871"/>
                </a:lnTo>
                <a:lnTo>
                  <a:pt x="155238" y="105661"/>
                </a:lnTo>
                <a:lnTo>
                  <a:pt x="173174" y="99441"/>
                </a:lnTo>
                <a:lnTo>
                  <a:pt x="191119" y="93231"/>
                </a:lnTo>
                <a:lnTo>
                  <a:pt x="209064" y="87011"/>
                </a:lnTo>
                <a:lnTo>
                  <a:pt x="227000" y="80801"/>
                </a:lnTo>
                <a:lnTo>
                  <a:pt x="244945" y="74581"/>
                </a:lnTo>
                <a:lnTo>
                  <a:pt x="262890" y="68370"/>
                </a:lnTo>
                <a:lnTo>
                  <a:pt x="280835" y="62151"/>
                </a:lnTo>
                <a:lnTo>
                  <a:pt x="298771" y="55940"/>
                </a:lnTo>
                <a:lnTo>
                  <a:pt x="316716" y="49721"/>
                </a:lnTo>
                <a:lnTo>
                  <a:pt x="334661" y="43510"/>
                </a:lnTo>
                <a:lnTo>
                  <a:pt x="352596" y="37290"/>
                </a:lnTo>
                <a:lnTo>
                  <a:pt x="370542" y="31080"/>
                </a:lnTo>
                <a:lnTo>
                  <a:pt x="388487" y="24860"/>
                </a:lnTo>
                <a:lnTo>
                  <a:pt x="406432" y="18640"/>
                </a:lnTo>
                <a:lnTo>
                  <a:pt x="424367" y="12430"/>
                </a:lnTo>
                <a:lnTo>
                  <a:pt x="442312" y="6210"/>
                </a:lnTo>
                <a:lnTo>
                  <a:pt x="460258" y="0"/>
                </a:lnTo>
                <a:lnTo>
                  <a:pt x="461963" y="16593"/>
                </a:lnTo>
                <a:lnTo>
                  <a:pt x="461963" y="35576"/>
                </a:lnTo>
                <a:lnTo>
                  <a:pt x="461963" y="54569"/>
                </a:lnTo>
                <a:lnTo>
                  <a:pt x="461963" y="73552"/>
                </a:lnTo>
                <a:lnTo>
                  <a:pt x="461963" y="92545"/>
                </a:lnTo>
                <a:lnTo>
                  <a:pt x="461963" y="111538"/>
                </a:lnTo>
                <a:lnTo>
                  <a:pt x="461963" y="130521"/>
                </a:lnTo>
                <a:lnTo>
                  <a:pt x="461963" y="149514"/>
                </a:lnTo>
                <a:lnTo>
                  <a:pt x="461963" y="168497"/>
                </a:lnTo>
                <a:lnTo>
                  <a:pt x="461963" y="187490"/>
                </a:lnTo>
                <a:lnTo>
                  <a:pt x="461963" y="206473"/>
                </a:lnTo>
                <a:lnTo>
                  <a:pt x="461963" y="225466"/>
                </a:lnTo>
                <a:lnTo>
                  <a:pt x="461963" y="244450"/>
                </a:lnTo>
                <a:lnTo>
                  <a:pt x="461963" y="263442"/>
                </a:lnTo>
                <a:lnTo>
                  <a:pt x="461963" y="282426"/>
                </a:lnTo>
                <a:lnTo>
                  <a:pt x="461963" y="301419"/>
                </a:lnTo>
                <a:lnTo>
                  <a:pt x="461963" y="320402"/>
                </a:lnTo>
                <a:lnTo>
                  <a:pt x="461963" y="339395"/>
                </a:lnTo>
                <a:lnTo>
                  <a:pt x="461963" y="358378"/>
                </a:lnTo>
                <a:lnTo>
                  <a:pt x="461963" y="377371"/>
                </a:lnTo>
                <a:lnTo>
                  <a:pt x="461963" y="396354"/>
                </a:lnTo>
                <a:lnTo>
                  <a:pt x="461963" y="415347"/>
                </a:lnTo>
                <a:lnTo>
                  <a:pt x="461963" y="434330"/>
                </a:lnTo>
                <a:lnTo>
                  <a:pt x="461963" y="453323"/>
                </a:lnTo>
                <a:lnTo>
                  <a:pt x="461963" y="472316"/>
                </a:lnTo>
                <a:lnTo>
                  <a:pt x="461963" y="491300"/>
                </a:lnTo>
                <a:lnTo>
                  <a:pt x="461963" y="510292"/>
                </a:lnTo>
                <a:lnTo>
                  <a:pt x="461963" y="529276"/>
                </a:lnTo>
                <a:lnTo>
                  <a:pt x="454743" y="543477"/>
                </a:lnTo>
                <a:lnTo>
                  <a:pt x="437255" y="550869"/>
                </a:lnTo>
                <a:lnTo>
                  <a:pt x="419767" y="558270"/>
                </a:lnTo>
                <a:lnTo>
                  <a:pt x="402269" y="565661"/>
                </a:lnTo>
                <a:lnTo>
                  <a:pt x="384781" y="573053"/>
                </a:lnTo>
                <a:lnTo>
                  <a:pt x="367294" y="580444"/>
                </a:lnTo>
                <a:lnTo>
                  <a:pt x="349806" y="587835"/>
                </a:lnTo>
                <a:lnTo>
                  <a:pt x="332308" y="595227"/>
                </a:lnTo>
                <a:lnTo>
                  <a:pt x="314820" y="602618"/>
                </a:lnTo>
                <a:lnTo>
                  <a:pt x="297332" y="610019"/>
                </a:lnTo>
                <a:lnTo>
                  <a:pt x="279845" y="617410"/>
                </a:lnTo>
                <a:lnTo>
                  <a:pt x="262357" y="624802"/>
                </a:lnTo>
                <a:lnTo>
                  <a:pt x="244859" y="632193"/>
                </a:lnTo>
                <a:lnTo>
                  <a:pt x="227371" y="639585"/>
                </a:lnTo>
                <a:lnTo>
                  <a:pt x="209883" y="646976"/>
                </a:lnTo>
                <a:lnTo>
                  <a:pt x="192395" y="654368"/>
                </a:lnTo>
                <a:lnTo>
                  <a:pt x="174898" y="661768"/>
                </a:lnTo>
                <a:lnTo>
                  <a:pt x="157410" y="669160"/>
                </a:lnTo>
                <a:lnTo>
                  <a:pt x="139922" y="676551"/>
                </a:lnTo>
                <a:lnTo>
                  <a:pt x="122434" y="683943"/>
                </a:lnTo>
                <a:lnTo>
                  <a:pt x="104937" y="691334"/>
                </a:lnTo>
                <a:lnTo>
                  <a:pt x="87449" y="698725"/>
                </a:lnTo>
                <a:lnTo>
                  <a:pt x="69961" y="706117"/>
                </a:lnTo>
                <a:lnTo>
                  <a:pt x="52473" y="713508"/>
                </a:lnTo>
                <a:lnTo>
                  <a:pt x="34976" y="720909"/>
                </a:lnTo>
                <a:lnTo>
                  <a:pt x="17488" y="728301"/>
                </a:lnTo>
                <a:lnTo>
                  <a:pt x="0" y="73569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7354A7B2-91CE-4E3B-8766-05949ADC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623" y="4891088"/>
            <a:ext cx="2753420" cy="195263"/>
          </a:xfrm>
          <a:custGeom xmlns:a="http://schemas.openxmlformats.org/drawingml/2006/main">
            <a:pathLst>
              <a:path w="2753420" h="195263">
                <a:moveTo>
                  <a:pt x="0" y="195263"/>
                </a:moveTo>
                <a:lnTo>
                  <a:pt x="23270" y="195263"/>
                </a:lnTo>
                <a:lnTo>
                  <a:pt x="46549" y="195263"/>
                </a:lnTo>
                <a:lnTo>
                  <a:pt x="69818" y="195263"/>
                </a:lnTo>
                <a:lnTo>
                  <a:pt x="93088" y="195263"/>
                </a:lnTo>
                <a:lnTo>
                  <a:pt x="116357" y="195263"/>
                </a:lnTo>
                <a:lnTo>
                  <a:pt x="139637" y="195263"/>
                </a:lnTo>
                <a:lnTo>
                  <a:pt x="162906" y="195263"/>
                </a:lnTo>
                <a:lnTo>
                  <a:pt x="186176" y="195263"/>
                </a:lnTo>
                <a:lnTo>
                  <a:pt x="209445" y="195263"/>
                </a:lnTo>
                <a:lnTo>
                  <a:pt x="232724" y="195263"/>
                </a:lnTo>
                <a:lnTo>
                  <a:pt x="255994" y="195263"/>
                </a:lnTo>
                <a:lnTo>
                  <a:pt x="279263" y="195263"/>
                </a:lnTo>
                <a:lnTo>
                  <a:pt x="302533" y="195263"/>
                </a:lnTo>
                <a:lnTo>
                  <a:pt x="325812" y="195263"/>
                </a:lnTo>
                <a:lnTo>
                  <a:pt x="349082" y="195263"/>
                </a:lnTo>
                <a:lnTo>
                  <a:pt x="372351" y="195263"/>
                </a:lnTo>
                <a:lnTo>
                  <a:pt x="395621" y="195263"/>
                </a:lnTo>
                <a:lnTo>
                  <a:pt x="418900" y="195263"/>
                </a:lnTo>
                <a:lnTo>
                  <a:pt x="442170" y="195263"/>
                </a:lnTo>
                <a:lnTo>
                  <a:pt x="465439" y="195263"/>
                </a:lnTo>
                <a:lnTo>
                  <a:pt x="488709" y="195263"/>
                </a:lnTo>
                <a:lnTo>
                  <a:pt x="511988" y="195263"/>
                </a:lnTo>
                <a:lnTo>
                  <a:pt x="535257" y="195263"/>
                </a:lnTo>
                <a:lnTo>
                  <a:pt x="558527" y="195263"/>
                </a:lnTo>
                <a:lnTo>
                  <a:pt x="581797" y="195263"/>
                </a:lnTo>
                <a:lnTo>
                  <a:pt x="605076" y="195263"/>
                </a:lnTo>
                <a:lnTo>
                  <a:pt x="628345" y="195263"/>
                </a:lnTo>
                <a:lnTo>
                  <a:pt x="651615" y="195263"/>
                </a:lnTo>
                <a:lnTo>
                  <a:pt x="674884" y="195263"/>
                </a:lnTo>
                <a:lnTo>
                  <a:pt x="698163" y="195263"/>
                </a:lnTo>
                <a:lnTo>
                  <a:pt x="721433" y="195263"/>
                </a:lnTo>
                <a:lnTo>
                  <a:pt x="744703" y="195263"/>
                </a:lnTo>
                <a:lnTo>
                  <a:pt x="767972" y="195263"/>
                </a:lnTo>
                <a:lnTo>
                  <a:pt x="791251" y="195263"/>
                </a:lnTo>
                <a:lnTo>
                  <a:pt x="814521" y="195263"/>
                </a:lnTo>
                <a:lnTo>
                  <a:pt x="837790" y="195263"/>
                </a:lnTo>
                <a:lnTo>
                  <a:pt x="861070" y="195263"/>
                </a:lnTo>
                <a:lnTo>
                  <a:pt x="884339" y="195263"/>
                </a:lnTo>
                <a:lnTo>
                  <a:pt x="907609" y="195263"/>
                </a:lnTo>
                <a:lnTo>
                  <a:pt x="930878" y="195263"/>
                </a:lnTo>
                <a:lnTo>
                  <a:pt x="954157" y="195263"/>
                </a:lnTo>
                <a:lnTo>
                  <a:pt x="977427" y="195263"/>
                </a:lnTo>
                <a:lnTo>
                  <a:pt x="1000697" y="195263"/>
                </a:lnTo>
                <a:lnTo>
                  <a:pt x="1023966" y="195263"/>
                </a:lnTo>
                <a:lnTo>
                  <a:pt x="1047245" y="195263"/>
                </a:lnTo>
                <a:lnTo>
                  <a:pt x="1070515" y="195263"/>
                </a:lnTo>
                <a:lnTo>
                  <a:pt x="1093784" y="195263"/>
                </a:lnTo>
                <a:lnTo>
                  <a:pt x="1117054" y="195263"/>
                </a:lnTo>
                <a:lnTo>
                  <a:pt x="1140333" y="195263"/>
                </a:lnTo>
                <a:lnTo>
                  <a:pt x="1163603" y="195263"/>
                </a:lnTo>
                <a:lnTo>
                  <a:pt x="1186872" y="195263"/>
                </a:lnTo>
                <a:lnTo>
                  <a:pt x="1210142" y="195263"/>
                </a:lnTo>
                <a:lnTo>
                  <a:pt x="1233421" y="195263"/>
                </a:lnTo>
                <a:lnTo>
                  <a:pt x="1256690" y="195263"/>
                </a:lnTo>
                <a:lnTo>
                  <a:pt x="1279960" y="195263"/>
                </a:lnTo>
                <a:lnTo>
                  <a:pt x="1303230" y="195263"/>
                </a:lnTo>
                <a:lnTo>
                  <a:pt x="1326509" y="195263"/>
                </a:lnTo>
                <a:lnTo>
                  <a:pt x="1349778" y="195263"/>
                </a:lnTo>
                <a:lnTo>
                  <a:pt x="1373048" y="195263"/>
                </a:lnTo>
                <a:lnTo>
                  <a:pt x="1396317" y="195263"/>
                </a:lnTo>
                <a:lnTo>
                  <a:pt x="1419596" y="195263"/>
                </a:lnTo>
                <a:lnTo>
                  <a:pt x="1442866" y="195263"/>
                </a:lnTo>
                <a:lnTo>
                  <a:pt x="1466136" y="195263"/>
                </a:lnTo>
                <a:lnTo>
                  <a:pt x="1489405" y="195263"/>
                </a:lnTo>
                <a:lnTo>
                  <a:pt x="1512684" y="195263"/>
                </a:lnTo>
                <a:lnTo>
                  <a:pt x="1535954" y="195263"/>
                </a:lnTo>
                <a:lnTo>
                  <a:pt x="1559223" y="195263"/>
                </a:lnTo>
                <a:lnTo>
                  <a:pt x="1582493" y="195263"/>
                </a:lnTo>
                <a:lnTo>
                  <a:pt x="1605772" y="195263"/>
                </a:lnTo>
                <a:lnTo>
                  <a:pt x="1629042" y="195263"/>
                </a:lnTo>
                <a:lnTo>
                  <a:pt x="1652311" y="195263"/>
                </a:lnTo>
                <a:lnTo>
                  <a:pt x="1675581" y="195263"/>
                </a:lnTo>
                <a:lnTo>
                  <a:pt x="1698860" y="195263"/>
                </a:lnTo>
                <a:lnTo>
                  <a:pt x="1722130" y="195263"/>
                </a:lnTo>
                <a:lnTo>
                  <a:pt x="1745399" y="195263"/>
                </a:lnTo>
                <a:lnTo>
                  <a:pt x="1768678" y="195263"/>
                </a:lnTo>
                <a:lnTo>
                  <a:pt x="1791948" y="195263"/>
                </a:lnTo>
                <a:lnTo>
                  <a:pt x="1815217" y="195263"/>
                </a:lnTo>
                <a:lnTo>
                  <a:pt x="1838487" y="195263"/>
                </a:lnTo>
                <a:lnTo>
                  <a:pt x="1861766" y="195263"/>
                </a:lnTo>
                <a:lnTo>
                  <a:pt x="1885036" y="195263"/>
                </a:lnTo>
                <a:lnTo>
                  <a:pt x="1908305" y="195263"/>
                </a:lnTo>
                <a:lnTo>
                  <a:pt x="1931575" y="195263"/>
                </a:lnTo>
                <a:lnTo>
                  <a:pt x="1954854" y="195263"/>
                </a:lnTo>
                <a:lnTo>
                  <a:pt x="1978123" y="195263"/>
                </a:lnTo>
                <a:lnTo>
                  <a:pt x="2001393" y="195263"/>
                </a:lnTo>
                <a:lnTo>
                  <a:pt x="2024663" y="195263"/>
                </a:lnTo>
                <a:lnTo>
                  <a:pt x="2047942" y="195263"/>
                </a:lnTo>
                <a:lnTo>
                  <a:pt x="2071211" y="195263"/>
                </a:lnTo>
                <a:lnTo>
                  <a:pt x="2094481" y="195263"/>
                </a:lnTo>
                <a:lnTo>
                  <a:pt x="2117750" y="195263"/>
                </a:lnTo>
                <a:lnTo>
                  <a:pt x="2141030" y="195263"/>
                </a:lnTo>
                <a:lnTo>
                  <a:pt x="2164299" y="195263"/>
                </a:lnTo>
                <a:lnTo>
                  <a:pt x="2187569" y="195263"/>
                </a:lnTo>
                <a:lnTo>
                  <a:pt x="2210838" y="195263"/>
                </a:lnTo>
                <a:lnTo>
                  <a:pt x="2234117" y="195263"/>
                </a:lnTo>
                <a:lnTo>
                  <a:pt x="2257387" y="195263"/>
                </a:lnTo>
                <a:lnTo>
                  <a:pt x="2280656" y="195263"/>
                </a:lnTo>
                <a:lnTo>
                  <a:pt x="2303269" y="191986"/>
                </a:lnTo>
                <a:lnTo>
                  <a:pt x="2324700" y="182928"/>
                </a:lnTo>
                <a:lnTo>
                  <a:pt x="2346141" y="173869"/>
                </a:lnTo>
                <a:lnTo>
                  <a:pt x="2367572" y="164811"/>
                </a:lnTo>
                <a:lnTo>
                  <a:pt x="2389013" y="155753"/>
                </a:lnTo>
                <a:lnTo>
                  <a:pt x="2410444" y="146685"/>
                </a:lnTo>
                <a:lnTo>
                  <a:pt x="2431885" y="137627"/>
                </a:lnTo>
                <a:lnTo>
                  <a:pt x="2453316" y="128568"/>
                </a:lnTo>
                <a:lnTo>
                  <a:pt x="2474757" y="119510"/>
                </a:lnTo>
                <a:lnTo>
                  <a:pt x="2496188" y="110442"/>
                </a:lnTo>
                <a:lnTo>
                  <a:pt x="2517629" y="101384"/>
                </a:lnTo>
                <a:lnTo>
                  <a:pt x="2539060" y="92326"/>
                </a:lnTo>
                <a:lnTo>
                  <a:pt x="2560501" y="83268"/>
                </a:lnTo>
                <a:lnTo>
                  <a:pt x="2581932" y="74200"/>
                </a:lnTo>
                <a:lnTo>
                  <a:pt x="2603373" y="65141"/>
                </a:lnTo>
                <a:lnTo>
                  <a:pt x="2624804" y="56083"/>
                </a:lnTo>
                <a:lnTo>
                  <a:pt x="2646236" y="47025"/>
                </a:lnTo>
                <a:lnTo>
                  <a:pt x="2667676" y="37957"/>
                </a:lnTo>
                <a:lnTo>
                  <a:pt x="2689108" y="28899"/>
                </a:lnTo>
                <a:lnTo>
                  <a:pt x="2710548" y="19841"/>
                </a:lnTo>
                <a:lnTo>
                  <a:pt x="2731980" y="10782"/>
                </a:lnTo>
                <a:lnTo>
                  <a:pt x="2753420" y="1724"/>
                </a:lnTo>
                <a:lnTo>
                  <a:pt x="2738628" y="0"/>
                </a:lnTo>
                <a:lnTo>
                  <a:pt x="2715358" y="0"/>
                </a:lnTo>
                <a:lnTo>
                  <a:pt x="2692089" y="0"/>
                </a:lnTo>
                <a:lnTo>
                  <a:pt x="2668819" y="0"/>
                </a:lnTo>
                <a:lnTo>
                  <a:pt x="2645540" y="0"/>
                </a:lnTo>
                <a:lnTo>
                  <a:pt x="2622271" y="0"/>
                </a:lnTo>
                <a:lnTo>
                  <a:pt x="2599001" y="0"/>
                </a:lnTo>
                <a:lnTo>
                  <a:pt x="2575731" y="0"/>
                </a:lnTo>
                <a:lnTo>
                  <a:pt x="2552452" y="0"/>
                </a:lnTo>
                <a:lnTo>
                  <a:pt x="2529183" y="0"/>
                </a:lnTo>
                <a:lnTo>
                  <a:pt x="2505913" y="0"/>
                </a:lnTo>
                <a:lnTo>
                  <a:pt x="2482644" y="0"/>
                </a:lnTo>
                <a:lnTo>
                  <a:pt x="2459365" y="0"/>
                </a:lnTo>
                <a:lnTo>
                  <a:pt x="2436095" y="0"/>
                </a:lnTo>
                <a:lnTo>
                  <a:pt x="2412825" y="0"/>
                </a:lnTo>
                <a:lnTo>
                  <a:pt x="2389556" y="0"/>
                </a:lnTo>
                <a:lnTo>
                  <a:pt x="2366277" y="0"/>
                </a:lnTo>
                <a:lnTo>
                  <a:pt x="2343007" y="0"/>
                </a:lnTo>
                <a:lnTo>
                  <a:pt x="2319738" y="0"/>
                </a:lnTo>
                <a:lnTo>
                  <a:pt x="2296468" y="0"/>
                </a:lnTo>
                <a:lnTo>
                  <a:pt x="2273189" y="0"/>
                </a:lnTo>
                <a:lnTo>
                  <a:pt x="2249919" y="0"/>
                </a:lnTo>
                <a:lnTo>
                  <a:pt x="2226650" y="0"/>
                </a:lnTo>
                <a:lnTo>
                  <a:pt x="2203380" y="0"/>
                </a:lnTo>
                <a:lnTo>
                  <a:pt x="2180101" y="0"/>
                </a:lnTo>
                <a:lnTo>
                  <a:pt x="2156831" y="0"/>
                </a:lnTo>
                <a:lnTo>
                  <a:pt x="2133562" y="0"/>
                </a:lnTo>
                <a:lnTo>
                  <a:pt x="2110292" y="0"/>
                </a:lnTo>
                <a:lnTo>
                  <a:pt x="2087013" y="0"/>
                </a:lnTo>
                <a:lnTo>
                  <a:pt x="2063744" y="0"/>
                </a:lnTo>
                <a:lnTo>
                  <a:pt x="2040474" y="0"/>
                </a:lnTo>
                <a:lnTo>
                  <a:pt x="2017205" y="0"/>
                </a:lnTo>
                <a:lnTo>
                  <a:pt x="1993925" y="0"/>
                </a:lnTo>
                <a:lnTo>
                  <a:pt x="1970656" y="0"/>
                </a:lnTo>
                <a:lnTo>
                  <a:pt x="1947386" y="0"/>
                </a:lnTo>
                <a:lnTo>
                  <a:pt x="1924117" y="0"/>
                </a:lnTo>
                <a:lnTo>
                  <a:pt x="1900838" y="0"/>
                </a:lnTo>
                <a:lnTo>
                  <a:pt x="1877568" y="0"/>
                </a:lnTo>
                <a:lnTo>
                  <a:pt x="1854298" y="0"/>
                </a:lnTo>
                <a:lnTo>
                  <a:pt x="1831019" y="0"/>
                </a:lnTo>
                <a:lnTo>
                  <a:pt x="1807750" y="0"/>
                </a:lnTo>
                <a:lnTo>
                  <a:pt x="1784480" y="0"/>
                </a:lnTo>
                <a:lnTo>
                  <a:pt x="1761211" y="0"/>
                </a:lnTo>
                <a:lnTo>
                  <a:pt x="1737932" y="0"/>
                </a:lnTo>
                <a:lnTo>
                  <a:pt x="1714662" y="0"/>
                </a:lnTo>
                <a:lnTo>
                  <a:pt x="1691392" y="0"/>
                </a:lnTo>
                <a:lnTo>
                  <a:pt x="1668123" y="0"/>
                </a:lnTo>
                <a:lnTo>
                  <a:pt x="1644844" y="0"/>
                </a:lnTo>
                <a:lnTo>
                  <a:pt x="1621574" y="0"/>
                </a:lnTo>
                <a:lnTo>
                  <a:pt x="1598305" y="0"/>
                </a:lnTo>
                <a:lnTo>
                  <a:pt x="1575035" y="0"/>
                </a:lnTo>
                <a:lnTo>
                  <a:pt x="1551756" y="0"/>
                </a:lnTo>
                <a:lnTo>
                  <a:pt x="1528486" y="0"/>
                </a:lnTo>
                <a:lnTo>
                  <a:pt x="1505217" y="0"/>
                </a:lnTo>
                <a:lnTo>
                  <a:pt x="1481947" y="0"/>
                </a:lnTo>
                <a:lnTo>
                  <a:pt x="1458668" y="0"/>
                </a:lnTo>
                <a:lnTo>
                  <a:pt x="1435398" y="0"/>
                </a:lnTo>
                <a:lnTo>
                  <a:pt x="1412129" y="0"/>
                </a:lnTo>
                <a:lnTo>
                  <a:pt x="1388859" y="0"/>
                </a:lnTo>
                <a:lnTo>
                  <a:pt x="1365580" y="0"/>
                </a:lnTo>
                <a:lnTo>
                  <a:pt x="1342311" y="0"/>
                </a:lnTo>
                <a:lnTo>
                  <a:pt x="1319041" y="0"/>
                </a:lnTo>
                <a:lnTo>
                  <a:pt x="1295771" y="0"/>
                </a:lnTo>
                <a:lnTo>
                  <a:pt x="1272492" y="0"/>
                </a:lnTo>
                <a:lnTo>
                  <a:pt x="1249223" y="0"/>
                </a:lnTo>
                <a:lnTo>
                  <a:pt x="1225953" y="0"/>
                </a:lnTo>
                <a:lnTo>
                  <a:pt x="1202684" y="0"/>
                </a:lnTo>
                <a:lnTo>
                  <a:pt x="1179405" y="0"/>
                </a:lnTo>
                <a:lnTo>
                  <a:pt x="1156135" y="0"/>
                </a:lnTo>
                <a:lnTo>
                  <a:pt x="1132865" y="0"/>
                </a:lnTo>
                <a:lnTo>
                  <a:pt x="1109596" y="0"/>
                </a:lnTo>
                <a:lnTo>
                  <a:pt x="1086317" y="0"/>
                </a:lnTo>
                <a:lnTo>
                  <a:pt x="1063047" y="0"/>
                </a:lnTo>
                <a:lnTo>
                  <a:pt x="1039778" y="0"/>
                </a:lnTo>
                <a:lnTo>
                  <a:pt x="1016508" y="0"/>
                </a:lnTo>
                <a:lnTo>
                  <a:pt x="993229" y="0"/>
                </a:lnTo>
                <a:lnTo>
                  <a:pt x="969959" y="0"/>
                </a:lnTo>
                <a:lnTo>
                  <a:pt x="946690" y="0"/>
                </a:lnTo>
                <a:lnTo>
                  <a:pt x="923411" y="0"/>
                </a:lnTo>
                <a:lnTo>
                  <a:pt x="900141" y="0"/>
                </a:lnTo>
                <a:lnTo>
                  <a:pt x="876872" y="0"/>
                </a:lnTo>
                <a:lnTo>
                  <a:pt x="853602" y="0"/>
                </a:lnTo>
                <a:lnTo>
                  <a:pt x="830323" y="0"/>
                </a:lnTo>
                <a:lnTo>
                  <a:pt x="807053" y="0"/>
                </a:lnTo>
                <a:lnTo>
                  <a:pt x="783784" y="0"/>
                </a:lnTo>
                <a:lnTo>
                  <a:pt x="760514" y="0"/>
                </a:lnTo>
                <a:lnTo>
                  <a:pt x="737235" y="0"/>
                </a:lnTo>
                <a:lnTo>
                  <a:pt x="713965" y="0"/>
                </a:lnTo>
                <a:lnTo>
                  <a:pt x="690696" y="0"/>
                </a:lnTo>
                <a:lnTo>
                  <a:pt x="667426" y="0"/>
                </a:lnTo>
                <a:lnTo>
                  <a:pt x="644147" y="0"/>
                </a:lnTo>
                <a:lnTo>
                  <a:pt x="620878" y="0"/>
                </a:lnTo>
                <a:lnTo>
                  <a:pt x="597960" y="2219"/>
                </a:lnTo>
                <a:lnTo>
                  <a:pt x="575805" y="9373"/>
                </a:lnTo>
                <a:lnTo>
                  <a:pt x="553660" y="16516"/>
                </a:lnTo>
                <a:lnTo>
                  <a:pt x="531514" y="23670"/>
                </a:lnTo>
                <a:lnTo>
                  <a:pt x="509368" y="30823"/>
                </a:lnTo>
                <a:lnTo>
                  <a:pt x="487223" y="37967"/>
                </a:lnTo>
                <a:lnTo>
                  <a:pt x="465077" y="45120"/>
                </a:lnTo>
                <a:lnTo>
                  <a:pt x="442932" y="52273"/>
                </a:lnTo>
                <a:lnTo>
                  <a:pt x="420786" y="59417"/>
                </a:lnTo>
                <a:lnTo>
                  <a:pt x="398640" y="66570"/>
                </a:lnTo>
                <a:lnTo>
                  <a:pt x="376495" y="73714"/>
                </a:lnTo>
                <a:lnTo>
                  <a:pt x="354349" y="80867"/>
                </a:lnTo>
                <a:lnTo>
                  <a:pt x="332194" y="88021"/>
                </a:lnTo>
                <a:lnTo>
                  <a:pt x="310048" y="95164"/>
                </a:lnTo>
                <a:lnTo>
                  <a:pt x="287903" y="102318"/>
                </a:lnTo>
                <a:lnTo>
                  <a:pt x="265757" y="109471"/>
                </a:lnTo>
                <a:lnTo>
                  <a:pt x="243611" y="116615"/>
                </a:lnTo>
                <a:lnTo>
                  <a:pt x="221466" y="123768"/>
                </a:lnTo>
                <a:lnTo>
                  <a:pt x="199320" y="130912"/>
                </a:lnTo>
                <a:lnTo>
                  <a:pt x="177175" y="138065"/>
                </a:lnTo>
                <a:lnTo>
                  <a:pt x="155029" y="145218"/>
                </a:lnTo>
                <a:lnTo>
                  <a:pt x="132883" y="152362"/>
                </a:lnTo>
                <a:lnTo>
                  <a:pt x="110738" y="159515"/>
                </a:lnTo>
                <a:lnTo>
                  <a:pt x="88583" y="166668"/>
                </a:lnTo>
                <a:lnTo>
                  <a:pt x="66437" y="173812"/>
                </a:lnTo>
                <a:lnTo>
                  <a:pt x="44291" y="180965"/>
                </a:lnTo>
                <a:lnTo>
                  <a:pt x="22146" y="188109"/>
                </a:lnTo>
                <a:lnTo>
                  <a:pt x="0" y="19526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6CB6AC51-B30C-4C19-9050-CF2A5DB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590" y="4891088"/>
            <a:ext cx="2523173" cy="195263"/>
          </a:xfrm>
          <a:custGeom xmlns:a="http://schemas.openxmlformats.org/drawingml/2006/main">
            <a:pathLst>
              <a:path w="2523173" h="195263">
                <a:moveTo>
                  <a:pt x="0" y="195263"/>
                </a:moveTo>
                <a:lnTo>
                  <a:pt x="18983" y="195263"/>
                </a:lnTo>
                <a:lnTo>
                  <a:pt x="37957" y="195263"/>
                </a:lnTo>
                <a:lnTo>
                  <a:pt x="56940" y="195263"/>
                </a:lnTo>
                <a:lnTo>
                  <a:pt x="75914" y="195263"/>
                </a:lnTo>
                <a:lnTo>
                  <a:pt x="94898" y="195263"/>
                </a:lnTo>
                <a:lnTo>
                  <a:pt x="113871" y="195263"/>
                </a:lnTo>
                <a:lnTo>
                  <a:pt x="132855" y="195263"/>
                </a:lnTo>
                <a:lnTo>
                  <a:pt x="151829" y="195263"/>
                </a:lnTo>
                <a:lnTo>
                  <a:pt x="170812" y="195263"/>
                </a:lnTo>
                <a:lnTo>
                  <a:pt x="189786" y="195263"/>
                </a:lnTo>
                <a:lnTo>
                  <a:pt x="208769" y="195263"/>
                </a:lnTo>
                <a:lnTo>
                  <a:pt x="227743" y="195263"/>
                </a:lnTo>
                <a:lnTo>
                  <a:pt x="246726" y="195263"/>
                </a:lnTo>
                <a:lnTo>
                  <a:pt x="265709" y="195263"/>
                </a:lnTo>
                <a:lnTo>
                  <a:pt x="284683" y="195263"/>
                </a:lnTo>
                <a:lnTo>
                  <a:pt x="303667" y="195263"/>
                </a:lnTo>
                <a:lnTo>
                  <a:pt x="322640" y="195263"/>
                </a:lnTo>
                <a:lnTo>
                  <a:pt x="341624" y="195263"/>
                </a:lnTo>
                <a:lnTo>
                  <a:pt x="360597" y="195263"/>
                </a:lnTo>
                <a:lnTo>
                  <a:pt x="379581" y="195263"/>
                </a:lnTo>
                <a:lnTo>
                  <a:pt x="398555" y="195263"/>
                </a:lnTo>
                <a:lnTo>
                  <a:pt x="417538" y="195263"/>
                </a:lnTo>
                <a:lnTo>
                  <a:pt x="436512" y="195263"/>
                </a:lnTo>
                <a:lnTo>
                  <a:pt x="455495" y="195263"/>
                </a:lnTo>
                <a:lnTo>
                  <a:pt x="474469" y="195263"/>
                </a:lnTo>
                <a:lnTo>
                  <a:pt x="493452" y="195263"/>
                </a:lnTo>
                <a:lnTo>
                  <a:pt x="512426" y="195263"/>
                </a:lnTo>
                <a:lnTo>
                  <a:pt x="531409" y="195263"/>
                </a:lnTo>
                <a:lnTo>
                  <a:pt x="550393" y="195263"/>
                </a:lnTo>
                <a:lnTo>
                  <a:pt x="569366" y="195263"/>
                </a:lnTo>
                <a:lnTo>
                  <a:pt x="588350" y="195263"/>
                </a:lnTo>
                <a:lnTo>
                  <a:pt x="607324" y="195263"/>
                </a:lnTo>
                <a:lnTo>
                  <a:pt x="626307" y="195263"/>
                </a:lnTo>
                <a:lnTo>
                  <a:pt x="645281" y="195263"/>
                </a:lnTo>
                <a:lnTo>
                  <a:pt x="664264" y="195263"/>
                </a:lnTo>
                <a:lnTo>
                  <a:pt x="683238" y="195263"/>
                </a:lnTo>
                <a:lnTo>
                  <a:pt x="702221" y="195263"/>
                </a:lnTo>
                <a:lnTo>
                  <a:pt x="721195" y="195263"/>
                </a:lnTo>
                <a:lnTo>
                  <a:pt x="740178" y="195263"/>
                </a:lnTo>
                <a:lnTo>
                  <a:pt x="759152" y="195263"/>
                </a:lnTo>
                <a:lnTo>
                  <a:pt x="778135" y="195263"/>
                </a:lnTo>
                <a:lnTo>
                  <a:pt x="797109" y="195263"/>
                </a:lnTo>
                <a:lnTo>
                  <a:pt x="816092" y="195263"/>
                </a:lnTo>
                <a:lnTo>
                  <a:pt x="835076" y="195263"/>
                </a:lnTo>
                <a:lnTo>
                  <a:pt x="854050" y="195263"/>
                </a:lnTo>
                <a:lnTo>
                  <a:pt x="873033" y="195263"/>
                </a:lnTo>
                <a:lnTo>
                  <a:pt x="892007" y="195263"/>
                </a:lnTo>
                <a:lnTo>
                  <a:pt x="910990" y="195263"/>
                </a:lnTo>
                <a:lnTo>
                  <a:pt x="929964" y="195263"/>
                </a:lnTo>
                <a:lnTo>
                  <a:pt x="948947" y="195263"/>
                </a:lnTo>
                <a:lnTo>
                  <a:pt x="967921" y="195263"/>
                </a:lnTo>
                <a:lnTo>
                  <a:pt x="986904" y="195263"/>
                </a:lnTo>
                <a:lnTo>
                  <a:pt x="1005878" y="195263"/>
                </a:lnTo>
                <a:lnTo>
                  <a:pt x="1024861" y="195263"/>
                </a:lnTo>
                <a:lnTo>
                  <a:pt x="1043835" y="195263"/>
                </a:lnTo>
                <a:lnTo>
                  <a:pt x="1062819" y="195263"/>
                </a:lnTo>
                <a:lnTo>
                  <a:pt x="1081802" y="195263"/>
                </a:lnTo>
                <a:lnTo>
                  <a:pt x="1100776" y="195263"/>
                </a:lnTo>
                <a:lnTo>
                  <a:pt x="1119759" y="195263"/>
                </a:lnTo>
                <a:lnTo>
                  <a:pt x="1138733" y="195263"/>
                </a:lnTo>
                <a:lnTo>
                  <a:pt x="1157716" y="195263"/>
                </a:lnTo>
                <a:lnTo>
                  <a:pt x="1176690" y="195263"/>
                </a:lnTo>
                <a:lnTo>
                  <a:pt x="1195673" y="195263"/>
                </a:lnTo>
                <a:lnTo>
                  <a:pt x="1214647" y="195263"/>
                </a:lnTo>
                <a:lnTo>
                  <a:pt x="1233630" y="195263"/>
                </a:lnTo>
                <a:lnTo>
                  <a:pt x="1252604" y="195263"/>
                </a:lnTo>
                <a:lnTo>
                  <a:pt x="1271588" y="195263"/>
                </a:lnTo>
                <a:lnTo>
                  <a:pt x="1290561" y="195263"/>
                </a:lnTo>
                <a:lnTo>
                  <a:pt x="1309545" y="195263"/>
                </a:lnTo>
                <a:lnTo>
                  <a:pt x="1328528" y="195263"/>
                </a:lnTo>
                <a:lnTo>
                  <a:pt x="1347502" y="195263"/>
                </a:lnTo>
                <a:lnTo>
                  <a:pt x="1366485" y="195263"/>
                </a:lnTo>
                <a:lnTo>
                  <a:pt x="1385459" y="195263"/>
                </a:lnTo>
                <a:lnTo>
                  <a:pt x="1404442" y="195263"/>
                </a:lnTo>
                <a:lnTo>
                  <a:pt x="1423416" y="195263"/>
                </a:lnTo>
                <a:lnTo>
                  <a:pt x="1442399" y="195263"/>
                </a:lnTo>
                <a:lnTo>
                  <a:pt x="1461373" y="195263"/>
                </a:lnTo>
                <a:lnTo>
                  <a:pt x="1480356" y="195263"/>
                </a:lnTo>
                <a:lnTo>
                  <a:pt x="1499330" y="195263"/>
                </a:lnTo>
                <a:lnTo>
                  <a:pt x="1518314" y="195263"/>
                </a:lnTo>
                <a:lnTo>
                  <a:pt x="1537287" y="195263"/>
                </a:lnTo>
                <a:lnTo>
                  <a:pt x="1556271" y="195263"/>
                </a:lnTo>
                <a:lnTo>
                  <a:pt x="1575245" y="195263"/>
                </a:lnTo>
                <a:lnTo>
                  <a:pt x="1594228" y="195263"/>
                </a:lnTo>
                <a:lnTo>
                  <a:pt x="1613211" y="195263"/>
                </a:lnTo>
                <a:lnTo>
                  <a:pt x="1632185" y="195263"/>
                </a:lnTo>
                <a:lnTo>
                  <a:pt x="1651168" y="195263"/>
                </a:lnTo>
                <a:lnTo>
                  <a:pt x="1670142" y="195263"/>
                </a:lnTo>
                <a:lnTo>
                  <a:pt x="1689125" y="195263"/>
                </a:lnTo>
                <a:lnTo>
                  <a:pt x="1708099" y="195263"/>
                </a:lnTo>
                <a:lnTo>
                  <a:pt x="1727083" y="195263"/>
                </a:lnTo>
                <a:lnTo>
                  <a:pt x="1746056" y="195263"/>
                </a:lnTo>
                <a:lnTo>
                  <a:pt x="1765040" y="195263"/>
                </a:lnTo>
                <a:lnTo>
                  <a:pt x="1784013" y="195263"/>
                </a:lnTo>
                <a:lnTo>
                  <a:pt x="1802997" y="195263"/>
                </a:lnTo>
                <a:lnTo>
                  <a:pt x="1821971" y="195263"/>
                </a:lnTo>
                <a:lnTo>
                  <a:pt x="1840954" y="195263"/>
                </a:lnTo>
                <a:lnTo>
                  <a:pt x="1859937" y="195263"/>
                </a:lnTo>
                <a:lnTo>
                  <a:pt x="1878911" y="195263"/>
                </a:lnTo>
                <a:lnTo>
                  <a:pt x="1897894" y="195263"/>
                </a:lnTo>
                <a:lnTo>
                  <a:pt x="1916868" y="195263"/>
                </a:lnTo>
                <a:lnTo>
                  <a:pt x="1935851" y="195263"/>
                </a:lnTo>
                <a:lnTo>
                  <a:pt x="1954825" y="195263"/>
                </a:lnTo>
                <a:lnTo>
                  <a:pt x="1973809" y="195263"/>
                </a:lnTo>
                <a:lnTo>
                  <a:pt x="1992782" y="195263"/>
                </a:lnTo>
                <a:lnTo>
                  <a:pt x="2011766" y="195263"/>
                </a:lnTo>
                <a:lnTo>
                  <a:pt x="2030740" y="195263"/>
                </a:lnTo>
                <a:lnTo>
                  <a:pt x="2049723" y="195263"/>
                </a:lnTo>
                <a:lnTo>
                  <a:pt x="2067544" y="189462"/>
                </a:lnTo>
                <a:lnTo>
                  <a:pt x="2085070" y="182175"/>
                </a:lnTo>
                <a:lnTo>
                  <a:pt x="2102587" y="174889"/>
                </a:lnTo>
                <a:lnTo>
                  <a:pt x="2120113" y="167602"/>
                </a:lnTo>
                <a:lnTo>
                  <a:pt x="2137639" y="160315"/>
                </a:lnTo>
                <a:lnTo>
                  <a:pt x="2155165" y="153029"/>
                </a:lnTo>
                <a:lnTo>
                  <a:pt x="2172691" y="145742"/>
                </a:lnTo>
                <a:lnTo>
                  <a:pt x="2190217" y="138455"/>
                </a:lnTo>
                <a:lnTo>
                  <a:pt x="2207733" y="131169"/>
                </a:lnTo>
                <a:lnTo>
                  <a:pt x="2225259" y="123882"/>
                </a:lnTo>
                <a:lnTo>
                  <a:pt x="2242785" y="116596"/>
                </a:lnTo>
                <a:lnTo>
                  <a:pt x="2260311" y="109309"/>
                </a:lnTo>
                <a:lnTo>
                  <a:pt x="2277837" y="102013"/>
                </a:lnTo>
                <a:lnTo>
                  <a:pt x="2295354" y="94726"/>
                </a:lnTo>
                <a:lnTo>
                  <a:pt x="2312880" y="87440"/>
                </a:lnTo>
                <a:lnTo>
                  <a:pt x="2330406" y="80153"/>
                </a:lnTo>
                <a:lnTo>
                  <a:pt x="2347932" y="72866"/>
                </a:lnTo>
                <a:lnTo>
                  <a:pt x="2365458" y="65580"/>
                </a:lnTo>
                <a:lnTo>
                  <a:pt x="2382974" y="58293"/>
                </a:lnTo>
                <a:lnTo>
                  <a:pt x="2400500" y="51006"/>
                </a:lnTo>
                <a:lnTo>
                  <a:pt x="2418026" y="43720"/>
                </a:lnTo>
                <a:lnTo>
                  <a:pt x="2435552" y="36433"/>
                </a:lnTo>
                <a:lnTo>
                  <a:pt x="2453078" y="29147"/>
                </a:lnTo>
                <a:lnTo>
                  <a:pt x="2470604" y="21860"/>
                </a:lnTo>
                <a:lnTo>
                  <a:pt x="2488121" y="14573"/>
                </a:lnTo>
                <a:lnTo>
                  <a:pt x="2505647" y="7287"/>
                </a:lnTo>
                <a:lnTo>
                  <a:pt x="25231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A0A014BD-AED6-4735-8952-45DB3B39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4808" y="4891088"/>
            <a:ext cx="19259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AAFBF920-CDA8-4248-9C33-F28D6D85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7673" y="3813886"/>
            <a:ext cx="319088" cy="696201"/>
          </a:xfrm>
          <a:custGeom xmlns:a="http://schemas.openxmlformats.org/drawingml/2006/main">
            <a:pathLst>
              <a:path w="319088" h="696201">
                <a:moveTo>
                  <a:pt x="0" y="696201"/>
                </a:moveTo>
                <a:lnTo>
                  <a:pt x="0" y="677285"/>
                </a:lnTo>
                <a:lnTo>
                  <a:pt x="0" y="658378"/>
                </a:lnTo>
                <a:lnTo>
                  <a:pt x="0" y="639461"/>
                </a:lnTo>
                <a:lnTo>
                  <a:pt x="0" y="620554"/>
                </a:lnTo>
                <a:lnTo>
                  <a:pt x="0" y="601637"/>
                </a:lnTo>
                <a:lnTo>
                  <a:pt x="0" y="582730"/>
                </a:lnTo>
                <a:lnTo>
                  <a:pt x="0" y="563813"/>
                </a:lnTo>
                <a:lnTo>
                  <a:pt x="0" y="544897"/>
                </a:lnTo>
                <a:lnTo>
                  <a:pt x="0" y="525990"/>
                </a:lnTo>
                <a:lnTo>
                  <a:pt x="0" y="507073"/>
                </a:lnTo>
                <a:lnTo>
                  <a:pt x="0" y="488166"/>
                </a:lnTo>
                <a:lnTo>
                  <a:pt x="0" y="469249"/>
                </a:lnTo>
                <a:lnTo>
                  <a:pt x="0" y="450342"/>
                </a:lnTo>
                <a:lnTo>
                  <a:pt x="0" y="431425"/>
                </a:lnTo>
                <a:lnTo>
                  <a:pt x="0" y="412518"/>
                </a:lnTo>
                <a:lnTo>
                  <a:pt x="0" y="393602"/>
                </a:lnTo>
                <a:lnTo>
                  <a:pt x="0" y="374694"/>
                </a:lnTo>
                <a:lnTo>
                  <a:pt x="0" y="355778"/>
                </a:lnTo>
                <a:lnTo>
                  <a:pt x="0" y="336871"/>
                </a:lnTo>
                <a:lnTo>
                  <a:pt x="0" y="317954"/>
                </a:lnTo>
                <a:lnTo>
                  <a:pt x="0" y="299047"/>
                </a:lnTo>
                <a:lnTo>
                  <a:pt x="0" y="280130"/>
                </a:lnTo>
                <a:lnTo>
                  <a:pt x="0" y="261223"/>
                </a:lnTo>
                <a:lnTo>
                  <a:pt x="0" y="242306"/>
                </a:lnTo>
                <a:lnTo>
                  <a:pt x="0" y="223399"/>
                </a:lnTo>
                <a:lnTo>
                  <a:pt x="0" y="204483"/>
                </a:lnTo>
                <a:lnTo>
                  <a:pt x="0" y="185566"/>
                </a:lnTo>
                <a:lnTo>
                  <a:pt x="0" y="166659"/>
                </a:lnTo>
                <a:lnTo>
                  <a:pt x="0" y="147742"/>
                </a:lnTo>
                <a:lnTo>
                  <a:pt x="0" y="128835"/>
                </a:lnTo>
                <a:lnTo>
                  <a:pt x="9335" y="116310"/>
                </a:lnTo>
                <a:lnTo>
                  <a:pt x="26965" y="109471"/>
                </a:lnTo>
                <a:lnTo>
                  <a:pt x="44596" y="102632"/>
                </a:lnTo>
                <a:lnTo>
                  <a:pt x="62227" y="95783"/>
                </a:lnTo>
                <a:lnTo>
                  <a:pt x="79858" y="88944"/>
                </a:lnTo>
                <a:lnTo>
                  <a:pt x="97488" y="82105"/>
                </a:lnTo>
                <a:lnTo>
                  <a:pt x="115119" y="75257"/>
                </a:lnTo>
                <a:lnTo>
                  <a:pt x="132750" y="68418"/>
                </a:lnTo>
                <a:lnTo>
                  <a:pt x="150381" y="61579"/>
                </a:lnTo>
                <a:lnTo>
                  <a:pt x="168011" y="54740"/>
                </a:lnTo>
                <a:lnTo>
                  <a:pt x="185642" y="47892"/>
                </a:lnTo>
                <a:lnTo>
                  <a:pt x="203273" y="41053"/>
                </a:lnTo>
                <a:lnTo>
                  <a:pt x="220913" y="34214"/>
                </a:lnTo>
                <a:lnTo>
                  <a:pt x="238544" y="27365"/>
                </a:lnTo>
                <a:lnTo>
                  <a:pt x="256175" y="20526"/>
                </a:lnTo>
                <a:lnTo>
                  <a:pt x="273806" y="13687"/>
                </a:lnTo>
                <a:lnTo>
                  <a:pt x="291436" y="6839"/>
                </a:lnTo>
                <a:lnTo>
                  <a:pt x="309067" y="0"/>
                </a:lnTo>
                <a:lnTo>
                  <a:pt x="319088" y="4267"/>
                </a:lnTo>
                <a:lnTo>
                  <a:pt x="319088" y="23184"/>
                </a:lnTo>
                <a:lnTo>
                  <a:pt x="319088" y="42101"/>
                </a:lnTo>
                <a:lnTo>
                  <a:pt x="319088" y="61008"/>
                </a:lnTo>
                <a:lnTo>
                  <a:pt x="319088" y="79924"/>
                </a:lnTo>
                <a:lnTo>
                  <a:pt x="319088" y="98831"/>
                </a:lnTo>
                <a:lnTo>
                  <a:pt x="319088" y="117748"/>
                </a:lnTo>
                <a:lnTo>
                  <a:pt x="319088" y="136655"/>
                </a:lnTo>
                <a:lnTo>
                  <a:pt x="319088" y="155572"/>
                </a:lnTo>
                <a:lnTo>
                  <a:pt x="319088" y="174479"/>
                </a:lnTo>
                <a:lnTo>
                  <a:pt x="319088" y="193396"/>
                </a:lnTo>
                <a:lnTo>
                  <a:pt x="319088" y="212303"/>
                </a:lnTo>
                <a:lnTo>
                  <a:pt x="319088" y="231219"/>
                </a:lnTo>
                <a:lnTo>
                  <a:pt x="319088" y="250127"/>
                </a:lnTo>
                <a:lnTo>
                  <a:pt x="319088" y="269043"/>
                </a:lnTo>
                <a:lnTo>
                  <a:pt x="319088" y="287950"/>
                </a:lnTo>
                <a:lnTo>
                  <a:pt x="319088" y="306867"/>
                </a:lnTo>
                <a:lnTo>
                  <a:pt x="319088" y="325774"/>
                </a:lnTo>
                <a:lnTo>
                  <a:pt x="319088" y="344691"/>
                </a:lnTo>
                <a:lnTo>
                  <a:pt x="319088" y="363598"/>
                </a:lnTo>
                <a:lnTo>
                  <a:pt x="319088" y="382514"/>
                </a:lnTo>
                <a:lnTo>
                  <a:pt x="319088" y="401431"/>
                </a:lnTo>
                <a:lnTo>
                  <a:pt x="319088" y="420338"/>
                </a:lnTo>
                <a:lnTo>
                  <a:pt x="319088" y="439255"/>
                </a:lnTo>
                <a:lnTo>
                  <a:pt x="319088" y="458162"/>
                </a:lnTo>
                <a:lnTo>
                  <a:pt x="319088" y="477079"/>
                </a:lnTo>
                <a:lnTo>
                  <a:pt x="319088" y="495986"/>
                </a:lnTo>
                <a:lnTo>
                  <a:pt x="319088" y="514902"/>
                </a:lnTo>
                <a:lnTo>
                  <a:pt x="319088" y="533810"/>
                </a:lnTo>
                <a:lnTo>
                  <a:pt x="304295" y="543592"/>
                </a:lnTo>
                <a:lnTo>
                  <a:pt x="287388" y="552069"/>
                </a:lnTo>
                <a:lnTo>
                  <a:pt x="270491" y="560556"/>
                </a:lnTo>
                <a:lnTo>
                  <a:pt x="253584" y="569033"/>
                </a:lnTo>
                <a:lnTo>
                  <a:pt x="236677" y="577510"/>
                </a:lnTo>
                <a:lnTo>
                  <a:pt x="219770" y="585988"/>
                </a:lnTo>
                <a:lnTo>
                  <a:pt x="202863" y="594465"/>
                </a:lnTo>
                <a:lnTo>
                  <a:pt x="185957" y="602942"/>
                </a:lnTo>
                <a:lnTo>
                  <a:pt x="169050" y="611419"/>
                </a:lnTo>
                <a:lnTo>
                  <a:pt x="152152" y="619897"/>
                </a:lnTo>
                <a:lnTo>
                  <a:pt x="135245" y="628374"/>
                </a:lnTo>
                <a:lnTo>
                  <a:pt x="118339" y="636851"/>
                </a:lnTo>
                <a:lnTo>
                  <a:pt x="101432" y="645328"/>
                </a:lnTo>
                <a:lnTo>
                  <a:pt x="84525" y="653806"/>
                </a:lnTo>
                <a:lnTo>
                  <a:pt x="67618" y="662283"/>
                </a:lnTo>
                <a:lnTo>
                  <a:pt x="50721" y="670760"/>
                </a:lnTo>
                <a:lnTo>
                  <a:pt x="33814" y="679247"/>
                </a:lnTo>
                <a:lnTo>
                  <a:pt x="16907" y="687724"/>
                </a:lnTo>
                <a:lnTo>
                  <a:pt x="0" y="69620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D9636061-E3E4-4C63-AC79-7F36E6E4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148" y="4350068"/>
            <a:ext cx="2609717" cy="160020"/>
          </a:xfrm>
          <a:custGeom xmlns:a="http://schemas.openxmlformats.org/drawingml/2006/main">
            <a:pathLst>
              <a:path w="2609717" h="160020">
                <a:moveTo>
                  <a:pt x="0" y="160020"/>
                </a:moveTo>
                <a:lnTo>
                  <a:pt x="22060" y="160020"/>
                </a:lnTo>
                <a:lnTo>
                  <a:pt x="44120" y="160020"/>
                </a:lnTo>
                <a:lnTo>
                  <a:pt x="66180" y="160020"/>
                </a:lnTo>
                <a:lnTo>
                  <a:pt x="88230" y="160020"/>
                </a:lnTo>
                <a:lnTo>
                  <a:pt x="110290" y="160020"/>
                </a:lnTo>
                <a:lnTo>
                  <a:pt x="132350" y="160020"/>
                </a:lnTo>
                <a:lnTo>
                  <a:pt x="154410" y="160020"/>
                </a:lnTo>
                <a:lnTo>
                  <a:pt x="176470" y="160020"/>
                </a:lnTo>
                <a:lnTo>
                  <a:pt x="198530" y="160020"/>
                </a:lnTo>
                <a:lnTo>
                  <a:pt x="220589" y="160020"/>
                </a:lnTo>
                <a:lnTo>
                  <a:pt x="242640" y="160020"/>
                </a:lnTo>
                <a:lnTo>
                  <a:pt x="264700" y="160020"/>
                </a:lnTo>
                <a:lnTo>
                  <a:pt x="286760" y="160020"/>
                </a:lnTo>
                <a:lnTo>
                  <a:pt x="308820" y="160020"/>
                </a:lnTo>
                <a:lnTo>
                  <a:pt x="330879" y="160020"/>
                </a:lnTo>
                <a:lnTo>
                  <a:pt x="352939" y="160020"/>
                </a:lnTo>
                <a:lnTo>
                  <a:pt x="374990" y="160020"/>
                </a:lnTo>
                <a:lnTo>
                  <a:pt x="397050" y="160020"/>
                </a:lnTo>
                <a:lnTo>
                  <a:pt x="419110" y="160020"/>
                </a:lnTo>
                <a:lnTo>
                  <a:pt x="441169" y="160020"/>
                </a:lnTo>
                <a:lnTo>
                  <a:pt x="463229" y="160020"/>
                </a:lnTo>
                <a:lnTo>
                  <a:pt x="485289" y="160020"/>
                </a:lnTo>
                <a:lnTo>
                  <a:pt x="507349" y="160020"/>
                </a:lnTo>
                <a:lnTo>
                  <a:pt x="529400" y="160020"/>
                </a:lnTo>
                <a:lnTo>
                  <a:pt x="551459" y="160020"/>
                </a:lnTo>
                <a:lnTo>
                  <a:pt x="573519" y="160020"/>
                </a:lnTo>
                <a:lnTo>
                  <a:pt x="595579" y="160020"/>
                </a:lnTo>
                <a:lnTo>
                  <a:pt x="617639" y="160020"/>
                </a:lnTo>
                <a:lnTo>
                  <a:pt x="639699" y="160020"/>
                </a:lnTo>
                <a:lnTo>
                  <a:pt x="661749" y="160020"/>
                </a:lnTo>
                <a:lnTo>
                  <a:pt x="683809" y="160020"/>
                </a:lnTo>
                <a:lnTo>
                  <a:pt x="705869" y="160020"/>
                </a:lnTo>
                <a:lnTo>
                  <a:pt x="727929" y="160020"/>
                </a:lnTo>
                <a:lnTo>
                  <a:pt x="749989" y="160020"/>
                </a:lnTo>
                <a:lnTo>
                  <a:pt x="772049" y="160020"/>
                </a:lnTo>
                <a:lnTo>
                  <a:pt x="794109" y="160020"/>
                </a:lnTo>
                <a:lnTo>
                  <a:pt x="816159" y="160020"/>
                </a:lnTo>
                <a:lnTo>
                  <a:pt x="838219" y="160020"/>
                </a:lnTo>
                <a:lnTo>
                  <a:pt x="860279" y="160020"/>
                </a:lnTo>
                <a:lnTo>
                  <a:pt x="882339" y="160020"/>
                </a:lnTo>
                <a:lnTo>
                  <a:pt x="904399" y="160020"/>
                </a:lnTo>
                <a:lnTo>
                  <a:pt x="926459" y="160020"/>
                </a:lnTo>
                <a:lnTo>
                  <a:pt x="948519" y="160020"/>
                </a:lnTo>
                <a:lnTo>
                  <a:pt x="970569" y="160020"/>
                </a:lnTo>
                <a:lnTo>
                  <a:pt x="992629" y="160020"/>
                </a:lnTo>
                <a:lnTo>
                  <a:pt x="1014689" y="160020"/>
                </a:lnTo>
                <a:lnTo>
                  <a:pt x="1036749" y="160020"/>
                </a:lnTo>
                <a:lnTo>
                  <a:pt x="1058809" y="160020"/>
                </a:lnTo>
                <a:lnTo>
                  <a:pt x="1080868" y="160020"/>
                </a:lnTo>
                <a:lnTo>
                  <a:pt x="1102919" y="160020"/>
                </a:lnTo>
                <a:lnTo>
                  <a:pt x="1124979" y="160020"/>
                </a:lnTo>
                <a:lnTo>
                  <a:pt x="1147039" y="160020"/>
                </a:lnTo>
                <a:lnTo>
                  <a:pt x="1169099" y="160020"/>
                </a:lnTo>
                <a:lnTo>
                  <a:pt x="1191158" y="160020"/>
                </a:lnTo>
                <a:lnTo>
                  <a:pt x="1213218" y="160020"/>
                </a:lnTo>
                <a:lnTo>
                  <a:pt x="1235278" y="160020"/>
                </a:lnTo>
                <a:lnTo>
                  <a:pt x="1257329" y="160020"/>
                </a:lnTo>
                <a:lnTo>
                  <a:pt x="1279388" y="160020"/>
                </a:lnTo>
                <a:lnTo>
                  <a:pt x="1301448" y="160020"/>
                </a:lnTo>
                <a:lnTo>
                  <a:pt x="1323508" y="160020"/>
                </a:lnTo>
                <a:lnTo>
                  <a:pt x="1345568" y="160020"/>
                </a:lnTo>
                <a:lnTo>
                  <a:pt x="1367628" y="160020"/>
                </a:lnTo>
                <a:lnTo>
                  <a:pt x="1389678" y="160020"/>
                </a:lnTo>
                <a:lnTo>
                  <a:pt x="1411738" y="160020"/>
                </a:lnTo>
                <a:lnTo>
                  <a:pt x="1433798" y="160020"/>
                </a:lnTo>
                <a:lnTo>
                  <a:pt x="1455858" y="160020"/>
                </a:lnTo>
                <a:lnTo>
                  <a:pt x="1477918" y="160020"/>
                </a:lnTo>
                <a:lnTo>
                  <a:pt x="1499978" y="160020"/>
                </a:lnTo>
                <a:lnTo>
                  <a:pt x="1522038" y="160020"/>
                </a:lnTo>
                <a:lnTo>
                  <a:pt x="1544088" y="160020"/>
                </a:lnTo>
                <a:lnTo>
                  <a:pt x="1566148" y="160020"/>
                </a:lnTo>
                <a:lnTo>
                  <a:pt x="1588208" y="160020"/>
                </a:lnTo>
                <a:lnTo>
                  <a:pt x="1610268" y="160020"/>
                </a:lnTo>
                <a:lnTo>
                  <a:pt x="1632328" y="160020"/>
                </a:lnTo>
                <a:lnTo>
                  <a:pt x="1654388" y="160020"/>
                </a:lnTo>
                <a:lnTo>
                  <a:pt x="1676448" y="160020"/>
                </a:lnTo>
                <a:lnTo>
                  <a:pt x="1698498" y="160020"/>
                </a:lnTo>
                <a:lnTo>
                  <a:pt x="1720558" y="160020"/>
                </a:lnTo>
                <a:lnTo>
                  <a:pt x="1742618" y="160020"/>
                </a:lnTo>
                <a:lnTo>
                  <a:pt x="1764678" y="160020"/>
                </a:lnTo>
                <a:lnTo>
                  <a:pt x="1786738" y="160020"/>
                </a:lnTo>
                <a:lnTo>
                  <a:pt x="1808798" y="160020"/>
                </a:lnTo>
                <a:lnTo>
                  <a:pt x="1830848" y="160020"/>
                </a:lnTo>
                <a:lnTo>
                  <a:pt x="1852908" y="160020"/>
                </a:lnTo>
                <a:lnTo>
                  <a:pt x="1874968" y="160020"/>
                </a:lnTo>
                <a:lnTo>
                  <a:pt x="1897028" y="160020"/>
                </a:lnTo>
                <a:lnTo>
                  <a:pt x="1919087" y="160020"/>
                </a:lnTo>
                <a:lnTo>
                  <a:pt x="1941147" y="160020"/>
                </a:lnTo>
                <a:lnTo>
                  <a:pt x="1963207" y="160020"/>
                </a:lnTo>
                <a:lnTo>
                  <a:pt x="1985258" y="160020"/>
                </a:lnTo>
                <a:lnTo>
                  <a:pt x="2007318" y="160020"/>
                </a:lnTo>
                <a:lnTo>
                  <a:pt x="2029377" y="160020"/>
                </a:lnTo>
                <a:lnTo>
                  <a:pt x="2051437" y="160020"/>
                </a:lnTo>
                <a:lnTo>
                  <a:pt x="2073497" y="160020"/>
                </a:lnTo>
                <a:lnTo>
                  <a:pt x="2095557" y="160020"/>
                </a:lnTo>
                <a:lnTo>
                  <a:pt x="2117617" y="160020"/>
                </a:lnTo>
                <a:lnTo>
                  <a:pt x="2139667" y="160020"/>
                </a:lnTo>
                <a:lnTo>
                  <a:pt x="2161727" y="160020"/>
                </a:lnTo>
                <a:lnTo>
                  <a:pt x="2183787" y="160020"/>
                </a:lnTo>
                <a:lnTo>
                  <a:pt x="2205847" y="160020"/>
                </a:lnTo>
                <a:lnTo>
                  <a:pt x="2227907" y="160020"/>
                </a:lnTo>
                <a:lnTo>
                  <a:pt x="2249967" y="160020"/>
                </a:lnTo>
                <a:lnTo>
                  <a:pt x="2272017" y="160020"/>
                </a:lnTo>
                <a:lnTo>
                  <a:pt x="2294077" y="160020"/>
                </a:lnTo>
                <a:lnTo>
                  <a:pt x="2313956" y="150781"/>
                </a:lnTo>
                <a:lnTo>
                  <a:pt x="2333673" y="140894"/>
                </a:lnTo>
                <a:lnTo>
                  <a:pt x="2353389" y="131007"/>
                </a:lnTo>
                <a:lnTo>
                  <a:pt x="2373106" y="121110"/>
                </a:lnTo>
                <a:lnTo>
                  <a:pt x="2392823" y="111223"/>
                </a:lnTo>
                <a:lnTo>
                  <a:pt x="2412540" y="101336"/>
                </a:lnTo>
                <a:lnTo>
                  <a:pt x="2432256" y="91450"/>
                </a:lnTo>
                <a:lnTo>
                  <a:pt x="2451973" y="81563"/>
                </a:lnTo>
                <a:lnTo>
                  <a:pt x="2471699" y="71676"/>
                </a:lnTo>
                <a:lnTo>
                  <a:pt x="2491416" y="61779"/>
                </a:lnTo>
                <a:lnTo>
                  <a:pt x="2511133" y="51892"/>
                </a:lnTo>
                <a:lnTo>
                  <a:pt x="2530850" y="42005"/>
                </a:lnTo>
                <a:lnTo>
                  <a:pt x="2550566" y="32118"/>
                </a:lnTo>
                <a:lnTo>
                  <a:pt x="2570283" y="22231"/>
                </a:lnTo>
                <a:lnTo>
                  <a:pt x="2590000" y="12344"/>
                </a:lnTo>
                <a:lnTo>
                  <a:pt x="2609717" y="2457"/>
                </a:lnTo>
                <a:lnTo>
                  <a:pt x="2598029" y="0"/>
                </a:lnTo>
                <a:lnTo>
                  <a:pt x="2575970" y="0"/>
                </a:lnTo>
                <a:lnTo>
                  <a:pt x="2553910" y="0"/>
                </a:lnTo>
                <a:lnTo>
                  <a:pt x="2531850" y="0"/>
                </a:lnTo>
                <a:lnTo>
                  <a:pt x="2509790" y="0"/>
                </a:lnTo>
                <a:lnTo>
                  <a:pt x="2487740" y="0"/>
                </a:lnTo>
                <a:lnTo>
                  <a:pt x="2465680" y="0"/>
                </a:lnTo>
                <a:lnTo>
                  <a:pt x="2443620" y="0"/>
                </a:lnTo>
                <a:lnTo>
                  <a:pt x="2421560" y="0"/>
                </a:lnTo>
                <a:lnTo>
                  <a:pt x="2399500" y="0"/>
                </a:lnTo>
                <a:lnTo>
                  <a:pt x="2377440" y="0"/>
                </a:lnTo>
                <a:lnTo>
                  <a:pt x="2355380" y="0"/>
                </a:lnTo>
                <a:lnTo>
                  <a:pt x="2333330" y="0"/>
                </a:lnTo>
                <a:lnTo>
                  <a:pt x="2311270" y="0"/>
                </a:lnTo>
                <a:lnTo>
                  <a:pt x="2289210" y="0"/>
                </a:lnTo>
                <a:lnTo>
                  <a:pt x="2267150" y="0"/>
                </a:lnTo>
                <a:lnTo>
                  <a:pt x="2245090" y="0"/>
                </a:lnTo>
                <a:lnTo>
                  <a:pt x="2223030" y="0"/>
                </a:lnTo>
                <a:lnTo>
                  <a:pt x="2200970" y="0"/>
                </a:lnTo>
                <a:lnTo>
                  <a:pt x="2178920" y="0"/>
                </a:lnTo>
                <a:lnTo>
                  <a:pt x="2156860" y="0"/>
                </a:lnTo>
                <a:lnTo>
                  <a:pt x="2134800" y="0"/>
                </a:lnTo>
                <a:lnTo>
                  <a:pt x="2112740" y="0"/>
                </a:lnTo>
                <a:lnTo>
                  <a:pt x="2090680" y="0"/>
                </a:lnTo>
                <a:lnTo>
                  <a:pt x="2068620" y="0"/>
                </a:lnTo>
                <a:lnTo>
                  <a:pt x="2046570" y="0"/>
                </a:lnTo>
                <a:lnTo>
                  <a:pt x="2024510" y="0"/>
                </a:lnTo>
                <a:lnTo>
                  <a:pt x="2002450" y="0"/>
                </a:lnTo>
                <a:lnTo>
                  <a:pt x="1980390" y="0"/>
                </a:lnTo>
                <a:lnTo>
                  <a:pt x="1958330" y="0"/>
                </a:lnTo>
                <a:lnTo>
                  <a:pt x="1936271" y="0"/>
                </a:lnTo>
                <a:lnTo>
                  <a:pt x="1914211" y="0"/>
                </a:lnTo>
                <a:lnTo>
                  <a:pt x="1892160" y="0"/>
                </a:lnTo>
                <a:lnTo>
                  <a:pt x="1870100" y="0"/>
                </a:lnTo>
                <a:lnTo>
                  <a:pt x="1848041" y="0"/>
                </a:lnTo>
                <a:lnTo>
                  <a:pt x="1825981" y="0"/>
                </a:lnTo>
                <a:lnTo>
                  <a:pt x="1803921" y="0"/>
                </a:lnTo>
                <a:lnTo>
                  <a:pt x="1781861" y="0"/>
                </a:lnTo>
                <a:lnTo>
                  <a:pt x="1759801" y="0"/>
                </a:lnTo>
                <a:lnTo>
                  <a:pt x="1737751" y="0"/>
                </a:lnTo>
                <a:lnTo>
                  <a:pt x="1715691" y="0"/>
                </a:lnTo>
                <a:lnTo>
                  <a:pt x="1693631" y="0"/>
                </a:lnTo>
                <a:lnTo>
                  <a:pt x="1671571" y="0"/>
                </a:lnTo>
                <a:lnTo>
                  <a:pt x="1649511" y="0"/>
                </a:lnTo>
                <a:lnTo>
                  <a:pt x="1627451" y="0"/>
                </a:lnTo>
                <a:lnTo>
                  <a:pt x="1605401" y="0"/>
                </a:lnTo>
                <a:lnTo>
                  <a:pt x="1583341" y="0"/>
                </a:lnTo>
                <a:lnTo>
                  <a:pt x="1561281" y="0"/>
                </a:lnTo>
                <a:lnTo>
                  <a:pt x="1539221" y="0"/>
                </a:lnTo>
                <a:lnTo>
                  <a:pt x="1517161" y="0"/>
                </a:lnTo>
                <a:lnTo>
                  <a:pt x="1495101" y="0"/>
                </a:lnTo>
                <a:lnTo>
                  <a:pt x="1473041" y="0"/>
                </a:lnTo>
                <a:lnTo>
                  <a:pt x="1450991" y="0"/>
                </a:lnTo>
                <a:lnTo>
                  <a:pt x="1428931" y="0"/>
                </a:lnTo>
                <a:lnTo>
                  <a:pt x="1406871" y="0"/>
                </a:lnTo>
                <a:lnTo>
                  <a:pt x="1384811" y="0"/>
                </a:lnTo>
                <a:lnTo>
                  <a:pt x="1362751" y="0"/>
                </a:lnTo>
                <a:lnTo>
                  <a:pt x="1340691" y="0"/>
                </a:lnTo>
                <a:lnTo>
                  <a:pt x="1318641" y="0"/>
                </a:lnTo>
                <a:lnTo>
                  <a:pt x="1296581" y="0"/>
                </a:lnTo>
                <a:lnTo>
                  <a:pt x="1274521" y="0"/>
                </a:lnTo>
                <a:lnTo>
                  <a:pt x="1252461" y="0"/>
                </a:lnTo>
                <a:lnTo>
                  <a:pt x="1230401" y="0"/>
                </a:lnTo>
                <a:lnTo>
                  <a:pt x="1208342" y="0"/>
                </a:lnTo>
                <a:lnTo>
                  <a:pt x="1186282" y="0"/>
                </a:lnTo>
                <a:lnTo>
                  <a:pt x="1164231" y="0"/>
                </a:lnTo>
                <a:lnTo>
                  <a:pt x="1142171" y="0"/>
                </a:lnTo>
                <a:lnTo>
                  <a:pt x="1120111" y="0"/>
                </a:lnTo>
                <a:lnTo>
                  <a:pt x="1098052" y="0"/>
                </a:lnTo>
                <a:lnTo>
                  <a:pt x="1075992" y="0"/>
                </a:lnTo>
                <a:lnTo>
                  <a:pt x="1053932" y="0"/>
                </a:lnTo>
                <a:lnTo>
                  <a:pt x="1031872" y="0"/>
                </a:lnTo>
                <a:lnTo>
                  <a:pt x="1009821" y="0"/>
                </a:lnTo>
                <a:lnTo>
                  <a:pt x="987762" y="0"/>
                </a:lnTo>
                <a:lnTo>
                  <a:pt x="965702" y="0"/>
                </a:lnTo>
                <a:lnTo>
                  <a:pt x="943642" y="0"/>
                </a:lnTo>
                <a:lnTo>
                  <a:pt x="921582" y="0"/>
                </a:lnTo>
                <a:lnTo>
                  <a:pt x="899522" y="0"/>
                </a:lnTo>
                <a:lnTo>
                  <a:pt x="877472" y="0"/>
                </a:lnTo>
                <a:lnTo>
                  <a:pt x="855412" y="0"/>
                </a:lnTo>
                <a:lnTo>
                  <a:pt x="833352" y="0"/>
                </a:lnTo>
                <a:lnTo>
                  <a:pt x="811292" y="0"/>
                </a:lnTo>
                <a:lnTo>
                  <a:pt x="789232" y="0"/>
                </a:lnTo>
                <a:lnTo>
                  <a:pt x="767172" y="0"/>
                </a:lnTo>
                <a:lnTo>
                  <a:pt x="745112" y="0"/>
                </a:lnTo>
                <a:lnTo>
                  <a:pt x="723062" y="0"/>
                </a:lnTo>
                <a:lnTo>
                  <a:pt x="701002" y="0"/>
                </a:lnTo>
                <a:lnTo>
                  <a:pt x="678942" y="0"/>
                </a:lnTo>
                <a:lnTo>
                  <a:pt x="656882" y="0"/>
                </a:lnTo>
                <a:lnTo>
                  <a:pt x="634822" y="0"/>
                </a:lnTo>
                <a:lnTo>
                  <a:pt x="612762" y="0"/>
                </a:lnTo>
                <a:lnTo>
                  <a:pt x="590702" y="0"/>
                </a:lnTo>
                <a:lnTo>
                  <a:pt x="568652" y="0"/>
                </a:lnTo>
                <a:lnTo>
                  <a:pt x="546592" y="0"/>
                </a:lnTo>
                <a:lnTo>
                  <a:pt x="524532" y="0"/>
                </a:lnTo>
                <a:lnTo>
                  <a:pt x="502472" y="0"/>
                </a:lnTo>
                <a:lnTo>
                  <a:pt x="480412" y="0"/>
                </a:lnTo>
                <a:lnTo>
                  <a:pt x="458553" y="1181"/>
                </a:lnTo>
                <a:lnTo>
                  <a:pt x="437712" y="8401"/>
                </a:lnTo>
                <a:lnTo>
                  <a:pt x="416871" y="15621"/>
                </a:lnTo>
                <a:lnTo>
                  <a:pt x="396021" y="22841"/>
                </a:lnTo>
                <a:lnTo>
                  <a:pt x="375180" y="30061"/>
                </a:lnTo>
                <a:lnTo>
                  <a:pt x="354340" y="37281"/>
                </a:lnTo>
                <a:lnTo>
                  <a:pt x="333499" y="44501"/>
                </a:lnTo>
                <a:lnTo>
                  <a:pt x="312649" y="51721"/>
                </a:lnTo>
                <a:lnTo>
                  <a:pt x="291808" y="58941"/>
                </a:lnTo>
                <a:lnTo>
                  <a:pt x="270967" y="66161"/>
                </a:lnTo>
                <a:lnTo>
                  <a:pt x="250117" y="73381"/>
                </a:lnTo>
                <a:lnTo>
                  <a:pt x="229276" y="80601"/>
                </a:lnTo>
                <a:lnTo>
                  <a:pt x="208436" y="87821"/>
                </a:lnTo>
                <a:lnTo>
                  <a:pt x="187595" y="95040"/>
                </a:lnTo>
                <a:lnTo>
                  <a:pt x="166745" y="102260"/>
                </a:lnTo>
                <a:lnTo>
                  <a:pt x="145904" y="109480"/>
                </a:lnTo>
                <a:lnTo>
                  <a:pt x="125063" y="116700"/>
                </a:lnTo>
                <a:lnTo>
                  <a:pt x="104213" y="123920"/>
                </a:lnTo>
                <a:lnTo>
                  <a:pt x="83372" y="131140"/>
                </a:lnTo>
                <a:lnTo>
                  <a:pt x="62532" y="138360"/>
                </a:lnTo>
                <a:lnTo>
                  <a:pt x="41691" y="145580"/>
                </a:lnTo>
                <a:lnTo>
                  <a:pt x="20841" y="152800"/>
                </a:lnTo>
                <a:lnTo>
                  <a:pt x="0" y="16002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50F3A6B-6DCE-4116-B882-3DE554F2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3115" y="4350068"/>
            <a:ext cx="2381250" cy="160020"/>
          </a:xfrm>
          <a:custGeom xmlns:a="http://schemas.openxmlformats.org/drawingml/2006/main">
            <a:pathLst>
              <a:path w="2381250" h="160020">
                <a:moveTo>
                  <a:pt x="0" y="160020"/>
                </a:moveTo>
                <a:lnTo>
                  <a:pt x="19040" y="160020"/>
                </a:lnTo>
                <a:lnTo>
                  <a:pt x="38081" y="160020"/>
                </a:lnTo>
                <a:lnTo>
                  <a:pt x="57121" y="160020"/>
                </a:lnTo>
                <a:lnTo>
                  <a:pt x="76162" y="160020"/>
                </a:lnTo>
                <a:lnTo>
                  <a:pt x="95202" y="160020"/>
                </a:lnTo>
                <a:lnTo>
                  <a:pt x="114252" y="160020"/>
                </a:lnTo>
                <a:lnTo>
                  <a:pt x="133293" y="160020"/>
                </a:lnTo>
                <a:lnTo>
                  <a:pt x="152333" y="160020"/>
                </a:lnTo>
                <a:lnTo>
                  <a:pt x="171374" y="160020"/>
                </a:lnTo>
                <a:lnTo>
                  <a:pt x="190414" y="160020"/>
                </a:lnTo>
                <a:lnTo>
                  <a:pt x="209455" y="160020"/>
                </a:lnTo>
                <a:lnTo>
                  <a:pt x="228495" y="160020"/>
                </a:lnTo>
                <a:lnTo>
                  <a:pt x="247536" y="160020"/>
                </a:lnTo>
                <a:lnTo>
                  <a:pt x="266576" y="160020"/>
                </a:lnTo>
                <a:lnTo>
                  <a:pt x="285617" y="160020"/>
                </a:lnTo>
                <a:lnTo>
                  <a:pt x="304657" y="160020"/>
                </a:lnTo>
                <a:lnTo>
                  <a:pt x="323698" y="160020"/>
                </a:lnTo>
                <a:lnTo>
                  <a:pt x="342738" y="160020"/>
                </a:lnTo>
                <a:lnTo>
                  <a:pt x="361788" y="160020"/>
                </a:lnTo>
                <a:lnTo>
                  <a:pt x="380829" y="160020"/>
                </a:lnTo>
                <a:lnTo>
                  <a:pt x="399869" y="160020"/>
                </a:lnTo>
                <a:lnTo>
                  <a:pt x="418909" y="160020"/>
                </a:lnTo>
                <a:lnTo>
                  <a:pt x="437950" y="160020"/>
                </a:lnTo>
                <a:lnTo>
                  <a:pt x="456990" y="160020"/>
                </a:lnTo>
                <a:lnTo>
                  <a:pt x="476031" y="160020"/>
                </a:lnTo>
                <a:lnTo>
                  <a:pt x="495071" y="160020"/>
                </a:lnTo>
                <a:lnTo>
                  <a:pt x="514112" y="160020"/>
                </a:lnTo>
                <a:lnTo>
                  <a:pt x="533152" y="160020"/>
                </a:lnTo>
                <a:lnTo>
                  <a:pt x="552193" y="160020"/>
                </a:lnTo>
                <a:lnTo>
                  <a:pt x="571233" y="160020"/>
                </a:lnTo>
                <a:lnTo>
                  <a:pt x="590274" y="160020"/>
                </a:lnTo>
                <a:lnTo>
                  <a:pt x="609324" y="160020"/>
                </a:lnTo>
                <a:lnTo>
                  <a:pt x="628364" y="160020"/>
                </a:lnTo>
                <a:lnTo>
                  <a:pt x="647405" y="160020"/>
                </a:lnTo>
                <a:lnTo>
                  <a:pt x="666445" y="160020"/>
                </a:lnTo>
                <a:lnTo>
                  <a:pt x="685486" y="160020"/>
                </a:lnTo>
                <a:lnTo>
                  <a:pt x="704526" y="160020"/>
                </a:lnTo>
                <a:lnTo>
                  <a:pt x="723567" y="160020"/>
                </a:lnTo>
                <a:lnTo>
                  <a:pt x="742607" y="160020"/>
                </a:lnTo>
                <a:lnTo>
                  <a:pt x="761648" y="160020"/>
                </a:lnTo>
                <a:lnTo>
                  <a:pt x="780688" y="160020"/>
                </a:lnTo>
                <a:lnTo>
                  <a:pt x="799729" y="160020"/>
                </a:lnTo>
                <a:lnTo>
                  <a:pt x="818769" y="160020"/>
                </a:lnTo>
                <a:lnTo>
                  <a:pt x="837819" y="160020"/>
                </a:lnTo>
                <a:lnTo>
                  <a:pt x="856859" y="160020"/>
                </a:lnTo>
                <a:lnTo>
                  <a:pt x="875900" y="160020"/>
                </a:lnTo>
                <a:lnTo>
                  <a:pt x="894940" y="160020"/>
                </a:lnTo>
                <a:lnTo>
                  <a:pt x="913981" y="160020"/>
                </a:lnTo>
                <a:lnTo>
                  <a:pt x="933021" y="160020"/>
                </a:lnTo>
                <a:lnTo>
                  <a:pt x="952062" y="160020"/>
                </a:lnTo>
                <a:lnTo>
                  <a:pt x="971102" y="160020"/>
                </a:lnTo>
                <a:lnTo>
                  <a:pt x="990143" y="160020"/>
                </a:lnTo>
                <a:lnTo>
                  <a:pt x="1009183" y="160020"/>
                </a:lnTo>
                <a:lnTo>
                  <a:pt x="1028224" y="160020"/>
                </a:lnTo>
                <a:lnTo>
                  <a:pt x="1047264" y="160020"/>
                </a:lnTo>
                <a:lnTo>
                  <a:pt x="1066305" y="160020"/>
                </a:lnTo>
                <a:lnTo>
                  <a:pt x="1085355" y="160020"/>
                </a:lnTo>
                <a:lnTo>
                  <a:pt x="1104395" y="160020"/>
                </a:lnTo>
                <a:lnTo>
                  <a:pt x="1123436" y="160020"/>
                </a:lnTo>
                <a:lnTo>
                  <a:pt x="1142476" y="160020"/>
                </a:lnTo>
                <a:lnTo>
                  <a:pt x="1161517" y="160020"/>
                </a:lnTo>
                <a:lnTo>
                  <a:pt x="1180557" y="160020"/>
                </a:lnTo>
                <a:lnTo>
                  <a:pt x="1199598" y="160020"/>
                </a:lnTo>
                <a:lnTo>
                  <a:pt x="1218638" y="160020"/>
                </a:lnTo>
                <a:lnTo>
                  <a:pt x="1237679" y="160020"/>
                </a:lnTo>
                <a:lnTo>
                  <a:pt x="1256719" y="160020"/>
                </a:lnTo>
                <a:lnTo>
                  <a:pt x="1275759" y="160020"/>
                </a:lnTo>
                <a:lnTo>
                  <a:pt x="1294800" y="160020"/>
                </a:lnTo>
                <a:lnTo>
                  <a:pt x="1313850" y="160020"/>
                </a:lnTo>
                <a:lnTo>
                  <a:pt x="1332890" y="160020"/>
                </a:lnTo>
                <a:lnTo>
                  <a:pt x="1351931" y="160020"/>
                </a:lnTo>
                <a:lnTo>
                  <a:pt x="1370971" y="160020"/>
                </a:lnTo>
                <a:lnTo>
                  <a:pt x="1390012" y="160020"/>
                </a:lnTo>
                <a:lnTo>
                  <a:pt x="1409052" y="160020"/>
                </a:lnTo>
                <a:lnTo>
                  <a:pt x="1428093" y="160020"/>
                </a:lnTo>
                <a:lnTo>
                  <a:pt x="1447133" y="160020"/>
                </a:lnTo>
                <a:lnTo>
                  <a:pt x="1466174" y="160020"/>
                </a:lnTo>
                <a:lnTo>
                  <a:pt x="1485214" y="160020"/>
                </a:lnTo>
                <a:lnTo>
                  <a:pt x="1504255" y="160020"/>
                </a:lnTo>
                <a:lnTo>
                  <a:pt x="1523295" y="160020"/>
                </a:lnTo>
                <a:lnTo>
                  <a:pt x="1542336" y="160020"/>
                </a:lnTo>
                <a:lnTo>
                  <a:pt x="1561386" y="160020"/>
                </a:lnTo>
                <a:lnTo>
                  <a:pt x="1580426" y="160020"/>
                </a:lnTo>
                <a:lnTo>
                  <a:pt x="1599467" y="160020"/>
                </a:lnTo>
                <a:lnTo>
                  <a:pt x="1618507" y="160020"/>
                </a:lnTo>
                <a:lnTo>
                  <a:pt x="1637548" y="160020"/>
                </a:lnTo>
                <a:lnTo>
                  <a:pt x="1656588" y="160020"/>
                </a:lnTo>
                <a:lnTo>
                  <a:pt x="1675628" y="160020"/>
                </a:lnTo>
                <a:lnTo>
                  <a:pt x="1694669" y="160020"/>
                </a:lnTo>
                <a:lnTo>
                  <a:pt x="1713709" y="160020"/>
                </a:lnTo>
                <a:lnTo>
                  <a:pt x="1732750" y="160020"/>
                </a:lnTo>
                <a:lnTo>
                  <a:pt x="1751790" y="160020"/>
                </a:lnTo>
                <a:lnTo>
                  <a:pt x="1770831" y="160020"/>
                </a:lnTo>
                <a:lnTo>
                  <a:pt x="1789881" y="160020"/>
                </a:lnTo>
                <a:lnTo>
                  <a:pt x="1808921" y="160020"/>
                </a:lnTo>
                <a:lnTo>
                  <a:pt x="1827962" y="160020"/>
                </a:lnTo>
                <a:lnTo>
                  <a:pt x="1847002" y="160020"/>
                </a:lnTo>
                <a:lnTo>
                  <a:pt x="1866043" y="160020"/>
                </a:lnTo>
                <a:lnTo>
                  <a:pt x="1885083" y="160020"/>
                </a:lnTo>
                <a:lnTo>
                  <a:pt x="1904124" y="160020"/>
                </a:lnTo>
                <a:lnTo>
                  <a:pt x="1923164" y="160020"/>
                </a:lnTo>
                <a:lnTo>
                  <a:pt x="1942205" y="160020"/>
                </a:lnTo>
                <a:lnTo>
                  <a:pt x="1961245" y="160020"/>
                </a:lnTo>
                <a:lnTo>
                  <a:pt x="1980286" y="160020"/>
                </a:lnTo>
                <a:lnTo>
                  <a:pt x="1999326" y="160020"/>
                </a:lnTo>
                <a:lnTo>
                  <a:pt x="2018367" y="160020"/>
                </a:lnTo>
                <a:lnTo>
                  <a:pt x="2037417" y="160020"/>
                </a:lnTo>
                <a:lnTo>
                  <a:pt x="2056162" y="158763"/>
                </a:lnTo>
                <a:lnTo>
                  <a:pt x="2073269" y="150409"/>
                </a:lnTo>
                <a:lnTo>
                  <a:pt x="2090385" y="142056"/>
                </a:lnTo>
                <a:lnTo>
                  <a:pt x="2107492" y="133693"/>
                </a:lnTo>
                <a:lnTo>
                  <a:pt x="2124599" y="125339"/>
                </a:lnTo>
                <a:lnTo>
                  <a:pt x="2141715" y="116986"/>
                </a:lnTo>
                <a:lnTo>
                  <a:pt x="2158822" y="108623"/>
                </a:lnTo>
                <a:lnTo>
                  <a:pt x="2175929" y="100270"/>
                </a:lnTo>
                <a:lnTo>
                  <a:pt x="2193046" y="91916"/>
                </a:lnTo>
                <a:lnTo>
                  <a:pt x="2210152" y="83563"/>
                </a:lnTo>
                <a:lnTo>
                  <a:pt x="2227259" y="75200"/>
                </a:lnTo>
                <a:lnTo>
                  <a:pt x="2244376" y="66846"/>
                </a:lnTo>
                <a:lnTo>
                  <a:pt x="2261483" y="58493"/>
                </a:lnTo>
                <a:lnTo>
                  <a:pt x="2278590" y="50140"/>
                </a:lnTo>
                <a:lnTo>
                  <a:pt x="2295696" y="41777"/>
                </a:lnTo>
                <a:lnTo>
                  <a:pt x="2312813" y="33423"/>
                </a:lnTo>
                <a:lnTo>
                  <a:pt x="2329920" y="25070"/>
                </a:lnTo>
                <a:lnTo>
                  <a:pt x="2347027" y="16716"/>
                </a:lnTo>
                <a:lnTo>
                  <a:pt x="2364143" y="8353"/>
                </a:ln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1CB78285-E25D-41E3-8C3D-C5F5FCF1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7458" y="4350068"/>
            <a:ext cx="19269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390F64B1-B572-4E66-8B6D-CACE269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3815915"/>
            <a:ext cx="177165" cy="285112"/>
          </a:xfrm>
          <a:custGeom xmlns:a="http://schemas.openxmlformats.org/drawingml/2006/main">
            <a:pathLst>
              <a:path w="177165" h="285112">
                <a:moveTo>
                  <a:pt x="0" y="117910"/>
                </a:moveTo>
                <a:lnTo>
                  <a:pt x="0" y="136627"/>
                </a:lnTo>
                <a:lnTo>
                  <a:pt x="0" y="155334"/>
                </a:lnTo>
                <a:lnTo>
                  <a:pt x="0" y="174050"/>
                </a:lnTo>
                <a:lnTo>
                  <a:pt x="0" y="192757"/>
                </a:lnTo>
                <a:lnTo>
                  <a:pt x="0" y="211474"/>
                </a:lnTo>
                <a:lnTo>
                  <a:pt x="0" y="230181"/>
                </a:lnTo>
                <a:lnTo>
                  <a:pt x="0" y="248888"/>
                </a:lnTo>
                <a:lnTo>
                  <a:pt x="0" y="267605"/>
                </a:lnTo>
                <a:lnTo>
                  <a:pt x="629" y="285112"/>
                </a:lnTo>
                <a:lnTo>
                  <a:pt x="15926" y="274339"/>
                </a:lnTo>
                <a:lnTo>
                  <a:pt x="31223" y="263566"/>
                </a:lnTo>
                <a:lnTo>
                  <a:pt x="46520" y="252794"/>
                </a:lnTo>
                <a:lnTo>
                  <a:pt x="61817" y="242011"/>
                </a:lnTo>
                <a:lnTo>
                  <a:pt x="77114" y="231238"/>
                </a:lnTo>
                <a:lnTo>
                  <a:pt x="92412" y="220466"/>
                </a:lnTo>
                <a:lnTo>
                  <a:pt x="107709" y="209693"/>
                </a:lnTo>
                <a:lnTo>
                  <a:pt x="123006" y="198920"/>
                </a:lnTo>
                <a:lnTo>
                  <a:pt x="138303" y="188138"/>
                </a:lnTo>
                <a:lnTo>
                  <a:pt x="153600" y="177365"/>
                </a:lnTo>
                <a:lnTo>
                  <a:pt x="168907" y="166592"/>
                </a:lnTo>
                <a:lnTo>
                  <a:pt x="177165" y="152171"/>
                </a:lnTo>
                <a:lnTo>
                  <a:pt x="177165" y="133455"/>
                </a:lnTo>
                <a:lnTo>
                  <a:pt x="177165" y="114748"/>
                </a:lnTo>
                <a:lnTo>
                  <a:pt x="177165" y="96031"/>
                </a:lnTo>
                <a:lnTo>
                  <a:pt x="177165" y="77324"/>
                </a:lnTo>
                <a:lnTo>
                  <a:pt x="177165" y="58607"/>
                </a:lnTo>
                <a:lnTo>
                  <a:pt x="177165" y="39900"/>
                </a:lnTo>
                <a:lnTo>
                  <a:pt x="177165" y="21184"/>
                </a:lnTo>
                <a:lnTo>
                  <a:pt x="177165" y="2477"/>
                </a:lnTo>
                <a:lnTo>
                  <a:pt x="168707" y="0"/>
                </a:lnTo>
                <a:lnTo>
                  <a:pt x="153372" y="10716"/>
                </a:lnTo>
                <a:lnTo>
                  <a:pt x="138027" y="21441"/>
                </a:lnTo>
                <a:lnTo>
                  <a:pt x="122692" y="32156"/>
                </a:lnTo>
                <a:lnTo>
                  <a:pt x="107356" y="42882"/>
                </a:lnTo>
                <a:lnTo>
                  <a:pt x="92021" y="53597"/>
                </a:lnTo>
                <a:lnTo>
                  <a:pt x="76686" y="64313"/>
                </a:lnTo>
                <a:lnTo>
                  <a:pt x="61351" y="75038"/>
                </a:lnTo>
                <a:lnTo>
                  <a:pt x="46006" y="85754"/>
                </a:lnTo>
                <a:lnTo>
                  <a:pt x="30671" y="96469"/>
                </a:lnTo>
                <a:lnTo>
                  <a:pt x="15335" y="107194"/>
                </a:lnTo>
                <a:lnTo>
                  <a:pt x="0" y="11791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373D6A0C-54B5-4F6D-92BF-D6BA5A66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7673" y="3810000"/>
            <a:ext cx="2466213" cy="123825"/>
          </a:xfrm>
          <a:custGeom xmlns:a="http://schemas.openxmlformats.org/drawingml/2006/main">
            <a:pathLst>
              <a:path w="2466213" h="123825">
                <a:moveTo>
                  <a:pt x="0" y="123825"/>
                </a:moveTo>
                <a:lnTo>
                  <a:pt x="20869" y="123825"/>
                </a:lnTo>
                <a:lnTo>
                  <a:pt x="41729" y="123825"/>
                </a:lnTo>
                <a:lnTo>
                  <a:pt x="62598" y="123825"/>
                </a:lnTo>
                <a:lnTo>
                  <a:pt x="83458" y="123825"/>
                </a:lnTo>
                <a:lnTo>
                  <a:pt x="104327" y="123825"/>
                </a:lnTo>
                <a:lnTo>
                  <a:pt x="125187" y="123825"/>
                </a:lnTo>
                <a:lnTo>
                  <a:pt x="146056" y="123825"/>
                </a:lnTo>
                <a:lnTo>
                  <a:pt x="166916" y="123825"/>
                </a:lnTo>
                <a:lnTo>
                  <a:pt x="187785" y="123825"/>
                </a:lnTo>
                <a:lnTo>
                  <a:pt x="208645" y="123825"/>
                </a:lnTo>
                <a:lnTo>
                  <a:pt x="229514" y="123825"/>
                </a:lnTo>
                <a:lnTo>
                  <a:pt x="250374" y="123825"/>
                </a:lnTo>
                <a:lnTo>
                  <a:pt x="271243" y="123825"/>
                </a:lnTo>
                <a:lnTo>
                  <a:pt x="292103" y="123825"/>
                </a:lnTo>
                <a:lnTo>
                  <a:pt x="312972" y="123825"/>
                </a:lnTo>
                <a:lnTo>
                  <a:pt x="333832" y="123825"/>
                </a:lnTo>
                <a:lnTo>
                  <a:pt x="354701" y="123825"/>
                </a:lnTo>
                <a:lnTo>
                  <a:pt x="375571" y="123825"/>
                </a:lnTo>
                <a:lnTo>
                  <a:pt x="396431" y="123825"/>
                </a:lnTo>
                <a:lnTo>
                  <a:pt x="417300" y="123825"/>
                </a:lnTo>
                <a:lnTo>
                  <a:pt x="438160" y="123825"/>
                </a:lnTo>
                <a:lnTo>
                  <a:pt x="459029" y="123825"/>
                </a:lnTo>
                <a:lnTo>
                  <a:pt x="479889" y="123825"/>
                </a:lnTo>
                <a:lnTo>
                  <a:pt x="500758" y="123825"/>
                </a:lnTo>
                <a:lnTo>
                  <a:pt x="521618" y="123825"/>
                </a:lnTo>
                <a:lnTo>
                  <a:pt x="542487" y="123825"/>
                </a:lnTo>
                <a:lnTo>
                  <a:pt x="563347" y="123825"/>
                </a:lnTo>
                <a:lnTo>
                  <a:pt x="584216" y="123825"/>
                </a:lnTo>
                <a:lnTo>
                  <a:pt x="605076" y="123825"/>
                </a:lnTo>
                <a:lnTo>
                  <a:pt x="625945" y="123825"/>
                </a:lnTo>
                <a:lnTo>
                  <a:pt x="646805" y="123825"/>
                </a:lnTo>
                <a:lnTo>
                  <a:pt x="667674" y="123825"/>
                </a:lnTo>
                <a:lnTo>
                  <a:pt x="688534" y="123825"/>
                </a:lnTo>
                <a:lnTo>
                  <a:pt x="709403" y="123825"/>
                </a:lnTo>
                <a:lnTo>
                  <a:pt x="730263" y="123825"/>
                </a:lnTo>
                <a:lnTo>
                  <a:pt x="751132" y="123825"/>
                </a:lnTo>
                <a:lnTo>
                  <a:pt x="772001" y="123825"/>
                </a:lnTo>
                <a:lnTo>
                  <a:pt x="792861" y="123825"/>
                </a:lnTo>
                <a:lnTo>
                  <a:pt x="813730" y="123825"/>
                </a:lnTo>
                <a:lnTo>
                  <a:pt x="834590" y="123825"/>
                </a:lnTo>
                <a:lnTo>
                  <a:pt x="855459" y="123825"/>
                </a:lnTo>
                <a:lnTo>
                  <a:pt x="876319" y="123825"/>
                </a:lnTo>
                <a:lnTo>
                  <a:pt x="897188" y="123825"/>
                </a:lnTo>
                <a:lnTo>
                  <a:pt x="918048" y="123825"/>
                </a:lnTo>
                <a:lnTo>
                  <a:pt x="938917" y="123825"/>
                </a:lnTo>
                <a:lnTo>
                  <a:pt x="959777" y="123825"/>
                </a:lnTo>
                <a:lnTo>
                  <a:pt x="980646" y="123825"/>
                </a:lnTo>
                <a:lnTo>
                  <a:pt x="1001506" y="123825"/>
                </a:lnTo>
                <a:lnTo>
                  <a:pt x="1022375" y="123825"/>
                </a:lnTo>
                <a:lnTo>
                  <a:pt x="1043235" y="123825"/>
                </a:lnTo>
                <a:lnTo>
                  <a:pt x="1064104" y="123825"/>
                </a:lnTo>
                <a:lnTo>
                  <a:pt x="1084964" y="123825"/>
                </a:lnTo>
                <a:lnTo>
                  <a:pt x="1105833" y="123825"/>
                </a:lnTo>
                <a:lnTo>
                  <a:pt x="1126703" y="123825"/>
                </a:lnTo>
                <a:lnTo>
                  <a:pt x="1147562" y="123825"/>
                </a:lnTo>
                <a:lnTo>
                  <a:pt x="1168432" y="123825"/>
                </a:lnTo>
                <a:lnTo>
                  <a:pt x="1189292" y="123825"/>
                </a:lnTo>
                <a:lnTo>
                  <a:pt x="1210161" y="123825"/>
                </a:lnTo>
                <a:lnTo>
                  <a:pt x="1231021" y="123825"/>
                </a:lnTo>
                <a:lnTo>
                  <a:pt x="1251890" y="123825"/>
                </a:lnTo>
                <a:lnTo>
                  <a:pt x="1272750" y="123825"/>
                </a:lnTo>
                <a:lnTo>
                  <a:pt x="1293619" y="123825"/>
                </a:lnTo>
                <a:lnTo>
                  <a:pt x="1314479" y="123825"/>
                </a:lnTo>
                <a:lnTo>
                  <a:pt x="1335348" y="123825"/>
                </a:lnTo>
                <a:lnTo>
                  <a:pt x="1356208" y="123825"/>
                </a:lnTo>
                <a:lnTo>
                  <a:pt x="1377077" y="123825"/>
                </a:lnTo>
                <a:lnTo>
                  <a:pt x="1397937" y="123825"/>
                </a:lnTo>
                <a:lnTo>
                  <a:pt x="1418806" y="123825"/>
                </a:lnTo>
                <a:lnTo>
                  <a:pt x="1439666" y="123825"/>
                </a:lnTo>
                <a:lnTo>
                  <a:pt x="1460535" y="123825"/>
                </a:lnTo>
                <a:lnTo>
                  <a:pt x="1481395" y="123825"/>
                </a:lnTo>
                <a:lnTo>
                  <a:pt x="1502264" y="123825"/>
                </a:lnTo>
                <a:lnTo>
                  <a:pt x="1523133" y="123825"/>
                </a:lnTo>
                <a:lnTo>
                  <a:pt x="1543993" y="123825"/>
                </a:lnTo>
                <a:lnTo>
                  <a:pt x="1564862" y="123825"/>
                </a:lnTo>
                <a:lnTo>
                  <a:pt x="1585722" y="123825"/>
                </a:lnTo>
                <a:lnTo>
                  <a:pt x="1606591" y="123825"/>
                </a:lnTo>
                <a:lnTo>
                  <a:pt x="1627451" y="123825"/>
                </a:lnTo>
                <a:lnTo>
                  <a:pt x="1648320" y="123825"/>
                </a:lnTo>
                <a:lnTo>
                  <a:pt x="1669180" y="123825"/>
                </a:lnTo>
                <a:lnTo>
                  <a:pt x="1690049" y="123825"/>
                </a:lnTo>
                <a:lnTo>
                  <a:pt x="1710909" y="123825"/>
                </a:lnTo>
                <a:lnTo>
                  <a:pt x="1731778" y="123825"/>
                </a:lnTo>
                <a:lnTo>
                  <a:pt x="1752638" y="123825"/>
                </a:lnTo>
                <a:lnTo>
                  <a:pt x="1773507" y="123825"/>
                </a:lnTo>
                <a:lnTo>
                  <a:pt x="1794367" y="123825"/>
                </a:lnTo>
                <a:lnTo>
                  <a:pt x="1815236" y="123825"/>
                </a:lnTo>
                <a:lnTo>
                  <a:pt x="1836096" y="123825"/>
                </a:lnTo>
                <a:lnTo>
                  <a:pt x="1856965" y="123825"/>
                </a:lnTo>
                <a:lnTo>
                  <a:pt x="1877835" y="123825"/>
                </a:lnTo>
                <a:lnTo>
                  <a:pt x="1898694" y="123825"/>
                </a:lnTo>
                <a:lnTo>
                  <a:pt x="1919564" y="123825"/>
                </a:lnTo>
                <a:lnTo>
                  <a:pt x="1940423" y="123825"/>
                </a:lnTo>
                <a:lnTo>
                  <a:pt x="1961293" y="123825"/>
                </a:lnTo>
                <a:lnTo>
                  <a:pt x="1982153" y="123825"/>
                </a:lnTo>
                <a:lnTo>
                  <a:pt x="2003022" y="123825"/>
                </a:lnTo>
                <a:lnTo>
                  <a:pt x="2023882" y="123825"/>
                </a:lnTo>
                <a:lnTo>
                  <a:pt x="2044751" y="123825"/>
                </a:lnTo>
                <a:lnTo>
                  <a:pt x="2065611" y="123825"/>
                </a:lnTo>
                <a:lnTo>
                  <a:pt x="2086480" y="123825"/>
                </a:lnTo>
                <a:lnTo>
                  <a:pt x="2107340" y="123825"/>
                </a:lnTo>
                <a:lnTo>
                  <a:pt x="2128209" y="123825"/>
                </a:lnTo>
                <a:lnTo>
                  <a:pt x="2149069" y="123825"/>
                </a:lnTo>
                <a:lnTo>
                  <a:pt x="2169938" y="123825"/>
                </a:lnTo>
                <a:lnTo>
                  <a:pt x="2190798" y="123825"/>
                </a:lnTo>
                <a:lnTo>
                  <a:pt x="2211667" y="123825"/>
                </a:lnTo>
                <a:lnTo>
                  <a:pt x="2232527" y="123825"/>
                </a:lnTo>
                <a:lnTo>
                  <a:pt x="2253396" y="123825"/>
                </a:lnTo>
                <a:lnTo>
                  <a:pt x="2274265" y="123825"/>
                </a:lnTo>
                <a:lnTo>
                  <a:pt x="2295125" y="123825"/>
                </a:lnTo>
                <a:lnTo>
                  <a:pt x="2312299" y="112100"/>
                </a:lnTo>
                <a:lnTo>
                  <a:pt x="2329405" y="100146"/>
                </a:lnTo>
                <a:lnTo>
                  <a:pt x="2346503" y="88192"/>
                </a:lnTo>
                <a:lnTo>
                  <a:pt x="2363600" y="76238"/>
                </a:lnTo>
                <a:lnTo>
                  <a:pt x="2380707" y="64294"/>
                </a:lnTo>
                <a:lnTo>
                  <a:pt x="2397804" y="52340"/>
                </a:lnTo>
                <a:lnTo>
                  <a:pt x="2414911" y="40386"/>
                </a:lnTo>
                <a:lnTo>
                  <a:pt x="2432009" y="28432"/>
                </a:lnTo>
                <a:lnTo>
                  <a:pt x="2449116" y="16478"/>
                </a:lnTo>
                <a:lnTo>
                  <a:pt x="2466213" y="4524"/>
                </a:lnTo>
                <a:lnTo>
                  <a:pt x="2459726" y="0"/>
                </a:lnTo>
                <a:lnTo>
                  <a:pt x="2438857" y="0"/>
                </a:lnTo>
                <a:lnTo>
                  <a:pt x="2417997" y="0"/>
                </a:lnTo>
                <a:lnTo>
                  <a:pt x="2397128" y="0"/>
                </a:lnTo>
                <a:lnTo>
                  <a:pt x="2376268" y="0"/>
                </a:lnTo>
                <a:lnTo>
                  <a:pt x="2355399" y="0"/>
                </a:lnTo>
                <a:lnTo>
                  <a:pt x="2334539" y="0"/>
                </a:lnTo>
                <a:lnTo>
                  <a:pt x="2313670" y="0"/>
                </a:lnTo>
                <a:lnTo>
                  <a:pt x="2292810" y="0"/>
                </a:lnTo>
                <a:lnTo>
                  <a:pt x="2271941" y="0"/>
                </a:lnTo>
                <a:lnTo>
                  <a:pt x="2251081" y="0"/>
                </a:lnTo>
                <a:lnTo>
                  <a:pt x="2230212" y="0"/>
                </a:lnTo>
                <a:lnTo>
                  <a:pt x="2209352" y="0"/>
                </a:lnTo>
                <a:lnTo>
                  <a:pt x="2188483" y="0"/>
                </a:lnTo>
                <a:lnTo>
                  <a:pt x="2167614" y="0"/>
                </a:lnTo>
                <a:lnTo>
                  <a:pt x="2146754" y="0"/>
                </a:lnTo>
                <a:lnTo>
                  <a:pt x="2125885" y="0"/>
                </a:lnTo>
                <a:lnTo>
                  <a:pt x="2105025" y="0"/>
                </a:lnTo>
                <a:lnTo>
                  <a:pt x="2084156" y="0"/>
                </a:lnTo>
                <a:lnTo>
                  <a:pt x="2063296" y="0"/>
                </a:lnTo>
                <a:lnTo>
                  <a:pt x="2042427" y="0"/>
                </a:lnTo>
                <a:lnTo>
                  <a:pt x="2021567" y="0"/>
                </a:lnTo>
                <a:lnTo>
                  <a:pt x="2000698" y="0"/>
                </a:lnTo>
                <a:lnTo>
                  <a:pt x="1979838" y="0"/>
                </a:lnTo>
                <a:lnTo>
                  <a:pt x="1958969" y="0"/>
                </a:lnTo>
                <a:lnTo>
                  <a:pt x="1938109" y="0"/>
                </a:lnTo>
                <a:lnTo>
                  <a:pt x="1917240" y="0"/>
                </a:lnTo>
                <a:lnTo>
                  <a:pt x="1896380" y="0"/>
                </a:lnTo>
                <a:lnTo>
                  <a:pt x="1875511" y="0"/>
                </a:lnTo>
                <a:lnTo>
                  <a:pt x="1854651" y="0"/>
                </a:lnTo>
                <a:lnTo>
                  <a:pt x="1833782" y="0"/>
                </a:lnTo>
                <a:lnTo>
                  <a:pt x="1812912" y="0"/>
                </a:lnTo>
                <a:lnTo>
                  <a:pt x="1792053" y="0"/>
                </a:lnTo>
                <a:lnTo>
                  <a:pt x="1771183" y="0"/>
                </a:lnTo>
                <a:lnTo>
                  <a:pt x="1750324" y="0"/>
                </a:lnTo>
                <a:lnTo>
                  <a:pt x="1729454" y="0"/>
                </a:lnTo>
                <a:lnTo>
                  <a:pt x="1708595" y="0"/>
                </a:lnTo>
                <a:lnTo>
                  <a:pt x="1687725" y="0"/>
                </a:lnTo>
                <a:lnTo>
                  <a:pt x="1666865" y="0"/>
                </a:lnTo>
                <a:lnTo>
                  <a:pt x="1645996" y="0"/>
                </a:lnTo>
                <a:lnTo>
                  <a:pt x="1625136" y="0"/>
                </a:lnTo>
                <a:lnTo>
                  <a:pt x="1604267" y="0"/>
                </a:lnTo>
                <a:lnTo>
                  <a:pt x="1583407" y="0"/>
                </a:lnTo>
                <a:lnTo>
                  <a:pt x="1562538" y="0"/>
                </a:lnTo>
                <a:lnTo>
                  <a:pt x="1541678" y="0"/>
                </a:lnTo>
                <a:lnTo>
                  <a:pt x="1520809" y="0"/>
                </a:lnTo>
                <a:lnTo>
                  <a:pt x="1499949" y="0"/>
                </a:lnTo>
                <a:lnTo>
                  <a:pt x="1479080" y="0"/>
                </a:lnTo>
                <a:lnTo>
                  <a:pt x="1458220" y="0"/>
                </a:lnTo>
                <a:lnTo>
                  <a:pt x="1437351" y="0"/>
                </a:lnTo>
                <a:lnTo>
                  <a:pt x="1416482" y="0"/>
                </a:lnTo>
                <a:lnTo>
                  <a:pt x="1395622" y="0"/>
                </a:lnTo>
                <a:lnTo>
                  <a:pt x="1374753" y="0"/>
                </a:lnTo>
                <a:lnTo>
                  <a:pt x="1353893" y="0"/>
                </a:lnTo>
                <a:lnTo>
                  <a:pt x="1333024" y="0"/>
                </a:lnTo>
                <a:lnTo>
                  <a:pt x="1312164" y="0"/>
                </a:lnTo>
                <a:lnTo>
                  <a:pt x="1291295" y="0"/>
                </a:lnTo>
                <a:lnTo>
                  <a:pt x="1270435" y="0"/>
                </a:lnTo>
                <a:lnTo>
                  <a:pt x="1249566" y="0"/>
                </a:lnTo>
                <a:lnTo>
                  <a:pt x="1228706" y="0"/>
                </a:lnTo>
                <a:lnTo>
                  <a:pt x="1207837" y="0"/>
                </a:lnTo>
                <a:lnTo>
                  <a:pt x="1186977" y="0"/>
                </a:lnTo>
                <a:lnTo>
                  <a:pt x="1166108" y="0"/>
                </a:lnTo>
                <a:lnTo>
                  <a:pt x="1145248" y="0"/>
                </a:lnTo>
                <a:lnTo>
                  <a:pt x="1124379" y="0"/>
                </a:lnTo>
                <a:lnTo>
                  <a:pt x="1103509" y="0"/>
                </a:lnTo>
                <a:lnTo>
                  <a:pt x="1082650" y="0"/>
                </a:lnTo>
                <a:lnTo>
                  <a:pt x="1061780" y="0"/>
                </a:lnTo>
                <a:lnTo>
                  <a:pt x="1040921" y="0"/>
                </a:lnTo>
                <a:lnTo>
                  <a:pt x="1020051" y="0"/>
                </a:lnTo>
                <a:lnTo>
                  <a:pt x="999192" y="0"/>
                </a:lnTo>
                <a:lnTo>
                  <a:pt x="978322" y="0"/>
                </a:lnTo>
                <a:lnTo>
                  <a:pt x="957463" y="0"/>
                </a:lnTo>
                <a:lnTo>
                  <a:pt x="936593" y="0"/>
                </a:lnTo>
                <a:lnTo>
                  <a:pt x="915734" y="0"/>
                </a:lnTo>
                <a:lnTo>
                  <a:pt x="894864" y="0"/>
                </a:lnTo>
                <a:lnTo>
                  <a:pt x="874004" y="0"/>
                </a:lnTo>
                <a:lnTo>
                  <a:pt x="853135" y="0"/>
                </a:lnTo>
                <a:lnTo>
                  <a:pt x="832275" y="0"/>
                </a:lnTo>
                <a:lnTo>
                  <a:pt x="811406" y="0"/>
                </a:lnTo>
                <a:lnTo>
                  <a:pt x="790546" y="0"/>
                </a:lnTo>
                <a:lnTo>
                  <a:pt x="769677" y="0"/>
                </a:lnTo>
                <a:lnTo>
                  <a:pt x="748817" y="0"/>
                </a:lnTo>
                <a:lnTo>
                  <a:pt x="727948" y="0"/>
                </a:lnTo>
                <a:lnTo>
                  <a:pt x="707079" y="0"/>
                </a:lnTo>
                <a:lnTo>
                  <a:pt x="686219" y="0"/>
                </a:lnTo>
                <a:lnTo>
                  <a:pt x="665350" y="0"/>
                </a:lnTo>
                <a:lnTo>
                  <a:pt x="644490" y="0"/>
                </a:lnTo>
                <a:lnTo>
                  <a:pt x="623621" y="0"/>
                </a:lnTo>
                <a:lnTo>
                  <a:pt x="602761" y="0"/>
                </a:lnTo>
                <a:lnTo>
                  <a:pt x="581892" y="0"/>
                </a:lnTo>
                <a:lnTo>
                  <a:pt x="561032" y="0"/>
                </a:lnTo>
                <a:lnTo>
                  <a:pt x="540163" y="0"/>
                </a:lnTo>
                <a:lnTo>
                  <a:pt x="519303" y="0"/>
                </a:lnTo>
                <a:lnTo>
                  <a:pt x="498434" y="0"/>
                </a:lnTo>
                <a:lnTo>
                  <a:pt x="477574" y="0"/>
                </a:lnTo>
                <a:lnTo>
                  <a:pt x="456705" y="0"/>
                </a:lnTo>
                <a:lnTo>
                  <a:pt x="435845" y="0"/>
                </a:lnTo>
                <a:lnTo>
                  <a:pt x="414976" y="0"/>
                </a:lnTo>
                <a:lnTo>
                  <a:pt x="394116" y="0"/>
                </a:lnTo>
                <a:lnTo>
                  <a:pt x="373247" y="0"/>
                </a:lnTo>
                <a:lnTo>
                  <a:pt x="352377" y="0"/>
                </a:lnTo>
                <a:lnTo>
                  <a:pt x="331518" y="0"/>
                </a:lnTo>
                <a:lnTo>
                  <a:pt x="311220" y="3048"/>
                </a:lnTo>
                <a:lnTo>
                  <a:pt x="291770" y="10601"/>
                </a:lnTo>
                <a:lnTo>
                  <a:pt x="272320" y="18145"/>
                </a:lnTo>
                <a:lnTo>
                  <a:pt x="252870" y="25698"/>
                </a:lnTo>
                <a:lnTo>
                  <a:pt x="233420" y="33242"/>
                </a:lnTo>
                <a:lnTo>
                  <a:pt x="213970" y="40796"/>
                </a:lnTo>
                <a:lnTo>
                  <a:pt x="194520" y="48339"/>
                </a:lnTo>
                <a:lnTo>
                  <a:pt x="175060" y="55893"/>
                </a:lnTo>
                <a:lnTo>
                  <a:pt x="155610" y="63437"/>
                </a:lnTo>
                <a:lnTo>
                  <a:pt x="136160" y="70990"/>
                </a:lnTo>
                <a:lnTo>
                  <a:pt x="116710" y="78534"/>
                </a:lnTo>
                <a:lnTo>
                  <a:pt x="97260" y="86087"/>
                </a:lnTo>
                <a:lnTo>
                  <a:pt x="77810" y="93631"/>
                </a:lnTo>
                <a:lnTo>
                  <a:pt x="58350" y="101184"/>
                </a:lnTo>
                <a:lnTo>
                  <a:pt x="38900" y="108728"/>
                </a:lnTo>
                <a:lnTo>
                  <a:pt x="19450" y="116281"/>
                </a:lnTo>
                <a:lnTo>
                  <a:pt x="0" y="12382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805B310C-D355-4715-88A5-2F12515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640" y="3810000"/>
            <a:ext cx="2238375" cy="123825"/>
          </a:xfrm>
          <a:custGeom xmlns:a="http://schemas.openxmlformats.org/drawingml/2006/main">
            <a:pathLst>
              <a:path w="2238375" h="123825">
                <a:moveTo>
                  <a:pt x="0" y="123825"/>
                </a:moveTo>
                <a:lnTo>
                  <a:pt x="18964" y="123825"/>
                </a:lnTo>
                <a:lnTo>
                  <a:pt x="37938" y="123825"/>
                </a:lnTo>
                <a:lnTo>
                  <a:pt x="56902" y="123825"/>
                </a:lnTo>
                <a:lnTo>
                  <a:pt x="75867" y="123825"/>
                </a:lnTo>
                <a:lnTo>
                  <a:pt x="94831" y="123825"/>
                </a:lnTo>
                <a:lnTo>
                  <a:pt x="113805" y="123825"/>
                </a:lnTo>
                <a:lnTo>
                  <a:pt x="132769" y="123825"/>
                </a:lnTo>
                <a:lnTo>
                  <a:pt x="151733" y="123825"/>
                </a:lnTo>
                <a:lnTo>
                  <a:pt x="170698" y="123825"/>
                </a:lnTo>
                <a:lnTo>
                  <a:pt x="189671" y="123825"/>
                </a:lnTo>
                <a:lnTo>
                  <a:pt x="208636" y="123825"/>
                </a:lnTo>
                <a:lnTo>
                  <a:pt x="227600" y="123825"/>
                </a:lnTo>
                <a:lnTo>
                  <a:pt x="246574" y="123825"/>
                </a:lnTo>
                <a:lnTo>
                  <a:pt x="265538" y="123825"/>
                </a:lnTo>
                <a:lnTo>
                  <a:pt x="284502" y="123825"/>
                </a:lnTo>
                <a:lnTo>
                  <a:pt x="303467" y="123825"/>
                </a:lnTo>
                <a:lnTo>
                  <a:pt x="322440" y="123825"/>
                </a:lnTo>
                <a:lnTo>
                  <a:pt x="341405" y="123825"/>
                </a:lnTo>
                <a:lnTo>
                  <a:pt x="360369" y="123825"/>
                </a:lnTo>
                <a:lnTo>
                  <a:pt x="379343" y="123825"/>
                </a:lnTo>
                <a:lnTo>
                  <a:pt x="398307" y="123825"/>
                </a:lnTo>
                <a:lnTo>
                  <a:pt x="417271" y="123825"/>
                </a:lnTo>
                <a:lnTo>
                  <a:pt x="436235" y="123825"/>
                </a:lnTo>
                <a:lnTo>
                  <a:pt x="455209" y="123825"/>
                </a:lnTo>
                <a:lnTo>
                  <a:pt x="474174" y="123825"/>
                </a:lnTo>
                <a:lnTo>
                  <a:pt x="493138" y="123825"/>
                </a:lnTo>
                <a:lnTo>
                  <a:pt x="512102" y="123825"/>
                </a:lnTo>
                <a:lnTo>
                  <a:pt x="531076" y="123825"/>
                </a:lnTo>
                <a:lnTo>
                  <a:pt x="550040" y="123825"/>
                </a:lnTo>
                <a:lnTo>
                  <a:pt x="569004" y="123825"/>
                </a:lnTo>
                <a:lnTo>
                  <a:pt x="587969" y="123825"/>
                </a:lnTo>
                <a:lnTo>
                  <a:pt x="606943" y="123825"/>
                </a:lnTo>
                <a:lnTo>
                  <a:pt x="625907" y="123825"/>
                </a:lnTo>
                <a:lnTo>
                  <a:pt x="644871" y="123825"/>
                </a:lnTo>
                <a:lnTo>
                  <a:pt x="663845" y="123825"/>
                </a:lnTo>
                <a:lnTo>
                  <a:pt x="682809" y="123825"/>
                </a:lnTo>
                <a:lnTo>
                  <a:pt x="701773" y="123825"/>
                </a:lnTo>
                <a:lnTo>
                  <a:pt x="720738" y="123825"/>
                </a:lnTo>
                <a:lnTo>
                  <a:pt x="739712" y="123825"/>
                </a:lnTo>
                <a:lnTo>
                  <a:pt x="758676" y="123825"/>
                </a:lnTo>
                <a:lnTo>
                  <a:pt x="777640" y="123825"/>
                </a:lnTo>
                <a:lnTo>
                  <a:pt x="796614" y="123825"/>
                </a:lnTo>
                <a:lnTo>
                  <a:pt x="815578" y="123825"/>
                </a:lnTo>
                <a:lnTo>
                  <a:pt x="834542" y="123825"/>
                </a:lnTo>
                <a:lnTo>
                  <a:pt x="853507" y="123825"/>
                </a:lnTo>
                <a:lnTo>
                  <a:pt x="872480" y="123825"/>
                </a:lnTo>
                <a:lnTo>
                  <a:pt x="891445" y="123825"/>
                </a:lnTo>
                <a:lnTo>
                  <a:pt x="910409" y="123825"/>
                </a:lnTo>
                <a:lnTo>
                  <a:pt x="929373" y="123825"/>
                </a:lnTo>
                <a:lnTo>
                  <a:pt x="948347" y="123825"/>
                </a:lnTo>
                <a:lnTo>
                  <a:pt x="967311" y="123825"/>
                </a:lnTo>
                <a:lnTo>
                  <a:pt x="986276" y="123825"/>
                </a:lnTo>
                <a:lnTo>
                  <a:pt x="1005249" y="123825"/>
                </a:lnTo>
                <a:lnTo>
                  <a:pt x="1024214" y="123825"/>
                </a:lnTo>
                <a:lnTo>
                  <a:pt x="1043178" y="123825"/>
                </a:lnTo>
                <a:lnTo>
                  <a:pt x="1062142" y="123825"/>
                </a:lnTo>
                <a:lnTo>
                  <a:pt x="1081116" y="123825"/>
                </a:lnTo>
                <a:lnTo>
                  <a:pt x="1100080" y="123825"/>
                </a:lnTo>
                <a:lnTo>
                  <a:pt x="1119045" y="123825"/>
                </a:lnTo>
                <a:lnTo>
                  <a:pt x="1138009" y="123825"/>
                </a:lnTo>
                <a:lnTo>
                  <a:pt x="1156983" y="123825"/>
                </a:lnTo>
                <a:lnTo>
                  <a:pt x="1175947" y="123825"/>
                </a:lnTo>
                <a:lnTo>
                  <a:pt x="1194911" y="123825"/>
                </a:lnTo>
                <a:lnTo>
                  <a:pt x="1213885" y="123825"/>
                </a:lnTo>
                <a:lnTo>
                  <a:pt x="1232849" y="123825"/>
                </a:lnTo>
                <a:lnTo>
                  <a:pt x="1251814" y="123825"/>
                </a:lnTo>
                <a:lnTo>
                  <a:pt x="1270778" y="123825"/>
                </a:lnTo>
                <a:lnTo>
                  <a:pt x="1289752" y="123825"/>
                </a:lnTo>
                <a:lnTo>
                  <a:pt x="1308716" y="123825"/>
                </a:lnTo>
                <a:lnTo>
                  <a:pt x="1327680" y="123825"/>
                </a:lnTo>
                <a:lnTo>
                  <a:pt x="1346645" y="123825"/>
                </a:lnTo>
                <a:lnTo>
                  <a:pt x="1365618" y="123825"/>
                </a:lnTo>
                <a:lnTo>
                  <a:pt x="1384583" y="123825"/>
                </a:lnTo>
                <a:lnTo>
                  <a:pt x="1403547" y="123825"/>
                </a:lnTo>
                <a:lnTo>
                  <a:pt x="1422521" y="123825"/>
                </a:lnTo>
                <a:lnTo>
                  <a:pt x="1441485" y="123825"/>
                </a:lnTo>
                <a:lnTo>
                  <a:pt x="1460449" y="123825"/>
                </a:lnTo>
                <a:lnTo>
                  <a:pt x="1479413" y="123825"/>
                </a:lnTo>
                <a:lnTo>
                  <a:pt x="1498387" y="123825"/>
                </a:lnTo>
                <a:lnTo>
                  <a:pt x="1517352" y="123825"/>
                </a:lnTo>
                <a:lnTo>
                  <a:pt x="1536316" y="123825"/>
                </a:lnTo>
                <a:lnTo>
                  <a:pt x="1555290" y="123825"/>
                </a:lnTo>
                <a:lnTo>
                  <a:pt x="1574254" y="123825"/>
                </a:lnTo>
                <a:lnTo>
                  <a:pt x="1593218" y="123825"/>
                </a:lnTo>
                <a:lnTo>
                  <a:pt x="1612182" y="123825"/>
                </a:lnTo>
                <a:lnTo>
                  <a:pt x="1631156" y="123825"/>
                </a:lnTo>
                <a:lnTo>
                  <a:pt x="1650121" y="123825"/>
                </a:lnTo>
                <a:lnTo>
                  <a:pt x="1669085" y="123825"/>
                </a:lnTo>
                <a:lnTo>
                  <a:pt x="1688049" y="123825"/>
                </a:lnTo>
                <a:lnTo>
                  <a:pt x="1707023" y="123825"/>
                </a:lnTo>
                <a:lnTo>
                  <a:pt x="1725987" y="123825"/>
                </a:lnTo>
                <a:lnTo>
                  <a:pt x="1744951" y="123825"/>
                </a:lnTo>
                <a:lnTo>
                  <a:pt x="1763925" y="123825"/>
                </a:lnTo>
                <a:lnTo>
                  <a:pt x="1782890" y="123825"/>
                </a:lnTo>
                <a:lnTo>
                  <a:pt x="1801854" y="123825"/>
                </a:lnTo>
                <a:lnTo>
                  <a:pt x="1820818" y="123825"/>
                </a:lnTo>
                <a:lnTo>
                  <a:pt x="1839792" y="123825"/>
                </a:lnTo>
                <a:lnTo>
                  <a:pt x="1858756" y="123825"/>
                </a:lnTo>
                <a:lnTo>
                  <a:pt x="1877720" y="123825"/>
                </a:lnTo>
                <a:lnTo>
                  <a:pt x="1896685" y="123825"/>
                </a:lnTo>
                <a:lnTo>
                  <a:pt x="1915658" y="123825"/>
                </a:lnTo>
                <a:lnTo>
                  <a:pt x="1934623" y="123825"/>
                </a:lnTo>
                <a:lnTo>
                  <a:pt x="1953587" y="123825"/>
                </a:lnTo>
                <a:lnTo>
                  <a:pt x="1972561" y="123825"/>
                </a:lnTo>
                <a:lnTo>
                  <a:pt x="1991525" y="123825"/>
                </a:lnTo>
                <a:lnTo>
                  <a:pt x="2010489" y="123825"/>
                </a:lnTo>
                <a:lnTo>
                  <a:pt x="2029454" y="123825"/>
                </a:lnTo>
                <a:lnTo>
                  <a:pt x="2048427" y="123825"/>
                </a:lnTo>
                <a:lnTo>
                  <a:pt x="2065058" y="116138"/>
                </a:lnTo>
                <a:lnTo>
                  <a:pt x="2080812" y="105585"/>
                </a:lnTo>
                <a:lnTo>
                  <a:pt x="2096567" y="95021"/>
                </a:lnTo>
                <a:lnTo>
                  <a:pt x="2112321" y="84468"/>
                </a:lnTo>
                <a:lnTo>
                  <a:pt x="2128085" y="73904"/>
                </a:lnTo>
                <a:lnTo>
                  <a:pt x="2143839" y="63351"/>
                </a:lnTo>
                <a:lnTo>
                  <a:pt x="2159594" y="52788"/>
                </a:lnTo>
                <a:lnTo>
                  <a:pt x="2175348" y="42234"/>
                </a:lnTo>
                <a:lnTo>
                  <a:pt x="2191102" y="31671"/>
                </a:lnTo>
                <a:lnTo>
                  <a:pt x="2206866" y="21117"/>
                </a:lnTo>
                <a:lnTo>
                  <a:pt x="2222621" y="10554"/>
                </a:ln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E97D9DA5-EE8C-4B3D-BAFB-7C27CB31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108" y="3810000"/>
            <a:ext cx="19269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6C8484D6-755D-4547-9BC5-D97707D2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3435" y="4524527"/>
            <a:ext cx="12267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8A87007E-C39D-4FB4-B05C-800E905F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3435" y="4772625"/>
            <a:ext cx="12267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故障后临时组织抢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3A601AAB-3EE0-4272-BF68-0FF71122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1792" y="5351707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BFBB92B6-0C71-4FF1-8448-4D696806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3966124"/>
            <a:ext cx="12267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62E2C32B-F11A-42AE-A474-4D0ED36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4214222"/>
            <a:ext cx="12267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25081B3-8A7C-4BB9-A0C3-8A2D1CC7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5880" y="4793456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35CE071E-215D-4A03-BD4B-29E4CB6E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1763" y="3407864"/>
            <a:ext cx="12267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114E6341-04E3-45DF-9981-4693D212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1763" y="3655962"/>
            <a:ext cx="12267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EF4F721-5C94-4C8C-A038-8B03650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120" y="4235206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A1BDAF87-6517-4CEA-A3A8-E06442E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2849613"/>
            <a:ext cx="12267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8A234FB8-CFDC-4276-9C78-2DBF6C73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3097711"/>
            <a:ext cx="12267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用复盘减少重复故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D399CA84-4E2C-4BF7-9EC8-45B02349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207" y="3676802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24711707-9D48-4E6E-9390-0CB8C8F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4476" y="5239493"/>
            <a:ext cx="452733" cy="2369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80FB201A-6589-4E8B-A206-99B281EA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803" y="4122839"/>
            <a:ext cx="452733" cy="2369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69252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2026-09-08T00:07:56.8250000Z</dcterms:created>
  <dcterms:modified xsi:type="dcterms:W3CDTF">2026-09-08T00:07:56.8250000Z</dcterms:modified>
</coreProperties>
</file>