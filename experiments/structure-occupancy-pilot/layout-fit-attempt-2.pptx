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0e52a9b7424d3e" /><Relationship Type="http://schemas.openxmlformats.org/officeDocument/2006/relationships/extended-properties" Target="/docProps/app.xml" Id="R686b20664e094e57" /><Relationship Type="http://schemas.openxmlformats.org/officeDocument/2006/relationships/officeDocument" Target="/ppt/presentation.xml" Id="R7a199e392bc648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08abcaba2245af"/>
  </p:sldMasterIdLst>
  <p:notesMasterIdLst>
    <p:notesMasterId xmlns:r="http://schemas.openxmlformats.org/officeDocument/2006/relationships" r:id="R329059f5f9d441e1"/>
  </p:notesMasterIdLst>
  <p:sldIdLst>
    <p:sldId xmlns:r="http://schemas.openxmlformats.org/officeDocument/2006/relationships" id="256" r:id="R5da8e94a56b945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732116a4f44472" /><Relationship Type="http://schemas.openxmlformats.org/officeDocument/2006/relationships/slideMaster" Target="/ppt/slideMasters/slideMaster1.xml" Id="Ra508abcaba2245af" /><Relationship Type="http://schemas.openxmlformats.org/officeDocument/2006/relationships/notesMaster" Target="/ppt/notesMasters/notesMaster1.xml" Id="R329059f5f9d441e1" /><Relationship Type="http://schemas.openxmlformats.org/officeDocument/2006/relationships/presProps" Target="/ppt/presProps.xml" Id="Rf583edc44aa04569" /><Relationship Type="http://schemas.openxmlformats.org/officeDocument/2006/relationships/tableStyles" Target="/ppt/tableStyles.xml" Id="R91203f63530a45b2" /><Relationship Type="http://schemas.openxmlformats.org/officeDocument/2006/relationships/slide" Target="/ppt/slides/slide1.xml" Id="R5da8e94a56b945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48343c656c4a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4b9e45f8dd485d" /><Relationship Type="http://schemas.openxmlformats.org/officeDocument/2006/relationships/notesMaster" Target="/ppt/notesMasters/notesMaster1.xml" Id="Ra19cc81bb9a248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741686bf848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1aed3945a5412d" /><Relationship Type="http://schemas.openxmlformats.org/officeDocument/2006/relationships/slideLayout" Target="/ppt/slideLayouts/slideLayout1.xml" Id="R3c9125eaeec540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9125eaeec540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36b0d4f784e5e" /><Relationship Type="http://schemas.openxmlformats.org/officeDocument/2006/relationships/notesSlide" Target="/ppt/notesSlides/notesSlide1.xml" Id="Rdf2cd2a71adb47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AF6A3EB-8ED5-4DC8-8F3F-88EAAFEA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BCBBAD4-7DB4-448D-96B7-93B00554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75B179E-6673-475F-BFC8-4F9DF08C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设备维护能力：从可查记录走向周期责任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FAE1154A-C8EE-4594-B1DC-0C7DFC7C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ADA8FA4D-BFA8-467F-9CA9-8DF83C85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下一步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 2级：形成记录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→ 3级：计划维护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按周期检查并落实责任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53804D-97E8-47D0-9A5C-49A792F5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7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1C429443-C83C-4F0C-A88F-AD10B7B4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410" y="4173112"/>
            <a:ext cx="1335167" cy="964530"/>
          </a:xfrm>
          <a:custGeom xmlns:a="http://schemas.openxmlformats.org/drawingml/2006/main">
            <a:pathLst>
              <a:path w="1335167" h="964530">
                <a:moveTo>
                  <a:pt x="78648" y="134093"/>
                </a:moveTo>
                <a:lnTo>
                  <a:pt x="97536" y="132064"/>
                </a:lnTo>
                <a:lnTo>
                  <a:pt x="116424" y="130026"/>
                </a:lnTo>
                <a:lnTo>
                  <a:pt x="135312" y="127997"/>
                </a:lnTo>
                <a:lnTo>
                  <a:pt x="154191" y="125968"/>
                </a:lnTo>
                <a:lnTo>
                  <a:pt x="173079" y="123930"/>
                </a:lnTo>
                <a:lnTo>
                  <a:pt x="191967" y="121901"/>
                </a:lnTo>
                <a:lnTo>
                  <a:pt x="210855" y="119872"/>
                </a:lnTo>
                <a:lnTo>
                  <a:pt x="229743" y="117843"/>
                </a:lnTo>
                <a:lnTo>
                  <a:pt x="248631" y="115805"/>
                </a:lnTo>
                <a:lnTo>
                  <a:pt x="267510" y="113776"/>
                </a:lnTo>
                <a:lnTo>
                  <a:pt x="286398" y="111747"/>
                </a:lnTo>
                <a:lnTo>
                  <a:pt x="305286" y="109709"/>
                </a:lnTo>
                <a:lnTo>
                  <a:pt x="324174" y="107680"/>
                </a:lnTo>
                <a:lnTo>
                  <a:pt x="343062" y="105651"/>
                </a:lnTo>
                <a:lnTo>
                  <a:pt x="361940" y="103613"/>
                </a:lnTo>
                <a:lnTo>
                  <a:pt x="380829" y="101584"/>
                </a:lnTo>
                <a:lnTo>
                  <a:pt x="399717" y="99555"/>
                </a:lnTo>
                <a:lnTo>
                  <a:pt x="418605" y="97526"/>
                </a:lnTo>
                <a:lnTo>
                  <a:pt x="437493" y="95488"/>
                </a:lnTo>
                <a:lnTo>
                  <a:pt x="456381" y="93459"/>
                </a:lnTo>
                <a:lnTo>
                  <a:pt x="475259" y="91430"/>
                </a:lnTo>
                <a:lnTo>
                  <a:pt x="494147" y="89392"/>
                </a:lnTo>
                <a:lnTo>
                  <a:pt x="513036" y="87363"/>
                </a:lnTo>
                <a:lnTo>
                  <a:pt x="531924" y="85334"/>
                </a:lnTo>
                <a:lnTo>
                  <a:pt x="550812" y="83296"/>
                </a:lnTo>
                <a:lnTo>
                  <a:pt x="569690" y="81267"/>
                </a:lnTo>
                <a:lnTo>
                  <a:pt x="588578" y="79238"/>
                </a:lnTo>
                <a:lnTo>
                  <a:pt x="607466" y="77210"/>
                </a:lnTo>
                <a:lnTo>
                  <a:pt x="626354" y="75171"/>
                </a:lnTo>
                <a:lnTo>
                  <a:pt x="645243" y="73142"/>
                </a:lnTo>
                <a:lnTo>
                  <a:pt x="664121" y="71114"/>
                </a:lnTo>
                <a:lnTo>
                  <a:pt x="683009" y="69075"/>
                </a:lnTo>
                <a:lnTo>
                  <a:pt x="701897" y="67046"/>
                </a:lnTo>
                <a:lnTo>
                  <a:pt x="720785" y="65018"/>
                </a:lnTo>
                <a:lnTo>
                  <a:pt x="739673" y="62979"/>
                </a:lnTo>
                <a:lnTo>
                  <a:pt x="758561" y="60950"/>
                </a:lnTo>
                <a:lnTo>
                  <a:pt x="777440" y="58922"/>
                </a:lnTo>
                <a:lnTo>
                  <a:pt x="796328" y="56883"/>
                </a:lnTo>
                <a:lnTo>
                  <a:pt x="815216" y="54854"/>
                </a:lnTo>
                <a:lnTo>
                  <a:pt x="834104" y="52826"/>
                </a:lnTo>
                <a:lnTo>
                  <a:pt x="852992" y="50797"/>
                </a:lnTo>
                <a:lnTo>
                  <a:pt x="871871" y="48758"/>
                </a:lnTo>
                <a:lnTo>
                  <a:pt x="890759" y="46730"/>
                </a:lnTo>
                <a:lnTo>
                  <a:pt x="909647" y="44701"/>
                </a:lnTo>
                <a:lnTo>
                  <a:pt x="928535" y="42662"/>
                </a:lnTo>
                <a:lnTo>
                  <a:pt x="947423" y="40634"/>
                </a:lnTo>
                <a:lnTo>
                  <a:pt x="966311" y="38605"/>
                </a:lnTo>
                <a:lnTo>
                  <a:pt x="985190" y="36566"/>
                </a:lnTo>
                <a:lnTo>
                  <a:pt x="1004078" y="34538"/>
                </a:lnTo>
                <a:lnTo>
                  <a:pt x="1022966" y="32509"/>
                </a:lnTo>
                <a:lnTo>
                  <a:pt x="1041854" y="30480"/>
                </a:lnTo>
                <a:lnTo>
                  <a:pt x="1060742" y="28442"/>
                </a:lnTo>
                <a:lnTo>
                  <a:pt x="1079621" y="26413"/>
                </a:lnTo>
                <a:lnTo>
                  <a:pt x="1098509" y="24384"/>
                </a:lnTo>
                <a:lnTo>
                  <a:pt x="1117397" y="22346"/>
                </a:lnTo>
                <a:lnTo>
                  <a:pt x="1136285" y="20317"/>
                </a:lnTo>
                <a:lnTo>
                  <a:pt x="1155173" y="18288"/>
                </a:lnTo>
                <a:lnTo>
                  <a:pt x="1174052" y="16250"/>
                </a:lnTo>
                <a:lnTo>
                  <a:pt x="1192940" y="14221"/>
                </a:lnTo>
                <a:lnTo>
                  <a:pt x="1211828" y="12192"/>
                </a:lnTo>
                <a:lnTo>
                  <a:pt x="1230716" y="10163"/>
                </a:lnTo>
                <a:lnTo>
                  <a:pt x="1249604" y="8125"/>
                </a:lnTo>
                <a:lnTo>
                  <a:pt x="1268492" y="6096"/>
                </a:lnTo>
                <a:lnTo>
                  <a:pt x="1287370" y="4067"/>
                </a:lnTo>
                <a:lnTo>
                  <a:pt x="1306258" y="2029"/>
                </a:lnTo>
                <a:lnTo>
                  <a:pt x="1325147" y="0"/>
                </a:lnTo>
                <a:lnTo>
                  <a:pt x="1335167" y="6934"/>
                </a:lnTo>
                <a:lnTo>
                  <a:pt x="1333348" y="25841"/>
                </a:lnTo>
                <a:lnTo>
                  <a:pt x="1331528" y="44748"/>
                </a:lnTo>
                <a:lnTo>
                  <a:pt x="1329709" y="63656"/>
                </a:lnTo>
                <a:lnTo>
                  <a:pt x="1327880" y="82563"/>
                </a:lnTo>
                <a:lnTo>
                  <a:pt x="1326061" y="101470"/>
                </a:lnTo>
                <a:lnTo>
                  <a:pt x="1324242" y="120377"/>
                </a:lnTo>
                <a:lnTo>
                  <a:pt x="1322422" y="139284"/>
                </a:lnTo>
                <a:lnTo>
                  <a:pt x="1320603" y="158191"/>
                </a:lnTo>
                <a:lnTo>
                  <a:pt x="1318774" y="177098"/>
                </a:lnTo>
                <a:lnTo>
                  <a:pt x="1316955" y="196005"/>
                </a:lnTo>
                <a:lnTo>
                  <a:pt x="1315136" y="214913"/>
                </a:lnTo>
                <a:lnTo>
                  <a:pt x="1313317" y="233820"/>
                </a:lnTo>
                <a:lnTo>
                  <a:pt x="1311488" y="252727"/>
                </a:lnTo>
                <a:lnTo>
                  <a:pt x="1309668" y="271643"/>
                </a:lnTo>
                <a:lnTo>
                  <a:pt x="1307849" y="290551"/>
                </a:lnTo>
                <a:lnTo>
                  <a:pt x="1306030" y="309458"/>
                </a:lnTo>
                <a:lnTo>
                  <a:pt x="1304211" y="328365"/>
                </a:lnTo>
                <a:lnTo>
                  <a:pt x="1302382" y="347272"/>
                </a:lnTo>
                <a:lnTo>
                  <a:pt x="1300563" y="366179"/>
                </a:lnTo>
                <a:lnTo>
                  <a:pt x="1298743" y="385086"/>
                </a:lnTo>
                <a:lnTo>
                  <a:pt x="1296924" y="403993"/>
                </a:lnTo>
                <a:lnTo>
                  <a:pt x="1295095" y="422900"/>
                </a:lnTo>
                <a:lnTo>
                  <a:pt x="1293276" y="441808"/>
                </a:lnTo>
                <a:lnTo>
                  <a:pt x="1291457" y="460715"/>
                </a:lnTo>
                <a:lnTo>
                  <a:pt x="1289637" y="479622"/>
                </a:lnTo>
                <a:lnTo>
                  <a:pt x="1287818" y="498529"/>
                </a:lnTo>
                <a:lnTo>
                  <a:pt x="1285989" y="517436"/>
                </a:lnTo>
                <a:lnTo>
                  <a:pt x="1284170" y="536343"/>
                </a:lnTo>
                <a:lnTo>
                  <a:pt x="1282351" y="555260"/>
                </a:lnTo>
                <a:lnTo>
                  <a:pt x="1280531" y="574167"/>
                </a:lnTo>
                <a:lnTo>
                  <a:pt x="1278703" y="593074"/>
                </a:lnTo>
                <a:lnTo>
                  <a:pt x="1276883" y="611981"/>
                </a:lnTo>
                <a:lnTo>
                  <a:pt x="1275064" y="630888"/>
                </a:lnTo>
                <a:lnTo>
                  <a:pt x="1273245" y="649796"/>
                </a:lnTo>
                <a:lnTo>
                  <a:pt x="1271426" y="668703"/>
                </a:lnTo>
                <a:lnTo>
                  <a:pt x="1269597" y="687610"/>
                </a:lnTo>
                <a:lnTo>
                  <a:pt x="1267778" y="706517"/>
                </a:lnTo>
                <a:lnTo>
                  <a:pt x="1265958" y="725424"/>
                </a:lnTo>
                <a:lnTo>
                  <a:pt x="1264139" y="744331"/>
                </a:lnTo>
                <a:lnTo>
                  <a:pt x="1262310" y="763238"/>
                </a:lnTo>
                <a:lnTo>
                  <a:pt x="1260491" y="782145"/>
                </a:lnTo>
                <a:lnTo>
                  <a:pt x="1258672" y="801053"/>
                </a:lnTo>
                <a:lnTo>
                  <a:pt x="1256852" y="819960"/>
                </a:lnTo>
                <a:lnTo>
                  <a:pt x="1246499" y="830437"/>
                </a:lnTo>
                <a:lnTo>
                  <a:pt x="1227611" y="832466"/>
                </a:lnTo>
                <a:lnTo>
                  <a:pt x="1208723" y="834495"/>
                </a:lnTo>
                <a:lnTo>
                  <a:pt x="1189834" y="836533"/>
                </a:lnTo>
                <a:lnTo>
                  <a:pt x="1170956" y="838562"/>
                </a:lnTo>
                <a:lnTo>
                  <a:pt x="1152068" y="840591"/>
                </a:lnTo>
                <a:lnTo>
                  <a:pt x="1133180" y="842620"/>
                </a:lnTo>
                <a:lnTo>
                  <a:pt x="1114292" y="844658"/>
                </a:lnTo>
                <a:lnTo>
                  <a:pt x="1095404" y="846687"/>
                </a:lnTo>
                <a:lnTo>
                  <a:pt x="1076516" y="848716"/>
                </a:lnTo>
                <a:lnTo>
                  <a:pt x="1057637" y="850754"/>
                </a:lnTo>
                <a:lnTo>
                  <a:pt x="1038749" y="852783"/>
                </a:lnTo>
                <a:lnTo>
                  <a:pt x="1019861" y="854812"/>
                </a:lnTo>
                <a:lnTo>
                  <a:pt x="1000973" y="856850"/>
                </a:lnTo>
                <a:lnTo>
                  <a:pt x="982085" y="858879"/>
                </a:lnTo>
                <a:lnTo>
                  <a:pt x="963206" y="860908"/>
                </a:lnTo>
                <a:lnTo>
                  <a:pt x="944318" y="862946"/>
                </a:lnTo>
                <a:lnTo>
                  <a:pt x="925430" y="864975"/>
                </a:lnTo>
                <a:lnTo>
                  <a:pt x="906542" y="867004"/>
                </a:lnTo>
                <a:lnTo>
                  <a:pt x="887654" y="869032"/>
                </a:lnTo>
                <a:lnTo>
                  <a:pt x="868775" y="871071"/>
                </a:lnTo>
                <a:lnTo>
                  <a:pt x="849887" y="873100"/>
                </a:lnTo>
                <a:lnTo>
                  <a:pt x="830999" y="875128"/>
                </a:lnTo>
                <a:lnTo>
                  <a:pt x="812111" y="877167"/>
                </a:lnTo>
                <a:lnTo>
                  <a:pt x="793223" y="879196"/>
                </a:lnTo>
                <a:lnTo>
                  <a:pt x="774335" y="881224"/>
                </a:lnTo>
                <a:lnTo>
                  <a:pt x="755456" y="883263"/>
                </a:lnTo>
                <a:lnTo>
                  <a:pt x="736568" y="885292"/>
                </a:lnTo>
                <a:lnTo>
                  <a:pt x="717680" y="887320"/>
                </a:lnTo>
                <a:lnTo>
                  <a:pt x="698792" y="889349"/>
                </a:lnTo>
                <a:lnTo>
                  <a:pt x="679904" y="891388"/>
                </a:lnTo>
                <a:lnTo>
                  <a:pt x="661025" y="893416"/>
                </a:lnTo>
                <a:lnTo>
                  <a:pt x="642137" y="895445"/>
                </a:lnTo>
                <a:lnTo>
                  <a:pt x="623249" y="897484"/>
                </a:lnTo>
                <a:lnTo>
                  <a:pt x="604361" y="899512"/>
                </a:lnTo>
                <a:lnTo>
                  <a:pt x="585473" y="901541"/>
                </a:lnTo>
                <a:lnTo>
                  <a:pt x="566585" y="903580"/>
                </a:lnTo>
                <a:lnTo>
                  <a:pt x="547707" y="905608"/>
                </a:lnTo>
                <a:lnTo>
                  <a:pt x="528818" y="907637"/>
                </a:lnTo>
                <a:lnTo>
                  <a:pt x="509930" y="909666"/>
                </a:lnTo>
                <a:lnTo>
                  <a:pt x="491042" y="911704"/>
                </a:lnTo>
                <a:lnTo>
                  <a:pt x="472154" y="913733"/>
                </a:lnTo>
                <a:lnTo>
                  <a:pt x="453276" y="915762"/>
                </a:lnTo>
                <a:lnTo>
                  <a:pt x="434388" y="917800"/>
                </a:lnTo>
                <a:lnTo>
                  <a:pt x="415500" y="919829"/>
                </a:lnTo>
                <a:lnTo>
                  <a:pt x="396611" y="921858"/>
                </a:lnTo>
                <a:lnTo>
                  <a:pt x="377723" y="923896"/>
                </a:lnTo>
                <a:lnTo>
                  <a:pt x="358835" y="925925"/>
                </a:lnTo>
                <a:lnTo>
                  <a:pt x="339957" y="927954"/>
                </a:lnTo>
                <a:lnTo>
                  <a:pt x="321069" y="929983"/>
                </a:lnTo>
                <a:lnTo>
                  <a:pt x="302181" y="932021"/>
                </a:lnTo>
                <a:lnTo>
                  <a:pt x="283293" y="934050"/>
                </a:lnTo>
                <a:lnTo>
                  <a:pt x="264404" y="936079"/>
                </a:lnTo>
                <a:lnTo>
                  <a:pt x="245526" y="938117"/>
                </a:lnTo>
                <a:lnTo>
                  <a:pt x="226638" y="940146"/>
                </a:lnTo>
                <a:lnTo>
                  <a:pt x="207750" y="942175"/>
                </a:lnTo>
                <a:lnTo>
                  <a:pt x="188862" y="944213"/>
                </a:lnTo>
                <a:lnTo>
                  <a:pt x="169974" y="946242"/>
                </a:lnTo>
                <a:lnTo>
                  <a:pt x="151095" y="948271"/>
                </a:lnTo>
                <a:lnTo>
                  <a:pt x="132207" y="950309"/>
                </a:lnTo>
                <a:lnTo>
                  <a:pt x="113319" y="952338"/>
                </a:lnTo>
                <a:lnTo>
                  <a:pt x="94431" y="954367"/>
                </a:lnTo>
                <a:lnTo>
                  <a:pt x="75543" y="956396"/>
                </a:lnTo>
                <a:lnTo>
                  <a:pt x="56655" y="958434"/>
                </a:lnTo>
                <a:lnTo>
                  <a:pt x="37776" y="960463"/>
                </a:lnTo>
                <a:lnTo>
                  <a:pt x="18888" y="962492"/>
                </a:lnTo>
                <a:lnTo>
                  <a:pt x="0" y="964530"/>
                </a:lnTo>
                <a:lnTo>
                  <a:pt x="333" y="947128"/>
                </a:lnTo>
                <a:lnTo>
                  <a:pt x="2153" y="928221"/>
                </a:lnTo>
                <a:lnTo>
                  <a:pt x="3972" y="909314"/>
                </a:lnTo>
                <a:lnTo>
                  <a:pt x="5791" y="890407"/>
                </a:lnTo>
                <a:lnTo>
                  <a:pt x="7620" y="871499"/>
                </a:lnTo>
                <a:lnTo>
                  <a:pt x="9439" y="852592"/>
                </a:lnTo>
                <a:lnTo>
                  <a:pt x="11259" y="833676"/>
                </a:lnTo>
                <a:lnTo>
                  <a:pt x="13078" y="814769"/>
                </a:lnTo>
                <a:lnTo>
                  <a:pt x="14897" y="795861"/>
                </a:lnTo>
                <a:lnTo>
                  <a:pt x="16726" y="776954"/>
                </a:lnTo>
                <a:lnTo>
                  <a:pt x="18545" y="758047"/>
                </a:lnTo>
                <a:lnTo>
                  <a:pt x="20364" y="739140"/>
                </a:lnTo>
                <a:lnTo>
                  <a:pt x="22184" y="720233"/>
                </a:lnTo>
                <a:lnTo>
                  <a:pt x="24013" y="701326"/>
                </a:lnTo>
                <a:lnTo>
                  <a:pt x="25832" y="682419"/>
                </a:lnTo>
                <a:lnTo>
                  <a:pt x="27651" y="663512"/>
                </a:lnTo>
                <a:lnTo>
                  <a:pt x="29470" y="644604"/>
                </a:lnTo>
                <a:lnTo>
                  <a:pt x="31290" y="625697"/>
                </a:lnTo>
                <a:lnTo>
                  <a:pt x="33118" y="606790"/>
                </a:lnTo>
                <a:lnTo>
                  <a:pt x="34938" y="587883"/>
                </a:lnTo>
                <a:lnTo>
                  <a:pt x="36757" y="568976"/>
                </a:lnTo>
                <a:lnTo>
                  <a:pt x="38576" y="550059"/>
                </a:lnTo>
                <a:lnTo>
                  <a:pt x="40405" y="531152"/>
                </a:lnTo>
                <a:lnTo>
                  <a:pt x="42224" y="512245"/>
                </a:lnTo>
                <a:lnTo>
                  <a:pt x="44044" y="493338"/>
                </a:lnTo>
                <a:lnTo>
                  <a:pt x="45863" y="474431"/>
                </a:lnTo>
                <a:lnTo>
                  <a:pt x="47682" y="455524"/>
                </a:lnTo>
                <a:lnTo>
                  <a:pt x="49511" y="436616"/>
                </a:lnTo>
                <a:lnTo>
                  <a:pt x="51330" y="417709"/>
                </a:lnTo>
                <a:lnTo>
                  <a:pt x="53150" y="398802"/>
                </a:lnTo>
                <a:lnTo>
                  <a:pt x="54969" y="379895"/>
                </a:lnTo>
                <a:lnTo>
                  <a:pt x="56798" y="360988"/>
                </a:lnTo>
                <a:lnTo>
                  <a:pt x="58617" y="342081"/>
                </a:lnTo>
                <a:lnTo>
                  <a:pt x="60436" y="323174"/>
                </a:lnTo>
                <a:lnTo>
                  <a:pt x="62255" y="304267"/>
                </a:lnTo>
                <a:lnTo>
                  <a:pt x="64075" y="285359"/>
                </a:lnTo>
                <a:lnTo>
                  <a:pt x="65903" y="266443"/>
                </a:lnTo>
                <a:lnTo>
                  <a:pt x="67723" y="247536"/>
                </a:lnTo>
                <a:lnTo>
                  <a:pt x="69542" y="228629"/>
                </a:lnTo>
                <a:lnTo>
                  <a:pt x="71361" y="209721"/>
                </a:lnTo>
                <a:lnTo>
                  <a:pt x="73190" y="190814"/>
                </a:lnTo>
                <a:lnTo>
                  <a:pt x="75009" y="171907"/>
                </a:lnTo>
                <a:lnTo>
                  <a:pt x="76829" y="153000"/>
                </a:lnTo>
                <a:lnTo>
                  <a:pt x="78648" y="13409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1F76F44F-2B27-4753-AE85-3435016D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2577" y="3664544"/>
            <a:ext cx="1335967" cy="964435"/>
          </a:xfrm>
          <a:custGeom xmlns:a="http://schemas.openxmlformats.org/drawingml/2006/main">
            <a:pathLst>
              <a:path w="1335967" h="964435">
                <a:moveTo>
                  <a:pt x="78448" y="134026"/>
                </a:moveTo>
                <a:lnTo>
                  <a:pt x="97336" y="131997"/>
                </a:lnTo>
                <a:lnTo>
                  <a:pt x="116224" y="129969"/>
                </a:lnTo>
                <a:lnTo>
                  <a:pt x="135122" y="127930"/>
                </a:lnTo>
                <a:lnTo>
                  <a:pt x="154010" y="125901"/>
                </a:lnTo>
                <a:lnTo>
                  <a:pt x="172898" y="123873"/>
                </a:lnTo>
                <a:lnTo>
                  <a:pt x="191795" y="121844"/>
                </a:lnTo>
                <a:lnTo>
                  <a:pt x="210683" y="119815"/>
                </a:lnTo>
                <a:lnTo>
                  <a:pt x="229572" y="117777"/>
                </a:lnTo>
                <a:lnTo>
                  <a:pt x="248469" y="115748"/>
                </a:lnTo>
                <a:lnTo>
                  <a:pt x="267357" y="113719"/>
                </a:lnTo>
                <a:lnTo>
                  <a:pt x="286245" y="111690"/>
                </a:lnTo>
                <a:lnTo>
                  <a:pt x="305133" y="109661"/>
                </a:lnTo>
                <a:lnTo>
                  <a:pt x="324031" y="107623"/>
                </a:lnTo>
                <a:lnTo>
                  <a:pt x="342919" y="105594"/>
                </a:lnTo>
                <a:lnTo>
                  <a:pt x="361807" y="103565"/>
                </a:lnTo>
                <a:lnTo>
                  <a:pt x="380705" y="101537"/>
                </a:lnTo>
                <a:lnTo>
                  <a:pt x="399593" y="99508"/>
                </a:lnTo>
                <a:lnTo>
                  <a:pt x="418481" y="97469"/>
                </a:lnTo>
                <a:lnTo>
                  <a:pt x="437378" y="95441"/>
                </a:lnTo>
                <a:lnTo>
                  <a:pt x="456267" y="93412"/>
                </a:lnTo>
                <a:lnTo>
                  <a:pt x="475155" y="91383"/>
                </a:lnTo>
                <a:lnTo>
                  <a:pt x="494052" y="89354"/>
                </a:lnTo>
                <a:lnTo>
                  <a:pt x="512940" y="87316"/>
                </a:lnTo>
                <a:lnTo>
                  <a:pt x="531828" y="85287"/>
                </a:lnTo>
                <a:lnTo>
                  <a:pt x="550726" y="83258"/>
                </a:lnTo>
                <a:lnTo>
                  <a:pt x="569614" y="81229"/>
                </a:lnTo>
                <a:lnTo>
                  <a:pt x="588502" y="79200"/>
                </a:lnTo>
                <a:lnTo>
                  <a:pt x="607400" y="77162"/>
                </a:lnTo>
                <a:lnTo>
                  <a:pt x="626288" y="75133"/>
                </a:lnTo>
                <a:lnTo>
                  <a:pt x="645176" y="73104"/>
                </a:lnTo>
                <a:lnTo>
                  <a:pt x="664073" y="71076"/>
                </a:lnTo>
                <a:lnTo>
                  <a:pt x="682962" y="69047"/>
                </a:lnTo>
                <a:lnTo>
                  <a:pt x="701850" y="67008"/>
                </a:lnTo>
                <a:lnTo>
                  <a:pt x="720747" y="64980"/>
                </a:lnTo>
                <a:lnTo>
                  <a:pt x="739635" y="62951"/>
                </a:lnTo>
                <a:lnTo>
                  <a:pt x="758523" y="60922"/>
                </a:lnTo>
                <a:lnTo>
                  <a:pt x="777421" y="58893"/>
                </a:lnTo>
                <a:lnTo>
                  <a:pt x="796309" y="56855"/>
                </a:lnTo>
                <a:lnTo>
                  <a:pt x="815197" y="54826"/>
                </a:lnTo>
                <a:lnTo>
                  <a:pt x="834095" y="52797"/>
                </a:lnTo>
                <a:lnTo>
                  <a:pt x="852983" y="50768"/>
                </a:lnTo>
                <a:lnTo>
                  <a:pt x="871871" y="48739"/>
                </a:lnTo>
                <a:lnTo>
                  <a:pt x="890768" y="46711"/>
                </a:lnTo>
                <a:lnTo>
                  <a:pt x="909657" y="44672"/>
                </a:lnTo>
                <a:lnTo>
                  <a:pt x="928545" y="42643"/>
                </a:lnTo>
                <a:lnTo>
                  <a:pt x="947433" y="40615"/>
                </a:lnTo>
                <a:lnTo>
                  <a:pt x="966330" y="38586"/>
                </a:lnTo>
                <a:lnTo>
                  <a:pt x="985218" y="36557"/>
                </a:lnTo>
                <a:lnTo>
                  <a:pt x="1004106" y="34519"/>
                </a:lnTo>
                <a:lnTo>
                  <a:pt x="1023004" y="32490"/>
                </a:lnTo>
                <a:lnTo>
                  <a:pt x="1041892" y="30461"/>
                </a:lnTo>
                <a:lnTo>
                  <a:pt x="1060780" y="28432"/>
                </a:lnTo>
                <a:lnTo>
                  <a:pt x="1079678" y="26403"/>
                </a:lnTo>
                <a:lnTo>
                  <a:pt x="1098566" y="24365"/>
                </a:lnTo>
                <a:lnTo>
                  <a:pt x="1117454" y="22336"/>
                </a:lnTo>
                <a:lnTo>
                  <a:pt x="1136352" y="20307"/>
                </a:lnTo>
                <a:lnTo>
                  <a:pt x="1155240" y="18278"/>
                </a:lnTo>
                <a:lnTo>
                  <a:pt x="1174128" y="16250"/>
                </a:lnTo>
                <a:lnTo>
                  <a:pt x="1193025" y="14211"/>
                </a:lnTo>
                <a:lnTo>
                  <a:pt x="1211913" y="12182"/>
                </a:lnTo>
                <a:lnTo>
                  <a:pt x="1230801" y="10154"/>
                </a:lnTo>
                <a:lnTo>
                  <a:pt x="1249699" y="8125"/>
                </a:lnTo>
                <a:lnTo>
                  <a:pt x="1268587" y="6096"/>
                </a:lnTo>
                <a:lnTo>
                  <a:pt x="1287475" y="4058"/>
                </a:lnTo>
                <a:lnTo>
                  <a:pt x="1306373" y="2029"/>
                </a:lnTo>
                <a:lnTo>
                  <a:pt x="1325261" y="0"/>
                </a:lnTo>
                <a:lnTo>
                  <a:pt x="1335967" y="6229"/>
                </a:lnTo>
                <a:lnTo>
                  <a:pt x="1334129" y="25146"/>
                </a:lnTo>
                <a:lnTo>
                  <a:pt x="1332281" y="44053"/>
                </a:lnTo>
                <a:lnTo>
                  <a:pt x="1330442" y="62960"/>
                </a:lnTo>
                <a:lnTo>
                  <a:pt x="1328595" y="81877"/>
                </a:lnTo>
                <a:lnTo>
                  <a:pt x="1326756" y="100784"/>
                </a:lnTo>
                <a:lnTo>
                  <a:pt x="1324908" y="119691"/>
                </a:lnTo>
                <a:lnTo>
                  <a:pt x="1323070" y="138608"/>
                </a:lnTo>
                <a:lnTo>
                  <a:pt x="1321222" y="157515"/>
                </a:lnTo>
                <a:lnTo>
                  <a:pt x="1319384" y="176422"/>
                </a:lnTo>
                <a:lnTo>
                  <a:pt x="1317536" y="195339"/>
                </a:lnTo>
                <a:lnTo>
                  <a:pt x="1315688" y="214246"/>
                </a:lnTo>
                <a:lnTo>
                  <a:pt x="1313850" y="233153"/>
                </a:lnTo>
                <a:lnTo>
                  <a:pt x="1312002" y="252070"/>
                </a:lnTo>
                <a:lnTo>
                  <a:pt x="1310164" y="270977"/>
                </a:lnTo>
                <a:lnTo>
                  <a:pt x="1308316" y="289884"/>
                </a:lnTo>
                <a:lnTo>
                  <a:pt x="1306478" y="308801"/>
                </a:lnTo>
                <a:lnTo>
                  <a:pt x="1304630" y="327708"/>
                </a:lnTo>
                <a:lnTo>
                  <a:pt x="1302791" y="346615"/>
                </a:lnTo>
                <a:lnTo>
                  <a:pt x="1300944" y="365531"/>
                </a:lnTo>
                <a:lnTo>
                  <a:pt x="1299105" y="384439"/>
                </a:lnTo>
                <a:lnTo>
                  <a:pt x="1297257" y="403355"/>
                </a:lnTo>
                <a:lnTo>
                  <a:pt x="1295419" y="422262"/>
                </a:lnTo>
                <a:lnTo>
                  <a:pt x="1293571" y="441169"/>
                </a:lnTo>
                <a:lnTo>
                  <a:pt x="1291733" y="460086"/>
                </a:lnTo>
                <a:lnTo>
                  <a:pt x="1289885" y="478993"/>
                </a:lnTo>
                <a:lnTo>
                  <a:pt x="1288047" y="497900"/>
                </a:lnTo>
                <a:lnTo>
                  <a:pt x="1286199" y="516817"/>
                </a:lnTo>
                <a:lnTo>
                  <a:pt x="1284361" y="535724"/>
                </a:lnTo>
                <a:lnTo>
                  <a:pt x="1282513" y="554631"/>
                </a:lnTo>
                <a:lnTo>
                  <a:pt x="1280674" y="573548"/>
                </a:lnTo>
                <a:lnTo>
                  <a:pt x="1278827" y="592455"/>
                </a:lnTo>
                <a:lnTo>
                  <a:pt x="1276979" y="611362"/>
                </a:lnTo>
                <a:lnTo>
                  <a:pt x="1275140" y="630279"/>
                </a:lnTo>
                <a:lnTo>
                  <a:pt x="1273292" y="649186"/>
                </a:lnTo>
                <a:lnTo>
                  <a:pt x="1271454" y="668093"/>
                </a:lnTo>
                <a:lnTo>
                  <a:pt x="1269606" y="687010"/>
                </a:lnTo>
                <a:lnTo>
                  <a:pt x="1267768" y="705917"/>
                </a:lnTo>
                <a:lnTo>
                  <a:pt x="1265920" y="724824"/>
                </a:lnTo>
                <a:lnTo>
                  <a:pt x="1264082" y="743741"/>
                </a:lnTo>
                <a:lnTo>
                  <a:pt x="1262234" y="762648"/>
                </a:lnTo>
                <a:lnTo>
                  <a:pt x="1260396" y="781555"/>
                </a:lnTo>
                <a:lnTo>
                  <a:pt x="1258548" y="800471"/>
                </a:lnTo>
                <a:lnTo>
                  <a:pt x="1256709" y="819379"/>
                </a:lnTo>
                <a:lnTo>
                  <a:pt x="1246803" y="830313"/>
                </a:lnTo>
                <a:lnTo>
                  <a:pt x="1227915" y="832342"/>
                </a:lnTo>
                <a:lnTo>
                  <a:pt x="1209027" y="834371"/>
                </a:lnTo>
                <a:lnTo>
                  <a:pt x="1190130" y="836409"/>
                </a:lnTo>
                <a:lnTo>
                  <a:pt x="1171242" y="838438"/>
                </a:lnTo>
                <a:lnTo>
                  <a:pt x="1152354" y="840476"/>
                </a:lnTo>
                <a:lnTo>
                  <a:pt x="1133456" y="842505"/>
                </a:lnTo>
                <a:lnTo>
                  <a:pt x="1114568" y="844534"/>
                </a:lnTo>
                <a:lnTo>
                  <a:pt x="1095680" y="846572"/>
                </a:lnTo>
                <a:lnTo>
                  <a:pt x="1076782" y="848601"/>
                </a:lnTo>
                <a:lnTo>
                  <a:pt x="1057894" y="850630"/>
                </a:lnTo>
                <a:lnTo>
                  <a:pt x="1039006" y="852668"/>
                </a:lnTo>
                <a:lnTo>
                  <a:pt x="1020118" y="854697"/>
                </a:lnTo>
                <a:lnTo>
                  <a:pt x="1001220" y="856726"/>
                </a:lnTo>
                <a:lnTo>
                  <a:pt x="982332" y="858764"/>
                </a:lnTo>
                <a:lnTo>
                  <a:pt x="963444" y="860793"/>
                </a:lnTo>
                <a:lnTo>
                  <a:pt x="944547" y="862822"/>
                </a:lnTo>
                <a:lnTo>
                  <a:pt x="925659" y="864860"/>
                </a:lnTo>
                <a:lnTo>
                  <a:pt x="906770" y="866889"/>
                </a:lnTo>
                <a:lnTo>
                  <a:pt x="887873" y="868928"/>
                </a:lnTo>
                <a:lnTo>
                  <a:pt x="868985" y="870956"/>
                </a:lnTo>
                <a:lnTo>
                  <a:pt x="850097" y="872985"/>
                </a:lnTo>
                <a:lnTo>
                  <a:pt x="831199" y="875024"/>
                </a:lnTo>
                <a:lnTo>
                  <a:pt x="812311" y="877052"/>
                </a:lnTo>
                <a:lnTo>
                  <a:pt x="793423" y="879081"/>
                </a:lnTo>
                <a:lnTo>
                  <a:pt x="774535" y="881120"/>
                </a:lnTo>
                <a:lnTo>
                  <a:pt x="755637" y="883148"/>
                </a:lnTo>
                <a:lnTo>
                  <a:pt x="736749" y="885177"/>
                </a:lnTo>
                <a:lnTo>
                  <a:pt x="717861" y="887216"/>
                </a:lnTo>
                <a:lnTo>
                  <a:pt x="698964" y="889244"/>
                </a:lnTo>
                <a:lnTo>
                  <a:pt x="680075" y="891273"/>
                </a:lnTo>
                <a:lnTo>
                  <a:pt x="661187" y="893312"/>
                </a:lnTo>
                <a:lnTo>
                  <a:pt x="642290" y="895340"/>
                </a:lnTo>
                <a:lnTo>
                  <a:pt x="623402" y="897379"/>
                </a:lnTo>
                <a:lnTo>
                  <a:pt x="604514" y="899408"/>
                </a:lnTo>
                <a:lnTo>
                  <a:pt x="585616" y="901436"/>
                </a:lnTo>
                <a:lnTo>
                  <a:pt x="566728" y="903475"/>
                </a:lnTo>
                <a:lnTo>
                  <a:pt x="547840" y="905504"/>
                </a:lnTo>
                <a:lnTo>
                  <a:pt x="528952" y="907532"/>
                </a:lnTo>
                <a:lnTo>
                  <a:pt x="510054" y="909571"/>
                </a:lnTo>
                <a:lnTo>
                  <a:pt x="491166" y="911600"/>
                </a:lnTo>
                <a:lnTo>
                  <a:pt x="472278" y="913628"/>
                </a:lnTo>
                <a:lnTo>
                  <a:pt x="453380" y="915667"/>
                </a:lnTo>
                <a:lnTo>
                  <a:pt x="434492" y="917696"/>
                </a:lnTo>
                <a:lnTo>
                  <a:pt x="415604" y="919724"/>
                </a:lnTo>
                <a:lnTo>
                  <a:pt x="396707" y="921763"/>
                </a:lnTo>
                <a:lnTo>
                  <a:pt x="377819" y="923792"/>
                </a:lnTo>
                <a:lnTo>
                  <a:pt x="358931" y="925820"/>
                </a:lnTo>
                <a:lnTo>
                  <a:pt x="340033" y="927859"/>
                </a:lnTo>
                <a:lnTo>
                  <a:pt x="321145" y="929888"/>
                </a:lnTo>
                <a:lnTo>
                  <a:pt x="302257" y="931926"/>
                </a:lnTo>
                <a:lnTo>
                  <a:pt x="283369" y="933955"/>
                </a:lnTo>
                <a:lnTo>
                  <a:pt x="264471" y="935984"/>
                </a:lnTo>
                <a:lnTo>
                  <a:pt x="245583" y="938022"/>
                </a:lnTo>
                <a:lnTo>
                  <a:pt x="226695" y="940051"/>
                </a:lnTo>
                <a:lnTo>
                  <a:pt x="207797" y="942080"/>
                </a:lnTo>
                <a:lnTo>
                  <a:pt x="188909" y="944118"/>
                </a:lnTo>
                <a:lnTo>
                  <a:pt x="170021" y="946147"/>
                </a:lnTo>
                <a:lnTo>
                  <a:pt x="151124" y="948176"/>
                </a:lnTo>
                <a:lnTo>
                  <a:pt x="132236" y="950214"/>
                </a:lnTo>
                <a:lnTo>
                  <a:pt x="113348" y="952243"/>
                </a:lnTo>
                <a:lnTo>
                  <a:pt x="94459" y="954272"/>
                </a:lnTo>
                <a:lnTo>
                  <a:pt x="75562" y="956310"/>
                </a:lnTo>
                <a:lnTo>
                  <a:pt x="56674" y="958339"/>
                </a:lnTo>
                <a:lnTo>
                  <a:pt x="37786" y="960377"/>
                </a:lnTo>
                <a:lnTo>
                  <a:pt x="18888" y="962406"/>
                </a:lnTo>
                <a:lnTo>
                  <a:pt x="0" y="964435"/>
                </a:lnTo>
                <a:lnTo>
                  <a:pt x="105" y="947261"/>
                </a:lnTo>
                <a:lnTo>
                  <a:pt x="1924" y="928345"/>
                </a:lnTo>
                <a:lnTo>
                  <a:pt x="3753" y="909437"/>
                </a:lnTo>
                <a:lnTo>
                  <a:pt x="5572" y="890521"/>
                </a:lnTo>
                <a:lnTo>
                  <a:pt x="7391" y="871614"/>
                </a:lnTo>
                <a:lnTo>
                  <a:pt x="9211" y="852697"/>
                </a:lnTo>
                <a:lnTo>
                  <a:pt x="11039" y="833790"/>
                </a:lnTo>
                <a:lnTo>
                  <a:pt x="12859" y="814873"/>
                </a:lnTo>
                <a:lnTo>
                  <a:pt x="14678" y="795957"/>
                </a:lnTo>
                <a:lnTo>
                  <a:pt x="16497" y="777050"/>
                </a:lnTo>
                <a:lnTo>
                  <a:pt x="18326" y="758133"/>
                </a:lnTo>
                <a:lnTo>
                  <a:pt x="20145" y="739226"/>
                </a:lnTo>
                <a:lnTo>
                  <a:pt x="21965" y="720309"/>
                </a:lnTo>
                <a:lnTo>
                  <a:pt x="23793" y="701402"/>
                </a:lnTo>
                <a:lnTo>
                  <a:pt x="25613" y="682485"/>
                </a:lnTo>
                <a:lnTo>
                  <a:pt x="27432" y="663578"/>
                </a:lnTo>
                <a:lnTo>
                  <a:pt x="29251" y="644662"/>
                </a:lnTo>
                <a:lnTo>
                  <a:pt x="31080" y="625745"/>
                </a:lnTo>
                <a:lnTo>
                  <a:pt x="32899" y="606838"/>
                </a:lnTo>
                <a:lnTo>
                  <a:pt x="34719" y="587921"/>
                </a:lnTo>
                <a:lnTo>
                  <a:pt x="36538" y="569014"/>
                </a:lnTo>
                <a:lnTo>
                  <a:pt x="38367" y="550097"/>
                </a:lnTo>
                <a:lnTo>
                  <a:pt x="40186" y="531190"/>
                </a:lnTo>
                <a:lnTo>
                  <a:pt x="42005" y="512274"/>
                </a:lnTo>
                <a:lnTo>
                  <a:pt x="43834" y="493366"/>
                </a:lnTo>
                <a:lnTo>
                  <a:pt x="45653" y="474450"/>
                </a:lnTo>
                <a:lnTo>
                  <a:pt x="47473" y="455533"/>
                </a:lnTo>
                <a:lnTo>
                  <a:pt x="49292" y="436626"/>
                </a:lnTo>
                <a:lnTo>
                  <a:pt x="51121" y="417709"/>
                </a:lnTo>
                <a:lnTo>
                  <a:pt x="52940" y="398802"/>
                </a:lnTo>
                <a:lnTo>
                  <a:pt x="54759" y="379886"/>
                </a:lnTo>
                <a:lnTo>
                  <a:pt x="56579" y="360978"/>
                </a:lnTo>
                <a:lnTo>
                  <a:pt x="58407" y="342062"/>
                </a:lnTo>
                <a:lnTo>
                  <a:pt x="60227" y="323155"/>
                </a:lnTo>
                <a:lnTo>
                  <a:pt x="62046" y="304238"/>
                </a:lnTo>
                <a:lnTo>
                  <a:pt x="63865" y="285321"/>
                </a:lnTo>
                <a:lnTo>
                  <a:pt x="65694" y="266414"/>
                </a:lnTo>
                <a:lnTo>
                  <a:pt x="67513" y="247498"/>
                </a:lnTo>
                <a:lnTo>
                  <a:pt x="69332" y="228590"/>
                </a:lnTo>
                <a:lnTo>
                  <a:pt x="71161" y="209674"/>
                </a:lnTo>
                <a:lnTo>
                  <a:pt x="72981" y="190767"/>
                </a:lnTo>
                <a:lnTo>
                  <a:pt x="74800" y="171850"/>
                </a:lnTo>
                <a:lnTo>
                  <a:pt x="76619" y="152933"/>
                </a:lnTo>
                <a:lnTo>
                  <a:pt x="78448" y="134026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E3037931-256D-4CA2-A3EA-CA42501C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9297" y="3155842"/>
            <a:ext cx="1335167" cy="964530"/>
          </a:xfrm>
          <a:custGeom xmlns:a="http://schemas.openxmlformats.org/drawingml/2006/main">
            <a:pathLst>
              <a:path w="1335167" h="964530">
                <a:moveTo>
                  <a:pt x="78648" y="134093"/>
                </a:moveTo>
                <a:lnTo>
                  <a:pt x="97536" y="132064"/>
                </a:lnTo>
                <a:lnTo>
                  <a:pt x="116424" y="130026"/>
                </a:lnTo>
                <a:lnTo>
                  <a:pt x="135312" y="127997"/>
                </a:lnTo>
                <a:lnTo>
                  <a:pt x="154191" y="125968"/>
                </a:lnTo>
                <a:lnTo>
                  <a:pt x="173079" y="123930"/>
                </a:lnTo>
                <a:lnTo>
                  <a:pt x="191967" y="121901"/>
                </a:lnTo>
                <a:lnTo>
                  <a:pt x="210855" y="119872"/>
                </a:lnTo>
                <a:lnTo>
                  <a:pt x="229743" y="117843"/>
                </a:lnTo>
                <a:lnTo>
                  <a:pt x="248631" y="115805"/>
                </a:lnTo>
                <a:lnTo>
                  <a:pt x="267510" y="113776"/>
                </a:lnTo>
                <a:lnTo>
                  <a:pt x="286398" y="111747"/>
                </a:lnTo>
                <a:lnTo>
                  <a:pt x="305286" y="109709"/>
                </a:lnTo>
                <a:lnTo>
                  <a:pt x="324174" y="107680"/>
                </a:lnTo>
                <a:lnTo>
                  <a:pt x="343062" y="105651"/>
                </a:lnTo>
                <a:lnTo>
                  <a:pt x="361940" y="103613"/>
                </a:lnTo>
                <a:lnTo>
                  <a:pt x="380829" y="101584"/>
                </a:lnTo>
                <a:lnTo>
                  <a:pt x="399717" y="99555"/>
                </a:lnTo>
                <a:lnTo>
                  <a:pt x="418605" y="97526"/>
                </a:lnTo>
                <a:lnTo>
                  <a:pt x="437493" y="95488"/>
                </a:lnTo>
                <a:lnTo>
                  <a:pt x="456381" y="93459"/>
                </a:lnTo>
                <a:lnTo>
                  <a:pt x="475259" y="91430"/>
                </a:lnTo>
                <a:lnTo>
                  <a:pt x="494147" y="89392"/>
                </a:lnTo>
                <a:lnTo>
                  <a:pt x="513036" y="87363"/>
                </a:lnTo>
                <a:lnTo>
                  <a:pt x="531924" y="85334"/>
                </a:lnTo>
                <a:lnTo>
                  <a:pt x="550812" y="83296"/>
                </a:lnTo>
                <a:lnTo>
                  <a:pt x="569690" y="81267"/>
                </a:lnTo>
                <a:lnTo>
                  <a:pt x="588578" y="79238"/>
                </a:lnTo>
                <a:lnTo>
                  <a:pt x="607466" y="77210"/>
                </a:lnTo>
                <a:lnTo>
                  <a:pt x="626354" y="75171"/>
                </a:lnTo>
                <a:lnTo>
                  <a:pt x="645243" y="73142"/>
                </a:lnTo>
                <a:lnTo>
                  <a:pt x="664121" y="71114"/>
                </a:lnTo>
                <a:lnTo>
                  <a:pt x="683009" y="69075"/>
                </a:lnTo>
                <a:lnTo>
                  <a:pt x="701897" y="67046"/>
                </a:lnTo>
                <a:lnTo>
                  <a:pt x="720785" y="65018"/>
                </a:lnTo>
                <a:lnTo>
                  <a:pt x="739673" y="62979"/>
                </a:lnTo>
                <a:lnTo>
                  <a:pt x="758561" y="60950"/>
                </a:lnTo>
                <a:lnTo>
                  <a:pt x="777440" y="58922"/>
                </a:lnTo>
                <a:lnTo>
                  <a:pt x="796328" y="56883"/>
                </a:lnTo>
                <a:lnTo>
                  <a:pt x="815216" y="54854"/>
                </a:lnTo>
                <a:lnTo>
                  <a:pt x="834104" y="52826"/>
                </a:lnTo>
                <a:lnTo>
                  <a:pt x="852992" y="50797"/>
                </a:lnTo>
                <a:lnTo>
                  <a:pt x="871871" y="48758"/>
                </a:lnTo>
                <a:lnTo>
                  <a:pt x="890759" y="46730"/>
                </a:lnTo>
                <a:lnTo>
                  <a:pt x="909647" y="44701"/>
                </a:lnTo>
                <a:lnTo>
                  <a:pt x="928535" y="42662"/>
                </a:lnTo>
                <a:lnTo>
                  <a:pt x="947423" y="40634"/>
                </a:lnTo>
                <a:lnTo>
                  <a:pt x="966311" y="38605"/>
                </a:lnTo>
                <a:lnTo>
                  <a:pt x="985190" y="36566"/>
                </a:lnTo>
                <a:lnTo>
                  <a:pt x="1004078" y="34538"/>
                </a:lnTo>
                <a:lnTo>
                  <a:pt x="1022966" y="32509"/>
                </a:lnTo>
                <a:lnTo>
                  <a:pt x="1041854" y="30480"/>
                </a:lnTo>
                <a:lnTo>
                  <a:pt x="1060742" y="28442"/>
                </a:lnTo>
                <a:lnTo>
                  <a:pt x="1079621" y="26413"/>
                </a:lnTo>
                <a:lnTo>
                  <a:pt x="1098509" y="24384"/>
                </a:lnTo>
                <a:lnTo>
                  <a:pt x="1117397" y="22346"/>
                </a:lnTo>
                <a:lnTo>
                  <a:pt x="1136285" y="20317"/>
                </a:lnTo>
                <a:lnTo>
                  <a:pt x="1155173" y="18288"/>
                </a:lnTo>
                <a:lnTo>
                  <a:pt x="1174052" y="16250"/>
                </a:lnTo>
                <a:lnTo>
                  <a:pt x="1192940" y="14221"/>
                </a:lnTo>
                <a:lnTo>
                  <a:pt x="1211828" y="12192"/>
                </a:lnTo>
                <a:lnTo>
                  <a:pt x="1230716" y="10163"/>
                </a:lnTo>
                <a:lnTo>
                  <a:pt x="1249604" y="8125"/>
                </a:lnTo>
                <a:lnTo>
                  <a:pt x="1268492" y="6096"/>
                </a:lnTo>
                <a:lnTo>
                  <a:pt x="1287370" y="4067"/>
                </a:lnTo>
                <a:lnTo>
                  <a:pt x="1306258" y="2029"/>
                </a:lnTo>
                <a:lnTo>
                  <a:pt x="1325147" y="0"/>
                </a:lnTo>
                <a:lnTo>
                  <a:pt x="1335167" y="6934"/>
                </a:lnTo>
                <a:lnTo>
                  <a:pt x="1333348" y="25841"/>
                </a:lnTo>
                <a:lnTo>
                  <a:pt x="1331528" y="44748"/>
                </a:lnTo>
                <a:lnTo>
                  <a:pt x="1329709" y="63656"/>
                </a:lnTo>
                <a:lnTo>
                  <a:pt x="1327880" y="82563"/>
                </a:lnTo>
                <a:lnTo>
                  <a:pt x="1326061" y="101470"/>
                </a:lnTo>
                <a:lnTo>
                  <a:pt x="1324242" y="120377"/>
                </a:lnTo>
                <a:lnTo>
                  <a:pt x="1322422" y="139284"/>
                </a:lnTo>
                <a:lnTo>
                  <a:pt x="1320603" y="158191"/>
                </a:lnTo>
                <a:lnTo>
                  <a:pt x="1318774" y="177098"/>
                </a:lnTo>
                <a:lnTo>
                  <a:pt x="1316955" y="196005"/>
                </a:lnTo>
                <a:lnTo>
                  <a:pt x="1315136" y="214913"/>
                </a:lnTo>
                <a:lnTo>
                  <a:pt x="1313317" y="233820"/>
                </a:lnTo>
                <a:lnTo>
                  <a:pt x="1311497" y="252727"/>
                </a:lnTo>
                <a:lnTo>
                  <a:pt x="1309668" y="271643"/>
                </a:lnTo>
                <a:lnTo>
                  <a:pt x="1307849" y="290551"/>
                </a:lnTo>
                <a:lnTo>
                  <a:pt x="1306030" y="309458"/>
                </a:lnTo>
                <a:lnTo>
                  <a:pt x="1304211" y="328365"/>
                </a:lnTo>
                <a:lnTo>
                  <a:pt x="1302382" y="347272"/>
                </a:lnTo>
                <a:lnTo>
                  <a:pt x="1300563" y="366179"/>
                </a:lnTo>
                <a:lnTo>
                  <a:pt x="1298743" y="385086"/>
                </a:lnTo>
                <a:lnTo>
                  <a:pt x="1296924" y="403993"/>
                </a:lnTo>
                <a:lnTo>
                  <a:pt x="1295105" y="422900"/>
                </a:lnTo>
                <a:lnTo>
                  <a:pt x="1293276" y="441808"/>
                </a:lnTo>
                <a:lnTo>
                  <a:pt x="1291457" y="460715"/>
                </a:lnTo>
                <a:lnTo>
                  <a:pt x="1289637" y="479622"/>
                </a:lnTo>
                <a:lnTo>
                  <a:pt x="1287818" y="498529"/>
                </a:lnTo>
                <a:lnTo>
                  <a:pt x="1285989" y="517436"/>
                </a:lnTo>
                <a:lnTo>
                  <a:pt x="1284170" y="536343"/>
                </a:lnTo>
                <a:lnTo>
                  <a:pt x="1282351" y="555260"/>
                </a:lnTo>
                <a:lnTo>
                  <a:pt x="1280531" y="574167"/>
                </a:lnTo>
                <a:lnTo>
                  <a:pt x="1278703" y="593074"/>
                </a:lnTo>
                <a:lnTo>
                  <a:pt x="1276883" y="611981"/>
                </a:lnTo>
                <a:lnTo>
                  <a:pt x="1275064" y="630888"/>
                </a:lnTo>
                <a:lnTo>
                  <a:pt x="1273245" y="649796"/>
                </a:lnTo>
                <a:lnTo>
                  <a:pt x="1271426" y="668703"/>
                </a:lnTo>
                <a:lnTo>
                  <a:pt x="1269597" y="687610"/>
                </a:lnTo>
                <a:lnTo>
                  <a:pt x="1267778" y="706517"/>
                </a:lnTo>
                <a:lnTo>
                  <a:pt x="1265958" y="725424"/>
                </a:lnTo>
                <a:lnTo>
                  <a:pt x="1264139" y="744331"/>
                </a:lnTo>
                <a:lnTo>
                  <a:pt x="1262310" y="763238"/>
                </a:lnTo>
                <a:lnTo>
                  <a:pt x="1260491" y="782145"/>
                </a:lnTo>
                <a:lnTo>
                  <a:pt x="1258672" y="801053"/>
                </a:lnTo>
                <a:lnTo>
                  <a:pt x="1256852" y="819960"/>
                </a:lnTo>
                <a:lnTo>
                  <a:pt x="1246499" y="830437"/>
                </a:lnTo>
                <a:lnTo>
                  <a:pt x="1227611" y="832466"/>
                </a:lnTo>
                <a:lnTo>
                  <a:pt x="1208723" y="834495"/>
                </a:lnTo>
                <a:lnTo>
                  <a:pt x="1189834" y="836533"/>
                </a:lnTo>
                <a:lnTo>
                  <a:pt x="1170956" y="838562"/>
                </a:lnTo>
                <a:lnTo>
                  <a:pt x="1152068" y="840591"/>
                </a:lnTo>
                <a:lnTo>
                  <a:pt x="1133180" y="842620"/>
                </a:lnTo>
                <a:lnTo>
                  <a:pt x="1114292" y="844658"/>
                </a:lnTo>
                <a:lnTo>
                  <a:pt x="1095404" y="846687"/>
                </a:lnTo>
                <a:lnTo>
                  <a:pt x="1076516" y="848716"/>
                </a:lnTo>
                <a:lnTo>
                  <a:pt x="1057637" y="850754"/>
                </a:lnTo>
                <a:lnTo>
                  <a:pt x="1038749" y="852783"/>
                </a:lnTo>
                <a:lnTo>
                  <a:pt x="1019861" y="854812"/>
                </a:lnTo>
                <a:lnTo>
                  <a:pt x="1000973" y="856850"/>
                </a:lnTo>
                <a:lnTo>
                  <a:pt x="982085" y="858879"/>
                </a:lnTo>
                <a:lnTo>
                  <a:pt x="963206" y="860908"/>
                </a:lnTo>
                <a:lnTo>
                  <a:pt x="944318" y="862936"/>
                </a:lnTo>
                <a:lnTo>
                  <a:pt x="925430" y="864975"/>
                </a:lnTo>
                <a:lnTo>
                  <a:pt x="906542" y="867004"/>
                </a:lnTo>
                <a:lnTo>
                  <a:pt x="887654" y="869032"/>
                </a:lnTo>
                <a:lnTo>
                  <a:pt x="868766" y="871071"/>
                </a:lnTo>
                <a:lnTo>
                  <a:pt x="849887" y="873100"/>
                </a:lnTo>
                <a:lnTo>
                  <a:pt x="830999" y="875128"/>
                </a:lnTo>
                <a:lnTo>
                  <a:pt x="812111" y="877167"/>
                </a:lnTo>
                <a:lnTo>
                  <a:pt x="793223" y="879196"/>
                </a:lnTo>
                <a:lnTo>
                  <a:pt x="774335" y="881224"/>
                </a:lnTo>
                <a:lnTo>
                  <a:pt x="755456" y="883263"/>
                </a:lnTo>
                <a:lnTo>
                  <a:pt x="736568" y="885292"/>
                </a:lnTo>
                <a:lnTo>
                  <a:pt x="717680" y="887320"/>
                </a:lnTo>
                <a:lnTo>
                  <a:pt x="698792" y="889349"/>
                </a:lnTo>
                <a:lnTo>
                  <a:pt x="679904" y="891388"/>
                </a:lnTo>
                <a:lnTo>
                  <a:pt x="661025" y="893416"/>
                </a:lnTo>
                <a:lnTo>
                  <a:pt x="642137" y="895445"/>
                </a:lnTo>
                <a:lnTo>
                  <a:pt x="623249" y="897484"/>
                </a:lnTo>
                <a:lnTo>
                  <a:pt x="604361" y="899512"/>
                </a:lnTo>
                <a:lnTo>
                  <a:pt x="585473" y="901541"/>
                </a:lnTo>
                <a:lnTo>
                  <a:pt x="566585" y="903580"/>
                </a:lnTo>
                <a:lnTo>
                  <a:pt x="547707" y="905608"/>
                </a:lnTo>
                <a:lnTo>
                  <a:pt x="528818" y="907637"/>
                </a:lnTo>
                <a:lnTo>
                  <a:pt x="509930" y="909666"/>
                </a:lnTo>
                <a:lnTo>
                  <a:pt x="491042" y="911704"/>
                </a:lnTo>
                <a:lnTo>
                  <a:pt x="472154" y="913733"/>
                </a:lnTo>
                <a:lnTo>
                  <a:pt x="453276" y="915762"/>
                </a:lnTo>
                <a:lnTo>
                  <a:pt x="434388" y="917800"/>
                </a:lnTo>
                <a:lnTo>
                  <a:pt x="415500" y="919829"/>
                </a:lnTo>
                <a:lnTo>
                  <a:pt x="396611" y="921858"/>
                </a:lnTo>
                <a:lnTo>
                  <a:pt x="377723" y="923896"/>
                </a:lnTo>
                <a:lnTo>
                  <a:pt x="358835" y="925925"/>
                </a:lnTo>
                <a:lnTo>
                  <a:pt x="339957" y="927954"/>
                </a:lnTo>
                <a:lnTo>
                  <a:pt x="321069" y="929983"/>
                </a:lnTo>
                <a:lnTo>
                  <a:pt x="302181" y="932021"/>
                </a:lnTo>
                <a:lnTo>
                  <a:pt x="283293" y="934050"/>
                </a:lnTo>
                <a:lnTo>
                  <a:pt x="264404" y="936079"/>
                </a:lnTo>
                <a:lnTo>
                  <a:pt x="245526" y="938117"/>
                </a:lnTo>
                <a:lnTo>
                  <a:pt x="226638" y="940146"/>
                </a:lnTo>
                <a:lnTo>
                  <a:pt x="207750" y="942175"/>
                </a:lnTo>
                <a:lnTo>
                  <a:pt x="188862" y="944213"/>
                </a:lnTo>
                <a:lnTo>
                  <a:pt x="169974" y="946242"/>
                </a:lnTo>
                <a:lnTo>
                  <a:pt x="151086" y="948271"/>
                </a:lnTo>
                <a:lnTo>
                  <a:pt x="132207" y="950309"/>
                </a:lnTo>
                <a:lnTo>
                  <a:pt x="113319" y="952338"/>
                </a:lnTo>
                <a:lnTo>
                  <a:pt x="94431" y="954367"/>
                </a:lnTo>
                <a:lnTo>
                  <a:pt x="75543" y="956396"/>
                </a:lnTo>
                <a:lnTo>
                  <a:pt x="56655" y="958434"/>
                </a:lnTo>
                <a:lnTo>
                  <a:pt x="37776" y="960463"/>
                </a:lnTo>
                <a:lnTo>
                  <a:pt x="18888" y="962492"/>
                </a:lnTo>
                <a:lnTo>
                  <a:pt x="0" y="964530"/>
                </a:lnTo>
                <a:lnTo>
                  <a:pt x="333" y="947128"/>
                </a:lnTo>
                <a:lnTo>
                  <a:pt x="2153" y="928221"/>
                </a:lnTo>
                <a:lnTo>
                  <a:pt x="3972" y="909314"/>
                </a:lnTo>
                <a:lnTo>
                  <a:pt x="5791" y="890407"/>
                </a:lnTo>
                <a:lnTo>
                  <a:pt x="7620" y="871499"/>
                </a:lnTo>
                <a:lnTo>
                  <a:pt x="9439" y="852592"/>
                </a:lnTo>
                <a:lnTo>
                  <a:pt x="11259" y="833676"/>
                </a:lnTo>
                <a:lnTo>
                  <a:pt x="13078" y="814769"/>
                </a:lnTo>
                <a:lnTo>
                  <a:pt x="14897" y="795861"/>
                </a:lnTo>
                <a:lnTo>
                  <a:pt x="16726" y="776954"/>
                </a:lnTo>
                <a:lnTo>
                  <a:pt x="18545" y="758047"/>
                </a:lnTo>
                <a:lnTo>
                  <a:pt x="20364" y="739140"/>
                </a:lnTo>
                <a:lnTo>
                  <a:pt x="22184" y="720233"/>
                </a:lnTo>
                <a:lnTo>
                  <a:pt x="24013" y="701326"/>
                </a:lnTo>
                <a:lnTo>
                  <a:pt x="25832" y="682419"/>
                </a:lnTo>
                <a:lnTo>
                  <a:pt x="27651" y="663512"/>
                </a:lnTo>
                <a:lnTo>
                  <a:pt x="29470" y="644604"/>
                </a:lnTo>
                <a:lnTo>
                  <a:pt x="31290" y="625697"/>
                </a:lnTo>
                <a:lnTo>
                  <a:pt x="33118" y="606790"/>
                </a:lnTo>
                <a:lnTo>
                  <a:pt x="34938" y="587883"/>
                </a:lnTo>
                <a:lnTo>
                  <a:pt x="36757" y="568976"/>
                </a:lnTo>
                <a:lnTo>
                  <a:pt x="38576" y="550059"/>
                </a:lnTo>
                <a:lnTo>
                  <a:pt x="40405" y="531152"/>
                </a:lnTo>
                <a:lnTo>
                  <a:pt x="42224" y="512245"/>
                </a:lnTo>
                <a:lnTo>
                  <a:pt x="44044" y="493338"/>
                </a:lnTo>
                <a:lnTo>
                  <a:pt x="45863" y="474431"/>
                </a:lnTo>
                <a:lnTo>
                  <a:pt x="47682" y="455524"/>
                </a:lnTo>
                <a:lnTo>
                  <a:pt x="49511" y="436616"/>
                </a:lnTo>
                <a:lnTo>
                  <a:pt x="51330" y="417709"/>
                </a:lnTo>
                <a:lnTo>
                  <a:pt x="53150" y="398802"/>
                </a:lnTo>
                <a:lnTo>
                  <a:pt x="54969" y="379895"/>
                </a:lnTo>
                <a:lnTo>
                  <a:pt x="56798" y="360988"/>
                </a:lnTo>
                <a:lnTo>
                  <a:pt x="58617" y="342081"/>
                </a:lnTo>
                <a:lnTo>
                  <a:pt x="60436" y="323174"/>
                </a:lnTo>
                <a:lnTo>
                  <a:pt x="62255" y="304267"/>
                </a:lnTo>
                <a:lnTo>
                  <a:pt x="64075" y="285359"/>
                </a:lnTo>
                <a:lnTo>
                  <a:pt x="65903" y="266443"/>
                </a:lnTo>
                <a:lnTo>
                  <a:pt x="67723" y="247536"/>
                </a:lnTo>
                <a:lnTo>
                  <a:pt x="69542" y="228629"/>
                </a:lnTo>
                <a:lnTo>
                  <a:pt x="71361" y="209721"/>
                </a:lnTo>
                <a:lnTo>
                  <a:pt x="73190" y="190814"/>
                </a:lnTo>
                <a:lnTo>
                  <a:pt x="75009" y="171907"/>
                </a:lnTo>
                <a:lnTo>
                  <a:pt x="76829" y="153000"/>
                </a:lnTo>
                <a:lnTo>
                  <a:pt x="78648" y="13409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97B6E207-758B-4178-80DB-31F1AD3D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5465" y="2647274"/>
            <a:ext cx="1335967" cy="964435"/>
          </a:xfrm>
          <a:custGeom xmlns:a="http://schemas.openxmlformats.org/drawingml/2006/main">
            <a:pathLst>
              <a:path w="1335967" h="964435">
                <a:moveTo>
                  <a:pt x="78448" y="134026"/>
                </a:moveTo>
                <a:lnTo>
                  <a:pt x="97336" y="131997"/>
                </a:lnTo>
                <a:lnTo>
                  <a:pt x="116224" y="129969"/>
                </a:lnTo>
                <a:lnTo>
                  <a:pt x="135122" y="127930"/>
                </a:lnTo>
                <a:lnTo>
                  <a:pt x="154010" y="125901"/>
                </a:lnTo>
                <a:lnTo>
                  <a:pt x="172898" y="123873"/>
                </a:lnTo>
                <a:lnTo>
                  <a:pt x="191795" y="121844"/>
                </a:lnTo>
                <a:lnTo>
                  <a:pt x="210683" y="119815"/>
                </a:lnTo>
                <a:lnTo>
                  <a:pt x="229572" y="117777"/>
                </a:lnTo>
                <a:lnTo>
                  <a:pt x="248469" y="115748"/>
                </a:lnTo>
                <a:lnTo>
                  <a:pt x="267357" y="113719"/>
                </a:lnTo>
                <a:lnTo>
                  <a:pt x="286245" y="111690"/>
                </a:lnTo>
                <a:lnTo>
                  <a:pt x="305143" y="109661"/>
                </a:lnTo>
                <a:lnTo>
                  <a:pt x="324031" y="107623"/>
                </a:lnTo>
                <a:lnTo>
                  <a:pt x="342919" y="105594"/>
                </a:lnTo>
                <a:lnTo>
                  <a:pt x="361817" y="103565"/>
                </a:lnTo>
                <a:lnTo>
                  <a:pt x="380705" y="101537"/>
                </a:lnTo>
                <a:lnTo>
                  <a:pt x="399593" y="99508"/>
                </a:lnTo>
                <a:lnTo>
                  <a:pt x="418481" y="97469"/>
                </a:lnTo>
                <a:lnTo>
                  <a:pt x="437378" y="95441"/>
                </a:lnTo>
                <a:lnTo>
                  <a:pt x="456267" y="93412"/>
                </a:lnTo>
                <a:lnTo>
                  <a:pt x="475155" y="91383"/>
                </a:lnTo>
                <a:lnTo>
                  <a:pt x="494052" y="89354"/>
                </a:lnTo>
                <a:lnTo>
                  <a:pt x="512940" y="87316"/>
                </a:lnTo>
                <a:lnTo>
                  <a:pt x="531828" y="85287"/>
                </a:lnTo>
                <a:lnTo>
                  <a:pt x="550726" y="83258"/>
                </a:lnTo>
                <a:lnTo>
                  <a:pt x="569614" y="81229"/>
                </a:lnTo>
                <a:lnTo>
                  <a:pt x="588502" y="79200"/>
                </a:lnTo>
                <a:lnTo>
                  <a:pt x="607400" y="77162"/>
                </a:lnTo>
                <a:lnTo>
                  <a:pt x="626288" y="75133"/>
                </a:lnTo>
                <a:lnTo>
                  <a:pt x="645176" y="73104"/>
                </a:lnTo>
                <a:lnTo>
                  <a:pt x="664073" y="71076"/>
                </a:lnTo>
                <a:lnTo>
                  <a:pt x="682962" y="69047"/>
                </a:lnTo>
                <a:lnTo>
                  <a:pt x="701850" y="67008"/>
                </a:lnTo>
                <a:lnTo>
                  <a:pt x="720747" y="64980"/>
                </a:lnTo>
                <a:lnTo>
                  <a:pt x="739635" y="62951"/>
                </a:lnTo>
                <a:lnTo>
                  <a:pt x="758523" y="60922"/>
                </a:lnTo>
                <a:lnTo>
                  <a:pt x="777421" y="58893"/>
                </a:lnTo>
                <a:lnTo>
                  <a:pt x="796309" y="56855"/>
                </a:lnTo>
                <a:lnTo>
                  <a:pt x="815197" y="54826"/>
                </a:lnTo>
                <a:lnTo>
                  <a:pt x="834095" y="52797"/>
                </a:lnTo>
                <a:lnTo>
                  <a:pt x="852983" y="50768"/>
                </a:lnTo>
                <a:lnTo>
                  <a:pt x="871871" y="48739"/>
                </a:lnTo>
                <a:lnTo>
                  <a:pt x="890768" y="46711"/>
                </a:lnTo>
                <a:lnTo>
                  <a:pt x="909657" y="44672"/>
                </a:lnTo>
                <a:lnTo>
                  <a:pt x="928545" y="42643"/>
                </a:lnTo>
                <a:lnTo>
                  <a:pt x="947442" y="40615"/>
                </a:lnTo>
                <a:lnTo>
                  <a:pt x="966330" y="38586"/>
                </a:lnTo>
                <a:lnTo>
                  <a:pt x="985218" y="36557"/>
                </a:lnTo>
                <a:lnTo>
                  <a:pt x="1004116" y="34519"/>
                </a:lnTo>
                <a:lnTo>
                  <a:pt x="1023004" y="32490"/>
                </a:lnTo>
                <a:lnTo>
                  <a:pt x="1041892" y="30461"/>
                </a:lnTo>
                <a:lnTo>
                  <a:pt x="1060780" y="28432"/>
                </a:lnTo>
                <a:lnTo>
                  <a:pt x="1079678" y="26403"/>
                </a:lnTo>
                <a:lnTo>
                  <a:pt x="1098566" y="24365"/>
                </a:lnTo>
                <a:lnTo>
                  <a:pt x="1117454" y="22336"/>
                </a:lnTo>
                <a:lnTo>
                  <a:pt x="1136352" y="20307"/>
                </a:lnTo>
                <a:lnTo>
                  <a:pt x="1155240" y="18278"/>
                </a:lnTo>
                <a:lnTo>
                  <a:pt x="1174128" y="16250"/>
                </a:lnTo>
                <a:lnTo>
                  <a:pt x="1193025" y="14211"/>
                </a:lnTo>
                <a:lnTo>
                  <a:pt x="1211913" y="12182"/>
                </a:lnTo>
                <a:lnTo>
                  <a:pt x="1230801" y="10154"/>
                </a:lnTo>
                <a:lnTo>
                  <a:pt x="1249699" y="8125"/>
                </a:lnTo>
                <a:lnTo>
                  <a:pt x="1268587" y="6096"/>
                </a:lnTo>
                <a:lnTo>
                  <a:pt x="1287475" y="4058"/>
                </a:lnTo>
                <a:lnTo>
                  <a:pt x="1306373" y="2029"/>
                </a:lnTo>
                <a:lnTo>
                  <a:pt x="1325261" y="0"/>
                </a:lnTo>
                <a:lnTo>
                  <a:pt x="1335967" y="6229"/>
                </a:lnTo>
                <a:lnTo>
                  <a:pt x="1334129" y="25146"/>
                </a:lnTo>
                <a:lnTo>
                  <a:pt x="1332281" y="44053"/>
                </a:lnTo>
                <a:lnTo>
                  <a:pt x="1330442" y="62960"/>
                </a:lnTo>
                <a:lnTo>
                  <a:pt x="1328595" y="81877"/>
                </a:lnTo>
                <a:lnTo>
                  <a:pt x="1326756" y="100784"/>
                </a:lnTo>
                <a:lnTo>
                  <a:pt x="1324908" y="119691"/>
                </a:lnTo>
                <a:lnTo>
                  <a:pt x="1323070" y="138608"/>
                </a:lnTo>
                <a:lnTo>
                  <a:pt x="1321222" y="157515"/>
                </a:lnTo>
                <a:lnTo>
                  <a:pt x="1319384" y="176422"/>
                </a:lnTo>
                <a:lnTo>
                  <a:pt x="1317536" y="195339"/>
                </a:lnTo>
                <a:lnTo>
                  <a:pt x="1315688" y="214246"/>
                </a:lnTo>
                <a:lnTo>
                  <a:pt x="1313850" y="233153"/>
                </a:lnTo>
                <a:lnTo>
                  <a:pt x="1312002" y="252070"/>
                </a:lnTo>
                <a:lnTo>
                  <a:pt x="1310164" y="270977"/>
                </a:lnTo>
                <a:lnTo>
                  <a:pt x="1308316" y="289893"/>
                </a:lnTo>
                <a:lnTo>
                  <a:pt x="1306478" y="308801"/>
                </a:lnTo>
                <a:lnTo>
                  <a:pt x="1304630" y="327708"/>
                </a:lnTo>
                <a:lnTo>
                  <a:pt x="1302791" y="346624"/>
                </a:lnTo>
                <a:lnTo>
                  <a:pt x="1300944" y="365531"/>
                </a:lnTo>
                <a:lnTo>
                  <a:pt x="1299105" y="384439"/>
                </a:lnTo>
                <a:lnTo>
                  <a:pt x="1297257" y="403355"/>
                </a:lnTo>
                <a:lnTo>
                  <a:pt x="1295419" y="422262"/>
                </a:lnTo>
                <a:lnTo>
                  <a:pt x="1293571" y="441169"/>
                </a:lnTo>
                <a:lnTo>
                  <a:pt x="1291733" y="460086"/>
                </a:lnTo>
                <a:lnTo>
                  <a:pt x="1289885" y="478993"/>
                </a:lnTo>
                <a:lnTo>
                  <a:pt x="1288047" y="497900"/>
                </a:lnTo>
                <a:lnTo>
                  <a:pt x="1286199" y="516817"/>
                </a:lnTo>
                <a:lnTo>
                  <a:pt x="1284361" y="535724"/>
                </a:lnTo>
                <a:lnTo>
                  <a:pt x="1282513" y="554631"/>
                </a:lnTo>
                <a:lnTo>
                  <a:pt x="1280665" y="573548"/>
                </a:lnTo>
                <a:lnTo>
                  <a:pt x="1278827" y="592455"/>
                </a:lnTo>
                <a:lnTo>
                  <a:pt x="1276979" y="611362"/>
                </a:lnTo>
                <a:lnTo>
                  <a:pt x="1275140" y="630279"/>
                </a:lnTo>
                <a:lnTo>
                  <a:pt x="1273292" y="649186"/>
                </a:lnTo>
                <a:lnTo>
                  <a:pt x="1271454" y="668093"/>
                </a:lnTo>
                <a:lnTo>
                  <a:pt x="1269606" y="687010"/>
                </a:lnTo>
                <a:lnTo>
                  <a:pt x="1267768" y="705917"/>
                </a:lnTo>
                <a:lnTo>
                  <a:pt x="1265920" y="724824"/>
                </a:lnTo>
                <a:lnTo>
                  <a:pt x="1264082" y="743741"/>
                </a:lnTo>
                <a:lnTo>
                  <a:pt x="1262234" y="762648"/>
                </a:lnTo>
                <a:lnTo>
                  <a:pt x="1260396" y="781555"/>
                </a:lnTo>
                <a:lnTo>
                  <a:pt x="1258548" y="800471"/>
                </a:lnTo>
                <a:lnTo>
                  <a:pt x="1256709" y="819379"/>
                </a:lnTo>
                <a:lnTo>
                  <a:pt x="1246803" y="830313"/>
                </a:lnTo>
                <a:lnTo>
                  <a:pt x="1227915" y="832342"/>
                </a:lnTo>
                <a:lnTo>
                  <a:pt x="1209027" y="834371"/>
                </a:lnTo>
                <a:lnTo>
                  <a:pt x="1190130" y="836409"/>
                </a:lnTo>
                <a:lnTo>
                  <a:pt x="1171242" y="838438"/>
                </a:lnTo>
                <a:lnTo>
                  <a:pt x="1152354" y="840476"/>
                </a:lnTo>
                <a:lnTo>
                  <a:pt x="1133456" y="842505"/>
                </a:lnTo>
                <a:lnTo>
                  <a:pt x="1114568" y="844534"/>
                </a:lnTo>
                <a:lnTo>
                  <a:pt x="1095680" y="846572"/>
                </a:lnTo>
                <a:lnTo>
                  <a:pt x="1076782" y="848601"/>
                </a:lnTo>
                <a:lnTo>
                  <a:pt x="1057894" y="850630"/>
                </a:lnTo>
                <a:lnTo>
                  <a:pt x="1039006" y="852668"/>
                </a:lnTo>
                <a:lnTo>
                  <a:pt x="1020118" y="854697"/>
                </a:lnTo>
                <a:lnTo>
                  <a:pt x="1001220" y="856726"/>
                </a:lnTo>
                <a:lnTo>
                  <a:pt x="982332" y="858764"/>
                </a:lnTo>
                <a:lnTo>
                  <a:pt x="963444" y="860793"/>
                </a:lnTo>
                <a:lnTo>
                  <a:pt x="944547" y="862822"/>
                </a:lnTo>
                <a:lnTo>
                  <a:pt x="925659" y="864860"/>
                </a:lnTo>
                <a:lnTo>
                  <a:pt x="906770" y="866889"/>
                </a:lnTo>
                <a:lnTo>
                  <a:pt x="887873" y="868928"/>
                </a:lnTo>
                <a:lnTo>
                  <a:pt x="868985" y="870956"/>
                </a:lnTo>
                <a:lnTo>
                  <a:pt x="850097" y="872985"/>
                </a:lnTo>
                <a:lnTo>
                  <a:pt x="831199" y="875024"/>
                </a:lnTo>
                <a:lnTo>
                  <a:pt x="812311" y="877052"/>
                </a:lnTo>
                <a:lnTo>
                  <a:pt x="793423" y="879081"/>
                </a:lnTo>
                <a:lnTo>
                  <a:pt x="774535" y="881120"/>
                </a:lnTo>
                <a:lnTo>
                  <a:pt x="755637" y="883148"/>
                </a:lnTo>
                <a:lnTo>
                  <a:pt x="736749" y="885177"/>
                </a:lnTo>
                <a:lnTo>
                  <a:pt x="717861" y="887216"/>
                </a:lnTo>
                <a:lnTo>
                  <a:pt x="698964" y="889244"/>
                </a:lnTo>
                <a:lnTo>
                  <a:pt x="680075" y="891273"/>
                </a:lnTo>
                <a:lnTo>
                  <a:pt x="661187" y="893312"/>
                </a:lnTo>
                <a:lnTo>
                  <a:pt x="642290" y="895340"/>
                </a:lnTo>
                <a:lnTo>
                  <a:pt x="623402" y="897379"/>
                </a:lnTo>
                <a:lnTo>
                  <a:pt x="604514" y="899408"/>
                </a:lnTo>
                <a:lnTo>
                  <a:pt x="585616" y="901436"/>
                </a:lnTo>
                <a:lnTo>
                  <a:pt x="566728" y="903475"/>
                </a:lnTo>
                <a:lnTo>
                  <a:pt x="547840" y="905504"/>
                </a:lnTo>
                <a:lnTo>
                  <a:pt x="528952" y="907532"/>
                </a:lnTo>
                <a:lnTo>
                  <a:pt x="510054" y="909571"/>
                </a:lnTo>
                <a:lnTo>
                  <a:pt x="491166" y="911600"/>
                </a:lnTo>
                <a:lnTo>
                  <a:pt x="472278" y="913628"/>
                </a:lnTo>
                <a:lnTo>
                  <a:pt x="453380" y="915667"/>
                </a:lnTo>
                <a:lnTo>
                  <a:pt x="434492" y="917696"/>
                </a:lnTo>
                <a:lnTo>
                  <a:pt x="415604" y="919724"/>
                </a:lnTo>
                <a:lnTo>
                  <a:pt x="396707" y="921763"/>
                </a:lnTo>
                <a:lnTo>
                  <a:pt x="377819" y="923792"/>
                </a:lnTo>
                <a:lnTo>
                  <a:pt x="358931" y="925820"/>
                </a:lnTo>
                <a:lnTo>
                  <a:pt x="340043" y="927859"/>
                </a:lnTo>
                <a:lnTo>
                  <a:pt x="321145" y="929888"/>
                </a:lnTo>
                <a:lnTo>
                  <a:pt x="302257" y="931926"/>
                </a:lnTo>
                <a:lnTo>
                  <a:pt x="283369" y="933955"/>
                </a:lnTo>
                <a:lnTo>
                  <a:pt x="264471" y="935984"/>
                </a:lnTo>
                <a:lnTo>
                  <a:pt x="245583" y="938022"/>
                </a:lnTo>
                <a:lnTo>
                  <a:pt x="226695" y="940051"/>
                </a:lnTo>
                <a:lnTo>
                  <a:pt x="207797" y="942080"/>
                </a:lnTo>
                <a:lnTo>
                  <a:pt x="188909" y="944118"/>
                </a:lnTo>
                <a:lnTo>
                  <a:pt x="170021" y="946147"/>
                </a:lnTo>
                <a:lnTo>
                  <a:pt x="151124" y="948176"/>
                </a:lnTo>
                <a:lnTo>
                  <a:pt x="132236" y="950214"/>
                </a:lnTo>
                <a:lnTo>
                  <a:pt x="113348" y="952243"/>
                </a:lnTo>
                <a:lnTo>
                  <a:pt x="94459" y="954272"/>
                </a:lnTo>
                <a:lnTo>
                  <a:pt x="75562" y="956310"/>
                </a:lnTo>
                <a:lnTo>
                  <a:pt x="56674" y="958339"/>
                </a:lnTo>
                <a:lnTo>
                  <a:pt x="37786" y="960377"/>
                </a:lnTo>
                <a:lnTo>
                  <a:pt x="18888" y="962406"/>
                </a:lnTo>
                <a:lnTo>
                  <a:pt x="0" y="964435"/>
                </a:lnTo>
                <a:lnTo>
                  <a:pt x="105" y="947261"/>
                </a:lnTo>
                <a:lnTo>
                  <a:pt x="1924" y="928345"/>
                </a:lnTo>
                <a:lnTo>
                  <a:pt x="3753" y="909437"/>
                </a:lnTo>
                <a:lnTo>
                  <a:pt x="5572" y="890521"/>
                </a:lnTo>
                <a:lnTo>
                  <a:pt x="7391" y="871614"/>
                </a:lnTo>
                <a:lnTo>
                  <a:pt x="9211" y="852697"/>
                </a:lnTo>
                <a:lnTo>
                  <a:pt x="11039" y="833790"/>
                </a:lnTo>
                <a:lnTo>
                  <a:pt x="12859" y="814873"/>
                </a:lnTo>
                <a:lnTo>
                  <a:pt x="14678" y="795957"/>
                </a:lnTo>
                <a:lnTo>
                  <a:pt x="16497" y="777050"/>
                </a:lnTo>
                <a:lnTo>
                  <a:pt x="18326" y="758133"/>
                </a:lnTo>
                <a:lnTo>
                  <a:pt x="20145" y="739226"/>
                </a:lnTo>
                <a:lnTo>
                  <a:pt x="21965" y="720309"/>
                </a:lnTo>
                <a:lnTo>
                  <a:pt x="23793" y="701402"/>
                </a:lnTo>
                <a:lnTo>
                  <a:pt x="25613" y="682485"/>
                </a:lnTo>
                <a:lnTo>
                  <a:pt x="27432" y="663578"/>
                </a:lnTo>
                <a:lnTo>
                  <a:pt x="29251" y="644662"/>
                </a:lnTo>
                <a:lnTo>
                  <a:pt x="31080" y="625745"/>
                </a:lnTo>
                <a:lnTo>
                  <a:pt x="32899" y="606838"/>
                </a:lnTo>
                <a:lnTo>
                  <a:pt x="34719" y="587921"/>
                </a:lnTo>
                <a:lnTo>
                  <a:pt x="36538" y="569014"/>
                </a:lnTo>
                <a:lnTo>
                  <a:pt x="38367" y="550097"/>
                </a:lnTo>
                <a:lnTo>
                  <a:pt x="40186" y="531190"/>
                </a:lnTo>
                <a:lnTo>
                  <a:pt x="42005" y="512274"/>
                </a:lnTo>
                <a:lnTo>
                  <a:pt x="43834" y="493366"/>
                </a:lnTo>
                <a:lnTo>
                  <a:pt x="45653" y="474450"/>
                </a:lnTo>
                <a:lnTo>
                  <a:pt x="47473" y="455533"/>
                </a:lnTo>
                <a:lnTo>
                  <a:pt x="49292" y="436626"/>
                </a:lnTo>
                <a:lnTo>
                  <a:pt x="51121" y="417709"/>
                </a:lnTo>
                <a:lnTo>
                  <a:pt x="52940" y="398802"/>
                </a:lnTo>
                <a:lnTo>
                  <a:pt x="54759" y="379886"/>
                </a:lnTo>
                <a:lnTo>
                  <a:pt x="56579" y="360978"/>
                </a:lnTo>
                <a:lnTo>
                  <a:pt x="58407" y="342062"/>
                </a:lnTo>
                <a:lnTo>
                  <a:pt x="60227" y="323155"/>
                </a:lnTo>
                <a:lnTo>
                  <a:pt x="62046" y="304238"/>
                </a:lnTo>
                <a:lnTo>
                  <a:pt x="63875" y="285321"/>
                </a:lnTo>
                <a:lnTo>
                  <a:pt x="65694" y="266414"/>
                </a:lnTo>
                <a:lnTo>
                  <a:pt x="67513" y="247498"/>
                </a:lnTo>
                <a:lnTo>
                  <a:pt x="69332" y="228590"/>
                </a:lnTo>
                <a:lnTo>
                  <a:pt x="71161" y="209674"/>
                </a:lnTo>
                <a:lnTo>
                  <a:pt x="72981" y="190767"/>
                </a:lnTo>
                <a:lnTo>
                  <a:pt x="74800" y="171850"/>
                </a:lnTo>
                <a:lnTo>
                  <a:pt x="76619" y="152933"/>
                </a:lnTo>
                <a:lnTo>
                  <a:pt x="78448" y="134026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84DA8FB4-F422-4B70-97CE-64859E64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1890" y="4760138"/>
            <a:ext cx="550545" cy="703402"/>
          </a:xfrm>
          <a:custGeom xmlns:a="http://schemas.openxmlformats.org/drawingml/2006/main">
            <a:pathLst>
              <a:path w="550545" h="703402">
                <a:moveTo>
                  <a:pt x="0" y="703402"/>
                </a:moveTo>
                <a:lnTo>
                  <a:pt x="0" y="684390"/>
                </a:lnTo>
                <a:lnTo>
                  <a:pt x="0" y="665378"/>
                </a:lnTo>
                <a:lnTo>
                  <a:pt x="0" y="646357"/>
                </a:lnTo>
                <a:lnTo>
                  <a:pt x="0" y="627345"/>
                </a:lnTo>
                <a:lnTo>
                  <a:pt x="0" y="608333"/>
                </a:lnTo>
                <a:lnTo>
                  <a:pt x="0" y="589321"/>
                </a:lnTo>
                <a:lnTo>
                  <a:pt x="0" y="570309"/>
                </a:lnTo>
                <a:lnTo>
                  <a:pt x="0" y="551288"/>
                </a:lnTo>
                <a:lnTo>
                  <a:pt x="0" y="532276"/>
                </a:lnTo>
                <a:lnTo>
                  <a:pt x="0" y="513264"/>
                </a:lnTo>
                <a:lnTo>
                  <a:pt x="0" y="494252"/>
                </a:lnTo>
                <a:lnTo>
                  <a:pt x="0" y="475231"/>
                </a:lnTo>
                <a:lnTo>
                  <a:pt x="0" y="456219"/>
                </a:lnTo>
                <a:lnTo>
                  <a:pt x="0" y="437207"/>
                </a:lnTo>
                <a:lnTo>
                  <a:pt x="0" y="418195"/>
                </a:lnTo>
                <a:lnTo>
                  <a:pt x="0" y="399174"/>
                </a:lnTo>
                <a:lnTo>
                  <a:pt x="0" y="380162"/>
                </a:lnTo>
                <a:lnTo>
                  <a:pt x="0" y="361150"/>
                </a:lnTo>
                <a:lnTo>
                  <a:pt x="0" y="342138"/>
                </a:lnTo>
                <a:lnTo>
                  <a:pt x="0" y="323126"/>
                </a:lnTo>
                <a:lnTo>
                  <a:pt x="0" y="304105"/>
                </a:lnTo>
                <a:lnTo>
                  <a:pt x="0" y="285093"/>
                </a:lnTo>
                <a:lnTo>
                  <a:pt x="0" y="266081"/>
                </a:lnTo>
                <a:lnTo>
                  <a:pt x="0" y="247069"/>
                </a:lnTo>
                <a:lnTo>
                  <a:pt x="0" y="228048"/>
                </a:lnTo>
                <a:lnTo>
                  <a:pt x="0" y="209036"/>
                </a:lnTo>
                <a:lnTo>
                  <a:pt x="0" y="190024"/>
                </a:lnTo>
                <a:lnTo>
                  <a:pt x="6296" y="175584"/>
                </a:lnTo>
                <a:lnTo>
                  <a:pt x="24384" y="169736"/>
                </a:lnTo>
                <a:lnTo>
                  <a:pt x="42472" y="163878"/>
                </a:lnTo>
                <a:lnTo>
                  <a:pt x="60569" y="158029"/>
                </a:lnTo>
                <a:lnTo>
                  <a:pt x="78657" y="152171"/>
                </a:lnTo>
                <a:lnTo>
                  <a:pt x="96745" y="146323"/>
                </a:lnTo>
                <a:lnTo>
                  <a:pt x="114843" y="140465"/>
                </a:lnTo>
                <a:lnTo>
                  <a:pt x="132931" y="134617"/>
                </a:lnTo>
                <a:lnTo>
                  <a:pt x="151019" y="128768"/>
                </a:lnTo>
                <a:lnTo>
                  <a:pt x="169107" y="122911"/>
                </a:lnTo>
                <a:lnTo>
                  <a:pt x="187204" y="117062"/>
                </a:lnTo>
                <a:lnTo>
                  <a:pt x="205292" y="111204"/>
                </a:lnTo>
                <a:lnTo>
                  <a:pt x="223380" y="105356"/>
                </a:lnTo>
                <a:lnTo>
                  <a:pt x="241478" y="99498"/>
                </a:lnTo>
                <a:lnTo>
                  <a:pt x="259566" y="93650"/>
                </a:lnTo>
                <a:lnTo>
                  <a:pt x="277654" y="87792"/>
                </a:lnTo>
                <a:lnTo>
                  <a:pt x="295751" y="81944"/>
                </a:lnTo>
                <a:lnTo>
                  <a:pt x="313839" y="76086"/>
                </a:lnTo>
                <a:lnTo>
                  <a:pt x="331927" y="70237"/>
                </a:lnTo>
                <a:lnTo>
                  <a:pt x="350015" y="64379"/>
                </a:lnTo>
                <a:lnTo>
                  <a:pt x="368113" y="58531"/>
                </a:lnTo>
                <a:lnTo>
                  <a:pt x="386201" y="52673"/>
                </a:lnTo>
                <a:lnTo>
                  <a:pt x="404289" y="46825"/>
                </a:lnTo>
                <a:lnTo>
                  <a:pt x="422386" y="40967"/>
                </a:lnTo>
                <a:lnTo>
                  <a:pt x="440474" y="35119"/>
                </a:lnTo>
                <a:lnTo>
                  <a:pt x="458562" y="29261"/>
                </a:lnTo>
                <a:lnTo>
                  <a:pt x="476660" y="23412"/>
                </a:lnTo>
                <a:lnTo>
                  <a:pt x="494748" y="17555"/>
                </a:lnTo>
                <a:lnTo>
                  <a:pt x="512836" y="11706"/>
                </a:lnTo>
                <a:lnTo>
                  <a:pt x="530924" y="5848"/>
                </a:lnTo>
                <a:lnTo>
                  <a:pt x="549021" y="0"/>
                </a:lnTo>
                <a:lnTo>
                  <a:pt x="550545" y="16916"/>
                </a:lnTo>
                <a:lnTo>
                  <a:pt x="550545" y="35928"/>
                </a:lnTo>
                <a:lnTo>
                  <a:pt x="550545" y="54940"/>
                </a:lnTo>
                <a:lnTo>
                  <a:pt x="550545" y="73962"/>
                </a:lnTo>
                <a:lnTo>
                  <a:pt x="550545" y="92974"/>
                </a:lnTo>
                <a:lnTo>
                  <a:pt x="550545" y="111985"/>
                </a:lnTo>
                <a:lnTo>
                  <a:pt x="550545" y="130997"/>
                </a:lnTo>
                <a:lnTo>
                  <a:pt x="550545" y="150019"/>
                </a:lnTo>
                <a:lnTo>
                  <a:pt x="550545" y="169031"/>
                </a:lnTo>
                <a:lnTo>
                  <a:pt x="550545" y="188043"/>
                </a:lnTo>
                <a:lnTo>
                  <a:pt x="550545" y="207054"/>
                </a:lnTo>
                <a:lnTo>
                  <a:pt x="550545" y="226066"/>
                </a:lnTo>
                <a:lnTo>
                  <a:pt x="550545" y="245088"/>
                </a:lnTo>
                <a:lnTo>
                  <a:pt x="550545" y="264100"/>
                </a:lnTo>
                <a:lnTo>
                  <a:pt x="550545" y="283112"/>
                </a:lnTo>
                <a:lnTo>
                  <a:pt x="550545" y="302123"/>
                </a:lnTo>
                <a:lnTo>
                  <a:pt x="550545" y="321145"/>
                </a:lnTo>
                <a:lnTo>
                  <a:pt x="550545" y="340157"/>
                </a:lnTo>
                <a:lnTo>
                  <a:pt x="550545" y="359169"/>
                </a:lnTo>
                <a:lnTo>
                  <a:pt x="550545" y="378181"/>
                </a:lnTo>
                <a:lnTo>
                  <a:pt x="550545" y="397202"/>
                </a:lnTo>
                <a:lnTo>
                  <a:pt x="550545" y="416214"/>
                </a:lnTo>
                <a:lnTo>
                  <a:pt x="550545" y="435226"/>
                </a:lnTo>
                <a:lnTo>
                  <a:pt x="550545" y="454238"/>
                </a:lnTo>
                <a:lnTo>
                  <a:pt x="550545" y="473250"/>
                </a:lnTo>
                <a:lnTo>
                  <a:pt x="550250" y="492061"/>
                </a:lnTo>
                <a:lnTo>
                  <a:pt x="532495" y="498881"/>
                </a:lnTo>
                <a:lnTo>
                  <a:pt x="514750" y="505701"/>
                </a:lnTo>
                <a:lnTo>
                  <a:pt x="496995" y="512512"/>
                </a:lnTo>
                <a:lnTo>
                  <a:pt x="479250" y="519332"/>
                </a:lnTo>
                <a:lnTo>
                  <a:pt x="461496" y="526151"/>
                </a:lnTo>
                <a:lnTo>
                  <a:pt x="443751" y="532971"/>
                </a:lnTo>
                <a:lnTo>
                  <a:pt x="425996" y="539782"/>
                </a:lnTo>
                <a:lnTo>
                  <a:pt x="408251" y="546602"/>
                </a:lnTo>
                <a:lnTo>
                  <a:pt x="390496" y="553422"/>
                </a:lnTo>
                <a:lnTo>
                  <a:pt x="372751" y="560241"/>
                </a:lnTo>
                <a:lnTo>
                  <a:pt x="354997" y="567052"/>
                </a:lnTo>
                <a:lnTo>
                  <a:pt x="337252" y="573872"/>
                </a:lnTo>
                <a:lnTo>
                  <a:pt x="319497" y="580692"/>
                </a:lnTo>
                <a:lnTo>
                  <a:pt x="301752" y="587512"/>
                </a:lnTo>
                <a:lnTo>
                  <a:pt x="283997" y="594322"/>
                </a:lnTo>
                <a:lnTo>
                  <a:pt x="266252" y="601142"/>
                </a:lnTo>
                <a:lnTo>
                  <a:pt x="248498" y="607962"/>
                </a:lnTo>
                <a:lnTo>
                  <a:pt x="230753" y="614782"/>
                </a:lnTo>
                <a:lnTo>
                  <a:pt x="212998" y="621592"/>
                </a:lnTo>
                <a:lnTo>
                  <a:pt x="195253" y="628412"/>
                </a:lnTo>
                <a:lnTo>
                  <a:pt x="177498" y="635232"/>
                </a:lnTo>
                <a:lnTo>
                  <a:pt x="159753" y="642042"/>
                </a:lnTo>
                <a:lnTo>
                  <a:pt x="141999" y="648862"/>
                </a:lnTo>
                <a:lnTo>
                  <a:pt x="124254" y="655682"/>
                </a:lnTo>
                <a:lnTo>
                  <a:pt x="106499" y="662502"/>
                </a:lnTo>
                <a:lnTo>
                  <a:pt x="88754" y="669312"/>
                </a:lnTo>
                <a:lnTo>
                  <a:pt x="70999" y="676132"/>
                </a:lnTo>
                <a:lnTo>
                  <a:pt x="53254" y="682952"/>
                </a:lnTo>
                <a:lnTo>
                  <a:pt x="35500" y="689772"/>
                </a:lnTo>
                <a:lnTo>
                  <a:pt x="17745" y="696582"/>
                </a:lnTo>
                <a:lnTo>
                  <a:pt x="0" y="703402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4283AB92-37C9-48FC-927E-92444A81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5252085"/>
            <a:ext cx="2638920" cy="211455"/>
          </a:xfrm>
          <a:custGeom xmlns:a="http://schemas.openxmlformats.org/drawingml/2006/main">
            <a:pathLst>
              <a:path w="2638920" h="211455">
                <a:moveTo>
                  <a:pt x="0" y="211455"/>
                </a:moveTo>
                <a:lnTo>
                  <a:pt x="22317" y="211455"/>
                </a:lnTo>
                <a:lnTo>
                  <a:pt x="44634" y="211455"/>
                </a:lnTo>
                <a:lnTo>
                  <a:pt x="66951" y="211455"/>
                </a:lnTo>
                <a:lnTo>
                  <a:pt x="89259" y="211455"/>
                </a:lnTo>
                <a:lnTo>
                  <a:pt x="111576" y="211455"/>
                </a:lnTo>
                <a:lnTo>
                  <a:pt x="133893" y="211455"/>
                </a:lnTo>
                <a:lnTo>
                  <a:pt x="156210" y="211455"/>
                </a:lnTo>
                <a:lnTo>
                  <a:pt x="178527" y="211455"/>
                </a:lnTo>
                <a:lnTo>
                  <a:pt x="200844" y="211455"/>
                </a:lnTo>
                <a:lnTo>
                  <a:pt x="223161" y="211455"/>
                </a:lnTo>
                <a:lnTo>
                  <a:pt x="245478" y="211455"/>
                </a:lnTo>
                <a:lnTo>
                  <a:pt x="267786" y="211455"/>
                </a:lnTo>
                <a:lnTo>
                  <a:pt x="290103" y="211455"/>
                </a:lnTo>
                <a:lnTo>
                  <a:pt x="312420" y="211455"/>
                </a:lnTo>
                <a:lnTo>
                  <a:pt x="334737" y="211455"/>
                </a:lnTo>
                <a:lnTo>
                  <a:pt x="357054" y="211455"/>
                </a:lnTo>
                <a:lnTo>
                  <a:pt x="379371" y="211455"/>
                </a:lnTo>
                <a:lnTo>
                  <a:pt x="401688" y="211455"/>
                </a:lnTo>
                <a:lnTo>
                  <a:pt x="423996" y="211455"/>
                </a:lnTo>
                <a:lnTo>
                  <a:pt x="446313" y="211455"/>
                </a:lnTo>
                <a:lnTo>
                  <a:pt x="468630" y="211455"/>
                </a:lnTo>
                <a:lnTo>
                  <a:pt x="490947" y="211455"/>
                </a:lnTo>
                <a:lnTo>
                  <a:pt x="513264" y="211455"/>
                </a:lnTo>
                <a:lnTo>
                  <a:pt x="535581" y="211455"/>
                </a:lnTo>
                <a:lnTo>
                  <a:pt x="557898" y="211455"/>
                </a:lnTo>
                <a:lnTo>
                  <a:pt x="580215" y="211455"/>
                </a:lnTo>
                <a:lnTo>
                  <a:pt x="602523" y="211455"/>
                </a:lnTo>
                <a:lnTo>
                  <a:pt x="624840" y="211455"/>
                </a:lnTo>
                <a:lnTo>
                  <a:pt x="647157" y="211455"/>
                </a:lnTo>
                <a:lnTo>
                  <a:pt x="669474" y="211455"/>
                </a:lnTo>
                <a:lnTo>
                  <a:pt x="691791" y="211455"/>
                </a:lnTo>
                <a:lnTo>
                  <a:pt x="714108" y="211455"/>
                </a:lnTo>
                <a:lnTo>
                  <a:pt x="736425" y="211455"/>
                </a:lnTo>
                <a:lnTo>
                  <a:pt x="758742" y="211455"/>
                </a:lnTo>
                <a:lnTo>
                  <a:pt x="781050" y="211455"/>
                </a:lnTo>
                <a:lnTo>
                  <a:pt x="803367" y="211455"/>
                </a:lnTo>
                <a:lnTo>
                  <a:pt x="825684" y="211455"/>
                </a:lnTo>
                <a:lnTo>
                  <a:pt x="848001" y="211455"/>
                </a:lnTo>
                <a:lnTo>
                  <a:pt x="870318" y="211455"/>
                </a:lnTo>
                <a:lnTo>
                  <a:pt x="892635" y="211455"/>
                </a:lnTo>
                <a:lnTo>
                  <a:pt x="914952" y="211455"/>
                </a:lnTo>
                <a:lnTo>
                  <a:pt x="937260" y="211455"/>
                </a:lnTo>
                <a:lnTo>
                  <a:pt x="959577" y="211455"/>
                </a:lnTo>
                <a:lnTo>
                  <a:pt x="981894" y="211455"/>
                </a:lnTo>
                <a:lnTo>
                  <a:pt x="1004211" y="211455"/>
                </a:lnTo>
                <a:lnTo>
                  <a:pt x="1026528" y="211455"/>
                </a:lnTo>
                <a:lnTo>
                  <a:pt x="1048845" y="211455"/>
                </a:lnTo>
                <a:lnTo>
                  <a:pt x="1071162" y="211455"/>
                </a:lnTo>
                <a:lnTo>
                  <a:pt x="1093480" y="211455"/>
                </a:lnTo>
                <a:lnTo>
                  <a:pt x="1115787" y="211455"/>
                </a:lnTo>
                <a:lnTo>
                  <a:pt x="1138104" y="211455"/>
                </a:lnTo>
                <a:lnTo>
                  <a:pt x="1160421" y="211455"/>
                </a:lnTo>
                <a:lnTo>
                  <a:pt x="1182738" y="211455"/>
                </a:lnTo>
                <a:lnTo>
                  <a:pt x="1205055" y="211455"/>
                </a:lnTo>
                <a:lnTo>
                  <a:pt x="1227372" y="211455"/>
                </a:lnTo>
                <a:lnTo>
                  <a:pt x="1249690" y="211455"/>
                </a:lnTo>
                <a:lnTo>
                  <a:pt x="1271997" y="211455"/>
                </a:lnTo>
                <a:lnTo>
                  <a:pt x="1294314" y="211455"/>
                </a:lnTo>
                <a:lnTo>
                  <a:pt x="1316631" y="211455"/>
                </a:lnTo>
                <a:lnTo>
                  <a:pt x="1338948" y="211455"/>
                </a:lnTo>
                <a:lnTo>
                  <a:pt x="1361265" y="211455"/>
                </a:lnTo>
                <a:lnTo>
                  <a:pt x="1383582" y="211455"/>
                </a:lnTo>
                <a:lnTo>
                  <a:pt x="1405900" y="211455"/>
                </a:lnTo>
                <a:lnTo>
                  <a:pt x="1428217" y="211455"/>
                </a:lnTo>
                <a:lnTo>
                  <a:pt x="1450524" y="211455"/>
                </a:lnTo>
                <a:lnTo>
                  <a:pt x="1472841" y="211455"/>
                </a:lnTo>
                <a:lnTo>
                  <a:pt x="1495158" y="211455"/>
                </a:lnTo>
                <a:lnTo>
                  <a:pt x="1517475" y="211455"/>
                </a:lnTo>
                <a:lnTo>
                  <a:pt x="1539792" y="211455"/>
                </a:lnTo>
                <a:lnTo>
                  <a:pt x="1562110" y="211455"/>
                </a:lnTo>
                <a:lnTo>
                  <a:pt x="1584427" y="211455"/>
                </a:lnTo>
                <a:lnTo>
                  <a:pt x="1606744" y="211455"/>
                </a:lnTo>
                <a:lnTo>
                  <a:pt x="1629051" y="211455"/>
                </a:lnTo>
                <a:lnTo>
                  <a:pt x="1651368" y="211455"/>
                </a:lnTo>
                <a:lnTo>
                  <a:pt x="1673685" y="211455"/>
                </a:lnTo>
                <a:lnTo>
                  <a:pt x="1696002" y="211455"/>
                </a:lnTo>
                <a:lnTo>
                  <a:pt x="1718320" y="211455"/>
                </a:lnTo>
                <a:lnTo>
                  <a:pt x="1740637" y="211455"/>
                </a:lnTo>
                <a:lnTo>
                  <a:pt x="1762954" y="211455"/>
                </a:lnTo>
                <a:lnTo>
                  <a:pt x="1785261" y="211455"/>
                </a:lnTo>
                <a:lnTo>
                  <a:pt x="1807578" y="211455"/>
                </a:lnTo>
                <a:lnTo>
                  <a:pt x="1829895" y="211455"/>
                </a:lnTo>
                <a:lnTo>
                  <a:pt x="1852212" y="211455"/>
                </a:lnTo>
                <a:lnTo>
                  <a:pt x="1874530" y="211455"/>
                </a:lnTo>
                <a:lnTo>
                  <a:pt x="1896847" y="211455"/>
                </a:lnTo>
                <a:lnTo>
                  <a:pt x="1919164" y="211455"/>
                </a:lnTo>
                <a:lnTo>
                  <a:pt x="1941481" y="211455"/>
                </a:lnTo>
                <a:lnTo>
                  <a:pt x="1963788" y="211455"/>
                </a:lnTo>
                <a:lnTo>
                  <a:pt x="1986105" y="211455"/>
                </a:lnTo>
                <a:lnTo>
                  <a:pt x="2008422" y="211455"/>
                </a:lnTo>
                <a:lnTo>
                  <a:pt x="2030740" y="211455"/>
                </a:lnTo>
                <a:lnTo>
                  <a:pt x="2053057" y="211455"/>
                </a:lnTo>
                <a:lnTo>
                  <a:pt x="2075374" y="211455"/>
                </a:lnTo>
                <a:lnTo>
                  <a:pt x="2097291" y="209302"/>
                </a:lnTo>
                <a:lnTo>
                  <a:pt x="2118122" y="201301"/>
                </a:lnTo>
                <a:lnTo>
                  <a:pt x="2138953" y="193300"/>
                </a:lnTo>
                <a:lnTo>
                  <a:pt x="2159784" y="185299"/>
                </a:lnTo>
                <a:lnTo>
                  <a:pt x="2180615" y="177298"/>
                </a:lnTo>
                <a:lnTo>
                  <a:pt x="2201447" y="169297"/>
                </a:lnTo>
                <a:lnTo>
                  <a:pt x="2222278" y="161296"/>
                </a:lnTo>
                <a:lnTo>
                  <a:pt x="2243109" y="153295"/>
                </a:lnTo>
                <a:lnTo>
                  <a:pt x="2263950" y="145294"/>
                </a:lnTo>
                <a:lnTo>
                  <a:pt x="2284781" y="137293"/>
                </a:lnTo>
                <a:lnTo>
                  <a:pt x="2305612" y="129292"/>
                </a:lnTo>
                <a:lnTo>
                  <a:pt x="2326443" y="121291"/>
                </a:lnTo>
                <a:lnTo>
                  <a:pt x="2347274" y="113290"/>
                </a:lnTo>
                <a:lnTo>
                  <a:pt x="2368106" y="105289"/>
                </a:lnTo>
                <a:lnTo>
                  <a:pt x="2388937" y="97288"/>
                </a:lnTo>
                <a:lnTo>
                  <a:pt x="2409768" y="89287"/>
                </a:lnTo>
                <a:lnTo>
                  <a:pt x="2430599" y="81286"/>
                </a:lnTo>
                <a:lnTo>
                  <a:pt x="2451430" y="73285"/>
                </a:lnTo>
                <a:lnTo>
                  <a:pt x="2472261" y="65284"/>
                </a:lnTo>
                <a:lnTo>
                  <a:pt x="2493102" y="57283"/>
                </a:lnTo>
                <a:lnTo>
                  <a:pt x="2513933" y="49282"/>
                </a:lnTo>
                <a:lnTo>
                  <a:pt x="2534764" y="41281"/>
                </a:lnTo>
                <a:lnTo>
                  <a:pt x="2555596" y="33280"/>
                </a:lnTo>
                <a:lnTo>
                  <a:pt x="2576427" y="25279"/>
                </a:lnTo>
                <a:lnTo>
                  <a:pt x="2597258" y="17278"/>
                </a:lnTo>
                <a:lnTo>
                  <a:pt x="2618089" y="9277"/>
                </a:lnTo>
                <a:lnTo>
                  <a:pt x="2638920" y="1276"/>
                </a:lnTo>
                <a:lnTo>
                  <a:pt x="2623471" y="0"/>
                </a:lnTo>
                <a:lnTo>
                  <a:pt x="2601154" y="0"/>
                </a:lnTo>
                <a:lnTo>
                  <a:pt x="2578837" y="0"/>
                </a:lnTo>
                <a:lnTo>
                  <a:pt x="2556520" y="0"/>
                </a:lnTo>
                <a:lnTo>
                  <a:pt x="2534202" y="0"/>
                </a:lnTo>
                <a:lnTo>
                  <a:pt x="2511885" y="0"/>
                </a:lnTo>
                <a:lnTo>
                  <a:pt x="2489568" y="0"/>
                </a:lnTo>
                <a:lnTo>
                  <a:pt x="2467261" y="0"/>
                </a:lnTo>
                <a:lnTo>
                  <a:pt x="2444944" y="0"/>
                </a:lnTo>
                <a:lnTo>
                  <a:pt x="2422627" y="0"/>
                </a:lnTo>
                <a:lnTo>
                  <a:pt x="2400310" y="0"/>
                </a:lnTo>
                <a:lnTo>
                  <a:pt x="2377992" y="0"/>
                </a:lnTo>
                <a:lnTo>
                  <a:pt x="2355675" y="0"/>
                </a:lnTo>
                <a:lnTo>
                  <a:pt x="2333358" y="0"/>
                </a:lnTo>
                <a:lnTo>
                  <a:pt x="2311041" y="0"/>
                </a:lnTo>
                <a:lnTo>
                  <a:pt x="2288734" y="0"/>
                </a:lnTo>
                <a:lnTo>
                  <a:pt x="2266417" y="0"/>
                </a:lnTo>
                <a:lnTo>
                  <a:pt x="2244100" y="0"/>
                </a:lnTo>
                <a:lnTo>
                  <a:pt x="2221782" y="0"/>
                </a:lnTo>
                <a:lnTo>
                  <a:pt x="2199465" y="0"/>
                </a:lnTo>
                <a:lnTo>
                  <a:pt x="2177148" y="0"/>
                </a:lnTo>
                <a:lnTo>
                  <a:pt x="2154831" y="0"/>
                </a:lnTo>
                <a:lnTo>
                  <a:pt x="2132524" y="0"/>
                </a:lnTo>
                <a:lnTo>
                  <a:pt x="2110207" y="0"/>
                </a:lnTo>
                <a:lnTo>
                  <a:pt x="2087890" y="0"/>
                </a:lnTo>
                <a:lnTo>
                  <a:pt x="2065572" y="0"/>
                </a:lnTo>
                <a:lnTo>
                  <a:pt x="2043255" y="0"/>
                </a:lnTo>
                <a:lnTo>
                  <a:pt x="2020938" y="0"/>
                </a:lnTo>
                <a:lnTo>
                  <a:pt x="1998621" y="0"/>
                </a:lnTo>
                <a:lnTo>
                  <a:pt x="1976304" y="0"/>
                </a:lnTo>
                <a:lnTo>
                  <a:pt x="1953997" y="0"/>
                </a:lnTo>
                <a:lnTo>
                  <a:pt x="1931680" y="0"/>
                </a:lnTo>
                <a:lnTo>
                  <a:pt x="1909362" y="0"/>
                </a:lnTo>
                <a:lnTo>
                  <a:pt x="1887045" y="0"/>
                </a:lnTo>
                <a:lnTo>
                  <a:pt x="1864728" y="0"/>
                </a:lnTo>
                <a:lnTo>
                  <a:pt x="1842411" y="0"/>
                </a:lnTo>
                <a:lnTo>
                  <a:pt x="1820094" y="0"/>
                </a:lnTo>
                <a:lnTo>
                  <a:pt x="1797787" y="0"/>
                </a:lnTo>
                <a:lnTo>
                  <a:pt x="1775470" y="0"/>
                </a:lnTo>
                <a:lnTo>
                  <a:pt x="1753152" y="0"/>
                </a:lnTo>
                <a:lnTo>
                  <a:pt x="1730835" y="0"/>
                </a:lnTo>
                <a:lnTo>
                  <a:pt x="1708518" y="0"/>
                </a:lnTo>
                <a:lnTo>
                  <a:pt x="1686201" y="0"/>
                </a:lnTo>
                <a:lnTo>
                  <a:pt x="1663884" y="0"/>
                </a:lnTo>
                <a:lnTo>
                  <a:pt x="1641567" y="0"/>
                </a:lnTo>
                <a:lnTo>
                  <a:pt x="1619260" y="0"/>
                </a:lnTo>
                <a:lnTo>
                  <a:pt x="1596942" y="0"/>
                </a:lnTo>
                <a:lnTo>
                  <a:pt x="1574625" y="0"/>
                </a:lnTo>
                <a:lnTo>
                  <a:pt x="1552308" y="0"/>
                </a:lnTo>
                <a:lnTo>
                  <a:pt x="1529991" y="0"/>
                </a:lnTo>
                <a:lnTo>
                  <a:pt x="1507674" y="0"/>
                </a:lnTo>
                <a:lnTo>
                  <a:pt x="1485357" y="0"/>
                </a:lnTo>
                <a:lnTo>
                  <a:pt x="1463040" y="0"/>
                </a:lnTo>
                <a:lnTo>
                  <a:pt x="1440732" y="0"/>
                </a:lnTo>
                <a:lnTo>
                  <a:pt x="1418415" y="0"/>
                </a:lnTo>
                <a:lnTo>
                  <a:pt x="1396098" y="0"/>
                </a:lnTo>
                <a:lnTo>
                  <a:pt x="1373781" y="0"/>
                </a:lnTo>
                <a:lnTo>
                  <a:pt x="1351464" y="0"/>
                </a:lnTo>
                <a:lnTo>
                  <a:pt x="1329147" y="0"/>
                </a:lnTo>
                <a:lnTo>
                  <a:pt x="1306830" y="0"/>
                </a:lnTo>
                <a:lnTo>
                  <a:pt x="1284522" y="0"/>
                </a:lnTo>
                <a:lnTo>
                  <a:pt x="1262205" y="0"/>
                </a:lnTo>
                <a:lnTo>
                  <a:pt x="1239888" y="0"/>
                </a:lnTo>
                <a:lnTo>
                  <a:pt x="1217571" y="0"/>
                </a:lnTo>
                <a:lnTo>
                  <a:pt x="1195254" y="0"/>
                </a:lnTo>
                <a:lnTo>
                  <a:pt x="1172937" y="0"/>
                </a:lnTo>
                <a:lnTo>
                  <a:pt x="1150620" y="0"/>
                </a:lnTo>
                <a:lnTo>
                  <a:pt x="1128303" y="0"/>
                </a:lnTo>
                <a:lnTo>
                  <a:pt x="1105995" y="0"/>
                </a:lnTo>
                <a:lnTo>
                  <a:pt x="1083678" y="0"/>
                </a:lnTo>
                <a:lnTo>
                  <a:pt x="1061361" y="0"/>
                </a:lnTo>
                <a:lnTo>
                  <a:pt x="1039044" y="0"/>
                </a:lnTo>
                <a:lnTo>
                  <a:pt x="1016727" y="0"/>
                </a:lnTo>
                <a:lnTo>
                  <a:pt x="994410" y="0"/>
                </a:lnTo>
                <a:lnTo>
                  <a:pt x="972093" y="0"/>
                </a:lnTo>
                <a:lnTo>
                  <a:pt x="949785" y="0"/>
                </a:lnTo>
                <a:lnTo>
                  <a:pt x="927468" y="0"/>
                </a:lnTo>
                <a:lnTo>
                  <a:pt x="905151" y="0"/>
                </a:lnTo>
                <a:lnTo>
                  <a:pt x="882834" y="0"/>
                </a:lnTo>
                <a:lnTo>
                  <a:pt x="860517" y="0"/>
                </a:lnTo>
                <a:lnTo>
                  <a:pt x="838200" y="0"/>
                </a:lnTo>
                <a:lnTo>
                  <a:pt x="815883" y="0"/>
                </a:lnTo>
                <a:lnTo>
                  <a:pt x="793566" y="0"/>
                </a:lnTo>
                <a:lnTo>
                  <a:pt x="771258" y="0"/>
                </a:lnTo>
                <a:lnTo>
                  <a:pt x="748941" y="0"/>
                </a:lnTo>
                <a:lnTo>
                  <a:pt x="726624" y="0"/>
                </a:lnTo>
                <a:lnTo>
                  <a:pt x="704307" y="0"/>
                </a:lnTo>
                <a:lnTo>
                  <a:pt x="681990" y="0"/>
                </a:lnTo>
                <a:lnTo>
                  <a:pt x="660597" y="6058"/>
                </a:lnTo>
                <a:lnTo>
                  <a:pt x="639289" y="12687"/>
                </a:lnTo>
                <a:lnTo>
                  <a:pt x="617972" y="19307"/>
                </a:lnTo>
                <a:lnTo>
                  <a:pt x="596665" y="25937"/>
                </a:lnTo>
                <a:lnTo>
                  <a:pt x="575358" y="32566"/>
                </a:lnTo>
                <a:lnTo>
                  <a:pt x="554050" y="39186"/>
                </a:lnTo>
                <a:lnTo>
                  <a:pt x="532743" y="45815"/>
                </a:lnTo>
                <a:lnTo>
                  <a:pt x="511426" y="52435"/>
                </a:lnTo>
                <a:lnTo>
                  <a:pt x="490118" y="59065"/>
                </a:lnTo>
                <a:lnTo>
                  <a:pt x="468811" y="65694"/>
                </a:lnTo>
                <a:lnTo>
                  <a:pt x="447504" y="72314"/>
                </a:lnTo>
                <a:lnTo>
                  <a:pt x="426187" y="78943"/>
                </a:lnTo>
                <a:lnTo>
                  <a:pt x="404879" y="85563"/>
                </a:lnTo>
                <a:lnTo>
                  <a:pt x="383572" y="92192"/>
                </a:lnTo>
                <a:lnTo>
                  <a:pt x="362264" y="98822"/>
                </a:lnTo>
                <a:lnTo>
                  <a:pt x="340957" y="105442"/>
                </a:lnTo>
                <a:lnTo>
                  <a:pt x="319640" y="112071"/>
                </a:lnTo>
                <a:lnTo>
                  <a:pt x="298333" y="118701"/>
                </a:lnTo>
                <a:lnTo>
                  <a:pt x="277025" y="125320"/>
                </a:lnTo>
                <a:lnTo>
                  <a:pt x="255718" y="131950"/>
                </a:lnTo>
                <a:lnTo>
                  <a:pt x="234401" y="138570"/>
                </a:lnTo>
                <a:lnTo>
                  <a:pt x="213093" y="145199"/>
                </a:lnTo>
                <a:lnTo>
                  <a:pt x="191786" y="151829"/>
                </a:lnTo>
                <a:lnTo>
                  <a:pt x="170478" y="158448"/>
                </a:lnTo>
                <a:lnTo>
                  <a:pt x="149171" y="165078"/>
                </a:lnTo>
                <a:lnTo>
                  <a:pt x="127854" y="171698"/>
                </a:lnTo>
                <a:lnTo>
                  <a:pt x="106547" y="178327"/>
                </a:lnTo>
                <a:lnTo>
                  <a:pt x="85239" y="184956"/>
                </a:lnTo>
                <a:lnTo>
                  <a:pt x="63932" y="191576"/>
                </a:lnTo>
                <a:lnTo>
                  <a:pt x="42615" y="198206"/>
                </a:lnTo>
                <a:lnTo>
                  <a:pt x="21307" y="204826"/>
                </a:lnTo>
                <a:lnTo>
                  <a:pt x="0" y="21145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7A4614C8-624D-404E-A4A3-614FF3C8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0690" y="5252085"/>
            <a:ext cx="2427923" cy="211455"/>
          </a:xfrm>
          <a:custGeom xmlns:a="http://schemas.openxmlformats.org/drawingml/2006/main">
            <a:pathLst>
              <a:path w="2427923" h="211455">
                <a:moveTo>
                  <a:pt x="0" y="211455"/>
                </a:moveTo>
                <a:lnTo>
                  <a:pt x="18974" y="211455"/>
                </a:lnTo>
                <a:lnTo>
                  <a:pt x="37948" y="211455"/>
                </a:lnTo>
                <a:lnTo>
                  <a:pt x="56921" y="211455"/>
                </a:lnTo>
                <a:lnTo>
                  <a:pt x="75895" y="211455"/>
                </a:lnTo>
                <a:lnTo>
                  <a:pt x="94869" y="211455"/>
                </a:lnTo>
                <a:lnTo>
                  <a:pt x="113843" y="211455"/>
                </a:lnTo>
                <a:lnTo>
                  <a:pt x="132826" y="211455"/>
                </a:lnTo>
                <a:lnTo>
                  <a:pt x="151800" y="211455"/>
                </a:lnTo>
                <a:lnTo>
                  <a:pt x="170774" y="211455"/>
                </a:lnTo>
                <a:lnTo>
                  <a:pt x="189748" y="211455"/>
                </a:lnTo>
                <a:lnTo>
                  <a:pt x="208721" y="211455"/>
                </a:lnTo>
                <a:lnTo>
                  <a:pt x="227695" y="211455"/>
                </a:lnTo>
                <a:lnTo>
                  <a:pt x="246669" y="211455"/>
                </a:lnTo>
                <a:lnTo>
                  <a:pt x="265643" y="211455"/>
                </a:lnTo>
                <a:lnTo>
                  <a:pt x="284617" y="211455"/>
                </a:lnTo>
                <a:lnTo>
                  <a:pt x="303590" y="211455"/>
                </a:lnTo>
                <a:lnTo>
                  <a:pt x="322564" y="211455"/>
                </a:lnTo>
                <a:lnTo>
                  <a:pt x="341538" y="211455"/>
                </a:lnTo>
                <a:lnTo>
                  <a:pt x="360521" y="211455"/>
                </a:lnTo>
                <a:lnTo>
                  <a:pt x="379495" y="211455"/>
                </a:lnTo>
                <a:lnTo>
                  <a:pt x="398469" y="211455"/>
                </a:lnTo>
                <a:lnTo>
                  <a:pt x="417443" y="211455"/>
                </a:lnTo>
                <a:lnTo>
                  <a:pt x="436416" y="211455"/>
                </a:lnTo>
                <a:lnTo>
                  <a:pt x="455390" y="211455"/>
                </a:lnTo>
                <a:lnTo>
                  <a:pt x="474364" y="211455"/>
                </a:lnTo>
                <a:lnTo>
                  <a:pt x="493338" y="211455"/>
                </a:lnTo>
                <a:lnTo>
                  <a:pt x="512312" y="211455"/>
                </a:lnTo>
                <a:lnTo>
                  <a:pt x="531285" y="211455"/>
                </a:lnTo>
                <a:lnTo>
                  <a:pt x="550259" y="211455"/>
                </a:lnTo>
                <a:lnTo>
                  <a:pt x="569233" y="211455"/>
                </a:lnTo>
                <a:lnTo>
                  <a:pt x="588216" y="211455"/>
                </a:lnTo>
                <a:lnTo>
                  <a:pt x="607190" y="211455"/>
                </a:lnTo>
                <a:lnTo>
                  <a:pt x="626164" y="211455"/>
                </a:lnTo>
                <a:lnTo>
                  <a:pt x="645138" y="211455"/>
                </a:lnTo>
                <a:lnTo>
                  <a:pt x="664112" y="211455"/>
                </a:lnTo>
                <a:lnTo>
                  <a:pt x="683085" y="211455"/>
                </a:lnTo>
                <a:lnTo>
                  <a:pt x="702059" y="211455"/>
                </a:lnTo>
                <a:lnTo>
                  <a:pt x="721033" y="211455"/>
                </a:lnTo>
                <a:lnTo>
                  <a:pt x="740007" y="211455"/>
                </a:lnTo>
                <a:lnTo>
                  <a:pt x="758981" y="211455"/>
                </a:lnTo>
                <a:lnTo>
                  <a:pt x="777954" y="211455"/>
                </a:lnTo>
                <a:lnTo>
                  <a:pt x="796928" y="211455"/>
                </a:lnTo>
                <a:lnTo>
                  <a:pt x="815912" y="211455"/>
                </a:lnTo>
                <a:lnTo>
                  <a:pt x="834885" y="211455"/>
                </a:lnTo>
                <a:lnTo>
                  <a:pt x="853859" y="211455"/>
                </a:lnTo>
                <a:lnTo>
                  <a:pt x="872833" y="211455"/>
                </a:lnTo>
                <a:lnTo>
                  <a:pt x="891807" y="211455"/>
                </a:lnTo>
                <a:lnTo>
                  <a:pt x="910781" y="211455"/>
                </a:lnTo>
                <a:lnTo>
                  <a:pt x="929754" y="211455"/>
                </a:lnTo>
                <a:lnTo>
                  <a:pt x="948728" y="211455"/>
                </a:lnTo>
                <a:lnTo>
                  <a:pt x="967702" y="211455"/>
                </a:lnTo>
                <a:lnTo>
                  <a:pt x="986676" y="211455"/>
                </a:lnTo>
                <a:lnTo>
                  <a:pt x="1005650" y="211455"/>
                </a:lnTo>
                <a:lnTo>
                  <a:pt x="1024623" y="211455"/>
                </a:lnTo>
                <a:lnTo>
                  <a:pt x="1043607" y="211455"/>
                </a:lnTo>
                <a:lnTo>
                  <a:pt x="1062580" y="211455"/>
                </a:lnTo>
                <a:lnTo>
                  <a:pt x="1081554" y="211455"/>
                </a:lnTo>
                <a:lnTo>
                  <a:pt x="1100528" y="211455"/>
                </a:lnTo>
                <a:lnTo>
                  <a:pt x="1119502" y="211455"/>
                </a:lnTo>
                <a:lnTo>
                  <a:pt x="1138476" y="211455"/>
                </a:lnTo>
                <a:lnTo>
                  <a:pt x="1157449" y="211455"/>
                </a:lnTo>
                <a:lnTo>
                  <a:pt x="1176423" y="211455"/>
                </a:lnTo>
                <a:lnTo>
                  <a:pt x="1195397" y="211455"/>
                </a:lnTo>
                <a:lnTo>
                  <a:pt x="1214371" y="211455"/>
                </a:lnTo>
                <a:lnTo>
                  <a:pt x="1233345" y="211455"/>
                </a:lnTo>
                <a:lnTo>
                  <a:pt x="1252318" y="211455"/>
                </a:lnTo>
                <a:lnTo>
                  <a:pt x="1271292" y="211455"/>
                </a:lnTo>
                <a:lnTo>
                  <a:pt x="1290276" y="211455"/>
                </a:lnTo>
                <a:lnTo>
                  <a:pt x="1309249" y="211455"/>
                </a:lnTo>
                <a:lnTo>
                  <a:pt x="1328223" y="211455"/>
                </a:lnTo>
                <a:lnTo>
                  <a:pt x="1347197" y="211455"/>
                </a:lnTo>
                <a:lnTo>
                  <a:pt x="1366171" y="211455"/>
                </a:lnTo>
                <a:lnTo>
                  <a:pt x="1385145" y="211455"/>
                </a:lnTo>
                <a:lnTo>
                  <a:pt x="1404118" y="211455"/>
                </a:lnTo>
                <a:lnTo>
                  <a:pt x="1423092" y="211455"/>
                </a:lnTo>
                <a:lnTo>
                  <a:pt x="1442066" y="211455"/>
                </a:lnTo>
                <a:lnTo>
                  <a:pt x="1461040" y="211455"/>
                </a:lnTo>
                <a:lnTo>
                  <a:pt x="1480014" y="211455"/>
                </a:lnTo>
                <a:lnTo>
                  <a:pt x="1498987" y="211455"/>
                </a:lnTo>
                <a:lnTo>
                  <a:pt x="1517971" y="211455"/>
                </a:lnTo>
                <a:lnTo>
                  <a:pt x="1536944" y="211455"/>
                </a:lnTo>
                <a:lnTo>
                  <a:pt x="1555918" y="211455"/>
                </a:lnTo>
                <a:lnTo>
                  <a:pt x="1574892" y="211455"/>
                </a:lnTo>
                <a:lnTo>
                  <a:pt x="1593866" y="211455"/>
                </a:lnTo>
                <a:lnTo>
                  <a:pt x="1612840" y="211455"/>
                </a:lnTo>
                <a:lnTo>
                  <a:pt x="1631813" y="211455"/>
                </a:lnTo>
                <a:lnTo>
                  <a:pt x="1650787" y="211455"/>
                </a:lnTo>
                <a:lnTo>
                  <a:pt x="1669761" y="211455"/>
                </a:lnTo>
                <a:lnTo>
                  <a:pt x="1688735" y="211455"/>
                </a:lnTo>
                <a:lnTo>
                  <a:pt x="1707709" y="211455"/>
                </a:lnTo>
                <a:lnTo>
                  <a:pt x="1726682" y="211455"/>
                </a:lnTo>
                <a:lnTo>
                  <a:pt x="1745666" y="211455"/>
                </a:lnTo>
                <a:lnTo>
                  <a:pt x="1764640" y="211455"/>
                </a:lnTo>
                <a:lnTo>
                  <a:pt x="1783613" y="211455"/>
                </a:lnTo>
                <a:lnTo>
                  <a:pt x="1802587" y="211455"/>
                </a:lnTo>
                <a:lnTo>
                  <a:pt x="1821561" y="211455"/>
                </a:lnTo>
                <a:lnTo>
                  <a:pt x="1840535" y="211455"/>
                </a:lnTo>
                <a:lnTo>
                  <a:pt x="1859509" y="211455"/>
                </a:lnTo>
                <a:lnTo>
                  <a:pt x="1877978" y="208693"/>
                </a:lnTo>
                <a:lnTo>
                  <a:pt x="1895723" y="201968"/>
                </a:lnTo>
                <a:lnTo>
                  <a:pt x="1913458" y="195234"/>
                </a:lnTo>
                <a:lnTo>
                  <a:pt x="1931194" y="188500"/>
                </a:lnTo>
                <a:lnTo>
                  <a:pt x="1948939" y="181766"/>
                </a:lnTo>
                <a:lnTo>
                  <a:pt x="1966674" y="175031"/>
                </a:lnTo>
                <a:lnTo>
                  <a:pt x="1984419" y="168307"/>
                </a:lnTo>
                <a:lnTo>
                  <a:pt x="2002155" y="161573"/>
                </a:lnTo>
                <a:lnTo>
                  <a:pt x="2019900" y="154838"/>
                </a:lnTo>
                <a:lnTo>
                  <a:pt x="2037636" y="148104"/>
                </a:lnTo>
                <a:lnTo>
                  <a:pt x="2055381" y="141380"/>
                </a:lnTo>
                <a:lnTo>
                  <a:pt x="2073116" y="134645"/>
                </a:lnTo>
                <a:lnTo>
                  <a:pt x="2090861" y="127911"/>
                </a:lnTo>
                <a:lnTo>
                  <a:pt x="2108597" y="121177"/>
                </a:lnTo>
                <a:lnTo>
                  <a:pt x="2126342" y="114443"/>
                </a:lnTo>
                <a:lnTo>
                  <a:pt x="2144078" y="107718"/>
                </a:lnTo>
                <a:lnTo>
                  <a:pt x="2161823" y="100984"/>
                </a:lnTo>
                <a:lnTo>
                  <a:pt x="2179558" y="94250"/>
                </a:lnTo>
                <a:lnTo>
                  <a:pt x="2197303" y="87516"/>
                </a:lnTo>
                <a:lnTo>
                  <a:pt x="2215039" y="80782"/>
                </a:lnTo>
                <a:lnTo>
                  <a:pt x="2232784" y="74057"/>
                </a:lnTo>
                <a:lnTo>
                  <a:pt x="2250519" y="67323"/>
                </a:lnTo>
                <a:lnTo>
                  <a:pt x="2268264" y="60589"/>
                </a:lnTo>
                <a:lnTo>
                  <a:pt x="2286000" y="53854"/>
                </a:lnTo>
                <a:lnTo>
                  <a:pt x="2303745" y="47130"/>
                </a:lnTo>
                <a:lnTo>
                  <a:pt x="2321481" y="40396"/>
                </a:lnTo>
                <a:lnTo>
                  <a:pt x="2339226" y="33661"/>
                </a:lnTo>
                <a:lnTo>
                  <a:pt x="2356961" y="26927"/>
                </a:lnTo>
                <a:lnTo>
                  <a:pt x="2374706" y="20193"/>
                </a:lnTo>
                <a:lnTo>
                  <a:pt x="2392442" y="13468"/>
                </a:lnTo>
                <a:lnTo>
                  <a:pt x="2410187" y="6734"/>
                </a:lnTo>
                <a:lnTo>
                  <a:pt x="24279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826D5C9B-34FF-4323-9FC6-1A5B22C0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108" y="5252085"/>
            <a:ext cx="17545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C7F9A87C-69A1-4898-B8ED-64071713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2628" y="4267486"/>
            <a:ext cx="421005" cy="670274"/>
          </a:xfrm>
          <a:custGeom xmlns:a="http://schemas.openxmlformats.org/drawingml/2006/main">
            <a:pathLst>
              <a:path w="421005" h="670274">
                <a:moveTo>
                  <a:pt x="0" y="670274"/>
                </a:moveTo>
                <a:lnTo>
                  <a:pt x="0" y="651262"/>
                </a:lnTo>
                <a:lnTo>
                  <a:pt x="0" y="632250"/>
                </a:lnTo>
                <a:lnTo>
                  <a:pt x="0" y="613248"/>
                </a:lnTo>
                <a:lnTo>
                  <a:pt x="0" y="594236"/>
                </a:lnTo>
                <a:lnTo>
                  <a:pt x="0" y="575224"/>
                </a:lnTo>
                <a:lnTo>
                  <a:pt x="0" y="556222"/>
                </a:lnTo>
                <a:lnTo>
                  <a:pt x="0" y="537210"/>
                </a:lnTo>
                <a:lnTo>
                  <a:pt x="0" y="518198"/>
                </a:lnTo>
                <a:lnTo>
                  <a:pt x="0" y="499196"/>
                </a:lnTo>
                <a:lnTo>
                  <a:pt x="0" y="480184"/>
                </a:lnTo>
                <a:lnTo>
                  <a:pt x="0" y="461172"/>
                </a:lnTo>
                <a:lnTo>
                  <a:pt x="0" y="442160"/>
                </a:lnTo>
                <a:lnTo>
                  <a:pt x="0" y="423158"/>
                </a:lnTo>
                <a:lnTo>
                  <a:pt x="0" y="404146"/>
                </a:lnTo>
                <a:lnTo>
                  <a:pt x="0" y="385134"/>
                </a:lnTo>
                <a:lnTo>
                  <a:pt x="0" y="366131"/>
                </a:lnTo>
                <a:lnTo>
                  <a:pt x="0" y="347120"/>
                </a:lnTo>
                <a:lnTo>
                  <a:pt x="0" y="328108"/>
                </a:lnTo>
                <a:lnTo>
                  <a:pt x="0" y="309096"/>
                </a:lnTo>
                <a:lnTo>
                  <a:pt x="0" y="290093"/>
                </a:lnTo>
                <a:lnTo>
                  <a:pt x="0" y="271082"/>
                </a:lnTo>
                <a:lnTo>
                  <a:pt x="0" y="252070"/>
                </a:lnTo>
                <a:lnTo>
                  <a:pt x="0" y="233067"/>
                </a:lnTo>
                <a:lnTo>
                  <a:pt x="0" y="214055"/>
                </a:lnTo>
                <a:lnTo>
                  <a:pt x="0" y="195043"/>
                </a:lnTo>
                <a:lnTo>
                  <a:pt x="0" y="176041"/>
                </a:lnTo>
                <a:lnTo>
                  <a:pt x="0" y="157029"/>
                </a:lnTo>
                <a:lnTo>
                  <a:pt x="7020" y="143018"/>
                </a:lnTo>
                <a:lnTo>
                  <a:pt x="24984" y="136798"/>
                </a:lnTo>
                <a:lnTo>
                  <a:pt x="42948" y="130578"/>
                </a:lnTo>
                <a:lnTo>
                  <a:pt x="60912" y="124358"/>
                </a:lnTo>
                <a:lnTo>
                  <a:pt x="78867" y="118148"/>
                </a:lnTo>
                <a:lnTo>
                  <a:pt x="96831" y="111928"/>
                </a:lnTo>
                <a:lnTo>
                  <a:pt x="114795" y="105708"/>
                </a:lnTo>
                <a:lnTo>
                  <a:pt x="132759" y="99489"/>
                </a:lnTo>
                <a:lnTo>
                  <a:pt x="150724" y="93269"/>
                </a:lnTo>
                <a:lnTo>
                  <a:pt x="168688" y="87049"/>
                </a:lnTo>
                <a:lnTo>
                  <a:pt x="186652" y="80839"/>
                </a:lnTo>
                <a:lnTo>
                  <a:pt x="204616" y="74619"/>
                </a:lnTo>
                <a:lnTo>
                  <a:pt x="222580" y="68399"/>
                </a:lnTo>
                <a:lnTo>
                  <a:pt x="240544" y="62179"/>
                </a:lnTo>
                <a:lnTo>
                  <a:pt x="258509" y="55959"/>
                </a:lnTo>
                <a:lnTo>
                  <a:pt x="276473" y="49749"/>
                </a:lnTo>
                <a:lnTo>
                  <a:pt x="294427" y="43529"/>
                </a:lnTo>
                <a:lnTo>
                  <a:pt x="312391" y="37309"/>
                </a:lnTo>
                <a:lnTo>
                  <a:pt x="330356" y="31090"/>
                </a:lnTo>
                <a:lnTo>
                  <a:pt x="348320" y="24870"/>
                </a:lnTo>
                <a:lnTo>
                  <a:pt x="366284" y="18650"/>
                </a:lnTo>
                <a:lnTo>
                  <a:pt x="384248" y="12440"/>
                </a:lnTo>
                <a:lnTo>
                  <a:pt x="402212" y="6220"/>
                </a:lnTo>
                <a:lnTo>
                  <a:pt x="420176" y="0"/>
                </a:lnTo>
                <a:lnTo>
                  <a:pt x="421005" y="17840"/>
                </a:lnTo>
                <a:lnTo>
                  <a:pt x="421005" y="36852"/>
                </a:lnTo>
                <a:lnTo>
                  <a:pt x="421005" y="55864"/>
                </a:lnTo>
                <a:lnTo>
                  <a:pt x="421005" y="74867"/>
                </a:lnTo>
                <a:lnTo>
                  <a:pt x="421005" y="93878"/>
                </a:lnTo>
                <a:lnTo>
                  <a:pt x="421005" y="112890"/>
                </a:lnTo>
                <a:lnTo>
                  <a:pt x="421005" y="131902"/>
                </a:lnTo>
                <a:lnTo>
                  <a:pt x="421005" y="150905"/>
                </a:lnTo>
                <a:lnTo>
                  <a:pt x="421005" y="169916"/>
                </a:lnTo>
                <a:lnTo>
                  <a:pt x="421005" y="188928"/>
                </a:lnTo>
                <a:lnTo>
                  <a:pt x="421005" y="207931"/>
                </a:lnTo>
                <a:lnTo>
                  <a:pt x="421005" y="226943"/>
                </a:lnTo>
                <a:lnTo>
                  <a:pt x="421005" y="245955"/>
                </a:lnTo>
                <a:lnTo>
                  <a:pt x="421005" y="264966"/>
                </a:lnTo>
                <a:lnTo>
                  <a:pt x="421005" y="283969"/>
                </a:lnTo>
                <a:lnTo>
                  <a:pt x="421005" y="302981"/>
                </a:lnTo>
                <a:lnTo>
                  <a:pt x="421005" y="321993"/>
                </a:lnTo>
                <a:lnTo>
                  <a:pt x="421005" y="340995"/>
                </a:lnTo>
                <a:lnTo>
                  <a:pt x="421005" y="360007"/>
                </a:lnTo>
                <a:lnTo>
                  <a:pt x="421005" y="379019"/>
                </a:lnTo>
                <a:lnTo>
                  <a:pt x="421005" y="398021"/>
                </a:lnTo>
                <a:lnTo>
                  <a:pt x="421005" y="417033"/>
                </a:lnTo>
                <a:lnTo>
                  <a:pt x="421005" y="436045"/>
                </a:lnTo>
                <a:lnTo>
                  <a:pt x="421005" y="455057"/>
                </a:lnTo>
                <a:lnTo>
                  <a:pt x="421005" y="474059"/>
                </a:lnTo>
                <a:lnTo>
                  <a:pt x="420157" y="492509"/>
                </a:lnTo>
                <a:lnTo>
                  <a:pt x="402660" y="499920"/>
                </a:lnTo>
                <a:lnTo>
                  <a:pt x="385153" y="507330"/>
                </a:lnTo>
                <a:lnTo>
                  <a:pt x="367646" y="514731"/>
                </a:lnTo>
                <a:lnTo>
                  <a:pt x="350139" y="522141"/>
                </a:lnTo>
                <a:lnTo>
                  <a:pt x="332632" y="529542"/>
                </a:lnTo>
                <a:lnTo>
                  <a:pt x="315125" y="536953"/>
                </a:lnTo>
                <a:lnTo>
                  <a:pt x="297618" y="544363"/>
                </a:lnTo>
                <a:lnTo>
                  <a:pt x="280111" y="551764"/>
                </a:lnTo>
                <a:lnTo>
                  <a:pt x="262604" y="559175"/>
                </a:lnTo>
                <a:lnTo>
                  <a:pt x="245097" y="566576"/>
                </a:lnTo>
                <a:lnTo>
                  <a:pt x="227590" y="573986"/>
                </a:lnTo>
                <a:lnTo>
                  <a:pt x="210083" y="581396"/>
                </a:lnTo>
                <a:lnTo>
                  <a:pt x="192576" y="588797"/>
                </a:lnTo>
                <a:lnTo>
                  <a:pt x="175070" y="596208"/>
                </a:lnTo>
                <a:lnTo>
                  <a:pt x="157563" y="603609"/>
                </a:lnTo>
                <a:lnTo>
                  <a:pt x="140056" y="611019"/>
                </a:lnTo>
                <a:lnTo>
                  <a:pt x="122549" y="618430"/>
                </a:lnTo>
                <a:lnTo>
                  <a:pt x="105042" y="625831"/>
                </a:lnTo>
                <a:lnTo>
                  <a:pt x="87535" y="633241"/>
                </a:lnTo>
                <a:lnTo>
                  <a:pt x="70028" y="640642"/>
                </a:lnTo>
                <a:lnTo>
                  <a:pt x="52521" y="648052"/>
                </a:lnTo>
                <a:lnTo>
                  <a:pt x="35014" y="655463"/>
                </a:lnTo>
                <a:lnTo>
                  <a:pt x="17507" y="662864"/>
                </a:lnTo>
                <a:lnTo>
                  <a:pt x="0" y="670274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8AD373FD-3F20-4D4F-BE68-5D0E82EF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1890" y="4759643"/>
            <a:ext cx="2508047" cy="178118"/>
          </a:xfrm>
          <a:custGeom xmlns:a="http://schemas.openxmlformats.org/drawingml/2006/main">
            <a:pathLst>
              <a:path w="2508047" h="178118">
                <a:moveTo>
                  <a:pt x="0" y="178118"/>
                </a:moveTo>
                <a:lnTo>
                  <a:pt x="21203" y="178118"/>
                </a:lnTo>
                <a:lnTo>
                  <a:pt x="42396" y="178118"/>
                </a:lnTo>
                <a:lnTo>
                  <a:pt x="63598" y="178118"/>
                </a:lnTo>
                <a:lnTo>
                  <a:pt x="84792" y="178118"/>
                </a:lnTo>
                <a:lnTo>
                  <a:pt x="105994" y="178118"/>
                </a:lnTo>
                <a:lnTo>
                  <a:pt x="127197" y="178118"/>
                </a:lnTo>
                <a:lnTo>
                  <a:pt x="148390" y="178118"/>
                </a:lnTo>
                <a:lnTo>
                  <a:pt x="169593" y="178118"/>
                </a:lnTo>
                <a:lnTo>
                  <a:pt x="190786" y="178118"/>
                </a:lnTo>
                <a:lnTo>
                  <a:pt x="211988" y="178118"/>
                </a:lnTo>
                <a:lnTo>
                  <a:pt x="233191" y="178118"/>
                </a:lnTo>
                <a:lnTo>
                  <a:pt x="254384" y="178118"/>
                </a:lnTo>
                <a:lnTo>
                  <a:pt x="275587" y="178118"/>
                </a:lnTo>
                <a:lnTo>
                  <a:pt x="296780" y="178118"/>
                </a:lnTo>
                <a:lnTo>
                  <a:pt x="317983" y="178118"/>
                </a:lnTo>
                <a:lnTo>
                  <a:pt x="339185" y="178118"/>
                </a:lnTo>
                <a:lnTo>
                  <a:pt x="360378" y="178118"/>
                </a:lnTo>
                <a:lnTo>
                  <a:pt x="381581" y="178118"/>
                </a:lnTo>
                <a:lnTo>
                  <a:pt x="402774" y="178118"/>
                </a:lnTo>
                <a:lnTo>
                  <a:pt x="423977" y="178118"/>
                </a:lnTo>
                <a:lnTo>
                  <a:pt x="445170" y="178118"/>
                </a:lnTo>
                <a:lnTo>
                  <a:pt x="466373" y="178118"/>
                </a:lnTo>
                <a:lnTo>
                  <a:pt x="487575" y="178118"/>
                </a:lnTo>
                <a:lnTo>
                  <a:pt x="508768" y="178118"/>
                </a:lnTo>
                <a:lnTo>
                  <a:pt x="529971" y="178118"/>
                </a:lnTo>
                <a:lnTo>
                  <a:pt x="551164" y="178118"/>
                </a:lnTo>
                <a:lnTo>
                  <a:pt x="572367" y="178118"/>
                </a:lnTo>
                <a:lnTo>
                  <a:pt x="593569" y="178118"/>
                </a:lnTo>
                <a:lnTo>
                  <a:pt x="614763" y="178118"/>
                </a:lnTo>
                <a:lnTo>
                  <a:pt x="635965" y="178118"/>
                </a:lnTo>
                <a:lnTo>
                  <a:pt x="657158" y="178118"/>
                </a:lnTo>
                <a:lnTo>
                  <a:pt x="678361" y="178118"/>
                </a:lnTo>
                <a:lnTo>
                  <a:pt x="699564" y="178118"/>
                </a:lnTo>
                <a:lnTo>
                  <a:pt x="720757" y="178118"/>
                </a:lnTo>
                <a:lnTo>
                  <a:pt x="741959" y="178118"/>
                </a:lnTo>
                <a:lnTo>
                  <a:pt x="763153" y="178118"/>
                </a:lnTo>
                <a:lnTo>
                  <a:pt x="784355" y="178118"/>
                </a:lnTo>
                <a:lnTo>
                  <a:pt x="805558" y="178118"/>
                </a:lnTo>
                <a:lnTo>
                  <a:pt x="826751" y="178118"/>
                </a:lnTo>
                <a:lnTo>
                  <a:pt x="847954" y="178118"/>
                </a:lnTo>
                <a:lnTo>
                  <a:pt x="869147" y="178118"/>
                </a:lnTo>
                <a:lnTo>
                  <a:pt x="890349" y="178118"/>
                </a:lnTo>
                <a:lnTo>
                  <a:pt x="911552" y="178118"/>
                </a:lnTo>
                <a:lnTo>
                  <a:pt x="932745" y="178118"/>
                </a:lnTo>
                <a:lnTo>
                  <a:pt x="953948" y="178118"/>
                </a:lnTo>
                <a:lnTo>
                  <a:pt x="975141" y="178118"/>
                </a:lnTo>
                <a:lnTo>
                  <a:pt x="996344" y="178118"/>
                </a:lnTo>
                <a:lnTo>
                  <a:pt x="1017546" y="178118"/>
                </a:lnTo>
                <a:lnTo>
                  <a:pt x="1038739" y="178118"/>
                </a:lnTo>
                <a:lnTo>
                  <a:pt x="1059942" y="178118"/>
                </a:lnTo>
                <a:lnTo>
                  <a:pt x="1081135" y="178118"/>
                </a:lnTo>
                <a:lnTo>
                  <a:pt x="1102338" y="178118"/>
                </a:lnTo>
                <a:lnTo>
                  <a:pt x="1123540" y="178118"/>
                </a:lnTo>
                <a:lnTo>
                  <a:pt x="1144734" y="178118"/>
                </a:lnTo>
                <a:lnTo>
                  <a:pt x="1165936" y="178118"/>
                </a:lnTo>
                <a:lnTo>
                  <a:pt x="1187129" y="178118"/>
                </a:lnTo>
                <a:lnTo>
                  <a:pt x="1208332" y="178118"/>
                </a:lnTo>
                <a:lnTo>
                  <a:pt x="1229535" y="178118"/>
                </a:lnTo>
                <a:lnTo>
                  <a:pt x="1250728" y="178118"/>
                </a:lnTo>
                <a:lnTo>
                  <a:pt x="1271930" y="178118"/>
                </a:lnTo>
                <a:lnTo>
                  <a:pt x="1293124" y="178118"/>
                </a:lnTo>
                <a:lnTo>
                  <a:pt x="1314326" y="178118"/>
                </a:lnTo>
                <a:lnTo>
                  <a:pt x="1335519" y="178118"/>
                </a:lnTo>
                <a:lnTo>
                  <a:pt x="1356722" y="178118"/>
                </a:lnTo>
                <a:lnTo>
                  <a:pt x="1377925" y="178118"/>
                </a:lnTo>
                <a:lnTo>
                  <a:pt x="1399118" y="178118"/>
                </a:lnTo>
                <a:lnTo>
                  <a:pt x="1420320" y="178118"/>
                </a:lnTo>
                <a:lnTo>
                  <a:pt x="1441514" y="178118"/>
                </a:lnTo>
                <a:lnTo>
                  <a:pt x="1462716" y="178118"/>
                </a:lnTo>
                <a:lnTo>
                  <a:pt x="1483919" y="178118"/>
                </a:lnTo>
                <a:lnTo>
                  <a:pt x="1505112" y="178118"/>
                </a:lnTo>
                <a:lnTo>
                  <a:pt x="1526315" y="178118"/>
                </a:lnTo>
                <a:lnTo>
                  <a:pt x="1547508" y="178118"/>
                </a:lnTo>
                <a:lnTo>
                  <a:pt x="1568710" y="178118"/>
                </a:lnTo>
                <a:lnTo>
                  <a:pt x="1589913" y="178118"/>
                </a:lnTo>
                <a:lnTo>
                  <a:pt x="1611106" y="178118"/>
                </a:lnTo>
                <a:lnTo>
                  <a:pt x="1632309" y="178118"/>
                </a:lnTo>
                <a:lnTo>
                  <a:pt x="1653502" y="178118"/>
                </a:lnTo>
                <a:lnTo>
                  <a:pt x="1674705" y="178118"/>
                </a:lnTo>
                <a:lnTo>
                  <a:pt x="1695907" y="178118"/>
                </a:lnTo>
                <a:lnTo>
                  <a:pt x="1717100" y="178118"/>
                </a:lnTo>
                <a:lnTo>
                  <a:pt x="1738303" y="178118"/>
                </a:lnTo>
                <a:lnTo>
                  <a:pt x="1759496" y="178118"/>
                </a:lnTo>
                <a:lnTo>
                  <a:pt x="1780699" y="178118"/>
                </a:lnTo>
                <a:lnTo>
                  <a:pt x="1801901" y="178118"/>
                </a:lnTo>
                <a:lnTo>
                  <a:pt x="1823095" y="178118"/>
                </a:lnTo>
                <a:lnTo>
                  <a:pt x="1844297" y="178118"/>
                </a:lnTo>
                <a:lnTo>
                  <a:pt x="1865490" y="178118"/>
                </a:lnTo>
                <a:lnTo>
                  <a:pt x="1886693" y="178118"/>
                </a:lnTo>
                <a:lnTo>
                  <a:pt x="1907886" y="178118"/>
                </a:lnTo>
                <a:lnTo>
                  <a:pt x="1929089" y="178118"/>
                </a:lnTo>
                <a:lnTo>
                  <a:pt x="1950291" y="178118"/>
                </a:lnTo>
                <a:lnTo>
                  <a:pt x="1971485" y="178118"/>
                </a:lnTo>
                <a:lnTo>
                  <a:pt x="1992687" y="178118"/>
                </a:lnTo>
                <a:lnTo>
                  <a:pt x="2013880" y="178118"/>
                </a:lnTo>
                <a:lnTo>
                  <a:pt x="2035083" y="178118"/>
                </a:lnTo>
                <a:lnTo>
                  <a:pt x="2056286" y="178118"/>
                </a:lnTo>
                <a:lnTo>
                  <a:pt x="2077479" y="178118"/>
                </a:lnTo>
                <a:lnTo>
                  <a:pt x="2098053" y="175022"/>
                </a:lnTo>
                <a:lnTo>
                  <a:pt x="2117579" y="166764"/>
                </a:lnTo>
                <a:lnTo>
                  <a:pt x="2137096" y="158506"/>
                </a:lnTo>
                <a:lnTo>
                  <a:pt x="2156622" y="150247"/>
                </a:lnTo>
                <a:lnTo>
                  <a:pt x="2176148" y="141980"/>
                </a:lnTo>
                <a:lnTo>
                  <a:pt x="2195665" y="133721"/>
                </a:lnTo>
                <a:lnTo>
                  <a:pt x="2215191" y="125463"/>
                </a:lnTo>
                <a:lnTo>
                  <a:pt x="2234717" y="117205"/>
                </a:lnTo>
                <a:lnTo>
                  <a:pt x="2254244" y="108947"/>
                </a:lnTo>
                <a:lnTo>
                  <a:pt x="2273760" y="100679"/>
                </a:lnTo>
                <a:lnTo>
                  <a:pt x="2293287" y="92421"/>
                </a:lnTo>
                <a:lnTo>
                  <a:pt x="2312813" y="84163"/>
                </a:lnTo>
                <a:lnTo>
                  <a:pt x="2332330" y="75905"/>
                </a:lnTo>
                <a:lnTo>
                  <a:pt x="2351856" y="67647"/>
                </a:lnTo>
                <a:lnTo>
                  <a:pt x="2371382" y="59388"/>
                </a:lnTo>
                <a:lnTo>
                  <a:pt x="2390899" y="51121"/>
                </a:lnTo>
                <a:lnTo>
                  <a:pt x="2410425" y="42863"/>
                </a:lnTo>
                <a:lnTo>
                  <a:pt x="2429951" y="34604"/>
                </a:lnTo>
                <a:lnTo>
                  <a:pt x="2449478" y="26346"/>
                </a:lnTo>
                <a:lnTo>
                  <a:pt x="2468994" y="18088"/>
                </a:lnTo>
                <a:lnTo>
                  <a:pt x="2488521" y="9820"/>
                </a:lnTo>
                <a:lnTo>
                  <a:pt x="2508047" y="1562"/>
                </a:lnTo>
                <a:lnTo>
                  <a:pt x="2494559" y="0"/>
                </a:lnTo>
                <a:lnTo>
                  <a:pt x="2473357" y="0"/>
                </a:lnTo>
                <a:lnTo>
                  <a:pt x="2452164" y="0"/>
                </a:lnTo>
                <a:lnTo>
                  <a:pt x="2430961" y="0"/>
                </a:lnTo>
                <a:lnTo>
                  <a:pt x="2409768" y="0"/>
                </a:lnTo>
                <a:lnTo>
                  <a:pt x="2388565" y="0"/>
                </a:lnTo>
                <a:lnTo>
                  <a:pt x="2367363" y="0"/>
                </a:lnTo>
                <a:lnTo>
                  <a:pt x="2346169" y="0"/>
                </a:lnTo>
                <a:lnTo>
                  <a:pt x="2324967" y="0"/>
                </a:lnTo>
                <a:lnTo>
                  <a:pt x="2303774" y="0"/>
                </a:lnTo>
                <a:lnTo>
                  <a:pt x="2282571" y="0"/>
                </a:lnTo>
                <a:lnTo>
                  <a:pt x="2261368" y="0"/>
                </a:lnTo>
                <a:lnTo>
                  <a:pt x="2240175" y="0"/>
                </a:lnTo>
                <a:lnTo>
                  <a:pt x="2218973" y="0"/>
                </a:lnTo>
                <a:lnTo>
                  <a:pt x="2197779" y="0"/>
                </a:lnTo>
                <a:lnTo>
                  <a:pt x="2176577" y="0"/>
                </a:lnTo>
                <a:lnTo>
                  <a:pt x="2155374" y="0"/>
                </a:lnTo>
                <a:lnTo>
                  <a:pt x="2134181" y="0"/>
                </a:lnTo>
                <a:lnTo>
                  <a:pt x="2112978" y="0"/>
                </a:lnTo>
                <a:lnTo>
                  <a:pt x="2091785" y="0"/>
                </a:lnTo>
                <a:lnTo>
                  <a:pt x="2070583" y="0"/>
                </a:lnTo>
                <a:lnTo>
                  <a:pt x="2049389" y="0"/>
                </a:lnTo>
                <a:lnTo>
                  <a:pt x="2028187" y="0"/>
                </a:lnTo>
                <a:lnTo>
                  <a:pt x="2006984" y="0"/>
                </a:lnTo>
                <a:lnTo>
                  <a:pt x="1985791" y="0"/>
                </a:lnTo>
                <a:lnTo>
                  <a:pt x="1964588" y="0"/>
                </a:lnTo>
                <a:lnTo>
                  <a:pt x="1943395" y="0"/>
                </a:lnTo>
                <a:lnTo>
                  <a:pt x="1922193" y="0"/>
                </a:lnTo>
                <a:lnTo>
                  <a:pt x="1900990" y="0"/>
                </a:lnTo>
                <a:lnTo>
                  <a:pt x="1879797" y="0"/>
                </a:lnTo>
                <a:lnTo>
                  <a:pt x="1858594" y="0"/>
                </a:lnTo>
                <a:lnTo>
                  <a:pt x="1837401" y="0"/>
                </a:lnTo>
                <a:lnTo>
                  <a:pt x="1816198" y="0"/>
                </a:lnTo>
                <a:lnTo>
                  <a:pt x="1794996" y="0"/>
                </a:lnTo>
                <a:lnTo>
                  <a:pt x="1773803" y="0"/>
                </a:lnTo>
                <a:lnTo>
                  <a:pt x="1752600" y="0"/>
                </a:lnTo>
                <a:lnTo>
                  <a:pt x="1731407" y="0"/>
                </a:lnTo>
                <a:lnTo>
                  <a:pt x="1710204" y="0"/>
                </a:lnTo>
                <a:lnTo>
                  <a:pt x="1689002" y="0"/>
                </a:lnTo>
                <a:lnTo>
                  <a:pt x="1667808" y="0"/>
                </a:lnTo>
                <a:lnTo>
                  <a:pt x="1646606" y="0"/>
                </a:lnTo>
                <a:lnTo>
                  <a:pt x="1625413" y="0"/>
                </a:lnTo>
                <a:lnTo>
                  <a:pt x="1604210" y="0"/>
                </a:lnTo>
                <a:lnTo>
                  <a:pt x="1583007" y="0"/>
                </a:lnTo>
                <a:lnTo>
                  <a:pt x="1561814" y="0"/>
                </a:lnTo>
                <a:lnTo>
                  <a:pt x="1540612" y="0"/>
                </a:lnTo>
                <a:lnTo>
                  <a:pt x="1519418" y="0"/>
                </a:lnTo>
                <a:lnTo>
                  <a:pt x="1498216" y="0"/>
                </a:lnTo>
                <a:lnTo>
                  <a:pt x="1477013" y="0"/>
                </a:lnTo>
                <a:lnTo>
                  <a:pt x="1455820" y="0"/>
                </a:lnTo>
                <a:lnTo>
                  <a:pt x="1434617" y="0"/>
                </a:lnTo>
                <a:lnTo>
                  <a:pt x="1413424" y="0"/>
                </a:lnTo>
                <a:lnTo>
                  <a:pt x="1392222" y="0"/>
                </a:lnTo>
                <a:lnTo>
                  <a:pt x="1371029" y="0"/>
                </a:lnTo>
                <a:lnTo>
                  <a:pt x="1349826" y="0"/>
                </a:lnTo>
                <a:lnTo>
                  <a:pt x="1328623" y="0"/>
                </a:lnTo>
                <a:lnTo>
                  <a:pt x="1307430" y="0"/>
                </a:lnTo>
                <a:lnTo>
                  <a:pt x="1286227" y="0"/>
                </a:lnTo>
                <a:lnTo>
                  <a:pt x="1265034" y="0"/>
                </a:lnTo>
                <a:lnTo>
                  <a:pt x="1243832" y="0"/>
                </a:lnTo>
                <a:lnTo>
                  <a:pt x="1222629" y="0"/>
                </a:lnTo>
                <a:lnTo>
                  <a:pt x="1201436" y="0"/>
                </a:lnTo>
                <a:lnTo>
                  <a:pt x="1180233" y="0"/>
                </a:lnTo>
                <a:lnTo>
                  <a:pt x="1159040" y="0"/>
                </a:lnTo>
                <a:lnTo>
                  <a:pt x="1137837" y="0"/>
                </a:lnTo>
                <a:lnTo>
                  <a:pt x="1116635" y="0"/>
                </a:lnTo>
                <a:lnTo>
                  <a:pt x="1095442" y="0"/>
                </a:lnTo>
                <a:lnTo>
                  <a:pt x="1074239" y="0"/>
                </a:lnTo>
                <a:lnTo>
                  <a:pt x="1053046" y="0"/>
                </a:lnTo>
                <a:lnTo>
                  <a:pt x="1031843" y="0"/>
                </a:lnTo>
                <a:lnTo>
                  <a:pt x="1010641" y="0"/>
                </a:lnTo>
                <a:lnTo>
                  <a:pt x="989447" y="0"/>
                </a:lnTo>
                <a:lnTo>
                  <a:pt x="968245" y="0"/>
                </a:lnTo>
                <a:lnTo>
                  <a:pt x="947052" y="0"/>
                </a:lnTo>
                <a:lnTo>
                  <a:pt x="925849" y="0"/>
                </a:lnTo>
                <a:lnTo>
                  <a:pt x="904646" y="0"/>
                </a:lnTo>
                <a:lnTo>
                  <a:pt x="883453" y="0"/>
                </a:lnTo>
                <a:lnTo>
                  <a:pt x="862251" y="0"/>
                </a:lnTo>
                <a:lnTo>
                  <a:pt x="841058" y="0"/>
                </a:lnTo>
                <a:lnTo>
                  <a:pt x="819855" y="0"/>
                </a:lnTo>
                <a:lnTo>
                  <a:pt x="798652" y="0"/>
                </a:lnTo>
                <a:lnTo>
                  <a:pt x="777459" y="0"/>
                </a:lnTo>
                <a:lnTo>
                  <a:pt x="756256" y="0"/>
                </a:lnTo>
                <a:lnTo>
                  <a:pt x="735063" y="0"/>
                </a:lnTo>
                <a:lnTo>
                  <a:pt x="713861" y="0"/>
                </a:lnTo>
                <a:lnTo>
                  <a:pt x="692658" y="0"/>
                </a:lnTo>
                <a:lnTo>
                  <a:pt x="671465" y="0"/>
                </a:lnTo>
                <a:lnTo>
                  <a:pt x="650262" y="0"/>
                </a:lnTo>
                <a:lnTo>
                  <a:pt x="629069" y="0"/>
                </a:lnTo>
                <a:lnTo>
                  <a:pt x="607866" y="0"/>
                </a:lnTo>
                <a:lnTo>
                  <a:pt x="586664" y="0"/>
                </a:lnTo>
                <a:lnTo>
                  <a:pt x="565471" y="0"/>
                </a:lnTo>
                <a:lnTo>
                  <a:pt x="544573" y="1934"/>
                </a:lnTo>
                <a:lnTo>
                  <a:pt x="524408" y="8458"/>
                </a:lnTo>
                <a:lnTo>
                  <a:pt x="504234" y="14983"/>
                </a:lnTo>
                <a:lnTo>
                  <a:pt x="484070" y="21507"/>
                </a:lnTo>
                <a:lnTo>
                  <a:pt x="463896" y="28032"/>
                </a:lnTo>
                <a:lnTo>
                  <a:pt x="443732" y="34557"/>
                </a:lnTo>
                <a:lnTo>
                  <a:pt x="423558" y="41081"/>
                </a:lnTo>
                <a:lnTo>
                  <a:pt x="403393" y="47606"/>
                </a:lnTo>
                <a:lnTo>
                  <a:pt x="383219" y="54131"/>
                </a:lnTo>
                <a:lnTo>
                  <a:pt x="363055" y="60655"/>
                </a:lnTo>
                <a:lnTo>
                  <a:pt x="342881" y="67189"/>
                </a:lnTo>
                <a:lnTo>
                  <a:pt x="322707" y="73714"/>
                </a:lnTo>
                <a:lnTo>
                  <a:pt x="302543" y="80239"/>
                </a:lnTo>
                <a:lnTo>
                  <a:pt x="282369" y="86763"/>
                </a:lnTo>
                <a:lnTo>
                  <a:pt x="262204" y="93288"/>
                </a:lnTo>
                <a:lnTo>
                  <a:pt x="242030" y="99812"/>
                </a:lnTo>
                <a:lnTo>
                  <a:pt x="221866" y="106337"/>
                </a:lnTo>
                <a:lnTo>
                  <a:pt x="201692" y="112862"/>
                </a:lnTo>
                <a:lnTo>
                  <a:pt x="181527" y="119386"/>
                </a:lnTo>
                <a:lnTo>
                  <a:pt x="161354" y="125911"/>
                </a:lnTo>
                <a:lnTo>
                  <a:pt x="141189" y="132436"/>
                </a:lnTo>
                <a:lnTo>
                  <a:pt x="121015" y="138960"/>
                </a:lnTo>
                <a:lnTo>
                  <a:pt x="100851" y="145494"/>
                </a:lnTo>
                <a:lnTo>
                  <a:pt x="80677" y="152019"/>
                </a:lnTo>
                <a:lnTo>
                  <a:pt x="60512" y="158544"/>
                </a:lnTo>
                <a:lnTo>
                  <a:pt x="40338" y="165068"/>
                </a:lnTo>
                <a:lnTo>
                  <a:pt x="20174" y="171593"/>
                </a:lnTo>
                <a:lnTo>
                  <a:pt x="0" y="17811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44D33247-62E9-4E95-BF6C-D336F77B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1428" y="4759643"/>
            <a:ext cx="2299335" cy="178118"/>
          </a:xfrm>
          <a:custGeom xmlns:a="http://schemas.openxmlformats.org/drawingml/2006/main">
            <a:pathLst>
              <a:path w="2299335" h="178118">
                <a:moveTo>
                  <a:pt x="0" y="178118"/>
                </a:moveTo>
                <a:lnTo>
                  <a:pt x="18983" y="178118"/>
                </a:lnTo>
                <a:lnTo>
                  <a:pt x="37967" y="178118"/>
                </a:lnTo>
                <a:lnTo>
                  <a:pt x="56950" y="178118"/>
                </a:lnTo>
                <a:lnTo>
                  <a:pt x="75933" y="178118"/>
                </a:lnTo>
                <a:lnTo>
                  <a:pt x="94917" y="178118"/>
                </a:lnTo>
                <a:lnTo>
                  <a:pt x="113900" y="178118"/>
                </a:lnTo>
                <a:lnTo>
                  <a:pt x="132883" y="178118"/>
                </a:lnTo>
                <a:lnTo>
                  <a:pt x="151867" y="178118"/>
                </a:lnTo>
                <a:lnTo>
                  <a:pt x="170850" y="178118"/>
                </a:lnTo>
                <a:lnTo>
                  <a:pt x="189833" y="178118"/>
                </a:lnTo>
                <a:lnTo>
                  <a:pt x="208817" y="178118"/>
                </a:lnTo>
                <a:lnTo>
                  <a:pt x="227800" y="178118"/>
                </a:lnTo>
                <a:lnTo>
                  <a:pt x="246783" y="178118"/>
                </a:lnTo>
                <a:lnTo>
                  <a:pt x="265767" y="178118"/>
                </a:lnTo>
                <a:lnTo>
                  <a:pt x="284750" y="178118"/>
                </a:lnTo>
                <a:lnTo>
                  <a:pt x="303733" y="178118"/>
                </a:lnTo>
                <a:lnTo>
                  <a:pt x="322717" y="178118"/>
                </a:lnTo>
                <a:lnTo>
                  <a:pt x="341700" y="178118"/>
                </a:lnTo>
                <a:lnTo>
                  <a:pt x="360683" y="178118"/>
                </a:lnTo>
                <a:lnTo>
                  <a:pt x="379667" y="178118"/>
                </a:lnTo>
                <a:lnTo>
                  <a:pt x="398650" y="178118"/>
                </a:lnTo>
                <a:lnTo>
                  <a:pt x="417633" y="178118"/>
                </a:lnTo>
                <a:lnTo>
                  <a:pt x="436616" y="178118"/>
                </a:lnTo>
                <a:lnTo>
                  <a:pt x="455600" y="178118"/>
                </a:lnTo>
                <a:lnTo>
                  <a:pt x="474583" y="178118"/>
                </a:lnTo>
                <a:lnTo>
                  <a:pt x="493566" y="178118"/>
                </a:lnTo>
                <a:lnTo>
                  <a:pt x="512550" y="178118"/>
                </a:lnTo>
                <a:lnTo>
                  <a:pt x="531533" y="178118"/>
                </a:lnTo>
                <a:lnTo>
                  <a:pt x="550516" y="178118"/>
                </a:lnTo>
                <a:lnTo>
                  <a:pt x="569500" y="178118"/>
                </a:lnTo>
                <a:lnTo>
                  <a:pt x="588483" y="178118"/>
                </a:lnTo>
                <a:lnTo>
                  <a:pt x="607466" y="178118"/>
                </a:lnTo>
                <a:lnTo>
                  <a:pt x="626450" y="178118"/>
                </a:lnTo>
                <a:lnTo>
                  <a:pt x="645433" y="178118"/>
                </a:lnTo>
                <a:lnTo>
                  <a:pt x="664416" y="178118"/>
                </a:lnTo>
                <a:lnTo>
                  <a:pt x="683400" y="178118"/>
                </a:lnTo>
                <a:lnTo>
                  <a:pt x="702383" y="178118"/>
                </a:lnTo>
                <a:lnTo>
                  <a:pt x="721366" y="178118"/>
                </a:lnTo>
                <a:lnTo>
                  <a:pt x="740350" y="178118"/>
                </a:lnTo>
                <a:lnTo>
                  <a:pt x="759333" y="178118"/>
                </a:lnTo>
                <a:lnTo>
                  <a:pt x="778316" y="178118"/>
                </a:lnTo>
                <a:lnTo>
                  <a:pt x="797300" y="178118"/>
                </a:lnTo>
                <a:lnTo>
                  <a:pt x="816283" y="178118"/>
                </a:lnTo>
                <a:lnTo>
                  <a:pt x="835266" y="178118"/>
                </a:lnTo>
                <a:lnTo>
                  <a:pt x="854250" y="178118"/>
                </a:lnTo>
                <a:lnTo>
                  <a:pt x="873233" y="178118"/>
                </a:lnTo>
                <a:lnTo>
                  <a:pt x="892216" y="178118"/>
                </a:lnTo>
                <a:lnTo>
                  <a:pt x="911200" y="178118"/>
                </a:lnTo>
                <a:lnTo>
                  <a:pt x="930183" y="178118"/>
                </a:lnTo>
                <a:lnTo>
                  <a:pt x="949166" y="178118"/>
                </a:lnTo>
                <a:lnTo>
                  <a:pt x="968150" y="178118"/>
                </a:lnTo>
                <a:lnTo>
                  <a:pt x="987133" y="178118"/>
                </a:lnTo>
                <a:lnTo>
                  <a:pt x="1006116" y="178118"/>
                </a:lnTo>
                <a:lnTo>
                  <a:pt x="1025100" y="178118"/>
                </a:lnTo>
                <a:lnTo>
                  <a:pt x="1044083" y="178118"/>
                </a:lnTo>
                <a:lnTo>
                  <a:pt x="1063066" y="178118"/>
                </a:lnTo>
                <a:lnTo>
                  <a:pt x="1082050" y="178118"/>
                </a:lnTo>
                <a:lnTo>
                  <a:pt x="1101033" y="178118"/>
                </a:lnTo>
                <a:lnTo>
                  <a:pt x="1120016" y="178118"/>
                </a:lnTo>
                <a:lnTo>
                  <a:pt x="1139000" y="178118"/>
                </a:lnTo>
                <a:lnTo>
                  <a:pt x="1157983" y="178118"/>
                </a:lnTo>
                <a:lnTo>
                  <a:pt x="1176966" y="178118"/>
                </a:lnTo>
                <a:lnTo>
                  <a:pt x="1195949" y="178118"/>
                </a:lnTo>
                <a:lnTo>
                  <a:pt x="1214933" y="178118"/>
                </a:lnTo>
                <a:lnTo>
                  <a:pt x="1233916" y="178118"/>
                </a:lnTo>
                <a:lnTo>
                  <a:pt x="1252899" y="178118"/>
                </a:lnTo>
                <a:lnTo>
                  <a:pt x="1271883" y="178118"/>
                </a:lnTo>
                <a:lnTo>
                  <a:pt x="1290866" y="178118"/>
                </a:lnTo>
                <a:lnTo>
                  <a:pt x="1309849" y="178118"/>
                </a:lnTo>
                <a:lnTo>
                  <a:pt x="1328833" y="178118"/>
                </a:lnTo>
                <a:lnTo>
                  <a:pt x="1347816" y="178118"/>
                </a:lnTo>
                <a:lnTo>
                  <a:pt x="1366799" y="178118"/>
                </a:lnTo>
                <a:lnTo>
                  <a:pt x="1385783" y="178118"/>
                </a:lnTo>
                <a:lnTo>
                  <a:pt x="1404766" y="178118"/>
                </a:lnTo>
                <a:lnTo>
                  <a:pt x="1423749" y="178118"/>
                </a:lnTo>
                <a:lnTo>
                  <a:pt x="1442733" y="178118"/>
                </a:lnTo>
                <a:lnTo>
                  <a:pt x="1461716" y="178118"/>
                </a:lnTo>
                <a:lnTo>
                  <a:pt x="1480699" y="178118"/>
                </a:lnTo>
                <a:lnTo>
                  <a:pt x="1499683" y="178118"/>
                </a:lnTo>
                <a:lnTo>
                  <a:pt x="1518666" y="178118"/>
                </a:lnTo>
                <a:lnTo>
                  <a:pt x="1537649" y="178118"/>
                </a:lnTo>
                <a:lnTo>
                  <a:pt x="1556633" y="178118"/>
                </a:lnTo>
                <a:lnTo>
                  <a:pt x="1575616" y="178118"/>
                </a:lnTo>
                <a:lnTo>
                  <a:pt x="1594599" y="178118"/>
                </a:lnTo>
                <a:lnTo>
                  <a:pt x="1613583" y="178118"/>
                </a:lnTo>
                <a:lnTo>
                  <a:pt x="1632566" y="178118"/>
                </a:lnTo>
                <a:lnTo>
                  <a:pt x="1651549" y="178118"/>
                </a:lnTo>
                <a:lnTo>
                  <a:pt x="1670533" y="178118"/>
                </a:lnTo>
                <a:lnTo>
                  <a:pt x="1689516" y="178118"/>
                </a:lnTo>
                <a:lnTo>
                  <a:pt x="1708499" y="178118"/>
                </a:lnTo>
                <a:lnTo>
                  <a:pt x="1727483" y="178118"/>
                </a:lnTo>
                <a:lnTo>
                  <a:pt x="1746466" y="178118"/>
                </a:lnTo>
                <a:lnTo>
                  <a:pt x="1765449" y="178118"/>
                </a:lnTo>
                <a:lnTo>
                  <a:pt x="1784433" y="178118"/>
                </a:lnTo>
                <a:lnTo>
                  <a:pt x="1803416" y="178118"/>
                </a:lnTo>
                <a:lnTo>
                  <a:pt x="1822399" y="178118"/>
                </a:lnTo>
                <a:lnTo>
                  <a:pt x="1841383" y="178118"/>
                </a:lnTo>
                <a:lnTo>
                  <a:pt x="1860366" y="178118"/>
                </a:lnTo>
                <a:lnTo>
                  <a:pt x="1878759" y="175165"/>
                </a:lnTo>
                <a:lnTo>
                  <a:pt x="1896275" y="167869"/>
                </a:lnTo>
                <a:lnTo>
                  <a:pt x="1913801" y="160563"/>
                </a:lnTo>
                <a:lnTo>
                  <a:pt x="1931327" y="153267"/>
                </a:lnTo>
                <a:lnTo>
                  <a:pt x="1948853" y="145971"/>
                </a:lnTo>
                <a:lnTo>
                  <a:pt x="1966379" y="138674"/>
                </a:lnTo>
                <a:lnTo>
                  <a:pt x="1983896" y="131369"/>
                </a:lnTo>
                <a:lnTo>
                  <a:pt x="2001422" y="124073"/>
                </a:lnTo>
                <a:lnTo>
                  <a:pt x="2018948" y="116777"/>
                </a:lnTo>
                <a:lnTo>
                  <a:pt x="2036474" y="109480"/>
                </a:lnTo>
                <a:lnTo>
                  <a:pt x="2054000" y="102175"/>
                </a:lnTo>
                <a:lnTo>
                  <a:pt x="2071516" y="94879"/>
                </a:lnTo>
                <a:lnTo>
                  <a:pt x="2089042" y="87582"/>
                </a:lnTo>
                <a:lnTo>
                  <a:pt x="2106568" y="80286"/>
                </a:lnTo>
                <a:lnTo>
                  <a:pt x="2124094" y="72981"/>
                </a:lnTo>
                <a:lnTo>
                  <a:pt x="2141620" y="65684"/>
                </a:lnTo>
                <a:lnTo>
                  <a:pt x="2159146" y="58388"/>
                </a:lnTo>
                <a:lnTo>
                  <a:pt x="2176663" y="51092"/>
                </a:lnTo>
                <a:lnTo>
                  <a:pt x="2194189" y="43786"/>
                </a:lnTo>
                <a:lnTo>
                  <a:pt x="2211715" y="36490"/>
                </a:lnTo>
                <a:lnTo>
                  <a:pt x="2229241" y="29194"/>
                </a:lnTo>
                <a:lnTo>
                  <a:pt x="2246767" y="21898"/>
                </a:lnTo>
                <a:lnTo>
                  <a:pt x="2264283" y="14602"/>
                </a:lnTo>
                <a:lnTo>
                  <a:pt x="2281809" y="7296"/>
                </a:lnTo>
                <a:lnTo>
                  <a:pt x="22993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9B3CBB71-E1A4-485D-A89B-0F54A1F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5305" y="4759643"/>
            <a:ext cx="17554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F434E1E0-2B53-4D70-B7B7-6C086990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4318" y="3774796"/>
            <a:ext cx="291465" cy="638137"/>
          </a:xfrm>
          <a:custGeom xmlns:a="http://schemas.openxmlformats.org/drawingml/2006/main">
            <a:pathLst>
              <a:path w="291465" h="638137">
                <a:moveTo>
                  <a:pt x="0" y="638137"/>
                </a:moveTo>
                <a:lnTo>
                  <a:pt x="0" y="619106"/>
                </a:lnTo>
                <a:lnTo>
                  <a:pt x="0" y="600065"/>
                </a:lnTo>
                <a:lnTo>
                  <a:pt x="0" y="581035"/>
                </a:lnTo>
                <a:lnTo>
                  <a:pt x="0" y="562004"/>
                </a:lnTo>
                <a:lnTo>
                  <a:pt x="0" y="542973"/>
                </a:lnTo>
                <a:lnTo>
                  <a:pt x="0" y="523942"/>
                </a:lnTo>
                <a:lnTo>
                  <a:pt x="0" y="504901"/>
                </a:lnTo>
                <a:lnTo>
                  <a:pt x="0" y="485870"/>
                </a:lnTo>
                <a:lnTo>
                  <a:pt x="0" y="466839"/>
                </a:lnTo>
                <a:lnTo>
                  <a:pt x="0" y="447808"/>
                </a:lnTo>
                <a:lnTo>
                  <a:pt x="0" y="428777"/>
                </a:lnTo>
                <a:lnTo>
                  <a:pt x="0" y="409737"/>
                </a:lnTo>
                <a:lnTo>
                  <a:pt x="0" y="390706"/>
                </a:lnTo>
                <a:lnTo>
                  <a:pt x="0" y="371675"/>
                </a:lnTo>
                <a:lnTo>
                  <a:pt x="0" y="352644"/>
                </a:lnTo>
                <a:lnTo>
                  <a:pt x="0" y="333613"/>
                </a:lnTo>
                <a:lnTo>
                  <a:pt x="0" y="314573"/>
                </a:lnTo>
                <a:lnTo>
                  <a:pt x="0" y="295542"/>
                </a:lnTo>
                <a:lnTo>
                  <a:pt x="0" y="276511"/>
                </a:lnTo>
                <a:lnTo>
                  <a:pt x="0" y="257480"/>
                </a:lnTo>
                <a:lnTo>
                  <a:pt x="0" y="238449"/>
                </a:lnTo>
                <a:lnTo>
                  <a:pt x="0" y="219408"/>
                </a:lnTo>
                <a:lnTo>
                  <a:pt x="0" y="200377"/>
                </a:lnTo>
                <a:lnTo>
                  <a:pt x="0" y="181346"/>
                </a:lnTo>
                <a:lnTo>
                  <a:pt x="0" y="162316"/>
                </a:lnTo>
                <a:lnTo>
                  <a:pt x="0" y="143275"/>
                </a:lnTo>
                <a:lnTo>
                  <a:pt x="0" y="124244"/>
                </a:lnTo>
                <a:lnTo>
                  <a:pt x="7544" y="110376"/>
                </a:lnTo>
                <a:lnTo>
                  <a:pt x="25279" y="103480"/>
                </a:lnTo>
                <a:lnTo>
                  <a:pt x="43024" y="96574"/>
                </a:lnTo>
                <a:lnTo>
                  <a:pt x="60760" y="89678"/>
                </a:lnTo>
                <a:lnTo>
                  <a:pt x="78496" y="82782"/>
                </a:lnTo>
                <a:lnTo>
                  <a:pt x="96241" y="75886"/>
                </a:lnTo>
                <a:lnTo>
                  <a:pt x="113976" y="68980"/>
                </a:lnTo>
                <a:lnTo>
                  <a:pt x="131712" y="62084"/>
                </a:lnTo>
                <a:lnTo>
                  <a:pt x="149457" y="55188"/>
                </a:lnTo>
                <a:lnTo>
                  <a:pt x="167192" y="48292"/>
                </a:lnTo>
                <a:lnTo>
                  <a:pt x="184928" y="41386"/>
                </a:lnTo>
                <a:lnTo>
                  <a:pt x="202673" y="34490"/>
                </a:lnTo>
                <a:lnTo>
                  <a:pt x="220409" y="27594"/>
                </a:lnTo>
                <a:lnTo>
                  <a:pt x="238154" y="20698"/>
                </a:lnTo>
                <a:lnTo>
                  <a:pt x="255889" y="13792"/>
                </a:lnTo>
                <a:lnTo>
                  <a:pt x="273625" y="6896"/>
                </a:lnTo>
                <a:lnTo>
                  <a:pt x="291370" y="0"/>
                </a:lnTo>
                <a:lnTo>
                  <a:pt x="291465" y="18888"/>
                </a:lnTo>
                <a:lnTo>
                  <a:pt x="291465" y="37919"/>
                </a:lnTo>
                <a:lnTo>
                  <a:pt x="291465" y="56950"/>
                </a:lnTo>
                <a:lnTo>
                  <a:pt x="291465" y="75990"/>
                </a:lnTo>
                <a:lnTo>
                  <a:pt x="291465" y="95021"/>
                </a:lnTo>
                <a:lnTo>
                  <a:pt x="291465" y="114052"/>
                </a:lnTo>
                <a:lnTo>
                  <a:pt x="291465" y="133083"/>
                </a:lnTo>
                <a:lnTo>
                  <a:pt x="291465" y="152114"/>
                </a:lnTo>
                <a:lnTo>
                  <a:pt x="291465" y="171155"/>
                </a:lnTo>
                <a:lnTo>
                  <a:pt x="291465" y="190186"/>
                </a:lnTo>
                <a:lnTo>
                  <a:pt x="291465" y="209217"/>
                </a:lnTo>
                <a:lnTo>
                  <a:pt x="291465" y="228248"/>
                </a:lnTo>
                <a:lnTo>
                  <a:pt x="291465" y="247279"/>
                </a:lnTo>
                <a:lnTo>
                  <a:pt x="291465" y="266319"/>
                </a:lnTo>
                <a:lnTo>
                  <a:pt x="291465" y="285350"/>
                </a:lnTo>
                <a:lnTo>
                  <a:pt x="291465" y="304381"/>
                </a:lnTo>
                <a:lnTo>
                  <a:pt x="291465" y="323412"/>
                </a:lnTo>
                <a:lnTo>
                  <a:pt x="291465" y="342443"/>
                </a:lnTo>
                <a:lnTo>
                  <a:pt x="291465" y="361483"/>
                </a:lnTo>
                <a:lnTo>
                  <a:pt x="291465" y="380514"/>
                </a:lnTo>
                <a:lnTo>
                  <a:pt x="291465" y="399545"/>
                </a:lnTo>
                <a:lnTo>
                  <a:pt x="291465" y="418576"/>
                </a:lnTo>
                <a:lnTo>
                  <a:pt x="291465" y="437617"/>
                </a:lnTo>
                <a:lnTo>
                  <a:pt x="291465" y="456648"/>
                </a:lnTo>
                <a:lnTo>
                  <a:pt x="291465" y="475679"/>
                </a:lnTo>
                <a:lnTo>
                  <a:pt x="289398" y="493433"/>
                </a:lnTo>
                <a:lnTo>
                  <a:pt x="272377" y="501948"/>
                </a:lnTo>
                <a:lnTo>
                  <a:pt x="255356" y="510464"/>
                </a:lnTo>
                <a:lnTo>
                  <a:pt x="238335" y="518970"/>
                </a:lnTo>
                <a:lnTo>
                  <a:pt x="221304" y="527485"/>
                </a:lnTo>
                <a:lnTo>
                  <a:pt x="204283" y="535991"/>
                </a:lnTo>
                <a:lnTo>
                  <a:pt x="187262" y="544506"/>
                </a:lnTo>
                <a:lnTo>
                  <a:pt x="170240" y="553022"/>
                </a:lnTo>
                <a:lnTo>
                  <a:pt x="153210" y="561527"/>
                </a:lnTo>
                <a:lnTo>
                  <a:pt x="136188" y="570043"/>
                </a:lnTo>
                <a:lnTo>
                  <a:pt x="119167" y="578558"/>
                </a:lnTo>
                <a:lnTo>
                  <a:pt x="102146" y="587064"/>
                </a:lnTo>
                <a:lnTo>
                  <a:pt x="85115" y="595579"/>
                </a:lnTo>
                <a:lnTo>
                  <a:pt x="68094" y="604085"/>
                </a:lnTo>
                <a:lnTo>
                  <a:pt x="51073" y="612600"/>
                </a:lnTo>
                <a:lnTo>
                  <a:pt x="34052" y="621116"/>
                </a:lnTo>
                <a:lnTo>
                  <a:pt x="17021" y="629622"/>
                </a:lnTo>
                <a:lnTo>
                  <a:pt x="0" y="638137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2BF6C2F4-8389-48AA-8F3E-EE57F389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2628" y="4267200"/>
            <a:ext cx="2378735" cy="145733"/>
          </a:xfrm>
          <a:custGeom xmlns:a="http://schemas.openxmlformats.org/drawingml/2006/main">
            <a:pathLst>
              <a:path w="2378735" h="145733">
                <a:moveTo>
                  <a:pt x="0" y="145733"/>
                </a:moveTo>
                <a:lnTo>
                  <a:pt x="20107" y="145733"/>
                </a:lnTo>
                <a:lnTo>
                  <a:pt x="40215" y="145733"/>
                </a:lnTo>
                <a:lnTo>
                  <a:pt x="60312" y="145733"/>
                </a:lnTo>
                <a:lnTo>
                  <a:pt x="80420" y="145733"/>
                </a:lnTo>
                <a:lnTo>
                  <a:pt x="100527" y="145733"/>
                </a:lnTo>
                <a:lnTo>
                  <a:pt x="120634" y="145733"/>
                </a:lnTo>
                <a:lnTo>
                  <a:pt x="140732" y="145733"/>
                </a:lnTo>
                <a:lnTo>
                  <a:pt x="160839" y="145733"/>
                </a:lnTo>
                <a:lnTo>
                  <a:pt x="180946" y="145733"/>
                </a:lnTo>
                <a:lnTo>
                  <a:pt x="201054" y="145733"/>
                </a:lnTo>
                <a:lnTo>
                  <a:pt x="221151" y="145733"/>
                </a:lnTo>
                <a:lnTo>
                  <a:pt x="241259" y="145733"/>
                </a:lnTo>
                <a:lnTo>
                  <a:pt x="261366" y="145733"/>
                </a:lnTo>
                <a:lnTo>
                  <a:pt x="281473" y="145733"/>
                </a:lnTo>
                <a:lnTo>
                  <a:pt x="301581" y="145733"/>
                </a:lnTo>
                <a:lnTo>
                  <a:pt x="321678" y="145733"/>
                </a:lnTo>
                <a:lnTo>
                  <a:pt x="341786" y="145733"/>
                </a:lnTo>
                <a:lnTo>
                  <a:pt x="361893" y="145733"/>
                </a:lnTo>
                <a:lnTo>
                  <a:pt x="382000" y="145733"/>
                </a:lnTo>
                <a:lnTo>
                  <a:pt x="402098" y="145733"/>
                </a:lnTo>
                <a:lnTo>
                  <a:pt x="422205" y="145733"/>
                </a:lnTo>
                <a:lnTo>
                  <a:pt x="442312" y="145733"/>
                </a:lnTo>
                <a:lnTo>
                  <a:pt x="462420" y="145733"/>
                </a:lnTo>
                <a:lnTo>
                  <a:pt x="482517" y="145733"/>
                </a:lnTo>
                <a:lnTo>
                  <a:pt x="502625" y="145733"/>
                </a:lnTo>
                <a:lnTo>
                  <a:pt x="522732" y="145733"/>
                </a:lnTo>
                <a:lnTo>
                  <a:pt x="542839" y="145733"/>
                </a:lnTo>
                <a:lnTo>
                  <a:pt x="562947" y="145733"/>
                </a:lnTo>
                <a:lnTo>
                  <a:pt x="583044" y="145733"/>
                </a:lnTo>
                <a:lnTo>
                  <a:pt x="603152" y="145733"/>
                </a:lnTo>
                <a:lnTo>
                  <a:pt x="623259" y="145733"/>
                </a:lnTo>
                <a:lnTo>
                  <a:pt x="643366" y="145733"/>
                </a:lnTo>
                <a:lnTo>
                  <a:pt x="663464" y="145733"/>
                </a:lnTo>
                <a:lnTo>
                  <a:pt x="683571" y="145733"/>
                </a:lnTo>
                <a:lnTo>
                  <a:pt x="703678" y="145733"/>
                </a:lnTo>
                <a:lnTo>
                  <a:pt x="723786" y="145733"/>
                </a:lnTo>
                <a:lnTo>
                  <a:pt x="743893" y="145733"/>
                </a:lnTo>
                <a:lnTo>
                  <a:pt x="763991" y="145733"/>
                </a:lnTo>
                <a:lnTo>
                  <a:pt x="784098" y="145733"/>
                </a:lnTo>
                <a:lnTo>
                  <a:pt x="804205" y="145733"/>
                </a:lnTo>
                <a:lnTo>
                  <a:pt x="824313" y="145733"/>
                </a:lnTo>
                <a:lnTo>
                  <a:pt x="844410" y="145733"/>
                </a:lnTo>
                <a:lnTo>
                  <a:pt x="864518" y="145733"/>
                </a:lnTo>
                <a:lnTo>
                  <a:pt x="884625" y="145733"/>
                </a:lnTo>
                <a:lnTo>
                  <a:pt x="904732" y="145733"/>
                </a:lnTo>
                <a:lnTo>
                  <a:pt x="924830" y="145733"/>
                </a:lnTo>
                <a:lnTo>
                  <a:pt x="944937" y="145733"/>
                </a:lnTo>
                <a:lnTo>
                  <a:pt x="965044" y="145733"/>
                </a:lnTo>
                <a:lnTo>
                  <a:pt x="985152" y="145733"/>
                </a:lnTo>
                <a:lnTo>
                  <a:pt x="1005259" y="145733"/>
                </a:lnTo>
                <a:lnTo>
                  <a:pt x="1025357" y="145733"/>
                </a:lnTo>
                <a:lnTo>
                  <a:pt x="1045464" y="145733"/>
                </a:lnTo>
                <a:lnTo>
                  <a:pt x="1065571" y="145733"/>
                </a:lnTo>
                <a:lnTo>
                  <a:pt x="1085679" y="145733"/>
                </a:lnTo>
                <a:lnTo>
                  <a:pt x="1105776" y="145733"/>
                </a:lnTo>
                <a:lnTo>
                  <a:pt x="1125884" y="145733"/>
                </a:lnTo>
                <a:lnTo>
                  <a:pt x="1145991" y="145733"/>
                </a:lnTo>
                <a:lnTo>
                  <a:pt x="1166098" y="145733"/>
                </a:lnTo>
                <a:lnTo>
                  <a:pt x="1186196" y="145733"/>
                </a:lnTo>
                <a:lnTo>
                  <a:pt x="1206303" y="145733"/>
                </a:lnTo>
                <a:lnTo>
                  <a:pt x="1226410" y="145733"/>
                </a:lnTo>
                <a:lnTo>
                  <a:pt x="1246518" y="145733"/>
                </a:lnTo>
                <a:lnTo>
                  <a:pt x="1266625" y="145733"/>
                </a:lnTo>
                <a:lnTo>
                  <a:pt x="1286723" y="145733"/>
                </a:lnTo>
                <a:lnTo>
                  <a:pt x="1306830" y="145733"/>
                </a:lnTo>
                <a:lnTo>
                  <a:pt x="1326937" y="145733"/>
                </a:lnTo>
                <a:lnTo>
                  <a:pt x="1347045" y="145733"/>
                </a:lnTo>
                <a:lnTo>
                  <a:pt x="1367142" y="145733"/>
                </a:lnTo>
                <a:lnTo>
                  <a:pt x="1387250" y="145733"/>
                </a:lnTo>
                <a:lnTo>
                  <a:pt x="1407357" y="145733"/>
                </a:lnTo>
                <a:lnTo>
                  <a:pt x="1427464" y="145733"/>
                </a:lnTo>
                <a:lnTo>
                  <a:pt x="1447562" y="145733"/>
                </a:lnTo>
                <a:lnTo>
                  <a:pt x="1467669" y="145733"/>
                </a:lnTo>
                <a:lnTo>
                  <a:pt x="1487776" y="145733"/>
                </a:lnTo>
                <a:lnTo>
                  <a:pt x="1507884" y="145733"/>
                </a:lnTo>
                <a:lnTo>
                  <a:pt x="1527991" y="145733"/>
                </a:lnTo>
                <a:lnTo>
                  <a:pt x="1548089" y="145733"/>
                </a:lnTo>
                <a:lnTo>
                  <a:pt x="1568196" y="145733"/>
                </a:lnTo>
                <a:lnTo>
                  <a:pt x="1588303" y="145733"/>
                </a:lnTo>
                <a:lnTo>
                  <a:pt x="1608411" y="145733"/>
                </a:lnTo>
                <a:lnTo>
                  <a:pt x="1628508" y="145733"/>
                </a:lnTo>
                <a:lnTo>
                  <a:pt x="1648616" y="145733"/>
                </a:lnTo>
                <a:lnTo>
                  <a:pt x="1668723" y="145733"/>
                </a:lnTo>
                <a:lnTo>
                  <a:pt x="1688830" y="145733"/>
                </a:lnTo>
                <a:lnTo>
                  <a:pt x="1708928" y="145733"/>
                </a:lnTo>
                <a:lnTo>
                  <a:pt x="1729035" y="145733"/>
                </a:lnTo>
                <a:lnTo>
                  <a:pt x="1749142" y="145733"/>
                </a:lnTo>
                <a:lnTo>
                  <a:pt x="1769250" y="145733"/>
                </a:lnTo>
                <a:lnTo>
                  <a:pt x="1789357" y="145733"/>
                </a:lnTo>
                <a:lnTo>
                  <a:pt x="1809455" y="145733"/>
                </a:lnTo>
                <a:lnTo>
                  <a:pt x="1829562" y="145733"/>
                </a:lnTo>
                <a:lnTo>
                  <a:pt x="1849669" y="145733"/>
                </a:lnTo>
                <a:lnTo>
                  <a:pt x="1869777" y="145733"/>
                </a:lnTo>
                <a:lnTo>
                  <a:pt x="1889874" y="145733"/>
                </a:lnTo>
                <a:lnTo>
                  <a:pt x="1909982" y="145733"/>
                </a:lnTo>
                <a:lnTo>
                  <a:pt x="1930089" y="145733"/>
                </a:lnTo>
                <a:lnTo>
                  <a:pt x="1950196" y="145733"/>
                </a:lnTo>
                <a:lnTo>
                  <a:pt x="1970303" y="145733"/>
                </a:lnTo>
                <a:lnTo>
                  <a:pt x="1990401" y="145733"/>
                </a:lnTo>
                <a:lnTo>
                  <a:pt x="2010508" y="145733"/>
                </a:lnTo>
                <a:lnTo>
                  <a:pt x="2030616" y="145733"/>
                </a:lnTo>
                <a:lnTo>
                  <a:pt x="2050723" y="145733"/>
                </a:lnTo>
                <a:lnTo>
                  <a:pt x="2070821" y="145733"/>
                </a:lnTo>
                <a:lnTo>
                  <a:pt x="2090928" y="145733"/>
                </a:lnTo>
                <a:lnTo>
                  <a:pt x="2108997" y="137084"/>
                </a:lnTo>
                <a:lnTo>
                  <a:pt x="2126971" y="128092"/>
                </a:lnTo>
                <a:lnTo>
                  <a:pt x="2144954" y="119101"/>
                </a:lnTo>
                <a:lnTo>
                  <a:pt x="2162937" y="110109"/>
                </a:lnTo>
                <a:lnTo>
                  <a:pt x="2180920" y="101117"/>
                </a:lnTo>
                <a:lnTo>
                  <a:pt x="2198903" y="92126"/>
                </a:lnTo>
                <a:lnTo>
                  <a:pt x="2216887" y="83134"/>
                </a:lnTo>
                <a:lnTo>
                  <a:pt x="2234870" y="74143"/>
                </a:lnTo>
                <a:lnTo>
                  <a:pt x="2252853" y="65151"/>
                </a:lnTo>
                <a:lnTo>
                  <a:pt x="2270836" y="56159"/>
                </a:lnTo>
                <a:lnTo>
                  <a:pt x="2288819" y="47168"/>
                </a:lnTo>
                <a:lnTo>
                  <a:pt x="2306803" y="38176"/>
                </a:lnTo>
                <a:lnTo>
                  <a:pt x="2324786" y="29185"/>
                </a:lnTo>
                <a:lnTo>
                  <a:pt x="2342769" y="20193"/>
                </a:lnTo>
                <a:lnTo>
                  <a:pt x="2360752" y="11201"/>
                </a:lnTo>
                <a:lnTo>
                  <a:pt x="2378735" y="2210"/>
                </a:lnTo>
                <a:lnTo>
                  <a:pt x="2368001" y="0"/>
                </a:lnTo>
                <a:lnTo>
                  <a:pt x="2347893" y="0"/>
                </a:lnTo>
                <a:lnTo>
                  <a:pt x="2327786" y="0"/>
                </a:lnTo>
                <a:lnTo>
                  <a:pt x="2307679" y="0"/>
                </a:lnTo>
                <a:lnTo>
                  <a:pt x="2287572" y="0"/>
                </a:lnTo>
                <a:lnTo>
                  <a:pt x="2267474" y="0"/>
                </a:lnTo>
                <a:lnTo>
                  <a:pt x="2247367" y="0"/>
                </a:lnTo>
                <a:lnTo>
                  <a:pt x="2227259" y="0"/>
                </a:lnTo>
                <a:lnTo>
                  <a:pt x="2207152" y="0"/>
                </a:lnTo>
                <a:lnTo>
                  <a:pt x="2187054" y="0"/>
                </a:lnTo>
                <a:lnTo>
                  <a:pt x="2166947" y="0"/>
                </a:lnTo>
                <a:lnTo>
                  <a:pt x="2146840" y="0"/>
                </a:lnTo>
                <a:lnTo>
                  <a:pt x="2126732" y="0"/>
                </a:lnTo>
                <a:lnTo>
                  <a:pt x="2106625" y="0"/>
                </a:lnTo>
                <a:lnTo>
                  <a:pt x="2086527" y="0"/>
                </a:lnTo>
                <a:lnTo>
                  <a:pt x="2066420" y="0"/>
                </a:lnTo>
                <a:lnTo>
                  <a:pt x="2046313" y="0"/>
                </a:lnTo>
                <a:lnTo>
                  <a:pt x="2026206" y="0"/>
                </a:lnTo>
                <a:lnTo>
                  <a:pt x="2006108" y="0"/>
                </a:lnTo>
                <a:lnTo>
                  <a:pt x="1986001" y="0"/>
                </a:lnTo>
                <a:lnTo>
                  <a:pt x="1965893" y="0"/>
                </a:lnTo>
                <a:lnTo>
                  <a:pt x="1945786" y="0"/>
                </a:lnTo>
                <a:lnTo>
                  <a:pt x="1925688" y="0"/>
                </a:lnTo>
                <a:lnTo>
                  <a:pt x="1905581" y="0"/>
                </a:lnTo>
                <a:lnTo>
                  <a:pt x="1885474" y="0"/>
                </a:lnTo>
                <a:lnTo>
                  <a:pt x="1865366" y="0"/>
                </a:lnTo>
                <a:lnTo>
                  <a:pt x="1845259" y="0"/>
                </a:lnTo>
                <a:lnTo>
                  <a:pt x="1825161" y="0"/>
                </a:lnTo>
                <a:lnTo>
                  <a:pt x="1805054" y="0"/>
                </a:lnTo>
                <a:lnTo>
                  <a:pt x="1784947" y="0"/>
                </a:lnTo>
                <a:lnTo>
                  <a:pt x="1764840" y="0"/>
                </a:lnTo>
                <a:lnTo>
                  <a:pt x="1744742" y="0"/>
                </a:lnTo>
                <a:lnTo>
                  <a:pt x="1724635" y="0"/>
                </a:lnTo>
                <a:lnTo>
                  <a:pt x="1704527" y="0"/>
                </a:lnTo>
                <a:lnTo>
                  <a:pt x="1684420" y="0"/>
                </a:lnTo>
                <a:lnTo>
                  <a:pt x="1664322" y="0"/>
                </a:lnTo>
                <a:lnTo>
                  <a:pt x="1644215" y="0"/>
                </a:lnTo>
                <a:lnTo>
                  <a:pt x="1624108" y="0"/>
                </a:lnTo>
                <a:lnTo>
                  <a:pt x="1604000" y="0"/>
                </a:lnTo>
                <a:lnTo>
                  <a:pt x="1583893" y="0"/>
                </a:lnTo>
                <a:lnTo>
                  <a:pt x="1563795" y="0"/>
                </a:lnTo>
                <a:lnTo>
                  <a:pt x="1543688" y="0"/>
                </a:lnTo>
                <a:lnTo>
                  <a:pt x="1523581" y="0"/>
                </a:lnTo>
                <a:lnTo>
                  <a:pt x="1503474" y="0"/>
                </a:lnTo>
                <a:lnTo>
                  <a:pt x="1483376" y="0"/>
                </a:lnTo>
                <a:lnTo>
                  <a:pt x="1463269" y="0"/>
                </a:lnTo>
                <a:lnTo>
                  <a:pt x="1443161" y="0"/>
                </a:lnTo>
                <a:lnTo>
                  <a:pt x="1423054" y="0"/>
                </a:lnTo>
                <a:lnTo>
                  <a:pt x="1402956" y="0"/>
                </a:lnTo>
                <a:lnTo>
                  <a:pt x="1382849" y="0"/>
                </a:lnTo>
                <a:lnTo>
                  <a:pt x="1362742" y="0"/>
                </a:lnTo>
                <a:lnTo>
                  <a:pt x="1342634" y="0"/>
                </a:lnTo>
                <a:lnTo>
                  <a:pt x="1322527" y="0"/>
                </a:lnTo>
                <a:lnTo>
                  <a:pt x="1302429" y="0"/>
                </a:lnTo>
                <a:lnTo>
                  <a:pt x="1282322" y="0"/>
                </a:lnTo>
                <a:lnTo>
                  <a:pt x="1262215" y="0"/>
                </a:lnTo>
                <a:lnTo>
                  <a:pt x="1242108" y="0"/>
                </a:lnTo>
                <a:lnTo>
                  <a:pt x="1222010" y="0"/>
                </a:lnTo>
                <a:lnTo>
                  <a:pt x="1201903" y="0"/>
                </a:lnTo>
                <a:lnTo>
                  <a:pt x="1181795" y="0"/>
                </a:lnTo>
                <a:lnTo>
                  <a:pt x="1161688" y="0"/>
                </a:lnTo>
                <a:lnTo>
                  <a:pt x="1141590" y="0"/>
                </a:lnTo>
                <a:lnTo>
                  <a:pt x="1121483" y="0"/>
                </a:lnTo>
                <a:lnTo>
                  <a:pt x="1101376" y="0"/>
                </a:lnTo>
                <a:lnTo>
                  <a:pt x="1081268" y="0"/>
                </a:lnTo>
                <a:lnTo>
                  <a:pt x="1061161" y="0"/>
                </a:lnTo>
                <a:lnTo>
                  <a:pt x="1041063" y="0"/>
                </a:lnTo>
                <a:lnTo>
                  <a:pt x="1020956" y="0"/>
                </a:lnTo>
                <a:lnTo>
                  <a:pt x="1000849" y="0"/>
                </a:lnTo>
                <a:lnTo>
                  <a:pt x="980742" y="0"/>
                </a:lnTo>
                <a:lnTo>
                  <a:pt x="960644" y="0"/>
                </a:lnTo>
                <a:lnTo>
                  <a:pt x="940537" y="0"/>
                </a:lnTo>
                <a:lnTo>
                  <a:pt x="920429" y="0"/>
                </a:lnTo>
                <a:lnTo>
                  <a:pt x="900322" y="0"/>
                </a:lnTo>
                <a:lnTo>
                  <a:pt x="880215" y="0"/>
                </a:lnTo>
                <a:lnTo>
                  <a:pt x="860117" y="0"/>
                </a:lnTo>
                <a:lnTo>
                  <a:pt x="840010" y="0"/>
                </a:lnTo>
                <a:lnTo>
                  <a:pt x="819902" y="0"/>
                </a:lnTo>
                <a:lnTo>
                  <a:pt x="799795" y="0"/>
                </a:lnTo>
                <a:lnTo>
                  <a:pt x="779697" y="0"/>
                </a:lnTo>
                <a:lnTo>
                  <a:pt x="759590" y="0"/>
                </a:lnTo>
                <a:lnTo>
                  <a:pt x="739483" y="0"/>
                </a:lnTo>
                <a:lnTo>
                  <a:pt x="719376" y="0"/>
                </a:lnTo>
                <a:lnTo>
                  <a:pt x="699278" y="0"/>
                </a:lnTo>
                <a:lnTo>
                  <a:pt x="679171" y="0"/>
                </a:lnTo>
                <a:lnTo>
                  <a:pt x="659063" y="0"/>
                </a:lnTo>
                <a:lnTo>
                  <a:pt x="638956" y="0"/>
                </a:lnTo>
                <a:lnTo>
                  <a:pt x="618858" y="0"/>
                </a:lnTo>
                <a:lnTo>
                  <a:pt x="598751" y="0"/>
                </a:lnTo>
                <a:lnTo>
                  <a:pt x="578644" y="0"/>
                </a:lnTo>
                <a:lnTo>
                  <a:pt x="558536" y="0"/>
                </a:lnTo>
                <a:lnTo>
                  <a:pt x="538429" y="0"/>
                </a:lnTo>
                <a:lnTo>
                  <a:pt x="518331" y="0"/>
                </a:lnTo>
                <a:lnTo>
                  <a:pt x="498224" y="0"/>
                </a:lnTo>
                <a:lnTo>
                  <a:pt x="478117" y="0"/>
                </a:lnTo>
                <a:lnTo>
                  <a:pt x="458010" y="0"/>
                </a:lnTo>
                <a:lnTo>
                  <a:pt x="437912" y="0"/>
                </a:lnTo>
                <a:lnTo>
                  <a:pt x="417976" y="1048"/>
                </a:lnTo>
                <a:lnTo>
                  <a:pt x="398983" y="7620"/>
                </a:lnTo>
                <a:lnTo>
                  <a:pt x="379981" y="14202"/>
                </a:lnTo>
                <a:lnTo>
                  <a:pt x="360978" y="20774"/>
                </a:lnTo>
                <a:lnTo>
                  <a:pt x="341986" y="27356"/>
                </a:lnTo>
                <a:lnTo>
                  <a:pt x="322983" y="33928"/>
                </a:lnTo>
                <a:lnTo>
                  <a:pt x="303981" y="40510"/>
                </a:lnTo>
                <a:lnTo>
                  <a:pt x="284988" y="47082"/>
                </a:lnTo>
                <a:lnTo>
                  <a:pt x="265986" y="53664"/>
                </a:lnTo>
                <a:lnTo>
                  <a:pt x="246983" y="60236"/>
                </a:lnTo>
                <a:lnTo>
                  <a:pt x="227990" y="66818"/>
                </a:lnTo>
                <a:lnTo>
                  <a:pt x="208988" y="73390"/>
                </a:lnTo>
                <a:lnTo>
                  <a:pt x="189986" y="79962"/>
                </a:lnTo>
                <a:lnTo>
                  <a:pt x="170993" y="86544"/>
                </a:lnTo>
                <a:lnTo>
                  <a:pt x="151990" y="93116"/>
                </a:lnTo>
                <a:lnTo>
                  <a:pt x="132998" y="99698"/>
                </a:lnTo>
                <a:lnTo>
                  <a:pt x="113995" y="106270"/>
                </a:lnTo>
                <a:lnTo>
                  <a:pt x="94993" y="112852"/>
                </a:lnTo>
                <a:lnTo>
                  <a:pt x="76000" y="119424"/>
                </a:lnTo>
                <a:lnTo>
                  <a:pt x="56998" y="126006"/>
                </a:lnTo>
                <a:lnTo>
                  <a:pt x="37995" y="132578"/>
                </a:lnTo>
                <a:lnTo>
                  <a:pt x="19002" y="139160"/>
                </a:lnTo>
                <a:lnTo>
                  <a:pt x="0" y="14573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76CE74D1-1992-4DE1-8B59-0D33B80D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3118" y="4267200"/>
            <a:ext cx="2168843" cy="145733"/>
          </a:xfrm>
          <a:custGeom xmlns:a="http://schemas.openxmlformats.org/drawingml/2006/main">
            <a:pathLst>
              <a:path w="2168843" h="145733">
                <a:moveTo>
                  <a:pt x="0" y="145733"/>
                </a:moveTo>
                <a:lnTo>
                  <a:pt x="18983" y="145733"/>
                </a:lnTo>
                <a:lnTo>
                  <a:pt x="37976" y="145733"/>
                </a:lnTo>
                <a:lnTo>
                  <a:pt x="56960" y="145733"/>
                </a:lnTo>
                <a:lnTo>
                  <a:pt x="75952" y="145733"/>
                </a:lnTo>
                <a:lnTo>
                  <a:pt x="94936" y="145733"/>
                </a:lnTo>
                <a:lnTo>
                  <a:pt x="113929" y="145733"/>
                </a:lnTo>
                <a:lnTo>
                  <a:pt x="132912" y="145733"/>
                </a:lnTo>
                <a:lnTo>
                  <a:pt x="151905" y="145733"/>
                </a:lnTo>
                <a:lnTo>
                  <a:pt x="170888" y="145733"/>
                </a:lnTo>
                <a:lnTo>
                  <a:pt x="189871" y="145733"/>
                </a:lnTo>
                <a:lnTo>
                  <a:pt x="208864" y="145733"/>
                </a:lnTo>
                <a:lnTo>
                  <a:pt x="227848" y="145733"/>
                </a:lnTo>
                <a:lnTo>
                  <a:pt x="246840" y="145733"/>
                </a:lnTo>
                <a:lnTo>
                  <a:pt x="265824" y="145733"/>
                </a:lnTo>
                <a:lnTo>
                  <a:pt x="284817" y="145733"/>
                </a:lnTo>
                <a:lnTo>
                  <a:pt x="303800" y="145733"/>
                </a:lnTo>
                <a:lnTo>
                  <a:pt x="322793" y="145733"/>
                </a:lnTo>
                <a:lnTo>
                  <a:pt x="341776" y="145733"/>
                </a:lnTo>
                <a:lnTo>
                  <a:pt x="360759" y="145733"/>
                </a:lnTo>
                <a:lnTo>
                  <a:pt x="379752" y="145733"/>
                </a:lnTo>
                <a:lnTo>
                  <a:pt x="398736" y="145733"/>
                </a:lnTo>
                <a:lnTo>
                  <a:pt x="417728" y="145733"/>
                </a:lnTo>
                <a:lnTo>
                  <a:pt x="436712" y="145733"/>
                </a:lnTo>
                <a:lnTo>
                  <a:pt x="455705" y="145733"/>
                </a:lnTo>
                <a:lnTo>
                  <a:pt x="474688" y="145733"/>
                </a:lnTo>
                <a:lnTo>
                  <a:pt x="493681" y="145733"/>
                </a:lnTo>
                <a:lnTo>
                  <a:pt x="512664" y="145733"/>
                </a:lnTo>
                <a:lnTo>
                  <a:pt x="531647" y="145733"/>
                </a:lnTo>
                <a:lnTo>
                  <a:pt x="550640" y="145733"/>
                </a:lnTo>
                <a:lnTo>
                  <a:pt x="569624" y="145733"/>
                </a:lnTo>
                <a:lnTo>
                  <a:pt x="588616" y="145733"/>
                </a:lnTo>
                <a:lnTo>
                  <a:pt x="607600" y="145733"/>
                </a:lnTo>
                <a:lnTo>
                  <a:pt x="626593" y="145733"/>
                </a:lnTo>
                <a:lnTo>
                  <a:pt x="645576" y="145733"/>
                </a:lnTo>
                <a:lnTo>
                  <a:pt x="664569" y="145733"/>
                </a:lnTo>
                <a:lnTo>
                  <a:pt x="683552" y="145733"/>
                </a:lnTo>
                <a:lnTo>
                  <a:pt x="702535" y="145733"/>
                </a:lnTo>
                <a:lnTo>
                  <a:pt x="721528" y="145733"/>
                </a:lnTo>
                <a:lnTo>
                  <a:pt x="740512" y="145733"/>
                </a:lnTo>
                <a:lnTo>
                  <a:pt x="759504" y="145733"/>
                </a:lnTo>
                <a:lnTo>
                  <a:pt x="778488" y="145733"/>
                </a:lnTo>
                <a:lnTo>
                  <a:pt x="797481" y="145733"/>
                </a:lnTo>
                <a:lnTo>
                  <a:pt x="816464" y="145733"/>
                </a:lnTo>
                <a:lnTo>
                  <a:pt x="835447" y="145733"/>
                </a:lnTo>
                <a:lnTo>
                  <a:pt x="854440" y="145733"/>
                </a:lnTo>
                <a:lnTo>
                  <a:pt x="873423" y="145733"/>
                </a:lnTo>
                <a:lnTo>
                  <a:pt x="892416" y="145733"/>
                </a:lnTo>
                <a:lnTo>
                  <a:pt x="911400" y="145733"/>
                </a:lnTo>
                <a:lnTo>
                  <a:pt x="930392" y="145733"/>
                </a:lnTo>
                <a:lnTo>
                  <a:pt x="949376" y="145733"/>
                </a:lnTo>
                <a:lnTo>
                  <a:pt x="968369" y="145733"/>
                </a:lnTo>
                <a:lnTo>
                  <a:pt x="987352" y="145733"/>
                </a:lnTo>
                <a:lnTo>
                  <a:pt x="1006335" y="145733"/>
                </a:lnTo>
                <a:lnTo>
                  <a:pt x="1025328" y="145733"/>
                </a:lnTo>
                <a:lnTo>
                  <a:pt x="1044311" y="145733"/>
                </a:lnTo>
                <a:lnTo>
                  <a:pt x="1063304" y="145733"/>
                </a:lnTo>
                <a:lnTo>
                  <a:pt x="1082288" y="145733"/>
                </a:lnTo>
                <a:lnTo>
                  <a:pt x="1101281" y="145733"/>
                </a:lnTo>
                <a:lnTo>
                  <a:pt x="1120264" y="145733"/>
                </a:lnTo>
                <a:lnTo>
                  <a:pt x="1139257" y="145733"/>
                </a:lnTo>
                <a:lnTo>
                  <a:pt x="1158240" y="145733"/>
                </a:lnTo>
                <a:lnTo>
                  <a:pt x="1177223" y="145733"/>
                </a:lnTo>
                <a:lnTo>
                  <a:pt x="1196216" y="145733"/>
                </a:lnTo>
                <a:lnTo>
                  <a:pt x="1215200" y="145733"/>
                </a:lnTo>
                <a:lnTo>
                  <a:pt x="1234192" y="145733"/>
                </a:lnTo>
                <a:lnTo>
                  <a:pt x="1253176" y="145733"/>
                </a:lnTo>
                <a:lnTo>
                  <a:pt x="1272169" y="145733"/>
                </a:lnTo>
                <a:lnTo>
                  <a:pt x="1291152" y="145733"/>
                </a:lnTo>
                <a:lnTo>
                  <a:pt x="1310145" y="145733"/>
                </a:lnTo>
                <a:lnTo>
                  <a:pt x="1329128" y="145733"/>
                </a:lnTo>
                <a:lnTo>
                  <a:pt x="1348111" y="145733"/>
                </a:lnTo>
                <a:lnTo>
                  <a:pt x="1367104" y="145733"/>
                </a:lnTo>
                <a:lnTo>
                  <a:pt x="1386088" y="145733"/>
                </a:lnTo>
                <a:lnTo>
                  <a:pt x="1405080" y="145733"/>
                </a:lnTo>
                <a:lnTo>
                  <a:pt x="1424064" y="145733"/>
                </a:lnTo>
                <a:lnTo>
                  <a:pt x="1443057" y="145733"/>
                </a:lnTo>
                <a:lnTo>
                  <a:pt x="1462040" y="145733"/>
                </a:lnTo>
                <a:lnTo>
                  <a:pt x="1481033" y="145733"/>
                </a:lnTo>
                <a:lnTo>
                  <a:pt x="1500016" y="145733"/>
                </a:lnTo>
                <a:lnTo>
                  <a:pt x="1518999" y="145733"/>
                </a:lnTo>
                <a:lnTo>
                  <a:pt x="1537992" y="145733"/>
                </a:lnTo>
                <a:lnTo>
                  <a:pt x="1556976" y="145733"/>
                </a:lnTo>
                <a:lnTo>
                  <a:pt x="1575968" y="145733"/>
                </a:lnTo>
                <a:lnTo>
                  <a:pt x="1594952" y="145733"/>
                </a:lnTo>
                <a:lnTo>
                  <a:pt x="1613945" y="145733"/>
                </a:lnTo>
                <a:lnTo>
                  <a:pt x="1632928" y="145733"/>
                </a:lnTo>
                <a:lnTo>
                  <a:pt x="1651921" y="145733"/>
                </a:lnTo>
                <a:lnTo>
                  <a:pt x="1670904" y="145733"/>
                </a:lnTo>
                <a:lnTo>
                  <a:pt x="1689887" y="145733"/>
                </a:lnTo>
                <a:lnTo>
                  <a:pt x="1708880" y="145733"/>
                </a:lnTo>
                <a:lnTo>
                  <a:pt x="1727864" y="145733"/>
                </a:lnTo>
                <a:lnTo>
                  <a:pt x="1746856" y="145733"/>
                </a:lnTo>
                <a:lnTo>
                  <a:pt x="1765840" y="145733"/>
                </a:lnTo>
                <a:lnTo>
                  <a:pt x="1784833" y="145733"/>
                </a:lnTo>
                <a:lnTo>
                  <a:pt x="1803816" y="145733"/>
                </a:lnTo>
                <a:lnTo>
                  <a:pt x="1822799" y="145733"/>
                </a:lnTo>
                <a:lnTo>
                  <a:pt x="1841792" y="145733"/>
                </a:lnTo>
                <a:lnTo>
                  <a:pt x="1860775" y="145733"/>
                </a:lnTo>
                <a:lnTo>
                  <a:pt x="1878844" y="141751"/>
                </a:lnTo>
                <a:lnTo>
                  <a:pt x="1895904" y="133417"/>
                </a:lnTo>
                <a:lnTo>
                  <a:pt x="1912963" y="125082"/>
                </a:lnTo>
                <a:lnTo>
                  <a:pt x="1930022" y="116738"/>
                </a:lnTo>
                <a:lnTo>
                  <a:pt x="1947081" y="108404"/>
                </a:lnTo>
                <a:lnTo>
                  <a:pt x="1964141" y="100060"/>
                </a:lnTo>
                <a:lnTo>
                  <a:pt x="1981200" y="91726"/>
                </a:lnTo>
                <a:lnTo>
                  <a:pt x="1998259" y="83382"/>
                </a:lnTo>
                <a:lnTo>
                  <a:pt x="2015319" y="75047"/>
                </a:lnTo>
                <a:lnTo>
                  <a:pt x="2032378" y="66704"/>
                </a:lnTo>
                <a:lnTo>
                  <a:pt x="2049437" y="58369"/>
                </a:lnTo>
                <a:lnTo>
                  <a:pt x="2066487" y="50035"/>
                </a:lnTo>
                <a:lnTo>
                  <a:pt x="2083546" y="41691"/>
                </a:lnTo>
                <a:lnTo>
                  <a:pt x="2100605" y="33357"/>
                </a:lnTo>
                <a:lnTo>
                  <a:pt x="2117665" y="25013"/>
                </a:lnTo>
                <a:lnTo>
                  <a:pt x="2134724" y="16678"/>
                </a:lnTo>
                <a:lnTo>
                  <a:pt x="2151783" y="8334"/>
                </a:lnTo>
                <a:lnTo>
                  <a:pt x="21688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FBE612DF-2802-44F4-84C9-93B9737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6503" y="4267200"/>
            <a:ext cx="17554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B6AFB70B-1DF1-40BD-BA4F-27A08267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5055" y="3779596"/>
            <a:ext cx="161925" cy="259880"/>
          </a:xfrm>
          <a:custGeom xmlns:a="http://schemas.openxmlformats.org/drawingml/2006/main">
            <a:pathLst>
              <a:path w="161925" h="259880">
                <a:moveTo>
                  <a:pt x="0" y="108509"/>
                </a:moveTo>
                <a:lnTo>
                  <a:pt x="0" y="127435"/>
                </a:lnTo>
                <a:lnTo>
                  <a:pt x="0" y="146352"/>
                </a:lnTo>
                <a:lnTo>
                  <a:pt x="0" y="165278"/>
                </a:lnTo>
                <a:lnTo>
                  <a:pt x="0" y="184194"/>
                </a:lnTo>
                <a:lnTo>
                  <a:pt x="0" y="203121"/>
                </a:lnTo>
                <a:lnTo>
                  <a:pt x="0" y="222037"/>
                </a:lnTo>
                <a:lnTo>
                  <a:pt x="0" y="240963"/>
                </a:lnTo>
                <a:lnTo>
                  <a:pt x="0" y="259880"/>
                </a:lnTo>
                <a:lnTo>
                  <a:pt x="14659" y="250650"/>
                </a:lnTo>
                <a:lnTo>
                  <a:pt x="30166" y="239792"/>
                </a:lnTo>
                <a:lnTo>
                  <a:pt x="45663" y="228943"/>
                </a:lnTo>
                <a:lnTo>
                  <a:pt x="61170" y="218094"/>
                </a:lnTo>
                <a:lnTo>
                  <a:pt x="76667" y="207245"/>
                </a:lnTo>
                <a:lnTo>
                  <a:pt x="92173" y="196396"/>
                </a:lnTo>
                <a:lnTo>
                  <a:pt x="107671" y="185537"/>
                </a:lnTo>
                <a:lnTo>
                  <a:pt x="123168" y="174689"/>
                </a:lnTo>
                <a:lnTo>
                  <a:pt x="138674" y="163840"/>
                </a:lnTo>
                <a:lnTo>
                  <a:pt x="154172" y="152991"/>
                </a:lnTo>
                <a:lnTo>
                  <a:pt x="161925" y="138103"/>
                </a:lnTo>
                <a:lnTo>
                  <a:pt x="161925" y="119177"/>
                </a:lnTo>
                <a:lnTo>
                  <a:pt x="161925" y="100260"/>
                </a:lnTo>
                <a:lnTo>
                  <a:pt x="161925" y="81334"/>
                </a:lnTo>
                <a:lnTo>
                  <a:pt x="161925" y="62417"/>
                </a:lnTo>
                <a:lnTo>
                  <a:pt x="161925" y="43491"/>
                </a:lnTo>
                <a:lnTo>
                  <a:pt x="161925" y="24575"/>
                </a:lnTo>
                <a:lnTo>
                  <a:pt x="161925" y="5648"/>
                </a:lnTo>
                <a:lnTo>
                  <a:pt x="155010" y="0"/>
                </a:lnTo>
                <a:lnTo>
                  <a:pt x="139513" y="10849"/>
                </a:lnTo>
                <a:lnTo>
                  <a:pt x="124016" y="21698"/>
                </a:lnTo>
                <a:lnTo>
                  <a:pt x="108509" y="32556"/>
                </a:lnTo>
                <a:lnTo>
                  <a:pt x="93012" y="43405"/>
                </a:lnTo>
                <a:lnTo>
                  <a:pt x="77505" y="54254"/>
                </a:lnTo>
                <a:lnTo>
                  <a:pt x="62008" y="65103"/>
                </a:lnTo>
                <a:lnTo>
                  <a:pt x="46501" y="75952"/>
                </a:lnTo>
                <a:lnTo>
                  <a:pt x="31004" y="86811"/>
                </a:lnTo>
                <a:lnTo>
                  <a:pt x="15497" y="97660"/>
                </a:lnTo>
                <a:lnTo>
                  <a:pt x="0" y="108509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4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ADB168D4-4C66-49CD-AA31-0B328C12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4318" y="3774758"/>
            <a:ext cx="2246738" cy="113348"/>
          </a:xfrm>
          <a:custGeom xmlns:a="http://schemas.openxmlformats.org/drawingml/2006/main">
            <a:pathLst>
              <a:path w="2246738" h="113348">
                <a:moveTo>
                  <a:pt x="0" y="113348"/>
                </a:moveTo>
                <a:lnTo>
                  <a:pt x="19012" y="113348"/>
                </a:lnTo>
                <a:lnTo>
                  <a:pt x="38024" y="113348"/>
                </a:lnTo>
                <a:lnTo>
                  <a:pt x="57026" y="113348"/>
                </a:lnTo>
                <a:lnTo>
                  <a:pt x="76038" y="113348"/>
                </a:lnTo>
                <a:lnTo>
                  <a:pt x="95050" y="113348"/>
                </a:lnTo>
                <a:lnTo>
                  <a:pt x="114062" y="113348"/>
                </a:lnTo>
                <a:lnTo>
                  <a:pt x="133064" y="113348"/>
                </a:lnTo>
                <a:lnTo>
                  <a:pt x="152076" y="113348"/>
                </a:lnTo>
                <a:lnTo>
                  <a:pt x="171088" y="113348"/>
                </a:lnTo>
                <a:lnTo>
                  <a:pt x="190100" y="113348"/>
                </a:lnTo>
                <a:lnTo>
                  <a:pt x="209102" y="113348"/>
                </a:lnTo>
                <a:lnTo>
                  <a:pt x="228114" y="113348"/>
                </a:lnTo>
                <a:lnTo>
                  <a:pt x="247126" y="113348"/>
                </a:lnTo>
                <a:lnTo>
                  <a:pt x="266138" y="113348"/>
                </a:lnTo>
                <a:lnTo>
                  <a:pt x="285140" y="113348"/>
                </a:lnTo>
                <a:lnTo>
                  <a:pt x="304152" y="113348"/>
                </a:lnTo>
                <a:lnTo>
                  <a:pt x="323164" y="113348"/>
                </a:lnTo>
                <a:lnTo>
                  <a:pt x="342176" y="113348"/>
                </a:lnTo>
                <a:lnTo>
                  <a:pt x="361188" y="113348"/>
                </a:lnTo>
                <a:lnTo>
                  <a:pt x="380190" y="113348"/>
                </a:lnTo>
                <a:lnTo>
                  <a:pt x="399202" y="113348"/>
                </a:lnTo>
                <a:lnTo>
                  <a:pt x="418214" y="113348"/>
                </a:lnTo>
                <a:lnTo>
                  <a:pt x="437226" y="113348"/>
                </a:lnTo>
                <a:lnTo>
                  <a:pt x="456228" y="113348"/>
                </a:lnTo>
                <a:lnTo>
                  <a:pt x="475240" y="113348"/>
                </a:lnTo>
                <a:lnTo>
                  <a:pt x="494252" y="113348"/>
                </a:lnTo>
                <a:lnTo>
                  <a:pt x="513264" y="113348"/>
                </a:lnTo>
                <a:lnTo>
                  <a:pt x="532267" y="113348"/>
                </a:lnTo>
                <a:lnTo>
                  <a:pt x="551278" y="113348"/>
                </a:lnTo>
                <a:lnTo>
                  <a:pt x="570290" y="113348"/>
                </a:lnTo>
                <a:lnTo>
                  <a:pt x="589302" y="113348"/>
                </a:lnTo>
                <a:lnTo>
                  <a:pt x="608314" y="113348"/>
                </a:lnTo>
                <a:lnTo>
                  <a:pt x="627317" y="113348"/>
                </a:lnTo>
                <a:lnTo>
                  <a:pt x="646328" y="113348"/>
                </a:lnTo>
                <a:lnTo>
                  <a:pt x="665340" y="113348"/>
                </a:lnTo>
                <a:lnTo>
                  <a:pt x="684352" y="113348"/>
                </a:lnTo>
                <a:lnTo>
                  <a:pt x="703355" y="113348"/>
                </a:lnTo>
                <a:lnTo>
                  <a:pt x="722366" y="113348"/>
                </a:lnTo>
                <a:lnTo>
                  <a:pt x="741378" y="113348"/>
                </a:lnTo>
                <a:lnTo>
                  <a:pt x="760390" y="113348"/>
                </a:lnTo>
                <a:lnTo>
                  <a:pt x="779393" y="113348"/>
                </a:lnTo>
                <a:lnTo>
                  <a:pt x="798405" y="113348"/>
                </a:lnTo>
                <a:lnTo>
                  <a:pt x="817416" y="113348"/>
                </a:lnTo>
                <a:lnTo>
                  <a:pt x="836428" y="113348"/>
                </a:lnTo>
                <a:lnTo>
                  <a:pt x="855431" y="113348"/>
                </a:lnTo>
                <a:lnTo>
                  <a:pt x="874443" y="113348"/>
                </a:lnTo>
                <a:lnTo>
                  <a:pt x="893455" y="113348"/>
                </a:lnTo>
                <a:lnTo>
                  <a:pt x="912466" y="113348"/>
                </a:lnTo>
                <a:lnTo>
                  <a:pt x="931469" y="113348"/>
                </a:lnTo>
                <a:lnTo>
                  <a:pt x="950481" y="113348"/>
                </a:lnTo>
                <a:lnTo>
                  <a:pt x="969493" y="113348"/>
                </a:lnTo>
                <a:lnTo>
                  <a:pt x="988505" y="113348"/>
                </a:lnTo>
                <a:lnTo>
                  <a:pt x="1007516" y="113348"/>
                </a:lnTo>
                <a:lnTo>
                  <a:pt x="1026519" y="113348"/>
                </a:lnTo>
                <a:lnTo>
                  <a:pt x="1045531" y="113348"/>
                </a:lnTo>
                <a:lnTo>
                  <a:pt x="1064543" y="113348"/>
                </a:lnTo>
                <a:lnTo>
                  <a:pt x="1083554" y="113348"/>
                </a:lnTo>
                <a:lnTo>
                  <a:pt x="1102557" y="113348"/>
                </a:lnTo>
                <a:lnTo>
                  <a:pt x="1121569" y="113348"/>
                </a:lnTo>
                <a:lnTo>
                  <a:pt x="1140581" y="113348"/>
                </a:lnTo>
                <a:lnTo>
                  <a:pt x="1159593" y="113348"/>
                </a:lnTo>
                <a:lnTo>
                  <a:pt x="1178595" y="113348"/>
                </a:lnTo>
                <a:lnTo>
                  <a:pt x="1197607" y="113348"/>
                </a:lnTo>
                <a:lnTo>
                  <a:pt x="1216619" y="113348"/>
                </a:lnTo>
                <a:lnTo>
                  <a:pt x="1235631" y="113348"/>
                </a:lnTo>
                <a:lnTo>
                  <a:pt x="1254643" y="113348"/>
                </a:lnTo>
                <a:lnTo>
                  <a:pt x="1273645" y="113348"/>
                </a:lnTo>
                <a:lnTo>
                  <a:pt x="1292657" y="113348"/>
                </a:lnTo>
                <a:lnTo>
                  <a:pt x="1311669" y="113348"/>
                </a:lnTo>
                <a:lnTo>
                  <a:pt x="1330681" y="113348"/>
                </a:lnTo>
                <a:lnTo>
                  <a:pt x="1349683" y="113348"/>
                </a:lnTo>
                <a:lnTo>
                  <a:pt x="1368695" y="113348"/>
                </a:lnTo>
                <a:lnTo>
                  <a:pt x="1387707" y="113348"/>
                </a:lnTo>
                <a:lnTo>
                  <a:pt x="1406719" y="113348"/>
                </a:lnTo>
                <a:lnTo>
                  <a:pt x="1425721" y="113348"/>
                </a:lnTo>
                <a:lnTo>
                  <a:pt x="1444733" y="113348"/>
                </a:lnTo>
                <a:lnTo>
                  <a:pt x="1463745" y="113348"/>
                </a:lnTo>
                <a:lnTo>
                  <a:pt x="1482757" y="113348"/>
                </a:lnTo>
                <a:lnTo>
                  <a:pt x="1501759" y="113348"/>
                </a:lnTo>
                <a:lnTo>
                  <a:pt x="1520771" y="113348"/>
                </a:lnTo>
                <a:lnTo>
                  <a:pt x="1539783" y="113348"/>
                </a:lnTo>
                <a:lnTo>
                  <a:pt x="1558795" y="113348"/>
                </a:lnTo>
                <a:lnTo>
                  <a:pt x="1577797" y="113348"/>
                </a:lnTo>
                <a:lnTo>
                  <a:pt x="1596809" y="113348"/>
                </a:lnTo>
                <a:lnTo>
                  <a:pt x="1615821" y="113348"/>
                </a:lnTo>
                <a:lnTo>
                  <a:pt x="1634833" y="113348"/>
                </a:lnTo>
                <a:lnTo>
                  <a:pt x="1653845" y="113348"/>
                </a:lnTo>
                <a:lnTo>
                  <a:pt x="1672847" y="113348"/>
                </a:lnTo>
                <a:lnTo>
                  <a:pt x="1691859" y="113348"/>
                </a:lnTo>
                <a:lnTo>
                  <a:pt x="1710871" y="113348"/>
                </a:lnTo>
                <a:lnTo>
                  <a:pt x="1729883" y="113348"/>
                </a:lnTo>
                <a:lnTo>
                  <a:pt x="1748885" y="113348"/>
                </a:lnTo>
                <a:lnTo>
                  <a:pt x="1767897" y="113348"/>
                </a:lnTo>
                <a:lnTo>
                  <a:pt x="1786909" y="113348"/>
                </a:lnTo>
                <a:lnTo>
                  <a:pt x="1805921" y="113348"/>
                </a:lnTo>
                <a:lnTo>
                  <a:pt x="1824923" y="113348"/>
                </a:lnTo>
                <a:lnTo>
                  <a:pt x="1843935" y="113348"/>
                </a:lnTo>
                <a:lnTo>
                  <a:pt x="1862947" y="113348"/>
                </a:lnTo>
                <a:lnTo>
                  <a:pt x="1881959" y="113348"/>
                </a:lnTo>
                <a:lnTo>
                  <a:pt x="1900961" y="113348"/>
                </a:lnTo>
                <a:lnTo>
                  <a:pt x="1919973" y="113348"/>
                </a:lnTo>
                <a:lnTo>
                  <a:pt x="1938985" y="113348"/>
                </a:lnTo>
                <a:lnTo>
                  <a:pt x="1957997" y="113348"/>
                </a:lnTo>
                <a:lnTo>
                  <a:pt x="1977009" y="113348"/>
                </a:lnTo>
                <a:lnTo>
                  <a:pt x="1996011" y="113348"/>
                </a:lnTo>
                <a:lnTo>
                  <a:pt x="2015023" y="113348"/>
                </a:lnTo>
                <a:lnTo>
                  <a:pt x="2034035" y="113348"/>
                </a:lnTo>
                <a:lnTo>
                  <a:pt x="2053047" y="113348"/>
                </a:lnTo>
                <a:lnTo>
                  <a:pt x="2072049" y="113348"/>
                </a:lnTo>
                <a:lnTo>
                  <a:pt x="2091004" y="113157"/>
                </a:lnTo>
                <a:lnTo>
                  <a:pt x="2106578" y="102260"/>
                </a:lnTo>
                <a:lnTo>
                  <a:pt x="2122151" y="91354"/>
                </a:lnTo>
                <a:lnTo>
                  <a:pt x="2137724" y="80458"/>
                </a:lnTo>
                <a:lnTo>
                  <a:pt x="2153298" y="69552"/>
                </a:lnTo>
                <a:lnTo>
                  <a:pt x="2168871" y="58655"/>
                </a:lnTo>
                <a:lnTo>
                  <a:pt x="2184444" y="47749"/>
                </a:lnTo>
                <a:lnTo>
                  <a:pt x="2200018" y="36852"/>
                </a:lnTo>
                <a:lnTo>
                  <a:pt x="2215591" y="25946"/>
                </a:lnTo>
                <a:lnTo>
                  <a:pt x="2231165" y="15050"/>
                </a:lnTo>
                <a:lnTo>
                  <a:pt x="2246738" y="4143"/>
                </a:lnTo>
                <a:lnTo>
                  <a:pt x="2240890" y="0"/>
                </a:lnTo>
                <a:lnTo>
                  <a:pt x="2221878" y="0"/>
                </a:lnTo>
                <a:lnTo>
                  <a:pt x="2202866" y="0"/>
                </a:lnTo>
                <a:lnTo>
                  <a:pt x="2183854" y="0"/>
                </a:lnTo>
                <a:lnTo>
                  <a:pt x="2164852" y="0"/>
                </a:lnTo>
                <a:lnTo>
                  <a:pt x="2145840" y="0"/>
                </a:lnTo>
                <a:lnTo>
                  <a:pt x="2126828" y="0"/>
                </a:lnTo>
                <a:lnTo>
                  <a:pt x="2107816" y="0"/>
                </a:lnTo>
                <a:lnTo>
                  <a:pt x="2088804" y="0"/>
                </a:lnTo>
                <a:lnTo>
                  <a:pt x="2069802" y="0"/>
                </a:lnTo>
                <a:lnTo>
                  <a:pt x="2050790" y="0"/>
                </a:lnTo>
                <a:lnTo>
                  <a:pt x="2031778" y="0"/>
                </a:lnTo>
                <a:lnTo>
                  <a:pt x="2012766" y="0"/>
                </a:lnTo>
                <a:lnTo>
                  <a:pt x="1993763" y="0"/>
                </a:lnTo>
                <a:lnTo>
                  <a:pt x="1974752" y="0"/>
                </a:lnTo>
                <a:lnTo>
                  <a:pt x="1955740" y="0"/>
                </a:lnTo>
                <a:lnTo>
                  <a:pt x="1936728" y="0"/>
                </a:lnTo>
                <a:lnTo>
                  <a:pt x="1917725" y="0"/>
                </a:lnTo>
                <a:lnTo>
                  <a:pt x="1898714" y="0"/>
                </a:lnTo>
                <a:lnTo>
                  <a:pt x="1879702" y="0"/>
                </a:lnTo>
                <a:lnTo>
                  <a:pt x="1860690" y="0"/>
                </a:lnTo>
                <a:lnTo>
                  <a:pt x="1841678" y="0"/>
                </a:lnTo>
                <a:lnTo>
                  <a:pt x="1822675" y="0"/>
                </a:lnTo>
                <a:lnTo>
                  <a:pt x="1803664" y="0"/>
                </a:lnTo>
                <a:lnTo>
                  <a:pt x="1784652" y="0"/>
                </a:lnTo>
                <a:lnTo>
                  <a:pt x="1765640" y="0"/>
                </a:lnTo>
                <a:lnTo>
                  <a:pt x="1746637" y="0"/>
                </a:lnTo>
                <a:lnTo>
                  <a:pt x="1727625" y="0"/>
                </a:lnTo>
                <a:lnTo>
                  <a:pt x="1708614" y="0"/>
                </a:lnTo>
                <a:lnTo>
                  <a:pt x="1689602" y="0"/>
                </a:lnTo>
                <a:lnTo>
                  <a:pt x="1670599" y="0"/>
                </a:lnTo>
                <a:lnTo>
                  <a:pt x="1651587" y="0"/>
                </a:lnTo>
                <a:lnTo>
                  <a:pt x="1632575" y="0"/>
                </a:lnTo>
                <a:lnTo>
                  <a:pt x="1613564" y="0"/>
                </a:lnTo>
                <a:lnTo>
                  <a:pt x="1594561" y="0"/>
                </a:lnTo>
                <a:lnTo>
                  <a:pt x="1575549" y="0"/>
                </a:lnTo>
                <a:lnTo>
                  <a:pt x="1556537" y="0"/>
                </a:lnTo>
                <a:lnTo>
                  <a:pt x="1537525" y="0"/>
                </a:lnTo>
                <a:lnTo>
                  <a:pt x="1518514" y="0"/>
                </a:lnTo>
                <a:lnTo>
                  <a:pt x="1499511" y="0"/>
                </a:lnTo>
                <a:lnTo>
                  <a:pt x="1480499" y="0"/>
                </a:lnTo>
                <a:lnTo>
                  <a:pt x="1461487" y="0"/>
                </a:lnTo>
                <a:lnTo>
                  <a:pt x="1442476" y="0"/>
                </a:lnTo>
                <a:lnTo>
                  <a:pt x="1423473" y="0"/>
                </a:lnTo>
                <a:lnTo>
                  <a:pt x="1404461" y="0"/>
                </a:lnTo>
                <a:lnTo>
                  <a:pt x="1385449" y="0"/>
                </a:lnTo>
                <a:lnTo>
                  <a:pt x="1366437" y="0"/>
                </a:lnTo>
                <a:lnTo>
                  <a:pt x="1347435" y="0"/>
                </a:lnTo>
                <a:lnTo>
                  <a:pt x="1328423" y="0"/>
                </a:lnTo>
                <a:lnTo>
                  <a:pt x="1309411" y="0"/>
                </a:lnTo>
                <a:lnTo>
                  <a:pt x="1290399" y="0"/>
                </a:lnTo>
                <a:lnTo>
                  <a:pt x="1271397" y="0"/>
                </a:lnTo>
                <a:lnTo>
                  <a:pt x="1252385" y="0"/>
                </a:lnTo>
                <a:lnTo>
                  <a:pt x="1233373" y="0"/>
                </a:lnTo>
                <a:lnTo>
                  <a:pt x="1214361" y="0"/>
                </a:lnTo>
                <a:lnTo>
                  <a:pt x="1195359" y="0"/>
                </a:lnTo>
                <a:lnTo>
                  <a:pt x="1176347" y="0"/>
                </a:lnTo>
                <a:lnTo>
                  <a:pt x="1157335" y="0"/>
                </a:lnTo>
                <a:lnTo>
                  <a:pt x="1138323" y="0"/>
                </a:lnTo>
                <a:lnTo>
                  <a:pt x="1119311" y="0"/>
                </a:lnTo>
                <a:lnTo>
                  <a:pt x="1100309" y="0"/>
                </a:lnTo>
                <a:lnTo>
                  <a:pt x="1081297" y="0"/>
                </a:lnTo>
                <a:lnTo>
                  <a:pt x="1062285" y="0"/>
                </a:lnTo>
                <a:lnTo>
                  <a:pt x="1043273" y="0"/>
                </a:lnTo>
                <a:lnTo>
                  <a:pt x="1024271" y="0"/>
                </a:lnTo>
                <a:lnTo>
                  <a:pt x="1005259" y="0"/>
                </a:lnTo>
                <a:lnTo>
                  <a:pt x="986247" y="0"/>
                </a:lnTo>
                <a:lnTo>
                  <a:pt x="967235" y="0"/>
                </a:lnTo>
                <a:lnTo>
                  <a:pt x="948233" y="0"/>
                </a:lnTo>
                <a:lnTo>
                  <a:pt x="929221" y="0"/>
                </a:lnTo>
                <a:lnTo>
                  <a:pt x="910209" y="0"/>
                </a:lnTo>
                <a:lnTo>
                  <a:pt x="891197" y="0"/>
                </a:lnTo>
                <a:lnTo>
                  <a:pt x="872195" y="0"/>
                </a:lnTo>
                <a:lnTo>
                  <a:pt x="853183" y="0"/>
                </a:lnTo>
                <a:lnTo>
                  <a:pt x="834171" y="0"/>
                </a:lnTo>
                <a:lnTo>
                  <a:pt x="815159" y="0"/>
                </a:lnTo>
                <a:lnTo>
                  <a:pt x="796147" y="0"/>
                </a:lnTo>
                <a:lnTo>
                  <a:pt x="777145" y="0"/>
                </a:lnTo>
                <a:lnTo>
                  <a:pt x="758133" y="0"/>
                </a:lnTo>
                <a:lnTo>
                  <a:pt x="739121" y="0"/>
                </a:lnTo>
                <a:lnTo>
                  <a:pt x="720109" y="0"/>
                </a:lnTo>
                <a:lnTo>
                  <a:pt x="701107" y="0"/>
                </a:lnTo>
                <a:lnTo>
                  <a:pt x="682095" y="0"/>
                </a:lnTo>
                <a:lnTo>
                  <a:pt x="663083" y="0"/>
                </a:lnTo>
                <a:lnTo>
                  <a:pt x="644071" y="0"/>
                </a:lnTo>
                <a:lnTo>
                  <a:pt x="625069" y="0"/>
                </a:lnTo>
                <a:lnTo>
                  <a:pt x="606057" y="0"/>
                </a:lnTo>
                <a:lnTo>
                  <a:pt x="587045" y="0"/>
                </a:lnTo>
                <a:lnTo>
                  <a:pt x="568033" y="0"/>
                </a:lnTo>
                <a:lnTo>
                  <a:pt x="549031" y="0"/>
                </a:lnTo>
                <a:lnTo>
                  <a:pt x="530019" y="0"/>
                </a:lnTo>
                <a:lnTo>
                  <a:pt x="511007" y="0"/>
                </a:lnTo>
                <a:lnTo>
                  <a:pt x="491995" y="0"/>
                </a:lnTo>
                <a:lnTo>
                  <a:pt x="472983" y="0"/>
                </a:lnTo>
                <a:lnTo>
                  <a:pt x="453981" y="0"/>
                </a:lnTo>
                <a:lnTo>
                  <a:pt x="434969" y="0"/>
                </a:lnTo>
                <a:lnTo>
                  <a:pt x="415957" y="0"/>
                </a:lnTo>
                <a:lnTo>
                  <a:pt x="396945" y="0"/>
                </a:lnTo>
                <a:lnTo>
                  <a:pt x="377942" y="0"/>
                </a:lnTo>
                <a:lnTo>
                  <a:pt x="358931" y="0"/>
                </a:lnTo>
                <a:lnTo>
                  <a:pt x="339919" y="0"/>
                </a:lnTo>
                <a:lnTo>
                  <a:pt x="320907" y="0"/>
                </a:lnTo>
                <a:lnTo>
                  <a:pt x="301904" y="0"/>
                </a:lnTo>
                <a:lnTo>
                  <a:pt x="283474" y="3105"/>
                </a:lnTo>
                <a:lnTo>
                  <a:pt x="265757" y="10001"/>
                </a:lnTo>
                <a:lnTo>
                  <a:pt x="248041" y="16888"/>
                </a:lnTo>
                <a:lnTo>
                  <a:pt x="230324" y="23774"/>
                </a:lnTo>
                <a:lnTo>
                  <a:pt x="212608" y="30671"/>
                </a:lnTo>
                <a:lnTo>
                  <a:pt x="194891" y="37557"/>
                </a:lnTo>
                <a:lnTo>
                  <a:pt x="177175" y="44444"/>
                </a:lnTo>
                <a:lnTo>
                  <a:pt x="159458" y="51340"/>
                </a:lnTo>
                <a:lnTo>
                  <a:pt x="141732" y="58226"/>
                </a:lnTo>
                <a:lnTo>
                  <a:pt x="124016" y="65113"/>
                </a:lnTo>
                <a:lnTo>
                  <a:pt x="106299" y="72009"/>
                </a:lnTo>
                <a:lnTo>
                  <a:pt x="88583" y="78896"/>
                </a:lnTo>
                <a:lnTo>
                  <a:pt x="70866" y="85792"/>
                </a:lnTo>
                <a:lnTo>
                  <a:pt x="53150" y="92678"/>
                </a:lnTo>
                <a:lnTo>
                  <a:pt x="35433" y="99565"/>
                </a:lnTo>
                <a:lnTo>
                  <a:pt x="17717" y="106461"/>
                </a:lnTo>
                <a:lnTo>
                  <a:pt x="0" y="11334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7D739AD4-F201-4BE1-BF0A-CD22093C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3855" y="3774758"/>
            <a:ext cx="2040255" cy="113348"/>
          </a:xfrm>
          <a:custGeom xmlns:a="http://schemas.openxmlformats.org/drawingml/2006/main">
            <a:pathLst>
              <a:path w="2040255" h="113348">
                <a:moveTo>
                  <a:pt x="0" y="113348"/>
                </a:moveTo>
                <a:lnTo>
                  <a:pt x="19031" y="113348"/>
                </a:lnTo>
                <a:lnTo>
                  <a:pt x="38071" y="113348"/>
                </a:lnTo>
                <a:lnTo>
                  <a:pt x="57102" y="113348"/>
                </a:lnTo>
                <a:lnTo>
                  <a:pt x="76143" y="113348"/>
                </a:lnTo>
                <a:lnTo>
                  <a:pt x="95174" y="113348"/>
                </a:lnTo>
                <a:lnTo>
                  <a:pt x="114214" y="113348"/>
                </a:lnTo>
                <a:lnTo>
                  <a:pt x="133245" y="113348"/>
                </a:lnTo>
                <a:lnTo>
                  <a:pt x="152276" y="113348"/>
                </a:lnTo>
                <a:lnTo>
                  <a:pt x="171317" y="113348"/>
                </a:lnTo>
                <a:lnTo>
                  <a:pt x="190348" y="113348"/>
                </a:lnTo>
                <a:lnTo>
                  <a:pt x="209388" y="113348"/>
                </a:lnTo>
                <a:lnTo>
                  <a:pt x="228419" y="113348"/>
                </a:lnTo>
                <a:lnTo>
                  <a:pt x="247460" y="113348"/>
                </a:lnTo>
                <a:lnTo>
                  <a:pt x="266490" y="113348"/>
                </a:lnTo>
                <a:lnTo>
                  <a:pt x="285521" y="113348"/>
                </a:lnTo>
                <a:lnTo>
                  <a:pt x="304562" y="113348"/>
                </a:lnTo>
                <a:lnTo>
                  <a:pt x="323593" y="113348"/>
                </a:lnTo>
                <a:lnTo>
                  <a:pt x="342633" y="113348"/>
                </a:lnTo>
                <a:lnTo>
                  <a:pt x="361664" y="113348"/>
                </a:lnTo>
                <a:lnTo>
                  <a:pt x="380705" y="113348"/>
                </a:lnTo>
                <a:lnTo>
                  <a:pt x="399736" y="113348"/>
                </a:lnTo>
                <a:lnTo>
                  <a:pt x="418767" y="113348"/>
                </a:lnTo>
                <a:lnTo>
                  <a:pt x="437807" y="113348"/>
                </a:lnTo>
                <a:lnTo>
                  <a:pt x="456838" y="113348"/>
                </a:lnTo>
                <a:lnTo>
                  <a:pt x="475879" y="113348"/>
                </a:lnTo>
                <a:lnTo>
                  <a:pt x="494909" y="113348"/>
                </a:lnTo>
                <a:lnTo>
                  <a:pt x="513950" y="113348"/>
                </a:lnTo>
                <a:lnTo>
                  <a:pt x="532981" y="113348"/>
                </a:lnTo>
                <a:lnTo>
                  <a:pt x="552012" y="113348"/>
                </a:lnTo>
                <a:lnTo>
                  <a:pt x="571052" y="113348"/>
                </a:lnTo>
                <a:lnTo>
                  <a:pt x="590083" y="113348"/>
                </a:lnTo>
                <a:lnTo>
                  <a:pt x="609124" y="113348"/>
                </a:lnTo>
                <a:lnTo>
                  <a:pt x="628155" y="113348"/>
                </a:lnTo>
                <a:lnTo>
                  <a:pt x="647186" y="113348"/>
                </a:lnTo>
                <a:lnTo>
                  <a:pt x="666226" y="113348"/>
                </a:lnTo>
                <a:lnTo>
                  <a:pt x="685257" y="113348"/>
                </a:lnTo>
                <a:lnTo>
                  <a:pt x="704298" y="113348"/>
                </a:lnTo>
                <a:lnTo>
                  <a:pt x="723329" y="113348"/>
                </a:lnTo>
                <a:lnTo>
                  <a:pt x="742369" y="113348"/>
                </a:lnTo>
                <a:lnTo>
                  <a:pt x="761400" y="113348"/>
                </a:lnTo>
                <a:lnTo>
                  <a:pt x="780431" y="113348"/>
                </a:lnTo>
                <a:lnTo>
                  <a:pt x="799471" y="113348"/>
                </a:lnTo>
                <a:lnTo>
                  <a:pt x="818502" y="113348"/>
                </a:lnTo>
                <a:lnTo>
                  <a:pt x="837543" y="113348"/>
                </a:lnTo>
                <a:lnTo>
                  <a:pt x="856574" y="113348"/>
                </a:lnTo>
                <a:lnTo>
                  <a:pt x="875614" y="113348"/>
                </a:lnTo>
                <a:lnTo>
                  <a:pt x="894645" y="113348"/>
                </a:lnTo>
                <a:lnTo>
                  <a:pt x="913676" y="113348"/>
                </a:lnTo>
                <a:lnTo>
                  <a:pt x="932717" y="113348"/>
                </a:lnTo>
                <a:lnTo>
                  <a:pt x="951748" y="113348"/>
                </a:lnTo>
                <a:lnTo>
                  <a:pt x="970788" y="113348"/>
                </a:lnTo>
                <a:lnTo>
                  <a:pt x="989819" y="113348"/>
                </a:lnTo>
                <a:lnTo>
                  <a:pt x="1008859" y="113348"/>
                </a:lnTo>
                <a:lnTo>
                  <a:pt x="1027890" y="113348"/>
                </a:lnTo>
                <a:lnTo>
                  <a:pt x="1046921" y="113348"/>
                </a:lnTo>
                <a:lnTo>
                  <a:pt x="1065962" y="113348"/>
                </a:lnTo>
                <a:lnTo>
                  <a:pt x="1084993" y="113348"/>
                </a:lnTo>
                <a:lnTo>
                  <a:pt x="1104033" y="113348"/>
                </a:lnTo>
                <a:lnTo>
                  <a:pt x="1123064" y="113348"/>
                </a:lnTo>
                <a:lnTo>
                  <a:pt x="1142105" y="113348"/>
                </a:lnTo>
                <a:lnTo>
                  <a:pt x="1161136" y="113348"/>
                </a:lnTo>
                <a:lnTo>
                  <a:pt x="1180167" y="113348"/>
                </a:lnTo>
                <a:lnTo>
                  <a:pt x="1199207" y="113348"/>
                </a:lnTo>
                <a:lnTo>
                  <a:pt x="1218238" y="113348"/>
                </a:lnTo>
                <a:lnTo>
                  <a:pt x="1237278" y="113348"/>
                </a:lnTo>
                <a:lnTo>
                  <a:pt x="1256309" y="113348"/>
                </a:lnTo>
                <a:lnTo>
                  <a:pt x="1275350" y="113348"/>
                </a:lnTo>
                <a:lnTo>
                  <a:pt x="1294381" y="113348"/>
                </a:lnTo>
                <a:lnTo>
                  <a:pt x="1313412" y="113348"/>
                </a:lnTo>
                <a:lnTo>
                  <a:pt x="1332452" y="113348"/>
                </a:lnTo>
                <a:lnTo>
                  <a:pt x="1351483" y="113348"/>
                </a:lnTo>
                <a:lnTo>
                  <a:pt x="1370524" y="113348"/>
                </a:lnTo>
                <a:lnTo>
                  <a:pt x="1389555" y="113348"/>
                </a:lnTo>
                <a:lnTo>
                  <a:pt x="1408586" y="113348"/>
                </a:lnTo>
                <a:lnTo>
                  <a:pt x="1427626" y="113348"/>
                </a:lnTo>
                <a:lnTo>
                  <a:pt x="1446657" y="113348"/>
                </a:lnTo>
                <a:lnTo>
                  <a:pt x="1465697" y="113348"/>
                </a:lnTo>
                <a:lnTo>
                  <a:pt x="1484728" y="113348"/>
                </a:lnTo>
                <a:lnTo>
                  <a:pt x="1503769" y="113348"/>
                </a:lnTo>
                <a:lnTo>
                  <a:pt x="1522800" y="113348"/>
                </a:lnTo>
                <a:lnTo>
                  <a:pt x="1541831" y="113348"/>
                </a:lnTo>
                <a:lnTo>
                  <a:pt x="1560871" y="113348"/>
                </a:lnTo>
                <a:lnTo>
                  <a:pt x="1579902" y="113348"/>
                </a:lnTo>
                <a:lnTo>
                  <a:pt x="1598943" y="113348"/>
                </a:lnTo>
                <a:lnTo>
                  <a:pt x="1617974" y="113348"/>
                </a:lnTo>
                <a:lnTo>
                  <a:pt x="1637014" y="113348"/>
                </a:lnTo>
                <a:lnTo>
                  <a:pt x="1656045" y="113348"/>
                </a:lnTo>
                <a:lnTo>
                  <a:pt x="1675076" y="113348"/>
                </a:lnTo>
                <a:lnTo>
                  <a:pt x="1694117" y="113348"/>
                </a:lnTo>
                <a:lnTo>
                  <a:pt x="1713147" y="113348"/>
                </a:lnTo>
                <a:lnTo>
                  <a:pt x="1732188" y="113348"/>
                </a:lnTo>
                <a:lnTo>
                  <a:pt x="1751219" y="113348"/>
                </a:lnTo>
                <a:lnTo>
                  <a:pt x="1770259" y="113348"/>
                </a:lnTo>
                <a:lnTo>
                  <a:pt x="1789290" y="113348"/>
                </a:lnTo>
                <a:lnTo>
                  <a:pt x="1808321" y="113348"/>
                </a:lnTo>
                <a:lnTo>
                  <a:pt x="1827362" y="113348"/>
                </a:lnTo>
                <a:lnTo>
                  <a:pt x="1846393" y="113348"/>
                </a:lnTo>
                <a:lnTo>
                  <a:pt x="1865433" y="113348"/>
                </a:lnTo>
                <a:lnTo>
                  <a:pt x="1882283" y="106204"/>
                </a:lnTo>
                <a:lnTo>
                  <a:pt x="1898085" y="95583"/>
                </a:lnTo>
                <a:lnTo>
                  <a:pt x="1913877" y="84963"/>
                </a:lnTo>
                <a:lnTo>
                  <a:pt x="1929679" y="74343"/>
                </a:lnTo>
                <a:lnTo>
                  <a:pt x="1945472" y="63722"/>
                </a:lnTo>
                <a:lnTo>
                  <a:pt x="1961274" y="53102"/>
                </a:lnTo>
                <a:lnTo>
                  <a:pt x="1977066" y="42482"/>
                </a:lnTo>
                <a:lnTo>
                  <a:pt x="1992868" y="31861"/>
                </a:lnTo>
                <a:lnTo>
                  <a:pt x="2008661" y="21241"/>
                </a:lnTo>
                <a:lnTo>
                  <a:pt x="2024463" y="10620"/>
                </a:lnTo>
                <a:lnTo>
                  <a:pt x="2040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640F38EC-62B5-4574-AD59-E5F8255C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8653" y="3774758"/>
            <a:ext cx="17554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AA9B7994-3C86-41AE-8BF1-D943B9CB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4642" y="4371384"/>
            <a:ext cx="1117702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8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D9C49AA6-FFBA-4B03-86D2-573B57A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4642" y="4619473"/>
            <a:ext cx="1117702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抢修</a:t>
            </a:r>
          </a:p>
        </p:txBody>
      </p:sp>
      <p:sp>
        <p:nvSpPr>
          <p:cNvPr id="2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35E7EA6D-7618-437A-A947-2D26D842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5642" y="5179666"/>
            <a:ext cx="355549" cy="355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0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3814A12B-42FD-4CC1-BE8F-D1DE2AD3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086" y="3862683"/>
            <a:ext cx="1117702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1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3D08C981-A41C-4EAC-84C9-80142D05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086" y="4110780"/>
            <a:ext cx="1117702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过程可查</a:t>
            </a:r>
          </a:p>
        </p:txBody>
      </p:sp>
      <p:sp>
        <p:nvSpPr>
          <p:cNvPr id="3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6F1F7CCE-8835-40D9-94E6-1C975212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2086" y="4671117"/>
            <a:ext cx="355549" cy="355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3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837E21E0-A636-40CB-B7BF-259B0C4B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7530" y="3353991"/>
            <a:ext cx="1117702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4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B1667121-4365-4C01-9ACA-D3AD19E8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7530" y="3602088"/>
            <a:ext cx="1117702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实责任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5AF26000-02AB-4F31-9389-B906B57F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8530" y="4162425"/>
            <a:ext cx="355549" cy="355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6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756E72E7-7F2B-47AC-A5CA-02AF3532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3973" y="2845298"/>
            <a:ext cx="1117702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7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558EB548-ED73-42E2-8347-25CC52DC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3973" y="3093396"/>
            <a:ext cx="1117702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</a:t>
            </a:r>
          </a:p>
        </p:txBody>
      </p:sp>
      <p:sp>
        <p:nvSpPr>
          <p:cNvPr id="38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0CD66C4E-33AD-4127-AE3F-5D85DD2A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4973" y="3653733"/>
            <a:ext cx="355549" cy="355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9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56901A9C-6830-4647-B08F-D1BB5D65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0862" y="5077425"/>
            <a:ext cx="438150" cy="233658"/>
          </a:xfrm>
          <a:prstGeom xmlns:a="http://schemas.openxmlformats.org/drawingml/2006/main" prst="roundRect">
            <a:avLst>
              <a:gd name="adj" fmla="val 47108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0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3BCFEEA9-79C1-43C1-867B-B4D4A049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749" y="4060184"/>
            <a:ext cx="438150" cy="233658"/>
          </a:xfrm>
          <a:prstGeom xmlns:a="http://schemas.openxmlformats.org/drawingml/2006/main" prst="roundRect">
            <a:avLst>
              <a:gd name="adj" fmla="val 47108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2009204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2026-09-08T00:08:30.4280000Z</dcterms:created>
  <dcterms:modified xsi:type="dcterms:W3CDTF">2026-09-08T00:08:30.4280000Z</dcterms:modified>
</coreProperties>
</file>