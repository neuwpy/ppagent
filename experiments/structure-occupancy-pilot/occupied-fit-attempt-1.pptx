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9af5d5c454c1f" /><Relationship Type="http://schemas.openxmlformats.org/officeDocument/2006/relationships/extended-properties" Target="/docProps/app.xml" Id="R1e2d039f2cd44e7e" /><Relationship Type="http://schemas.openxmlformats.org/officeDocument/2006/relationships/officeDocument" Target="/ppt/presentation.xml" Id="R8e7eb874ab9f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11eca3bb74742"/>
  </p:sldMasterIdLst>
  <p:notesMasterIdLst>
    <p:notesMasterId xmlns:r="http://schemas.openxmlformats.org/officeDocument/2006/relationships" r:id="R2ace2094bae54978"/>
  </p:notesMasterIdLst>
  <p:sldIdLst>
    <p:sldId xmlns:r="http://schemas.openxmlformats.org/officeDocument/2006/relationships" id="256" r:id="Rab98caba180f47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cb30aa307446b2" /><Relationship Type="http://schemas.openxmlformats.org/officeDocument/2006/relationships/slideMaster" Target="/ppt/slideMasters/slideMaster1.xml" Id="R2e311eca3bb74742" /><Relationship Type="http://schemas.openxmlformats.org/officeDocument/2006/relationships/notesMaster" Target="/ppt/notesMasters/notesMaster1.xml" Id="R2ace2094bae54978" /><Relationship Type="http://schemas.openxmlformats.org/officeDocument/2006/relationships/presProps" Target="/ppt/presProps.xml" Id="R883c54b0038e4840" /><Relationship Type="http://schemas.openxmlformats.org/officeDocument/2006/relationships/tableStyles" Target="/ppt/tableStyles.xml" Id="Recee489bd6c94e3b" /><Relationship Type="http://schemas.openxmlformats.org/officeDocument/2006/relationships/slide" Target="/ppt/slides/slide1.xml" Id="Rab98caba180f47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d42559568b47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77b27152fc42b6" /><Relationship Type="http://schemas.openxmlformats.org/officeDocument/2006/relationships/notesMaster" Target="/ppt/notesMasters/notesMaster1.xml" Id="Re89d68bcdd1748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41242eb2f47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842af812974a95" /><Relationship Type="http://schemas.openxmlformats.org/officeDocument/2006/relationships/slideLayout" Target="/ppt/slideLayouts/slideLayout1.xml" Id="Rb0f1f42fe0a3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f1f42fe0a3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abef58e2d4999" /><Relationship Type="http://schemas.openxmlformats.org/officeDocument/2006/relationships/notesSlide" Target="/ppt/notesSlides/notesSlide1.xml" Id="R8ab9349a5fca47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741E67E-2539-4571-98E8-847C9FFF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31D3EBE4-F5D0-4574-A6E7-F5EE2547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6D7C3BA-D942-4C2C-926D-B488B08B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8E930BD-650D-460D-B3B9-2F589BF1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19A4B6A7-33D2-4BF2-89CE-44C7D604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下一步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 2级：形成记录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→ 3级：计划维护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按周期检查并落实责任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036DC6-C461-4056-BC3B-FF08F300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853F4659-08E4-4BF6-A8CB-F174932A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947" y="3508658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69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5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9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3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7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76E95E93-41A2-4E97-8D78-15E6E2F5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4180" y="311743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D2DE2245-9786-488D-A557-0922F71C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555" y="272700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2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6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907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A1530C1F-BFA8-41F7-AFFF-6BCD3FCB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798" y="2335530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2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14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1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69" y="746874"/>
                </a:lnTo>
                <a:lnTo>
                  <a:pt x="1101690" y="748913"/>
                </a:lnTo>
                <a:lnTo>
                  <a:pt x="1082821" y="750941"/>
                </a:lnTo>
                <a:lnTo>
                  <a:pt x="1063943" y="752980"/>
                </a:lnTo>
                <a:lnTo>
                  <a:pt x="1045073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20" y="866861"/>
                </a:lnTo>
                <a:lnTo>
                  <a:pt x="0" y="856907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1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2CA0AD6E-5E08-493A-A244-D03C6A0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3645" y="4087416"/>
            <a:ext cx="423863" cy="539829"/>
          </a:xfrm>
          <a:custGeom xmlns:a="http://schemas.openxmlformats.org/drawingml/2006/main">
            <a:pathLst>
              <a:path w="423863" h="539829">
                <a:moveTo>
                  <a:pt x="0" y="539829"/>
                </a:moveTo>
                <a:lnTo>
                  <a:pt x="0" y="520932"/>
                </a:lnTo>
                <a:lnTo>
                  <a:pt x="0" y="502034"/>
                </a:lnTo>
                <a:lnTo>
                  <a:pt x="0" y="483127"/>
                </a:lnTo>
                <a:lnTo>
                  <a:pt x="0" y="464229"/>
                </a:lnTo>
                <a:lnTo>
                  <a:pt x="0" y="445332"/>
                </a:lnTo>
                <a:lnTo>
                  <a:pt x="0" y="426425"/>
                </a:lnTo>
                <a:lnTo>
                  <a:pt x="0" y="407527"/>
                </a:lnTo>
                <a:lnTo>
                  <a:pt x="0" y="388630"/>
                </a:lnTo>
                <a:lnTo>
                  <a:pt x="0" y="369722"/>
                </a:lnTo>
                <a:lnTo>
                  <a:pt x="0" y="350825"/>
                </a:lnTo>
                <a:lnTo>
                  <a:pt x="0" y="331918"/>
                </a:lnTo>
                <a:lnTo>
                  <a:pt x="0" y="313020"/>
                </a:lnTo>
                <a:lnTo>
                  <a:pt x="0" y="294122"/>
                </a:lnTo>
                <a:lnTo>
                  <a:pt x="0" y="275215"/>
                </a:lnTo>
                <a:lnTo>
                  <a:pt x="0" y="256318"/>
                </a:lnTo>
                <a:lnTo>
                  <a:pt x="0" y="237420"/>
                </a:lnTo>
                <a:lnTo>
                  <a:pt x="0" y="218513"/>
                </a:lnTo>
                <a:lnTo>
                  <a:pt x="0" y="199615"/>
                </a:lnTo>
                <a:lnTo>
                  <a:pt x="0" y="180718"/>
                </a:lnTo>
                <a:lnTo>
                  <a:pt x="0" y="161811"/>
                </a:lnTo>
                <a:lnTo>
                  <a:pt x="0" y="142913"/>
                </a:lnTo>
                <a:lnTo>
                  <a:pt x="11382" y="132293"/>
                </a:lnTo>
                <a:lnTo>
                  <a:pt x="29366" y="126473"/>
                </a:lnTo>
                <a:lnTo>
                  <a:pt x="47349" y="120653"/>
                </a:lnTo>
                <a:lnTo>
                  <a:pt x="65332" y="114833"/>
                </a:lnTo>
                <a:lnTo>
                  <a:pt x="83315" y="109014"/>
                </a:lnTo>
                <a:lnTo>
                  <a:pt x="101298" y="103194"/>
                </a:lnTo>
                <a:lnTo>
                  <a:pt x="119282" y="97374"/>
                </a:lnTo>
                <a:lnTo>
                  <a:pt x="137265" y="91554"/>
                </a:lnTo>
                <a:lnTo>
                  <a:pt x="155248" y="85735"/>
                </a:lnTo>
                <a:lnTo>
                  <a:pt x="173231" y="79915"/>
                </a:lnTo>
                <a:lnTo>
                  <a:pt x="191214" y="74095"/>
                </a:lnTo>
                <a:lnTo>
                  <a:pt x="209198" y="68275"/>
                </a:lnTo>
                <a:lnTo>
                  <a:pt x="227181" y="62455"/>
                </a:lnTo>
                <a:lnTo>
                  <a:pt x="245164" y="56645"/>
                </a:lnTo>
                <a:lnTo>
                  <a:pt x="263147" y="50825"/>
                </a:lnTo>
                <a:lnTo>
                  <a:pt x="281130" y="45006"/>
                </a:lnTo>
                <a:lnTo>
                  <a:pt x="299114" y="39186"/>
                </a:lnTo>
                <a:lnTo>
                  <a:pt x="317097" y="33366"/>
                </a:lnTo>
                <a:lnTo>
                  <a:pt x="335080" y="27546"/>
                </a:lnTo>
                <a:lnTo>
                  <a:pt x="353063" y="21727"/>
                </a:lnTo>
                <a:lnTo>
                  <a:pt x="371046" y="15907"/>
                </a:lnTo>
                <a:lnTo>
                  <a:pt x="389030" y="10087"/>
                </a:lnTo>
                <a:lnTo>
                  <a:pt x="407013" y="4267"/>
                </a:lnTo>
                <a:lnTo>
                  <a:pt x="423863" y="0"/>
                </a:lnTo>
                <a:lnTo>
                  <a:pt x="423863" y="18898"/>
                </a:lnTo>
                <a:lnTo>
                  <a:pt x="423863" y="37805"/>
                </a:lnTo>
                <a:lnTo>
                  <a:pt x="423863" y="56702"/>
                </a:lnTo>
                <a:lnTo>
                  <a:pt x="423863" y="75600"/>
                </a:lnTo>
                <a:lnTo>
                  <a:pt x="423863" y="94507"/>
                </a:lnTo>
                <a:lnTo>
                  <a:pt x="423863" y="113405"/>
                </a:lnTo>
                <a:lnTo>
                  <a:pt x="423863" y="132312"/>
                </a:lnTo>
                <a:lnTo>
                  <a:pt x="423863" y="151209"/>
                </a:lnTo>
                <a:lnTo>
                  <a:pt x="423863" y="170107"/>
                </a:lnTo>
                <a:lnTo>
                  <a:pt x="423863" y="189014"/>
                </a:lnTo>
                <a:lnTo>
                  <a:pt x="423863" y="207912"/>
                </a:lnTo>
                <a:lnTo>
                  <a:pt x="423863" y="226809"/>
                </a:lnTo>
                <a:lnTo>
                  <a:pt x="423863" y="245716"/>
                </a:lnTo>
                <a:lnTo>
                  <a:pt x="423863" y="264614"/>
                </a:lnTo>
                <a:lnTo>
                  <a:pt x="423863" y="283512"/>
                </a:lnTo>
                <a:lnTo>
                  <a:pt x="423863" y="302419"/>
                </a:lnTo>
                <a:lnTo>
                  <a:pt x="423863" y="321316"/>
                </a:lnTo>
                <a:lnTo>
                  <a:pt x="423863" y="340223"/>
                </a:lnTo>
                <a:lnTo>
                  <a:pt x="423863" y="359121"/>
                </a:lnTo>
                <a:lnTo>
                  <a:pt x="423758" y="377952"/>
                </a:lnTo>
                <a:lnTo>
                  <a:pt x="406098" y="384696"/>
                </a:lnTo>
                <a:lnTo>
                  <a:pt x="388439" y="391439"/>
                </a:lnTo>
                <a:lnTo>
                  <a:pt x="370789" y="398183"/>
                </a:lnTo>
                <a:lnTo>
                  <a:pt x="353130" y="404927"/>
                </a:lnTo>
                <a:lnTo>
                  <a:pt x="335471" y="411671"/>
                </a:lnTo>
                <a:lnTo>
                  <a:pt x="317821" y="418424"/>
                </a:lnTo>
                <a:lnTo>
                  <a:pt x="300161" y="425167"/>
                </a:lnTo>
                <a:lnTo>
                  <a:pt x="282502" y="431911"/>
                </a:lnTo>
                <a:lnTo>
                  <a:pt x="264852" y="438655"/>
                </a:lnTo>
                <a:lnTo>
                  <a:pt x="247193" y="445399"/>
                </a:lnTo>
                <a:lnTo>
                  <a:pt x="229533" y="452142"/>
                </a:lnTo>
                <a:lnTo>
                  <a:pt x="211874" y="458895"/>
                </a:lnTo>
                <a:lnTo>
                  <a:pt x="194224" y="465639"/>
                </a:lnTo>
                <a:lnTo>
                  <a:pt x="176565" y="472383"/>
                </a:lnTo>
                <a:lnTo>
                  <a:pt x="158906" y="479127"/>
                </a:lnTo>
                <a:lnTo>
                  <a:pt x="141256" y="485870"/>
                </a:lnTo>
                <a:lnTo>
                  <a:pt x="123596" y="492614"/>
                </a:lnTo>
                <a:lnTo>
                  <a:pt x="105937" y="499367"/>
                </a:lnTo>
                <a:lnTo>
                  <a:pt x="88287" y="506111"/>
                </a:lnTo>
                <a:lnTo>
                  <a:pt x="70628" y="512855"/>
                </a:lnTo>
                <a:lnTo>
                  <a:pt x="52969" y="519598"/>
                </a:lnTo>
                <a:lnTo>
                  <a:pt x="35309" y="526342"/>
                </a:lnTo>
                <a:lnTo>
                  <a:pt x="17659" y="533086"/>
                </a:lnTo>
                <a:lnTo>
                  <a:pt x="0" y="539829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0A4B09B6-DDD2-4F72-B1EC-97426921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873" y="4465320"/>
            <a:ext cx="2025853" cy="161925"/>
          </a:xfrm>
          <a:custGeom xmlns:a="http://schemas.openxmlformats.org/drawingml/2006/main">
            <a:pathLst>
              <a:path w="2025853" h="161925">
                <a:moveTo>
                  <a:pt x="0" y="161925"/>
                </a:moveTo>
                <a:lnTo>
                  <a:pt x="18983" y="161925"/>
                </a:lnTo>
                <a:lnTo>
                  <a:pt x="37967" y="161925"/>
                </a:lnTo>
                <a:lnTo>
                  <a:pt x="56950" y="161925"/>
                </a:lnTo>
                <a:lnTo>
                  <a:pt x="75933" y="161925"/>
                </a:lnTo>
                <a:lnTo>
                  <a:pt x="94926" y="161925"/>
                </a:lnTo>
                <a:lnTo>
                  <a:pt x="113909" y="161925"/>
                </a:lnTo>
                <a:lnTo>
                  <a:pt x="132893" y="161925"/>
                </a:lnTo>
                <a:lnTo>
                  <a:pt x="151876" y="161925"/>
                </a:lnTo>
                <a:lnTo>
                  <a:pt x="170859" y="161925"/>
                </a:lnTo>
                <a:lnTo>
                  <a:pt x="189843" y="161925"/>
                </a:lnTo>
                <a:lnTo>
                  <a:pt x="208826" y="161925"/>
                </a:lnTo>
                <a:lnTo>
                  <a:pt x="227809" y="161925"/>
                </a:lnTo>
                <a:lnTo>
                  <a:pt x="246793" y="161925"/>
                </a:lnTo>
                <a:lnTo>
                  <a:pt x="265776" y="161925"/>
                </a:lnTo>
                <a:lnTo>
                  <a:pt x="284769" y="161925"/>
                </a:lnTo>
                <a:lnTo>
                  <a:pt x="303752" y="161925"/>
                </a:lnTo>
                <a:lnTo>
                  <a:pt x="322736" y="161925"/>
                </a:lnTo>
                <a:lnTo>
                  <a:pt x="341719" y="161925"/>
                </a:lnTo>
                <a:lnTo>
                  <a:pt x="360702" y="161925"/>
                </a:lnTo>
                <a:lnTo>
                  <a:pt x="379686" y="161925"/>
                </a:lnTo>
                <a:lnTo>
                  <a:pt x="398669" y="161925"/>
                </a:lnTo>
                <a:lnTo>
                  <a:pt x="417652" y="161925"/>
                </a:lnTo>
                <a:lnTo>
                  <a:pt x="436636" y="161925"/>
                </a:lnTo>
                <a:lnTo>
                  <a:pt x="455628" y="161925"/>
                </a:lnTo>
                <a:lnTo>
                  <a:pt x="474612" y="161925"/>
                </a:lnTo>
                <a:lnTo>
                  <a:pt x="493595" y="161925"/>
                </a:lnTo>
                <a:lnTo>
                  <a:pt x="512578" y="161925"/>
                </a:lnTo>
                <a:lnTo>
                  <a:pt x="531562" y="161925"/>
                </a:lnTo>
                <a:lnTo>
                  <a:pt x="550545" y="161925"/>
                </a:lnTo>
                <a:lnTo>
                  <a:pt x="569528" y="161925"/>
                </a:lnTo>
                <a:lnTo>
                  <a:pt x="588512" y="161925"/>
                </a:lnTo>
                <a:lnTo>
                  <a:pt x="607495" y="161925"/>
                </a:lnTo>
                <a:lnTo>
                  <a:pt x="626478" y="161925"/>
                </a:lnTo>
                <a:lnTo>
                  <a:pt x="645471" y="161925"/>
                </a:lnTo>
                <a:lnTo>
                  <a:pt x="664454" y="161925"/>
                </a:lnTo>
                <a:lnTo>
                  <a:pt x="683438" y="161925"/>
                </a:lnTo>
                <a:lnTo>
                  <a:pt x="702421" y="161925"/>
                </a:lnTo>
                <a:lnTo>
                  <a:pt x="721404" y="161925"/>
                </a:lnTo>
                <a:lnTo>
                  <a:pt x="740388" y="161925"/>
                </a:lnTo>
                <a:lnTo>
                  <a:pt x="759371" y="161925"/>
                </a:lnTo>
                <a:lnTo>
                  <a:pt x="778354" y="161925"/>
                </a:lnTo>
                <a:lnTo>
                  <a:pt x="797338" y="161925"/>
                </a:lnTo>
                <a:lnTo>
                  <a:pt x="816331" y="161925"/>
                </a:lnTo>
                <a:lnTo>
                  <a:pt x="835314" y="161925"/>
                </a:lnTo>
                <a:lnTo>
                  <a:pt x="854297" y="161925"/>
                </a:lnTo>
                <a:lnTo>
                  <a:pt x="873281" y="161925"/>
                </a:lnTo>
                <a:lnTo>
                  <a:pt x="892264" y="161925"/>
                </a:lnTo>
                <a:lnTo>
                  <a:pt x="911247" y="161925"/>
                </a:lnTo>
                <a:lnTo>
                  <a:pt x="930231" y="161925"/>
                </a:lnTo>
                <a:lnTo>
                  <a:pt x="949214" y="161925"/>
                </a:lnTo>
                <a:lnTo>
                  <a:pt x="968197" y="161925"/>
                </a:lnTo>
                <a:lnTo>
                  <a:pt x="987190" y="161925"/>
                </a:lnTo>
                <a:lnTo>
                  <a:pt x="1006173" y="161925"/>
                </a:lnTo>
                <a:lnTo>
                  <a:pt x="1025157" y="161925"/>
                </a:lnTo>
                <a:lnTo>
                  <a:pt x="1044140" y="161925"/>
                </a:lnTo>
                <a:lnTo>
                  <a:pt x="1063123" y="161925"/>
                </a:lnTo>
                <a:lnTo>
                  <a:pt x="1082107" y="161925"/>
                </a:lnTo>
                <a:lnTo>
                  <a:pt x="1101090" y="161925"/>
                </a:lnTo>
                <a:lnTo>
                  <a:pt x="1120073" y="161925"/>
                </a:lnTo>
                <a:lnTo>
                  <a:pt x="1139057" y="161925"/>
                </a:lnTo>
                <a:lnTo>
                  <a:pt x="1158040" y="161925"/>
                </a:lnTo>
                <a:lnTo>
                  <a:pt x="1177033" y="161925"/>
                </a:lnTo>
                <a:lnTo>
                  <a:pt x="1196016" y="161925"/>
                </a:lnTo>
                <a:lnTo>
                  <a:pt x="1214999" y="161925"/>
                </a:lnTo>
                <a:lnTo>
                  <a:pt x="1233983" y="161925"/>
                </a:lnTo>
                <a:lnTo>
                  <a:pt x="1252966" y="161925"/>
                </a:lnTo>
                <a:lnTo>
                  <a:pt x="1271949" y="161925"/>
                </a:lnTo>
                <a:lnTo>
                  <a:pt x="1290933" y="161925"/>
                </a:lnTo>
                <a:lnTo>
                  <a:pt x="1309916" y="161925"/>
                </a:lnTo>
                <a:lnTo>
                  <a:pt x="1328899" y="161925"/>
                </a:lnTo>
                <a:lnTo>
                  <a:pt x="1347892" y="161925"/>
                </a:lnTo>
                <a:lnTo>
                  <a:pt x="1366876" y="161925"/>
                </a:lnTo>
                <a:lnTo>
                  <a:pt x="1385859" y="161925"/>
                </a:lnTo>
                <a:lnTo>
                  <a:pt x="1404842" y="161925"/>
                </a:lnTo>
                <a:lnTo>
                  <a:pt x="1423826" y="161925"/>
                </a:lnTo>
                <a:lnTo>
                  <a:pt x="1442809" y="161925"/>
                </a:lnTo>
                <a:lnTo>
                  <a:pt x="1461792" y="161925"/>
                </a:lnTo>
                <a:lnTo>
                  <a:pt x="1480776" y="161925"/>
                </a:lnTo>
                <a:lnTo>
                  <a:pt x="1499759" y="161925"/>
                </a:lnTo>
                <a:lnTo>
                  <a:pt x="1518742" y="161925"/>
                </a:lnTo>
                <a:lnTo>
                  <a:pt x="1537735" y="161925"/>
                </a:lnTo>
                <a:lnTo>
                  <a:pt x="1556718" y="161925"/>
                </a:lnTo>
                <a:lnTo>
                  <a:pt x="1575702" y="161925"/>
                </a:lnTo>
                <a:lnTo>
                  <a:pt x="1594685" y="161925"/>
                </a:lnTo>
                <a:lnTo>
                  <a:pt x="1613345" y="160182"/>
                </a:lnTo>
                <a:lnTo>
                  <a:pt x="1631080" y="153400"/>
                </a:lnTo>
                <a:lnTo>
                  <a:pt x="1648816" y="146628"/>
                </a:lnTo>
                <a:lnTo>
                  <a:pt x="1666551" y="139856"/>
                </a:lnTo>
                <a:lnTo>
                  <a:pt x="1684287" y="133074"/>
                </a:lnTo>
                <a:lnTo>
                  <a:pt x="1702022" y="126302"/>
                </a:lnTo>
                <a:lnTo>
                  <a:pt x="1719748" y="119529"/>
                </a:lnTo>
                <a:lnTo>
                  <a:pt x="1737484" y="112757"/>
                </a:lnTo>
                <a:lnTo>
                  <a:pt x="1755219" y="105975"/>
                </a:lnTo>
                <a:lnTo>
                  <a:pt x="1772955" y="99203"/>
                </a:lnTo>
                <a:lnTo>
                  <a:pt x="1790690" y="92431"/>
                </a:lnTo>
                <a:lnTo>
                  <a:pt x="1808426" y="85658"/>
                </a:lnTo>
                <a:lnTo>
                  <a:pt x="1826162" y="78877"/>
                </a:lnTo>
                <a:lnTo>
                  <a:pt x="1843888" y="72104"/>
                </a:lnTo>
                <a:lnTo>
                  <a:pt x="1861623" y="65332"/>
                </a:lnTo>
                <a:lnTo>
                  <a:pt x="1879359" y="58550"/>
                </a:lnTo>
                <a:lnTo>
                  <a:pt x="1897094" y="51778"/>
                </a:lnTo>
                <a:lnTo>
                  <a:pt x="1914830" y="45006"/>
                </a:lnTo>
                <a:lnTo>
                  <a:pt x="1932565" y="38233"/>
                </a:lnTo>
                <a:lnTo>
                  <a:pt x="1950301" y="31452"/>
                </a:lnTo>
                <a:lnTo>
                  <a:pt x="1968036" y="24679"/>
                </a:lnTo>
                <a:lnTo>
                  <a:pt x="1985762" y="17907"/>
                </a:lnTo>
                <a:lnTo>
                  <a:pt x="2003498" y="11125"/>
                </a:lnTo>
                <a:lnTo>
                  <a:pt x="2021234" y="4353"/>
                </a:lnTo>
                <a:lnTo>
                  <a:pt x="2025853" y="0"/>
                </a:lnTo>
                <a:lnTo>
                  <a:pt x="2006870" y="0"/>
                </a:lnTo>
                <a:lnTo>
                  <a:pt x="1987887" y="0"/>
                </a:lnTo>
                <a:lnTo>
                  <a:pt x="1968903" y="0"/>
                </a:lnTo>
                <a:lnTo>
                  <a:pt x="1949920" y="0"/>
                </a:lnTo>
                <a:lnTo>
                  <a:pt x="1930937" y="0"/>
                </a:lnTo>
                <a:lnTo>
                  <a:pt x="1911944" y="0"/>
                </a:lnTo>
                <a:lnTo>
                  <a:pt x="1892960" y="0"/>
                </a:lnTo>
                <a:lnTo>
                  <a:pt x="1873977" y="0"/>
                </a:lnTo>
                <a:lnTo>
                  <a:pt x="1854994" y="0"/>
                </a:lnTo>
                <a:lnTo>
                  <a:pt x="1836010" y="0"/>
                </a:lnTo>
                <a:lnTo>
                  <a:pt x="1817027" y="0"/>
                </a:lnTo>
                <a:lnTo>
                  <a:pt x="1798044" y="0"/>
                </a:lnTo>
                <a:lnTo>
                  <a:pt x="1779060" y="0"/>
                </a:lnTo>
                <a:lnTo>
                  <a:pt x="1760077" y="0"/>
                </a:lnTo>
                <a:lnTo>
                  <a:pt x="1741084" y="0"/>
                </a:lnTo>
                <a:lnTo>
                  <a:pt x="1722101" y="0"/>
                </a:lnTo>
                <a:lnTo>
                  <a:pt x="1703118" y="0"/>
                </a:lnTo>
                <a:lnTo>
                  <a:pt x="1684134" y="0"/>
                </a:lnTo>
                <a:lnTo>
                  <a:pt x="1665151" y="0"/>
                </a:lnTo>
                <a:lnTo>
                  <a:pt x="1646168" y="0"/>
                </a:lnTo>
                <a:lnTo>
                  <a:pt x="1627184" y="0"/>
                </a:lnTo>
                <a:lnTo>
                  <a:pt x="1608201" y="0"/>
                </a:lnTo>
                <a:lnTo>
                  <a:pt x="1589218" y="0"/>
                </a:lnTo>
                <a:lnTo>
                  <a:pt x="1570234" y="0"/>
                </a:lnTo>
                <a:lnTo>
                  <a:pt x="1551242" y="0"/>
                </a:lnTo>
                <a:lnTo>
                  <a:pt x="1532258" y="0"/>
                </a:lnTo>
                <a:lnTo>
                  <a:pt x="1513275" y="0"/>
                </a:lnTo>
                <a:lnTo>
                  <a:pt x="1494292" y="0"/>
                </a:lnTo>
                <a:lnTo>
                  <a:pt x="1475308" y="0"/>
                </a:lnTo>
                <a:lnTo>
                  <a:pt x="1456325" y="0"/>
                </a:lnTo>
                <a:lnTo>
                  <a:pt x="1437342" y="0"/>
                </a:lnTo>
                <a:lnTo>
                  <a:pt x="1418358" y="0"/>
                </a:lnTo>
                <a:lnTo>
                  <a:pt x="1399375" y="0"/>
                </a:lnTo>
                <a:lnTo>
                  <a:pt x="1380382" y="0"/>
                </a:lnTo>
                <a:lnTo>
                  <a:pt x="1361399" y="0"/>
                </a:lnTo>
                <a:lnTo>
                  <a:pt x="1342415" y="0"/>
                </a:lnTo>
                <a:lnTo>
                  <a:pt x="1323432" y="0"/>
                </a:lnTo>
                <a:lnTo>
                  <a:pt x="1304449" y="0"/>
                </a:lnTo>
                <a:lnTo>
                  <a:pt x="1285465" y="0"/>
                </a:lnTo>
                <a:lnTo>
                  <a:pt x="1266482" y="0"/>
                </a:lnTo>
                <a:lnTo>
                  <a:pt x="1247499" y="0"/>
                </a:lnTo>
                <a:lnTo>
                  <a:pt x="1228515" y="0"/>
                </a:lnTo>
                <a:lnTo>
                  <a:pt x="1209532" y="0"/>
                </a:lnTo>
                <a:lnTo>
                  <a:pt x="1190539" y="0"/>
                </a:lnTo>
                <a:lnTo>
                  <a:pt x="1171556" y="0"/>
                </a:lnTo>
                <a:lnTo>
                  <a:pt x="1152573" y="0"/>
                </a:lnTo>
                <a:lnTo>
                  <a:pt x="1133589" y="0"/>
                </a:lnTo>
                <a:lnTo>
                  <a:pt x="1114606" y="0"/>
                </a:lnTo>
                <a:lnTo>
                  <a:pt x="1095623" y="0"/>
                </a:lnTo>
                <a:lnTo>
                  <a:pt x="1076639" y="0"/>
                </a:lnTo>
                <a:lnTo>
                  <a:pt x="1057656" y="0"/>
                </a:lnTo>
                <a:lnTo>
                  <a:pt x="1038673" y="0"/>
                </a:lnTo>
                <a:lnTo>
                  <a:pt x="1019680" y="0"/>
                </a:lnTo>
                <a:lnTo>
                  <a:pt x="1000697" y="0"/>
                </a:lnTo>
                <a:lnTo>
                  <a:pt x="981713" y="0"/>
                </a:lnTo>
                <a:lnTo>
                  <a:pt x="962730" y="0"/>
                </a:lnTo>
                <a:lnTo>
                  <a:pt x="943747" y="0"/>
                </a:lnTo>
                <a:lnTo>
                  <a:pt x="924763" y="0"/>
                </a:lnTo>
                <a:lnTo>
                  <a:pt x="905780" y="0"/>
                </a:lnTo>
                <a:lnTo>
                  <a:pt x="886797" y="0"/>
                </a:lnTo>
                <a:lnTo>
                  <a:pt x="867813" y="0"/>
                </a:lnTo>
                <a:lnTo>
                  <a:pt x="848830" y="0"/>
                </a:lnTo>
                <a:lnTo>
                  <a:pt x="829837" y="0"/>
                </a:lnTo>
                <a:lnTo>
                  <a:pt x="810854" y="0"/>
                </a:lnTo>
                <a:lnTo>
                  <a:pt x="791870" y="0"/>
                </a:lnTo>
                <a:lnTo>
                  <a:pt x="772887" y="0"/>
                </a:lnTo>
                <a:lnTo>
                  <a:pt x="753904" y="0"/>
                </a:lnTo>
                <a:lnTo>
                  <a:pt x="734920" y="0"/>
                </a:lnTo>
                <a:lnTo>
                  <a:pt x="715937" y="0"/>
                </a:lnTo>
                <a:lnTo>
                  <a:pt x="696954" y="0"/>
                </a:lnTo>
                <a:lnTo>
                  <a:pt x="677970" y="0"/>
                </a:lnTo>
                <a:lnTo>
                  <a:pt x="658978" y="0"/>
                </a:lnTo>
                <a:lnTo>
                  <a:pt x="639994" y="0"/>
                </a:lnTo>
                <a:lnTo>
                  <a:pt x="621011" y="0"/>
                </a:lnTo>
                <a:lnTo>
                  <a:pt x="602028" y="0"/>
                </a:lnTo>
                <a:lnTo>
                  <a:pt x="583044" y="0"/>
                </a:lnTo>
                <a:lnTo>
                  <a:pt x="564061" y="0"/>
                </a:lnTo>
                <a:lnTo>
                  <a:pt x="545078" y="0"/>
                </a:lnTo>
                <a:lnTo>
                  <a:pt x="526094" y="0"/>
                </a:lnTo>
                <a:lnTo>
                  <a:pt x="507854" y="4953"/>
                </a:lnTo>
                <a:lnTo>
                  <a:pt x="489718" y="10554"/>
                </a:lnTo>
                <a:lnTo>
                  <a:pt x="471583" y="16164"/>
                </a:lnTo>
                <a:lnTo>
                  <a:pt x="453438" y="21774"/>
                </a:lnTo>
                <a:lnTo>
                  <a:pt x="435302" y="27375"/>
                </a:lnTo>
                <a:lnTo>
                  <a:pt x="417166" y="32985"/>
                </a:lnTo>
                <a:lnTo>
                  <a:pt x="399031" y="38586"/>
                </a:lnTo>
                <a:lnTo>
                  <a:pt x="380895" y="44196"/>
                </a:lnTo>
                <a:lnTo>
                  <a:pt x="362750" y="49797"/>
                </a:lnTo>
                <a:lnTo>
                  <a:pt x="344615" y="55407"/>
                </a:lnTo>
                <a:lnTo>
                  <a:pt x="326479" y="61017"/>
                </a:lnTo>
                <a:lnTo>
                  <a:pt x="308343" y="66618"/>
                </a:lnTo>
                <a:lnTo>
                  <a:pt x="290208" y="72228"/>
                </a:lnTo>
                <a:lnTo>
                  <a:pt x="272063" y="77829"/>
                </a:lnTo>
                <a:lnTo>
                  <a:pt x="253927" y="83439"/>
                </a:lnTo>
                <a:lnTo>
                  <a:pt x="235791" y="89049"/>
                </a:lnTo>
                <a:lnTo>
                  <a:pt x="217656" y="94650"/>
                </a:lnTo>
                <a:lnTo>
                  <a:pt x="199511" y="100260"/>
                </a:lnTo>
                <a:lnTo>
                  <a:pt x="181375" y="105861"/>
                </a:lnTo>
                <a:lnTo>
                  <a:pt x="163239" y="111471"/>
                </a:lnTo>
                <a:lnTo>
                  <a:pt x="145104" y="117072"/>
                </a:lnTo>
                <a:lnTo>
                  <a:pt x="126968" y="122682"/>
                </a:lnTo>
                <a:lnTo>
                  <a:pt x="108823" y="128292"/>
                </a:lnTo>
                <a:lnTo>
                  <a:pt x="90688" y="133893"/>
                </a:lnTo>
                <a:lnTo>
                  <a:pt x="72552" y="139503"/>
                </a:lnTo>
                <a:lnTo>
                  <a:pt x="54416" y="145104"/>
                </a:lnTo>
                <a:lnTo>
                  <a:pt x="36271" y="150714"/>
                </a:lnTo>
                <a:lnTo>
                  <a:pt x="18136" y="156315"/>
                </a:lnTo>
                <a:lnTo>
                  <a:pt x="0" y="16192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FFB23499-5486-49CC-AAE0-CD916B4B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" y="4465320"/>
            <a:ext cx="1867853" cy="161925"/>
          </a:xfrm>
          <a:custGeom xmlns:a="http://schemas.openxmlformats.org/drawingml/2006/main">
            <a:pathLst>
              <a:path w="1867853" h="161925">
                <a:moveTo>
                  <a:pt x="0" y="161925"/>
                </a:moveTo>
                <a:lnTo>
                  <a:pt x="18974" y="161925"/>
                </a:lnTo>
                <a:lnTo>
                  <a:pt x="37948" y="161925"/>
                </a:lnTo>
                <a:lnTo>
                  <a:pt x="56921" y="161925"/>
                </a:lnTo>
                <a:lnTo>
                  <a:pt x="75895" y="161925"/>
                </a:lnTo>
                <a:lnTo>
                  <a:pt x="94869" y="161925"/>
                </a:lnTo>
                <a:lnTo>
                  <a:pt x="113843" y="161925"/>
                </a:lnTo>
                <a:lnTo>
                  <a:pt x="132817" y="161925"/>
                </a:lnTo>
                <a:lnTo>
                  <a:pt x="151790" y="161925"/>
                </a:lnTo>
                <a:lnTo>
                  <a:pt x="170764" y="161925"/>
                </a:lnTo>
                <a:lnTo>
                  <a:pt x="189738" y="161925"/>
                </a:lnTo>
                <a:lnTo>
                  <a:pt x="208712" y="161925"/>
                </a:lnTo>
                <a:lnTo>
                  <a:pt x="227686" y="161925"/>
                </a:lnTo>
                <a:lnTo>
                  <a:pt x="246669" y="161925"/>
                </a:lnTo>
                <a:lnTo>
                  <a:pt x="265643" y="161925"/>
                </a:lnTo>
                <a:lnTo>
                  <a:pt x="284617" y="161925"/>
                </a:lnTo>
                <a:lnTo>
                  <a:pt x="303590" y="161925"/>
                </a:lnTo>
                <a:lnTo>
                  <a:pt x="322564" y="161925"/>
                </a:lnTo>
                <a:lnTo>
                  <a:pt x="341538" y="161925"/>
                </a:lnTo>
                <a:lnTo>
                  <a:pt x="360512" y="161925"/>
                </a:lnTo>
                <a:lnTo>
                  <a:pt x="379486" y="161925"/>
                </a:lnTo>
                <a:lnTo>
                  <a:pt x="398459" y="161925"/>
                </a:lnTo>
                <a:lnTo>
                  <a:pt x="417433" y="161925"/>
                </a:lnTo>
                <a:lnTo>
                  <a:pt x="436407" y="161925"/>
                </a:lnTo>
                <a:lnTo>
                  <a:pt x="455381" y="161925"/>
                </a:lnTo>
                <a:lnTo>
                  <a:pt x="474355" y="161925"/>
                </a:lnTo>
                <a:lnTo>
                  <a:pt x="493328" y="161925"/>
                </a:lnTo>
                <a:lnTo>
                  <a:pt x="512302" y="161925"/>
                </a:lnTo>
                <a:lnTo>
                  <a:pt x="531276" y="161925"/>
                </a:lnTo>
                <a:lnTo>
                  <a:pt x="550250" y="161925"/>
                </a:lnTo>
                <a:lnTo>
                  <a:pt x="569224" y="161925"/>
                </a:lnTo>
                <a:lnTo>
                  <a:pt x="588197" y="161925"/>
                </a:lnTo>
                <a:lnTo>
                  <a:pt x="607171" y="161925"/>
                </a:lnTo>
                <a:lnTo>
                  <a:pt x="626145" y="161925"/>
                </a:lnTo>
                <a:lnTo>
                  <a:pt x="645119" y="161925"/>
                </a:lnTo>
                <a:lnTo>
                  <a:pt x="664093" y="161925"/>
                </a:lnTo>
                <a:lnTo>
                  <a:pt x="683066" y="161925"/>
                </a:lnTo>
                <a:lnTo>
                  <a:pt x="702040" y="161925"/>
                </a:lnTo>
                <a:lnTo>
                  <a:pt x="721023" y="161925"/>
                </a:lnTo>
                <a:lnTo>
                  <a:pt x="739997" y="161925"/>
                </a:lnTo>
                <a:lnTo>
                  <a:pt x="758971" y="161925"/>
                </a:lnTo>
                <a:lnTo>
                  <a:pt x="777945" y="161925"/>
                </a:lnTo>
                <a:lnTo>
                  <a:pt x="796919" y="161925"/>
                </a:lnTo>
                <a:lnTo>
                  <a:pt x="815892" y="161925"/>
                </a:lnTo>
                <a:lnTo>
                  <a:pt x="834866" y="161925"/>
                </a:lnTo>
                <a:lnTo>
                  <a:pt x="853840" y="161925"/>
                </a:lnTo>
                <a:lnTo>
                  <a:pt x="872814" y="161925"/>
                </a:lnTo>
                <a:lnTo>
                  <a:pt x="891788" y="161925"/>
                </a:lnTo>
                <a:lnTo>
                  <a:pt x="910761" y="161925"/>
                </a:lnTo>
                <a:lnTo>
                  <a:pt x="929735" y="161925"/>
                </a:lnTo>
                <a:lnTo>
                  <a:pt x="948709" y="161925"/>
                </a:lnTo>
                <a:lnTo>
                  <a:pt x="967683" y="161925"/>
                </a:lnTo>
                <a:lnTo>
                  <a:pt x="986657" y="161925"/>
                </a:lnTo>
                <a:lnTo>
                  <a:pt x="1005630" y="161925"/>
                </a:lnTo>
                <a:lnTo>
                  <a:pt x="1024604" y="161925"/>
                </a:lnTo>
                <a:lnTo>
                  <a:pt x="1043578" y="161925"/>
                </a:lnTo>
                <a:lnTo>
                  <a:pt x="1062552" y="161925"/>
                </a:lnTo>
                <a:lnTo>
                  <a:pt x="1081526" y="161925"/>
                </a:lnTo>
                <a:lnTo>
                  <a:pt x="1100499" y="161925"/>
                </a:lnTo>
                <a:lnTo>
                  <a:pt x="1119473" y="161925"/>
                </a:lnTo>
                <a:lnTo>
                  <a:pt x="1138447" y="161925"/>
                </a:lnTo>
                <a:lnTo>
                  <a:pt x="1157421" y="161925"/>
                </a:lnTo>
                <a:lnTo>
                  <a:pt x="1176404" y="161925"/>
                </a:lnTo>
                <a:lnTo>
                  <a:pt x="1195378" y="161925"/>
                </a:lnTo>
                <a:lnTo>
                  <a:pt x="1214352" y="161925"/>
                </a:lnTo>
                <a:lnTo>
                  <a:pt x="1233326" y="161925"/>
                </a:lnTo>
                <a:lnTo>
                  <a:pt x="1252299" y="161925"/>
                </a:lnTo>
                <a:lnTo>
                  <a:pt x="1271273" y="161925"/>
                </a:lnTo>
                <a:lnTo>
                  <a:pt x="1290247" y="161925"/>
                </a:lnTo>
                <a:lnTo>
                  <a:pt x="1309221" y="161925"/>
                </a:lnTo>
                <a:lnTo>
                  <a:pt x="1328195" y="161925"/>
                </a:lnTo>
                <a:lnTo>
                  <a:pt x="1347168" y="161925"/>
                </a:lnTo>
                <a:lnTo>
                  <a:pt x="1366142" y="161925"/>
                </a:lnTo>
                <a:lnTo>
                  <a:pt x="1385116" y="161925"/>
                </a:lnTo>
                <a:lnTo>
                  <a:pt x="1404090" y="161925"/>
                </a:lnTo>
                <a:lnTo>
                  <a:pt x="1423064" y="161925"/>
                </a:lnTo>
                <a:lnTo>
                  <a:pt x="1441856" y="160934"/>
                </a:lnTo>
                <a:lnTo>
                  <a:pt x="1459611" y="154229"/>
                </a:lnTo>
                <a:lnTo>
                  <a:pt x="1477356" y="147523"/>
                </a:lnTo>
                <a:lnTo>
                  <a:pt x="1495111" y="140818"/>
                </a:lnTo>
                <a:lnTo>
                  <a:pt x="1512856" y="134112"/>
                </a:lnTo>
                <a:lnTo>
                  <a:pt x="1530610" y="127406"/>
                </a:lnTo>
                <a:lnTo>
                  <a:pt x="1548355" y="120701"/>
                </a:lnTo>
                <a:lnTo>
                  <a:pt x="1566110" y="113995"/>
                </a:lnTo>
                <a:lnTo>
                  <a:pt x="1583855" y="107290"/>
                </a:lnTo>
                <a:lnTo>
                  <a:pt x="1601610" y="100584"/>
                </a:lnTo>
                <a:lnTo>
                  <a:pt x="1619355" y="93878"/>
                </a:lnTo>
                <a:lnTo>
                  <a:pt x="1637109" y="87173"/>
                </a:lnTo>
                <a:lnTo>
                  <a:pt x="1654854" y="80467"/>
                </a:lnTo>
                <a:lnTo>
                  <a:pt x="1672609" y="73762"/>
                </a:lnTo>
                <a:lnTo>
                  <a:pt x="1690354" y="67056"/>
                </a:lnTo>
                <a:lnTo>
                  <a:pt x="1708109" y="60350"/>
                </a:lnTo>
                <a:lnTo>
                  <a:pt x="1725854" y="53645"/>
                </a:lnTo>
                <a:lnTo>
                  <a:pt x="1743608" y="46939"/>
                </a:lnTo>
                <a:lnTo>
                  <a:pt x="1761353" y="40234"/>
                </a:lnTo>
                <a:lnTo>
                  <a:pt x="1779108" y="33528"/>
                </a:lnTo>
                <a:lnTo>
                  <a:pt x="1796853" y="26822"/>
                </a:lnTo>
                <a:lnTo>
                  <a:pt x="1814608" y="20117"/>
                </a:lnTo>
                <a:lnTo>
                  <a:pt x="1832353" y="13411"/>
                </a:lnTo>
                <a:lnTo>
                  <a:pt x="1850098" y="6706"/>
                </a:lnTo>
                <a:lnTo>
                  <a:pt x="18678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1F6CC788-4C2C-459E-AEFC-239C90DA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805" y="4465320"/>
            <a:ext cx="13496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0934FD5D-3B32-4E27-B24D-7FB7A322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2418" y="3709730"/>
            <a:ext cx="323850" cy="513655"/>
          </a:xfrm>
          <a:custGeom xmlns:a="http://schemas.openxmlformats.org/drawingml/2006/main">
            <a:pathLst>
              <a:path w="323850" h="513655">
                <a:moveTo>
                  <a:pt x="0" y="513655"/>
                </a:moveTo>
                <a:lnTo>
                  <a:pt x="0" y="494709"/>
                </a:lnTo>
                <a:lnTo>
                  <a:pt x="0" y="475774"/>
                </a:lnTo>
                <a:lnTo>
                  <a:pt x="0" y="456829"/>
                </a:lnTo>
                <a:lnTo>
                  <a:pt x="0" y="437883"/>
                </a:lnTo>
                <a:lnTo>
                  <a:pt x="0" y="418948"/>
                </a:lnTo>
                <a:lnTo>
                  <a:pt x="0" y="400002"/>
                </a:lnTo>
                <a:lnTo>
                  <a:pt x="0" y="381067"/>
                </a:lnTo>
                <a:lnTo>
                  <a:pt x="0" y="362121"/>
                </a:lnTo>
                <a:lnTo>
                  <a:pt x="0" y="343176"/>
                </a:lnTo>
                <a:lnTo>
                  <a:pt x="0" y="324241"/>
                </a:lnTo>
                <a:lnTo>
                  <a:pt x="0" y="305295"/>
                </a:lnTo>
                <a:lnTo>
                  <a:pt x="0" y="286350"/>
                </a:lnTo>
                <a:lnTo>
                  <a:pt x="0" y="267414"/>
                </a:lnTo>
                <a:lnTo>
                  <a:pt x="0" y="248469"/>
                </a:lnTo>
                <a:lnTo>
                  <a:pt x="0" y="229524"/>
                </a:lnTo>
                <a:lnTo>
                  <a:pt x="0" y="210588"/>
                </a:lnTo>
                <a:lnTo>
                  <a:pt x="0" y="191643"/>
                </a:lnTo>
                <a:lnTo>
                  <a:pt x="0" y="172707"/>
                </a:lnTo>
                <a:lnTo>
                  <a:pt x="0" y="153762"/>
                </a:lnTo>
                <a:lnTo>
                  <a:pt x="0" y="134817"/>
                </a:lnTo>
                <a:lnTo>
                  <a:pt x="0" y="115881"/>
                </a:lnTo>
                <a:lnTo>
                  <a:pt x="12144" y="105575"/>
                </a:lnTo>
                <a:lnTo>
                  <a:pt x="30042" y="99365"/>
                </a:lnTo>
                <a:lnTo>
                  <a:pt x="47939" y="93155"/>
                </a:lnTo>
                <a:lnTo>
                  <a:pt x="65827" y="86944"/>
                </a:lnTo>
                <a:lnTo>
                  <a:pt x="83725" y="80734"/>
                </a:lnTo>
                <a:lnTo>
                  <a:pt x="101622" y="74524"/>
                </a:lnTo>
                <a:lnTo>
                  <a:pt x="119510" y="68313"/>
                </a:lnTo>
                <a:lnTo>
                  <a:pt x="137408" y="62103"/>
                </a:lnTo>
                <a:lnTo>
                  <a:pt x="155305" y="55893"/>
                </a:lnTo>
                <a:lnTo>
                  <a:pt x="173203" y="49682"/>
                </a:lnTo>
                <a:lnTo>
                  <a:pt x="191091" y="43472"/>
                </a:lnTo>
                <a:lnTo>
                  <a:pt x="208988" y="37262"/>
                </a:lnTo>
                <a:lnTo>
                  <a:pt x="226886" y="31051"/>
                </a:lnTo>
                <a:lnTo>
                  <a:pt x="244773" y="24841"/>
                </a:lnTo>
                <a:lnTo>
                  <a:pt x="262671" y="18631"/>
                </a:lnTo>
                <a:lnTo>
                  <a:pt x="280568" y="12421"/>
                </a:lnTo>
                <a:lnTo>
                  <a:pt x="298456" y="6210"/>
                </a:lnTo>
                <a:lnTo>
                  <a:pt x="316354" y="0"/>
                </a:lnTo>
                <a:lnTo>
                  <a:pt x="323850" y="8411"/>
                </a:lnTo>
                <a:lnTo>
                  <a:pt x="323850" y="27346"/>
                </a:lnTo>
                <a:lnTo>
                  <a:pt x="323850" y="46292"/>
                </a:lnTo>
                <a:lnTo>
                  <a:pt x="323850" y="65237"/>
                </a:lnTo>
                <a:lnTo>
                  <a:pt x="323850" y="84172"/>
                </a:lnTo>
                <a:lnTo>
                  <a:pt x="323850" y="103118"/>
                </a:lnTo>
                <a:lnTo>
                  <a:pt x="323850" y="122053"/>
                </a:lnTo>
                <a:lnTo>
                  <a:pt x="323850" y="140999"/>
                </a:lnTo>
                <a:lnTo>
                  <a:pt x="323850" y="159944"/>
                </a:lnTo>
                <a:lnTo>
                  <a:pt x="323850" y="178880"/>
                </a:lnTo>
                <a:lnTo>
                  <a:pt x="323850" y="197825"/>
                </a:lnTo>
                <a:lnTo>
                  <a:pt x="323850" y="216770"/>
                </a:lnTo>
                <a:lnTo>
                  <a:pt x="323850" y="235706"/>
                </a:lnTo>
                <a:lnTo>
                  <a:pt x="323850" y="254651"/>
                </a:lnTo>
                <a:lnTo>
                  <a:pt x="323850" y="273596"/>
                </a:lnTo>
                <a:lnTo>
                  <a:pt x="323850" y="292532"/>
                </a:lnTo>
                <a:lnTo>
                  <a:pt x="323850" y="311477"/>
                </a:lnTo>
                <a:lnTo>
                  <a:pt x="323850" y="330413"/>
                </a:lnTo>
                <a:lnTo>
                  <a:pt x="323850" y="349358"/>
                </a:lnTo>
                <a:lnTo>
                  <a:pt x="323850" y="368303"/>
                </a:lnTo>
                <a:lnTo>
                  <a:pt x="313954" y="380686"/>
                </a:lnTo>
                <a:lnTo>
                  <a:pt x="296513" y="388077"/>
                </a:lnTo>
                <a:lnTo>
                  <a:pt x="279073" y="395459"/>
                </a:lnTo>
                <a:lnTo>
                  <a:pt x="261623" y="402850"/>
                </a:lnTo>
                <a:lnTo>
                  <a:pt x="244183" y="410232"/>
                </a:lnTo>
                <a:lnTo>
                  <a:pt x="226743" y="417624"/>
                </a:lnTo>
                <a:lnTo>
                  <a:pt x="209302" y="425006"/>
                </a:lnTo>
                <a:lnTo>
                  <a:pt x="191862" y="432397"/>
                </a:lnTo>
                <a:lnTo>
                  <a:pt x="174422" y="439779"/>
                </a:lnTo>
                <a:lnTo>
                  <a:pt x="156972" y="447170"/>
                </a:lnTo>
                <a:lnTo>
                  <a:pt x="139532" y="454562"/>
                </a:lnTo>
                <a:lnTo>
                  <a:pt x="122091" y="461943"/>
                </a:lnTo>
                <a:lnTo>
                  <a:pt x="104651" y="469335"/>
                </a:lnTo>
                <a:lnTo>
                  <a:pt x="87211" y="476717"/>
                </a:lnTo>
                <a:lnTo>
                  <a:pt x="69771" y="484108"/>
                </a:lnTo>
                <a:lnTo>
                  <a:pt x="52321" y="491490"/>
                </a:lnTo>
                <a:lnTo>
                  <a:pt x="34881" y="498881"/>
                </a:lnTo>
                <a:lnTo>
                  <a:pt x="17440" y="506263"/>
                </a:lnTo>
                <a:lnTo>
                  <a:pt x="0" y="51365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CE62D8D9-6E7A-42B8-9349-055B8461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3645" y="4086225"/>
            <a:ext cx="1929765" cy="137160"/>
          </a:xfrm>
          <a:custGeom xmlns:a="http://schemas.openxmlformats.org/drawingml/2006/main">
            <a:pathLst>
              <a:path w="1929765" h="137160">
                <a:moveTo>
                  <a:pt x="0" y="137160"/>
                </a:moveTo>
                <a:lnTo>
                  <a:pt x="19002" y="137160"/>
                </a:lnTo>
                <a:lnTo>
                  <a:pt x="38005" y="137160"/>
                </a:lnTo>
                <a:lnTo>
                  <a:pt x="57007" y="137160"/>
                </a:lnTo>
                <a:lnTo>
                  <a:pt x="76010" y="137160"/>
                </a:lnTo>
                <a:lnTo>
                  <a:pt x="95021" y="137160"/>
                </a:lnTo>
                <a:lnTo>
                  <a:pt x="114024" y="137160"/>
                </a:lnTo>
                <a:lnTo>
                  <a:pt x="133026" y="137160"/>
                </a:lnTo>
                <a:lnTo>
                  <a:pt x="152029" y="137160"/>
                </a:lnTo>
                <a:lnTo>
                  <a:pt x="171031" y="137160"/>
                </a:lnTo>
                <a:lnTo>
                  <a:pt x="190033" y="137160"/>
                </a:lnTo>
                <a:lnTo>
                  <a:pt x="209036" y="137160"/>
                </a:lnTo>
                <a:lnTo>
                  <a:pt x="228038" y="137160"/>
                </a:lnTo>
                <a:lnTo>
                  <a:pt x="247050" y="137160"/>
                </a:lnTo>
                <a:lnTo>
                  <a:pt x="266052" y="137160"/>
                </a:lnTo>
                <a:lnTo>
                  <a:pt x="285055" y="137160"/>
                </a:lnTo>
                <a:lnTo>
                  <a:pt x="304057" y="137160"/>
                </a:lnTo>
                <a:lnTo>
                  <a:pt x="323059" y="137160"/>
                </a:lnTo>
                <a:lnTo>
                  <a:pt x="342062" y="137160"/>
                </a:lnTo>
                <a:lnTo>
                  <a:pt x="361064" y="137160"/>
                </a:lnTo>
                <a:lnTo>
                  <a:pt x="380067" y="137160"/>
                </a:lnTo>
                <a:lnTo>
                  <a:pt x="399078" y="137160"/>
                </a:lnTo>
                <a:lnTo>
                  <a:pt x="418081" y="137160"/>
                </a:lnTo>
                <a:lnTo>
                  <a:pt x="437083" y="137160"/>
                </a:lnTo>
                <a:lnTo>
                  <a:pt x="456086" y="137160"/>
                </a:lnTo>
                <a:lnTo>
                  <a:pt x="475088" y="137160"/>
                </a:lnTo>
                <a:lnTo>
                  <a:pt x="494090" y="137160"/>
                </a:lnTo>
                <a:lnTo>
                  <a:pt x="513093" y="137160"/>
                </a:lnTo>
                <a:lnTo>
                  <a:pt x="532095" y="137160"/>
                </a:lnTo>
                <a:lnTo>
                  <a:pt x="551107" y="137160"/>
                </a:lnTo>
                <a:lnTo>
                  <a:pt x="570109" y="137160"/>
                </a:lnTo>
                <a:lnTo>
                  <a:pt x="589112" y="137160"/>
                </a:lnTo>
                <a:lnTo>
                  <a:pt x="608114" y="137160"/>
                </a:lnTo>
                <a:lnTo>
                  <a:pt x="627116" y="137160"/>
                </a:lnTo>
                <a:lnTo>
                  <a:pt x="646119" y="137160"/>
                </a:lnTo>
                <a:lnTo>
                  <a:pt x="665121" y="137160"/>
                </a:lnTo>
                <a:lnTo>
                  <a:pt x="684124" y="137160"/>
                </a:lnTo>
                <a:lnTo>
                  <a:pt x="703135" y="137160"/>
                </a:lnTo>
                <a:lnTo>
                  <a:pt x="722138" y="137160"/>
                </a:lnTo>
                <a:lnTo>
                  <a:pt x="741140" y="137160"/>
                </a:lnTo>
                <a:lnTo>
                  <a:pt x="760143" y="137160"/>
                </a:lnTo>
                <a:lnTo>
                  <a:pt x="779145" y="137160"/>
                </a:lnTo>
                <a:lnTo>
                  <a:pt x="798147" y="137160"/>
                </a:lnTo>
                <a:lnTo>
                  <a:pt x="817150" y="137160"/>
                </a:lnTo>
                <a:lnTo>
                  <a:pt x="836152" y="137160"/>
                </a:lnTo>
                <a:lnTo>
                  <a:pt x="855164" y="137160"/>
                </a:lnTo>
                <a:lnTo>
                  <a:pt x="874166" y="137160"/>
                </a:lnTo>
                <a:lnTo>
                  <a:pt x="893169" y="137160"/>
                </a:lnTo>
                <a:lnTo>
                  <a:pt x="912171" y="137160"/>
                </a:lnTo>
                <a:lnTo>
                  <a:pt x="931174" y="137160"/>
                </a:lnTo>
                <a:lnTo>
                  <a:pt x="950176" y="137160"/>
                </a:lnTo>
                <a:lnTo>
                  <a:pt x="969178" y="137160"/>
                </a:lnTo>
                <a:lnTo>
                  <a:pt x="988181" y="137160"/>
                </a:lnTo>
                <a:lnTo>
                  <a:pt x="1007193" y="137160"/>
                </a:lnTo>
                <a:lnTo>
                  <a:pt x="1026195" y="137160"/>
                </a:lnTo>
                <a:lnTo>
                  <a:pt x="1045197" y="137160"/>
                </a:lnTo>
                <a:lnTo>
                  <a:pt x="1064200" y="137160"/>
                </a:lnTo>
                <a:lnTo>
                  <a:pt x="1083202" y="137160"/>
                </a:lnTo>
                <a:lnTo>
                  <a:pt x="1102204" y="137160"/>
                </a:lnTo>
                <a:lnTo>
                  <a:pt x="1121207" y="137160"/>
                </a:lnTo>
                <a:lnTo>
                  <a:pt x="1140209" y="137160"/>
                </a:lnTo>
                <a:lnTo>
                  <a:pt x="1159221" y="137160"/>
                </a:lnTo>
                <a:lnTo>
                  <a:pt x="1178223" y="137160"/>
                </a:lnTo>
                <a:lnTo>
                  <a:pt x="1197226" y="137160"/>
                </a:lnTo>
                <a:lnTo>
                  <a:pt x="1216228" y="137160"/>
                </a:lnTo>
                <a:lnTo>
                  <a:pt x="1235231" y="137160"/>
                </a:lnTo>
                <a:lnTo>
                  <a:pt x="1254233" y="137160"/>
                </a:lnTo>
                <a:lnTo>
                  <a:pt x="1273235" y="137160"/>
                </a:lnTo>
                <a:lnTo>
                  <a:pt x="1292238" y="137160"/>
                </a:lnTo>
                <a:lnTo>
                  <a:pt x="1311250" y="137160"/>
                </a:lnTo>
                <a:lnTo>
                  <a:pt x="1330252" y="137160"/>
                </a:lnTo>
                <a:lnTo>
                  <a:pt x="1349254" y="137160"/>
                </a:lnTo>
                <a:lnTo>
                  <a:pt x="1368257" y="137160"/>
                </a:lnTo>
                <a:lnTo>
                  <a:pt x="1387259" y="137160"/>
                </a:lnTo>
                <a:lnTo>
                  <a:pt x="1406261" y="137160"/>
                </a:lnTo>
                <a:lnTo>
                  <a:pt x="1425264" y="137160"/>
                </a:lnTo>
                <a:lnTo>
                  <a:pt x="1444266" y="137160"/>
                </a:lnTo>
                <a:lnTo>
                  <a:pt x="1463278" y="137160"/>
                </a:lnTo>
                <a:lnTo>
                  <a:pt x="1482281" y="137160"/>
                </a:lnTo>
                <a:lnTo>
                  <a:pt x="1501283" y="137160"/>
                </a:lnTo>
                <a:lnTo>
                  <a:pt x="1520285" y="137160"/>
                </a:lnTo>
                <a:lnTo>
                  <a:pt x="1539288" y="137160"/>
                </a:lnTo>
                <a:lnTo>
                  <a:pt x="1558290" y="137160"/>
                </a:lnTo>
                <a:lnTo>
                  <a:pt x="1577292" y="137160"/>
                </a:lnTo>
                <a:lnTo>
                  <a:pt x="1596295" y="137160"/>
                </a:lnTo>
                <a:lnTo>
                  <a:pt x="1614783" y="134617"/>
                </a:lnTo>
                <a:lnTo>
                  <a:pt x="1632280" y="127206"/>
                </a:lnTo>
                <a:lnTo>
                  <a:pt x="1649787" y="119786"/>
                </a:lnTo>
                <a:lnTo>
                  <a:pt x="1667285" y="112376"/>
                </a:lnTo>
                <a:lnTo>
                  <a:pt x="1684782" y="104966"/>
                </a:lnTo>
                <a:lnTo>
                  <a:pt x="1702279" y="97555"/>
                </a:lnTo>
                <a:lnTo>
                  <a:pt x="1719777" y="90145"/>
                </a:lnTo>
                <a:lnTo>
                  <a:pt x="1737274" y="82734"/>
                </a:lnTo>
                <a:lnTo>
                  <a:pt x="1754772" y="75324"/>
                </a:lnTo>
                <a:lnTo>
                  <a:pt x="1772279" y="67913"/>
                </a:lnTo>
                <a:lnTo>
                  <a:pt x="1789776" y="60503"/>
                </a:lnTo>
                <a:lnTo>
                  <a:pt x="1807274" y="53092"/>
                </a:lnTo>
                <a:lnTo>
                  <a:pt x="1824771" y="45682"/>
                </a:lnTo>
                <a:lnTo>
                  <a:pt x="1842268" y="38271"/>
                </a:lnTo>
                <a:lnTo>
                  <a:pt x="1859766" y="30851"/>
                </a:lnTo>
                <a:lnTo>
                  <a:pt x="1877263" y="23441"/>
                </a:lnTo>
                <a:lnTo>
                  <a:pt x="1894770" y="16031"/>
                </a:lnTo>
                <a:lnTo>
                  <a:pt x="1912268" y="8620"/>
                </a:lnTo>
                <a:lnTo>
                  <a:pt x="1929765" y="1210"/>
                </a:lnTo>
                <a:lnTo>
                  <a:pt x="1916725" y="0"/>
                </a:lnTo>
                <a:lnTo>
                  <a:pt x="1897723" y="0"/>
                </a:lnTo>
                <a:lnTo>
                  <a:pt x="1878721" y="0"/>
                </a:lnTo>
                <a:lnTo>
                  <a:pt x="1859709" y="0"/>
                </a:lnTo>
                <a:lnTo>
                  <a:pt x="1840706" y="0"/>
                </a:lnTo>
                <a:lnTo>
                  <a:pt x="1821704" y="0"/>
                </a:lnTo>
                <a:lnTo>
                  <a:pt x="1802702" y="0"/>
                </a:lnTo>
                <a:lnTo>
                  <a:pt x="1783699" y="0"/>
                </a:lnTo>
                <a:lnTo>
                  <a:pt x="1764697" y="0"/>
                </a:lnTo>
                <a:lnTo>
                  <a:pt x="1745694" y="0"/>
                </a:lnTo>
                <a:lnTo>
                  <a:pt x="1726692" y="0"/>
                </a:lnTo>
                <a:lnTo>
                  <a:pt x="1707680" y="0"/>
                </a:lnTo>
                <a:lnTo>
                  <a:pt x="1688678" y="0"/>
                </a:lnTo>
                <a:lnTo>
                  <a:pt x="1669675" y="0"/>
                </a:lnTo>
                <a:lnTo>
                  <a:pt x="1650673" y="0"/>
                </a:lnTo>
                <a:lnTo>
                  <a:pt x="1631671" y="0"/>
                </a:lnTo>
                <a:lnTo>
                  <a:pt x="1612668" y="0"/>
                </a:lnTo>
                <a:lnTo>
                  <a:pt x="1593666" y="0"/>
                </a:lnTo>
                <a:lnTo>
                  <a:pt x="1574663" y="0"/>
                </a:lnTo>
                <a:lnTo>
                  <a:pt x="1555652" y="0"/>
                </a:lnTo>
                <a:lnTo>
                  <a:pt x="1536649" y="0"/>
                </a:lnTo>
                <a:lnTo>
                  <a:pt x="1517647" y="0"/>
                </a:lnTo>
                <a:lnTo>
                  <a:pt x="1498644" y="0"/>
                </a:lnTo>
                <a:lnTo>
                  <a:pt x="1479642" y="0"/>
                </a:lnTo>
                <a:lnTo>
                  <a:pt x="1460640" y="0"/>
                </a:lnTo>
                <a:lnTo>
                  <a:pt x="1441637" y="0"/>
                </a:lnTo>
                <a:lnTo>
                  <a:pt x="1422635" y="0"/>
                </a:lnTo>
                <a:lnTo>
                  <a:pt x="1403623" y="0"/>
                </a:lnTo>
                <a:lnTo>
                  <a:pt x="1384621" y="0"/>
                </a:lnTo>
                <a:lnTo>
                  <a:pt x="1365618" y="0"/>
                </a:lnTo>
                <a:lnTo>
                  <a:pt x="1346616" y="0"/>
                </a:lnTo>
                <a:lnTo>
                  <a:pt x="1327614" y="0"/>
                </a:lnTo>
                <a:lnTo>
                  <a:pt x="1308611" y="0"/>
                </a:lnTo>
                <a:lnTo>
                  <a:pt x="1289609" y="0"/>
                </a:lnTo>
                <a:lnTo>
                  <a:pt x="1270606" y="0"/>
                </a:lnTo>
                <a:lnTo>
                  <a:pt x="1251595" y="0"/>
                </a:lnTo>
                <a:lnTo>
                  <a:pt x="1232592" y="0"/>
                </a:lnTo>
                <a:lnTo>
                  <a:pt x="1213590" y="0"/>
                </a:lnTo>
                <a:lnTo>
                  <a:pt x="1194587" y="0"/>
                </a:lnTo>
                <a:lnTo>
                  <a:pt x="1175585" y="0"/>
                </a:lnTo>
                <a:lnTo>
                  <a:pt x="1156583" y="0"/>
                </a:lnTo>
                <a:lnTo>
                  <a:pt x="1137580" y="0"/>
                </a:lnTo>
                <a:lnTo>
                  <a:pt x="1118578" y="0"/>
                </a:lnTo>
                <a:lnTo>
                  <a:pt x="1099566" y="0"/>
                </a:lnTo>
                <a:lnTo>
                  <a:pt x="1080564" y="0"/>
                </a:lnTo>
                <a:lnTo>
                  <a:pt x="1061561" y="0"/>
                </a:lnTo>
                <a:lnTo>
                  <a:pt x="1042559" y="0"/>
                </a:lnTo>
                <a:lnTo>
                  <a:pt x="1023556" y="0"/>
                </a:lnTo>
                <a:lnTo>
                  <a:pt x="1004554" y="0"/>
                </a:lnTo>
                <a:lnTo>
                  <a:pt x="985552" y="0"/>
                </a:lnTo>
                <a:lnTo>
                  <a:pt x="966549" y="0"/>
                </a:lnTo>
                <a:lnTo>
                  <a:pt x="947537" y="0"/>
                </a:lnTo>
                <a:lnTo>
                  <a:pt x="928535" y="0"/>
                </a:lnTo>
                <a:lnTo>
                  <a:pt x="909533" y="0"/>
                </a:lnTo>
                <a:lnTo>
                  <a:pt x="890530" y="0"/>
                </a:lnTo>
                <a:lnTo>
                  <a:pt x="871528" y="0"/>
                </a:lnTo>
                <a:lnTo>
                  <a:pt x="852526" y="0"/>
                </a:lnTo>
                <a:lnTo>
                  <a:pt x="833523" y="0"/>
                </a:lnTo>
                <a:lnTo>
                  <a:pt x="814521" y="0"/>
                </a:lnTo>
                <a:lnTo>
                  <a:pt x="795509" y="0"/>
                </a:lnTo>
                <a:lnTo>
                  <a:pt x="776507" y="0"/>
                </a:lnTo>
                <a:lnTo>
                  <a:pt x="757504" y="0"/>
                </a:lnTo>
                <a:lnTo>
                  <a:pt x="738502" y="0"/>
                </a:lnTo>
                <a:lnTo>
                  <a:pt x="719499" y="0"/>
                </a:lnTo>
                <a:lnTo>
                  <a:pt x="700497" y="0"/>
                </a:lnTo>
                <a:lnTo>
                  <a:pt x="681495" y="0"/>
                </a:lnTo>
                <a:lnTo>
                  <a:pt x="662492" y="0"/>
                </a:lnTo>
                <a:lnTo>
                  <a:pt x="643480" y="0"/>
                </a:lnTo>
                <a:lnTo>
                  <a:pt x="624478" y="0"/>
                </a:lnTo>
                <a:lnTo>
                  <a:pt x="605476" y="0"/>
                </a:lnTo>
                <a:lnTo>
                  <a:pt x="586473" y="0"/>
                </a:lnTo>
                <a:lnTo>
                  <a:pt x="567471" y="0"/>
                </a:lnTo>
                <a:lnTo>
                  <a:pt x="548469" y="0"/>
                </a:lnTo>
                <a:lnTo>
                  <a:pt x="529466" y="0"/>
                </a:lnTo>
                <a:lnTo>
                  <a:pt x="510464" y="0"/>
                </a:lnTo>
                <a:lnTo>
                  <a:pt x="491452" y="0"/>
                </a:lnTo>
                <a:lnTo>
                  <a:pt x="472450" y="0"/>
                </a:lnTo>
                <a:lnTo>
                  <a:pt x="453447" y="0"/>
                </a:lnTo>
                <a:lnTo>
                  <a:pt x="434445" y="0"/>
                </a:lnTo>
                <a:lnTo>
                  <a:pt x="415852" y="2591"/>
                </a:lnTo>
                <a:lnTo>
                  <a:pt x="397774" y="8439"/>
                </a:lnTo>
                <a:lnTo>
                  <a:pt x="379686" y="14297"/>
                </a:lnTo>
                <a:lnTo>
                  <a:pt x="361607" y="20145"/>
                </a:lnTo>
                <a:lnTo>
                  <a:pt x="343529" y="25994"/>
                </a:lnTo>
                <a:lnTo>
                  <a:pt x="325450" y="31842"/>
                </a:lnTo>
                <a:lnTo>
                  <a:pt x="307372" y="37700"/>
                </a:lnTo>
                <a:lnTo>
                  <a:pt x="289284" y="43548"/>
                </a:lnTo>
                <a:lnTo>
                  <a:pt x="271205" y="49397"/>
                </a:lnTo>
                <a:lnTo>
                  <a:pt x="253127" y="55245"/>
                </a:lnTo>
                <a:lnTo>
                  <a:pt x="235048" y="61103"/>
                </a:lnTo>
                <a:lnTo>
                  <a:pt x="216970" y="66951"/>
                </a:lnTo>
                <a:lnTo>
                  <a:pt x="198882" y="72800"/>
                </a:lnTo>
                <a:lnTo>
                  <a:pt x="180804" y="78648"/>
                </a:lnTo>
                <a:lnTo>
                  <a:pt x="162725" y="84506"/>
                </a:lnTo>
                <a:lnTo>
                  <a:pt x="144647" y="90354"/>
                </a:lnTo>
                <a:lnTo>
                  <a:pt x="126568" y="96203"/>
                </a:lnTo>
                <a:lnTo>
                  <a:pt x="108480" y="102051"/>
                </a:lnTo>
                <a:lnTo>
                  <a:pt x="90402" y="107909"/>
                </a:lnTo>
                <a:lnTo>
                  <a:pt x="72323" y="113757"/>
                </a:lnTo>
                <a:lnTo>
                  <a:pt x="54245" y="119605"/>
                </a:lnTo>
                <a:lnTo>
                  <a:pt x="36157" y="125454"/>
                </a:lnTo>
                <a:lnTo>
                  <a:pt x="18078" y="131312"/>
                </a:lnTo>
                <a:lnTo>
                  <a:pt x="0" y="13716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3D0DA97D-27C1-40C1-B138-7F069703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8418" y="4086225"/>
            <a:ext cx="1768793" cy="137160"/>
          </a:xfrm>
          <a:custGeom xmlns:a="http://schemas.openxmlformats.org/drawingml/2006/main">
            <a:pathLst>
              <a:path w="1768793" h="137160">
                <a:moveTo>
                  <a:pt x="0" y="137160"/>
                </a:moveTo>
                <a:lnTo>
                  <a:pt x="18907" y="137160"/>
                </a:lnTo>
                <a:lnTo>
                  <a:pt x="37814" y="137160"/>
                </a:lnTo>
                <a:lnTo>
                  <a:pt x="56721" y="137160"/>
                </a:lnTo>
                <a:lnTo>
                  <a:pt x="75629" y="137160"/>
                </a:lnTo>
                <a:lnTo>
                  <a:pt x="94536" y="137160"/>
                </a:lnTo>
                <a:lnTo>
                  <a:pt x="113443" y="137160"/>
                </a:lnTo>
                <a:lnTo>
                  <a:pt x="132350" y="137160"/>
                </a:lnTo>
                <a:lnTo>
                  <a:pt x="151257" y="137160"/>
                </a:lnTo>
                <a:lnTo>
                  <a:pt x="170164" y="137160"/>
                </a:lnTo>
                <a:lnTo>
                  <a:pt x="189071" y="137160"/>
                </a:lnTo>
                <a:lnTo>
                  <a:pt x="207978" y="137160"/>
                </a:lnTo>
                <a:lnTo>
                  <a:pt x="226886" y="137160"/>
                </a:lnTo>
                <a:lnTo>
                  <a:pt x="245793" y="137160"/>
                </a:lnTo>
                <a:lnTo>
                  <a:pt x="264700" y="137160"/>
                </a:lnTo>
                <a:lnTo>
                  <a:pt x="283607" y="137160"/>
                </a:lnTo>
                <a:lnTo>
                  <a:pt x="302514" y="137160"/>
                </a:lnTo>
                <a:lnTo>
                  <a:pt x="321421" y="137160"/>
                </a:lnTo>
                <a:lnTo>
                  <a:pt x="340328" y="137160"/>
                </a:lnTo>
                <a:lnTo>
                  <a:pt x="359235" y="137160"/>
                </a:lnTo>
                <a:lnTo>
                  <a:pt x="378143" y="137160"/>
                </a:lnTo>
                <a:lnTo>
                  <a:pt x="397050" y="137160"/>
                </a:lnTo>
                <a:lnTo>
                  <a:pt x="415957" y="137160"/>
                </a:lnTo>
                <a:lnTo>
                  <a:pt x="434864" y="137160"/>
                </a:lnTo>
                <a:lnTo>
                  <a:pt x="453771" y="137160"/>
                </a:lnTo>
                <a:lnTo>
                  <a:pt x="472688" y="137160"/>
                </a:lnTo>
                <a:lnTo>
                  <a:pt x="491595" y="137160"/>
                </a:lnTo>
                <a:lnTo>
                  <a:pt x="510502" y="137160"/>
                </a:lnTo>
                <a:lnTo>
                  <a:pt x="529409" y="137160"/>
                </a:lnTo>
                <a:lnTo>
                  <a:pt x="548316" y="137160"/>
                </a:lnTo>
                <a:lnTo>
                  <a:pt x="567223" y="137160"/>
                </a:lnTo>
                <a:lnTo>
                  <a:pt x="586130" y="137160"/>
                </a:lnTo>
                <a:lnTo>
                  <a:pt x="605038" y="137160"/>
                </a:lnTo>
                <a:lnTo>
                  <a:pt x="623945" y="137160"/>
                </a:lnTo>
                <a:lnTo>
                  <a:pt x="642852" y="137160"/>
                </a:lnTo>
                <a:lnTo>
                  <a:pt x="661759" y="137160"/>
                </a:lnTo>
                <a:lnTo>
                  <a:pt x="680666" y="137160"/>
                </a:lnTo>
                <a:lnTo>
                  <a:pt x="699573" y="137160"/>
                </a:lnTo>
                <a:lnTo>
                  <a:pt x="718480" y="137160"/>
                </a:lnTo>
                <a:lnTo>
                  <a:pt x="737387" y="137160"/>
                </a:lnTo>
                <a:lnTo>
                  <a:pt x="756295" y="137160"/>
                </a:lnTo>
                <a:lnTo>
                  <a:pt x="775202" y="137160"/>
                </a:lnTo>
                <a:lnTo>
                  <a:pt x="794109" y="137160"/>
                </a:lnTo>
                <a:lnTo>
                  <a:pt x="813016" y="137160"/>
                </a:lnTo>
                <a:lnTo>
                  <a:pt x="831923" y="137160"/>
                </a:lnTo>
                <a:lnTo>
                  <a:pt x="850830" y="137160"/>
                </a:lnTo>
                <a:lnTo>
                  <a:pt x="869737" y="137160"/>
                </a:lnTo>
                <a:lnTo>
                  <a:pt x="888644" y="137160"/>
                </a:lnTo>
                <a:lnTo>
                  <a:pt x="907552" y="137160"/>
                </a:lnTo>
                <a:lnTo>
                  <a:pt x="926459" y="137160"/>
                </a:lnTo>
                <a:lnTo>
                  <a:pt x="945366" y="137160"/>
                </a:lnTo>
                <a:lnTo>
                  <a:pt x="964273" y="137160"/>
                </a:lnTo>
                <a:lnTo>
                  <a:pt x="983180" y="137160"/>
                </a:lnTo>
                <a:lnTo>
                  <a:pt x="1002087" y="137160"/>
                </a:lnTo>
                <a:lnTo>
                  <a:pt x="1020994" y="137160"/>
                </a:lnTo>
                <a:lnTo>
                  <a:pt x="1039901" y="137160"/>
                </a:lnTo>
                <a:lnTo>
                  <a:pt x="1058809" y="137160"/>
                </a:lnTo>
                <a:lnTo>
                  <a:pt x="1077716" y="137160"/>
                </a:lnTo>
                <a:lnTo>
                  <a:pt x="1096623" y="137160"/>
                </a:lnTo>
                <a:lnTo>
                  <a:pt x="1115530" y="137160"/>
                </a:lnTo>
                <a:lnTo>
                  <a:pt x="1134437" y="137160"/>
                </a:lnTo>
                <a:lnTo>
                  <a:pt x="1153344" y="137160"/>
                </a:lnTo>
                <a:lnTo>
                  <a:pt x="1172251" y="137160"/>
                </a:lnTo>
                <a:lnTo>
                  <a:pt x="1191158" y="137160"/>
                </a:lnTo>
                <a:lnTo>
                  <a:pt x="1210066" y="137160"/>
                </a:lnTo>
                <a:lnTo>
                  <a:pt x="1228973" y="137160"/>
                </a:lnTo>
                <a:lnTo>
                  <a:pt x="1247880" y="137160"/>
                </a:lnTo>
                <a:lnTo>
                  <a:pt x="1266787" y="137160"/>
                </a:lnTo>
                <a:lnTo>
                  <a:pt x="1285694" y="137160"/>
                </a:lnTo>
                <a:lnTo>
                  <a:pt x="1304601" y="137160"/>
                </a:lnTo>
                <a:lnTo>
                  <a:pt x="1323508" y="137160"/>
                </a:lnTo>
                <a:lnTo>
                  <a:pt x="1342415" y="137160"/>
                </a:lnTo>
                <a:lnTo>
                  <a:pt x="1361323" y="137160"/>
                </a:lnTo>
                <a:lnTo>
                  <a:pt x="1380230" y="137160"/>
                </a:lnTo>
                <a:lnTo>
                  <a:pt x="1399137" y="137160"/>
                </a:lnTo>
                <a:lnTo>
                  <a:pt x="1418053" y="137160"/>
                </a:lnTo>
                <a:lnTo>
                  <a:pt x="1436961" y="137160"/>
                </a:lnTo>
                <a:lnTo>
                  <a:pt x="1454582" y="130769"/>
                </a:lnTo>
                <a:lnTo>
                  <a:pt x="1472041" y="123501"/>
                </a:lnTo>
                <a:lnTo>
                  <a:pt x="1489500" y="116234"/>
                </a:lnTo>
                <a:lnTo>
                  <a:pt x="1506950" y="108976"/>
                </a:lnTo>
                <a:lnTo>
                  <a:pt x="1524410" y="101708"/>
                </a:lnTo>
                <a:lnTo>
                  <a:pt x="1541869" y="94440"/>
                </a:lnTo>
                <a:lnTo>
                  <a:pt x="1559319" y="87182"/>
                </a:lnTo>
                <a:lnTo>
                  <a:pt x="1576778" y="79915"/>
                </a:lnTo>
                <a:lnTo>
                  <a:pt x="1594237" y="72647"/>
                </a:lnTo>
                <a:lnTo>
                  <a:pt x="1611687" y="65380"/>
                </a:lnTo>
                <a:lnTo>
                  <a:pt x="1629146" y="58122"/>
                </a:lnTo>
                <a:lnTo>
                  <a:pt x="1646606" y="50854"/>
                </a:lnTo>
                <a:lnTo>
                  <a:pt x="1664056" y="43586"/>
                </a:lnTo>
                <a:lnTo>
                  <a:pt x="1681515" y="36328"/>
                </a:lnTo>
                <a:lnTo>
                  <a:pt x="1698965" y="29061"/>
                </a:lnTo>
                <a:lnTo>
                  <a:pt x="1716424" y="21793"/>
                </a:lnTo>
                <a:lnTo>
                  <a:pt x="1733883" y="14526"/>
                </a:lnTo>
                <a:lnTo>
                  <a:pt x="1751333" y="7268"/>
                </a:lnTo>
                <a:lnTo>
                  <a:pt x="1768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97A2D76-5B0F-401F-A18C-B009F331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6565" y="4086225"/>
            <a:ext cx="13506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80B732A8-7CF9-427A-B4B9-60E4CAA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190" y="3330845"/>
            <a:ext cx="223838" cy="488680"/>
          </a:xfrm>
          <a:custGeom xmlns:a="http://schemas.openxmlformats.org/drawingml/2006/main">
            <a:pathLst>
              <a:path w="223838" h="488680">
                <a:moveTo>
                  <a:pt x="0" y="488680"/>
                </a:moveTo>
                <a:lnTo>
                  <a:pt x="0" y="469687"/>
                </a:lnTo>
                <a:lnTo>
                  <a:pt x="0" y="450694"/>
                </a:lnTo>
                <a:lnTo>
                  <a:pt x="0" y="431702"/>
                </a:lnTo>
                <a:lnTo>
                  <a:pt x="0" y="412709"/>
                </a:lnTo>
                <a:lnTo>
                  <a:pt x="0" y="393716"/>
                </a:lnTo>
                <a:lnTo>
                  <a:pt x="0" y="374723"/>
                </a:lnTo>
                <a:lnTo>
                  <a:pt x="0" y="355730"/>
                </a:lnTo>
                <a:lnTo>
                  <a:pt x="0" y="336737"/>
                </a:lnTo>
                <a:lnTo>
                  <a:pt x="0" y="317744"/>
                </a:lnTo>
                <a:lnTo>
                  <a:pt x="0" y="298752"/>
                </a:lnTo>
                <a:lnTo>
                  <a:pt x="0" y="279759"/>
                </a:lnTo>
                <a:lnTo>
                  <a:pt x="0" y="260766"/>
                </a:lnTo>
                <a:lnTo>
                  <a:pt x="0" y="241773"/>
                </a:lnTo>
                <a:lnTo>
                  <a:pt x="0" y="222780"/>
                </a:lnTo>
                <a:lnTo>
                  <a:pt x="0" y="203787"/>
                </a:lnTo>
                <a:lnTo>
                  <a:pt x="0" y="184795"/>
                </a:lnTo>
                <a:lnTo>
                  <a:pt x="0" y="165802"/>
                </a:lnTo>
                <a:lnTo>
                  <a:pt x="0" y="146809"/>
                </a:lnTo>
                <a:lnTo>
                  <a:pt x="0" y="127826"/>
                </a:lnTo>
                <a:lnTo>
                  <a:pt x="0" y="108833"/>
                </a:lnTo>
                <a:lnTo>
                  <a:pt x="0" y="89840"/>
                </a:lnTo>
                <a:lnTo>
                  <a:pt x="13040" y="79772"/>
                </a:lnTo>
                <a:lnTo>
                  <a:pt x="30747" y="72914"/>
                </a:lnTo>
                <a:lnTo>
                  <a:pt x="48454" y="66056"/>
                </a:lnTo>
                <a:lnTo>
                  <a:pt x="66170" y="59198"/>
                </a:lnTo>
                <a:lnTo>
                  <a:pt x="83877" y="52340"/>
                </a:lnTo>
                <a:lnTo>
                  <a:pt x="101594" y="45482"/>
                </a:lnTo>
                <a:lnTo>
                  <a:pt x="119301" y="38624"/>
                </a:lnTo>
                <a:lnTo>
                  <a:pt x="137017" y="31766"/>
                </a:lnTo>
                <a:lnTo>
                  <a:pt x="154724" y="24908"/>
                </a:lnTo>
                <a:lnTo>
                  <a:pt x="172431" y="18050"/>
                </a:lnTo>
                <a:lnTo>
                  <a:pt x="190148" y="11192"/>
                </a:lnTo>
                <a:lnTo>
                  <a:pt x="207855" y="4334"/>
                </a:lnTo>
                <a:lnTo>
                  <a:pt x="223838" y="0"/>
                </a:lnTo>
                <a:lnTo>
                  <a:pt x="223838" y="18993"/>
                </a:lnTo>
                <a:lnTo>
                  <a:pt x="223838" y="37986"/>
                </a:lnTo>
                <a:lnTo>
                  <a:pt x="223838" y="56979"/>
                </a:lnTo>
                <a:lnTo>
                  <a:pt x="223838" y="75971"/>
                </a:lnTo>
                <a:lnTo>
                  <a:pt x="223838" y="94964"/>
                </a:lnTo>
                <a:lnTo>
                  <a:pt x="223838" y="113957"/>
                </a:lnTo>
                <a:lnTo>
                  <a:pt x="223838" y="132950"/>
                </a:lnTo>
                <a:lnTo>
                  <a:pt x="223838" y="151943"/>
                </a:lnTo>
                <a:lnTo>
                  <a:pt x="223838" y="170936"/>
                </a:lnTo>
                <a:lnTo>
                  <a:pt x="223838" y="189929"/>
                </a:lnTo>
                <a:lnTo>
                  <a:pt x="223838" y="208921"/>
                </a:lnTo>
                <a:lnTo>
                  <a:pt x="223838" y="227914"/>
                </a:lnTo>
                <a:lnTo>
                  <a:pt x="223838" y="246907"/>
                </a:lnTo>
                <a:lnTo>
                  <a:pt x="223838" y="265900"/>
                </a:lnTo>
                <a:lnTo>
                  <a:pt x="223838" y="284893"/>
                </a:lnTo>
                <a:lnTo>
                  <a:pt x="223838" y="303886"/>
                </a:lnTo>
                <a:lnTo>
                  <a:pt x="223838" y="322878"/>
                </a:lnTo>
                <a:lnTo>
                  <a:pt x="223838" y="341871"/>
                </a:lnTo>
                <a:lnTo>
                  <a:pt x="223838" y="360864"/>
                </a:lnTo>
                <a:lnTo>
                  <a:pt x="220647" y="377885"/>
                </a:lnTo>
                <a:lnTo>
                  <a:pt x="203673" y="386410"/>
                </a:lnTo>
                <a:lnTo>
                  <a:pt x="186700" y="394935"/>
                </a:lnTo>
                <a:lnTo>
                  <a:pt x="169736" y="403450"/>
                </a:lnTo>
                <a:lnTo>
                  <a:pt x="152762" y="411975"/>
                </a:lnTo>
                <a:lnTo>
                  <a:pt x="135788" y="420500"/>
                </a:lnTo>
                <a:lnTo>
                  <a:pt x="118815" y="429025"/>
                </a:lnTo>
                <a:lnTo>
                  <a:pt x="101841" y="437550"/>
                </a:lnTo>
                <a:lnTo>
                  <a:pt x="84868" y="446065"/>
                </a:lnTo>
                <a:lnTo>
                  <a:pt x="67894" y="454590"/>
                </a:lnTo>
                <a:lnTo>
                  <a:pt x="50921" y="463115"/>
                </a:lnTo>
                <a:lnTo>
                  <a:pt x="33947" y="471640"/>
                </a:lnTo>
                <a:lnTo>
                  <a:pt x="16974" y="480155"/>
                </a:lnTo>
                <a:lnTo>
                  <a:pt x="0" y="48868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B4B462C9-B640-493C-8D09-69A9CC3E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2418" y="3707130"/>
            <a:ext cx="1826933" cy="112395"/>
          </a:xfrm>
          <a:custGeom xmlns:a="http://schemas.openxmlformats.org/drawingml/2006/main">
            <a:pathLst>
              <a:path w="1826933" h="112395">
                <a:moveTo>
                  <a:pt x="0" y="112395"/>
                </a:moveTo>
                <a:lnTo>
                  <a:pt x="19031" y="112395"/>
                </a:lnTo>
                <a:lnTo>
                  <a:pt x="38062" y="112395"/>
                </a:lnTo>
                <a:lnTo>
                  <a:pt x="57093" y="112395"/>
                </a:lnTo>
                <a:lnTo>
                  <a:pt x="76114" y="112395"/>
                </a:lnTo>
                <a:lnTo>
                  <a:pt x="95145" y="112395"/>
                </a:lnTo>
                <a:lnTo>
                  <a:pt x="114176" y="112395"/>
                </a:lnTo>
                <a:lnTo>
                  <a:pt x="133207" y="112395"/>
                </a:lnTo>
                <a:lnTo>
                  <a:pt x="152238" y="112395"/>
                </a:lnTo>
                <a:lnTo>
                  <a:pt x="171269" y="112395"/>
                </a:lnTo>
                <a:lnTo>
                  <a:pt x="190300" y="112395"/>
                </a:lnTo>
                <a:lnTo>
                  <a:pt x="209331" y="112395"/>
                </a:lnTo>
                <a:lnTo>
                  <a:pt x="228352" y="112395"/>
                </a:lnTo>
                <a:lnTo>
                  <a:pt x="247383" y="112395"/>
                </a:lnTo>
                <a:lnTo>
                  <a:pt x="266414" y="112395"/>
                </a:lnTo>
                <a:lnTo>
                  <a:pt x="285445" y="112395"/>
                </a:lnTo>
                <a:lnTo>
                  <a:pt x="304476" y="112395"/>
                </a:lnTo>
                <a:lnTo>
                  <a:pt x="323507" y="112395"/>
                </a:lnTo>
                <a:lnTo>
                  <a:pt x="342538" y="112395"/>
                </a:lnTo>
                <a:lnTo>
                  <a:pt x="361569" y="112395"/>
                </a:lnTo>
                <a:lnTo>
                  <a:pt x="380590" y="112395"/>
                </a:lnTo>
                <a:lnTo>
                  <a:pt x="399621" y="112395"/>
                </a:lnTo>
                <a:lnTo>
                  <a:pt x="418652" y="112395"/>
                </a:lnTo>
                <a:lnTo>
                  <a:pt x="437683" y="112395"/>
                </a:lnTo>
                <a:lnTo>
                  <a:pt x="456714" y="112395"/>
                </a:lnTo>
                <a:lnTo>
                  <a:pt x="475745" y="112395"/>
                </a:lnTo>
                <a:lnTo>
                  <a:pt x="494776" y="112395"/>
                </a:lnTo>
                <a:lnTo>
                  <a:pt x="513807" y="112395"/>
                </a:lnTo>
                <a:lnTo>
                  <a:pt x="532829" y="112395"/>
                </a:lnTo>
                <a:lnTo>
                  <a:pt x="551859" y="112395"/>
                </a:lnTo>
                <a:lnTo>
                  <a:pt x="570890" y="112395"/>
                </a:lnTo>
                <a:lnTo>
                  <a:pt x="589921" y="112395"/>
                </a:lnTo>
                <a:lnTo>
                  <a:pt x="608952" y="112395"/>
                </a:lnTo>
                <a:lnTo>
                  <a:pt x="627983" y="112395"/>
                </a:lnTo>
                <a:lnTo>
                  <a:pt x="647014" y="112395"/>
                </a:lnTo>
                <a:lnTo>
                  <a:pt x="666045" y="112395"/>
                </a:lnTo>
                <a:lnTo>
                  <a:pt x="685067" y="112395"/>
                </a:lnTo>
                <a:lnTo>
                  <a:pt x="704098" y="112395"/>
                </a:lnTo>
                <a:lnTo>
                  <a:pt x="723128" y="112395"/>
                </a:lnTo>
                <a:lnTo>
                  <a:pt x="742159" y="112395"/>
                </a:lnTo>
                <a:lnTo>
                  <a:pt x="761190" y="112395"/>
                </a:lnTo>
                <a:lnTo>
                  <a:pt x="780221" y="112395"/>
                </a:lnTo>
                <a:lnTo>
                  <a:pt x="799252" y="112395"/>
                </a:lnTo>
                <a:lnTo>
                  <a:pt x="818283" y="112395"/>
                </a:lnTo>
                <a:lnTo>
                  <a:pt x="837305" y="112395"/>
                </a:lnTo>
                <a:lnTo>
                  <a:pt x="856336" y="112395"/>
                </a:lnTo>
                <a:lnTo>
                  <a:pt x="875367" y="112395"/>
                </a:lnTo>
                <a:lnTo>
                  <a:pt x="894398" y="112395"/>
                </a:lnTo>
                <a:lnTo>
                  <a:pt x="913428" y="112395"/>
                </a:lnTo>
                <a:lnTo>
                  <a:pt x="932459" y="112395"/>
                </a:lnTo>
                <a:lnTo>
                  <a:pt x="951490" y="112395"/>
                </a:lnTo>
                <a:lnTo>
                  <a:pt x="970521" y="112395"/>
                </a:lnTo>
                <a:lnTo>
                  <a:pt x="989543" y="112395"/>
                </a:lnTo>
                <a:lnTo>
                  <a:pt x="1008574" y="112395"/>
                </a:lnTo>
                <a:lnTo>
                  <a:pt x="1027605" y="112395"/>
                </a:lnTo>
                <a:lnTo>
                  <a:pt x="1046636" y="112395"/>
                </a:lnTo>
                <a:lnTo>
                  <a:pt x="1065667" y="112395"/>
                </a:lnTo>
                <a:lnTo>
                  <a:pt x="1084697" y="112395"/>
                </a:lnTo>
                <a:lnTo>
                  <a:pt x="1103728" y="112395"/>
                </a:lnTo>
                <a:lnTo>
                  <a:pt x="1122759" y="112395"/>
                </a:lnTo>
                <a:lnTo>
                  <a:pt x="1141781" y="112395"/>
                </a:lnTo>
                <a:lnTo>
                  <a:pt x="1160812" y="112395"/>
                </a:lnTo>
                <a:lnTo>
                  <a:pt x="1179843" y="112395"/>
                </a:lnTo>
                <a:lnTo>
                  <a:pt x="1198874" y="112395"/>
                </a:lnTo>
                <a:lnTo>
                  <a:pt x="1217905" y="112395"/>
                </a:lnTo>
                <a:lnTo>
                  <a:pt x="1236936" y="112395"/>
                </a:lnTo>
                <a:lnTo>
                  <a:pt x="1255967" y="112395"/>
                </a:lnTo>
                <a:lnTo>
                  <a:pt x="1274997" y="112395"/>
                </a:lnTo>
                <a:lnTo>
                  <a:pt x="1294019" y="112395"/>
                </a:lnTo>
                <a:lnTo>
                  <a:pt x="1313050" y="112395"/>
                </a:lnTo>
                <a:lnTo>
                  <a:pt x="1332081" y="112395"/>
                </a:lnTo>
                <a:lnTo>
                  <a:pt x="1351112" y="112395"/>
                </a:lnTo>
                <a:lnTo>
                  <a:pt x="1370143" y="112395"/>
                </a:lnTo>
                <a:lnTo>
                  <a:pt x="1389174" y="112395"/>
                </a:lnTo>
                <a:lnTo>
                  <a:pt x="1408205" y="112395"/>
                </a:lnTo>
                <a:lnTo>
                  <a:pt x="1427236" y="112395"/>
                </a:lnTo>
                <a:lnTo>
                  <a:pt x="1446266" y="112395"/>
                </a:lnTo>
                <a:lnTo>
                  <a:pt x="1465288" y="112395"/>
                </a:lnTo>
                <a:lnTo>
                  <a:pt x="1484319" y="112395"/>
                </a:lnTo>
                <a:lnTo>
                  <a:pt x="1503350" y="112395"/>
                </a:lnTo>
                <a:lnTo>
                  <a:pt x="1522381" y="112395"/>
                </a:lnTo>
                <a:lnTo>
                  <a:pt x="1541412" y="112395"/>
                </a:lnTo>
                <a:lnTo>
                  <a:pt x="1560443" y="112395"/>
                </a:lnTo>
                <a:lnTo>
                  <a:pt x="1579474" y="112395"/>
                </a:lnTo>
                <a:lnTo>
                  <a:pt x="1598495" y="112395"/>
                </a:lnTo>
                <a:lnTo>
                  <a:pt x="1616602" y="108461"/>
                </a:lnTo>
                <a:lnTo>
                  <a:pt x="1633604" y="99927"/>
                </a:lnTo>
                <a:lnTo>
                  <a:pt x="1650606" y="91383"/>
                </a:lnTo>
                <a:lnTo>
                  <a:pt x="1667618" y="82848"/>
                </a:lnTo>
                <a:lnTo>
                  <a:pt x="1684620" y="74305"/>
                </a:lnTo>
                <a:lnTo>
                  <a:pt x="1701632" y="65770"/>
                </a:lnTo>
                <a:lnTo>
                  <a:pt x="1718634" y="57226"/>
                </a:lnTo>
                <a:lnTo>
                  <a:pt x="1735646" y="48692"/>
                </a:lnTo>
                <a:lnTo>
                  <a:pt x="1752648" y="40148"/>
                </a:lnTo>
                <a:lnTo>
                  <a:pt x="1769650" y="31613"/>
                </a:lnTo>
                <a:lnTo>
                  <a:pt x="1786661" y="23070"/>
                </a:lnTo>
                <a:lnTo>
                  <a:pt x="1803664" y="14535"/>
                </a:lnTo>
                <a:lnTo>
                  <a:pt x="1820675" y="5991"/>
                </a:lnTo>
                <a:lnTo>
                  <a:pt x="1826933" y="0"/>
                </a:lnTo>
                <a:lnTo>
                  <a:pt x="1807912" y="0"/>
                </a:lnTo>
                <a:lnTo>
                  <a:pt x="1788881" y="0"/>
                </a:lnTo>
                <a:lnTo>
                  <a:pt x="1769850" y="0"/>
                </a:lnTo>
                <a:lnTo>
                  <a:pt x="1750819" y="0"/>
                </a:lnTo>
                <a:lnTo>
                  <a:pt x="1731788" y="0"/>
                </a:lnTo>
                <a:lnTo>
                  <a:pt x="1712757" y="0"/>
                </a:lnTo>
                <a:lnTo>
                  <a:pt x="1693726" y="0"/>
                </a:lnTo>
                <a:lnTo>
                  <a:pt x="1674695" y="0"/>
                </a:lnTo>
                <a:lnTo>
                  <a:pt x="1655674" y="0"/>
                </a:lnTo>
                <a:lnTo>
                  <a:pt x="1636643" y="0"/>
                </a:lnTo>
                <a:lnTo>
                  <a:pt x="1617612" y="0"/>
                </a:lnTo>
                <a:lnTo>
                  <a:pt x="1598581" y="0"/>
                </a:lnTo>
                <a:lnTo>
                  <a:pt x="1579550" y="0"/>
                </a:lnTo>
                <a:lnTo>
                  <a:pt x="1560519" y="0"/>
                </a:lnTo>
                <a:lnTo>
                  <a:pt x="1541488" y="0"/>
                </a:lnTo>
                <a:lnTo>
                  <a:pt x="1522457" y="0"/>
                </a:lnTo>
                <a:lnTo>
                  <a:pt x="1503436" y="0"/>
                </a:lnTo>
                <a:lnTo>
                  <a:pt x="1484405" y="0"/>
                </a:lnTo>
                <a:lnTo>
                  <a:pt x="1465374" y="0"/>
                </a:lnTo>
                <a:lnTo>
                  <a:pt x="1446343" y="0"/>
                </a:lnTo>
                <a:lnTo>
                  <a:pt x="1427312" y="0"/>
                </a:lnTo>
                <a:lnTo>
                  <a:pt x="1408281" y="0"/>
                </a:lnTo>
                <a:lnTo>
                  <a:pt x="1389250" y="0"/>
                </a:lnTo>
                <a:lnTo>
                  <a:pt x="1370219" y="0"/>
                </a:lnTo>
                <a:lnTo>
                  <a:pt x="1351197" y="0"/>
                </a:lnTo>
                <a:lnTo>
                  <a:pt x="1332167" y="0"/>
                </a:lnTo>
                <a:lnTo>
                  <a:pt x="1313136" y="0"/>
                </a:lnTo>
                <a:lnTo>
                  <a:pt x="1294105" y="0"/>
                </a:lnTo>
                <a:lnTo>
                  <a:pt x="1275074" y="0"/>
                </a:lnTo>
                <a:lnTo>
                  <a:pt x="1256043" y="0"/>
                </a:lnTo>
                <a:lnTo>
                  <a:pt x="1237012" y="0"/>
                </a:lnTo>
                <a:lnTo>
                  <a:pt x="1217981" y="0"/>
                </a:lnTo>
                <a:lnTo>
                  <a:pt x="1198959" y="0"/>
                </a:lnTo>
                <a:lnTo>
                  <a:pt x="1179928" y="0"/>
                </a:lnTo>
                <a:lnTo>
                  <a:pt x="1160897" y="0"/>
                </a:lnTo>
                <a:lnTo>
                  <a:pt x="1141867" y="0"/>
                </a:lnTo>
                <a:lnTo>
                  <a:pt x="1122836" y="0"/>
                </a:lnTo>
                <a:lnTo>
                  <a:pt x="1103805" y="0"/>
                </a:lnTo>
                <a:lnTo>
                  <a:pt x="1084774" y="0"/>
                </a:lnTo>
                <a:lnTo>
                  <a:pt x="1065743" y="0"/>
                </a:lnTo>
                <a:lnTo>
                  <a:pt x="1046721" y="0"/>
                </a:lnTo>
                <a:lnTo>
                  <a:pt x="1027690" y="0"/>
                </a:lnTo>
                <a:lnTo>
                  <a:pt x="1008659" y="0"/>
                </a:lnTo>
                <a:lnTo>
                  <a:pt x="989628" y="0"/>
                </a:lnTo>
                <a:lnTo>
                  <a:pt x="970598" y="0"/>
                </a:lnTo>
                <a:lnTo>
                  <a:pt x="951567" y="0"/>
                </a:lnTo>
                <a:lnTo>
                  <a:pt x="932536" y="0"/>
                </a:lnTo>
                <a:lnTo>
                  <a:pt x="913505" y="0"/>
                </a:lnTo>
                <a:lnTo>
                  <a:pt x="894483" y="0"/>
                </a:lnTo>
                <a:lnTo>
                  <a:pt x="875452" y="0"/>
                </a:lnTo>
                <a:lnTo>
                  <a:pt x="856421" y="0"/>
                </a:lnTo>
                <a:lnTo>
                  <a:pt x="837390" y="0"/>
                </a:lnTo>
                <a:lnTo>
                  <a:pt x="818359" y="0"/>
                </a:lnTo>
                <a:lnTo>
                  <a:pt x="799328" y="0"/>
                </a:lnTo>
                <a:lnTo>
                  <a:pt x="780298" y="0"/>
                </a:lnTo>
                <a:lnTo>
                  <a:pt x="761267" y="0"/>
                </a:lnTo>
                <a:lnTo>
                  <a:pt x="742245" y="0"/>
                </a:lnTo>
                <a:lnTo>
                  <a:pt x="723214" y="0"/>
                </a:lnTo>
                <a:lnTo>
                  <a:pt x="704183" y="0"/>
                </a:lnTo>
                <a:lnTo>
                  <a:pt x="685152" y="0"/>
                </a:lnTo>
                <a:lnTo>
                  <a:pt x="666121" y="0"/>
                </a:lnTo>
                <a:lnTo>
                  <a:pt x="647090" y="0"/>
                </a:lnTo>
                <a:lnTo>
                  <a:pt x="628059" y="0"/>
                </a:lnTo>
                <a:lnTo>
                  <a:pt x="609029" y="0"/>
                </a:lnTo>
                <a:lnTo>
                  <a:pt x="590007" y="0"/>
                </a:lnTo>
                <a:lnTo>
                  <a:pt x="570976" y="0"/>
                </a:lnTo>
                <a:lnTo>
                  <a:pt x="551945" y="0"/>
                </a:lnTo>
                <a:lnTo>
                  <a:pt x="532914" y="0"/>
                </a:lnTo>
                <a:lnTo>
                  <a:pt x="513883" y="0"/>
                </a:lnTo>
                <a:lnTo>
                  <a:pt x="494852" y="0"/>
                </a:lnTo>
                <a:lnTo>
                  <a:pt x="475821" y="0"/>
                </a:lnTo>
                <a:lnTo>
                  <a:pt x="456790" y="0"/>
                </a:lnTo>
                <a:lnTo>
                  <a:pt x="437769" y="0"/>
                </a:lnTo>
                <a:lnTo>
                  <a:pt x="418738" y="0"/>
                </a:lnTo>
                <a:lnTo>
                  <a:pt x="399707" y="0"/>
                </a:lnTo>
                <a:lnTo>
                  <a:pt x="380676" y="0"/>
                </a:lnTo>
                <a:lnTo>
                  <a:pt x="361645" y="0"/>
                </a:lnTo>
                <a:lnTo>
                  <a:pt x="342614" y="0"/>
                </a:lnTo>
                <a:lnTo>
                  <a:pt x="323602" y="86"/>
                </a:lnTo>
                <a:lnTo>
                  <a:pt x="305619" y="6325"/>
                </a:lnTo>
                <a:lnTo>
                  <a:pt x="287645" y="12563"/>
                </a:lnTo>
                <a:lnTo>
                  <a:pt x="269672" y="18802"/>
                </a:lnTo>
                <a:lnTo>
                  <a:pt x="251689" y="25041"/>
                </a:lnTo>
                <a:lnTo>
                  <a:pt x="233715" y="31280"/>
                </a:lnTo>
                <a:lnTo>
                  <a:pt x="215732" y="37519"/>
                </a:lnTo>
                <a:lnTo>
                  <a:pt x="197758" y="43758"/>
                </a:lnTo>
                <a:lnTo>
                  <a:pt x="179775" y="49997"/>
                </a:lnTo>
                <a:lnTo>
                  <a:pt x="161801" y="56245"/>
                </a:lnTo>
                <a:lnTo>
                  <a:pt x="143818" y="62484"/>
                </a:lnTo>
                <a:lnTo>
                  <a:pt x="125844" y="68723"/>
                </a:lnTo>
                <a:lnTo>
                  <a:pt x="107871" y="74962"/>
                </a:lnTo>
                <a:lnTo>
                  <a:pt x="89887" y="81201"/>
                </a:lnTo>
                <a:lnTo>
                  <a:pt x="71914" y="87440"/>
                </a:lnTo>
                <a:lnTo>
                  <a:pt x="53931" y="93678"/>
                </a:lnTo>
                <a:lnTo>
                  <a:pt x="35957" y="99917"/>
                </a:lnTo>
                <a:lnTo>
                  <a:pt x="17974" y="106156"/>
                </a:lnTo>
                <a:lnTo>
                  <a:pt x="0" y="11239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00B1E4E1-B6AA-418F-A4ED-8DF57FF9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7190" y="3707130"/>
            <a:ext cx="1668780" cy="112395"/>
          </a:xfrm>
          <a:custGeom xmlns:a="http://schemas.openxmlformats.org/drawingml/2006/main">
            <a:pathLst>
              <a:path w="1668780" h="112395">
                <a:moveTo>
                  <a:pt x="0" y="112395"/>
                </a:moveTo>
                <a:lnTo>
                  <a:pt x="19040" y="112395"/>
                </a:lnTo>
                <a:lnTo>
                  <a:pt x="38090" y="112395"/>
                </a:lnTo>
                <a:lnTo>
                  <a:pt x="57131" y="112395"/>
                </a:lnTo>
                <a:lnTo>
                  <a:pt x="76171" y="112395"/>
                </a:lnTo>
                <a:lnTo>
                  <a:pt x="95212" y="112395"/>
                </a:lnTo>
                <a:lnTo>
                  <a:pt x="114262" y="112395"/>
                </a:lnTo>
                <a:lnTo>
                  <a:pt x="133302" y="112395"/>
                </a:lnTo>
                <a:lnTo>
                  <a:pt x="152343" y="112395"/>
                </a:lnTo>
                <a:lnTo>
                  <a:pt x="171383" y="112395"/>
                </a:lnTo>
                <a:lnTo>
                  <a:pt x="190433" y="112395"/>
                </a:lnTo>
                <a:lnTo>
                  <a:pt x="209474" y="112395"/>
                </a:lnTo>
                <a:lnTo>
                  <a:pt x="228514" y="112395"/>
                </a:lnTo>
                <a:lnTo>
                  <a:pt x="247555" y="112395"/>
                </a:lnTo>
                <a:lnTo>
                  <a:pt x="266605" y="112395"/>
                </a:lnTo>
                <a:lnTo>
                  <a:pt x="285645" y="112395"/>
                </a:lnTo>
                <a:lnTo>
                  <a:pt x="304686" y="112395"/>
                </a:lnTo>
                <a:lnTo>
                  <a:pt x="323726" y="112395"/>
                </a:lnTo>
                <a:lnTo>
                  <a:pt x="342776" y="112395"/>
                </a:lnTo>
                <a:lnTo>
                  <a:pt x="361817" y="112395"/>
                </a:lnTo>
                <a:lnTo>
                  <a:pt x="380857" y="112395"/>
                </a:lnTo>
                <a:lnTo>
                  <a:pt x="399898" y="112395"/>
                </a:lnTo>
                <a:lnTo>
                  <a:pt x="418948" y="112395"/>
                </a:lnTo>
                <a:lnTo>
                  <a:pt x="437988" y="112395"/>
                </a:lnTo>
                <a:lnTo>
                  <a:pt x="457029" y="112395"/>
                </a:lnTo>
                <a:lnTo>
                  <a:pt x="476069" y="112395"/>
                </a:lnTo>
                <a:lnTo>
                  <a:pt x="495119" y="112395"/>
                </a:lnTo>
                <a:lnTo>
                  <a:pt x="514159" y="112395"/>
                </a:lnTo>
                <a:lnTo>
                  <a:pt x="533200" y="112395"/>
                </a:lnTo>
                <a:lnTo>
                  <a:pt x="552240" y="112395"/>
                </a:lnTo>
                <a:lnTo>
                  <a:pt x="571290" y="112395"/>
                </a:lnTo>
                <a:lnTo>
                  <a:pt x="590331" y="112395"/>
                </a:lnTo>
                <a:lnTo>
                  <a:pt x="609371" y="112395"/>
                </a:lnTo>
                <a:lnTo>
                  <a:pt x="628412" y="112395"/>
                </a:lnTo>
                <a:lnTo>
                  <a:pt x="647462" y="112395"/>
                </a:lnTo>
                <a:lnTo>
                  <a:pt x="666502" y="112395"/>
                </a:lnTo>
                <a:lnTo>
                  <a:pt x="685543" y="112395"/>
                </a:lnTo>
                <a:lnTo>
                  <a:pt x="704583" y="112395"/>
                </a:lnTo>
                <a:lnTo>
                  <a:pt x="723633" y="112395"/>
                </a:lnTo>
                <a:lnTo>
                  <a:pt x="742674" y="112395"/>
                </a:lnTo>
                <a:lnTo>
                  <a:pt x="761714" y="112395"/>
                </a:lnTo>
                <a:lnTo>
                  <a:pt x="780755" y="112395"/>
                </a:lnTo>
                <a:lnTo>
                  <a:pt x="799805" y="112395"/>
                </a:lnTo>
                <a:lnTo>
                  <a:pt x="818845" y="112395"/>
                </a:lnTo>
                <a:lnTo>
                  <a:pt x="837886" y="112395"/>
                </a:lnTo>
                <a:lnTo>
                  <a:pt x="856926" y="112395"/>
                </a:lnTo>
                <a:lnTo>
                  <a:pt x="875976" y="112395"/>
                </a:lnTo>
                <a:lnTo>
                  <a:pt x="895017" y="112395"/>
                </a:lnTo>
                <a:lnTo>
                  <a:pt x="914057" y="112395"/>
                </a:lnTo>
                <a:lnTo>
                  <a:pt x="933107" y="112395"/>
                </a:lnTo>
                <a:lnTo>
                  <a:pt x="952148" y="112395"/>
                </a:lnTo>
                <a:lnTo>
                  <a:pt x="971188" y="112395"/>
                </a:lnTo>
                <a:lnTo>
                  <a:pt x="990229" y="112395"/>
                </a:lnTo>
                <a:lnTo>
                  <a:pt x="1009279" y="112395"/>
                </a:lnTo>
                <a:lnTo>
                  <a:pt x="1028319" y="112395"/>
                </a:lnTo>
                <a:lnTo>
                  <a:pt x="1047359" y="112395"/>
                </a:lnTo>
                <a:lnTo>
                  <a:pt x="1066400" y="112395"/>
                </a:lnTo>
                <a:lnTo>
                  <a:pt x="1085450" y="112395"/>
                </a:lnTo>
                <a:lnTo>
                  <a:pt x="1104490" y="112395"/>
                </a:lnTo>
                <a:lnTo>
                  <a:pt x="1123531" y="112395"/>
                </a:lnTo>
                <a:lnTo>
                  <a:pt x="1142571" y="112395"/>
                </a:lnTo>
                <a:lnTo>
                  <a:pt x="1161621" y="112395"/>
                </a:lnTo>
                <a:lnTo>
                  <a:pt x="1180662" y="112395"/>
                </a:lnTo>
                <a:lnTo>
                  <a:pt x="1199702" y="112395"/>
                </a:lnTo>
                <a:lnTo>
                  <a:pt x="1218743" y="112395"/>
                </a:lnTo>
                <a:lnTo>
                  <a:pt x="1237793" y="112395"/>
                </a:lnTo>
                <a:lnTo>
                  <a:pt x="1256833" y="112395"/>
                </a:lnTo>
                <a:lnTo>
                  <a:pt x="1275874" y="112395"/>
                </a:lnTo>
                <a:lnTo>
                  <a:pt x="1294914" y="112395"/>
                </a:lnTo>
                <a:lnTo>
                  <a:pt x="1313964" y="112395"/>
                </a:lnTo>
                <a:lnTo>
                  <a:pt x="1333005" y="112395"/>
                </a:lnTo>
                <a:lnTo>
                  <a:pt x="1352045" y="112395"/>
                </a:lnTo>
                <a:lnTo>
                  <a:pt x="1371086" y="112395"/>
                </a:lnTo>
                <a:lnTo>
                  <a:pt x="1390136" y="112395"/>
                </a:lnTo>
                <a:lnTo>
                  <a:pt x="1409176" y="112395"/>
                </a:lnTo>
                <a:lnTo>
                  <a:pt x="1428217" y="112395"/>
                </a:lnTo>
                <a:lnTo>
                  <a:pt x="1446438" y="108861"/>
                </a:lnTo>
                <a:lnTo>
                  <a:pt x="1463545" y="100489"/>
                </a:lnTo>
                <a:lnTo>
                  <a:pt x="1480652" y="92116"/>
                </a:lnTo>
                <a:lnTo>
                  <a:pt x="1497749" y="83744"/>
                </a:lnTo>
                <a:lnTo>
                  <a:pt x="1514856" y="75362"/>
                </a:lnTo>
                <a:lnTo>
                  <a:pt x="1531953" y="66989"/>
                </a:lnTo>
                <a:lnTo>
                  <a:pt x="1549060" y="58617"/>
                </a:lnTo>
                <a:lnTo>
                  <a:pt x="1566167" y="50244"/>
                </a:lnTo>
                <a:lnTo>
                  <a:pt x="1583265" y="41872"/>
                </a:lnTo>
                <a:lnTo>
                  <a:pt x="1600371" y="33499"/>
                </a:lnTo>
                <a:lnTo>
                  <a:pt x="1617469" y="25117"/>
                </a:lnTo>
                <a:lnTo>
                  <a:pt x="1634576" y="16745"/>
                </a:lnTo>
                <a:lnTo>
                  <a:pt x="1651673" y="8372"/>
                </a:lnTo>
                <a:lnTo>
                  <a:pt x="1668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BA0A185C-1F97-4633-8848-57618183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325" y="3707130"/>
            <a:ext cx="13506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2D525AA8-14F8-49A3-9017-F2ACB6FE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9963" y="3329121"/>
            <a:ext cx="123825" cy="203578"/>
          </a:xfrm>
          <a:custGeom xmlns:a="http://schemas.openxmlformats.org/drawingml/2006/main">
            <a:pathLst>
              <a:path w="123825" h="203578">
                <a:moveTo>
                  <a:pt x="0" y="86544"/>
                </a:moveTo>
                <a:lnTo>
                  <a:pt x="0" y="103318"/>
                </a:lnTo>
                <a:lnTo>
                  <a:pt x="0" y="120082"/>
                </a:lnTo>
                <a:lnTo>
                  <a:pt x="0" y="136855"/>
                </a:lnTo>
                <a:lnTo>
                  <a:pt x="0" y="153629"/>
                </a:lnTo>
                <a:lnTo>
                  <a:pt x="0" y="170393"/>
                </a:lnTo>
                <a:lnTo>
                  <a:pt x="0" y="187166"/>
                </a:lnTo>
                <a:lnTo>
                  <a:pt x="181" y="203578"/>
                </a:lnTo>
                <a:lnTo>
                  <a:pt x="13926" y="193958"/>
                </a:lnTo>
                <a:lnTo>
                  <a:pt x="27661" y="184347"/>
                </a:lnTo>
                <a:lnTo>
                  <a:pt x="41396" y="174727"/>
                </a:lnTo>
                <a:lnTo>
                  <a:pt x="55140" y="165106"/>
                </a:lnTo>
                <a:lnTo>
                  <a:pt x="68875" y="155496"/>
                </a:lnTo>
                <a:lnTo>
                  <a:pt x="82610" y="145875"/>
                </a:lnTo>
                <a:lnTo>
                  <a:pt x="96345" y="136265"/>
                </a:lnTo>
                <a:lnTo>
                  <a:pt x="110090" y="126644"/>
                </a:lnTo>
                <a:lnTo>
                  <a:pt x="123825" y="117024"/>
                </a:lnTo>
                <a:lnTo>
                  <a:pt x="123825" y="100260"/>
                </a:lnTo>
                <a:lnTo>
                  <a:pt x="123825" y="83487"/>
                </a:lnTo>
                <a:lnTo>
                  <a:pt x="123825" y="66723"/>
                </a:lnTo>
                <a:lnTo>
                  <a:pt x="123825" y="49949"/>
                </a:lnTo>
                <a:lnTo>
                  <a:pt x="123825" y="33185"/>
                </a:lnTo>
                <a:lnTo>
                  <a:pt x="123825" y="16412"/>
                </a:lnTo>
                <a:lnTo>
                  <a:pt x="123644" y="0"/>
                </a:lnTo>
                <a:lnTo>
                  <a:pt x="109899" y="9620"/>
                </a:lnTo>
                <a:lnTo>
                  <a:pt x="96164" y="19231"/>
                </a:lnTo>
                <a:lnTo>
                  <a:pt x="82429" y="28851"/>
                </a:lnTo>
                <a:lnTo>
                  <a:pt x="68685" y="38462"/>
                </a:lnTo>
                <a:lnTo>
                  <a:pt x="54950" y="48082"/>
                </a:lnTo>
                <a:lnTo>
                  <a:pt x="41215" y="57702"/>
                </a:lnTo>
                <a:lnTo>
                  <a:pt x="27480" y="67313"/>
                </a:lnTo>
                <a:lnTo>
                  <a:pt x="13735" y="76933"/>
                </a:lnTo>
                <a:lnTo>
                  <a:pt x="0" y="8654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FEA770AD-F0BD-4193-8BA2-CF021340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190" y="3328988"/>
            <a:ext cx="1728683" cy="86678"/>
          </a:xfrm>
          <a:custGeom xmlns:a="http://schemas.openxmlformats.org/drawingml/2006/main">
            <a:pathLst>
              <a:path w="1728683" h="86678">
                <a:moveTo>
                  <a:pt x="0" y="86678"/>
                </a:moveTo>
                <a:lnTo>
                  <a:pt x="18964" y="86678"/>
                </a:lnTo>
                <a:lnTo>
                  <a:pt x="37929" y="86678"/>
                </a:lnTo>
                <a:lnTo>
                  <a:pt x="56902" y="86678"/>
                </a:lnTo>
                <a:lnTo>
                  <a:pt x="75867" y="86678"/>
                </a:lnTo>
                <a:lnTo>
                  <a:pt x="94831" y="86678"/>
                </a:lnTo>
                <a:lnTo>
                  <a:pt x="113795" y="86678"/>
                </a:lnTo>
                <a:lnTo>
                  <a:pt x="132759" y="86678"/>
                </a:lnTo>
                <a:lnTo>
                  <a:pt x="151724" y="86678"/>
                </a:lnTo>
                <a:lnTo>
                  <a:pt x="170698" y="86678"/>
                </a:lnTo>
                <a:lnTo>
                  <a:pt x="189662" y="86678"/>
                </a:lnTo>
                <a:lnTo>
                  <a:pt x="208626" y="86678"/>
                </a:lnTo>
                <a:lnTo>
                  <a:pt x="227590" y="86678"/>
                </a:lnTo>
                <a:lnTo>
                  <a:pt x="246555" y="86678"/>
                </a:lnTo>
                <a:lnTo>
                  <a:pt x="265528" y="86678"/>
                </a:lnTo>
                <a:lnTo>
                  <a:pt x="284493" y="86678"/>
                </a:lnTo>
                <a:lnTo>
                  <a:pt x="303457" y="86678"/>
                </a:lnTo>
                <a:lnTo>
                  <a:pt x="322421" y="86678"/>
                </a:lnTo>
                <a:lnTo>
                  <a:pt x="341386" y="86678"/>
                </a:lnTo>
                <a:lnTo>
                  <a:pt x="360359" y="86678"/>
                </a:lnTo>
                <a:lnTo>
                  <a:pt x="379324" y="86678"/>
                </a:lnTo>
                <a:lnTo>
                  <a:pt x="398288" y="86678"/>
                </a:lnTo>
                <a:lnTo>
                  <a:pt x="417252" y="86678"/>
                </a:lnTo>
                <a:lnTo>
                  <a:pt x="436216" y="86678"/>
                </a:lnTo>
                <a:lnTo>
                  <a:pt x="455181" y="86678"/>
                </a:lnTo>
                <a:lnTo>
                  <a:pt x="474155" y="86678"/>
                </a:lnTo>
                <a:lnTo>
                  <a:pt x="493119" y="86678"/>
                </a:lnTo>
                <a:lnTo>
                  <a:pt x="512083" y="86678"/>
                </a:lnTo>
                <a:lnTo>
                  <a:pt x="531047" y="86678"/>
                </a:lnTo>
                <a:lnTo>
                  <a:pt x="550012" y="86678"/>
                </a:lnTo>
                <a:lnTo>
                  <a:pt x="568985" y="86678"/>
                </a:lnTo>
                <a:lnTo>
                  <a:pt x="587950" y="86678"/>
                </a:lnTo>
                <a:lnTo>
                  <a:pt x="606914" y="86678"/>
                </a:lnTo>
                <a:lnTo>
                  <a:pt x="625878" y="86678"/>
                </a:lnTo>
                <a:lnTo>
                  <a:pt x="644843" y="86678"/>
                </a:lnTo>
                <a:lnTo>
                  <a:pt x="663807" y="86678"/>
                </a:lnTo>
                <a:lnTo>
                  <a:pt x="682781" y="86678"/>
                </a:lnTo>
                <a:lnTo>
                  <a:pt x="701745" y="86678"/>
                </a:lnTo>
                <a:lnTo>
                  <a:pt x="720709" y="86678"/>
                </a:lnTo>
                <a:lnTo>
                  <a:pt x="739673" y="86678"/>
                </a:lnTo>
                <a:lnTo>
                  <a:pt x="758638" y="86678"/>
                </a:lnTo>
                <a:lnTo>
                  <a:pt x="777611" y="86678"/>
                </a:lnTo>
                <a:lnTo>
                  <a:pt x="796576" y="86678"/>
                </a:lnTo>
                <a:lnTo>
                  <a:pt x="815540" y="86678"/>
                </a:lnTo>
                <a:lnTo>
                  <a:pt x="834504" y="86678"/>
                </a:lnTo>
                <a:lnTo>
                  <a:pt x="853469" y="86678"/>
                </a:lnTo>
                <a:lnTo>
                  <a:pt x="872433" y="86678"/>
                </a:lnTo>
                <a:lnTo>
                  <a:pt x="891407" y="86678"/>
                </a:lnTo>
                <a:lnTo>
                  <a:pt x="910371" y="86678"/>
                </a:lnTo>
                <a:lnTo>
                  <a:pt x="929335" y="86678"/>
                </a:lnTo>
                <a:lnTo>
                  <a:pt x="948299" y="86678"/>
                </a:lnTo>
                <a:lnTo>
                  <a:pt x="967264" y="86678"/>
                </a:lnTo>
                <a:lnTo>
                  <a:pt x="986238" y="86678"/>
                </a:lnTo>
                <a:lnTo>
                  <a:pt x="1005202" y="86678"/>
                </a:lnTo>
                <a:lnTo>
                  <a:pt x="1024166" y="86678"/>
                </a:lnTo>
                <a:lnTo>
                  <a:pt x="1043130" y="86678"/>
                </a:lnTo>
                <a:lnTo>
                  <a:pt x="1062095" y="86678"/>
                </a:lnTo>
                <a:lnTo>
                  <a:pt x="1081059" y="86678"/>
                </a:lnTo>
                <a:lnTo>
                  <a:pt x="1100033" y="86678"/>
                </a:lnTo>
                <a:lnTo>
                  <a:pt x="1118997" y="86678"/>
                </a:lnTo>
                <a:lnTo>
                  <a:pt x="1137961" y="86678"/>
                </a:lnTo>
                <a:lnTo>
                  <a:pt x="1156926" y="86678"/>
                </a:lnTo>
                <a:lnTo>
                  <a:pt x="1175890" y="86678"/>
                </a:lnTo>
                <a:lnTo>
                  <a:pt x="1194864" y="86678"/>
                </a:lnTo>
                <a:lnTo>
                  <a:pt x="1213828" y="86678"/>
                </a:lnTo>
                <a:lnTo>
                  <a:pt x="1232792" y="86678"/>
                </a:lnTo>
                <a:lnTo>
                  <a:pt x="1251756" y="86678"/>
                </a:lnTo>
                <a:lnTo>
                  <a:pt x="1270721" y="86678"/>
                </a:lnTo>
                <a:lnTo>
                  <a:pt x="1289695" y="86678"/>
                </a:lnTo>
                <a:lnTo>
                  <a:pt x="1308659" y="86678"/>
                </a:lnTo>
                <a:lnTo>
                  <a:pt x="1327623" y="86678"/>
                </a:lnTo>
                <a:lnTo>
                  <a:pt x="1346587" y="86678"/>
                </a:lnTo>
                <a:lnTo>
                  <a:pt x="1365552" y="86678"/>
                </a:lnTo>
                <a:lnTo>
                  <a:pt x="1384516" y="86678"/>
                </a:lnTo>
                <a:lnTo>
                  <a:pt x="1403490" y="86678"/>
                </a:lnTo>
                <a:lnTo>
                  <a:pt x="1422454" y="86678"/>
                </a:lnTo>
                <a:lnTo>
                  <a:pt x="1441418" y="86678"/>
                </a:lnTo>
                <a:lnTo>
                  <a:pt x="1460383" y="86678"/>
                </a:lnTo>
                <a:lnTo>
                  <a:pt x="1479347" y="86678"/>
                </a:lnTo>
                <a:lnTo>
                  <a:pt x="1498321" y="86678"/>
                </a:lnTo>
                <a:lnTo>
                  <a:pt x="1517285" y="86678"/>
                </a:lnTo>
                <a:lnTo>
                  <a:pt x="1536249" y="86678"/>
                </a:lnTo>
                <a:lnTo>
                  <a:pt x="1555213" y="86678"/>
                </a:lnTo>
                <a:lnTo>
                  <a:pt x="1574178" y="86678"/>
                </a:lnTo>
                <a:lnTo>
                  <a:pt x="1593142" y="86678"/>
                </a:lnTo>
                <a:lnTo>
                  <a:pt x="1611506" y="84763"/>
                </a:lnTo>
                <a:lnTo>
                  <a:pt x="1627041" y="73885"/>
                </a:lnTo>
                <a:lnTo>
                  <a:pt x="1642586" y="63008"/>
                </a:lnTo>
                <a:lnTo>
                  <a:pt x="1658122" y="52130"/>
                </a:lnTo>
                <a:lnTo>
                  <a:pt x="1673657" y="41253"/>
                </a:lnTo>
                <a:lnTo>
                  <a:pt x="1689192" y="30385"/>
                </a:lnTo>
                <a:lnTo>
                  <a:pt x="1704737" y="19507"/>
                </a:lnTo>
                <a:lnTo>
                  <a:pt x="1720272" y="8630"/>
                </a:lnTo>
                <a:lnTo>
                  <a:pt x="1728683" y="0"/>
                </a:lnTo>
                <a:lnTo>
                  <a:pt x="1709709" y="0"/>
                </a:lnTo>
                <a:lnTo>
                  <a:pt x="1690745" y="0"/>
                </a:lnTo>
                <a:lnTo>
                  <a:pt x="1671780" y="0"/>
                </a:lnTo>
                <a:lnTo>
                  <a:pt x="1652816" y="0"/>
                </a:lnTo>
                <a:lnTo>
                  <a:pt x="1633852" y="0"/>
                </a:lnTo>
                <a:lnTo>
                  <a:pt x="1614878" y="0"/>
                </a:lnTo>
                <a:lnTo>
                  <a:pt x="1595914" y="0"/>
                </a:lnTo>
                <a:lnTo>
                  <a:pt x="1576949" y="0"/>
                </a:lnTo>
                <a:lnTo>
                  <a:pt x="1557985" y="0"/>
                </a:lnTo>
                <a:lnTo>
                  <a:pt x="1539021" y="0"/>
                </a:lnTo>
                <a:lnTo>
                  <a:pt x="1520047" y="0"/>
                </a:lnTo>
                <a:lnTo>
                  <a:pt x="1501083" y="0"/>
                </a:lnTo>
                <a:lnTo>
                  <a:pt x="1482119" y="0"/>
                </a:lnTo>
                <a:lnTo>
                  <a:pt x="1463154" y="0"/>
                </a:lnTo>
                <a:lnTo>
                  <a:pt x="1444190" y="0"/>
                </a:lnTo>
                <a:lnTo>
                  <a:pt x="1425226" y="0"/>
                </a:lnTo>
                <a:lnTo>
                  <a:pt x="1406252" y="0"/>
                </a:lnTo>
                <a:lnTo>
                  <a:pt x="1387288" y="0"/>
                </a:lnTo>
                <a:lnTo>
                  <a:pt x="1368323" y="0"/>
                </a:lnTo>
                <a:lnTo>
                  <a:pt x="1349359" y="0"/>
                </a:lnTo>
                <a:lnTo>
                  <a:pt x="1330395" y="0"/>
                </a:lnTo>
                <a:lnTo>
                  <a:pt x="1311421" y="0"/>
                </a:lnTo>
                <a:lnTo>
                  <a:pt x="1292457" y="0"/>
                </a:lnTo>
                <a:lnTo>
                  <a:pt x="1273493" y="0"/>
                </a:lnTo>
                <a:lnTo>
                  <a:pt x="1254528" y="0"/>
                </a:lnTo>
                <a:lnTo>
                  <a:pt x="1235564" y="0"/>
                </a:lnTo>
                <a:lnTo>
                  <a:pt x="1216600" y="0"/>
                </a:lnTo>
                <a:lnTo>
                  <a:pt x="1197626" y="0"/>
                </a:lnTo>
                <a:lnTo>
                  <a:pt x="1178662" y="0"/>
                </a:lnTo>
                <a:lnTo>
                  <a:pt x="1159697" y="0"/>
                </a:lnTo>
                <a:lnTo>
                  <a:pt x="1140733" y="0"/>
                </a:lnTo>
                <a:lnTo>
                  <a:pt x="1121769" y="0"/>
                </a:lnTo>
                <a:lnTo>
                  <a:pt x="1102795" y="0"/>
                </a:lnTo>
                <a:lnTo>
                  <a:pt x="1083831" y="0"/>
                </a:lnTo>
                <a:lnTo>
                  <a:pt x="1064866" y="0"/>
                </a:lnTo>
                <a:lnTo>
                  <a:pt x="1045902" y="0"/>
                </a:lnTo>
                <a:lnTo>
                  <a:pt x="1026938" y="0"/>
                </a:lnTo>
                <a:lnTo>
                  <a:pt x="1007964" y="0"/>
                </a:lnTo>
                <a:lnTo>
                  <a:pt x="989000" y="0"/>
                </a:lnTo>
                <a:lnTo>
                  <a:pt x="970036" y="0"/>
                </a:lnTo>
                <a:lnTo>
                  <a:pt x="951071" y="0"/>
                </a:lnTo>
                <a:lnTo>
                  <a:pt x="932107" y="0"/>
                </a:lnTo>
                <a:lnTo>
                  <a:pt x="913143" y="0"/>
                </a:lnTo>
                <a:lnTo>
                  <a:pt x="894169" y="0"/>
                </a:lnTo>
                <a:lnTo>
                  <a:pt x="875205" y="0"/>
                </a:lnTo>
                <a:lnTo>
                  <a:pt x="856240" y="0"/>
                </a:lnTo>
                <a:lnTo>
                  <a:pt x="837276" y="0"/>
                </a:lnTo>
                <a:lnTo>
                  <a:pt x="818312" y="0"/>
                </a:lnTo>
                <a:lnTo>
                  <a:pt x="799348" y="0"/>
                </a:lnTo>
                <a:lnTo>
                  <a:pt x="780374" y="0"/>
                </a:lnTo>
                <a:lnTo>
                  <a:pt x="761409" y="0"/>
                </a:lnTo>
                <a:lnTo>
                  <a:pt x="742445" y="0"/>
                </a:lnTo>
                <a:lnTo>
                  <a:pt x="723481" y="0"/>
                </a:lnTo>
                <a:lnTo>
                  <a:pt x="704517" y="0"/>
                </a:lnTo>
                <a:lnTo>
                  <a:pt x="685543" y="0"/>
                </a:lnTo>
                <a:lnTo>
                  <a:pt x="666579" y="0"/>
                </a:lnTo>
                <a:lnTo>
                  <a:pt x="647614" y="0"/>
                </a:lnTo>
                <a:lnTo>
                  <a:pt x="628650" y="0"/>
                </a:lnTo>
                <a:lnTo>
                  <a:pt x="609686" y="0"/>
                </a:lnTo>
                <a:lnTo>
                  <a:pt x="590712" y="0"/>
                </a:lnTo>
                <a:lnTo>
                  <a:pt x="571748" y="0"/>
                </a:lnTo>
                <a:lnTo>
                  <a:pt x="552783" y="0"/>
                </a:lnTo>
                <a:lnTo>
                  <a:pt x="533819" y="0"/>
                </a:lnTo>
                <a:lnTo>
                  <a:pt x="514855" y="0"/>
                </a:lnTo>
                <a:lnTo>
                  <a:pt x="495891" y="0"/>
                </a:lnTo>
                <a:lnTo>
                  <a:pt x="476917" y="0"/>
                </a:lnTo>
                <a:lnTo>
                  <a:pt x="457952" y="0"/>
                </a:lnTo>
                <a:lnTo>
                  <a:pt x="438988" y="0"/>
                </a:lnTo>
                <a:lnTo>
                  <a:pt x="420024" y="0"/>
                </a:lnTo>
                <a:lnTo>
                  <a:pt x="401060" y="0"/>
                </a:lnTo>
                <a:lnTo>
                  <a:pt x="382086" y="0"/>
                </a:lnTo>
                <a:lnTo>
                  <a:pt x="363122" y="0"/>
                </a:lnTo>
                <a:lnTo>
                  <a:pt x="344157" y="0"/>
                </a:lnTo>
                <a:lnTo>
                  <a:pt x="325193" y="0"/>
                </a:lnTo>
                <a:lnTo>
                  <a:pt x="306229" y="0"/>
                </a:lnTo>
                <a:lnTo>
                  <a:pt x="287264" y="0"/>
                </a:lnTo>
                <a:lnTo>
                  <a:pt x="268291" y="0"/>
                </a:lnTo>
                <a:lnTo>
                  <a:pt x="249326" y="0"/>
                </a:lnTo>
                <a:lnTo>
                  <a:pt x="230362" y="0"/>
                </a:lnTo>
                <a:lnTo>
                  <a:pt x="212236" y="4496"/>
                </a:lnTo>
                <a:lnTo>
                  <a:pt x="194548" y="11344"/>
                </a:lnTo>
                <a:lnTo>
                  <a:pt x="176860" y="18193"/>
                </a:lnTo>
                <a:lnTo>
                  <a:pt x="159172" y="25041"/>
                </a:lnTo>
                <a:lnTo>
                  <a:pt x="141494" y="31890"/>
                </a:lnTo>
                <a:lnTo>
                  <a:pt x="123806" y="38738"/>
                </a:lnTo>
                <a:lnTo>
                  <a:pt x="106118" y="45587"/>
                </a:lnTo>
                <a:lnTo>
                  <a:pt x="88430" y="52435"/>
                </a:lnTo>
                <a:lnTo>
                  <a:pt x="70742" y="59284"/>
                </a:lnTo>
                <a:lnTo>
                  <a:pt x="53054" y="66132"/>
                </a:lnTo>
                <a:lnTo>
                  <a:pt x="35376" y="72981"/>
                </a:lnTo>
                <a:lnTo>
                  <a:pt x="17688" y="79829"/>
                </a:lnTo>
                <a:lnTo>
                  <a:pt x="0" y="8667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1B4CCB47-F726-487A-80FE-A244EB7D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5963" y="3328988"/>
            <a:ext cx="1568768" cy="86678"/>
          </a:xfrm>
          <a:custGeom xmlns:a="http://schemas.openxmlformats.org/drawingml/2006/main">
            <a:pathLst>
              <a:path w="1568768" h="86678">
                <a:moveTo>
                  <a:pt x="0" y="86678"/>
                </a:moveTo>
                <a:lnTo>
                  <a:pt x="18993" y="86678"/>
                </a:lnTo>
                <a:lnTo>
                  <a:pt x="37976" y="86678"/>
                </a:lnTo>
                <a:lnTo>
                  <a:pt x="56969" y="86678"/>
                </a:lnTo>
                <a:lnTo>
                  <a:pt x="75952" y="86678"/>
                </a:lnTo>
                <a:lnTo>
                  <a:pt x="94945" y="86678"/>
                </a:lnTo>
                <a:lnTo>
                  <a:pt x="113938" y="86678"/>
                </a:lnTo>
                <a:lnTo>
                  <a:pt x="132921" y="86678"/>
                </a:lnTo>
                <a:lnTo>
                  <a:pt x="151914" y="86678"/>
                </a:lnTo>
                <a:lnTo>
                  <a:pt x="170907" y="86678"/>
                </a:lnTo>
                <a:lnTo>
                  <a:pt x="189890" y="86678"/>
                </a:lnTo>
                <a:lnTo>
                  <a:pt x="208883" y="86678"/>
                </a:lnTo>
                <a:lnTo>
                  <a:pt x="227867" y="86678"/>
                </a:lnTo>
                <a:lnTo>
                  <a:pt x="246859" y="86678"/>
                </a:lnTo>
                <a:lnTo>
                  <a:pt x="265852" y="86678"/>
                </a:lnTo>
                <a:lnTo>
                  <a:pt x="284836" y="86678"/>
                </a:lnTo>
                <a:lnTo>
                  <a:pt x="303828" y="86678"/>
                </a:lnTo>
                <a:lnTo>
                  <a:pt x="322812" y="86678"/>
                </a:lnTo>
                <a:lnTo>
                  <a:pt x="341805" y="86678"/>
                </a:lnTo>
                <a:lnTo>
                  <a:pt x="360797" y="86678"/>
                </a:lnTo>
                <a:lnTo>
                  <a:pt x="379781" y="86678"/>
                </a:lnTo>
                <a:lnTo>
                  <a:pt x="398774" y="86678"/>
                </a:lnTo>
                <a:lnTo>
                  <a:pt x="417767" y="86678"/>
                </a:lnTo>
                <a:lnTo>
                  <a:pt x="436750" y="86678"/>
                </a:lnTo>
                <a:lnTo>
                  <a:pt x="455743" y="86678"/>
                </a:lnTo>
                <a:lnTo>
                  <a:pt x="474726" y="86678"/>
                </a:lnTo>
                <a:lnTo>
                  <a:pt x="493719" y="86678"/>
                </a:lnTo>
                <a:lnTo>
                  <a:pt x="512712" y="86678"/>
                </a:lnTo>
                <a:lnTo>
                  <a:pt x="531695" y="86678"/>
                </a:lnTo>
                <a:lnTo>
                  <a:pt x="550688" y="86678"/>
                </a:lnTo>
                <a:lnTo>
                  <a:pt x="569671" y="86678"/>
                </a:lnTo>
                <a:lnTo>
                  <a:pt x="588664" y="86678"/>
                </a:lnTo>
                <a:lnTo>
                  <a:pt x="607657" y="86678"/>
                </a:lnTo>
                <a:lnTo>
                  <a:pt x="626640" y="86678"/>
                </a:lnTo>
                <a:lnTo>
                  <a:pt x="645633" y="86678"/>
                </a:lnTo>
                <a:lnTo>
                  <a:pt x="664626" y="86678"/>
                </a:lnTo>
                <a:lnTo>
                  <a:pt x="683609" y="86678"/>
                </a:lnTo>
                <a:lnTo>
                  <a:pt x="702602" y="86678"/>
                </a:lnTo>
                <a:lnTo>
                  <a:pt x="721585" y="86678"/>
                </a:lnTo>
                <a:lnTo>
                  <a:pt x="740578" y="86678"/>
                </a:lnTo>
                <a:lnTo>
                  <a:pt x="759571" y="86678"/>
                </a:lnTo>
                <a:lnTo>
                  <a:pt x="778554" y="86678"/>
                </a:lnTo>
                <a:lnTo>
                  <a:pt x="797547" y="86678"/>
                </a:lnTo>
                <a:lnTo>
                  <a:pt x="816531" y="86678"/>
                </a:lnTo>
                <a:lnTo>
                  <a:pt x="835523" y="86678"/>
                </a:lnTo>
                <a:lnTo>
                  <a:pt x="854516" y="86678"/>
                </a:lnTo>
                <a:lnTo>
                  <a:pt x="873500" y="86678"/>
                </a:lnTo>
                <a:lnTo>
                  <a:pt x="892493" y="86678"/>
                </a:lnTo>
                <a:lnTo>
                  <a:pt x="911485" y="86678"/>
                </a:lnTo>
                <a:lnTo>
                  <a:pt x="930469" y="86678"/>
                </a:lnTo>
                <a:lnTo>
                  <a:pt x="949462" y="86678"/>
                </a:lnTo>
                <a:lnTo>
                  <a:pt x="968445" y="86678"/>
                </a:lnTo>
                <a:lnTo>
                  <a:pt x="987438" y="86678"/>
                </a:lnTo>
                <a:lnTo>
                  <a:pt x="1006431" y="86678"/>
                </a:lnTo>
                <a:lnTo>
                  <a:pt x="1025414" y="86678"/>
                </a:lnTo>
                <a:lnTo>
                  <a:pt x="1044407" y="86678"/>
                </a:lnTo>
                <a:lnTo>
                  <a:pt x="1063390" y="86678"/>
                </a:lnTo>
                <a:lnTo>
                  <a:pt x="1082383" y="86678"/>
                </a:lnTo>
                <a:lnTo>
                  <a:pt x="1101376" y="86678"/>
                </a:lnTo>
                <a:lnTo>
                  <a:pt x="1120359" y="86678"/>
                </a:lnTo>
                <a:lnTo>
                  <a:pt x="1139352" y="86678"/>
                </a:lnTo>
                <a:lnTo>
                  <a:pt x="1158345" y="86678"/>
                </a:lnTo>
                <a:lnTo>
                  <a:pt x="1177328" y="86678"/>
                </a:lnTo>
                <a:lnTo>
                  <a:pt x="1196321" y="86678"/>
                </a:lnTo>
                <a:lnTo>
                  <a:pt x="1215304" y="86678"/>
                </a:lnTo>
                <a:lnTo>
                  <a:pt x="1234297" y="86678"/>
                </a:lnTo>
                <a:lnTo>
                  <a:pt x="1253290" y="86678"/>
                </a:lnTo>
                <a:lnTo>
                  <a:pt x="1272273" y="86678"/>
                </a:lnTo>
                <a:lnTo>
                  <a:pt x="1291266" y="86678"/>
                </a:lnTo>
                <a:lnTo>
                  <a:pt x="1310249" y="86678"/>
                </a:lnTo>
                <a:lnTo>
                  <a:pt x="1329242" y="86678"/>
                </a:lnTo>
                <a:lnTo>
                  <a:pt x="1348235" y="86678"/>
                </a:lnTo>
                <a:lnTo>
                  <a:pt x="1367219" y="86678"/>
                </a:lnTo>
                <a:lnTo>
                  <a:pt x="1386211" y="86678"/>
                </a:lnTo>
                <a:lnTo>
                  <a:pt x="1405204" y="86678"/>
                </a:lnTo>
                <a:lnTo>
                  <a:pt x="1424188" y="86678"/>
                </a:lnTo>
                <a:lnTo>
                  <a:pt x="1442514" y="84477"/>
                </a:lnTo>
                <a:lnTo>
                  <a:pt x="1458297" y="73924"/>
                </a:lnTo>
                <a:lnTo>
                  <a:pt x="1474079" y="63360"/>
                </a:lnTo>
                <a:lnTo>
                  <a:pt x="1489853" y="52797"/>
                </a:lnTo>
                <a:lnTo>
                  <a:pt x="1505636" y="42243"/>
                </a:lnTo>
                <a:lnTo>
                  <a:pt x="1521419" y="31680"/>
                </a:lnTo>
                <a:lnTo>
                  <a:pt x="1537202" y="21117"/>
                </a:lnTo>
                <a:lnTo>
                  <a:pt x="1552985" y="10563"/>
                </a:lnTo>
                <a:lnTo>
                  <a:pt x="1568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2F0651D1-800F-4443-87F9-37C04F44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5038" y="3328988"/>
            <a:ext cx="13496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2DA4AE63-F883-4990-B7A2-6F634026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092" y="362605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6057DA11-B022-4AC7-BE75-24FC52A1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092" y="387414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2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077AD413-CE49-4B7A-B958-4EB14334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992" y="438611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121CFEA5-ACFA-4644-9B31-CA941CE2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925" y="323463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2B6C7880-1350-42F9-98DD-FB5A4B8C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925" y="348273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E5A87FDA-7FBA-43F5-AD52-8948342B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825" y="3994842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A031870C-7728-4442-BA1C-81300FB7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0596" y="2843365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D4C3272B-A27A-41FB-8B51-E97FFEC9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0596" y="3091463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030CBE12-3C8E-490E-B110-1A7F99AB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648" y="360357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34F98B62-0D6C-44BF-B227-E361A9D9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9419" y="2452097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AC561BF7-F939-4344-9679-71B9D05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9419" y="2700185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3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C152B4C5-3A62-4B44-8B25-1A8826D8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2472" y="321230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9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77875129-5535-4E30-8B74-A8E903E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476" y="4360516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0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4566541A-D1B8-46E8-9F34-ADD55ECD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0980" y="3577981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760569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2026-09-08T00:07:05.5140000Z</dcterms:created>
  <dcterms:modified xsi:type="dcterms:W3CDTF">2026-09-08T00:07:05.5140000Z</dcterms:modified>
</coreProperties>
</file>