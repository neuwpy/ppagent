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fbbba0c24a43ae" /><Relationship Type="http://schemas.openxmlformats.org/officeDocument/2006/relationships/extended-properties" Target="/docProps/app.xml" Id="R6fbe37d5a0dc47ae" /><Relationship Type="http://schemas.openxmlformats.org/officeDocument/2006/relationships/officeDocument" Target="/ppt/presentation.xml" Id="R01488fbd1389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82865327345b3"/>
  </p:sldMasterIdLst>
  <p:notesMasterIdLst>
    <p:notesMasterId xmlns:r="http://schemas.openxmlformats.org/officeDocument/2006/relationships" r:id="Rcf6810b3f3634a1a"/>
  </p:notesMasterIdLst>
  <p:sldIdLst>
    <p:sldId xmlns:r="http://schemas.openxmlformats.org/officeDocument/2006/relationships" id="256" r:id="Rf605b57323e343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36e48d169c4c0c" /><Relationship Type="http://schemas.openxmlformats.org/officeDocument/2006/relationships/slideMaster" Target="/ppt/slideMasters/slideMaster1.xml" Id="R00d82865327345b3" /><Relationship Type="http://schemas.openxmlformats.org/officeDocument/2006/relationships/notesMaster" Target="/ppt/notesMasters/notesMaster1.xml" Id="Rcf6810b3f3634a1a" /><Relationship Type="http://schemas.openxmlformats.org/officeDocument/2006/relationships/presProps" Target="/ppt/presProps.xml" Id="Re13481d3c3a2463d" /><Relationship Type="http://schemas.openxmlformats.org/officeDocument/2006/relationships/tableStyles" Target="/ppt/tableStyles.xml" Id="Rdd0a33b742a64fc4" /><Relationship Type="http://schemas.openxmlformats.org/officeDocument/2006/relationships/slide" Target="/ppt/slides/slide1.xml" Id="Rf605b57323e3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c8b2a8cc0f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880eb9b8940fc" /><Relationship Type="http://schemas.openxmlformats.org/officeDocument/2006/relationships/notesMaster" Target="/ppt/notesMasters/notesMaster1.xml" Id="Rf5e9c79dc4b341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来源：experiments/neutral-structure-luna-batch-04/inputs/01-convergence.md。</a:t>
            </a:r>
          </a:p>
          <a:p xmlns:a="http://schemas.openxmlformats.org/drawingml/2006/main">
            <a:r>
              <a:t>本页采用 adapted-source：沿用 assets/结构图/多路汇聚结果-003 的三路独立输入、同一点汇流、唯一结果语法，并将其局部改写到左栏；未执行 invokeStructure，不声称原库调用成功。</a:t>
            </a:r>
          </a:p>
          <a:p xmlns:a="http://schemas.openxmlformats.org/drawingml/2006/main">
            <a:r>
              <a:t>页面为设备维修协作演示场景，不代表实际企业成效。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2eee2be254d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85eebb32b42f8" /><Relationship Type="http://schemas.openxmlformats.org/officeDocument/2006/relationships/slideLayout" Target="/ppt/slideLayouts/slideLayout1.xml" Id="Rfc8f10cb261844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f10cb2618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3d463d28d420a" /><Relationship Type="http://schemas.openxmlformats.org/officeDocument/2006/relationships/notesSlide" Target="/ppt/notesSlides/notesSlide1.xml" Id="Rd8afaa59e14548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F9A540E-B813-4CB9-8D59-1B43F331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7DA9452D-1048-43F7-9D21-2FCA23F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三路信息共同进入交接单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141BE8-C6AC-4881-83E5-644DAB5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600075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4CE11387-F7B1-4DE5-860B-44DBD50D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left-kicker">
            <a:extLst xmlns:a="http://schemas.openxmlformats.org/drawingml/2006/main">
              <a:ext uri="{FF2B5EF4-FFF2-40B4-BE49-F238E27FC236}">
                <a16:creationId xmlns:a16="http://schemas.microsoft.com/office/drawing/2014/main" id="{B47ACAD3-C731-4540-9616-5CA9134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三路资料地位相同，独立准备，直接汇入同一份交接单</a:t>
            </a:r>
          </a:p>
        </p:txBody>
      </p:sp>
      <p:sp>
        <p:nvSpPr>
          <p:cNvPr id="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AA4AB7FC-B615-4DC4-ADB1-1717E7E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7150" y="1257300"/>
            <a:ext cx="0" cy="469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daptive-merge-lane-1">
            <a:extLst xmlns:a="http://schemas.openxmlformats.org/drawingml/2006/main">
              <a:ext uri="{FF2B5EF4-FFF2-40B4-BE49-F238E27FC236}">
                <a16:creationId xmlns:a16="http://schemas.microsoft.com/office/drawing/2014/main" id="{1BAEB894-B707-4499-86FB-55CBD591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2562225" cy="1085850"/>
          </a:xfrm>
          <a:custGeom xmlns:a="http://schemas.openxmlformats.org/drawingml/2006/main">
            <a:pathLst>
              <a:path w="2562225" h="1085850">
                <a:moveTo>
                  <a:pt x="0" y="0"/>
                </a:moveTo>
                <a:lnTo>
                  <a:pt x="75779" y="2358"/>
                </a:lnTo>
                <a:lnTo>
                  <a:pt x="154040" y="9265"/>
                </a:lnTo>
                <a:lnTo>
                  <a:pt x="234562" y="20469"/>
                </a:lnTo>
                <a:lnTo>
                  <a:pt x="317125" y="35719"/>
                </a:lnTo>
                <a:lnTo>
                  <a:pt x="401509" y="54764"/>
                </a:lnTo>
                <a:lnTo>
                  <a:pt x="487492" y="77353"/>
                </a:lnTo>
                <a:lnTo>
                  <a:pt x="574855" y="103236"/>
                </a:lnTo>
                <a:lnTo>
                  <a:pt x="663376" y="132159"/>
                </a:lnTo>
                <a:lnTo>
                  <a:pt x="752836" y="163874"/>
                </a:lnTo>
                <a:lnTo>
                  <a:pt x="843013" y="198127"/>
                </a:lnTo>
                <a:lnTo>
                  <a:pt x="933688" y="234669"/>
                </a:lnTo>
                <a:lnTo>
                  <a:pt x="1024640" y="273248"/>
                </a:lnTo>
                <a:lnTo>
                  <a:pt x="1115648" y="313613"/>
                </a:lnTo>
                <a:lnTo>
                  <a:pt x="1206491" y="355513"/>
                </a:lnTo>
                <a:lnTo>
                  <a:pt x="1296950" y="398697"/>
                </a:lnTo>
                <a:lnTo>
                  <a:pt x="1386804" y="442913"/>
                </a:lnTo>
                <a:lnTo>
                  <a:pt x="1475832" y="487910"/>
                </a:lnTo>
                <a:lnTo>
                  <a:pt x="1563814" y="533437"/>
                </a:lnTo>
                <a:lnTo>
                  <a:pt x="1650529" y="579244"/>
                </a:lnTo>
                <a:lnTo>
                  <a:pt x="1735757" y="625078"/>
                </a:lnTo>
                <a:lnTo>
                  <a:pt x="1819277" y="670689"/>
                </a:lnTo>
                <a:lnTo>
                  <a:pt x="1900869" y="715826"/>
                </a:lnTo>
                <a:lnTo>
                  <a:pt x="1980313" y="760237"/>
                </a:lnTo>
                <a:lnTo>
                  <a:pt x="2057387" y="803672"/>
                </a:lnTo>
                <a:lnTo>
                  <a:pt x="2131871" y="845879"/>
                </a:lnTo>
                <a:lnTo>
                  <a:pt x="2203545" y="886606"/>
                </a:lnTo>
                <a:lnTo>
                  <a:pt x="2272188" y="925604"/>
                </a:lnTo>
                <a:lnTo>
                  <a:pt x="2337580" y="962620"/>
                </a:lnTo>
                <a:lnTo>
                  <a:pt x="2399500" y="997404"/>
                </a:lnTo>
                <a:lnTo>
                  <a:pt x="2457728" y="1029705"/>
                </a:lnTo>
                <a:lnTo>
                  <a:pt x="2512043" y="1059270"/>
                </a:lnTo>
                <a:lnTo>
                  <a:pt x="2562225" y="10858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DCC1BA"/>
            </a:solidFill>
            <a:prstDash val="solid"/>
          </a:ln>
        </p:spPr>
      </p:sp>
      <p:sp>
        <p:nvSpPr>
          <p:cNvPr id="8" name="adaptive-merge-lane-2">
            <a:extLst xmlns:a="http://schemas.openxmlformats.org/drawingml/2006/main">
              <a:ext uri="{FF2B5EF4-FFF2-40B4-BE49-F238E27FC236}">
                <a16:creationId xmlns:a16="http://schemas.microsoft.com/office/drawing/2014/main" id="{CACF3A53-13BF-4EC8-8953-F19C46F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2562225" cy="276225"/>
          </a:xfrm>
          <a:custGeom xmlns:a="http://schemas.openxmlformats.org/drawingml/2006/main">
            <a:pathLst>
              <a:path w="2562225" h="276225">
                <a:moveTo>
                  <a:pt x="0" y="276225"/>
                </a:moveTo>
                <a:lnTo>
                  <a:pt x="75779" y="275433"/>
                </a:lnTo>
                <a:lnTo>
                  <a:pt x="154040" y="273123"/>
                </a:lnTo>
                <a:lnTo>
                  <a:pt x="234562" y="269397"/>
                </a:lnTo>
                <a:lnTo>
                  <a:pt x="317125" y="264356"/>
                </a:lnTo>
                <a:lnTo>
                  <a:pt x="401509" y="258101"/>
                </a:lnTo>
                <a:lnTo>
                  <a:pt x="487492" y="250734"/>
                </a:lnTo>
                <a:lnTo>
                  <a:pt x="574855" y="242354"/>
                </a:lnTo>
                <a:lnTo>
                  <a:pt x="663376" y="233065"/>
                </a:lnTo>
                <a:lnTo>
                  <a:pt x="752836" y="222966"/>
                </a:lnTo>
                <a:lnTo>
                  <a:pt x="843013" y="212159"/>
                </a:lnTo>
                <a:lnTo>
                  <a:pt x="933688" y="200745"/>
                </a:lnTo>
                <a:lnTo>
                  <a:pt x="1024640" y="188826"/>
                </a:lnTo>
                <a:lnTo>
                  <a:pt x="1115648" y="176501"/>
                </a:lnTo>
                <a:lnTo>
                  <a:pt x="1206491" y="163874"/>
                </a:lnTo>
                <a:lnTo>
                  <a:pt x="1296950" y="151044"/>
                </a:lnTo>
                <a:lnTo>
                  <a:pt x="1386804" y="138113"/>
                </a:lnTo>
                <a:lnTo>
                  <a:pt x="1475832" y="125181"/>
                </a:lnTo>
                <a:lnTo>
                  <a:pt x="1563814" y="112351"/>
                </a:lnTo>
                <a:lnTo>
                  <a:pt x="1650529" y="99724"/>
                </a:lnTo>
                <a:lnTo>
                  <a:pt x="1735757" y="87399"/>
                </a:lnTo>
                <a:lnTo>
                  <a:pt x="1819277" y="75480"/>
                </a:lnTo>
                <a:lnTo>
                  <a:pt x="1900869" y="64066"/>
                </a:lnTo>
                <a:lnTo>
                  <a:pt x="1980313" y="53259"/>
                </a:lnTo>
                <a:lnTo>
                  <a:pt x="2057387" y="43160"/>
                </a:lnTo>
                <a:lnTo>
                  <a:pt x="2131871" y="33871"/>
                </a:lnTo>
                <a:lnTo>
                  <a:pt x="2203545" y="25491"/>
                </a:lnTo>
                <a:lnTo>
                  <a:pt x="2272188" y="18124"/>
                </a:lnTo>
                <a:lnTo>
                  <a:pt x="2337580" y="11869"/>
                </a:lnTo>
                <a:lnTo>
                  <a:pt x="2399500" y="6828"/>
                </a:lnTo>
                <a:lnTo>
                  <a:pt x="2457728" y="3102"/>
                </a:lnTo>
                <a:lnTo>
                  <a:pt x="2512043" y="792"/>
                </a:ln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2948B"/>
            </a:solidFill>
            <a:prstDash val="solid"/>
          </a:ln>
        </p:spPr>
      </p:sp>
      <p:sp>
        <p:nvSpPr>
          <p:cNvPr id="9" name="adaptive-merge-lane-3">
            <a:extLst xmlns:a="http://schemas.openxmlformats.org/drawingml/2006/main">
              <a:ext uri="{FF2B5EF4-FFF2-40B4-BE49-F238E27FC236}">
                <a16:creationId xmlns:a16="http://schemas.microsoft.com/office/drawing/2014/main" id="{FCB8811F-FBBA-4E86-AA10-C3A1E8F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2562225" cy="1638300"/>
          </a:xfrm>
          <a:custGeom xmlns:a="http://schemas.openxmlformats.org/drawingml/2006/main">
            <a:pathLst>
              <a:path w="2562225" h="1638300">
                <a:moveTo>
                  <a:pt x="0" y="1638300"/>
                </a:moveTo>
                <a:lnTo>
                  <a:pt x="75779" y="1634357"/>
                </a:lnTo>
                <a:lnTo>
                  <a:pt x="154040" y="1622831"/>
                </a:lnTo>
                <a:lnTo>
                  <a:pt x="234562" y="1604175"/>
                </a:lnTo>
                <a:lnTo>
                  <a:pt x="317125" y="1578843"/>
                </a:lnTo>
                <a:lnTo>
                  <a:pt x="401509" y="1547288"/>
                </a:lnTo>
                <a:lnTo>
                  <a:pt x="487492" y="1509964"/>
                </a:lnTo>
                <a:lnTo>
                  <a:pt x="574855" y="1467323"/>
                </a:lnTo>
                <a:lnTo>
                  <a:pt x="663376" y="1419820"/>
                </a:lnTo>
                <a:lnTo>
                  <a:pt x="752836" y="1367908"/>
                </a:lnTo>
                <a:lnTo>
                  <a:pt x="843013" y="1312041"/>
                </a:lnTo>
                <a:lnTo>
                  <a:pt x="933688" y="1252671"/>
                </a:lnTo>
                <a:lnTo>
                  <a:pt x="1024640" y="1190253"/>
                </a:lnTo>
                <a:lnTo>
                  <a:pt x="1115648" y="1125239"/>
                </a:lnTo>
                <a:lnTo>
                  <a:pt x="1206491" y="1058084"/>
                </a:lnTo>
                <a:lnTo>
                  <a:pt x="1296950" y="989241"/>
                </a:lnTo>
                <a:lnTo>
                  <a:pt x="1386804" y="919163"/>
                </a:lnTo>
                <a:lnTo>
                  <a:pt x="1475832" y="848303"/>
                </a:lnTo>
                <a:lnTo>
                  <a:pt x="1563814" y="777115"/>
                </a:lnTo>
                <a:lnTo>
                  <a:pt x="1650529" y="706053"/>
                </a:lnTo>
                <a:lnTo>
                  <a:pt x="1735757" y="635571"/>
                </a:lnTo>
                <a:lnTo>
                  <a:pt x="1819277" y="566120"/>
                </a:lnTo>
                <a:lnTo>
                  <a:pt x="1900869" y="498156"/>
                </a:lnTo>
                <a:lnTo>
                  <a:pt x="1980313" y="432131"/>
                </a:lnTo>
                <a:lnTo>
                  <a:pt x="2057387" y="368498"/>
                </a:lnTo>
                <a:lnTo>
                  <a:pt x="2131871" y="307713"/>
                </a:lnTo>
                <a:lnTo>
                  <a:pt x="2203545" y="250227"/>
                </a:lnTo>
                <a:lnTo>
                  <a:pt x="2272188" y="196494"/>
                </a:lnTo>
                <a:lnTo>
                  <a:pt x="2337580" y="146968"/>
                </a:lnTo>
                <a:lnTo>
                  <a:pt x="2399500" y="102102"/>
                </a:lnTo>
                <a:lnTo>
                  <a:pt x="2457728" y="62350"/>
                </a:lnTo>
                <a:lnTo>
                  <a:pt x="2512043" y="28165"/>
                </a:ln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35D4F"/>
            </a:solidFill>
            <a:prstDash val="solid"/>
          </a:ln>
        </p:spPr>
      </p:sp>
      <p:sp>
        <p:nvSpPr>
          <p:cNvPr id="10" name="adaptive-merge-input-1">
            <a:extLst xmlns:a="http://schemas.openxmlformats.org/drawingml/2006/main">
              <a:ext uri="{FF2B5EF4-FFF2-40B4-BE49-F238E27FC236}">
                <a16:creationId xmlns:a16="http://schemas.microsoft.com/office/drawing/2014/main" id="{E511547E-C977-452D-9976-583059F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daptive-merge-input-1-accent">
            <a:extLst xmlns:a="http://schemas.openxmlformats.org/drawingml/2006/main">
              <a:ext uri="{FF2B5EF4-FFF2-40B4-BE49-F238E27FC236}">
                <a16:creationId xmlns:a16="http://schemas.microsoft.com/office/drawing/2014/main" id="{430EFCE5-8F5E-453B-8088-BB2AE5A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C1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daptive-merge-input-1-title">
            <a:extLst xmlns:a="http://schemas.openxmlformats.org/drawingml/2006/main">
              <a:ext uri="{FF2B5EF4-FFF2-40B4-BE49-F238E27FC236}">
                <a16:creationId xmlns:a16="http://schemas.microsoft.com/office/drawing/2014/main" id="{2C466C8A-8F9B-4A61-830E-4C21C7F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现场记录</a:t>
            </a:r>
          </a:p>
        </p:txBody>
      </p:sp>
      <p:sp>
        <p:nvSpPr>
          <p:cNvPr id="13" name="adaptive-merge-input-1-body">
            <a:extLst xmlns:a="http://schemas.openxmlformats.org/drawingml/2006/main">
              <a:ext uri="{FF2B5EF4-FFF2-40B4-BE49-F238E27FC236}">
                <a16:creationId xmlns:a16="http://schemas.microsoft.com/office/drawing/2014/main" id="{E71DB464-A6E5-4EA0-83FF-CD780FE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4" name="adaptive-merge-input-2">
            <a:extLst xmlns:a="http://schemas.openxmlformats.org/drawingml/2006/main">
              <a:ext uri="{FF2B5EF4-FFF2-40B4-BE49-F238E27FC236}">
                <a16:creationId xmlns:a16="http://schemas.microsoft.com/office/drawing/2014/main" id="{E7336FAC-099C-4AA3-A105-426A83C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daptive-merge-input-2-accent">
            <a:extLst xmlns:a="http://schemas.openxmlformats.org/drawingml/2006/main">
              <a:ext uri="{FF2B5EF4-FFF2-40B4-BE49-F238E27FC236}">
                <a16:creationId xmlns:a16="http://schemas.microsoft.com/office/drawing/2014/main" id="{5FB221E6-F612-4F40-90AA-577F3F4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daptive-merge-input-2-title">
            <a:extLst xmlns:a="http://schemas.openxmlformats.org/drawingml/2006/main">
              <a:ext uri="{FF2B5EF4-FFF2-40B4-BE49-F238E27FC236}">
                <a16:creationId xmlns:a16="http://schemas.microsoft.com/office/drawing/2014/main" id="{B610DE5C-7ADD-4859-A6BC-67D3A75E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检测记录</a:t>
            </a:r>
          </a:p>
        </p:txBody>
      </p:sp>
      <p:sp>
        <p:nvSpPr>
          <p:cNvPr id="17" name="adaptive-merge-input-2-body">
            <a:extLst xmlns:a="http://schemas.openxmlformats.org/drawingml/2006/main">
              <a:ext uri="{FF2B5EF4-FFF2-40B4-BE49-F238E27FC236}">
                <a16:creationId xmlns:a16="http://schemas.microsoft.com/office/drawing/2014/main" id="{41129597-7708-4777-BB25-C82CBDE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8" name="adaptive-merge-input-3">
            <a:extLst xmlns:a="http://schemas.openxmlformats.org/drawingml/2006/main">
              <a:ext uri="{FF2B5EF4-FFF2-40B4-BE49-F238E27FC236}">
                <a16:creationId xmlns:a16="http://schemas.microsoft.com/office/drawing/2014/main" id="{91519951-46A5-48EF-B071-57647319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daptive-merge-input-3-accent">
            <a:extLst xmlns:a="http://schemas.openxmlformats.org/drawingml/2006/main">
              <a:ext uri="{FF2B5EF4-FFF2-40B4-BE49-F238E27FC236}">
                <a16:creationId xmlns:a16="http://schemas.microsoft.com/office/drawing/2014/main" id="{FEED6BED-42C7-48CF-9B7B-F072198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aptive-merge-input-3-title">
            <a:extLst xmlns:a="http://schemas.openxmlformats.org/drawingml/2006/main">
              <a:ext uri="{FF2B5EF4-FFF2-40B4-BE49-F238E27FC236}">
                <a16:creationId xmlns:a16="http://schemas.microsoft.com/office/drawing/2014/main" id="{85529001-642C-4ED0-B447-A5849CF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备件记录</a:t>
            </a:r>
          </a:p>
        </p:txBody>
      </p:sp>
      <p:sp>
        <p:nvSpPr>
          <p:cNvPr id="21" name="adaptive-merge-input-3-body">
            <a:extLst xmlns:a="http://schemas.openxmlformats.org/drawingml/2006/main">
              <a:ext uri="{FF2B5EF4-FFF2-40B4-BE49-F238E27FC236}">
                <a16:creationId xmlns:a16="http://schemas.microsoft.com/office/drawing/2014/main" id="{F1FB7199-FE15-4269-B152-25F81CF7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22" name="adaptive-merge-result">
            <a:extLst xmlns:a="http://schemas.openxmlformats.org/drawingml/2006/main">
              <a:ext uri="{FF2B5EF4-FFF2-40B4-BE49-F238E27FC236}">
                <a16:creationId xmlns:a16="http://schemas.microsoft.com/office/drawing/2014/main" id="{0A34F14C-6316-4314-98B8-B241C4E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1714500" cy="1809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3" name="adaptive-merge-result-label">
            <a:extLst xmlns:a="http://schemas.openxmlformats.org/drawingml/2006/main">
              <a:ext uri="{FF2B5EF4-FFF2-40B4-BE49-F238E27FC236}">
                <a16:creationId xmlns:a16="http://schemas.microsoft.com/office/drawing/2014/main" id="{F2C301EB-D902-4FF5-B773-7B9F36D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24" name="adaptive-merge-result-title">
            <a:extLst xmlns:a="http://schemas.openxmlformats.org/drawingml/2006/main">
              <a:ext uri="{FF2B5EF4-FFF2-40B4-BE49-F238E27FC236}">
                <a16:creationId xmlns:a16="http://schemas.microsoft.com/office/drawing/2014/main" id="{BDA50010-F2AE-4344-B769-547AF4E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86150"/>
            <a:ext cx="137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维修交接单</a:t>
            </a:r>
          </a:p>
        </p:txBody>
      </p:sp>
      <p:sp>
        <p:nvSpPr>
          <p:cNvPr id="25" name="adaptive-merge-result-body">
            <a:extLst xmlns:a="http://schemas.openxmlformats.org/drawingml/2006/main">
              <a:ext uri="{FF2B5EF4-FFF2-40B4-BE49-F238E27FC236}">
                <a16:creationId xmlns:a16="http://schemas.microsoft.com/office/drawing/2014/main" id="{18707F5B-9B00-4DE8-A7EF-FB509CA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让接班人员追溯本次处理</a:t>
            </a:r>
          </a:p>
        </p:txBody>
      </p:sp>
      <p:sp>
        <p:nvSpPr>
          <p:cNvPr id="26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EF95B0E9-E137-40E9-B958-64EA7610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04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交接单的使用边界</a:t>
            </a:r>
          </a:p>
        </p:txBody>
      </p:sp>
      <p:sp>
        <p:nvSpPr>
          <p:cNvPr id="27" name="right-intro">
            <a:extLst xmlns:a="http://schemas.openxmlformats.org/drawingml/2006/main">
              <a:ext uri="{FF2B5EF4-FFF2-40B4-BE49-F238E27FC236}">
                <a16:creationId xmlns:a16="http://schemas.microsoft.com/office/drawing/2014/main" id="{75B3F8EF-74CF-4C00-807E-2F596C0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共同结果进入交接环节前，仍需保留确认动作与事实边界。</a:t>
            </a:r>
          </a:p>
        </p:txBody>
      </p:sp>
      <p:sp>
        <p:nvSpPr>
          <p:cNvPr id="28" name="right-intro-rule">
            <a:extLst xmlns:a="http://schemas.openxmlformats.org/drawingml/2006/main">
              <a:ext uri="{FF2B5EF4-FFF2-40B4-BE49-F238E27FC236}">
                <a16:creationId xmlns:a16="http://schemas.microsoft.com/office/drawing/2014/main" id="{83325777-3C87-488D-B834-52A74110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23431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right-note-1-index">
            <a:extLst xmlns:a="http://schemas.openxmlformats.org/drawingml/2006/main">
              <a:ext uri="{FF2B5EF4-FFF2-40B4-BE49-F238E27FC236}">
                <a16:creationId xmlns:a16="http://schemas.microsoft.com/office/drawing/2014/main" id="{D2447D19-5B51-4E2E-97E1-48C71CB5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right-note-1-title">
            <a:extLst xmlns:a="http://schemas.openxmlformats.org/drawingml/2006/main">
              <a:ext uri="{FF2B5EF4-FFF2-40B4-BE49-F238E27FC236}">
                <a16:creationId xmlns:a16="http://schemas.microsoft.com/office/drawing/2014/main" id="{33A1932C-6058-49FA-8E90-27D240D3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050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交接确认</a:t>
            </a:r>
          </a:p>
        </p:txBody>
      </p:sp>
      <p:sp>
        <p:nvSpPr>
          <p:cNvPr id="31" name="right-note-1-body">
            <a:extLst xmlns:a="http://schemas.openxmlformats.org/drawingml/2006/main">
              <a:ext uri="{FF2B5EF4-FFF2-40B4-BE49-F238E27FC236}">
                <a16:creationId xmlns:a16="http://schemas.microsoft.com/office/drawing/2014/main" id="{15530829-7C74-4148-BB13-44FF7F8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交接单仍需由交接双方确认。</a:t>
            </a:r>
          </a:p>
        </p:txBody>
      </p:sp>
      <p:sp>
        <p:nvSpPr>
          <p:cNvPr id="32" name="right-note-1-rule">
            <a:extLst xmlns:a="http://schemas.openxmlformats.org/drawingml/2006/main">
              <a:ext uri="{FF2B5EF4-FFF2-40B4-BE49-F238E27FC236}">
                <a16:creationId xmlns:a16="http://schemas.microsoft.com/office/drawing/2014/main" id="{B31DA992-5D87-4DE6-B599-A2745F3F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33909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right-note-2-index">
            <a:extLst xmlns:a="http://schemas.openxmlformats.org/drawingml/2006/main">
              <a:ext uri="{FF2B5EF4-FFF2-40B4-BE49-F238E27FC236}">
                <a16:creationId xmlns:a16="http://schemas.microsoft.com/office/drawing/2014/main" id="{94DF2AE1-78D3-4F07-8F55-722B1B5F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right-note-2-title">
            <a:extLst xmlns:a="http://schemas.openxmlformats.org/drawingml/2006/main">
              <a:ext uri="{FF2B5EF4-FFF2-40B4-BE49-F238E27FC236}">
                <a16:creationId xmlns:a16="http://schemas.microsoft.com/office/drawing/2014/main" id="{D16B3A01-19BF-4BAF-B2C9-A3EB4CB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47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缺失待补</a:t>
            </a:r>
          </a:p>
        </p:txBody>
      </p:sp>
      <p:sp>
        <p:nvSpPr>
          <p:cNvPr id="35" name="right-note-2-body">
            <a:extLst xmlns:a="http://schemas.openxmlformats.org/drawingml/2006/main">
              <a:ext uri="{FF2B5EF4-FFF2-40B4-BE49-F238E27FC236}">
                <a16:creationId xmlns:a16="http://schemas.microsoft.com/office/drawing/2014/main" id="{23A3D847-2908-4FF9-9413-E909DA98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9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材料缺失时，明确标注“待补”。</a:t>
            </a:r>
          </a:p>
        </p:txBody>
      </p:sp>
      <p:sp>
        <p:nvSpPr>
          <p:cNvPr id="36" name="right-note-2-rule">
            <a:extLst xmlns:a="http://schemas.openxmlformats.org/drawingml/2006/main">
              <a:ext uri="{FF2B5EF4-FFF2-40B4-BE49-F238E27FC236}">
                <a16:creationId xmlns:a16="http://schemas.microsoft.com/office/drawing/2014/main" id="{6A5D7649-08E7-4402-BC4A-365D315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44005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right-note-3-index">
            <a:extLst xmlns:a="http://schemas.openxmlformats.org/drawingml/2006/main">
              <a:ext uri="{FF2B5EF4-FFF2-40B4-BE49-F238E27FC236}">
                <a16:creationId xmlns:a16="http://schemas.microsoft.com/office/drawing/2014/main" id="{5C0720F4-4D66-42B8-BC46-7EC8AD84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right-note-3-title">
            <a:extLst xmlns:a="http://schemas.openxmlformats.org/drawingml/2006/main">
              <a:ext uri="{FF2B5EF4-FFF2-40B4-BE49-F238E27FC236}">
                <a16:creationId xmlns:a16="http://schemas.microsoft.com/office/drawing/2014/main" id="{132185EF-B102-4ED1-9156-8CABE67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事实边界</a:t>
            </a:r>
          </a:p>
        </p:txBody>
      </p:sp>
      <p:sp>
        <p:nvSpPr>
          <p:cNvPr id="39" name="right-note-3-body">
            <a:extLst xmlns:a="http://schemas.openxmlformats.org/drawingml/2006/main">
              <a:ext uri="{FF2B5EF4-FFF2-40B4-BE49-F238E27FC236}">
                <a16:creationId xmlns:a16="http://schemas.microsoft.com/office/drawing/2014/main" id="{1AB2AC0A-471F-46E3-B61A-50958BC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29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待补内容不能当作已核实事实。</a:t>
            </a:r>
          </a:p>
        </p:txBody>
      </p:sp>
      <p:sp>
        <p:nvSpPr>
          <p:cNvPr id="40" name="right-note-3-rule">
            <a:extLst xmlns:a="http://schemas.openxmlformats.org/drawingml/2006/main">
              <a:ext uri="{FF2B5EF4-FFF2-40B4-BE49-F238E27FC236}">
                <a16:creationId xmlns:a16="http://schemas.microsoft.com/office/drawing/2014/main" id="{3E6B5550-5376-4C98-A357-C8436D9C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54102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right-disclosure">
            <a:extLst xmlns:a="http://schemas.openxmlformats.org/drawingml/2006/main">
              <a:ext uri="{FF2B5EF4-FFF2-40B4-BE49-F238E27FC236}">
                <a16:creationId xmlns:a16="http://schemas.microsoft.com/office/drawing/2014/main" id="{23C922D1-FC0D-4970-B6CB-E83D23B3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76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本页未宣称故障已经排除，也没有时间节约或完成率数据。</a:t>
            </a:r>
          </a:p>
        </p:txBody>
      </p:sp>
    </p:spTree>
    <p:extLst>
      <p:ext uri="{BB962C8B-B14F-4D97-AF65-F5344CB8AC3E}">
        <p14:creationId xmlns:p14="http://schemas.microsoft.com/office/powerpoint/2010/main" val="1960413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2026-09-06T11:49:25.6750000Z</dcterms:created>
  <dcterms:modified xsi:type="dcterms:W3CDTF">2026-09-06T11:49:25.6750000Z</dcterms:modified>
</coreProperties>
</file>