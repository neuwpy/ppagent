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ccde51eb7d4ea8" /><Relationship Type="http://schemas.openxmlformats.org/officeDocument/2006/relationships/extended-properties" Target="/docProps/app.xml" Id="R22b817d06b3a4154" /><Relationship Type="http://schemas.openxmlformats.org/officeDocument/2006/relationships/officeDocument" Target="/ppt/presentation.xml" Id="Ref558cf2d24f4d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105b6f61244bf0"/>
    <p:sldMasterId xmlns:r="http://schemas.openxmlformats.org/officeDocument/2006/relationships" id="2147483660" r:id="Rc7fa0a61bc174ef4"/>
    <p:sldMasterId xmlns:r="http://schemas.openxmlformats.org/officeDocument/2006/relationships" id="2147483663" r:id="R74cd8584773c4ee6"/>
  </p:sldMasterIdLst>
  <p:notesMasterIdLst>
    <p:notesMasterId xmlns:r="http://schemas.openxmlformats.org/officeDocument/2006/relationships" r:id="Re830c691949344c1"/>
  </p:notesMasterIdLst>
  <p:sldIdLst>
    <p:sldId xmlns:r="http://schemas.openxmlformats.org/officeDocument/2006/relationships" id="256" r:id="R83c8ed6be39e48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a6ea4ed8394811" /><Relationship Type="http://schemas.openxmlformats.org/officeDocument/2006/relationships/slideMaster" Target="/ppt/slideMasters/slideMaster1.xml" Id="Ref105b6f61244bf0" /><Relationship Type="http://schemas.openxmlformats.org/officeDocument/2006/relationships/slideMaster" Target="/ppt/slideMasters/slideMaster2.xml" Id="Rc7fa0a61bc174ef4" /><Relationship Type="http://schemas.openxmlformats.org/officeDocument/2006/relationships/slideMaster" Target="/ppt/slideMasters/slideMaster3.xml" Id="R74cd8584773c4ee6" /><Relationship Type="http://schemas.openxmlformats.org/officeDocument/2006/relationships/notesMaster" Target="/ppt/notesMasters/notesMaster1.xml" Id="Re830c691949344c1" /><Relationship Type="http://schemas.openxmlformats.org/officeDocument/2006/relationships/presProps" Target="/ppt/presProps.xml" Id="R246454c75c0945bd" /><Relationship Type="http://schemas.openxmlformats.org/officeDocument/2006/relationships/viewProps" Target="/ppt/viewProps.xml" Id="R1db46286086d46a8" /><Relationship Type="http://schemas.openxmlformats.org/officeDocument/2006/relationships/tableStyles" Target="/ppt/tableStyles.xml" Id="R5a28264f39c24893" /><Relationship Type="http://schemas.openxmlformats.org/officeDocument/2006/relationships/slide" Target="/ppt/slides/slide1.xml" Id="R83c8ed6be39e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bbc1c761fea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95250" dist="38100" dir="5400000">
              <a:srgbClr val="3361AE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3361AE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3361AE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3361AE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3361AE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6da00ba8f4340" /><Relationship Type="http://schemas.openxmlformats.org/officeDocument/2006/relationships/notesMaster" Target="/ppt/notesMasters/notesMaster1.xml" Id="Rdbb8eb5fefce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内容：experiments/gray-structure-coverage-20260926/artifacts/state.json · pageId=p1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PPagenT：argument-evidence → argument-evidence-conclusion-001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56dc71e6340e9" /><Relationship Type="http://schemas.openxmlformats.org/officeDocument/2006/relationships/image" Target="/ppt/media/image.jpeg" Id="R90dea616d0394311" /><Relationship Type="http://schemas.openxmlformats.org/officeDocument/2006/relationships/image" Target="/ppt/media/image.png" Id="R757908815d744c05" /><Relationship Type="http://schemas.openxmlformats.org/officeDocument/2006/relationships/image" Target="/ppt/media/image2.png" Id="R58e168802a1e42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00e620ca949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65f65755540a4" /><Relationship Type="http://schemas.openxmlformats.org/officeDocument/2006/relationships/image" Target="/ppt/media/image3.png" Id="R64aedc05cd4e4b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81faa698b47cd" /><Relationship Type="http://schemas.openxmlformats.org/officeDocument/2006/relationships/image" Target="/ppt/media/image4.png" Id="Rbb41a4cce72a49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7b9f22d7943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448cbe4674ab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e0408cb2341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581d6fe304a0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89014f93b4e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369a222174c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78738b85548a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7fb3e3e6f84c6f" /><Relationship Type="http://schemas.openxmlformats.org/officeDocument/2006/relationships/image" Target="/ppt/media/image5.png" Id="R07a29b0dade2464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7f9ffcadd34fd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c0d7c68c1d64afc" /><Relationship Type="http://schemas.openxmlformats.org/officeDocument/2006/relationships/image" Target="/ppt/media/image5.png" Id="Rb5d1f60cd0f54cd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ef17d03f09e4f3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ea616d039431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908815d744c0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168802a1e42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edc05cd4e4ba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1a4cce72a49c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29b0dade2464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1f60cd0f54cd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33525228bd408d" /><Relationship Type="http://schemas.openxmlformats.org/officeDocument/2006/relationships/slideLayout" Target="/ppt/slideLayouts/slideLayout1.xml" Id="R04ded15f3868450a" /><Relationship Type="http://schemas.openxmlformats.org/officeDocument/2006/relationships/slideLayout" Target="/ppt/slideLayouts/slideLayout2.xml" Id="R585acd6a62b348d7" /><Relationship Type="http://schemas.openxmlformats.org/officeDocument/2006/relationships/slideLayout" Target="/ppt/slideLayouts/slideLayout3.xml" Id="Rc86969da6efb460c" /><Relationship Type="http://schemas.openxmlformats.org/officeDocument/2006/relationships/slideLayout" Target="/ppt/slideLayouts/slideLayout4.xml" Id="Rccd8df6b9a5b499d" /><Relationship Type="http://schemas.openxmlformats.org/officeDocument/2006/relationships/slideLayout" Target="/ppt/slideLayouts/slideLayout5.xml" Id="Rd2282675914c4a97" /><Relationship Type="http://schemas.openxmlformats.org/officeDocument/2006/relationships/slideLayout" Target="/ppt/slideLayouts/slideLayout6.xml" Id="R9ae63c21613549fa" /><Relationship Type="http://schemas.openxmlformats.org/officeDocument/2006/relationships/slideLayout" Target="/ppt/slideLayouts/slideLayout7.xml" Id="R2d6cfe18a17a4953" /><Relationship Type="http://schemas.openxmlformats.org/officeDocument/2006/relationships/slideLayout" Target="/ppt/slideLayouts/slideLayout8.xml" Id="R5f30e4eb3fa841cd" /><Relationship Type="http://schemas.openxmlformats.org/officeDocument/2006/relationships/slideLayout" Target="/ppt/slideLayouts/slideLayout9.xml" Id="Rf6ff43b1fd334d09" /><Relationship Type="http://schemas.openxmlformats.org/officeDocument/2006/relationships/slideLayout" Target="/ppt/slideLayouts/slideLayout10.xml" Id="Rb7e874f54b934199" /><Relationship Type="http://schemas.openxmlformats.org/officeDocument/2006/relationships/slideLayout" Target="/ppt/slideLayouts/slideLayout11.xml" Id="R3e90432ffd5c452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fa4e3c095434489" /><Relationship Type="http://schemas.openxmlformats.org/officeDocument/2006/relationships/slideLayout" Target="/ppt/slideLayouts/slideLayout12.xml" Id="R6364323152204c31" /><Relationship Type="http://schemas.openxmlformats.org/officeDocument/2006/relationships/slideLayout" Target="/ppt/slideLayouts/slideLayout13.xml" Id="Raf6efabeb90943b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0cb013fb4b942c2" /><Relationship Type="http://schemas.openxmlformats.org/officeDocument/2006/relationships/slideLayout" Target="/ppt/slideLayouts/slideLayout14.xml" Id="Rcf1a52c31af1497d" /><Relationship Type="http://schemas.openxmlformats.org/officeDocument/2006/relationships/slideLayout" Target="/ppt/slideLayouts/slideLayout15.xml" Id="Rbda5b7c8bdcc4dd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ed15f3868450a"/>
    <p:sldLayoutId xmlns:r="http://schemas.openxmlformats.org/officeDocument/2006/relationships" id="2147483650" r:id="R585acd6a62b348d7"/>
    <p:sldLayoutId xmlns:r="http://schemas.openxmlformats.org/officeDocument/2006/relationships" id="2147483651" r:id="Rc86969da6efb460c"/>
    <p:sldLayoutId xmlns:r="http://schemas.openxmlformats.org/officeDocument/2006/relationships" id="2147483652" r:id="Rccd8df6b9a5b499d"/>
    <p:sldLayoutId xmlns:r="http://schemas.openxmlformats.org/officeDocument/2006/relationships" id="2147483653" r:id="Rd2282675914c4a97"/>
    <p:sldLayoutId xmlns:r="http://schemas.openxmlformats.org/officeDocument/2006/relationships" id="2147483654" r:id="R9ae63c21613549fa"/>
    <p:sldLayoutId xmlns:r="http://schemas.openxmlformats.org/officeDocument/2006/relationships" id="2147483655" r:id="R2d6cfe18a17a4953"/>
    <p:sldLayoutId xmlns:r="http://schemas.openxmlformats.org/officeDocument/2006/relationships" id="2147483656" r:id="R5f30e4eb3fa841cd"/>
    <p:sldLayoutId xmlns:r="http://schemas.openxmlformats.org/officeDocument/2006/relationships" id="2147483657" r:id="Rf6ff43b1fd334d09"/>
    <p:sldLayoutId xmlns:r="http://schemas.openxmlformats.org/officeDocument/2006/relationships" id="2147483658" r:id="Rb7e874f54b934199"/>
    <p:sldLayoutId xmlns:r="http://schemas.openxmlformats.org/officeDocument/2006/relationships" id="2147483659" r:id="R3e90432ffd5c452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364323152204c31"/>
    <p:sldLayoutId xmlns:r="http://schemas.openxmlformats.org/officeDocument/2006/relationships" id="2147483662" r:id="Raf6efabeb90943b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f1a52c31af1497d"/>
    <p:sldLayoutId xmlns:r="http://schemas.openxmlformats.org/officeDocument/2006/relationships" id="2147483665" r:id="Rbda5b7c8bdcc4dd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681577724c41e7" /><Relationship Type="http://schemas.openxmlformats.org/officeDocument/2006/relationships/notesSlide" Target="/ppt/notesSlides/notesSlide1.xml" Id="Rf3c24f0a5a144f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证据支撑判断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核心判断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35DE226-9496-457B-BB31-FECF06EA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laim-evidence-link-0">
            <a:extLst xmlns:a="http://schemas.openxmlformats.org/drawingml/2006/main">
              <a:ext uri="{FF2B5EF4-FFF2-40B4-BE49-F238E27FC236}">
                <a16:creationId xmlns:a16="http://schemas.microsoft.com/office/drawing/2014/main" id="{B596AA36-CB09-4FF6-B831-0FE5E114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E3"/>
            </a:solidFill>
            <a:prstDash val="dash"/>
          </a:ln>
        </p:spPr>
      </p:sp>
      <p:sp>
        <p:nvSpPr>
          <p:cNvPr id="17" name="claim-evidence-anchor-0">
            <a:extLst xmlns:a="http://schemas.openxmlformats.org/drawingml/2006/main">
              <a:ext uri="{FF2B5EF4-FFF2-40B4-BE49-F238E27FC236}">
                <a16:creationId xmlns:a16="http://schemas.microsoft.com/office/drawing/2014/main" id="{9A7E5B78-CE16-4EB7-943A-11ACBBE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DBD"/>
            </a:solidFill>
            <a:prstDash val="solid"/>
          </a:ln>
        </p:spPr>
      </p:sp>
      <p:sp>
        <p:nvSpPr>
          <p:cNvPr id="18" name="claim-evidence-link-1">
            <a:extLst xmlns:a="http://schemas.openxmlformats.org/drawingml/2006/main">
              <a:ext uri="{FF2B5EF4-FFF2-40B4-BE49-F238E27FC236}">
                <a16:creationId xmlns:a16="http://schemas.microsoft.com/office/drawing/2014/main" id="{BCD52F1F-78D1-4622-A471-73DB0097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E3"/>
            </a:solidFill>
            <a:prstDash val="dash"/>
          </a:ln>
        </p:spPr>
      </p:sp>
      <p:sp>
        <p:nvSpPr>
          <p:cNvPr id="19" name="claim-evidence-anchor-1">
            <a:extLst xmlns:a="http://schemas.openxmlformats.org/drawingml/2006/main">
              <a:ext uri="{FF2B5EF4-FFF2-40B4-BE49-F238E27FC236}">
                <a16:creationId xmlns:a16="http://schemas.microsoft.com/office/drawing/2014/main" id="{2D7B7ED6-649D-4BCC-B9B4-90E0FF9A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DBD"/>
            </a:solidFill>
            <a:prstDash val="solid"/>
          </a:ln>
        </p:spPr>
      </p:sp>
      <p:sp>
        <p:nvSpPr>
          <p:cNvPr id="20" name="claim-evidence-link-2">
            <a:extLst xmlns:a="http://schemas.openxmlformats.org/drawingml/2006/main">
              <a:ext uri="{FF2B5EF4-FFF2-40B4-BE49-F238E27FC236}">
                <a16:creationId xmlns:a16="http://schemas.microsoft.com/office/drawing/2014/main" id="{B0190A57-F529-4615-9A85-5DE213C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E3"/>
            </a:solidFill>
            <a:prstDash val="dash"/>
          </a:ln>
        </p:spPr>
      </p:sp>
      <p:sp>
        <p:nvSpPr>
          <p:cNvPr id="21" name="claim-evidence-anchor-2">
            <a:extLst xmlns:a="http://schemas.openxmlformats.org/drawingml/2006/main">
              <a:ext uri="{FF2B5EF4-FFF2-40B4-BE49-F238E27FC236}">
                <a16:creationId xmlns:a16="http://schemas.microsoft.com/office/drawing/2014/main" id="{EB5FF55D-DA52-40BA-B850-27EB39ED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DBD"/>
            </a:solidFill>
            <a:prstDash val="solid"/>
          </a:ln>
        </p:spPr>
      </p:sp>
      <p:sp>
        <p:nvSpPr>
          <p:cNvPr id="22" name="evidence-bus-link-0">
            <a:extLst xmlns:a="http://schemas.openxmlformats.org/drawingml/2006/main">
              <a:ext uri="{FF2B5EF4-FFF2-40B4-BE49-F238E27FC236}">
                <a16:creationId xmlns:a16="http://schemas.microsoft.com/office/drawing/2014/main" id="{A2AA17B4-A30B-4D09-8126-5197FBE6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E3"/>
            </a:solidFill>
            <a:prstDash val="solid"/>
          </a:ln>
        </p:spPr>
      </p:sp>
      <p:sp>
        <p:nvSpPr>
          <p:cNvPr id="23" name="evidence-bus-anchor-0">
            <a:extLst xmlns:a="http://schemas.openxmlformats.org/drawingml/2006/main">
              <a:ext uri="{FF2B5EF4-FFF2-40B4-BE49-F238E27FC236}">
                <a16:creationId xmlns:a16="http://schemas.microsoft.com/office/drawing/2014/main" id="{F09E4DF2-F651-4226-B6D9-02C408A1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DBD"/>
            </a:solidFill>
            <a:prstDash val="solid"/>
          </a:ln>
        </p:spPr>
      </p:sp>
      <p:sp>
        <p:nvSpPr>
          <p:cNvPr id="24" name="evidence-bus-link-1">
            <a:extLst xmlns:a="http://schemas.openxmlformats.org/drawingml/2006/main">
              <a:ext uri="{FF2B5EF4-FFF2-40B4-BE49-F238E27FC236}">
                <a16:creationId xmlns:a16="http://schemas.microsoft.com/office/drawing/2014/main" id="{6C2BE3E7-D55A-4C42-99F7-6EB08B9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E3"/>
            </a:solidFill>
            <a:prstDash val="solid"/>
          </a:ln>
        </p:spPr>
      </p:sp>
      <p:sp>
        <p:nvSpPr>
          <p:cNvPr id="25" name="evidence-bus-anchor-1">
            <a:extLst xmlns:a="http://schemas.openxmlformats.org/drawingml/2006/main">
              <a:ext uri="{FF2B5EF4-FFF2-40B4-BE49-F238E27FC236}">
                <a16:creationId xmlns:a16="http://schemas.microsoft.com/office/drawing/2014/main" id="{48FC81D7-2E74-4880-A791-8D07F8E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DBD"/>
            </a:solidFill>
            <a:prstDash val="solid"/>
          </a:ln>
        </p:spPr>
      </p:sp>
      <p:sp>
        <p:nvSpPr>
          <p:cNvPr id="26" name="evidence-bus-link-2">
            <a:extLst xmlns:a="http://schemas.openxmlformats.org/drawingml/2006/main">
              <a:ext uri="{FF2B5EF4-FFF2-40B4-BE49-F238E27FC236}">
                <a16:creationId xmlns:a16="http://schemas.microsoft.com/office/drawing/2014/main" id="{0202BEFB-2409-47FF-A873-5646846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E3"/>
            </a:solidFill>
            <a:prstDash val="solid"/>
          </a:ln>
        </p:spPr>
      </p:sp>
      <p:sp>
        <p:nvSpPr>
          <p:cNvPr id="27" name="evidence-bus-anchor-2">
            <a:extLst xmlns:a="http://schemas.openxmlformats.org/drawingml/2006/main">
              <a:ext uri="{FF2B5EF4-FFF2-40B4-BE49-F238E27FC236}">
                <a16:creationId xmlns:a16="http://schemas.microsoft.com/office/drawing/2014/main" id="{DEB1FEE7-3C37-4396-9707-BBBAC099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DBD"/>
            </a:solidFill>
            <a:prstDash val="solid"/>
          </a:ln>
        </p:spPr>
      </p:sp>
      <p:sp>
        <p:nvSpPr>
          <p:cNvPr id="28" name="evidence-proof-bus">
            <a:extLst xmlns:a="http://schemas.openxmlformats.org/drawingml/2006/main">
              <a:ext uri="{FF2B5EF4-FFF2-40B4-BE49-F238E27FC236}">
                <a16:creationId xmlns:a16="http://schemas.microsoft.com/office/drawing/2014/main" id="{F65AE67A-F8A3-42AB-98F8-2DD9AE8B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105400"/>
            <a:ext cx="632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87DBD"/>
            </a:solidFill>
            <a:prstDash val="solid"/>
          </a:ln>
        </p:spPr>
      </p:sp>
      <p:sp>
        <p:nvSpPr>
          <p:cNvPr id="29" name="proof-conclusion-link">
            <a:extLst xmlns:a="http://schemas.openxmlformats.org/drawingml/2006/main">
              <a:ext uri="{FF2B5EF4-FFF2-40B4-BE49-F238E27FC236}">
                <a16:creationId xmlns:a16="http://schemas.microsoft.com/office/drawing/2014/main" id="{78DCECCE-2BF2-42DB-A400-D9331D2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51054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E3"/>
            </a:solidFill>
            <a:prstDash val="solid"/>
          </a:ln>
        </p:spPr>
      </p:sp>
      <p:sp>
        <p:nvSpPr>
          <p:cNvPr id="30" name="proof-conclusion-arrow">
            <a:extLst xmlns:a="http://schemas.openxmlformats.org/drawingml/2006/main">
              <a:ext uri="{FF2B5EF4-FFF2-40B4-BE49-F238E27FC236}">
                <a16:creationId xmlns:a16="http://schemas.microsoft.com/office/drawing/2014/main" id="{0E5C66D4-3DDE-4C1A-8926-D1166225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8893" y="5200650"/>
            <a:ext cx="131455" cy="85725"/>
          </a:xfrm>
          <a:custGeom xmlns:a="http://schemas.openxmlformats.org/drawingml/2006/main">
            <a:pathLst>
              <a:path w="131455" h="85725">
                <a:moveTo>
                  <a:pt x="65732" y="85725"/>
                </a:moveTo>
                <a:lnTo>
                  <a:pt x="59007" y="77076"/>
                </a:lnTo>
                <a:lnTo>
                  <a:pt x="52273" y="68428"/>
                </a:lnTo>
                <a:lnTo>
                  <a:pt x="45549" y="59779"/>
                </a:lnTo>
                <a:lnTo>
                  <a:pt x="38824" y="51140"/>
                </a:lnTo>
                <a:lnTo>
                  <a:pt x="32099" y="42491"/>
                </a:lnTo>
                <a:lnTo>
                  <a:pt x="25375" y="33842"/>
                </a:lnTo>
                <a:lnTo>
                  <a:pt x="18650" y="25194"/>
                </a:lnTo>
                <a:lnTo>
                  <a:pt x="11925" y="16545"/>
                </a:lnTo>
                <a:lnTo>
                  <a:pt x="5201" y="7896"/>
                </a:lnTo>
                <a:lnTo>
                  <a:pt x="0" y="0"/>
                </a:lnTo>
                <a:lnTo>
                  <a:pt x="10954" y="0"/>
                </a:lnTo>
                <a:lnTo>
                  <a:pt x="21908" y="0"/>
                </a:lnTo>
                <a:lnTo>
                  <a:pt x="32861" y="0"/>
                </a:lnTo>
                <a:lnTo>
                  <a:pt x="43815" y="0"/>
                </a:lnTo>
                <a:lnTo>
                  <a:pt x="54778" y="0"/>
                </a:lnTo>
                <a:lnTo>
                  <a:pt x="65732" y="0"/>
                </a:lnTo>
                <a:lnTo>
                  <a:pt x="76686" y="0"/>
                </a:lnTo>
                <a:lnTo>
                  <a:pt x="87640" y="0"/>
                </a:lnTo>
                <a:lnTo>
                  <a:pt x="98593" y="0"/>
                </a:lnTo>
                <a:lnTo>
                  <a:pt x="109547" y="0"/>
                </a:lnTo>
                <a:lnTo>
                  <a:pt x="120501" y="0"/>
                </a:lnTo>
                <a:lnTo>
                  <a:pt x="131455" y="0"/>
                </a:lnTo>
                <a:lnTo>
                  <a:pt x="126263" y="7896"/>
                </a:lnTo>
                <a:lnTo>
                  <a:pt x="119529" y="16545"/>
                </a:lnTo>
                <a:lnTo>
                  <a:pt x="112805" y="25194"/>
                </a:lnTo>
                <a:lnTo>
                  <a:pt x="106080" y="33842"/>
                </a:lnTo>
                <a:lnTo>
                  <a:pt x="99355" y="42491"/>
                </a:lnTo>
                <a:lnTo>
                  <a:pt x="92631" y="51140"/>
                </a:lnTo>
                <a:lnTo>
                  <a:pt x="85906" y="59779"/>
                </a:lnTo>
                <a:lnTo>
                  <a:pt x="79181" y="68428"/>
                </a:lnTo>
                <a:lnTo>
                  <a:pt x="72457" y="77076"/>
                </a:lnTo>
                <a:lnTo>
                  <a:pt x="65732" y="85725"/>
                </a:lnTo>
                <a:close/>
              </a:path>
            </a:pathLst>
          </a:custGeom>
          <a:solidFill xmlns:a="http://schemas.openxmlformats.org/drawingml/2006/main">
            <a:srgbClr val="587D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phase-line">
            <a:extLst xmlns:a="http://schemas.openxmlformats.org/drawingml/2006/main">
              <a:ext uri="{FF2B5EF4-FFF2-40B4-BE49-F238E27FC236}">
                <a16:creationId xmlns:a16="http://schemas.microsoft.com/office/drawing/2014/main" id="{6DB8234C-6FB7-4F1E-AF6B-76CEB617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000250"/>
            <a:ext cx="1905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hase-claim-count">
            <a:extLst xmlns:a="http://schemas.openxmlformats.org/drawingml/2006/main">
              <a:ext uri="{FF2B5EF4-FFF2-40B4-BE49-F238E27FC236}">
                <a16:creationId xmlns:a16="http://schemas.microsoft.com/office/drawing/2014/main" id="{327B7C09-C72D-472A-A766-1F52F3C4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8C8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3" name="phase-claim-label">
            <a:extLst xmlns:a="http://schemas.openxmlformats.org/drawingml/2006/main">
              <a:ext uri="{FF2B5EF4-FFF2-40B4-BE49-F238E27FC236}">
                <a16:creationId xmlns:a16="http://schemas.microsoft.com/office/drawing/2014/main" id="{A6AAD9CB-AA4C-4A19-945B-68A525FB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73" y="2238375"/>
            <a:ext cx="329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论点</a:t>
            </a:r>
          </a:p>
        </p:txBody>
      </p:sp>
      <p:sp>
        <p:nvSpPr>
          <p:cNvPr id="34" name="phase-evidence-count">
            <a:extLst xmlns:a="http://schemas.openxmlformats.org/drawingml/2006/main">
              <a:ext uri="{FF2B5EF4-FFF2-40B4-BE49-F238E27FC236}">
                <a16:creationId xmlns:a16="http://schemas.microsoft.com/office/drawing/2014/main" id="{4F4D48D1-117C-44B2-AEF3-B90A0CD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3657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8C8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phase-evidence-label">
            <a:extLst xmlns:a="http://schemas.openxmlformats.org/drawingml/2006/main">
              <a:ext uri="{FF2B5EF4-FFF2-40B4-BE49-F238E27FC236}">
                <a16:creationId xmlns:a16="http://schemas.microsoft.com/office/drawing/2014/main" id="{D0BD62C4-F20B-46E5-B51C-505A8107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73" y="4086225"/>
            <a:ext cx="329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6" name="phase-conclusion-count">
            <a:extLst xmlns:a="http://schemas.openxmlformats.org/drawingml/2006/main">
              <a:ext uri="{FF2B5EF4-FFF2-40B4-BE49-F238E27FC236}">
                <a16:creationId xmlns:a16="http://schemas.microsoft.com/office/drawing/2014/main" id="{29361A58-1DF0-445E-8625-41CAC751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43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8C8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7" name="phase-conclusion-label">
            <a:extLst xmlns:a="http://schemas.openxmlformats.org/drawingml/2006/main">
              <a:ext uri="{FF2B5EF4-FFF2-40B4-BE49-F238E27FC236}">
                <a16:creationId xmlns:a16="http://schemas.microsoft.com/office/drawing/2014/main" id="{74E5679E-AC71-40E0-BD6B-CBC92AB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73" y="5867400"/>
            <a:ext cx="329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8" name="claim-underlay">
            <a:extLst xmlns:a="http://schemas.openxmlformats.org/drawingml/2006/main">
              <a:ext uri="{FF2B5EF4-FFF2-40B4-BE49-F238E27FC236}">
                <a16:creationId xmlns:a16="http://schemas.microsoft.com/office/drawing/2014/main" id="{F70C90BE-8005-4AC0-AA2B-D2B11982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724025"/>
            <a:ext cx="10191750" cy="866775"/>
          </a:xfrm>
          <a:prstGeom xmlns:a="http://schemas.openxmlformats.org/drawingml/2006/main" prst="roundRect">
            <a:avLst>
              <a:gd name="adj" fmla="val 24176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laim-card">
            <a:extLst xmlns:a="http://schemas.openxmlformats.org/drawingml/2006/main">
              <a:ext uri="{FF2B5EF4-FFF2-40B4-BE49-F238E27FC236}">
                <a16:creationId xmlns:a16="http://schemas.microsoft.com/office/drawing/2014/main" id="{40576F57-F2E7-4CD3-8FC1-4F3FC073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657350"/>
            <a:ext cx="10191750" cy="933450"/>
          </a:xfrm>
          <a:prstGeom xmlns:a="http://schemas.openxmlformats.org/drawingml/2006/main" prst="roundRect">
            <a:avLst>
              <a:gd name="adj" fmla="val 22449"/>
            </a:avLst>
          </a:prstGeom>
          <a:gradFill xmlns:a="http://schemas.openxmlformats.org/drawingml/2006/main">
            <a:gsLst>
              <a:gs pos="0">
                <a:srgbClr val="3361AE"/>
              </a:gs>
              <a:gs pos="72000">
                <a:srgbClr val="3361AE"/>
              </a:gs>
              <a:gs pos="100000">
                <a:srgbClr val="7897CA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40" name="claim-label">
            <a:extLst xmlns:a="http://schemas.openxmlformats.org/drawingml/2006/main">
              <a:ext uri="{FF2B5EF4-FFF2-40B4-BE49-F238E27FC236}">
                <a16:creationId xmlns:a16="http://schemas.microsoft.com/office/drawing/2014/main" id="{3C8BBE02-A10D-4AAC-820B-01DC1282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885950"/>
            <a:ext cx="54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论点</a:t>
            </a:r>
          </a:p>
        </p:txBody>
      </p:sp>
      <p:sp>
        <p:nvSpPr>
          <p:cNvPr id="41" name="claim-divider">
            <a:extLst xmlns:a="http://schemas.openxmlformats.org/drawingml/2006/main">
              <a:ext uri="{FF2B5EF4-FFF2-40B4-BE49-F238E27FC236}">
                <a16:creationId xmlns:a16="http://schemas.microsoft.com/office/drawing/2014/main" id="{F598A594-915B-45BE-A8BD-DE767786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1885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54B3C93-422D-4231-944A-2475CAD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856184"/>
            <a:ext cx="840105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先核验信息，再决定是否扩大试点</a:t>
            </a:r>
          </a:p>
        </p:txBody>
      </p:sp>
      <p:sp>
        <p:nvSpPr>
          <p:cNvPr id="43" name="claim-body">
            <a:extLst xmlns:a="http://schemas.openxmlformats.org/drawingml/2006/main">
              <a:ext uri="{FF2B5EF4-FFF2-40B4-BE49-F238E27FC236}">
                <a16:creationId xmlns:a16="http://schemas.microsoft.com/office/drawing/2014/main" id="{3A0247CC-6056-416F-B858-5C707D95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2178396"/>
            <a:ext cx="84010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rPr>
              <a:t>当前建议先改进入口，再观察是否值得扩大覆盖。</a:t>
            </a:r>
          </a:p>
        </p:txBody>
      </p:sp>
      <p:sp>
        <p:nvSpPr>
          <p:cNvPr id="44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0DBBA97F-D8AC-4DCE-85DB-F8E90EE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10800000"/>
          </a:gradFill>
          <a:ln xmlns:a="http://schemas.openxmlformats.org/drawingml/2006/main" w="9525">
            <a:solidFill>
              <a:srgbClr val="E7EC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evidence-accent-0">
            <a:extLst xmlns:a="http://schemas.openxmlformats.org/drawingml/2006/main">
              <a:ext uri="{FF2B5EF4-FFF2-40B4-BE49-F238E27FC236}">
                <a16:creationId xmlns:a16="http://schemas.microsoft.com/office/drawing/2014/main" id="{165F601F-0C0D-4908-ACB7-0B5ACA11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61AE"/>
              </a:gs>
              <a:gs pos="100000">
                <a:srgbClr val="7897CA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6" name="evidence-number-0">
            <a:extLst xmlns:a="http://schemas.openxmlformats.org/drawingml/2006/main">
              <a:ext uri="{FF2B5EF4-FFF2-40B4-BE49-F238E27FC236}">
                <a16:creationId xmlns:a16="http://schemas.microsoft.com/office/drawing/2014/main" id="{83915E11-4708-49DC-8339-D7A6F44A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7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78372100-4B52-4AB0-87B4-09877A2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访谈记录</a:t>
            </a:r>
          </a:p>
        </p:txBody>
      </p:sp>
      <p:sp>
        <p:nvSpPr>
          <p:cNvPr id="48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14BC61B7-A54F-4085-B09D-B6CC294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支持“办理入口难找”</a:t>
            </a:r>
          </a:p>
        </p:txBody>
      </p:sp>
      <p:sp>
        <p:nvSpPr>
          <p:cNvPr id="49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AB6C0BFE-4B4E-4A76-81A8-F4B15512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10800000"/>
          </a:gradFill>
          <a:ln xmlns:a="http://schemas.openxmlformats.org/drawingml/2006/main" w="9525">
            <a:solidFill>
              <a:srgbClr val="E7EC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0" name="evidence-accent-1">
            <a:extLst xmlns:a="http://schemas.openxmlformats.org/drawingml/2006/main">
              <a:ext uri="{FF2B5EF4-FFF2-40B4-BE49-F238E27FC236}">
                <a16:creationId xmlns:a16="http://schemas.microsoft.com/office/drawing/2014/main" id="{74C304E3-90D8-40A4-8276-4006B55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61AE"/>
              </a:gs>
              <a:gs pos="100000">
                <a:srgbClr val="7897CA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1" name="evidence-number-1">
            <a:extLst xmlns:a="http://schemas.openxmlformats.org/drawingml/2006/main">
              <a:ext uri="{FF2B5EF4-FFF2-40B4-BE49-F238E27FC236}">
                <a16:creationId xmlns:a16="http://schemas.microsoft.com/office/drawing/2014/main" id="{25988332-2679-4EE9-813D-635D3FE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2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A008DF4B-3CD3-4AC7-B552-C2C99BE8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流程记录</a:t>
            </a:r>
          </a:p>
        </p:txBody>
      </p:sp>
      <p:sp>
        <p:nvSpPr>
          <p:cNvPr id="53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51BE5E1E-B104-4402-AA8B-E8BFE692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支持“交接等待”</a:t>
            </a:r>
          </a:p>
        </p:txBody>
      </p:sp>
      <p:sp>
        <p:nvSpPr>
          <p:cNvPr id="54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6E08F9BC-6F12-45ED-BAEB-900EB67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10800000"/>
          </a:gradFill>
          <a:ln xmlns:a="http://schemas.openxmlformats.org/drawingml/2006/main" w="9525">
            <a:solidFill>
              <a:srgbClr val="E7EC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5" name="evidence-accent-2">
            <a:extLst xmlns:a="http://schemas.openxmlformats.org/drawingml/2006/main">
              <a:ext uri="{FF2B5EF4-FFF2-40B4-BE49-F238E27FC236}">
                <a16:creationId xmlns:a16="http://schemas.microsoft.com/office/drawing/2014/main" id="{3D9FE595-287D-440C-8DB7-64BE396C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61AE"/>
              </a:gs>
              <a:gs pos="100000">
                <a:srgbClr val="7897CA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6" name="evidence-number-2">
            <a:extLst xmlns:a="http://schemas.openxmlformats.org/drawingml/2006/main">
              <a:ext uri="{FF2B5EF4-FFF2-40B4-BE49-F238E27FC236}">
                <a16:creationId xmlns:a16="http://schemas.microsoft.com/office/drawing/2014/main" id="{3ED86EAE-B29F-4830-A709-EFFC2D60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7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D07BEBCD-97AE-4600-9A62-80E71908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0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样本边界</a:t>
            </a:r>
          </a:p>
        </p:txBody>
      </p:sp>
      <p:sp>
        <p:nvSpPr>
          <p:cNvPr id="58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52D2489C-CFB1-48C5-9EAA-584C6A3A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只覆盖试点部门，不能外推全部部门</a:t>
            </a:r>
          </a:p>
        </p:txBody>
      </p:sp>
      <p:sp>
        <p:nvSpPr>
          <p:cNvPr id="59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8A952A5C-0406-47A7-849F-4BA859C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5286375"/>
            <a:ext cx="9782175" cy="819150"/>
          </a:xfrm>
          <a:prstGeom xmlns:a="http://schemas.openxmlformats.org/drawingml/2006/main" prst="roundRect">
            <a:avLst>
              <a:gd name="adj" fmla="val 25581"/>
            </a:avLst>
          </a:prstGeom>
          <a:gradFill xmlns:a="http://schemas.openxmlformats.org/drawingml/2006/main">
            <a:gsLst>
              <a:gs pos="0">
                <a:srgbClr val="E7ECF5"/>
              </a:gs>
              <a:gs pos="62000">
                <a:srgbClr val="E7ECF5"/>
              </a:gs>
              <a:gs pos="100000">
                <a:srgbClr val="E7ECF5"/>
              </a:gs>
            </a:gsLst>
            <a:lin ang="5400000"/>
          </a:gradFill>
          <a:ln xmlns:a="http://schemas.openxmlformats.org/drawingml/2006/main" w="9525">
            <a:solidFill>
              <a:srgbClr val="B8C8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0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29AD2BCE-14B6-4E3D-A8CB-EA2960F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431041"/>
            <a:ext cx="8582025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先修复试点，再评估扩大范围</a:t>
            </a:r>
          </a:p>
        </p:txBody>
      </p:sp>
      <p:sp>
        <p:nvSpPr>
          <p:cNvPr id="61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66220C94-7057-40E4-8F6A-EC348744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751014"/>
            <a:ext cx="8582025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其他部门仍需补充记录；本轮材料不足以证明普遍存在同样问题。</a:t>
            </a:r>
          </a:p>
        </p:txBody>
      </p:sp>
      <p:sp>
        <p:nvSpPr>
          <p:cNvPr id="62" name="therefore-badge">
            <a:extLst xmlns:a="http://schemas.openxmlformats.org/drawingml/2006/main">
              <a:ext uri="{FF2B5EF4-FFF2-40B4-BE49-F238E27FC236}">
                <a16:creationId xmlns:a16="http://schemas.microsoft.com/office/drawing/2014/main" id="{58D84FF0-72EC-4FCE-A848-6222F912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188" y="5286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66675">
            <a:solidFill>
              <a:srgbClr val="E7EC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因此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95250" dist="38100" dir="5400000">
              <a:srgbClr val="3361AE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3361AE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3361AE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3361AE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3361AE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2026-09-26T15:07:37.4840000Z</dcterms:created>
  <dcterms:modified xsi:type="dcterms:W3CDTF">2026-09-26T15:07:37.4840000Z</dcterms:modified>
</coreProperties>
</file>