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31449723264d05" /><Relationship Type="http://schemas.openxmlformats.org/officeDocument/2006/relationships/extended-properties" Target="/docProps/app.xml" Id="R06e78f3191914664" /><Relationship Type="http://schemas.openxmlformats.org/officeDocument/2006/relationships/officeDocument" Target="/ppt/presentation.xml" Id="R490cced7c8934e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c4f78820d040e2"/>
    <p:sldMasterId xmlns:r="http://schemas.openxmlformats.org/officeDocument/2006/relationships" id="2147483660" r:id="R55e86bea07c340b9"/>
    <p:sldMasterId xmlns:r="http://schemas.openxmlformats.org/officeDocument/2006/relationships" id="2147483663" r:id="R801169e7c4534273"/>
  </p:sldMasterIdLst>
  <p:notesMasterIdLst>
    <p:notesMasterId xmlns:r="http://schemas.openxmlformats.org/officeDocument/2006/relationships" r:id="R5e5e7e876c544a50"/>
  </p:notesMasterIdLst>
  <p:sldIdLst>
    <p:sldId xmlns:r="http://schemas.openxmlformats.org/officeDocument/2006/relationships" id="256" r:id="Rba3d37053b6f43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4fe8e229ec465a" /><Relationship Type="http://schemas.openxmlformats.org/officeDocument/2006/relationships/slideMaster" Target="/ppt/slideMasters/slideMaster1.xml" Id="R2dc4f78820d040e2" /><Relationship Type="http://schemas.openxmlformats.org/officeDocument/2006/relationships/slideMaster" Target="/ppt/slideMasters/slideMaster2.xml" Id="R55e86bea07c340b9" /><Relationship Type="http://schemas.openxmlformats.org/officeDocument/2006/relationships/slideMaster" Target="/ppt/slideMasters/slideMaster3.xml" Id="R801169e7c4534273" /><Relationship Type="http://schemas.openxmlformats.org/officeDocument/2006/relationships/notesMaster" Target="/ppt/notesMasters/notesMaster1.xml" Id="R5e5e7e876c544a50" /><Relationship Type="http://schemas.openxmlformats.org/officeDocument/2006/relationships/presProps" Target="/ppt/presProps.xml" Id="R5b60a6a8b8074c1d" /><Relationship Type="http://schemas.openxmlformats.org/officeDocument/2006/relationships/viewProps" Target="/ppt/viewProps.xml" Id="R0253ce3c23434c03" /><Relationship Type="http://schemas.openxmlformats.org/officeDocument/2006/relationships/tableStyles" Target="/ppt/tableStyles.xml" Id="R6c586583f2a747b3" /><Relationship Type="http://schemas.openxmlformats.org/officeDocument/2006/relationships/slide" Target="/ppt/slides/slide1.xml" Id="Rba3d37053b6f43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dd7d85507ca344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d7066a047d4f7d" /><Relationship Type="http://schemas.openxmlformats.org/officeDocument/2006/relationships/notesMaster" Target="/ppt/notesMasters/notesMaster1.xml" Id="R40092c1de93d4f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f01dcb78b44030" /><Relationship Type="http://schemas.openxmlformats.org/officeDocument/2006/relationships/image" Target="/ppt/media/image.jpeg" Id="Rcc402be80cea46b3" /><Relationship Type="http://schemas.openxmlformats.org/officeDocument/2006/relationships/image" Target="/ppt/media/image.png" Id="Rd461124833064a12" /><Relationship Type="http://schemas.openxmlformats.org/officeDocument/2006/relationships/image" Target="/ppt/media/image2.png" Id="R0fe10d56305c4a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7fa870dec44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18c4f6746743f3" /><Relationship Type="http://schemas.openxmlformats.org/officeDocument/2006/relationships/image" Target="/ppt/media/image3.png" Id="R28a2e6450d9d47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0128a502164f74" /><Relationship Type="http://schemas.openxmlformats.org/officeDocument/2006/relationships/image" Target="/ppt/media/image4.png" Id="R6900540308cd4a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172ee733c44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b9f40e2917450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2c6c0235c4b4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a7558c58434ef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d31a871d1544b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b90b206762414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7176d6038c49f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4bcf9ebce074852" /><Relationship Type="http://schemas.openxmlformats.org/officeDocument/2006/relationships/image" Target="/ppt/media/image5.png" Id="R7d4481c496d341a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6d1f704f1541d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d714163588b4d43" /><Relationship Type="http://schemas.openxmlformats.org/officeDocument/2006/relationships/image" Target="/ppt/media/image5.png" Id="R54294af9782743a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c82b5b88be14e33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02be80cea46b3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1124833064a12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10d56305c4a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2e6450d9d470f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0540308cd4a04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481c496d341a2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94af9782743a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1e746bebb34c13" /><Relationship Type="http://schemas.openxmlformats.org/officeDocument/2006/relationships/slideLayout" Target="/ppt/slideLayouts/slideLayout1.xml" Id="Rdec909d75dc142f7" /><Relationship Type="http://schemas.openxmlformats.org/officeDocument/2006/relationships/slideLayout" Target="/ppt/slideLayouts/slideLayout2.xml" Id="Rf365c97cf2f7429d" /><Relationship Type="http://schemas.openxmlformats.org/officeDocument/2006/relationships/slideLayout" Target="/ppt/slideLayouts/slideLayout3.xml" Id="R418647d0559b45bb" /><Relationship Type="http://schemas.openxmlformats.org/officeDocument/2006/relationships/slideLayout" Target="/ppt/slideLayouts/slideLayout4.xml" Id="Rb36423f5a3ed49b3" /><Relationship Type="http://schemas.openxmlformats.org/officeDocument/2006/relationships/slideLayout" Target="/ppt/slideLayouts/slideLayout5.xml" Id="R5f98f0530bde4a43" /><Relationship Type="http://schemas.openxmlformats.org/officeDocument/2006/relationships/slideLayout" Target="/ppt/slideLayouts/slideLayout6.xml" Id="Rbc5218f5113845f0" /><Relationship Type="http://schemas.openxmlformats.org/officeDocument/2006/relationships/slideLayout" Target="/ppt/slideLayouts/slideLayout7.xml" Id="R53b2bb04b4ac4787" /><Relationship Type="http://schemas.openxmlformats.org/officeDocument/2006/relationships/slideLayout" Target="/ppt/slideLayouts/slideLayout8.xml" Id="Rd6203a67315641f5" /><Relationship Type="http://schemas.openxmlformats.org/officeDocument/2006/relationships/slideLayout" Target="/ppt/slideLayouts/slideLayout9.xml" Id="Rfa319f23199342d1" /><Relationship Type="http://schemas.openxmlformats.org/officeDocument/2006/relationships/slideLayout" Target="/ppt/slideLayouts/slideLayout10.xml" Id="R3de00fe865fe4438" /><Relationship Type="http://schemas.openxmlformats.org/officeDocument/2006/relationships/slideLayout" Target="/ppt/slideLayouts/slideLayout11.xml" Id="R26f94a99e51a465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85c3107a4b646e3" /><Relationship Type="http://schemas.openxmlformats.org/officeDocument/2006/relationships/slideLayout" Target="/ppt/slideLayouts/slideLayout12.xml" Id="R9b92c9c7c9b84212" /><Relationship Type="http://schemas.openxmlformats.org/officeDocument/2006/relationships/slideLayout" Target="/ppt/slideLayouts/slideLayout13.xml" Id="Rdb07f53fa87d4cfa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f247fe4ac0f1437d" /><Relationship Type="http://schemas.openxmlformats.org/officeDocument/2006/relationships/slideLayout" Target="/ppt/slideLayouts/slideLayout14.xml" Id="R4e531696c07542be" /><Relationship Type="http://schemas.openxmlformats.org/officeDocument/2006/relationships/slideLayout" Target="/ppt/slideLayouts/slideLayout15.xml" Id="Re94065626c814d7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c909d75dc142f7"/>
    <p:sldLayoutId xmlns:r="http://schemas.openxmlformats.org/officeDocument/2006/relationships" id="2147483650" r:id="Rf365c97cf2f7429d"/>
    <p:sldLayoutId xmlns:r="http://schemas.openxmlformats.org/officeDocument/2006/relationships" id="2147483651" r:id="R418647d0559b45bb"/>
    <p:sldLayoutId xmlns:r="http://schemas.openxmlformats.org/officeDocument/2006/relationships" id="2147483652" r:id="Rb36423f5a3ed49b3"/>
    <p:sldLayoutId xmlns:r="http://schemas.openxmlformats.org/officeDocument/2006/relationships" id="2147483653" r:id="R5f98f0530bde4a43"/>
    <p:sldLayoutId xmlns:r="http://schemas.openxmlformats.org/officeDocument/2006/relationships" id="2147483654" r:id="Rbc5218f5113845f0"/>
    <p:sldLayoutId xmlns:r="http://schemas.openxmlformats.org/officeDocument/2006/relationships" id="2147483655" r:id="R53b2bb04b4ac4787"/>
    <p:sldLayoutId xmlns:r="http://schemas.openxmlformats.org/officeDocument/2006/relationships" id="2147483656" r:id="Rd6203a67315641f5"/>
    <p:sldLayoutId xmlns:r="http://schemas.openxmlformats.org/officeDocument/2006/relationships" id="2147483657" r:id="Rfa319f23199342d1"/>
    <p:sldLayoutId xmlns:r="http://schemas.openxmlformats.org/officeDocument/2006/relationships" id="2147483658" r:id="R3de00fe865fe4438"/>
    <p:sldLayoutId xmlns:r="http://schemas.openxmlformats.org/officeDocument/2006/relationships" id="2147483659" r:id="R26f94a99e51a465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b92c9c7c9b84212"/>
    <p:sldLayoutId xmlns:r="http://schemas.openxmlformats.org/officeDocument/2006/relationships" id="2147483662" r:id="Rdb07f53fa87d4cfa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4e531696c07542be"/>
    <p:sldLayoutId xmlns:r="http://schemas.openxmlformats.org/officeDocument/2006/relationships" id="2147483665" r:id="Re94065626c814d72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74b407959944409" /><Relationship Type="http://schemas.openxmlformats.org/officeDocument/2006/relationships/image" Target="/ppt/media/image6.png" Id="R4f14bb1a6db14246" /><Relationship Type="http://schemas.openxmlformats.org/officeDocument/2006/relationships/notesSlide" Target="/ppt/notesSlides/notesSlide1.xml" Id="R4db67cd95521455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4bb1a6db142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2026-09-26T15:07:36.2220000Z</dcterms:created>
  <dcterms:modified xsi:type="dcterms:W3CDTF">2026-09-26T15:07:36.2220000Z</dcterms:modified>
</coreProperties>
</file>