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042813ac2fb477d" /><Relationship Type="http://schemas.openxmlformats.org/officeDocument/2006/relationships/extended-properties" Target="/docProps/app.xml" Id="Rae61e0f831244f47" /><Relationship Type="http://schemas.openxmlformats.org/officeDocument/2006/relationships/officeDocument" Target="/ppt/presentation.xml" Id="Rec12e684792545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ccc6ace198f44df"/>
  </p:sldMasterIdLst>
  <p:notesMasterIdLst>
    <p:notesMasterId xmlns:r="http://schemas.openxmlformats.org/officeDocument/2006/relationships" r:id="R0bf566e441b94193"/>
  </p:notesMasterIdLst>
  <p:sldIdLst>
    <p:sldId xmlns:r="http://schemas.openxmlformats.org/officeDocument/2006/relationships" id="256" r:id="Rbac1382de8d54c6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866d398bc8435b" /><Relationship Type="http://schemas.openxmlformats.org/officeDocument/2006/relationships/slideMaster" Target="/ppt/slideMasters/slideMaster1.xml" Id="R8ccc6ace198f44df" /><Relationship Type="http://schemas.openxmlformats.org/officeDocument/2006/relationships/notesMaster" Target="/ppt/notesMasters/notesMaster1.xml" Id="R0bf566e441b94193" /><Relationship Type="http://schemas.openxmlformats.org/officeDocument/2006/relationships/presProps" Target="/ppt/presProps.xml" Id="R4fe425fa73ce474c" /><Relationship Type="http://schemas.openxmlformats.org/officeDocument/2006/relationships/tableStyles" Target="/ppt/tableStyles.xml" Id="R0a345fe003ce4fa7" /><Relationship Type="http://schemas.openxmlformats.org/officeDocument/2006/relationships/slide" Target="/ppt/slides/slide1.xml" Id="Rbac1382de8d54c6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e067876d6946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57150" dir="5400000">
              <a:srgbClr val="7C473C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7C473C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bafba00f85645cf" /><Relationship Type="http://schemas.openxmlformats.org/officeDocument/2006/relationships/notesMaster" Target="/ppt/notesMasters/notesMaster1.xml" Id="R85ce98a206bc498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内容：experiments/skill-routing-luna-08/input.md（模拟稿）</a:t>
            </a:r>
          </a:p>
          <a:p xmlns:a="http://schemas.openxmlformats.org/drawingml/2006/main">
            <a:r>
              <a:t>- 结构检索：catalog list；list --logic convergence；inspect convergence-many-to-one-003</a:t>
            </a:r>
          </a:p>
          <a:p xmlns:a="http://schemas.openxmlformats.org/drawingml/2006/main">
            <a:r>
              <a:t>- 结构调用：convergence-many-to-one-003 / invokeStructure</a:t>
            </a:r>
          </a:p>
          <a:p xmlns:a="http://schemas.openxmlformats.org/drawingml/2006/main">
            <a:r>
              <a:t>- 视觉规则：rules/skins/中性编辑排版.md；rules/排版体系/杂志风.md</a:t>
            </a:r>
          </a:p>
          <a:p xmlns:a="http://schemas.openxmlformats.org/drawingml/2006/main">
            <a:r>
              <a:t>[/Sources]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[Boundaries]</a:t>
            </a:r>
          </a:p>
          <a:p xmlns:a="http://schemas.openxmlformats.org/drawingml/2006/main">
            <a:r>
              <a:t>- 三路资料同级、独立准备，直接汇入共同结果，不表示筛选或先后。</a:t>
            </a:r>
          </a:p>
          <a:p xmlns:a="http://schemas.openxmlformats.org/drawingml/2006/main">
            <a:r>
              <a:t>- 材料缺失标为待补；交接双方确认。稿件不提供故障已排除等额外结论。</a:t>
            </a:r>
          </a:p>
          <a:p xmlns:a="http://schemas.openxmlformats.org/drawingml/2006/main">
            <a:r>
              <a:t>[/Boundaries]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a19a6efd1c48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58e4ee740c3426a" /><Relationship Type="http://schemas.openxmlformats.org/officeDocument/2006/relationships/slideLayout" Target="/ppt/slideLayouts/slideLayout1.xml" Id="Rd85e0eb1520848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5e0eb1520848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57150" dir="5400000">
              <a:srgbClr val="7C473C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7C473C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86b54a4f8a4b69" /><Relationship Type="http://schemas.openxmlformats.org/officeDocument/2006/relationships/notesSlide" Target="/ppt/notesSlides/notesSlide1.xml" Id="Rf82e5371ce2344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number">
            <a:extLst xmlns:a="http://schemas.openxmlformats.org/drawingml/2006/main">
              <a:ext uri="{FF2B5EF4-FFF2-40B4-BE49-F238E27FC236}">
                <a16:creationId xmlns:a16="http://schemas.microsoft.com/office/drawing/2014/main" id="{D32441FE-FDAE-4F1E-B8D1-8176DB8D5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266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350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2" name="page-title">
            <a:extLst xmlns:a="http://schemas.openxmlformats.org/drawingml/2006/main">
              <a:ext uri="{FF2B5EF4-FFF2-40B4-BE49-F238E27FC236}">
                <a16:creationId xmlns:a16="http://schemas.microsoft.com/office/drawing/2014/main" id="{8F9555C7-B97D-4585-A191-63B10BFC1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005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三路资料汇入维修交接单</a:t>
            </a: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AAA870F4-885F-4885-8134-B6F3E6600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76750" y="571500"/>
            <a:ext cx="7143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folio">
            <a:extLst xmlns:a="http://schemas.openxmlformats.org/drawingml/2006/main">
              <a:ext uri="{FF2B5EF4-FFF2-40B4-BE49-F238E27FC236}">
                <a16:creationId xmlns:a16="http://schemas.microsoft.com/office/drawing/2014/main" id="{3AA4A175-BD51-4959-A2B1-A7E93C14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505575"/>
            <a:ext cx="2476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8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  <p:sp>
        <p:nvSpPr>
          <p:cNvPr id="5" name="merge-lane-1">
            <a:extLst xmlns:a="http://schemas.openxmlformats.org/drawingml/2006/main">
              <a:ext uri="{FF2B5EF4-FFF2-40B4-BE49-F238E27FC236}">
                <a16:creationId xmlns:a16="http://schemas.microsoft.com/office/drawing/2014/main" id="{C6979C67-8BD0-44DF-B9F7-9CD1BB732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2247900"/>
            <a:ext cx="5181600" cy="1676400"/>
          </a:xfrm>
          <a:custGeom xmlns:a="http://schemas.openxmlformats.org/drawingml/2006/main">
            <a:pathLst>
              <a:path w="5181600" h="1676400">
                <a:moveTo>
                  <a:pt x="0" y="0"/>
                </a:moveTo>
                <a:lnTo>
                  <a:pt x="22927" y="105"/>
                </a:lnTo>
                <a:lnTo>
                  <a:pt x="45853" y="391"/>
                </a:lnTo>
                <a:lnTo>
                  <a:pt x="68771" y="876"/>
                </a:lnTo>
                <a:lnTo>
                  <a:pt x="91688" y="1553"/>
                </a:lnTo>
                <a:lnTo>
                  <a:pt x="114595" y="2429"/>
                </a:lnTo>
                <a:lnTo>
                  <a:pt x="137503" y="3496"/>
                </a:lnTo>
                <a:lnTo>
                  <a:pt x="160391" y="4743"/>
                </a:lnTo>
                <a:lnTo>
                  <a:pt x="183271" y="6182"/>
                </a:lnTo>
                <a:lnTo>
                  <a:pt x="206140" y="7820"/>
                </a:lnTo>
                <a:lnTo>
                  <a:pt x="229000" y="9630"/>
                </a:lnTo>
                <a:lnTo>
                  <a:pt x="251841" y="11630"/>
                </a:lnTo>
                <a:lnTo>
                  <a:pt x="274663" y="13811"/>
                </a:lnTo>
                <a:lnTo>
                  <a:pt x="297466" y="16183"/>
                </a:lnTo>
                <a:lnTo>
                  <a:pt x="320250" y="18726"/>
                </a:lnTo>
                <a:lnTo>
                  <a:pt x="343014" y="21450"/>
                </a:lnTo>
                <a:lnTo>
                  <a:pt x="365750" y="24346"/>
                </a:lnTo>
                <a:lnTo>
                  <a:pt x="388477" y="27422"/>
                </a:lnTo>
                <a:lnTo>
                  <a:pt x="411166" y="30671"/>
                </a:lnTo>
                <a:lnTo>
                  <a:pt x="433835" y="34090"/>
                </a:lnTo>
                <a:lnTo>
                  <a:pt x="456486" y="37681"/>
                </a:lnTo>
                <a:lnTo>
                  <a:pt x="479098" y="41434"/>
                </a:lnTo>
                <a:lnTo>
                  <a:pt x="501691" y="45358"/>
                </a:lnTo>
                <a:lnTo>
                  <a:pt x="524246" y="49444"/>
                </a:lnTo>
                <a:lnTo>
                  <a:pt x="546783" y="53692"/>
                </a:lnTo>
                <a:lnTo>
                  <a:pt x="569281" y="58103"/>
                </a:lnTo>
                <a:lnTo>
                  <a:pt x="591741" y="62665"/>
                </a:lnTo>
                <a:lnTo>
                  <a:pt x="614182" y="67380"/>
                </a:lnTo>
                <a:lnTo>
                  <a:pt x="636584" y="72257"/>
                </a:lnTo>
                <a:lnTo>
                  <a:pt x="658949" y="77276"/>
                </a:lnTo>
                <a:lnTo>
                  <a:pt x="681285" y="82448"/>
                </a:lnTo>
                <a:lnTo>
                  <a:pt x="703593" y="87763"/>
                </a:lnTo>
                <a:lnTo>
                  <a:pt x="725853" y="93231"/>
                </a:lnTo>
                <a:lnTo>
                  <a:pt x="748084" y="98831"/>
                </a:lnTo>
                <a:lnTo>
                  <a:pt x="770287" y="104575"/>
                </a:lnTo>
                <a:lnTo>
                  <a:pt x="792442" y="110452"/>
                </a:lnTo>
                <a:lnTo>
                  <a:pt x="814568" y="116462"/>
                </a:lnTo>
                <a:lnTo>
                  <a:pt x="836657" y="122615"/>
                </a:lnTo>
                <a:lnTo>
                  <a:pt x="858707" y="128883"/>
                </a:lnTo>
                <a:lnTo>
                  <a:pt x="880720" y="135293"/>
                </a:lnTo>
                <a:lnTo>
                  <a:pt x="902694" y="141827"/>
                </a:lnTo>
                <a:lnTo>
                  <a:pt x="924639" y="148476"/>
                </a:lnTo>
                <a:lnTo>
                  <a:pt x="946537" y="155258"/>
                </a:lnTo>
                <a:lnTo>
                  <a:pt x="968407" y="162144"/>
                </a:lnTo>
                <a:lnTo>
                  <a:pt x="990229" y="169154"/>
                </a:lnTo>
                <a:lnTo>
                  <a:pt x="1012022" y="176279"/>
                </a:lnTo>
                <a:lnTo>
                  <a:pt x="1033777" y="183518"/>
                </a:lnTo>
                <a:lnTo>
                  <a:pt x="1055494" y="190871"/>
                </a:lnTo>
                <a:lnTo>
                  <a:pt x="1077182" y="198320"/>
                </a:lnTo>
                <a:lnTo>
                  <a:pt x="1098823" y="205883"/>
                </a:lnTo>
                <a:lnTo>
                  <a:pt x="1120426" y="213551"/>
                </a:lnTo>
                <a:lnTo>
                  <a:pt x="1142000" y="221313"/>
                </a:lnTo>
                <a:lnTo>
                  <a:pt x="1163536" y="229172"/>
                </a:lnTo>
                <a:lnTo>
                  <a:pt x="1185034" y="237134"/>
                </a:lnTo>
                <a:lnTo>
                  <a:pt x="1206503" y="245183"/>
                </a:lnTo>
                <a:lnTo>
                  <a:pt x="1227934" y="253327"/>
                </a:lnTo>
                <a:lnTo>
                  <a:pt x="1249337" y="261566"/>
                </a:lnTo>
                <a:lnTo>
                  <a:pt x="1270692" y="269891"/>
                </a:lnTo>
                <a:lnTo>
                  <a:pt x="1292019" y="278301"/>
                </a:lnTo>
                <a:lnTo>
                  <a:pt x="1313317" y="286798"/>
                </a:lnTo>
                <a:lnTo>
                  <a:pt x="1334576" y="295370"/>
                </a:lnTo>
                <a:lnTo>
                  <a:pt x="1355808" y="304028"/>
                </a:lnTo>
                <a:lnTo>
                  <a:pt x="1377010" y="312763"/>
                </a:lnTo>
                <a:lnTo>
                  <a:pt x="1398175" y="321564"/>
                </a:lnTo>
                <a:lnTo>
                  <a:pt x="1419311" y="330451"/>
                </a:lnTo>
                <a:lnTo>
                  <a:pt x="1440418" y="339404"/>
                </a:lnTo>
                <a:lnTo>
                  <a:pt x="1461487" y="348434"/>
                </a:lnTo>
                <a:lnTo>
                  <a:pt x="1482538" y="357530"/>
                </a:lnTo>
                <a:lnTo>
                  <a:pt x="1503550" y="366684"/>
                </a:lnTo>
                <a:lnTo>
                  <a:pt x="1524543" y="375914"/>
                </a:lnTo>
                <a:lnTo>
                  <a:pt x="1545507" y="385201"/>
                </a:lnTo>
                <a:lnTo>
                  <a:pt x="1566443" y="394545"/>
                </a:lnTo>
                <a:lnTo>
                  <a:pt x="1587351" y="403946"/>
                </a:lnTo>
                <a:lnTo>
                  <a:pt x="1608230" y="413414"/>
                </a:lnTo>
                <a:lnTo>
                  <a:pt x="1629089" y="422929"/>
                </a:lnTo>
                <a:lnTo>
                  <a:pt x="1649921" y="432502"/>
                </a:lnTo>
                <a:lnTo>
                  <a:pt x="1670733" y="442122"/>
                </a:lnTo>
                <a:lnTo>
                  <a:pt x="1691516" y="451799"/>
                </a:lnTo>
                <a:lnTo>
                  <a:pt x="1712281" y="461524"/>
                </a:lnTo>
                <a:lnTo>
                  <a:pt x="1733017" y="471287"/>
                </a:lnTo>
                <a:lnTo>
                  <a:pt x="1753743" y="481098"/>
                </a:lnTo>
                <a:lnTo>
                  <a:pt x="1774441" y="490957"/>
                </a:lnTo>
                <a:lnTo>
                  <a:pt x="1795120" y="500853"/>
                </a:lnTo>
                <a:lnTo>
                  <a:pt x="1815779" y="510797"/>
                </a:lnTo>
                <a:lnTo>
                  <a:pt x="1836420" y="520770"/>
                </a:lnTo>
                <a:lnTo>
                  <a:pt x="1857051" y="530781"/>
                </a:lnTo>
                <a:lnTo>
                  <a:pt x="1877654" y="540830"/>
                </a:lnTo>
                <a:lnTo>
                  <a:pt x="1898247" y="550916"/>
                </a:lnTo>
                <a:lnTo>
                  <a:pt x="1918821" y="561042"/>
                </a:lnTo>
                <a:lnTo>
                  <a:pt x="1939376" y="571176"/>
                </a:lnTo>
                <a:lnTo>
                  <a:pt x="1959921" y="581349"/>
                </a:lnTo>
                <a:lnTo>
                  <a:pt x="1980457" y="591550"/>
                </a:lnTo>
                <a:lnTo>
                  <a:pt x="2000974" y="601780"/>
                </a:lnTo>
                <a:lnTo>
                  <a:pt x="2021481" y="612029"/>
                </a:lnTo>
                <a:lnTo>
                  <a:pt x="2041979" y="622297"/>
                </a:lnTo>
                <a:lnTo>
                  <a:pt x="2062467" y="632603"/>
                </a:lnTo>
                <a:lnTo>
                  <a:pt x="2082946" y="642909"/>
                </a:lnTo>
                <a:lnTo>
                  <a:pt x="2103406" y="653253"/>
                </a:lnTo>
                <a:lnTo>
                  <a:pt x="2123865" y="663597"/>
                </a:lnTo>
                <a:lnTo>
                  <a:pt x="2144306" y="673970"/>
                </a:lnTo>
                <a:lnTo>
                  <a:pt x="2164756" y="684352"/>
                </a:lnTo>
                <a:lnTo>
                  <a:pt x="2185178" y="694754"/>
                </a:lnTo>
                <a:lnTo>
                  <a:pt x="2205609" y="705164"/>
                </a:lnTo>
                <a:lnTo>
                  <a:pt x="2226040" y="715566"/>
                </a:lnTo>
                <a:lnTo>
                  <a:pt x="2246462" y="725996"/>
                </a:lnTo>
                <a:lnTo>
                  <a:pt x="2266874" y="736425"/>
                </a:lnTo>
                <a:lnTo>
                  <a:pt x="2287286" y="746865"/>
                </a:lnTo>
                <a:lnTo>
                  <a:pt x="2307698" y="757304"/>
                </a:lnTo>
                <a:lnTo>
                  <a:pt x="2328110" y="767744"/>
                </a:lnTo>
                <a:lnTo>
                  <a:pt x="2348522" y="778193"/>
                </a:lnTo>
                <a:lnTo>
                  <a:pt x="2368925" y="788632"/>
                </a:lnTo>
                <a:lnTo>
                  <a:pt x="2389337" y="799081"/>
                </a:lnTo>
                <a:lnTo>
                  <a:pt x="2409749" y="809520"/>
                </a:lnTo>
                <a:lnTo>
                  <a:pt x="2430161" y="819969"/>
                </a:lnTo>
                <a:lnTo>
                  <a:pt x="2450563" y="830409"/>
                </a:lnTo>
                <a:lnTo>
                  <a:pt x="2470976" y="840848"/>
                </a:lnTo>
                <a:lnTo>
                  <a:pt x="2491407" y="851259"/>
                </a:lnTo>
                <a:lnTo>
                  <a:pt x="2511828" y="861679"/>
                </a:lnTo>
                <a:lnTo>
                  <a:pt x="2532250" y="872090"/>
                </a:lnTo>
                <a:lnTo>
                  <a:pt x="2552690" y="882491"/>
                </a:lnTo>
                <a:lnTo>
                  <a:pt x="2573131" y="892874"/>
                </a:lnTo>
                <a:lnTo>
                  <a:pt x="2593572" y="903237"/>
                </a:lnTo>
                <a:lnTo>
                  <a:pt x="2614031" y="913600"/>
                </a:lnTo>
                <a:lnTo>
                  <a:pt x="2634501" y="923935"/>
                </a:lnTo>
                <a:lnTo>
                  <a:pt x="2654970" y="934250"/>
                </a:lnTo>
                <a:lnTo>
                  <a:pt x="2675449" y="944547"/>
                </a:lnTo>
                <a:lnTo>
                  <a:pt x="2695937" y="954834"/>
                </a:lnTo>
                <a:lnTo>
                  <a:pt x="2716444" y="965092"/>
                </a:lnTo>
                <a:lnTo>
                  <a:pt x="2736961" y="975331"/>
                </a:lnTo>
                <a:lnTo>
                  <a:pt x="2757488" y="985533"/>
                </a:lnTo>
                <a:lnTo>
                  <a:pt x="2778023" y="995734"/>
                </a:lnTo>
                <a:lnTo>
                  <a:pt x="2798578" y="1005888"/>
                </a:lnTo>
                <a:lnTo>
                  <a:pt x="2819143" y="1016022"/>
                </a:lnTo>
                <a:lnTo>
                  <a:pt x="2839726" y="1026119"/>
                </a:lnTo>
                <a:lnTo>
                  <a:pt x="2860319" y="1036206"/>
                </a:lnTo>
                <a:lnTo>
                  <a:pt x="2880932" y="1046245"/>
                </a:lnTo>
                <a:lnTo>
                  <a:pt x="2901553" y="1056256"/>
                </a:lnTo>
                <a:lnTo>
                  <a:pt x="2922203" y="1066229"/>
                </a:lnTo>
                <a:lnTo>
                  <a:pt x="2942863" y="1076163"/>
                </a:lnTo>
                <a:lnTo>
                  <a:pt x="2963542" y="1086069"/>
                </a:lnTo>
                <a:lnTo>
                  <a:pt x="2984230" y="1095937"/>
                </a:lnTo>
                <a:lnTo>
                  <a:pt x="3004947" y="1105757"/>
                </a:lnTo>
                <a:lnTo>
                  <a:pt x="3025683" y="1115539"/>
                </a:lnTo>
                <a:lnTo>
                  <a:pt x="3046438" y="1125284"/>
                </a:lnTo>
                <a:lnTo>
                  <a:pt x="3067212" y="1134989"/>
                </a:lnTo>
                <a:lnTo>
                  <a:pt x="3088005" y="1144638"/>
                </a:lnTo>
                <a:lnTo>
                  <a:pt x="3108817" y="1154249"/>
                </a:lnTo>
                <a:lnTo>
                  <a:pt x="3129658" y="1163812"/>
                </a:lnTo>
                <a:lnTo>
                  <a:pt x="3150518" y="1173328"/>
                </a:lnTo>
                <a:lnTo>
                  <a:pt x="3171396" y="1182795"/>
                </a:lnTo>
                <a:lnTo>
                  <a:pt x="3192304" y="1192206"/>
                </a:lnTo>
                <a:lnTo>
                  <a:pt x="3213230" y="1201569"/>
                </a:lnTo>
                <a:lnTo>
                  <a:pt x="3234185" y="1210875"/>
                </a:lnTo>
                <a:lnTo>
                  <a:pt x="3255159" y="1220133"/>
                </a:lnTo>
                <a:lnTo>
                  <a:pt x="3276162" y="1229325"/>
                </a:lnTo>
                <a:lnTo>
                  <a:pt x="3297184" y="1238469"/>
                </a:lnTo>
                <a:lnTo>
                  <a:pt x="3318234" y="1247546"/>
                </a:lnTo>
                <a:lnTo>
                  <a:pt x="3339313" y="1256576"/>
                </a:lnTo>
                <a:lnTo>
                  <a:pt x="3360410" y="1265530"/>
                </a:lnTo>
                <a:lnTo>
                  <a:pt x="3381546" y="1274435"/>
                </a:lnTo>
                <a:lnTo>
                  <a:pt x="3402701" y="1283265"/>
                </a:lnTo>
                <a:lnTo>
                  <a:pt x="3423885" y="1292038"/>
                </a:lnTo>
                <a:lnTo>
                  <a:pt x="3445097" y="1300744"/>
                </a:lnTo>
                <a:lnTo>
                  <a:pt x="3466328" y="1309373"/>
                </a:lnTo>
                <a:lnTo>
                  <a:pt x="3487598" y="1317946"/>
                </a:lnTo>
                <a:lnTo>
                  <a:pt x="3508896" y="1326442"/>
                </a:lnTo>
                <a:lnTo>
                  <a:pt x="3530213" y="1334862"/>
                </a:lnTo>
                <a:lnTo>
                  <a:pt x="3551568" y="1343216"/>
                </a:lnTo>
                <a:lnTo>
                  <a:pt x="3572942" y="1351502"/>
                </a:lnTo>
                <a:lnTo>
                  <a:pt x="3594354" y="1359703"/>
                </a:lnTo>
                <a:lnTo>
                  <a:pt x="3615785" y="1367828"/>
                </a:lnTo>
                <a:lnTo>
                  <a:pt x="3637255" y="1375877"/>
                </a:lnTo>
                <a:lnTo>
                  <a:pt x="3658753" y="1383849"/>
                </a:lnTo>
                <a:lnTo>
                  <a:pt x="3680279" y="1391736"/>
                </a:lnTo>
                <a:lnTo>
                  <a:pt x="3701834" y="1399546"/>
                </a:lnTo>
                <a:lnTo>
                  <a:pt x="3723427" y="1407271"/>
                </a:lnTo>
                <a:lnTo>
                  <a:pt x="3745040" y="1414910"/>
                </a:lnTo>
                <a:lnTo>
                  <a:pt x="3766690" y="1422454"/>
                </a:lnTo>
                <a:lnTo>
                  <a:pt x="3788369" y="1429922"/>
                </a:lnTo>
                <a:lnTo>
                  <a:pt x="3810076" y="1437294"/>
                </a:lnTo>
                <a:lnTo>
                  <a:pt x="3831812" y="1444590"/>
                </a:lnTo>
                <a:lnTo>
                  <a:pt x="3853577" y="1451791"/>
                </a:lnTo>
                <a:lnTo>
                  <a:pt x="3875370" y="1458887"/>
                </a:lnTo>
                <a:lnTo>
                  <a:pt x="3897201" y="1465907"/>
                </a:lnTo>
                <a:lnTo>
                  <a:pt x="3919061" y="1472822"/>
                </a:lnTo>
                <a:lnTo>
                  <a:pt x="3940950" y="1479642"/>
                </a:lnTo>
                <a:lnTo>
                  <a:pt x="3962867" y="1486367"/>
                </a:lnTo>
                <a:lnTo>
                  <a:pt x="3984822" y="1492987"/>
                </a:lnTo>
                <a:lnTo>
                  <a:pt x="4006796" y="1499521"/>
                </a:lnTo>
                <a:lnTo>
                  <a:pt x="4028799" y="1505941"/>
                </a:lnTo>
                <a:lnTo>
                  <a:pt x="4050840" y="1512265"/>
                </a:lnTo>
                <a:lnTo>
                  <a:pt x="4072909" y="1518485"/>
                </a:lnTo>
                <a:lnTo>
                  <a:pt x="4095007" y="1524600"/>
                </a:lnTo>
                <a:lnTo>
                  <a:pt x="4117124" y="1530610"/>
                </a:lnTo>
                <a:lnTo>
                  <a:pt x="4139279" y="1536516"/>
                </a:lnTo>
                <a:lnTo>
                  <a:pt x="4161463" y="1542307"/>
                </a:lnTo>
                <a:lnTo>
                  <a:pt x="4183675" y="1547993"/>
                </a:lnTo>
                <a:lnTo>
                  <a:pt x="4205916" y="1553575"/>
                </a:lnTo>
                <a:lnTo>
                  <a:pt x="4228176" y="1559033"/>
                </a:lnTo>
                <a:lnTo>
                  <a:pt x="4250474" y="1564386"/>
                </a:lnTo>
                <a:lnTo>
                  <a:pt x="4272791" y="1569625"/>
                </a:lnTo>
                <a:lnTo>
                  <a:pt x="4295137" y="1574749"/>
                </a:lnTo>
                <a:lnTo>
                  <a:pt x="4317511" y="1579759"/>
                </a:lnTo>
                <a:lnTo>
                  <a:pt x="4339904" y="1584655"/>
                </a:lnTo>
                <a:lnTo>
                  <a:pt x="4362336" y="1589427"/>
                </a:lnTo>
                <a:lnTo>
                  <a:pt x="4384777" y="1594085"/>
                </a:lnTo>
                <a:lnTo>
                  <a:pt x="4407256" y="1598619"/>
                </a:lnTo>
                <a:lnTo>
                  <a:pt x="4429754" y="1603038"/>
                </a:lnTo>
                <a:lnTo>
                  <a:pt x="4452271" y="1607334"/>
                </a:lnTo>
                <a:lnTo>
                  <a:pt x="4474816" y="1611506"/>
                </a:lnTo>
                <a:lnTo>
                  <a:pt x="4497381" y="1615554"/>
                </a:lnTo>
                <a:lnTo>
                  <a:pt x="4519965" y="1619488"/>
                </a:lnTo>
                <a:lnTo>
                  <a:pt x="4542577" y="1623289"/>
                </a:lnTo>
                <a:lnTo>
                  <a:pt x="4565209" y="1626956"/>
                </a:lnTo>
                <a:lnTo>
                  <a:pt x="4587859" y="1630509"/>
                </a:lnTo>
                <a:lnTo>
                  <a:pt x="4610529" y="1633928"/>
                </a:lnTo>
                <a:lnTo>
                  <a:pt x="4633217" y="1637224"/>
                </a:lnTo>
                <a:lnTo>
                  <a:pt x="4655925" y="1640386"/>
                </a:lnTo>
                <a:lnTo>
                  <a:pt x="4678651" y="1643424"/>
                </a:lnTo>
                <a:lnTo>
                  <a:pt x="4701388" y="1646330"/>
                </a:lnTo>
                <a:lnTo>
                  <a:pt x="4724152" y="1649101"/>
                </a:lnTo>
                <a:lnTo>
                  <a:pt x="4746927" y="1651749"/>
                </a:lnTo>
                <a:lnTo>
                  <a:pt x="4769710" y="1654254"/>
                </a:lnTo>
                <a:lnTo>
                  <a:pt x="4792513" y="1656636"/>
                </a:lnTo>
                <a:lnTo>
                  <a:pt x="4815335" y="1658884"/>
                </a:lnTo>
                <a:lnTo>
                  <a:pt x="4838157" y="1660998"/>
                </a:lnTo>
                <a:lnTo>
                  <a:pt x="4860998" y="1662970"/>
                </a:lnTo>
                <a:lnTo>
                  <a:pt x="4883849" y="1664818"/>
                </a:lnTo>
                <a:lnTo>
                  <a:pt x="4906718" y="1666523"/>
                </a:lnTo>
                <a:lnTo>
                  <a:pt x="4929588" y="1668094"/>
                </a:lnTo>
                <a:lnTo>
                  <a:pt x="4952467" y="1669532"/>
                </a:lnTo>
                <a:lnTo>
                  <a:pt x="4975355" y="1670837"/>
                </a:lnTo>
                <a:lnTo>
                  <a:pt x="4998253" y="1671999"/>
                </a:lnTo>
                <a:lnTo>
                  <a:pt x="5021161" y="1673028"/>
                </a:lnTo>
                <a:lnTo>
                  <a:pt x="5044069" y="1673924"/>
                </a:lnTo>
                <a:lnTo>
                  <a:pt x="5066986" y="1674676"/>
                </a:lnTo>
                <a:lnTo>
                  <a:pt x="5089903" y="1675295"/>
                </a:lnTo>
                <a:lnTo>
                  <a:pt x="5112820" y="1675781"/>
                </a:lnTo>
                <a:lnTo>
                  <a:pt x="5135747" y="1676124"/>
                </a:lnTo>
                <a:lnTo>
                  <a:pt x="5158673" y="1676333"/>
                </a:lnTo>
                <a:lnTo>
                  <a:pt x="5181600" y="167640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DFC6C1"/>
            </a:solidFill>
            <a:prstDash val="solid"/>
          </a:ln>
        </p:spPr>
      </p:sp>
      <p:sp>
        <p:nvSpPr>
          <p:cNvPr id="6" name="merge-lane-2">
            <a:extLst xmlns:a="http://schemas.openxmlformats.org/drawingml/2006/main">
              <a:ext uri="{FF2B5EF4-FFF2-40B4-BE49-F238E27FC236}">
                <a16:creationId xmlns:a16="http://schemas.microsoft.com/office/drawing/2014/main" id="{00E953E3-2CCF-40C2-8393-43697AA7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924300"/>
            <a:ext cx="5181600" cy="190500"/>
          </a:xfrm>
          <a:custGeom xmlns:a="http://schemas.openxmlformats.org/drawingml/2006/main">
            <a:pathLst>
              <a:path w="5181600" h="190500">
                <a:moveTo>
                  <a:pt x="0" y="190500"/>
                </a:moveTo>
                <a:lnTo>
                  <a:pt x="21612" y="190481"/>
                </a:lnTo>
                <a:lnTo>
                  <a:pt x="43215" y="190462"/>
                </a:lnTo>
                <a:lnTo>
                  <a:pt x="64827" y="190405"/>
                </a:lnTo>
                <a:lnTo>
                  <a:pt x="86430" y="190338"/>
                </a:lnTo>
                <a:lnTo>
                  <a:pt x="108042" y="190243"/>
                </a:lnTo>
                <a:lnTo>
                  <a:pt x="129645" y="190138"/>
                </a:lnTo>
                <a:lnTo>
                  <a:pt x="151257" y="190014"/>
                </a:lnTo>
                <a:lnTo>
                  <a:pt x="172860" y="189871"/>
                </a:lnTo>
                <a:lnTo>
                  <a:pt x="194472" y="189700"/>
                </a:lnTo>
                <a:lnTo>
                  <a:pt x="216075" y="189519"/>
                </a:lnTo>
                <a:lnTo>
                  <a:pt x="237687" y="189319"/>
                </a:lnTo>
                <a:lnTo>
                  <a:pt x="259290" y="189090"/>
                </a:lnTo>
                <a:lnTo>
                  <a:pt x="280902" y="188862"/>
                </a:lnTo>
                <a:lnTo>
                  <a:pt x="302504" y="188595"/>
                </a:lnTo>
                <a:lnTo>
                  <a:pt x="324107" y="188319"/>
                </a:lnTo>
                <a:lnTo>
                  <a:pt x="345719" y="188014"/>
                </a:lnTo>
                <a:lnTo>
                  <a:pt x="367322" y="187709"/>
                </a:lnTo>
                <a:lnTo>
                  <a:pt x="388925" y="187366"/>
                </a:lnTo>
                <a:lnTo>
                  <a:pt x="410537" y="187023"/>
                </a:lnTo>
                <a:lnTo>
                  <a:pt x="432140" y="186652"/>
                </a:lnTo>
                <a:lnTo>
                  <a:pt x="453742" y="186261"/>
                </a:lnTo>
                <a:lnTo>
                  <a:pt x="475345" y="185861"/>
                </a:lnTo>
                <a:lnTo>
                  <a:pt x="496948" y="185433"/>
                </a:lnTo>
                <a:lnTo>
                  <a:pt x="518551" y="185004"/>
                </a:lnTo>
                <a:lnTo>
                  <a:pt x="540153" y="184537"/>
                </a:lnTo>
                <a:lnTo>
                  <a:pt x="561756" y="184061"/>
                </a:lnTo>
                <a:lnTo>
                  <a:pt x="583359" y="183566"/>
                </a:lnTo>
                <a:lnTo>
                  <a:pt x="604961" y="183061"/>
                </a:lnTo>
                <a:lnTo>
                  <a:pt x="626564" y="182537"/>
                </a:lnTo>
                <a:lnTo>
                  <a:pt x="648167" y="181994"/>
                </a:lnTo>
                <a:lnTo>
                  <a:pt x="669769" y="181432"/>
                </a:lnTo>
                <a:lnTo>
                  <a:pt x="691372" y="180851"/>
                </a:lnTo>
                <a:lnTo>
                  <a:pt x="712965" y="180270"/>
                </a:lnTo>
                <a:lnTo>
                  <a:pt x="734568" y="179651"/>
                </a:lnTo>
                <a:lnTo>
                  <a:pt x="756171" y="179032"/>
                </a:lnTo>
                <a:lnTo>
                  <a:pt x="777764" y="178384"/>
                </a:lnTo>
                <a:lnTo>
                  <a:pt x="799367" y="177737"/>
                </a:lnTo>
                <a:lnTo>
                  <a:pt x="820960" y="177060"/>
                </a:lnTo>
                <a:lnTo>
                  <a:pt x="842562" y="176374"/>
                </a:lnTo>
                <a:lnTo>
                  <a:pt x="864156" y="175670"/>
                </a:lnTo>
                <a:lnTo>
                  <a:pt x="885749" y="174955"/>
                </a:lnTo>
                <a:lnTo>
                  <a:pt x="907352" y="174222"/>
                </a:lnTo>
                <a:lnTo>
                  <a:pt x="928945" y="173469"/>
                </a:lnTo>
                <a:lnTo>
                  <a:pt x="950538" y="172717"/>
                </a:lnTo>
                <a:lnTo>
                  <a:pt x="972131" y="171936"/>
                </a:lnTo>
                <a:lnTo>
                  <a:pt x="993724" y="171145"/>
                </a:lnTo>
                <a:lnTo>
                  <a:pt x="1015317" y="170345"/>
                </a:lnTo>
                <a:lnTo>
                  <a:pt x="1036911" y="169516"/>
                </a:lnTo>
                <a:lnTo>
                  <a:pt x="1058504" y="168669"/>
                </a:lnTo>
                <a:lnTo>
                  <a:pt x="1080097" y="167831"/>
                </a:lnTo>
                <a:lnTo>
                  <a:pt x="1101681" y="166983"/>
                </a:lnTo>
                <a:lnTo>
                  <a:pt x="1123274" y="166097"/>
                </a:lnTo>
                <a:lnTo>
                  <a:pt x="1144867" y="165211"/>
                </a:lnTo>
                <a:lnTo>
                  <a:pt x="1166451" y="164325"/>
                </a:lnTo>
                <a:lnTo>
                  <a:pt x="1188044" y="163411"/>
                </a:lnTo>
                <a:lnTo>
                  <a:pt x="1209627" y="162487"/>
                </a:lnTo>
                <a:lnTo>
                  <a:pt x="1231221" y="161554"/>
                </a:lnTo>
                <a:lnTo>
                  <a:pt x="1252804" y="160620"/>
                </a:lnTo>
                <a:lnTo>
                  <a:pt x="1274397" y="159649"/>
                </a:lnTo>
                <a:lnTo>
                  <a:pt x="1295981" y="158677"/>
                </a:lnTo>
                <a:lnTo>
                  <a:pt x="1317565" y="157705"/>
                </a:lnTo>
                <a:lnTo>
                  <a:pt x="1339148" y="156715"/>
                </a:lnTo>
                <a:lnTo>
                  <a:pt x="1360732" y="155705"/>
                </a:lnTo>
                <a:lnTo>
                  <a:pt x="1382316" y="154696"/>
                </a:lnTo>
                <a:lnTo>
                  <a:pt x="1403899" y="153686"/>
                </a:lnTo>
                <a:lnTo>
                  <a:pt x="1425483" y="152638"/>
                </a:lnTo>
                <a:lnTo>
                  <a:pt x="1447067" y="151590"/>
                </a:lnTo>
                <a:lnTo>
                  <a:pt x="1468650" y="150552"/>
                </a:lnTo>
                <a:lnTo>
                  <a:pt x="1490234" y="149485"/>
                </a:lnTo>
                <a:lnTo>
                  <a:pt x="1511818" y="148409"/>
                </a:lnTo>
                <a:lnTo>
                  <a:pt x="1533392" y="147333"/>
                </a:lnTo>
                <a:lnTo>
                  <a:pt x="1554975" y="146247"/>
                </a:lnTo>
                <a:lnTo>
                  <a:pt x="1576559" y="145142"/>
                </a:lnTo>
                <a:lnTo>
                  <a:pt x="1598133" y="144028"/>
                </a:lnTo>
                <a:lnTo>
                  <a:pt x="1619717" y="142923"/>
                </a:lnTo>
                <a:lnTo>
                  <a:pt x="1641291" y="141799"/>
                </a:lnTo>
                <a:lnTo>
                  <a:pt x="1662875" y="140665"/>
                </a:lnTo>
                <a:lnTo>
                  <a:pt x="1684449" y="139522"/>
                </a:lnTo>
                <a:lnTo>
                  <a:pt x="1706032" y="138389"/>
                </a:lnTo>
                <a:lnTo>
                  <a:pt x="1727606" y="137227"/>
                </a:lnTo>
                <a:lnTo>
                  <a:pt x="1749181" y="136065"/>
                </a:lnTo>
                <a:lnTo>
                  <a:pt x="1770764" y="134903"/>
                </a:lnTo>
                <a:lnTo>
                  <a:pt x="1792338" y="133731"/>
                </a:lnTo>
                <a:lnTo>
                  <a:pt x="1813912" y="132550"/>
                </a:lnTo>
                <a:lnTo>
                  <a:pt x="1835487" y="131369"/>
                </a:lnTo>
                <a:lnTo>
                  <a:pt x="1857061" y="130178"/>
                </a:lnTo>
                <a:lnTo>
                  <a:pt x="1878635" y="128968"/>
                </a:lnTo>
                <a:lnTo>
                  <a:pt x="1900209" y="127759"/>
                </a:lnTo>
                <a:lnTo>
                  <a:pt x="1921783" y="126549"/>
                </a:lnTo>
                <a:lnTo>
                  <a:pt x="1943357" y="125339"/>
                </a:lnTo>
                <a:lnTo>
                  <a:pt x="1964931" y="124130"/>
                </a:lnTo>
                <a:lnTo>
                  <a:pt x="1986505" y="122920"/>
                </a:lnTo>
                <a:lnTo>
                  <a:pt x="2008080" y="121710"/>
                </a:lnTo>
                <a:lnTo>
                  <a:pt x="2029654" y="120482"/>
                </a:lnTo>
                <a:lnTo>
                  <a:pt x="2051228" y="119243"/>
                </a:lnTo>
                <a:lnTo>
                  <a:pt x="2072802" y="118005"/>
                </a:lnTo>
                <a:lnTo>
                  <a:pt x="2094376" y="116767"/>
                </a:lnTo>
                <a:lnTo>
                  <a:pt x="2115941" y="115529"/>
                </a:lnTo>
                <a:lnTo>
                  <a:pt x="2137515" y="114300"/>
                </a:lnTo>
                <a:lnTo>
                  <a:pt x="2159089" y="113062"/>
                </a:lnTo>
                <a:lnTo>
                  <a:pt x="2180663" y="111804"/>
                </a:lnTo>
                <a:lnTo>
                  <a:pt x="2202237" y="110557"/>
                </a:lnTo>
                <a:lnTo>
                  <a:pt x="2223802" y="109299"/>
                </a:lnTo>
                <a:lnTo>
                  <a:pt x="2245376" y="108052"/>
                </a:lnTo>
                <a:lnTo>
                  <a:pt x="2266950" y="106794"/>
                </a:lnTo>
                <a:lnTo>
                  <a:pt x="2288524" y="105547"/>
                </a:lnTo>
                <a:lnTo>
                  <a:pt x="2310089" y="104289"/>
                </a:lnTo>
                <a:lnTo>
                  <a:pt x="2331663" y="103041"/>
                </a:lnTo>
                <a:lnTo>
                  <a:pt x="2353237" y="101784"/>
                </a:lnTo>
                <a:lnTo>
                  <a:pt x="2374811" y="100536"/>
                </a:lnTo>
                <a:lnTo>
                  <a:pt x="2396376" y="99279"/>
                </a:lnTo>
                <a:lnTo>
                  <a:pt x="2417950" y="98031"/>
                </a:lnTo>
                <a:lnTo>
                  <a:pt x="2439524" y="96774"/>
                </a:lnTo>
                <a:lnTo>
                  <a:pt x="2461098" y="95526"/>
                </a:lnTo>
                <a:lnTo>
                  <a:pt x="2482663" y="94278"/>
                </a:lnTo>
                <a:lnTo>
                  <a:pt x="2504237" y="93031"/>
                </a:lnTo>
                <a:lnTo>
                  <a:pt x="2525811" y="91783"/>
                </a:lnTo>
                <a:lnTo>
                  <a:pt x="2547385" y="90535"/>
                </a:lnTo>
                <a:lnTo>
                  <a:pt x="2568950" y="89287"/>
                </a:lnTo>
                <a:lnTo>
                  <a:pt x="2590524" y="88040"/>
                </a:lnTo>
                <a:lnTo>
                  <a:pt x="2612098" y="86792"/>
                </a:lnTo>
                <a:lnTo>
                  <a:pt x="2633672" y="85563"/>
                </a:lnTo>
                <a:lnTo>
                  <a:pt x="2655246" y="84334"/>
                </a:lnTo>
                <a:lnTo>
                  <a:pt x="2676820" y="83106"/>
                </a:lnTo>
                <a:lnTo>
                  <a:pt x="2698394" y="81877"/>
                </a:lnTo>
                <a:lnTo>
                  <a:pt x="2719959" y="80648"/>
                </a:lnTo>
                <a:lnTo>
                  <a:pt x="2741533" y="79419"/>
                </a:lnTo>
                <a:lnTo>
                  <a:pt x="2763107" y="78191"/>
                </a:lnTo>
                <a:lnTo>
                  <a:pt x="2784681" y="76981"/>
                </a:lnTo>
                <a:lnTo>
                  <a:pt x="2806256" y="75771"/>
                </a:lnTo>
                <a:lnTo>
                  <a:pt x="2827830" y="74562"/>
                </a:lnTo>
                <a:lnTo>
                  <a:pt x="2849404" y="73362"/>
                </a:lnTo>
                <a:lnTo>
                  <a:pt x="2870978" y="72161"/>
                </a:lnTo>
                <a:lnTo>
                  <a:pt x="2892562" y="70971"/>
                </a:lnTo>
                <a:lnTo>
                  <a:pt x="2914136" y="69790"/>
                </a:lnTo>
                <a:lnTo>
                  <a:pt x="2935710" y="68599"/>
                </a:lnTo>
                <a:lnTo>
                  <a:pt x="2957284" y="67427"/>
                </a:lnTo>
                <a:lnTo>
                  <a:pt x="2978858" y="66265"/>
                </a:lnTo>
                <a:lnTo>
                  <a:pt x="3000442" y="65094"/>
                </a:lnTo>
                <a:lnTo>
                  <a:pt x="3022016" y="63932"/>
                </a:lnTo>
                <a:lnTo>
                  <a:pt x="3043590" y="62789"/>
                </a:lnTo>
                <a:lnTo>
                  <a:pt x="3065174" y="61646"/>
                </a:lnTo>
                <a:lnTo>
                  <a:pt x="3086748" y="60493"/>
                </a:lnTo>
                <a:lnTo>
                  <a:pt x="3108322" y="59369"/>
                </a:lnTo>
                <a:lnTo>
                  <a:pt x="3129905" y="58245"/>
                </a:lnTo>
                <a:lnTo>
                  <a:pt x="3151480" y="57121"/>
                </a:lnTo>
                <a:lnTo>
                  <a:pt x="3173063" y="56007"/>
                </a:lnTo>
                <a:lnTo>
                  <a:pt x="3194647" y="54912"/>
                </a:lnTo>
                <a:lnTo>
                  <a:pt x="3216221" y="53816"/>
                </a:lnTo>
                <a:lnTo>
                  <a:pt x="3237805" y="52721"/>
                </a:lnTo>
                <a:lnTo>
                  <a:pt x="3259388" y="51645"/>
                </a:lnTo>
                <a:lnTo>
                  <a:pt x="3280962" y="50578"/>
                </a:lnTo>
                <a:lnTo>
                  <a:pt x="3302546" y="49511"/>
                </a:lnTo>
                <a:lnTo>
                  <a:pt x="3324130" y="48454"/>
                </a:lnTo>
                <a:lnTo>
                  <a:pt x="3345713" y="47406"/>
                </a:lnTo>
                <a:lnTo>
                  <a:pt x="3367297" y="46377"/>
                </a:lnTo>
                <a:lnTo>
                  <a:pt x="3388881" y="45339"/>
                </a:lnTo>
                <a:lnTo>
                  <a:pt x="3410464" y="44310"/>
                </a:lnTo>
                <a:lnTo>
                  <a:pt x="3432048" y="43310"/>
                </a:lnTo>
                <a:lnTo>
                  <a:pt x="3453632" y="42310"/>
                </a:lnTo>
                <a:lnTo>
                  <a:pt x="3475215" y="41310"/>
                </a:lnTo>
                <a:lnTo>
                  <a:pt x="3496799" y="40319"/>
                </a:lnTo>
                <a:lnTo>
                  <a:pt x="3518392" y="39357"/>
                </a:lnTo>
                <a:lnTo>
                  <a:pt x="3539976" y="38395"/>
                </a:lnTo>
                <a:lnTo>
                  <a:pt x="3561559" y="37433"/>
                </a:lnTo>
                <a:lnTo>
                  <a:pt x="3583153" y="36481"/>
                </a:lnTo>
                <a:lnTo>
                  <a:pt x="3604736" y="35557"/>
                </a:lnTo>
                <a:lnTo>
                  <a:pt x="3626329" y="34633"/>
                </a:lnTo>
                <a:lnTo>
                  <a:pt x="3647913" y="33709"/>
                </a:lnTo>
                <a:lnTo>
                  <a:pt x="3669506" y="32804"/>
                </a:lnTo>
                <a:lnTo>
                  <a:pt x="3691090" y="31918"/>
                </a:lnTo>
                <a:lnTo>
                  <a:pt x="3712683" y="31032"/>
                </a:lnTo>
                <a:lnTo>
                  <a:pt x="3734276" y="30156"/>
                </a:lnTo>
                <a:lnTo>
                  <a:pt x="3755860" y="29299"/>
                </a:lnTo>
                <a:lnTo>
                  <a:pt x="3777453" y="28451"/>
                </a:lnTo>
                <a:lnTo>
                  <a:pt x="3799046" y="27613"/>
                </a:lnTo>
                <a:lnTo>
                  <a:pt x="3820639" y="26775"/>
                </a:lnTo>
                <a:lnTo>
                  <a:pt x="3842233" y="25956"/>
                </a:lnTo>
                <a:lnTo>
                  <a:pt x="3863826" y="25146"/>
                </a:lnTo>
                <a:lnTo>
                  <a:pt x="3885419" y="24355"/>
                </a:lnTo>
                <a:lnTo>
                  <a:pt x="3907012" y="23565"/>
                </a:lnTo>
                <a:lnTo>
                  <a:pt x="3928605" y="22803"/>
                </a:lnTo>
                <a:lnTo>
                  <a:pt x="3950198" y="22041"/>
                </a:lnTo>
                <a:lnTo>
                  <a:pt x="3971801" y="21288"/>
                </a:lnTo>
                <a:lnTo>
                  <a:pt x="3993394" y="20555"/>
                </a:lnTo>
                <a:lnTo>
                  <a:pt x="4014988" y="19831"/>
                </a:lnTo>
                <a:lnTo>
                  <a:pt x="4036581" y="19117"/>
                </a:lnTo>
                <a:lnTo>
                  <a:pt x="4058183" y="18421"/>
                </a:lnTo>
                <a:lnTo>
                  <a:pt x="4079777" y="17726"/>
                </a:lnTo>
                <a:lnTo>
                  <a:pt x="4101379" y="17059"/>
                </a:lnTo>
                <a:lnTo>
                  <a:pt x="4122972" y="16393"/>
                </a:lnTo>
                <a:lnTo>
                  <a:pt x="4144575" y="15745"/>
                </a:lnTo>
                <a:lnTo>
                  <a:pt x="4166168" y="15107"/>
                </a:lnTo>
                <a:lnTo>
                  <a:pt x="4187771" y="14478"/>
                </a:lnTo>
                <a:lnTo>
                  <a:pt x="4209364" y="13859"/>
                </a:lnTo>
                <a:lnTo>
                  <a:pt x="4230967" y="13268"/>
                </a:lnTo>
                <a:lnTo>
                  <a:pt x="4252570" y="12678"/>
                </a:lnTo>
                <a:lnTo>
                  <a:pt x="4274172" y="12106"/>
                </a:lnTo>
                <a:lnTo>
                  <a:pt x="4295765" y="11535"/>
                </a:lnTo>
                <a:lnTo>
                  <a:pt x="4317368" y="10992"/>
                </a:lnTo>
                <a:lnTo>
                  <a:pt x="4338971" y="10449"/>
                </a:lnTo>
                <a:lnTo>
                  <a:pt x="4360574" y="9935"/>
                </a:lnTo>
                <a:lnTo>
                  <a:pt x="4382176" y="9420"/>
                </a:lnTo>
                <a:lnTo>
                  <a:pt x="4403779" y="8925"/>
                </a:lnTo>
                <a:lnTo>
                  <a:pt x="4425382" y="8439"/>
                </a:lnTo>
                <a:lnTo>
                  <a:pt x="4446984" y="7963"/>
                </a:lnTo>
                <a:lnTo>
                  <a:pt x="4468587" y="7506"/>
                </a:lnTo>
                <a:lnTo>
                  <a:pt x="4490190" y="7068"/>
                </a:lnTo>
                <a:lnTo>
                  <a:pt x="4511792" y="6629"/>
                </a:lnTo>
                <a:lnTo>
                  <a:pt x="4533395" y="6210"/>
                </a:lnTo>
                <a:lnTo>
                  <a:pt x="4554998" y="5810"/>
                </a:lnTo>
                <a:lnTo>
                  <a:pt x="4576610" y="5420"/>
                </a:lnTo>
                <a:lnTo>
                  <a:pt x="4598213" y="5039"/>
                </a:lnTo>
                <a:lnTo>
                  <a:pt x="4619816" y="4677"/>
                </a:lnTo>
                <a:lnTo>
                  <a:pt x="4641418" y="4324"/>
                </a:lnTo>
                <a:lnTo>
                  <a:pt x="4663030" y="3981"/>
                </a:lnTo>
                <a:lnTo>
                  <a:pt x="4684633" y="3667"/>
                </a:lnTo>
                <a:lnTo>
                  <a:pt x="4706236" y="3353"/>
                </a:lnTo>
                <a:lnTo>
                  <a:pt x="4727848" y="3058"/>
                </a:lnTo>
                <a:lnTo>
                  <a:pt x="4749451" y="2772"/>
                </a:lnTo>
                <a:lnTo>
                  <a:pt x="4771053" y="2505"/>
                </a:lnTo>
                <a:lnTo>
                  <a:pt x="4792666" y="2248"/>
                </a:lnTo>
                <a:lnTo>
                  <a:pt x="4814268" y="2010"/>
                </a:lnTo>
                <a:lnTo>
                  <a:pt x="4835881" y="1781"/>
                </a:lnTo>
                <a:lnTo>
                  <a:pt x="4857483" y="1562"/>
                </a:lnTo>
                <a:lnTo>
                  <a:pt x="4879096" y="1362"/>
                </a:lnTo>
                <a:lnTo>
                  <a:pt x="4900698" y="1172"/>
                </a:lnTo>
                <a:lnTo>
                  <a:pt x="4922310" y="1010"/>
                </a:lnTo>
                <a:lnTo>
                  <a:pt x="4943913" y="838"/>
                </a:lnTo>
                <a:lnTo>
                  <a:pt x="4965525" y="705"/>
                </a:lnTo>
                <a:lnTo>
                  <a:pt x="4987128" y="562"/>
                </a:lnTo>
                <a:lnTo>
                  <a:pt x="5008740" y="448"/>
                </a:lnTo>
                <a:lnTo>
                  <a:pt x="5030343" y="343"/>
                </a:lnTo>
                <a:lnTo>
                  <a:pt x="5051955" y="257"/>
                </a:lnTo>
                <a:lnTo>
                  <a:pt x="5073558" y="181"/>
                </a:lnTo>
                <a:lnTo>
                  <a:pt x="5095170" y="114"/>
                </a:lnTo>
                <a:lnTo>
                  <a:pt x="5116773" y="67"/>
                </a:lnTo>
                <a:lnTo>
                  <a:pt x="5138385" y="29"/>
                </a:lnTo>
                <a:lnTo>
                  <a:pt x="5159988" y="19"/>
                </a:lnTo>
                <a:lnTo>
                  <a:pt x="518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C2948B"/>
            </a:solidFill>
            <a:prstDash val="solid"/>
          </a:ln>
        </p:spPr>
      </p:sp>
      <p:sp>
        <p:nvSpPr>
          <p:cNvPr id="7" name="merge-lane-3">
            <a:extLst xmlns:a="http://schemas.openxmlformats.org/drawingml/2006/main">
              <a:ext uri="{FF2B5EF4-FFF2-40B4-BE49-F238E27FC236}">
                <a16:creationId xmlns:a16="http://schemas.microsoft.com/office/drawing/2014/main" id="{72ED9123-1079-4138-A0DB-2BA189DD1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3924300"/>
            <a:ext cx="5181600" cy="2057400"/>
          </a:xfrm>
          <a:custGeom xmlns:a="http://schemas.openxmlformats.org/drawingml/2006/main">
            <a:pathLst>
              <a:path w="5181600" h="2057400">
                <a:moveTo>
                  <a:pt x="0" y="2057400"/>
                </a:moveTo>
                <a:lnTo>
                  <a:pt x="23565" y="2057267"/>
                </a:lnTo>
                <a:lnTo>
                  <a:pt x="47120" y="2056886"/>
                </a:lnTo>
                <a:lnTo>
                  <a:pt x="70676" y="2056267"/>
                </a:lnTo>
                <a:lnTo>
                  <a:pt x="94221" y="2055381"/>
                </a:lnTo>
                <a:lnTo>
                  <a:pt x="117758" y="2054247"/>
                </a:lnTo>
                <a:lnTo>
                  <a:pt x="141275" y="2052876"/>
                </a:lnTo>
                <a:lnTo>
                  <a:pt x="164783" y="2051256"/>
                </a:lnTo>
                <a:lnTo>
                  <a:pt x="188271" y="2049389"/>
                </a:lnTo>
                <a:lnTo>
                  <a:pt x="211741" y="2047284"/>
                </a:lnTo>
                <a:lnTo>
                  <a:pt x="235182" y="2044941"/>
                </a:lnTo>
                <a:lnTo>
                  <a:pt x="258604" y="2042350"/>
                </a:lnTo>
                <a:lnTo>
                  <a:pt x="281997" y="2039541"/>
                </a:lnTo>
                <a:lnTo>
                  <a:pt x="305362" y="2036483"/>
                </a:lnTo>
                <a:lnTo>
                  <a:pt x="328698" y="2033207"/>
                </a:lnTo>
                <a:lnTo>
                  <a:pt x="351996" y="2029701"/>
                </a:lnTo>
                <a:lnTo>
                  <a:pt x="375256" y="2025968"/>
                </a:lnTo>
                <a:lnTo>
                  <a:pt x="398488" y="2022015"/>
                </a:lnTo>
                <a:lnTo>
                  <a:pt x="421681" y="2017843"/>
                </a:lnTo>
                <a:lnTo>
                  <a:pt x="444827" y="2013452"/>
                </a:lnTo>
                <a:lnTo>
                  <a:pt x="467935" y="2008851"/>
                </a:lnTo>
                <a:lnTo>
                  <a:pt x="491004" y="2004031"/>
                </a:lnTo>
                <a:lnTo>
                  <a:pt x="514017" y="1999012"/>
                </a:lnTo>
                <a:lnTo>
                  <a:pt x="537000" y="1993792"/>
                </a:lnTo>
                <a:lnTo>
                  <a:pt x="559927" y="1988363"/>
                </a:lnTo>
                <a:lnTo>
                  <a:pt x="582806" y="1982743"/>
                </a:lnTo>
                <a:lnTo>
                  <a:pt x="605638" y="1976933"/>
                </a:lnTo>
                <a:lnTo>
                  <a:pt x="628421" y="1970923"/>
                </a:lnTo>
                <a:lnTo>
                  <a:pt x="651158" y="1964731"/>
                </a:lnTo>
                <a:lnTo>
                  <a:pt x="673846" y="1958350"/>
                </a:lnTo>
                <a:lnTo>
                  <a:pt x="696468" y="1951787"/>
                </a:lnTo>
                <a:lnTo>
                  <a:pt x="719052" y="1945053"/>
                </a:lnTo>
                <a:lnTo>
                  <a:pt x="741578" y="1938147"/>
                </a:lnTo>
                <a:lnTo>
                  <a:pt x="764048" y="1931060"/>
                </a:lnTo>
                <a:lnTo>
                  <a:pt x="786470" y="1923812"/>
                </a:lnTo>
                <a:lnTo>
                  <a:pt x="808834" y="1916401"/>
                </a:lnTo>
                <a:lnTo>
                  <a:pt x="831142" y="1908820"/>
                </a:lnTo>
                <a:lnTo>
                  <a:pt x="853402" y="1901085"/>
                </a:lnTo>
                <a:lnTo>
                  <a:pt x="875605" y="1893199"/>
                </a:lnTo>
                <a:lnTo>
                  <a:pt x="897750" y="1885159"/>
                </a:lnTo>
                <a:lnTo>
                  <a:pt x="919848" y="1876968"/>
                </a:lnTo>
                <a:lnTo>
                  <a:pt x="941889" y="1868643"/>
                </a:lnTo>
                <a:lnTo>
                  <a:pt x="963873" y="1860166"/>
                </a:lnTo>
                <a:lnTo>
                  <a:pt x="985809" y="1851555"/>
                </a:lnTo>
                <a:lnTo>
                  <a:pt x="1007678" y="1842811"/>
                </a:lnTo>
                <a:lnTo>
                  <a:pt x="1029510" y="1833924"/>
                </a:lnTo>
                <a:lnTo>
                  <a:pt x="1051284" y="1824914"/>
                </a:lnTo>
                <a:lnTo>
                  <a:pt x="1073001" y="1815779"/>
                </a:lnTo>
                <a:lnTo>
                  <a:pt x="1094661" y="1806521"/>
                </a:lnTo>
                <a:lnTo>
                  <a:pt x="1116282" y="1797139"/>
                </a:lnTo>
                <a:lnTo>
                  <a:pt x="1137847" y="1787642"/>
                </a:lnTo>
                <a:lnTo>
                  <a:pt x="1159354" y="1778032"/>
                </a:lnTo>
                <a:lnTo>
                  <a:pt x="1180814" y="1768307"/>
                </a:lnTo>
                <a:lnTo>
                  <a:pt x="1202226" y="1758477"/>
                </a:lnTo>
                <a:lnTo>
                  <a:pt x="1223591" y="1748523"/>
                </a:lnTo>
                <a:lnTo>
                  <a:pt x="1244908" y="1738484"/>
                </a:lnTo>
                <a:lnTo>
                  <a:pt x="1266168" y="1728340"/>
                </a:lnTo>
                <a:lnTo>
                  <a:pt x="1287389" y="1718100"/>
                </a:lnTo>
                <a:lnTo>
                  <a:pt x="1308564" y="1707766"/>
                </a:lnTo>
                <a:lnTo>
                  <a:pt x="1329690" y="1697326"/>
                </a:lnTo>
                <a:lnTo>
                  <a:pt x="1350769" y="1686801"/>
                </a:lnTo>
                <a:lnTo>
                  <a:pt x="1371810" y="1676190"/>
                </a:lnTo>
                <a:lnTo>
                  <a:pt x="1392803" y="1665494"/>
                </a:lnTo>
                <a:lnTo>
                  <a:pt x="1413758" y="1654721"/>
                </a:lnTo>
                <a:lnTo>
                  <a:pt x="1434665" y="1643853"/>
                </a:lnTo>
                <a:lnTo>
                  <a:pt x="1455534" y="1632918"/>
                </a:lnTo>
                <a:lnTo>
                  <a:pt x="1476365" y="1621907"/>
                </a:lnTo>
                <a:lnTo>
                  <a:pt x="1497159" y="1610820"/>
                </a:lnTo>
                <a:lnTo>
                  <a:pt x="1517904" y="1599648"/>
                </a:lnTo>
                <a:lnTo>
                  <a:pt x="1538611" y="1588418"/>
                </a:lnTo>
                <a:lnTo>
                  <a:pt x="1559290" y="1577111"/>
                </a:lnTo>
                <a:lnTo>
                  <a:pt x="1579931" y="1565748"/>
                </a:lnTo>
                <a:lnTo>
                  <a:pt x="1600533" y="1554318"/>
                </a:lnTo>
                <a:lnTo>
                  <a:pt x="1621107" y="1542831"/>
                </a:lnTo>
                <a:lnTo>
                  <a:pt x="1641643" y="1531277"/>
                </a:lnTo>
                <a:lnTo>
                  <a:pt x="1662151" y="1519676"/>
                </a:lnTo>
                <a:lnTo>
                  <a:pt x="1682620" y="1508008"/>
                </a:lnTo>
                <a:lnTo>
                  <a:pt x="1703070" y="1496292"/>
                </a:lnTo>
                <a:lnTo>
                  <a:pt x="1723482" y="1484528"/>
                </a:lnTo>
                <a:lnTo>
                  <a:pt x="1743866" y="1472708"/>
                </a:lnTo>
                <a:lnTo>
                  <a:pt x="1764221" y="1460840"/>
                </a:lnTo>
                <a:lnTo>
                  <a:pt x="1784547" y="1448933"/>
                </a:lnTo>
                <a:lnTo>
                  <a:pt x="1804854" y="1436980"/>
                </a:lnTo>
                <a:lnTo>
                  <a:pt x="1825133" y="1424978"/>
                </a:lnTo>
                <a:lnTo>
                  <a:pt x="1845383" y="1412939"/>
                </a:lnTo>
                <a:lnTo>
                  <a:pt x="1865614" y="1400861"/>
                </a:lnTo>
                <a:lnTo>
                  <a:pt x="1885826" y="1388745"/>
                </a:lnTo>
                <a:lnTo>
                  <a:pt x="1906019" y="1376601"/>
                </a:lnTo>
                <a:lnTo>
                  <a:pt x="1926184" y="1364409"/>
                </a:lnTo>
                <a:lnTo>
                  <a:pt x="1946329" y="1352188"/>
                </a:lnTo>
                <a:lnTo>
                  <a:pt x="1966455" y="1339948"/>
                </a:lnTo>
                <a:lnTo>
                  <a:pt x="1986563" y="1327661"/>
                </a:lnTo>
                <a:lnTo>
                  <a:pt x="2006670" y="1315374"/>
                </a:lnTo>
                <a:lnTo>
                  <a:pt x="2026739" y="1303039"/>
                </a:lnTo>
                <a:lnTo>
                  <a:pt x="2046818" y="1290695"/>
                </a:lnTo>
                <a:lnTo>
                  <a:pt x="2066858" y="1278312"/>
                </a:lnTo>
                <a:lnTo>
                  <a:pt x="2086899" y="1265920"/>
                </a:lnTo>
                <a:lnTo>
                  <a:pt x="2106920" y="1253500"/>
                </a:lnTo>
                <a:lnTo>
                  <a:pt x="2126942" y="1241069"/>
                </a:lnTo>
                <a:lnTo>
                  <a:pt x="2146945" y="1228620"/>
                </a:lnTo>
                <a:lnTo>
                  <a:pt x="2166938" y="1216152"/>
                </a:lnTo>
                <a:lnTo>
                  <a:pt x="2186930" y="1203674"/>
                </a:lnTo>
                <a:lnTo>
                  <a:pt x="2206904" y="1191187"/>
                </a:lnTo>
                <a:lnTo>
                  <a:pt x="2226878" y="1178681"/>
                </a:lnTo>
                <a:lnTo>
                  <a:pt x="2246843" y="1166165"/>
                </a:lnTo>
                <a:lnTo>
                  <a:pt x="2266798" y="1153649"/>
                </a:lnTo>
                <a:lnTo>
                  <a:pt x="2286762" y="1141124"/>
                </a:lnTo>
                <a:lnTo>
                  <a:pt x="2306717" y="1128598"/>
                </a:lnTo>
                <a:lnTo>
                  <a:pt x="2326672" y="1116063"/>
                </a:lnTo>
                <a:lnTo>
                  <a:pt x="2346627" y="1103528"/>
                </a:lnTo>
                <a:lnTo>
                  <a:pt x="2366572" y="1090994"/>
                </a:lnTo>
                <a:lnTo>
                  <a:pt x="2386527" y="1078459"/>
                </a:lnTo>
                <a:lnTo>
                  <a:pt x="2406482" y="1065933"/>
                </a:lnTo>
                <a:lnTo>
                  <a:pt x="2426437" y="1053398"/>
                </a:lnTo>
                <a:lnTo>
                  <a:pt x="2446391" y="1040873"/>
                </a:lnTo>
                <a:lnTo>
                  <a:pt x="2466346" y="1028348"/>
                </a:lnTo>
                <a:lnTo>
                  <a:pt x="2486320" y="1015851"/>
                </a:lnTo>
                <a:lnTo>
                  <a:pt x="2506294" y="1003354"/>
                </a:lnTo>
                <a:lnTo>
                  <a:pt x="2526268" y="990848"/>
                </a:lnTo>
                <a:lnTo>
                  <a:pt x="2546252" y="978360"/>
                </a:lnTo>
                <a:lnTo>
                  <a:pt x="2566245" y="965892"/>
                </a:lnTo>
                <a:lnTo>
                  <a:pt x="2586238" y="953433"/>
                </a:lnTo>
                <a:lnTo>
                  <a:pt x="2606259" y="941003"/>
                </a:lnTo>
                <a:lnTo>
                  <a:pt x="2626271" y="928573"/>
                </a:lnTo>
                <a:lnTo>
                  <a:pt x="2646312" y="916172"/>
                </a:lnTo>
                <a:lnTo>
                  <a:pt x="2666352" y="903789"/>
                </a:lnTo>
                <a:lnTo>
                  <a:pt x="2686412" y="891426"/>
                </a:lnTo>
                <a:lnTo>
                  <a:pt x="2706481" y="879081"/>
                </a:lnTo>
                <a:lnTo>
                  <a:pt x="2726569" y="866765"/>
                </a:lnTo>
                <a:lnTo>
                  <a:pt x="2746677" y="854478"/>
                </a:lnTo>
                <a:lnTo>
                  <a:pt x="2766793" y="842210"/>
                </a:lnTo>
                <a:lnTo>
                  <a:pt x="2786929" y="829970"/>
                </a:lnTo>
                <a:lnTo>
                  <a:pt x="2807075" y="817759"/>
                </a:lnTo>
                <a:lnTo>
                  <a:pt x="2827249" y="805577"/>
                </a:lnTo>
                <a:lnTo>
                  <a:pt x="2847432" y="793423"/>
                </a:lnTo>
                <a:lnTo>
                  <a:pt x="2867644" y="781307"/>
                </a:lnTo>
                <a:lnTo>
                  <a:pt x="2887875" y="769229"/>
                </a:lnTo>
                <a:lnTo>
                  <a:pt x="2908125" y="757190"/>
                </a:lnTo>
                <a:lnTo>
                  <a:pt x="2928395" y="745179"/>
                </a:lnTo>
                <a:lnTo>
                  <a:pt x="2948692" y="733215"/>
                </a:lnTo>
                <a:lnTo>
                  <a:pt x="2969019" y="721281"/>
                </a:lnTo>
                <a:lnTo>
                  <a:pt x="2989364" y="709403"/>
                </a:lnTo>
                <a:lnTo>
                  <a:pt x="3009729" y="697554"/>
                </a:lnTo>
                <a:lnTo>
                  <a:pt x="3030122" y="685752"/>
                </a:lnTo>
                <a:lnTo>
                  <a:pt x="3050543" y="673999"/>
                </a:lnTo>
                <a:lnTo>
                  <a:pt x="3070993" y="662292"/>
                </a:lnTo>
                <a:lnTo>
                  <a:pt x="3091472" y="650643"/>
                </a:lnTo>
                <a:lnTo>
                  <a:pt x="3111979" y="639032"/>
                </a:lnTo>
                <a:lnTo>
                  <a:pt x="3132515" y="627478"/>
                </a:lnTo>
                <a:lnTo>
                  <a:pt x="3153080" y="615972"/>
                </a:lnTo>
                <a:lnTo>
                  <a:pt x="3173673" y="604533"/>
                </a:lnTo>
                <a:lnTo>
                  <a:pt x="3194294" y="593141"/>
                </a:lnTo>
                <a:lnTo>
                  <a:pt x="3214954" y="581806"/>
                </a:lnTo>
                <a:lnTo>
                  <a:pt x="3235643" y="570528"/>
                </a:lnTo>
                <a:lnTo>
                  <a:pt x="3256369" y="559318"/>
                </a:lnTo>
                <a:lnTo>
                  <a:pt x="3277124" y="548164"/>
                </a:lnTo>
                <a:lnTo>
                  <a:pt x="3297917" y="537077"/>
                </a:lnTo>
                <a:lnTo>
                  <a:pt x="3318739" y="526056"/>
                </a:lnTo>
                <a:lnTo>
                  <a:pt x="3339598" y="515093"/>
                </a:lnTo>
                <a:lnTo>
                  <a:pt x="3360496" y="504206"/>
                </a:lnTo>
                <a:lnTo>
                  <a:pt x="3381423" y="493385"/>
                </a:lnTo>
                <a:lnTo>
                  <a:pt x="3402397" y="482641"/>
                </a:lnTo>
                <a:lnTo>
                  <a:pt x="3423399" y="471964"/>
                </a:lnTo>
                <a:lnTo>
                  <a:pt x="3444440" y="461362"/>
                </a:lnTo>
                <a:lnTo>
                  <a:pt x="3465519" y="450837"/>
                </a:lnTo>
                <a:lnTo>
                  <a:pt x="3486645" y="440398"/>
                </a:lnTo>
                <a:lnTo>
                  <a:pt x="3507800" y="430025"/>
                </a:lnTo>
                <a:lnTo>
                  <a:pt x="3529003" y="419738"/>
                </a:lnTo>
                <a:lnTo>
                  <a:pt x="3550234" y="409537"/>
                </a:lnTo>
                <a:lnTo>
                  <a:pt x="3571513" y="399421"/>
                </a:lnTo>
                <a:lnTo>
                  <a:pt x="3592840" y="389382"/>
                </a:lnTo>
                <a:lnTo>
                  <a:pt x="3614195" y="379438"/>
                </a:lnTo>
                <a:lnTo>
                  <a:pt x="3635597" y="369580"/>
                </a:lnTo>
                <a:lnTo>
                  <a:pt x="3657038" y="359816"/>
                </a:lnTo>
                <a:lnTo>
                  <a:pt x="3678526" y="350149"/>
                </a:lnTo>
                <a:lnTo>
                  <a:pt x="3700053" y="340566"/>
                </a:lnTo>
                <a:lnTo>
                  <a:pt x="3721627" y="331079"/>
                </a:lnTo>
                <a:lnTo>
                  <a:pt x="3743239" y="321697"/>
                </a:lnTo>
                <a:lnTo>
                  <a:pt x="3764890" y="312420"/>
                </a:lnTo>
                <a:lnTo>
                  <a:pt x="3786597" y="303238"/>
                </a:lnTo>
                <a:lnTo>
                  <a:pt x="3808333" y="294161"/>
                </a:lnTo>
                <a:lnTo>
                  <a:pt x="3830126" y="285179"/>
                </a:lnTo>
                <a:lnTo>
                  <a:pt x="3851958" y="276311"/>
                </a:lnTo>
                <a:lnTo>
                  <a:pt x="3873827" y="267557"/>
                </a:lnTo>
                <a:lnTo>
                  <a:pt x="3895744" y="258909"/>
                </a:lnTo>
                <a:lnTo>
                  <a:pt x="3917709" y="250374"/>
                </a:lnTo>
                <a:lnTo>
                  <a:pt x="3939711" y="241945"/>
                </a:lnTo>
                <a:lnTo>
                  <a:pt x="3961762" y="233639"/>
                </a:lnTo>
                <a:lnTo>
                  <a:pt x="3983850" y="225447"/>
                </a:lnTo>
                <a:lnTo>
                  <a:pt x="4005986" y="217380"/>
                </a:lnTo>
                <a:lnTo>
                  <a:pt x="4028170" y="209426"/>
                </a:lnTo>
                <a:lnTo>
                  <a:pt x="4050392" y="201597"/>
                </a:lnTo>
                <a:lnTo>
                  <a:pt x="4072661" y="193891"/>
                </a:lnTo>
                <a:lnTo>
                  <a:pt x="4094969" y="186309"/>
                </a:lnTo>
                <a:lnTo>
                  <a:pt x="4117324" y="178860"/>
                </a:lnTo>
                <a:lnTo>
                  <a:pt x="4139717" y="171536"/>
                </a:lnTo>
                <a:lnTo>
                  <a:pt x="4162158" y="164344"/>
                </a:lnTo>
                <a:lnTo>
                  <a:pt x="4184637" y="157286"/>
                </a:lnTo>
                <a:lnTo>
                  <a:pt x="4207154" y="150362"/>
                </a:lnTo>
                <a:lnTo>
                  <a:pt x="4229719" y="143580"/>
                </a:lnTo>
                <a:lnTo>
                  <a:pt x="4252322" y="136931"/>
                </a:lnTo>
                <a:lnTo>
                  <a:pt x="4274972" y="130416"/>
                </a:lnTo>
                <a:lnTo>
                  <a:pt x="4297661" y="124054"/>
                </a:lnTo>
                <a:lnTo>
                  <a:pt x="4320378" y="117824"/>
                </a:lnTo>
                <a:lnTo>
                  <a:pt x="4343143" y="111747"/>
                </a:lnTo>
                <a:lnTo>
                  <a:pt x="4365946" y="105804"/>
                </a:lnTo>
                <a:lnTo>
                  <a:pt x="4388787" y="100022"/>
                </a:lnTo>
                <a:lnTo>
                  <a:pt x="4411666" y="94374"/>
                </a:lnTo>
                <a:lnTo>
                  <a:pt x="4434583" y="88887"/>
                </a:lnTo>
                <a:lnTo>
                  <a:pt x="4457529" y="83553"/>
                </a:lnTo>
                <a:lnTo>
                  <a:pt x="4480512" y="78372"/>
                </a:lnTo>
                <a:lnTo>
                  <a:pt x="4503534" y="73343"/>
                </a:lnTo>
                <a:lnTo>
                  <a:pt x="4526585" y="68466"/>
                </a:lnTo>
                <a:lnTo>
                  <a:pt x="4549673" y="63751"/>
                </a:lnTo>
                <a:lnTo>
                  <a:pt x="4572791" y="59198"/>
                </a:lnTo>
                <a:lnTo>
                  <a:pt x="4595936" y="54807"/>
                </a:lnTo>
                <a:lnTo>
                  <a:pt x="4619120" y="50568"/>
                </a:lnTo>
                <a:lnTo>
                  <a:pt x="4642323" y="46501"/>
                </a:lnTo>
                <a:lnTo>
                  <a:pt x="4665564" y="42596"/>
                </a:lnTo>
                <a:lnTo>
                  <a:pt x="4688824" y="38852"/>
                </a:lnTo>
                <a:lnTo>
                  <a:pt x="4712113" y="35281"/>
                </a:lnTo>
                <a:lnTo>
                  <a:pt x="4735430" y="31871"/>
                </a:lnTo>
                <a:lnTo>
                  <a:pt x="4758766" y="28632"/>
                </a:lnTo>
                <a:lnTo>
                  <a:pt x="4782131" y="25565"/>
                </a:lnTo>
                <a:lnTo>
                  <a:pt x="4805515" y="22670"/>
                </a:lnTo>
                <a:lnTo>
                  <a:pt x="4828918" y="19936"/>
                </a:lnTo>
                <a:lnTo>
                  <a:pt x="4852340" y="17383"/>
                </a:lnTo>
                <a:lnTo>
                  <a:pt x="4875781" y="15002"/>
                </a:lnTo>
                <a:lnTo>
                  <a:pt x="4899241" y="12792"/>
                </a:lnTo>
                <a:lnTo>
                  <a:pt x="4922711" y="10754"/>
                </a:lnTo>
                <a:lnTo>
                  <a:pt x="4946199" y="8896"/>
                </a:lnTo>
                <a:lnTo>
                  <a:pt x="4969707" y="7210"/>
                </a:lnTo>
                <a:lnTo>
                  <a:pt x="4993215" y="5696"/>
                </a:lnTo>
                <a:lnTo>
                  <a:pt x="5016741" y="4362"/>
                </a:lnTo>
                <a:lnTo>
                  <a:pt x="5040278" y="3210"/>
                </a:lnTo>
                <a:lnTo>
                  <a:pt x="5063814" y="2229"/>
                </a:lnTo>
                <a:lnTo>
                  <a:pt x="5087369" y="1429"/>
                </a:lnTo>
                <a:lnTo>
                  <a:pt x="5110915" y="800"/>
                </a:lnTo>
                <a:lnTo>
                  <a:pt x="5134480" y="362"/>
                </a:lnTo>
                <a:lnTo>
                  <a:pt x="5158035" y="86"/>
                </a:lnTo>
                <a:lnTo>
                  <a:pt x="51816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52400">
            <a:solidFill>
              <a:srgbClr val="A35D4F"/>
            </a:solidFill>
            <a:prstDash val="solid"/>
          </a:ln>
        </p:spPr>
      </p:sp>
      <p:sp>
        <p:nvSpPr>
          <p:cNvPr id="8" name="merge-input-1">
            <a:extLst xmlns:a="http://schemas.openxmlformats.org/drawingml/2006/main">
              <a:ext uri="{FF2B5EF4-FFF2-40B4-BE49-F238E27FC236}">
                <a16:creationId xmlns:a16="http://schemas.microsoft.com/office/drawing/2014/main" id="{FFB7DDE9-6389-41EB-AF34-79837C6AF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17907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9" name="merge-input-1-title">
            <a:extLst xmlns:a="http://schemas.openxmlformats.org/drawingml/2006/main">
              <a:ext uri="{FF2B5EF4-FFF2-40B4-BE49-F238E27FC236}">
                <a16:creationId xmlns:a16="http://schemas.microsoft.com/office/drawing/2014/main" id="{90D9EB34-3E1E-4A5C-ABF5-43F5F541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19224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现场记录</a:t>
            </a:r>
          </a:p>
        </p:txBody>
      </p:sp>
      <p:sp>
        <p:nvSpPr>
          <p:cNvPr id="10" name="merge-input-1-body">
            <a:extLst xmlns:a="http://schemas.openxmlformats.org/drawingml/2006/main">
              <a:ext uri="{FF2B5EF4-FFF2-40B4-BE49-F238E27FC236}">
                <a16:creationId xmlns:a16="http://schemas.microsoft.com/office/drawing/2014/main" id="{F4EBCBF6-A702-4844-AADC-11CBFC47C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22130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故障现象与发生时间</a:t>
            </a:r>
          </a:p>
        </p:txBody>
      </p:sp>
      <p:sp>
        <p:nvSpPr>
          <p:cNvPr id="11" name="merge-input-2">
            <a:extLst xmlns:a="http://schemas.openxmlformats.org/drawingml/2006/main">
              <a:ext uri="{FF2B5EF4-FFF2-40B4-BE49-F238E27FC236}">
                <a16:creationId xmlns:a16="http://schemas.microsoft.com/office/drawing/2014/main" id="{80C76DDA-B6C9-4A0A-A1F6-CFCB0F79A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36576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merge-input-2-title">
            <a:extLst xmlns:a="http://schemas.openxmlformats.org/drawingml/2006/main">
              <a:ext uri="{FF2B5EF4-FFF2-40B4-BE49-F238E27FC236}">
                <a16:creationId xmlns:a16="http://schemas.microsoft.com/office/drawing/2014/main" id="{CCCDF7B7-8059-4BC3-90CF-41C35696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37893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检测记录</a:t>
            </a:r>
          </a:p>
        </p:txBody>
      </p:sp>
      <p:sp>
        <p:nvSpPr>
          <p:cNvPr id="13" name="merge-input-2-body">
            <a:extLst xmlns:a="http://schemas.openxmlformats.org/drawingml/2006/main">
              <a:ext uri="{FF2B5EF4-FFF2-40B4-BE49-F238E27FC236}">
                <a16:creationId xmlns:a16="http://schemas.microsoft.com/office/drawing/2014/main" id="{ADC0E228-6364-46BE-AD1E-76F2C8634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40799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测量读数与测试条件</a:t>
            </a:r>
          </a:p>
        </p:txBody>
      </p:sp>
      <p:sp>
        <p:nvSpPr>
          <p:cNvPr id="14" name="merge-input-3">
            <a:extLst xmlns:a="http://schemas.openxmlformats.org/drawingml/2006/main">
              <a:ext uri="{FF2B5EF4-FFF2-40B4-BE49-F238E27FC236}">
                <a16:creationId xmlns:a16="http://schemas.microsoft.com/office/drawing/2014/main" id="{85BBF196-C694-4E0F-91EB-415206519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0075" y="5524500"/>
            <a:ext cx="29527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merge-input-3-title">
            <a:extLst xmlns:a="http://schemas.openxmlformats.org/drawingml/2006/main">
              <a:ext uri="{FF2B5EF4-FFF2-40B4-BE49-F238E27FC236}">
                <a16:creationId xmlns:a16="http://schemas.microsoft.com/office/drawing/2014/main" id="{B1E4F500-8FA8-4353-96BB-0300098DB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656212"/>
            <a:ext cx="2524125" cy="2335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备件记录</a:t>
            </a:r>
          </a:p>
        </p:txBody>
      </p:sp>
      <p:sp>
        <p:nvSpPr>
          <p:cNvPr id="16" name="merge-input-3-body">
            <a:extLst xmlns:a="http://schemas.openxmlformats.org/drawingml/2006/main">
              <a:ext uri="{FF2B5EF4-FFF2-40B4-BE49-F238E27FC236}">
                <a16:creationId xmlns:a16="http://schemas.microsoft.com/office/drawing/2014/main" id="{66193C88-2748-4353-8FCB-9B41D79F0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7725" y="5946877"/>
            <a:ext cx="2524125" cy="188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4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替换型号与领用数量</a:t>
            </a:r>
          </a:p>
        </p:txBody>
      </p:sp>
      <p:sp>
        <p:nvSpPr>
          <p:cNvPr id="17" name="merge-result">
            <a:extLst xmlns:a="http://schemas.openxmlformats.org/drawingml/2006/main">
              <a:ext uri="{FF2B5EF4-FFF2-40B4-BE49-F238E27FC236}">
                <a16:creationId xmlns:a16="http://schemas.microsoft.com/office/drawing/2014/main" id="{86AFFCB6-3B8E-4EA9-BF92-3DCFB449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34425" y="2686050"/>
            <a:ext cx="2857500" cy="24765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EECE5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8" name="merge-result-label">
            <a:extLst xmlns:a="http://schemas.openxmlformats.org/drawingml/2006/main">
              <a:ext uri="{FF2B5EF4-FFF2-40B4-BE49-F238E27FC236}">
                <a16:creationId xmlns:a16="http://schemas.microsoft.com/office/drawing/2014/main" id="{5F086C5C-459C-4790-B22D-187ED8AF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174949"/>
            <a:ext cx="1981200" cy="175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 i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共同结果</a:t>
            </a:r>
          </a:p>
        </p:txBody>
      </p:sp>
      <p:sp>
        <p:nvSpPr>
          <p:cNvPr id="19" name="merge-result-title">
            <a:extLst xmlns:a="http://schemas.openxmlformats.org/drawingml/2006/main">
              <a:ext uri="{FF2B5EF4-FFF2-40B4-BE49-F238E27FC236}">
                <a16:creationId xmlns:a16="http://schemas.microsoft.com/office/drawing/2014/main" id="{4BE26021-1C3D-4751-93DC-79DE6B590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492998"/>
            <a:ext cx="1981200" cy="3406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2000"/>
              </a:lnSpc>
              <a:buNone/>
              <a:def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 i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维修交接单</a:t>
            </a:r>
          </a:p>
        </p:txBody>
      </p:sp>
      <p:sp>
        <p:nvSpPr>
          <p:cNvPr id="20" name="merge-result-body">
            <a:extLst xmlns:a="http://schemas.openxmlformats.org/drawingml/2006/main">
              <a:ext uri="{FF2B5EF4-FFF2-40B4-BE49-F238E27FC236}">
                <a16:creationId xmlns:a16="http://schemas.microsoft.com/office/drawing/2014/main" id="{3AB22D07-17C5-4252-86DB-2A393E4FE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72575" y="3976535"/>
            <a:ext cx="1981200" cy="7733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接班追溯；材料缺失标为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待补</a:t>
            </a:r>
          </a:p>
          <a:p xmlns:a="http://schemas.openxmlformats.org/drawingml/2006/main">
            <a:pPr algn="ctr">
              <a:lnSpc>
                <a:spcPct val="145000"/>
              </a:lnSpc>
              <a:buNone/>
              <a:def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 i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交接双方确认</a:t>
            </a:r>
          </a:p>
        </p:txBody>
      </p:sp>
    </p:spTree>
    <p:extLst>
      <p:ext uri="{BB962C8B-B14F-4D97-AF65-F5344CB8AC3E}">
        <p14:creationId xmlns:p14="http://schemas.microsoft.com/office/powerpoint/2010/main" val="823188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33350" dist="57150" dir="5400000">
              <a:srgbClr val="7C473C">
                <a:alpha val="8000"/>
              </a:srgbClr>
            </a:outerShdw>
          </a:effectLst>
        </a:effectStyle>
        <a:effectStyle>
          <a:effectLst>
            <a:outerShdw blurRad="266700" dist="133350" dir="5400000">
              <a:srgbClr val="7C473C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2026-09-06T15:39:22.0410000Z</dcterms:created>
  <dcterms:modified xsi:type="dcterms:W3CDTF">2026-09-06T15:39:22.0410000Z</dcterms:modified>
</coreProperties>
</file>