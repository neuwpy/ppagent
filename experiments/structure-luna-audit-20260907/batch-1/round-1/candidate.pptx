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876fa8d38a4109" /><Relationship Type="http://schemas.openxmlformats.org/officeDocument/2006/relationships/extended-properties" Target="/docProps/app.xml" Id="R919e1c71e9a54629" /><Relationship Type="http://schemas.openxmlformats.org/officeDocument/2006/relationships/officeDocument" Target="/ppt/presentation.xml" Id="R72fd993ee90f47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2fe8ff84cf4d99"/>
  </p:sldMasterIdLst>
  <p:notesMasterIdLst>
    <p:notesMasterId xmlns:r="http://schemas.openxmlformats.org/officeDocument/2006/relationships" r:id="R5a56a38987404928"/>
  </p:notesMasterIdLst>
  <p:sldIdLst>
    <p:sldId xmlns:r="http://schemas.openxmlformats.org/officeDocument/2006/relationships" id="256" r:id="R890a64f9e8e94d81"/>
    <p:sldId xmlns:r="http://schemas.openxmlformats.org/officeDocument/2006/relationships" id="257" r:id="Re9ed0cb772c345bb"/>
    <p:sldId xmlns:r="http://schemas.openxmlformats.org/officeDocument/2006/relationships" id="258" r:id="Re50fe36fb53b4bcc"/>
    <p:sldId xmlns:r="http://schemas.openxmlformats.org/officeDocument/2006/relationships" id="259" r:id="R935c0af066a94e1b"/>
    <p:sldId xmlns:r="http://schemas.openxmlformats.org/officeDocument/2006/relationships" id="260" r:id="R3ce6ab68925640ca"/>
    <p:sldId xmlns:r="http://schemas.openxmlformats.org/officeDocument/2006/relationships" id="261" r:id="Rcae4741349614dd7"/>
    <p:sldId xmlns:r="http://schemas.openxmlformats.org/officeDocument/2006/relationships" id="262" r:id="R2a3c73c4483943fa"/>
    <p:sldId xmlns:r="http://schemas.openxmlformats.org/officeDocument/2006/relationships" id="263" r:id="Rf93dc507a22f4cb9"/>
    <p:sldId xmlns:r="http://schemas.openxmlformats.org/officeDocument/2006/relationships" id="264" r:id="R15da4986c9ff4c15"/>
    <p:sldId xmlns:r="http://schemas.openxmlformats.org/officeDocument/2006/relationships" id="265" r:id="Rf01c1344e552464a"/>
    <p:sldId xmlns:r="http://schemas.openxmlformats.org/officeDocument/2006/relationships" id="266" r:id="R5fa81d6565fa41b0"/>
    <p:sldId xmlns:r="http://schemas.openxmlformats.org/officeDocument/2006/relationships" id="267" r:id="R46b3b038cf5a47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b3db14a6864270" /><Relationship Type="http://schemas.openxmlformats.org/officeDocument/2006/relationships/slideMaster" Target="/ppt/slideMasters/slideMaster1.xml" Id="R232fe8ff84cf4d99" /><Relationship Type="http://schemas.openxmlformats.org/officeDocument/2006/relationships/notesMaster" Target="/ppt/notesMasters/notesMaster1.xml" Id="R5a56a38987404928" /><Relationship Type="http://schemas.openxmlformats.org/officeDocument/2006/relationships/presProps" Target="/ppt/presProps.xml" Id="R3d125eb339ea42b3" /><Relationship Type="http://schemas.openxmlformats.org/officeDocument/2006/relationships/tableStyles" Target="/ppt/tableStyles.xml" Id="R6a0a4482966b45c7" /><Relationship Type="http://schemas.openxmlformats.org/officeDocument/2006/relationships/slide" Target="/ppt/slides/slide1.xml" Id="R890a64f9e8e94d81" /><Relationship Type="http://schemas.openxmlformats.org/officeDocument/2006/relationships/slide" Target="/ppt/slides/slide2.xml" Id="Re9ed0cb772c345bb" /><Relationship Type="http://schemas.openxmlformats.org/officeDocument/2006/relationships/slide" Target="/ppt/slides/slide3.xml" Id="Re50fe36fb53b4bcc" /><Relationship Type="http://schemas.openxmlformats.org/officeDocument/2006/relationships/slide" Target="/ppt/slides/slide4.xml" Id="R935c0af066a94e1b" /><Relationship Type="http://schemas.openxmlformats.org/officeDocument/2006/relationships/slide" Target="/ppt/slides/slide5.xml" Id="R3ce6ab68925640ca" /><Relationship Type="http://schemas.openxmlformats.org/officeDocument/2006/relationships/slide" Target="/ppt/slides/slide6.xml" Id="Rcae4741349614dd7" /><Relationship Type="http://schemas.openxmlformats.org/officeDocument/2006/relationships/slide" Target="/ppt/slides/slide7.xml" Id="R2a3c73c4483943fa" /><Relationship Type="http://schemas.openxmlformats.org/officeDocument/2006/relationships/slide" Target="/ppt/slides/slide8.xml" Id="Rf93dc507a22f4cb9" /><Relationship Type="http://schemas.openxmlformats.org/officeDocument/2006/relationships/slide" Target="/ppt/slides/slide9.xml" Id="R15da4986c9ff4c15" /><Relationship Type="http://schemas.openxmlformats.org/officeDocument/2006/relationships/slide" Target="/ppt/slides/slide10.xml" Id="Rf01c1344e552464a" /><Relationship Type="http://schemas.openxmlformats.org/officeDocument/2006/relationships/slide" Target="/ppt/slides/slide11.xml" Id="R5fa81d6565fa41b0" /><Relationship Type="http://schemas.openxmlformats.org/officeDocument/2006/relationships/slide" Target="/ppt/slides/slide12.xml" Id="R46b3b038cf5a47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f05b15e9e74a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3875b781df4279" /><Relationship Type="http://schemas.openxmlformats.org/officeDocument/2006/relationships/notesMaster" Target="/ppt/notesMasters/notesMaster1.xml" Id="Rb27e3178b97d4d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19d12ee77e4309" /><Relationship Type="http://schemas.openxmlformats.org/officeDocument/2006/relationships/notesMaster" Target="/ppt/notesMasters/notesMaster1.xml" Id="Rb2a8934acf5d46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4ff530a61746c2" /><Relationship Type="http://schemas.openxmlformats.org/officeDocument/2006/relationships/notesMaster" Target="/ppt/notesMasters/notesMaster1.xml" Id="R3a64f85e20334b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a01aaa99d942c9" /><Relationship Type="http://schemas.openxmlformats.org/officeDocument/2006/relationships/notesMaster" Target="/ppt/notesMasters/notesMaster1.xml" Id="R26297a9ca18843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9a46c23a1641f0" /><Relationship Type="http://schemas.openxmlformats.org/officeDocument/2006/relationships/notesMaster" Target="/ppt/notesMasters/notesMaster1.xml" Id="Rc1d7913289624d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31a9ff4b6541cb" /><Relationship Type="http://schemas.openxmlformats.org/officeDocument/2006/relationships/notesMaster" Target="/ppt/notesMasters/notesMaster1.xml" Id="R61af0c363f684e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2ffee593e641bc" /><Relationship Type="http://schemas.openxmlformats.org/officeDocument/2006/relationships/notesMaster" Target="/ppt/notesMasters/notesMaster1.xml" Id="Rd6b85022cf014b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f3a009784f41e6" /><Relationship Type="http://schemas.openxmlformats.org/officeDocument/2006/relationships/notesMaster" Target="/ppt/notesMasters/notesMaster1.xml" Id="R0ffcbbf2cf704e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c33c383215467f" /><Relationship Type="http://schemas.openxmlformats.org/officeDocument/2006/relationships/notesMaster" Target="/ppt/notesMasters/notesMaster1.xml" Id="R3dce584cb69240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43fe7c673d4251" /><Relationship Type="http://schemas.openxmlformats.org/officeDocument/2006/relationships/notesMaster" Target="/ppt/notesMasters/notesMaster1.xml" Id="R9ad4380c7e6f459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98fee3fa714bc2" /><Relationship Type="http://schemas.openxmlformats.org/officeDocument/2006/relationships/notesMaster" Target="/ppt/notesMasters/notesMaster1.xml" Id="R07f28c09a5ce46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1b4270123e24dad" /><Relationship Type="http://schemas.openxmlformats.org/officeDocument/2006/relationships/notesMaster" Target="/ppt/notesMasters/notesMaster1.xml" Id="R81a27200a1c345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稿件：experiments/structure-luna-audit-20260907/batch-1/input.json / case-01</a:t>
            </a:r>
          </a:p>
          <a:p xmlns:a="http://schemas.openxmlformats.org/drawingml/2006/main">
            <a:r>
              <a:t>- 结构检索：catalog list；guide sequence-phase-gates-004</a:t>
            </a:r>
          </a:p>
          <a:p xmlns:a="http://schemas.openxmlformats.org/drawingml/2006/main">
            <a:r>
              <a:t>- 原生调用：invokeStructure references + content + targetFrame + build</a:t>
            </a:r>
          </a:p>
          <a:p xmlns:a="http://schemas.openxmlformats.org/drawingml/2006/main">
            <a:r>
              <a:t>- Skin：neutral-editorial-001；规则：rules/排版体系/杂志风.md、rules/skins/中性编辑排版.md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[Boundaries]</a:t>
            </a:r>
          </a:p>
          <a:p xmlns:a="http://schemas.openxmlformats.org/drawingml/2006/main">
            <a:r>
              <a:t>- 本页为结构 Skill 的逐稿适配验证，success 仅表示原生对象已创建。</a:t>
            </a:r>
          </a:p>
          <a:p xmlns:a="http://schemas.openxmlformats.org/drawingml/2006/main">
            <a:r>
              <a:t>- 视觉验收以最终导出 PPTX 的导入检查与 PNG 复核为准。</a:t>
            </a:r>
          </a:p>
          <a:p xmlns:a="http://schemas.openxmlformats.org/drawingml/2006/main">
            <a:r>
              <a:t>[/Boundaries]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稿件：experiments/structure-luna-audit-20260907/batch-1/input.json / case-04</a:t>
            </a:r>
          </a:p>
          <a:p xmlns:a="http://schemas.openxmlformats.org/drawingml/2006/main">
            <a:r>
              <a:t>- 结构检索：catalog list；guide parallel-folded-notes-grid-002</a:t>
            </a:r>
          </a:p>
          <a:p xmlns:a="http://schemas.openxmlformats.org/drawingml/2006/main">
            <a:r>
              <a:t>- 原生调用：invokeStructure references + content + targetFrame + build</a:t>
            </a:r>
          </a:p>
          <a:p xmlns:a="http://schemas.openxmlformats.org/drawingml/2006/main">
            <a:r>
              <a:t>- Skin：neutral-editorial-001；规则：rules/排版体系/杂志风.md、rules/skins/中性编辑排版.md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[Boundaries]</a:t>
            </a:r>
          </a:p>
          <a:p xmlns:a="http://schemas.openxmlformats.org/drawingml/2006/main">
            <a:r>
              <a:t>- 本页为结构 Skill 的逐稿适配验证，success 仅表示原生对象已创建。</a:t>
            </a:r>
          </a:p>
          <a:p xmlns:a="http://schemas.openxmlformats.org/drawingml/2006/main">
            <a:r>
              <a:t>- 视觉验收以最终导出 PPTX 的导入检查与 PNG 复核为准。</a:t>
            </a:r>
          </a:p>
          <a:p xmlns:a="http://schemas.openxmlformats.org/drawingml/2006/main">
            <a:r>
              <a:t>[/Boundaries]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稿件：experiments/structure-luna-audit-20260907/batch-1/input.json / case-07</a:t>
            </a:r>
          </a:p>
          <a:p xmlns:a="http://schemas.openxmlformats.org/drawingml/2006/main">
            <a:r>
              <a:t>- 结构检索：catalog list；guide comparison-pros-cons-balance-005</a:t>
            </a:r>
          </a:p>
          <a:p xmlns:a="http://schemas.openxmlformats.org/drawingml/2006/main">
            <a:r>
              <a:t>- 原生调用：invokeStructure references + content + targetFrame + build</a:t>
            </a:r>
          </a:p>
          <a:p xmlns:a="http://schemas.openxmlformats.org/drawingml/2006/main">
            <a:r>
              <a:t>- Skin：neutral-editorial-001；规则：rules/排版体系/杂志风.md、rules/skins/中性编辑排版.md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[Boundaries]</a:t>
            </a:r>
          </a:p>
          <a:p xmlns:a="http://schemas.openxmlformats.org/drawingml/2006/main">
            <a:r>
              <a:t>- 本页为结构 Skill 的逐稿适配验证，success 仅表示原生对象已创建。</a:t>
            </a:r>
          </a:p>
          <a:p xmlns:a="http://schemas.openxmlformats.org/drawingml/2006/main">
            <a:r>
              <a:t>- 视觉验收以最终导出 PPTX 的导入检查与 PNG 复核为准。</a:t>
            </a:r>
          </a:p>
          <a:p xmlns:a="http://schemas.openxmlformats.org/drawingml/2006/main">
            <a:r>
              <a:t>[/Boundaries]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稿件：experiments/structure-luna-audit-20260907/batch-1/input.json / case-10</a:t>
            </a:r>
          </a:p>
          <a:p xmlns:a="http://schemas.openxmlformats.org/drawingml/2006/main">
            <a:r>
              <a:t>- 结构检索：catalog list；guide convergence-funnel-001</a:t>
            </a:r>
          </a:p>
          <a:p xmlns:a="http://schemas.openxmlformats.org/drawingml/2006/main">
            <a:r>
              <a:t>- 原生调用：invokeStructure references + content + targetFrame + build</a:t>
            </a:r>
          </a:p>
          <a:p xmlns:a="http://schemas.openxmlformats.org/drawingml/2006/main">
            <a:r>
              <a:t>- Skin：neutral-editorial-001；规则：rules/排版体系/杂志风.md、rules/skins/中性编辑排版.md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[Boundaries]</a:t>
            </a:r>
          </a:p>
          <a:p xmlns:a="http://schemas.openxmlformats.org/drawingml/2006/main">
            <a:r>
              <a:t>- 本页为结构 Skill 的逐稿适配验证，success 仅表示原生对象已创建。</a:t>
            </a:r>
          </a:p>
          <a:p xmlns:a="http://schemas.openxmlformats.org/drawingml/2006/main">
            <a:r>
              <a:t>- 视觉验收以最终导出 PPTX 的导入检查与 PNG 复核为准。</a:t>
            </a:r>
          </a:p>
          <a:p xmlns:a="http://schemas.openxmlformats.org/drawingml/2006/main">
            <a:r>
              <a:t>[/Boundaries]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稿件：experiments/structure-luna-audit-20260907/batch-1/input.json / case-13</a:t>
            </a:r>
          </a:p>
          <a:p xmlns:a="http://schemas.openxmlformats.org/drawingml/2006/main">
            <a:r>
              <a:t>- 结构检索：catalog list；guide cycle-loop-001</a:t>
            </a:r>
          </a:p>
          <a:p xmlns:a="http://schemas.openxmlformats.org/drawingml/2006/main">
            <a:r>
              <a:t>- 原生调用：invokeStructure references + content + targetFrame + build</a:t>
            </a:r>
          </a:p>
          <a:p xmlns:a="http://schemas.openxmlformats.org/drawingml/2006/main">
            <a:r>
              <a:t>- Skin：neutral-editorial-001；规则：rules/排版体系/杂志风.md、rules/skins/中性编辑排版.md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[Boundaries]</a:t>
            </a:r>
          </a:p>
          <a:p xmlns:a="http://schemas.openxmlformats.org/drawingml/2006/main">
            <a:r>
              <a:t>- 本页为结构 Skill 的逐稿适配验证，success 仅表示原生对象已创建。</a:t>
            </a:r>
          </a:p>
          <a:p xmlns:a="http://schemas.openxmlformats.org/drawingml/2006/main">
            <a:r>
              <a:t>- 视觉验收以最终导出 PPTX 的导入检查与 PNG 复核为准。</a:t>
            </a:r>
          </a:p>
          <a:p xmlns:a="http://schemas.openxmlformats.org/drawingml/2006/main">
            <a:r>
              <a:t>[/Boundaries]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稿件：experiments/structure-luna-audit-20260907/batch-1/input.json / case-16</a:t>
            </a:r>
          </a:p>
          <a:p xmlns:a="http://schemas.openxmlformats.org/drawingml/2006/main">
            <a:r>
              <a:t>- 结构检索：catalog list；guide goal-alignment-strategy-metrics-001</a:t>
            </a:r>
          </a:p>
          <a:p xmlns:a="http://schemas.openxmlformats.org/drawingml/2006/main">
            <a:r>
              <a:t>- 原生调用：invokeStructure references + content + targetFrame + build</a:t>
            </a:r>
          </a:p>
          <a:p xmlns:a="http://schemas.openxmlformats.org/drawingml/2006/main">
            <a:r>
              <a:t>- Skin：neutral-editorial-001；规则：rules/排版体系/杂志风.md、rules/skins/中性编辑排版.md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[Boundaries]</a:t>
            </a:r>
          </a:p>
          <a:p xmlns:a="http://schemas.openxmlformats.org/drawingml/2006/main">
            <a:r>
              <a:t>- 本页为结构 Skill 的逐稿适配验证，success 仅表示原生对象已创建。</a:t>
            </a:r>
          </a:p>
          <a:p xmlns:a="http://schemas.openxmlformats.org/drawingml/2006/main">
            <a:r>
              <a:t>- 视觉验收以最终导出 PPTX 的导入检查与 PNG 复核为准。</a:t>
            </a:r>
          </a:p>
          <a:p xmlns:a="http://schemas.openxmlformats.org/drawingml/2006/main">
            <a:r>
              <a:t>[/Boundaries]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稿件：experiments/structure-luna-audit-20260907/batch-1/input.json / case-19</a:t>
            </a:r>
          </a:p>
          <a:p xmlns:a="http://schemas.openxmlformats.org/drawingml/2006/main">
            <a:r>
              <a:t>- 结构检索：catalog list；guide hub-radial-001</a:t>
            </a:r>
          </a:p>
          <a:p xmlns:a="http://schemas.openxmlformats.org/drawingml/2006/main">
            <a:r>
              <a:t>- 原生调用：invokeStructure references + content + targetFrame + build</a:t>
            </a:r>
          </a:p>
          <a:p xmlns:a="http://schemas.openxmlformats.org/drawingml/2006/main">
            <a:r>
              <a:t>- Skin：neutral-editorial-001；规则：rules/排版体系/杂志风.md、rules/skins/中性编辑排版.md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[Boundaries]</a:t>
            </a:r>
          </a:p>
          <a:p xmlns:a="http://schemas.openxmlformats.org/drawingml/2006/main">
            <a:r>
              <a:t>- 本页为结构 Skill 的逐稿适配验证，success 仅表示原生对象已创建。</a:t>
            </a:r>
          </a:p>
          <a:p xmlns:a="http://schemas.openxmlformats.org/drawingml/2006/main">
            <a:r>
              <a:t>- 视觉验收以最终导出 PPTX 的导入检查与 PNG 复核为准。</a:t>
            </a:r>
          </a:p>
          <a:p xmlns:a="http://schemas.openxmlformats.org/drawingml/2006/main">
            <a:r>
              <a:t>[/Boundaries]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稿件：experiments/structure-luna-audit-20260907/batch-1/input.json / case-22</a:t>
            </a:r>
          </a:p>
          <a:p xmlns:a="http://schemas.openxmlformats.org/drawingml/2006/main">
            <a:r>
              <a:t>- 结构检索：catalog list；guide layered-iceberg-depth-006</a:t>
            </a:r>
          </a:p>
          <a:p xmlns:a="http://schemas.openxmlformats.org/drawingml/2006/main">
            <a:r>
              <a:t>- 原生调用：invokeStructure references + content + targetFrame + build</a:t>
            </a:r>
          </a:p>
          <a:p xmlns:a="http://schemas.openxmlformats.org/drawingml/2006/main">
            <a:r>
              <a:t>- Skin：neutral-editorial-001；规则：rules/排版体系/杂志风.md、rules/skins/中性编辑排版.md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[Boundaries]</a:t>
            </a:r>
          </a:p>
          <a:p xmlns:a="http://schemas.openxmlformats.org/drawingml/2006/main">
            <a:r>
              <a:t>- 本页为结构 Skill 的逐稿适配验证，success 仅表示原生对象已创建。</a:t>
            </a:r>
          </a:p>
          <a:p xmlns:a="http://schemas.openxmlformats.org/drawingml/2006/main">
            <a:r>
              <a:t>- 视觉验收以最终导出 PPTX 的导入检查与 PNG 复核为准。</a:t>
            </a:r>
          </a:p>
          <a:p xmlns:a="http://schemas.openxmlformats.org/drawingml/2006/main">
            <a:r>
              <a:t>[/Boundaries]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稿件：experiments/structure-luna-audit-20260907/batch-1/input.json / case-25</a:t>
            </a:r>
          </a:p>
          <a:p xmlns:a="http://schemas.openxmlformats.org/drawingml/2006/main">
            <a:r>
              <a:t>- 结构检索：catalog list；guide network-internal-external-ecosystem-001</a:t>
            </a:r>
          </a:p>
          <a:p xmlns:a="http://schemas.openxmlformats.org/drawingml/2006/main">
            <a:r>
              <a:t>- 原生调用：invokeStructure references + content + targetFrame + build</a:t>
            </a:r>
          </a:p>
          <a:p xmlns:a="http://schemas.openxmlformats.org/drawingml/2006/main">
            <a:r>
              <a:t>- Skin：neutral-editorial-001；规则：rules/排版体系/杂志风.md、rules/skins/中性编辑排版.md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[Boundaries]</a:t>
            </a:r>
          </a:p>
          <a:p xmlns:a="http://schemas.openxmlformats.org/drawingml/2006/main">
            <a:r>
              <a:t>- 本页为结构 Skill 的逐稿适配验证，success 仅表示原生对象已创建。</a:t>
            </a:r>
          </a:p>
          <a:p xmlns:a="http://schemas.openxmlformats.org/drawingml/2006/main">
            <a:r>
              <a:t>- 视觉验收以最终导出 PPTX 的导入检查与 PNG 复核为准。</a:t>
            </a:r>
          </a:p>
          <a:p xmlns:a="http://schemas.openxmlformats.org/drawingml/2006/main">
            <a:r>
              <a:t>[/Boundaries]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稿件：experiments/structure-luna-audit-20260907/batch-1/input.json / case-28</a:t>
            </a:r>
          </a:p>
          <a:p xmlns:a="http://schemas.openxmlformats.org/drawingml/2006/main">
            <a:r>
              <a:t>- 结构检索：catalog list；guide parallel-equal-cards-001</a:t>
            </a:r>
          </a:p>
          <a:p xmlns:a="http://schemas.openxmlformats.org/drawingml/2006/main">
            <a:r>
              <a:t>- 原生调用：invokeStructure references + content + targetFrame + build</a:t>
            </a:r>
          </a:p>
          <a:p xmlns:a="http://schemas.openxmlformats.org/drawingml/2006/main">
            <a:r>
              <a:t>- Skin：neutral-editorial-001；规则：rules/排版体系/杂志风.md、rules/skins/中性编辑排版.md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[Boundaries]</a:t>
            </a:r>
          </a:p>
          <a:p xmlns:a="http://schemas.openxmlformats.org/drawingml/2006/main">
            <a:r>
              <a:t>- 本页为结构 Skill 的逐稿适配验证，success 仅表示原生对象已创建。</a:t>
            </a:r>
          </a:p>
          <a:p xmlns:a="http://schemas.openxmlformats.org/drawingml/2006/main">
            <a:r>
              <a:t>- 视觉验收以最终导出 PPTX 的导入检查与 PNG 复核为准。</a:t>
            </a:r>
          </a:p>
          <a:p xmlns:a="http://schemas.openxmlformats.org/drawingml/2006/main">
            <a:r>
              <a:t>[/Boundaries]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稿件：experiments/structure-luna-audit-20260907/batch-1/input.json / case-31</a:t>
            </a:r>
          </a:p>
          <a:p xmlns:a="http://schemas.openxmlformats.org/drawingml/2006/main">
            <a:r>
              <a:t>- 结构检索：catalog list；guide progression-maturity-steps-002</a:t>
            </a:r>
          </a:p>
          <a:p xmlns:a="http://schemas.openxmlformats.org/drawingml/2006/main">
            <a:r>
              <a:t>- 原生调用：invokeStructure references + content + targetFrame + build</a:t>
            </a:r>
          </a:p>
          <a:p xmlns:a="http://schemas.openxmlformats.org/drawingml/2006/main">
            <a:r>
              <a:t>- Skin：neutral-editorial-001；规则：rules/排版体系/杂志风.md、rules/skins/中性编辑排版.md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[Boundaries]</a:t>
            </a:r>
          </a:p>
          <a:p xmlns:a="http://schemas.openxmlformats.org/drawingml/2006/main">
            <a:r>
              <a:t>- 本页为结构 Skill 的逐稿适配验证，success 仅表示原生对象已创建。</a:t>
            </a:r>
          </a:p>
          <a:p xmlns:a="http://schemas.openxmlformats.org/drawingml/2006/main">
            <a:r>
              <a:t>- 视觉验收以最终导出 PPTX 的导入检查与 PNG 复核为准。</a:t>
            </a:r>
          </a:p>
          <a:p xmlns:a="http://schemas.openxmlformats.org/drawingml/2006/main">
            <a:r>
              <a:t>[/Boundaries]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稿件：experiments/structure-luna-audit-20260907/batch-1/input.json / case-34</a:t>
            </a:r>
          </a:p>
          <a:p xmlns:a="http://schemas.openxmlformats.org/drawingml/2006/main">
            <a:r>
              <a:t>- 结构检索：catalog list；guide sequence-flow-001</a:t>
            </a:r>
          </a:p>
          <a:p xmlns:a="http://schemas.openxmlformats.org/drawingml/2006/main">
            <a:r>
              <a:t>- 原生调用：invokeStructure references + content + targetFrame + build</a:t>
            </a:r>
          </a:p>
          <a:p xmlns:a="http://schemas.openxmlformats.org/drawingml/2006/main">
            <a:r>
              <a:t>- Skin：neutral-editorial-001；规则：rules/排版体系/杂志风.md、rules/skins/中性编辑排版.md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[Boundaries]</a:t>
            </a:r>
          </a:p>
          <a:p xmlns:a="http://schemas.openxmlformats.org/drawingml/2006/main">
            <a:r>
              <a:t>- 本页为结构 Skill 的逐稿适配验证，success 仅表示原生对象已创建。</a:t>
            </a:r>
          </a:p>
          <a:p xmlns:a="http://schemas.openxmlformats.org/drawingml/2006/main">
            <a:r>
              <a:t>- 视觉验收以最终导出 PPTX 的导入检查与 PNG 复核为准。</a:t>
            </a:r>
          </a:p>
          <a:p xmlns:a="http://schemas.openxmlformats.org/drawingml/2006/main">
            <a:r>
              <a:t>[/Boundaries]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8348e444594e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25a15381c040ab" /><Relationship Type="http://schemas.openxmlformats.org/officeDocument/2006/relationships/slideLayout" Target="/ppt/slideLayouts/slideLayout1.xml" Id="R61d54fcbccce48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d54fcbccce48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8e40ce5344eb9" /><Relationship Type="http://schemas.openxmlformats.org/officeDocument/2006/relationships/notesSlide" Target="/ppt/notesSlides/notesSlide1.xml" Id="Ra156d10f6c2043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87516da1a4559" /><Relationship Type="http://schemas.openxmlformats.org/officeDocument/2006/relationships/notesSlide" Target="/ppt/notesSlides/notesSlide2.xml" Id="Ra1db36fa2fe741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ed34ed0444d69" /><Relationship Type="http://schemas.openxmlformats.org/officeDocument/2006/relationships/notesSlide" Target="/ppt/notesSlides/notesSlide3.xml" Id="R1fccac5b00984b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a9683d8c3472c" /><Relationship Type="http://schemas.openxmlformats.org/officeDocument/2006/relationships/notesSlide" Target="/ppt/notesSlides/notesSlide4.xml" Id="R1d0cf365f2da43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560e611c04b07" /><Relationship Type="http://schemas.openxmlformats.org/officeDocument/2006/relationships/notesSlide" Target="/ppt/notesSlides/notesSlide5.xml" Id="Rfaec472bde7b44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0475c4d0443ee" /><Relationship Type="http://schemas.openxmlformats.org/officeDocument/2006/relationships/notesSlide" Target="/ppt/notesSlides/notesSlide6.xml" Id="R10f4bcad393c42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5ee0e0869408f" /><Relationship Type="http://schemas.openxmlformats.org/officeDocument/2006/relationships/notesSlide" Target="/ppt/notesSlides/notesSlide7.xml" Id="Rcf3a28061cc347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038896efc493c" /><Relationship Type="http://schemas.openxmlformats.org/officeDocument/2006/relationships/notesSlide" Target="/ppt/notesSlides/notesSlide8.xml" Id="Rd4610841ac9d4e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2a88382c64ddb" /><Relationship Type="http://schemas.openxmlformats.org/officeDocument/2006/relationships/notesSlide" Target="/ppt/notesSlides/notesSlide9.xml" Id="Red09d20bed8c47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c826a09d142e4" /><Relationship Type="http://schemas.openxmlformats.org/officeDocument/2006/relationships/notesSlide" Target="/ppt/notesSlides/notesSlide10.xml" Id="R59c2fdc4acaf4e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a6b5561da4917" /><Relationship Type="http://schemas.openxmlformats.org/officeDocument/2006/relationships/notesSlide" Target="/ppt/notesSlides/notesSlide11.xml" Id="R95bf01d7c9a2463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51cd9299645f5" /><Relationship Type="http://schemas.openxmlformats.org/officeDocument/2006/relationships/notesSlide" Target="/ppt/notesSlides/notesSlide12.xml" Id="R89e109bb08fe40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59C9561F-18CF-4766-876C-4EC11DFF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page-title">
            <a:extLst xmlns:a="http://schemas.openxmlformats.org/drawingml/2006/main">
              <a:ext uri="{FF2B5EF4-FFF2-40B4-BE49-F238E27FC236}">
                <a16:creationId xmlns:a16="http://schemas.microsoft.com/office/drawing/2014/main" id="{703E0095-D6B6-454A-80DB-4F9EB7A0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先试点再扩展能降低上线风险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19846-F841-4CEB-8321-B3C571C3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0" y="561975"/>
            <a:ext cx="4743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D4832E3C-6F88-431D-BBE1-26A0E650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5" name="river-0">
            <a:extLst xmlns:a="http://schemas.openxmlformats.org/drawingml/2006/main">
              <a:ext uri="{FF2B5EF4-FFF2-40B4-BE49-F238E27FC236}">
                <a16:creationId xmlns:a16="http://schemas.microsoft.com/office/drawing/2014/main" id="{9ED85920-DE8E-4620-8D20-37C68353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66925"/>
            <a:ext cx="2571750" cy="1666875"/>
          </a:xfrm>
          <a:custGeom xmlns:a="http://schemas.openxmlformats.org/drawingml/2006/main">
            <a:pathLst>
              <a:path w="9525000" h="9525000">
                <a:moveTo>
                  <a:pt x="0" y="1360714"/>
                </a:moveTo>
                <a:lnTo>
                  <a:pt x="9525000" y="0"/>
                </a:lnTo>
                <a:lnTo>
                  <a:pt x="9525000" y="7184571"/>
                </a:lnTo>
                <a:lnTo>
                  <a:pt x="0" y="9525000"/>
                </a:lnTo>
                <a:close/>
              </a:path>
            </a:pathLst>
          </a:custGeom>
          <a:solidFill xmlns:a="http://schemas.openxmlformats.org/drawingml/2006/main">
            <a:srgbClr val="D9E2E3"/>
          </a:solidFill>
          <a:ln xmlns:a="http://schemas.openxmlformats.org/drawingml/2006/main" w="9525">
            <a:solidFill>
              <a:srgbClr val="AABDC1"/>
            </a:solidFill>
            <a:prstDash val="solid"/>
          </a:ln>
        </p:spPr>
      </p:sp>
      <p:sp>
        <p:nvSpPr>
          <p:cNvPr id="6" name="river-1">
            <a:extLst xmlns:a="http://schemas.openxmlformats.org/drawingml/2006/main">
              <a:ext uri="{FF2B5EF4-FFF2-40B4-BE49-F238E27FC236}">
                <a16:creationId xmlns:a16="http://schemas.microsoft.com/office/drawing/2014/main" id="{67C30437-4E00-4014-8961-24FEF785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66925"/>
            <a:ext cx="2571750" cy="1562100"/>
          </a:xfrm>
          <a:custGeom xmlns:a="http://schemas.openxmlformats.org/drawingml/2006/main">
            <a:pathLst>
              <a:path w="9525000" h="9525000">
                <a:moveTo>
                  <a:pt x="0" y="0"/>
                </a:moveTo>
                <a:lnTo>
                  <a:pt x="9525000" y="3252439"/>
                </a:lnTo>
                <a:lnTo>
                  <a:pt x="9525000" y="9525000"/>
                </a:lnTo>
                <a:lnTo>
                  <a:pt x="0" y="7666463"/>
                </a:lnTo>
                <a:close/>
              </a:path>
            </a:pathLst>
          </a:custGeom>
          <a:solidFill xmlns:a="http://schemas.openxmlformats.org/drawingml/2006/main">
            <a:srgbClr val="C9D7D9"/>
          </a:solidFill>
          <a:ln xmlns:a="http://schemas.openxmlformats.org/drawingml/2006/main" w="9525">
            <a:solidFill>
              <a:srgbClr val="AABDC1"/>
            </a:solidFill>
            <a:prstDash val="solid"/>
          </a:ln>
        </p:spPr>
      </p:sp>
      <p:sp>
        <p:nvSpPr>
          <p:cNvPr id="7" name="river-2">
            <a:extLst xmlns:a="http://schemas.openxmlformats.org/drawingml/2006/main">
              <a:ext uri="{FF2B5EF4-FFF2-40B4-BE49-F238E27FC236}">
                <a16:creationId xmlns:a16="http://schemas.microsoft.com/office/drawing/2014/main" id="{14E9EFF5-8ED4-4D39-9D55-C499EBFA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0275"/>
            <a:ext cx="3048000" cy="1428750"/>
          </a:xfrm>
          <a:custGeom xmlns:a="http://schemas.openxmlformats.org/drawingml/2006/main">
            <a:pathLst>
              <a:path w="9525000" h="9525000">
                <a:moveTo>
                  <a:pt x="0" y="2667000"/>
                </a:moveTo>
                <a:lnTo>
                  <a:pt x="9525000" y="0"/>
                </a:lnTo>
                <a:lnTo>
                  <a:pt x="9525000" y="5334000"/>
                </a:lnTo>
                <a:lnTo>
                  <a:pt x="0" y="9525000"/>
                </a:lnTo>
                <a:close/>
              </a:path>
            </a:pathLst>
          </a:custGeom>
          <a:solidFill xmlns:a="http://schemas.openxmlformats.org/drawingml/2006/main">
            <a:srgbClr val="B7CACE"/>
          </a:solidFill>
          <a:ln xmlns:a="http://schemas.openxmlformats.org/drawingml/2006/main" w="9525">
            <a:solidFill>
              <a:srgbClr val="AABDC1"/>
            </a:solidFill>
            <a:prstDash val="solid"/>
          </a:ln>
        </p:spPr>
      </p:sp>
      <p:sp>
        <p:nvSpPr>
          <p:cNvPr id="8" name="stage-band-0">
            <a:extLst xmlns:a="http://schemas.openxmlformats.org/drawingml/2006/main">
              <a:ext uri="{FF2B5EF4-FFF2-40B4-BE49-F238E27FC236}">
                <a16:creationId xmlns:a16="http://schemas.microsoft.com/office/drawing/2014/main" id="{261A94B7-858F-46A7-8B76-BADD0D32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19375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DC1"/>
            </a:solidFill>
            <a:prstDash val="solid"/>
          </a:ln>
        </p:spPr>
      </p:sp>
      <p:sp>
        <p:nvSpPr>
          <p:cNvPr id="9" name="stage-0-title">
            <a:extLst xmlns:a="http://schemas.openxmlformats.org/drawingml/2006/main">
              <a:ext uri="{FF2B5EF4-FFF2-40B4-BE49-F238E27FC236}">
                <a16:creationId xmlns:a16="http://schemas.microsoft.com/office/drawing/2014/main" id="{B7ADF82A-D01B-4D21-A802-FEACDA7F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860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试点</a:t>
            </a:r>
          </a:p>
        </p:txBody>
      </p:sp>
      <p:sp>
        <p:nvSpPr>
          <p:cNvPr id="10" name="stage-0-body">
            <a:extLst xmlns:a="http://schemas.openxmlformats.org/drawingml/2006/main">
              <a:ext uri="{FF2B5EF4-FFF2-40B4-BE49-F238E27FC236}">
                <a16:creationId xmlns:a16="http://schemas.microsoft.com/office/drawing/2014/main" id="{69B63C09-DA2B-4680-81D9-1D8DA1D8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43225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验证业务适配</a:t>
            </a:r>
          </a:p>
        </p:txBody>
      </p:sp>
      <p:sp>
        <p:nvSpPr>
          <p:cNvPr id="11" name="stage-band-1">
            <a:extLst xmlns:a="http://schemas.openxmlformats.org/drawingml/2006/main">
              <a:ext uri="{FF2B5EF4-FFF2-40B4-BE49-F238E27FC236}">
                <a16:creationId xmlns:a16="http://schemas.microsoft.com/office/drawing/2014/main" id="{EEA286F8-6064-41EC-9898-81D17710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95525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DC1"/>
            </a:solidFill>
            <a:prstDash val="solid"/>
          </a:ln>
        </p:spPr>
      </p:sp>
      <p:sp>
        <p:nvSpPr>
          <p:cNvPr id="12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F92702D6-2CFA-4B5C-8003-E1B579D9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622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复盘</a:t>
            </a:r>
          </a:p>
        </p:txBody>
      </p:sp>
      <p:sp>
        <p:nvSpPr>
          <p:cNvPr id="13" name="stage-1-body">
            <a:extLst xmlns:a="http://schemas.openxmlformats.org/drawingml/2006/main">
              <a:ext uri="{FF2B5EF4-FFF2-40B4-BE49-F238E27FC236}">
                <a16:creationId xmlns:a16="http://schemas.microsoft.com/office/drawing/2014/main" id="{614FD586-D4D1-4B05-B288-10556F34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19375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用反馈校正文案并积累案例</a:t>
            </a:r>
          </a:p>
        </p:txBody>
      </p:sp>
      <p:sp>
        <p:nvSpPr>
          <p:cNvPr id="14" name="stage-band-2">
            <a:extLst xmlns:a="http://schemas.openxmlformats.org/drawingml/2006/main">
              <a:ext uri="{FF2B5EF4-FFF2-40B4-BE49-F238E27FC236}">
                <a16:creationId xmlns:a16="http://schemas.microsoft.com/office/drawing/2014/main" id="{F134C53C-0F4A-40BC-81DF-AA86A70F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14625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DC1"/>
            </a:solidFill>
            <a:prstDash val="solid"/>
          </a:ln>
        </p:spPr>
      </p:sp>
      <p:sp>
        <p:nvSpPr>
          <p:cNvPr id="15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027F709F-A144-46F5-BE01-CD9BCC76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813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扩展</a:t>
            </a:r>
          </a:p>
        </p:txBody>
      </p:sp>
      <p:sp>
        <p:nvSpPr>
          <p:cNvPr id="16" name="stage-2-body">
            <a:extLst xmlns:a="http://schemas.openxmlformats.org/drawingml/2006/main">
              <a:ext uri="{FF2B5EF4-FFF2-40B4-BE49-F238E27FC236}">
                <a16:creationId xmlns:a16="http://schemas.microsoft.com/office/drawing/2014/main" id="{8CFD2308-C9AB-4713-BD7D-CEAC42AB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38475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按角色培训后扩大范围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87799E-3507-42B7-B3C8-FCC7AC4B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76650" y="2124075"/>
            <a:ext cx="64770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C5965"/>
            </a:solidFill>
            <a:prstDash val="solid"/>
          </a:ln>
        </p:spPr>
      </p:sp>
      <p:sp>
        <p:nvSpPr>
          <p:cNvPr id="18" name="gate-0">
            <a:extLst xmlns:a="http://schemas.openxmlformats.org/drawingml/2006/main">
              <a:ext uri="{FF2B5EF4-FFF2-40B4-BE49-F238E27FC236}">
                <a16:creationId xmlns:a16="http://schemas.microsoft.com/office/drawing/2014/main" id="{28D27288-6186-4ABD-AF02-A74E458A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14700"/>
            <a:ext cx="9525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gate-0-label">
            <a:extLst xmlns:a="http://schemas.openxmlformats.org/drawingml/2006/main">
              <a:ext uri="{FF2B5EF4-FFF2-40B4-BE49-F238E27FC236}">
                <a16:creationId xmlns:a16="http://schemas.microsoft.com/office/drawing/2014/main" id="{36D60303-EFFE-4B41-BC3F-8247ABA6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528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故障可定位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63EF24-C9B8-4955-BA41-15DA00F2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2543175"/>
            <a:ext cx="64770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C5965"/>
            </a:solidFill>
            <a:prstDash val="solid"/>
          </a:ln>
        </p:spPr>
      </p:sp>
      <p:sp>
        <p:nvSpPr>
          <p:cNvPr id="21" name="gate-1">
            <a:extLst xmlns:a="http://schemas.openxmlformats.org/drawingml/2006/main">
              <a:ext uri="{FF2B5EF4-FFF2-40B4-BE49-F238E27FC236}">
                <a16:creationId xmlns:a16="http://schemas.microsoft.com/office/drawing/2014/main" id="{7EB8C340-B422-4768-B64B-95669B36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9525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gate-1-label">
            <a:extLst xmlns:a="http://schemas.openxmlformats.org/drawingml/2006/main">
              <a:ext uri="{FF2B5EF4-FFF2-40B4-BE49-F238E27FC236}">
                <a16:creationId xmlns:a16="http://schemas.microsoft.com/office/drawing/2014/main" id="{5BB91606-5396-4F50-8EA0-98F4737D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719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复盘结论可用</a:t>
            </a:r>
          </a:p>
        </p:txBody>
      </p:sp>
      <p:sp>
        <p:nvSpPr>
          <p:cNvPr id="23" name="river-arrow">
            <a:extLst xmlns:a="http://schemas.openxmlformats.org/drawingml/2006/main">
              <a:ext uri="{FF2B5EF4-FFF2-40B4-BE49-F238E27FC236}">
                <a16:creationId xmlns:a16="http://schemas.microsoft.com/office/drawing/2014/main" id="{C765F40C-4F89-40EF-BDD8-93823838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19325"/>
            <a:ext cx="742950" cy="762000"/>
          </a:xfrm>
          <a:custGeom xmlns:a="http://schemas.openxmlformats.org/drawingml/2006/main">
            <a:pathLst>
              <a:path w="9525000" h="9525000">
                <a:moveTo>
                  <a:pt x="0" y="0"/>
                </a:moveTo>
                <a:lnTo>
                  <a:pt x="9525000" y="4762500"/>
                </a:lnTo>
                <a:lnTo>
                  <a:pt x="0" y="9525000"/>
                </a:lnTo>
                <a:close/>
              </a:path>
            </a:pathLst>
          </a:cu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4" name="caption">
            <a:extLst xmlns:a="http://schemas.openxmlformats.org/drawingml/2006/main">
              <a:ext uri="{FF2B5EF4-FFF2-40B4-BE49-F238E27FC236}">
                <a16:creationId xmlns:a16="http://schemas.microsoft.com/office/drawing/2014/main" id="{1D86F4A3-461F-4C25-816F-25A76054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门闸条件通过后才进入下一阶段</a:t>
            </a:r>
          </a:p>
        </p:txBody>
      </p:sp>
    </p:spTree>
    <p:extLst>
      <p:ext uri="{BB962C8B-B14F-4D97-AF65-F5344CB8AC3E}">
        <p14:creationId xmlns:p14="http://schemas.microsoft.com/office/powerpoint/2010/main" val="11117207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015649AE-8EE3-4956-A098-BBC714E4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" name="page-title">
            <a:extLst xmlns:a="http://schemas.openxmlformats.org/drawingml/2006/main">
              <a:ext uri="{FF2B5EF4-FFF2-40B4-BE49-F238E27FC236}">
                <a16:creationId xmlns:a16="http://schemas.microsoft.com/office/drawing/2014/main" id="{24BE7EC7-E941-4E91-B350-26DA8CD1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返工来自多类原因共同影响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698C4-499D-4826-8D33-DB209586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0" y="561975"/>
            <a:ext cx="4743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AD015DAF-0780-4815-891C-C8F3D51B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5" name="shadow-0">
            <a:extLst xmlns:a="http://schemas.openxmlformats.org/drawingml/2006/main">
              <a:ext uri="{FF2B5EF4-FFF2-40B4-BE49-F238E27FC236}">
                <a16:creationId xmlns:a16="http://schemas.microsoft.com/office/drawing/2014/main" id="{8186546C-C675-4BB9-A9E1-6580A122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66925"/>
            <a:ext cx="2457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6" name="fold-0">
            <a:extLst xmlns:a="http://schemas.openxmlformats.org/drawingml/2006/main">
              <a:ext uri="{FF2B5EF4-FFF2-40B4-BE49-F238E27FC236}">
                <a16:creationId xmlns:a16="http://schemas.microsoft.com/office/drawing/2014/main" id="{D84ED336-B232-440E-8F35-079632EE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57550"/>
            <a:ext cx="323850" cy="342900"/>
          </a:xfrm>
          <a:custGeom xmlns:a="http://schemas.openxmlformats.org/drawingml/2006/main">
            <a:pathLst>
              <a:path w="9525000" h="9525000">
                <a:moveTo>
                  <a:pt x="0" y="9525000"/>
                </a:moveTo>
                <a:lnTo>
                  <a:pt x="9525000" y="9525000"/>
                </a:lnTo>
                <a:lnTo>
                  <a:pt x="95250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8"/>
            </a:solidFill>
            <a:prstDash val="solid"/>
          </a:ln>
        </p:spPr>
      </p:sp>
      <p:sp>
        <p:nvSpPr>
          <p:cNvPr id="7" name="paper-0">
            <a:extLst xmlns:a="http://schemas.openxmlformats.org/drawingml/2006/main">
              <a:ext uri="{FF2B5EF4-FFF2-40B4-BE49-F238E27FC236}">
                <a16:creationId xmlns:a16="http://schemas.microsoft.com/office/drawing/2014/main" id="{00ADBE51-694D-40AA-A7A3-2A2B649E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81200"/>
            <a:ext cx="2457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2"/>
            </a:solidFill>
            <a:prstDash val="solid"/>
          </a:ln>
        </p:spPr>
      </p:sp>
      <p:sp>
        <p:nvSpPr>
          <p:cNvPr id="8" name="ribbon-0">
            <a:extLst xmlns:a="http://schemas.openxmlformats.org/drawingml/2006/main">
              <a:ext uri="{FF2B5EF4-FFF2-40B4-BE49-F238E27FC236}">
                <a16:creationId xmlns:a16="http://schemas.microsoft.com/office/drawing/2014/main" id="{49F07A9B-BED9-4109-9332-63FE32FA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81200"/>
            <a:ext cx="2457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9" name="anchor-0">
            <a:extLst xmlns:a="http://schemas.openxmlformats.org/drawingml/2006/main">
              <a:ext uri="{FF2B5EF4-FFF2-40B4-BE49-F238E27FC236}">
                <a16:creationId xmlns:a16="http://schemas.microsoft.com/office/drawing/2014/main" id="{ADE6BB67-2422-4506-9652-887A5224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057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10" name="fold-title-0">
            <a:extLst xmlns:a="http://schemas.openxmlformats.org/drawingml/2006/main">
              <a:ext uri="{FF2B5EF4-FFF2-40B4-BE49-F238E27FC236}">
                <a16:creationId xmlns:a16="http://schemas.microsoft.com/office/drawing/2014/main" id="{13425B44-CAE1-4F2C-A299-4F6FF51F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038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人员</a:t>
            </a:r>
          </a:p>
        </p:txBody>
      </p:sp>
      <p:sp>
        <p:nvSpPr>
          <p:cNvPr id="11" name="fold-body-0">
            <a:extLst xmlns:a="http://schemas.openxmlformats.org/drawingml/2006/main">
              <a:ext uri="{FF2B5EF4-FFF2-40B4-BE49-F238E27FC236}">
                <a16:creationId xmlns:a16="http://schemas.microsoft.com/office/drawing/2014/main" id="{CADB9210-FE31-4BB3-8AF3-4C5F552A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9555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交接遗漏、培训不足</a:t>
            </a:r>
          </a:p>
        </p:txBody>
      </p:sp>
      <p:sp>
        <p:nvSpPr>
          <p:cNvPr id="12" name="shadow-1">
            <a:extLst xmlns:a="http://schemas.openxmlformats.org/drawingml/2006/main">
              <a:ext uri="{FF2B5EF4-FFF2-40B4-BE49-F238E27FC236}">
                <a16:creationId xmlns:a16="http://schemas.microsoft.com/office/drawing/2014/main" id="{610C7FED-5BF7-4E3B-93AA-1BA37737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66925"/>
            <a:ext cx="2457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3" name="fold-1">
            <a:extLst xmlns:a="http://schemas.openxmlformats.org/drawingml/2006/main">
              <a:ext uri="{FF2B5EF4-FFF2-40B4-BE49-F238E27FC236}">
                <a16:creationId xmlns:a16="http://schemas.microsoft.com/office/drawing/2014/main" id="{40EAA4A1-AB7A-474A-BC84-09439F3D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57550"/>
            <a:ext cx="323850" cy="342900"/>
          </a:xfrm>
          <a:custGeom xmlns:a="http://schemas.openxmlformats.org/drawingml/2006/main">
            <a:pathLst>
              <a:path w="9525000" h="9525000">
                <a:moveTo>
                  <a:pt x="0" y="9525000"/>
                </a:moveTo>
                <a:lnTo>
                  <a:pt x="9525000" y="9525000"/>
                </a:lnTo>
                <a:lnTo>
                  <a:pt x="95250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8"/>
            </a:solidFill>
            <a:prstDash val="solid"/>
          </a:ln>
        </p:spPr>
      </p:sp>
      <p:sp>
        <p:nvSpPr>
          <p:cNvPr id="14" name="paper-1">
            <a:extLst xmlns:a="http://schemas.openxmlformats.org/drawingml/2006/main">
              <a:ext uri="{FF2B5EF4-FFF2-40B4-BE49-F238E27FC236}">
                <a16:creationId xmlns:a16="http://schemas.microsoft.com/office/drawing/2014/main" id="{2B285F7E-818C-4BB3-A0E3-A21B8C96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81200"/>
            <a:ext cx="2457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2"/>
            </a:solidFill>
            <a:prstDash val="solid"/>
          </a:ln>
        </p:spPr>
      </p:sp>
      <p:sp>
        <p:nvSpPr>
          <p:cNvPr id="15" name="ribbon-1">
            <a:extLst xmlns:a="http://schemas.openxmlformats.org/drawingml/2006/main">
              <a:ext uri="{FF2B5EF4-FFF2-40B4-BE49-F238E27FC236}">
                <a16:creationId xmlns:a16="http://schemas.microsoft.com/office/drawing/2014/main" id="{521406C2-ADEC-4DED-B806-2FB400B4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81200"/>
            <a:ext cx="2457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16" name="anchor-1">
            <a:extLst xmlns:a="http://schemas.openxmlformats.org/drawingml/2006/main">
              <a:ext uri="{FF2B5EF4-FFF2-40B4-BE49-F238E27FC236}">
                <a16:creationId xmlns:a16="http://schemas.microsoft.com/office/drawing/2014/main" id="{DC0FBBE9-A9A1-44C5-B12D-D1700CD8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57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17" name="fold-title-1">
            <a:extLst xmlns:a="http://schemas.openxmlformats.org/drawingml/2006/main">
              <a:ext uri="{FF2B5EF4-FFF2-40B4-BE49-F238E27FC236}">
                <a16:creationId xmlns:a16="http://schemas.microsoft.com/office/drawing/2014/main" id="{119CDCC4-38F6-4DB3-AD0D-C40876A0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38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方法</a:t>
            </a:r>
          </a:p>
        </p:txBody>
      </p:sp>
      <p:sp>
        <p:nvSpPr>
          <p:cNvPr id="18" name="fold-body-1">
            <a:extLst xmlns:a="http://schemas.openxmlformats.org/drawingml/2006/main">
              <a:ext uri="{FF2B5EF4-FFF2-40B4-BE49-F238E27FC236}">
                <a16:creationId xmlns:a16="http://schemas.microsoft.com/office/drawing/2014/main" id="{0C41C9CB-99A8-43BA-89BB-0BEAAF4B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9555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作业说明更新滞后</a:t>
            </a:r>
          </a:p>
        </p:txBody>
      </p:sp>
      <p:sp>
        <p:nvSpPr>
          <p:cNvPr id="19" name="shadow-2">
            <a:extLst xmlns:a="http://schemas.openxmlformats.org/drawingml/2006/main">
              <a:ext uri="{FF2B5EF4-FFF2-40B4-BE49-F238E27FC236}">
                <a16:creationId xmlns:a16="http://schemas.microsoft.com/office/drawing/2014/main" id="{3BCB4028-AEBE-4527-9FCA-5A920326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66925"/>
            <a:ext cx="2457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20" name="fold-2">
            <a:extLst xmlns:a="http://schemas.openxmlformats.org/drawingml/2006/main">
              <a:ext uri="{FF2B5EF4-FFF2-40B4-BE49-F238E27FC236}">
                <a16:creationId xmlns:a16="http://schemas.microsoft.com/office/drawing/2014/main" id="{E524DF1E-976E-44C1-80D6-6AC58DB5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57550"/>
            <a:ext cx="323850" cy="342900"/>
          </a:xfrm>
          <a:custGeom xmlns:a="http://schemas.openxmlformats.org/drawingml/2006/main">
            <a:pathLst>
              <a:path w="9525000" h="9525000">
                <a:moveTo>
                  <a:pt x="0" y="9525000"/>
                </a:moveTo>
                <a:lnTo>
                  <a:pt x="9525000" y="9525000"/>
                </a:lnTo>
                <a:lnTo>
                  <a:pt x="95250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8"/>
            </a:solidFill>
            <a:prstDash val="solid"/>
          </a:ln>
        </p:spPr>
      </p:sp>
      <p:sp>
        <p:nvSpPr>
          <p:cNvPr id="21" name="paper-2">
            <a:extLst xmlns:a="http://schemas.openxmlformats.org/drawingml/2006/main">
              <a:ext uri="{FF2B5EF4-FFF2-40B4-BE49-F238E27FC236}">
                <a16:creationId xmlns:a16="http://schemas.microsoft.com/office/drawing/2014/main" id="{B269AA98-A3A3-4DEC-B98F-27E79037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81200"/>
            <a:ext cx="2457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2"/>
            </a:solidFill>
            <a:prstDash val="solid"/>
          </a:ln>
        </p:spPr>
      </p:sp>
      <p:sp>
        <p:nvSpPr>
          <p:cNvPr id="22" name="ribbon-2">
            <a:extLst xmlns:a="http://schemas.openxmlformats.org/drawingml/2006/main">
              <a:ext uri="{FF2B5EF4-FFF2-40B4-BE49-F238E27FC236}">
                <a16:creationId xmlns:a16="http://schemas.microsoft.com/office/drawing/2014/main" id="{68F717A3-D822-4837-A8CD-B01B51B2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81200"/>
            <a:ext cx="2457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3" name="anchor-2">
            <a:extLst xmlns:a="http://schemas.openxmlformats.org/drawingml/2006/main">
              <a:ext uri="{FF2B5EF4-FFF2-40B4-BE49-F238E27FC236}">
                <a16:creationId xmlns:a16="http://schemas.microsoft.com/office/drawing/2014/main" id="{434749C6-5F80-41B5-AA9A-BB39C556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57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4" name="fold-title-2">
            <a:extLst xmlns:a="http://schemas.openxmlformats.org/drawingml/2006/main">
              <a:ext uri="{FF2B5EF4-FFF2-40B4-BE49-F238E27FC236}">
                <a16:creationId xmlns:a16="http://schemas.microsoft.com/office/drawing/2014/main" id="{E155A13D-F3D7-419D-AB29-F960207F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38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设备</a:t>
            </a:r>
          </a:p>
        </p:txBody>
      </p:sp>
      <p:sp>
        <p:nvSpPr>
          <p:cNvPr id="25" name="fold-body-2">
            <a:extLst xmlns:a="http://schemas.openxmlformats.org/drawingml/2006/main">
              <a:ext uri="{FF2B5EF4-FFF2-40B4-BE49-F238E27FC236}">
                <a16:creationId xmlns:a16="http://schemas.microsoft.com/office/drawing/2014/main" id="{EF218C8C-F719-43F4-BF30-D22EC525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9555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夹具定位漂移</a:t>
            </a:r>
          </a:p>
        </p:txBody>
      </p:sp>
      <p:sp>
        <p:nvSpPr>
          <p:cNvPr id="26" name="shadow-3">
            <a:extLst xmlns:a="http://schemas.openxmlformats.org/drawingml/2006/main">
              <a:ext uri="{FF2B5EF4-FFF2-40B4-BE49-F238E27FC236}">
                <a16:creationId xmlns:a16="http://schemas.microsoft.com/office/drawing/2014/main" id="{0D119384-3921-4265-9025-8FB95610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66925"/>
            <a:ext cx="2457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27" name="fold-3">
            <a:extLst xmlns:a="http://schemas.openxmlformats.org/drawingml/2006/main">
              <a:ext uri="{FF2B5EF4-FFF2-40B4-BE49-F238E27FC236}">
                <a16:creationId xmlns:a16="http://schemas.microsoft.com/office/drawing/2014/main" id="{5662C5AB-8408-4E39-A815-559954E7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3257550"/>
            <a:ext cx="323850" cy="342900"/>
          </a:xfrm>
          <a:custGeom xmlns:a="http://schemas.openxmlformats.org/drawingml/2006/main">
            <a:pathLst>
              <a:path w="9525000" h="9525000">
                <a:moveTo>
                  <a:pt x="0" y="9525000"/>
                </a:moveTo>
                <a:lnTo>
                  <a:pt x="9525000" y="9525000"/>
                </a:lnTo>
                <a:lnTo>
                  <a:pt x="95250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8"/>
            </a:solidFill>
            <a:prstDash val="solid"/>
          </a:ln>
        </p:spPr>
      </p:sp>
      <p:sp>
        <p:nvSpPr>
          <p:cNvPr id="28" name="paper-3">
            <a:extLst xmlns:a="http://schemas.openxmlformats.org/drawingml/2006/main">
              <a:ext uri="{FF2B5EF4-FFF2-40B4-BE49-F238E27FC236}">
                <a16:creationId xmlns:a16="http://schemas.microsoft.com/office/drawing/2014/main" id="{E65BE11A-06D4-49DD-8364-814F77A0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81200"/>
            <a:ext cx="2457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2"/>
            </a:solidFill>
            <a:prstDash val="solid"/>
          </a:ln>
        </p:spPr>
      </p:sp>
      <p:sp>
        <p:nvSpPr>
          <p:cNvPr id="29" name="ribbon-3">
            <a:extLst xmlns:a="http://schemas.openxmlformats.org/drawingml/2006/main">
              <a:ext uri="{FF2B5EF4-FFF2-40B4-BE49-F238E27FC236}">
                <a16:creationId xmlns:a16="http://schemas.microsoft.com/office/drawing/2014/main" id="{31FC8A9E-0784-4723-96FB-89DE81F0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81200"/>
            <a:ext cx="2457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30" name="anchor-3">
            <a:extLst xmlns:a="http://schemas.openxmlformats.org/drawingml/2006/main">
              <a:ext uri="{FF2B5EF4-FFF2-40B4-BE49-F238E27FC236}">
                <a16:creationId xmlns:a16="http://schemas.microsoft.com/office/drawing/2014/main" id="{4B048B24-507B-44CC-8725-C1414059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57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31" name="fold-title-3">
            <a:extLst xmlns:a="http://schemas.openxmlformats.org/drawingml/2006/main">
              <a:ext uri="{FF2B5EF4-FFF2-40B4-BE49-F238E27FC236}">
                <a16:creationId xmlns:a16="http://schemas.microsoft.com/office/drawing/2014/main" id="{65DD1E70-4028-4D50-9CCC-DD618107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038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材料</a:t>
            </a:r>
          </a:p>
        </p:txBody>
      </p:sp>
      <p:sp>
        <p:nvSpPr>
          <p:cNvPr id="32" name="fold-body-3">
            <a:extLst xmlns:a="http://schemas.openxmlformats.org/drawingml/2006/main">
              <a:ext uri="{FF2B5EF4-FFF2-40B4-BE49-F238E27FC236}">
                <a16:creationId xmlns:a16="http://schemas.microsoft.com/office/drawing/2014/main" id="{EA64F2EA-FA02-4E63-BD3F-31BF84A6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9555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来料尺寸波动</a:t>
            </a:r>
          </a:p>
        </p:txBody>
      </p:sp>
      <p:sp>
        <p:nvSpPr>
          <p:cNvPr id="33" name="shadow-4">
            <a:extLst xmlns:a="http://schemas.openxmlformats.org/drawingml/2006/main">
              <a:ext uri="{FF2B5EF4-FFF2-40B4-BE49-F238E27FC236}">
                <a16:creationId xmlns:a16="http://schemas.microsoft.com/office/drawing/2014/main" id="{C273267D-F1AA-4B68-B4DE-4D5EC8B9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48125"/>
            <a:ext cx="2457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34" name="fold-4">
            <a:extLst xmlns:a="http://schemas.openxmlformats.org/drawingml/2006/main">
              <a:ext uri="{FF2B5EF4-FFF2-40B4-BE49-F238E27FC236}">
                <a16:creationId xmlns:a16="http://schemas.microsoft.com/office/drawing/2014/main" id="{8343540B-07EE-45C1-B28D-2FDFBA09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238750"/>
            <a:ext cx="323850" cy="342900"/>
          </a:xfrm>
          <a:custGeom xmlns:a="http://schemas.openxmlformats.org/drawingml/2006/main">
            <a:pathLst>
              <a:path w="9525000" h="9525000">
                <a:moveTo>
                  <a:pt x="0" y="9525000"/>
                </a:moveTo>
                <a:lnTo>
                  <a:pt x="9525000" y="9525000"/>
                </a:lnTo>
                <a:lnTo>
                  <a:pt x="95250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8"/>
            </a:solidFill>
            <a:prstDash val="solid"/>
          </a:ln>
        </p:spPr>
      </p:sp>
      <p:sp>
        <p:nvSpPr>
          <p:cNvPr id="35" name="paper-4">
            <a:extLst xmlns:a="http://schemas.openxmlformats.org/drawingml/2006/main">
              <a:ext uri="{FF2B5EF4-FFF2-40B4-BE49-F238E27FC236}">
                <a16:creationId xmlns:a16="http://schemas.microsoft.com/office/drawing/2014/main" id="{5100E939-E654-4F8C-84DA-C5DBA7E6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62400"/>
            <a:ext cx="2457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2"/>
            </a:solidFill>
            <a:prstDash val="solid"/>
          </a:ln>
        </p:spPr>
      </p:sp>
      <p:sp>
        <p:nvSpPr>
          <p:cNvPr id="36" name="ribbon-4">
            <a:extLst xmlns:a="http://schemas.openxmlformats.org/drawingml/2006/main">
              <a:ext uri="{FF2B5EF4-FFF2-40B4-BE49-F238E27FC236}">
                <a16:creationId xmlns:a16="http://schemas.microsoft.com/office/drawing/2014/main" id="{0DA9CBCD-0370-4FE0-AAD5-EF615888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62400"/>
            <a:ext cx="2457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37" name="anchor-4">
            <a:extLst xmlns:a="http://schemas.openxmlformats.org/drawingml/2006/main">
              <a:ext uri="{FF2B5EF4-FFF2-40B4-BE49-F238E27FC236}">
                <a16:creationId xmlns:a16="http://schemas.microsoft.com/office/drawing/2014/main" id="{CD740EDB-500D-43A4-9100-89DDA621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38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38" name="fold-title-4">
            <a:extLst xmlns:a="http://schemas.openxmlformats.org/drawingml/2006/main">
              <a:ext uri="{FF2B5EF4-FFF2-40B4-BE49-F238E27FC236}">
                <a16:creationId xmlns:a16="http://schemas.microsoft.com/office/drawing/2014/main" id="{223FC75B-A248-41EB-A4D0-9CE091DC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19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环境</a:t>
            </a:r>
          </a:p>
        </p:txBody>
      </p:sp>
      <p:sp>
        <p:nvSpPr>
          <p:cNvPr id="39" name="fold-body-4">
            <a:extLst xmlns:a="http://schemas.openxmlformats.org/drawingml/2006/main">
              <a:ext uri="{FF2B5EF4-FFF2-40B4-BE49-F238E27FC236}">
                <a16:creationId xmlns:a16="http://schemas.microsoft.com/office/drawing/2014/main" id="{D2E7617E-C5D3-4144-B92B-14CE3856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7675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照明影响目检</a:t>
            </a:r>
          </a:p>
        </p:txBody>
      </p:sp>
      <p:sp>
        <p:nvSpPr>
          <p:cNvPr id="40" name="shadow-5">
            <a:extLst xmlns:a="http://schemas.openxmlformats.org/drawingml/2006/main">
              <a:ext uri="{FF2B5EF4-FFF2-40B4-BE49-F238E27FC236}">
                <a16:creationId xmlns:a16="http://schemas.microsoft.com/office/drawing/2014/main" id="{91F949B7-9360-46D6-90B6-ED3C4813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48125"/>
            <a:ext cx="2457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41" name="fold-5">
            <a:extLst xmlns:a="http://schemas.openxmlformats.org/drawingml/2006/main">
              <a:ext uri="{FF2B5EF4-FFF2-40B4-BE49-F238E27FC236}">
                <a16:creationId xmlns:a16="http://schemas.microsoft.com/office/drawing/2014/main" id="{A9083DD9-8FCD-4BA7-94F4-B745FC0C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238750"/>
            <a:ext cx="323850" cy="342900"/>
          </a:xfrm>
          <a:custGeom xmlns:a="http://schemas.openxmlformats.org/drawingml/2006/main">
            <a:pathLst>
              <a:path w="9525000" h="9525000">
                <a:moveTo>
                  <a:pt x="0" y="9525000"/>
                </a:moveTo>
                <a:lnTo>
                  <a:pt x="9525000" y="9525000"/>
                </a:lnTo>
                <a:lnTo>
                  <a:pt x="95250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8"/>
            </a:solidFill>
            <a:prstDash val="solid"/>
          </a:ln>
        </p:spPr>
      </p:sp>
      <p:sp>
        <p:nvSpPr>
          <p:cNvPr id="42" name="paper-5">
            <a:extLst xmlns:a="http://schemas.openxmlformats.org/drawingml/2006/main">
              <a:ext uri="{FF2B5EF4-FFF2-40B4-BE49-F238E27FC236}">
                <a16:creationId xmlns:a16="http://schemas.microsoft.com/office/drawing/2014/main" id="{A888ADAF-4F34-44E9-81F9-ECEF0ECD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62400"/>
            <a:ext cx="2457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2"/>
            </a:solidFill>
            <a:prstDash val="solid"/>
          </a:ln>
        </p:spPr>
      </p:sp>
      <p:sp>
        <p:nvSpPr>
          <p:cNvPr id="43" name="ribbon-5">
            <a:extLst xmlns:a="http://schemas.openxmlformats.org/drawingml/2006/main">
              <a:ext uri="{FF2B5EF4-FFF2-40B4-BE49-F238E27FC236}">
                <a16:creationId xmlns:a16="http://schemas.microsoft.com/office/drawing/2014/main" id="{6808AEBE-E137-4D79-B1F9-A0E8698A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62400"/>
            <a:ext cx="2457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44" name="anchor-5">
            <a:extLst xmlns:a="http://schemas.openxmlformats.org/drawingml/2006/main">
              <a:ext uri="{FF2B5EF4-FFF2-40B4-BE49-F238E27FC236}">
                <a16:creationId xmlns:a16="http://schemas.microsoft.com/office/drawing/2014/main" id="{DC42FD7C-F8F9-4C3C-98BB-952C0608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38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45" name="fold-title-5">
            <a:extLst xmlns:a="http://schemas.openxmlformats.org/drawingml/2006/main">
              <a:ext uri="{FF2B5EF4-FFF2-40B4-BE49-F238E27FC236}">
                <a16:creationId xmlns:a16="http://schemas.microsoft.com/office/drawing/2014/main" id="{EEF0806E-7EBC-49DA-B948-E90D7E8A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19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测量</a:t>
            </a:r>
          </a:p>
        </p:txBody>
      </p:sp>
      <p:sp>
        <p:nvSpPr>
          <p:cNvPr id="46" name="fold-body-5">
            <a:extLst xmlns:a="http://schemas.openxmlformats.org/drawingml/2006/main">
              <a:ext uri="{FF2B5EF4-FFF2-40B4-BE49-F238E27FC236}">
                <a16:creationId xmlns:a16="http://schemas.microsoft.com/office/drawing/2014/main" id="{3F6D4AB9-3BBD-49D3-A17C-AF46260C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7675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量具校准遗漏</a:t>
            </a:r>
          </a:p>
        </p:txBody>
      </p:sp>
      <p:sp>
        <p:nvSpPr>
          <p:cNvPr id="47" name="shadow-6">
            <a:extLst xmlns:a="http://schemas.openxmlformats.org/drawingml/2006/main">
              <a:ext uri="{FF2B5EF4-FFF2-40B4-BE49-F238E27FC236}">
                <a16:creationId xmlns:a16="http://schemas.microsoft.com/office/drawing/2014/main" id="{A4267F1A-52F5-4F24-9A57-E4065B39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48125"/>
            <a:ext cx="2457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48" name="fold-6">
            <a:extLst xmlns:a="http://schemas.openxmlformats.org/drawingml/2006/main">
              <a:ext uri="{FF2B5EF4-FFF2-40B4-BE49-F238E27FC236}">
                <a16:creationId xmlns:a16="http://schemas.microsoft.com/office/drawing/2014/main" id="{DF53A51E-8856-4AC7-A42C-5E7D1A94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238750"/>
            <a:ext cx="323850" cy="342900"/>
          </a:xfrm>
          <a:custGeom xmlns:a="http://schemas.openxmlformats.org/drawingml/2006/main">
            <a:pathLst>
              <a:path w="9525000" h="9525000">
                <a:moveTo>
                  <a:pt x="0" y="9525000"/>
                </a:moveTo>
                <a:lnTo>
                  <a:pt x="9525000" y="9525000"/>
                </a:lnTo>
                <a:lnTo>
                  <a:pt x="95250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8"/>
            </a:solidFill>
            <a:prstDash val="solid"/>
          </a:ln>
        </p:spPr>
      </p:sp>
      <p:sp>
        <p:nvSpPr>
          <p:cNvPr id="49" name="paper-6">
            <a:extLst xmlns:a="http://schemas.openxmlformats.org/drawingml/2006/main">
              <a:ext uri="{FF2B5EF4-FFF2-40B4-BE49-F238E27FC236}">
                <a16:creationId xmlns:a16="http://schemas.microsoft.com/office/drawing/2014/main" id="{80B1FD1D-DDC9-4806-9735-67DA136A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62400"/>
            <a:ext cx="2457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2"/>
            </a:solidFill>
            <a:prstDash val="solid"/>
          </a:ln>
        </p:spPr>
      </p:sp>
      <p:sp>
        <p:nvSpPr>
          <p:cNvPr id="50" name="ribbon-6">
            <a:extLst xmlns:a="http://schemas.openxmlformats.org/drawingml/2006/main">
              <a:ext uri="{FF2B5EF4-FFF2-40B4-BE49-F238E27FC236}">
                <a16:creationId xmlns:a16="http://schemas.microsoft.com/office/drawing/2014/main" id="{618E16FC-6EBB-4C52-8DAF-BFA52131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62400"/>
            <a:ext cx="2457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51" name="anchor-6">
            <a:extLst xmlns:a="http://schemas.openxmlformats.org/drawingml/2006/main">
              <a:ext uri="{FF2B5EF4-FFF2-40B4-BE49-F238E27FC236}">
                <a16:creationId xmlns:a16="http://schemas.microsoft.com/office/drawing/2014/main" id="{A2E297C5-84D5-4487-A829-2723EFC4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38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52" name="fold-title-6">
            <a:extLst xmlns:a="http://schemas.openxmlformats.org/drawingml/2006/main">
              <a:ext uri="{FF2B5EF4-FFF2-40B4-BE49-F238E27FC236}">
                <a16:creationId xmlns:a16="http://schemas.microsoft.com/office/drawing/2014/main" id="{3EBC70C2-1395-425B-862A-B7EAC3C1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19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协作</a:t>
            </a:r>
          </a:p>
        </p:txBody>
      </p:sp>
      <p:sp>
        <p:nvSpPr>
          <p:cNvPr id="53" name="fold-body-6">
            <a:extLst xmlns:a="http://schemas.openxmlformats.org/drawingml/2006/main">
              <a:ext uri="{FF2B5EF4-FFF2-40B4-BE49-F238E27FC236}">
                <a16:creationId xmlns:a16="http://schemas.microsoft.com/office/drawing/2014/main" id="{F243ED9A-EAA3-48BB-9BD6-37B2681E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7675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变更通知不及时</a:t>
            </a:r>
          </a:p>
        </p:txBody>
      </p:sp>
    </p:spTree>
    <p:extLst>
      <p:ext uri="{BB962C8B-B14F-4D97-AF65-F5344CB8AC3E}">
        <p14:creationId xmlns:p14="http://schemas.microsoft.com/office/powerpoint/2010/main" val="18554655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5B02ACB0-B805-42A1-9131-2EBB7328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" name="page-title">
            <a:extLst xmlns:a="http://schemas.openxmlformats.org/drawingml/2006/main">
              <a:ext uri="{FF2B5EF4-FFF2-40B4-BE49-F238E27FC236}">
                <a16:creationId xmlns:a16="http://schemas.microsoft.com/office/drawing/2014/main" id="{B7D6464E-A8F4-4369-81D0-B67E0DA6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是否集中建设共享测试环境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10CC90-2F0A-478D-BEF1-B80416CB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0" y="561975"/>
            <a:ext cx="4743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ECAB05F6-7DEE-4037-8184-674AED60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93AA2-46CD-481E-A170-C54A86CA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048000" y="2476500"/>
            <a:ext cx="609600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3C5965"/>
            </a:solidFill>
            <a:prstDash val="solid"/>
          </a:ln>
        </p:spPr>
      </p:sp>
      <p:sp>
        <p:nvSpPr>
          <p:cNvPr id="6" name="fulcrum">
            <a:extLst xmlns:a="http://schemas.openxmlformats.org/drawingml/2006/main">
              <a:ext uri="{FF2B5EF4-FFF2-40B4-BE49-F238E27FC236}">
                <a16:creationId xmlns:a16="http://schemas.microsoft.com/office/drawing/2014/main" id="{493FA59F-0A70-4628-B7B1-AB3BFF47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146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7" name="fulcrum-base">
            <a:extLst xmlns:a="http://schemas.openxmlformats.org/drawingml/2006/main">
              <a:ext uri="{FF2B5EF4-FFF2-40B4-BE49-F238E27FC236}">
                <a16:creationId xmlns:a16="http://schemas.microsoft.com/office/drawing/2014/main" id="{FD936B2E-D59E-48E7-80D2-28BEB4C3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14675"/>
            <a:ext cx="1524000" cy="285750"/>
          </a:xfrm>
          <a:custGeom xmlns:a="http://schemas.openxmlformats.org/drawingml/2006/main">
            <a:pathLst>
              <a:path w="9525000" h="9525000">
                <a:moveTo>
                  <a:pt x="0" y="0"/>
                </a:moveTo>
                <a:lnTo>
                  <a:pt x="9525000" y="0"/>
                </a:lnTo>
                <a:lnTo>
                  <a:pt x="7500938" y="9525000"/>
                </a:lnTo>
                <a:lnTo>
                  <a:pt x="2024063" y="952500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3BCB6-4F34-4746-BEE3-FC6A072F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29000" y="2895600"/>
            <a:ext cx="9525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C5965"/>
            </a:solidFill>
            <a:prstDash val="solid"/>
          </a:ln>
        </p:spPr>
      </p:sp>
      <p:sp>
        <p:nvSpPr>
          <p:cNvPr id="9" name="pan-0">
            <a:extLst xmlns:a="http://schemas.openxmlformats.org/drawingml/2006/main">
              <a:ext uri="{FF2B5EF4-FFF2-40B4-BE49-F238E27FC236}">
                <a16:creationId xmlns:a16="http://schemas.microsoft.com/office/drawing/2014/main" id="{F0D5E6E1-5C37-45BB-B95C-6D54301D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562350"/>
            <a:ext cx="2381250" cy="552450"/>
          </a:xfrm>
          <a:custGeom xmlns:a="http://schemas.openxmlformats.org/drawingml/2006/main">
            <a:pathLst>
              <a:path w="9525000" h="9525000">
                <a:moveTo>
                  <a:pt x="0" y="0"/>
                </a:moveTo>
                <a:lnTo>
                  <a:pt x="9525000" y="0"/>
                </a:lnTo>
                <a:lnTo>
                  <a:pt x="8191500" y="9525000"/>
                </a:lnTo>
                <a:lnTo>
                  <a:pt x="1333500" y="9525000"/>
                </a:lnTo>
                <a:close/>
              </a:path>
            </a:pathLst>
          </a:custGeom>
          <a:solidFill xmlns:a="http://schemas.openxmlformats.org/drawingml/2006/main">
            <a:srgbClr val="E2E9E8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10" name="pan-label-0">
            <a:extLst xmlns:a="http://schemas.openxmlformats.org/drawingml/2006/main">
              <a:ext uri="{FF2B5EF4-FFF2-40B4-BE49-F238E27FC236}">
                <a16:creationId xmlns:a16="http://schemas.microsoft.com/office/drawing/2014/main" id="{03F08833-4F1F-4971-B54A-0D3EEE4B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480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收益</a:t>
            </a:r>
          </a:p>
        </p:txBody>
      </p:sp>
      <p:sp>
        <p:nvSpPr>
          <p:cNvPr id="11" name="pan-0-item-0">
            <a:extLst xmlns:a="http://schemas.openxmlformats.org/drawingml/2006/main">
              <a:ext uri="{FF2B5EF4-FFF2-40B4-BE49-F238E27FC236}">
                <a16:creationId xmlns:a16="http://schemas.microsoft.com/office/drawing/2014/main" id="{6674ACF2-3CB7-4154-AAE6-4F6F345D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243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· 减少重复维护</a:t>
            </a:r>
          </a:p>
        </p:txBody>
      </p:sp>
      <p:sp>
        <p:nvSpPr>
          <p:cNvPr id="12" name="pan-0-item-1">
            <a:extLst xmlns:a="http://schemas.openxmlformats.org/drawingml/2006/main">
              <a:ext uri="{FF2B5EF4-FFF2-40B4-BE49-F238E27FC236}">
                <a16:creationId xmlns:a16="http://schemas.microsoft.com/office/drawing/2014/main" id="{464C583A-8051-4870-B478-63D16521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1529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· 统一数据版本</a:t>
            </a:r>
          </a:p>
        </p:txBody>
      </p:sp>
      <p:sp>
        <p:nvSpPr>
          <p:cNvPr id="13" name="pan-0-item-2">
            <a:extLst xmlns:a="http://schemas.openxmlformats.org/drawingml/2006/main">
              <a:ext uri="{FF2B5EF4-FFF2-40B4-BE49-F238E27FC236}">
                <a16:creationId xmlns:a16="http://schemas.microsoft.com/office/drawing/2014/main" id="{409A1E7D-CB39-4DB4-A1D0-5E12561A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3815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· 方便协作排查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9097FC-E66D-4D83-9CCA-F27B78AB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63000" y="2476500"/>
            <a:ext cx="9525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C5965"/>
            </a:solidFill>
            <a:prstDash val="solid"/>
          </a:ln>
        </p:spPr>
      </p:sp>
      <p:sp>
        <p:nvSpPr>
          <p:cNvPr id="15" name="pan-1">
            <a:extLst xmlns:a="http://schemas.openxmlformats.org/drawingml/2006/main">
              <a:ext uri="{FF2B5EF4-FFF2-40B4-BE49-F238E27FC236}">
                <a16:creationId xmlns:a16="http://schemas.microsoft.com/office/drawing/2014/main" id="{78582A57-CCBA-4DF2-994A-33F4F2E4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43250"/>
            <a:ext cx="2381250" cy="552450"/>
          </a:xfrm>
          <a:custGeom xmlns:a="http://schemas.openxmlformats.org/drawingml/2006/main">
            <a:pathLst>
              <a:path w="9525000" h="9525000">
                <a:moveTo>
                  <a:pt x="0" y="0"/>
                </a:moveTo>
                <a:lnTo>
                  <a:pt x="9525000" y="0"/>
                </a:lnTo>
                <a:lnTo>
                  <a:pt x="8191500" y="9525000"/>
                </a:lnTo>
                <a:lnTo>
                  <a:pt x="1333500" y="9525000"/>
                </a:lnTo>
                <a:close/>
              </a:path>
            </a:pathLst>
          </a:custGeom>
          <a:solidFill xmlns:a="http://schemas.openxmlformats.org/drawingml/2006/main">
            <a:srgbClr val="E8E1DC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16" name="pan-label-1">
            <a:extLst xmlns:a="http://schemas.openxmlformats.org/drawingml/2006/main">
              <a:ext uri="{FF2B5EF4-FFF2-40B4-BE49-F238E27FC236}">
                <a16:creationId xmlns:a16="http://schemas.microsoft.com/office/drawing/2014/main" id="{5C3B13FE-52BC-4349-BFBC-A0511445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289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代价</a:t>
            </a:r>
          </a:p>
        </p:txBody>
      </p:sp>
      <p:sp>
        <p:nvSpPr>
          <p:cNvPr id="17" name="pan-1-item-0">
            <a:extLst xmlns:a="http://schemas.openxmlformats.org/drawingml/2006/main">
              <a:ext uri="{FF2B5EF4-FFF2-40B4-BE49-F238E27FC236}">
                <a16:creationId xmlns:a16="http://schemas.microsoft.com/office/drawing/2014/main" id="{D7EB49C4-105F-48BD-AEA0-7922E434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5052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· 迁移需要时间</a:t>
            </a:r>
          </a:p>
        </p:txBody>
      </p:sp>
      <p:sp>
        <p:nvSpPr>
          <p:cNvPr id="18" name="pan-1-item-1">
            <a:extLst xmlns:a="http://schemas.openxmlformats.org/drawingml/2006/main">
              <a:ext uri="{FF2B5EF4-FFF2-40B4-BE49-F238E27FC236}">
                <a16:creationId xmlns:a16="http://schemas.microsoft.com/office/drawing/2014/main" id="{81599C0F-01CD-4F19-B07E-088F3836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7338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· 公共资源可能排队</a:t>
            </a:r>
          </a:p>
        </p:txBody>
      </p:sp>
      <p:sp>
        <p:nvSpPr>
          <p:cNvPr id="19" name="pan-1-item-2">
            <a:extLst xmlns:a="http://schemas.openxmlformats.org/drawingml/2006/main">
              <a:ext uri="{FF2B5EF4-FFF2-40B4-BE49-F238E27FC236}">
                <a16:creationId xmlns:a16="http://schemas.microsoft.com/office/drawing/2014/main" id="{177C579A-CF8F-4E18-B4B2-034F1004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624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· 需要明确责任人</a:t>
            </a:r>
          </a:p>
        </p:txBody>
      </p:sp>
      <p:sp>
        <p:nvSpPr>
          <p:cNvPr id="20" name="verdict">
            <a:extLst xmlns:a="http://schemas.openxmlformats.org/drawingml/2006/main">
              <a:ext uri="{FF2B5EF4-FFF2-40B4-BE49-F238E27FC236}">
                <a16:creationId xmlns:a16="http://schemas.microsoft.com/office/drawing/2014/main" id="{93077A15-5B17-4090-A958-5B0E0532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62500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1" name="verdict-text">
            <a:extLst xmlns:a="http://schemas.openxmlformats.org/drawingml/2006/main">
              <a:ext uri="{FF2B5EF4-FFF2-40B4-BE49-F238E27FC236}">
                <a16:creationId xmlns:a16="http://schemas.microsoft.com/office/drawing/2014/main" id="{B7196341-ACEA-4688-86C2-8B748C00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86325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先在两个项目试用，暂不全面切换</a:t>
            </a:r>
          </a:p>
        </p:txBody>
      </p:sp>
    </p:spTree>
    <p:extLst>
      <p:ext uri="{BB962C8B-B14F-4D97-AF65-F5344CB8AC3E}">
        <p14:creationId xmlns:p14="http://schemas.microsoft.com/office/powerpoint/2010/main" val="17159328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778BCBB4-7A92-4D4F-8489-B09E74A3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" name="page-title">
            <a:extLst xmlns:a="http://schemas.openxmlformats.org/drawingml/2006/main">
              <a:ext uri="{FF2B5EF4-FFF2-40B4-BE49-F238E27FC236}">
                <a16:creationId xmlns:a16="http://schemas.microsoft.com/office/drawing/2014/main" id="{B48C12D0-C58C-48BC-A24C-F720D75D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从候选需求逐层收敛到发布范围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CC6D01-7C0D-4F54-B598-57A36BDD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0" y="561975"/>
            <a:ext cx="4743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17FF3153-796C-40DC-BAFA-17EE74A0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5" name="input-0">
            <a:extLst xmlns:a="http://schemas.openxmlformats.org/drawingml/2006/main">
              <a:ext uri="{FF2B5EF4-FFF2-40B4-BE49-F238E27FC236}">
                <a16:creationId xmlns:a16="http://schemas.microsoft.com/office/drawing/2014/main" id="{4610F926-ACF8-4750-9D2C-765582BC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76375"/>
            <a:ext cx="87630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6" name="input-0-text">
            <a:extLst xmlns:a="http://schemas.openxmlformats.org/drawingml/2006/main">
              <a:ext uri="{FF2B5EF4-FFF2-40B4-BE49-F238E27FC236}">
                <a16:creationId xmlns:a16="http://schemas.microsoft.com/office/drawing/2014/main" id="{F944F022-A5E9-4A56-8A14-627C6126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621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用户反馈</a:t>
            </a:r>
          </a:p>
        </p:txBody>
      </p:sp>
      <p:sp>
        <p:nvSpPr>
          <p:cNvPr id="7" name="input-1">
            <a:extLst xmlns:a="http://schemas.openxmlformats.org/drawingml/2006/main">
              <a:ext uri="{FF2B5EF4-FFF2-40B4-BE49-F238E27FC236}">
                <a16:creationId xmlns:a16="http://schemas.microsoft.com/office/drawing/2014/main" id="{50B6D52B-172C-4F39-8E21-C48711E2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76375"/>
            <a:ext cx="87630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8" name="input-1-text">
            <a:extLst xmlns:a="http://schemas.openxmlformats.org/drawingml/2006/main">
              <a:ext uri="{FF2B5EF4-FFF2-40B4-BE49-F238E27FC236}">
                <a16:creationId xmlns:a16="http://schemas.microsoft.com/office/drawing/2014/main" id="{BF00D199-950B-48A4-A0A6-825923A4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5621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业务规划</a:t>
            </a:r>
          </a:p>
        </p:txBody>
      </p:sp>
      <p:sp>
        <p:nvSpPr>
          <p:cNvPr id="9" name="input-2">
            <a:extLst xmlns:a="http://schemas.openxmlformats.org/drawingml/2006/main">
              <a:ext uri="{FF2B5EF4-FFF2-40B4-BE49-F238E27FC236}">
                <a16:creationId xmlns:a16="http://schemas.microsoft.com/office/drawing/2014/main" id="{56DD4757-F8DB-4FEE-A1E3-3A693F22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76375"/>
            <a:ext cx="87630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input-2-text">
            <a:extLst xmlns:a="http://schemas.openxmlformats.org/drawingml/2006/main">
              <a:ext uri="{FF2B5EF4-FFF2-40B4-BE49-F238E27FC236}">
                <a16:creationId xmlns:a16="http://schemas.microsoft.com/office/drawing/2014/main" id="{F3111661-1416-4A0E-B689-DA9FC1D3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621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运维问题</a:t>
            </a:r>
          </a:p>
        </p:txBody>
      </p:sp>
      <p:sp>
        <p:nvSpPr>
          <p:cNvPr id="11" name="funnel-0">
            <a:extLst xmlns:a="http://schemas.openxmlformats.org/drawingml/2006/main">
              <a:ext uri="{FF2B5EF4-FFF2-40B4-BE49-F238E27FC236}">
                <a16:creationId xmlns:a16="http://schemas.microsoft.com/office/drawing/2014/main" id="{A869C764-5FFA-4794-B572-DB3F290F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3048000" cy="628650"/>
          </a:xfrm>
          <a:custGeom xmlns:a="http://schemas.openxmlformats.org/drawingml/2006/main">
            <a:pathLst>
              <a:path w="9525000" h="9525000">
                <a:moveTo>
                  <a:pt x="0" y="0"/>
                </a:moveTo>
                <a:lnTo>
                  <a:pt x="9525000" y="0"/>
                </a:lnTo>
                <a:lnTo>
                  <a:pt x="8870156" y="9525000"/>
                </a:lnTo>
                <a:lnTo>
                  <a:pt x="654844" y="9525000"/>
                </a:lnTo>
                <a:close/>
              </a:path>
            </a:pathLst>
          </a:custGeom>
          <a:solidFill xmlns:a="http://schemas.openxmlformats.org/drawingml/2006/main">
            <a:srgbClr val="E6ECEA"/>
          </a:solidFill>
          <a:ln xmlns:a="http://schemas.openxmlformats.org/drawingml/2006/main" w="9525">
            <a:solidFill>
              <a:srgbClr val="A6BDBE"/>
            </a:solidFill>
            <a:prstDash val="solid"/>
          </a:ln>
        </p:spPr>
      </p:sp>
      <p:sp>
        <p:nvSpPr>
          <p:cNvPr id="12" name="funnel-0-title">
            <a:extLst xmlns:a="http://schemas.openxmlformats.org/drawingml/2006/main">
              <a:ext uri="{FF2B5EF4-FFF2-40B4-BE49-F238E27FC236}">
                <a16:creationId xmlns:a16="http://schemas.microsoft.com/office/drawing/2014/main" id="{CD5B0FBD-6D74-45CF-AF4B-6584914B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9550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收集</a:t>
            </a:r>
          </a:p>
        </p:txBody>
      </p:sp>
      <p:sp>
        <p:nvSpPr>
          <p:cNvPr id="13" name="funnel-0-body">
            <a:extLst xmlns:a="http://schemas.openxmlformats.org/drawingml/2006/main">
              <a:ext uri="{FF2B5EF4-FFF2-40B4-BE49-F238E27FC236}">
                <a16:creationId xmlns:a16="http://schemas.microsoft.com/office/drawing/2014/main" id="{C6A0BBDC-312D-4065-B5FB-A0CF64A9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241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整理背景和受众</a:t>
            </a:r>
          </a:p>
        </p:txBody>
      </p:sp>
      <p:sp>
        <p:nvSpPr>
          <p:cNvPr id="14" name="funnel-1">
            <a:extLst xmlns:a="http://schemas.openxmlformats.org/drawingml/2006/main">
              <a:ext uri="{FF2B5EF4-FFF2-40B4-BE49-F238E27FC236}">
                <a16:creationId xmlns:a16="http://schemas.microsoft.com/office/drawing/2014/main" id="{CA66BCEC-4260-48E0-8A6D-FF5AD33C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781300"/>
            <a:ext cx="2533650" cy="628650"/>
          </a:xfrm>
          <a:custGeom xmlns:a="http://schemas.openxmlformats.org/drawingml/2006/main">
            <a:pathLst>
              <a:path w="9525000" h="9525000">
                <a:moveTo>
                  <a:pt x="0" y="0"/>
                </a:moveTo>
                <a:lnTo>
                  <a:pt x="9525000" y="0"/>
                </a:lnTo>
                <a:lnTo>
                  <a:pt x="8737218" y="9525000"/>
                </a:lnTo>
                <a:lnTo>
                  <a:pt x="787782" y="9525000"/>
                </a:lnTo>
                <a:close/>
              </a:path>
            </a:pathLst>
          </a:custGeom>
          <a:solidFill xmlns:a="http://schemas.openxmlformats.org/drawingml/2006/main">
            <a:srgbClr val="D5E1E0"/>
          </a:solidFill>
          <a:ln xmlns:a="http://schemas.openxmlformats.org/drawingml/2006/main" w="9525">
            <a:solidFill>
              <a:srgbClr val="A6BDBE"/>
            </a:solidFill>
            <a:prstDash val="solid"/>
          </a:ln>
        </p:spPr>
      </p:sp>
      <p:sp>
        <p:nvSpPr>
          <p:cNvPr id="15" name="funnel-1-title">
            <a:extLst xmlns:a="http://schemas.openxmlformats.org/drawingml/2006/main">
              <a:ext uri="{FF2B5EF4-FFF2-40B4-BE49-F238E27FC236}">
                <a16:creationId xmlns:a16="http://schemas.microsoft.com/office/drawing/2014/main" id="{759606CF-BBF5-4318-9A80-ECBACAEC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87655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澄清</a:t>
            </a:r>
          </a:p>
        </p:txBody>
      </p:sp>
      <p:sp>
        <p:nvSpPr>
          <p:cNvPr id="16" name="funnel-1-body">
            <a:extLst xmlns:a="http://schemas.openxmlformats.org/drawingml/2006/main">
              <a:ext uri="{FF2B5EF4-FFF2-40B4-BE49-F238E27FC236}">
                <a16:creationId xmlns:a16="http://schemas.microsoft.com/office/drawing/2014/main" id="{1D60511A-37C1-4E10-9289-09DBC5C7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1051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确认目标与约束</a:t>
            </a:r>
          </a:p>
        </p:txBody>
      </p:sp>
      <p:sp>
        <p:nvSpPr>
          <p:cNvPr id="17" name="funnel-2">
            <a:extLst xmlns:a="http://schemas.openxmlformats.org/drawingml/2006/main">
              <a:ext uri="{FF2B5EF4-FFF2-40B4-BE49-F238E27FC236}">
                <a16:creationId xmlns:a16="http://schemas.microsoft.com/office/drawing/2014/main" id="{D78027C1-2868-4D49-8494-7BB90953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62350"/>
            <a:ext cx="2019300" cy="628650"/>
          </a:xfrm>
          <a:custGeom xmlns:a="http://schemas.openxmlformats.org/drawingml/2006/main">
            <a:pathLst>
              <a:path w="9525000" h="9525000">
                <a:moveTo>
                  <a:pt x="0" y="0"/>
                </a:moveTo>
                <a:lnTo>
                  <a:pt x="9525000" y="0"/>
                </a:lnTo>
                <a:lnTo>
                  <a:pt x="8536557" y="9525000"/>
                </a:lnTo>
                <a:lnTo>
                  <a:pt x="988443" y="9525000"/>
                </a:lnTo>
                <a:close/>
              </a:path>
            </a:pathLst>
          </a:custGeom>
          <a:solidFill xmlns:a="http://schemas.openxmlformats.org/drawingml/2006/main">
            <a:srgbClr val="C2D3D4"/>
          </a:solidFill>
          <a:ln xmlns:a="http://schemas.openxmlformats.org/drawingml/2006/main" w="9525">
            <a:solidFill>
              <a:srgbClr val="A6BDBE"/>
            </a:solidFill>
            <a:prstDash val="solid"/>
          </a:ln>
        </p:spPr>
      </p:sp>
      <p:sp>
        <p:nvSpPr>
          <p:cNvPr id="18" name="funnel-2-title">
            <a:extLst xmlns:a="http://schemas.openxmlformats.org/drawingml/2006/main">
              <a:ext uri="{FF2B5EF4-FFF2-40B4-BE49-F238E27FC236}">
                <a16:creationId xmlns:a16="http://schemas.microsoft.com/office/drawing/2014/main" id="{DFCD31E4-9D5A-490A-A8B5-CF6BE413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57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评估</a:t>
            </a:r>
          </a:p>
        </p:txBody>
      </p:sp>
      <p:sp>
        <p:nvSpPr>
          <p:cNvPr id="19" name="funnel-2-body">
            <a:extLst xmlns:a="http://schemas.openxmlformats.org/drawingml/2006/main">
              <a:ext uri="{FF2B5EF4-FFF2-40B4-BE49-F238E27FC236}">
                <a16:creationId xmlns:a16="http://schemas.microsoft.com/office/drawing/2014/main" id="{C0E77DFE-93C8-4E37-BB34-828B0924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862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检查价值、工作量和依赖</a:t>
            </a:r>
          </a:p>
        </p:txBody>
      </p:sp>
      <p:sp>
        <p:nvSpPr>
          <p:cNvPr id="20" name="funnel-3">
            <a:extLst xmlns:a="http://schemas.openxmlformats.org/drawingml/2006/main">
              <a:ext uri="{FF2B5EF4-FFF2-40B4-BE49-F238E27FC236}">
                <a16:creationId xmlns:a16="http://schemas.microsoft.com/office/drawing/2014/main" id="{4A949877-1313-4211-BCF0-6338044B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343400"/>
            <a:ext cx="1504950" cy="628650"/>
          </a:xfrm>
          <a:custGeom xmlns:a="http://schemas.openxmlformats.org/drawingml/2006/main">
            <a:pathLst>
              <a:path w="9525000" h="9525000">
                <a:moveTo>
                  <a:pt x="0" y="0"/>
                </a:moveTo>
                <a:lnTo>
                  <a:pt x="9525000" y="0"/>
                </a:lnTo>
                <a:lnTo>
                  <a:pt x="8198734" y="9525000"/>
                </a:lnTo>
                <a:lnTo>
                  <a:pt x="1326266" y="9525000"/>
                </a:lnTo>
                <a:close/>
              </a:path>
            </a:pathLst>
          </a:custGeom>
          <a:solidFill xmlns:a="http://schemas.openxmlformats.org/drawingml/2006/main">
            <a:srgbClr val="AFC7C9"/>
          </a:solidFill>
          <a:ln xmlns:a="http://schemas.openxmlformats.org/drawingml/2006/main" w="9525">
            <a:solidFill>
              <a:srgbClr val="A6BDBE"/>
            </a:solidFill>
            <a:prstDash val="solid"/>
          </a:ln>
        </p:spPr>
      </p:sp>
      <p:sp>
        <p:nvSpPr>
          <p:cNvPr id="21" name="funnel-3-title">
            <a:extLst xmlns:a="http://schemas.openxmlformats.org/drawingml/2006/main">
              <a:ext uri="{FF2B5EF4-FFF2-40B4-BE49-F238E27FC236}">
                <a16:creationId xmlns:a16="http://schemas.microsoft.com/office/drawing/2014/main" id="{DCA303B6-B86C-415B-A88C-195850B6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4386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承诺</a:t>
            </a:r>
          </a:p>
        </p:txBody>
      </p:sp>
      <p:sp>
        <p:nvSpPr>
          <p:cNvPr id="22" name="funnel-3-body">
            <a:extLst xmlns:a="http://schemas.openxmlformats.org/drawingml/2006/main">
              <a:ext uri="{FF2B5EF4-FFF2-40B4-BE49-F238E27FC236}">
                <a16:creationId xmlns:a16="http://schemas.microsoft.com/office/drawing/2014/main" id="{3D14A1F6-953A-4883-B983-26533095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6672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确定本期发布范围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EE7CF1-0E39-4E6E-8A52-FD0E6404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1809750"/>
            <a:ext cx="9525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24" name="funnel-result">
            <a:extLst xmlns:a="http://schemas.openxmlformats.org/drawingml/2006/main">
              <a:ext uri="{FF2B5EF4-FFF2-40B4-BE49-F238E27FC236}">
                <a16:creationId xmlns:a16="http://schemas.microsoft.com/office/drawing/2014/main" id="{15080A37-9F6F-4C38-A86E-EE728A54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4578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发布范围</a:t>
            </a:r>
          </a:p>
        </p:txBody>
      </p:sp>
      <p:sp>
        <p:nvSpPr>
          <p:cNvPr id="25" name="funnel-note">
            <a:extLst xmlns:a="http://schemas.openxmlformats.org/drawingml/2006/main">
              <a:ext uri="{FF2B5EF4-FFF2-40B4-BE49-F238E27FC236}">
                <a16:creationId xmlns:a16="http://schemas.microsoft.com/office/drawing/2014/main" id="{C0935555-EB6F-4CFE-966C-AC884F17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入口对象独立进入同一收敛路径</a:t>
            </a:r>
          </a:p>
        </p:txBody>
      </p:sp>
    </p:spTree>
    <p:extLst>
      <p:ext uri="{BB962C8B-B14F-4D97-AF65-F5344CB8AC3E}">
        <p14:creationId xmlns:p14="http://schemas.microsoft.com/office/powerpoint/2010/main" val="8170748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AD300095-7124-42F3-941A-4EAFAF3E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2" name="page-title">
            <a:extLst xmlns:a="http://schemas.openxmlformats.org/drawingml/2006/main">
              <a:ext uri="{FF2B5EF4-FFF2-40B4-BE49-F238E27FC236}">
                <a16:creationId xmlns:a16="http://schemas.microsoft.com/office/drawing/2014/main" id="{33084F24-DC6E-47ED-B26A-2043A949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质量改进形成持续闭环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B7C0A-4E29-4D5E-B0BC-63F9A5BE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0" y="561975"/>
            <a:ext cx="4743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464E6353-6E29-4308-B66B-CECFAA53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5065D-1D9C-43AE-B025-CF0616BB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047875"/>
            <a:ext cx="2536468" cy="9872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C596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4ACBF-74C6-4103-8F40-6E6DE238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663623" y="3035117"/>
            <a:ext cx="968844" cy="15973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C596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2A41B-73A2-4786-936B-2B9474EE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528377" y="4632508"/>
            <a:ext cx="3135247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C59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670D4-8E4A-4179-92E9-58C5490F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559532" y="3035117"/>
            <a:ext cx="968844" cy="15973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C596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2E761-9ED5-4746-98A1-0F29762C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559532" y="2047875"/>
            <a:ext cx="2536468" cy="9872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C5965"/>
            </a:solidFill>
            <a:prstDash val="solid"/>
          </a:ln>
        </p:spPr>
      </p:sp>
      <p:sp>
        <p:nvSpPr>
          <p:cNvPr id="10" name="cycle-center">
            <a:extLst xmlns:a="http://schemas.openxmlformats.org/drawingml/2006/main">
              <a:ext uri="{FF2B5EF4-FFF2-40B4-BE49-F238E27FC236}">
                <a16:creationId xmlns:a16="http://schemas.microsoft.com/office/drawing/2014/main" id="{2075C363-A4E6-4954-B296-B7C22083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81325"/>
            <a:ext cx="16764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1" name="cycle-center-text">
            <a:extLst xmlns:a="http://schemas.openxmlformats.org/drawingml/2006/main">
              <a:ext uri="{FF2B5EF4-FFF2-40B4-BE49-F238E27FC236}">
                <a16:creationId xmlns:a16="http://schemas.microsoft.com/office/drawing/2014/main" id="{BCFF428F-7BB1-4BDD-9665-5A7E6258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62325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持续改进</a:t>
            </a:r>
          </a:p>
        </p:txBody>
      </p:sp>
      <p:sp>
        <p:nvSpPr>
          <p:cNvPr id="12" name="cycle-node-0">
            <a:extLst xmlns:a="http://schemas.openxmlformats.org/drawingml/2006/main">
              <a:ext uri="{FF2B5EF4-FFF2-40B4-BE49-F238E27FC236}">
                <a16:creationId xmlns:a16="http://schemas.microsoft.com/office/drawing/2014/main" id="{0D720280-692D-43FB-A7B1-3FCE0AB1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43075"/>
            <a:ext cx="11811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3" name="cycle-0-title">
            <a:extLst xmlns:a="http://schemas.openxmlformats.org/drawingml/2006/main">
              <a:ext uri="{FF2B5EF4-FFF2-40B4-BE49-F238E27FC236}">
                <a16:creationId xmlns:a16="http://schemas.microsoft.com/office/drawing/2014/main" id="{8141AE68-3939-4731-AB37-3DF42220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00225"/>
            <a:ext cx="990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观察现象</a:t>
            </a:r>
          </a:p>
        </p:txBody>
      </p:sp>
      <p:sp>
        <p:nvSpPr>
          <p:cNvPr id="14" name="cycle-0-body">
            <a:extLst xmlns:a="http://schemas.openxmlformats.org/drawingml/2006/main">
              <a:ext uri="{FF2B5EF4-FFF2-40B4-BE49-F238E27FC236}">
                <a16:creationId xmlns:a16="http://schemas.microsoft.com/office/drawing/2014/main" id="{6F789150-8152-4512-9714-81687A59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28825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记录可见变化</a:t>
            </a:r>
          </a:p>
        </p:txBody>
      </p:sp>
      <p:sp>
        <p:nvSpPr>
          <p:cNvPr id="15" name="cycle-node-1">
            <a:extLst xmlns:a="http://schemas.openxmlformats.org/drawingml/2006/main">
              <a:ext uri="{FF2B5EF4-FFF2-40B4-BE49-F238E27FC236}">
                <a16:creationId xmlns:a16="http://schemas.microsoft.com/office/drawing/2014/main" id="{B96F7380-E419-4D46-8C44-02D04E11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918" y="2730317"/>
            <a:ext cx="11811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cycle-1-title">
            <a:extLst xmlns:a="http://schemas.openxmlformats.org/drawingml/2006/main">
              <a:ext uri="{FF2B5EF4-FFF2-40B4-BE49-F238E27FC236}">
                <a16:creationId xmlns:a16="http://schemas.microsoft.com/office/drawing/2014/main" id="{A6EC830E-EC38-46D2-9B71-7C6373E4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168" y="2787467"/>
            <a:ext cx="990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界定问题</a:t>
            </a:r>
          </a:p>
        </p:txBody>
      </p:sp>
      <p:sp>
        <p:nvSpPr>
          <p:cNvPr id="17" name="cycle-1-body">
            <a:extLst xmlns:a="http://schemas.openxmlformats.org/drawingml/2006/main">
              <a:ext uri="{FF2B5EF4-FFF2-40B4-BE49-F238E27FC236}">
                <a16:creationId xmlns:a16="http://schemas.microsoft.com/office/drawing/2014/main" id="{0113ABE6-5AFA-4FEE-BCAB-4578765A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8118" y="3016067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描述问题边界</a:t>
            </a:r>
          </a:p>
        </p:txBody>
      </p:sp>
      <p:sp>
        <p:nvSpPr>
          <p:cNvPr id="18" name="cycle-node-2">
            <a:extLst xmlns:a="http://schemas.openxmlformats.org/drawingml/2006/main">
              <a:ext uri="{FF2B5EF4-FFF2-40B4-BE49-F238E27FC236}">
                <a16:creationId xmlns:a16="http://schemas.microsoft.com/office/drawing/2014/main" id="{2B6195B7-F43A-4F1E-A8B9-D17CDA11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3073" y="4327708"/>
            <a:ext cx="11811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cycle-2-title">
            <a:extLst xmlns:a="http://schemas.openxmlformats.org/drawingml/2006/main">
              <a:ext uri="{FF2B5EF4-FFF2-40B4-BE49-F238E27FC236}">
                <a16:creationId xmlns:a16="http://schemas.microsoft.com/office/drawing/2014/main" id="{EDC9710E-F3CD-4F60-A51B-2E932D63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323" y="4384858"/>
            <a:ext cx="990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提出假设</a:t>
            </a:r>
          </a:p>
        </p:txBody>
      </p:sp>
      <p:sp>
        <p:nvSpPr>
          <p:cNvPr id="20" name="cycle-2-body">
            <a:extLst xmlns:a="http://schemas.openxmlformats.org/drawingml/2006/main">
              <a:ext uri="{FF2B5EF4-FFF2-40B4-BE49-F238E27FC236}">
                <a16:creationId xmlns:a16="http://schemas.microsoft.com/office/drawing/2014/main" id="{2D19D008-FA23-4953-B9A1-A1AFBD94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9273" y="4613458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说明可能原因</a:t>
            </a:r>
          </a:p>
        </p:txBody>
      </p:sp>
      <p:sp>
        <p:nvSpPr>
          <p:cNvPr id="21" name="cycle-node-3">
            <a:extLst xmlns:a="http://schemas.openxmlformats.org/drawingml/2006/main">
              <a:ext uri="{FF2B5EF4-FFF2-40B4-BE49-F238E27FC236}">
                <a16:creationId xmlns:a16="http://schemas.microsoft.com/office/drawing/2014/main" id="{08C52064-2E36-4AF1-962C-8E49372E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827" y="4327708"/>
            <a:ext cx="11811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cycle-3-title">
            <a:extLst xmlns:a="http://schemas.openxmlformats.org/drawingml/2006/main">
              <a:ext uri="{FF2B5EF4-FFF2-40B4-BE49-F238E27FC236}">
                <a16:creationId xmlns:a16="http://schemas.microsoft.com/office/drawing/2014/main" id="{37139BC3-2B7E-4CF9-89C8-EF59DBC5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077" y="4384858"/>
            <a:ext cx="990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实施调整</a:t>
            </a:r>
          </a:p>
        </p:txBody>
      </p:sp>
      <p:sp>
        <p:nvSpPr>
          <p:cNvPr id="23" name="cycle-3-body">
            <a:extLst xmlns:a="http://schemas.openxmlformats.org/drawingml/2006/main">
              <a:ext uri="{FF2B5EF4-FFF2-40B4-BE49-F238E27FC236}">
                <a16:creationId xmlns:a16="http://schemas.microsoft.com/office/drawing/2014/main" id="{CF8B8976-DEB5-4E64-AC18-A5E4AAC4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027" y="4613458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执行小范围改变</a:t>
            </a:r>
          </a:p>
        </p:txBody>
      </p:sp>
      <p:sp>
        <p:nvSpPr>
          <p:cNvPr id="24" name="cycle-node-4">
            <a:extLst xmlns:a="http://schemas.openxmlformats.org/drawingml/2006/main">
              <a:ext uri="{FF2B5EF4-FFF2-40B4-BE49-F238E27FC236}">
                <a16:creationId xmlns:a16="http://schemas.microsoft.com/office/drawing/2014/main" id="{1502C108-8655-4CDF-BEC3-22679755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982" y="2730317"/>
            <a:ext cx="11811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5" name="cycle-4-title">
            <a:extLst xmlns:a="http://schemas.openxmlformats.org/drawingml/2006/main">
              <a:ext uri="{FF2B5EF4-FFF2-40B4-BE49-F238E27FC236}">
                <a16:creationId xmlns:a16="http://schemas.microsoft.com/office/drawing/2014/main" id="{063A3C06-A7A6-41DD-8837-4328F700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232" y="2787467"/>
            <a:ext cx="990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检查效果</a:t>
            </a:r>
          </a:p>
        </p:txBody>
      </p:sp>
      <p:sp>
        <p:nvSpPr>
          <p:cNvPr id="26" name="cycle-4-body">
            <a:extLst xmlns:a="http://schemas.openxmlformats.org/drawingml/2006/main">
              <a:ext uri="{FF2B5EF4-FFF2-40B4-BE49-F238E27FC236}">
                <a16:creationId xmlns:a16="http://schemas.microsoft.com/office/drawing/2014/main" id="{1EC7A138-074E-4E1D-B727-4541F349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182" y="3016067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比较调整前后</a:t>
            </a:r>
          </a:p>
        </p:txBody>
      </p:sp>
      <p:sp>
        <p:nvSpPr>
          <p:cNvPr id="27" name="cycle-side-note">
            <a:extLst xmlns:a="http://schemas.openxmlformats.org/drawingml/2006/main">
              <a:ext uri="{FF2B5EF4-FFF2-40B4-BE49-F238E27FC236}">
                <a16:creationId xmlns:a16="http://schemas.microsoft.com/office/drawing/2014/main" id="{00DBACC5-21B5-4281-9705-709C8A71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00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支持条件：记录与协作</a:t>
            </a:r>
          </a:p>
        </p:txBody>
      </p:sp>
    </p:spTree>
    <p:extLst>
      <p:ext uri="{BB962C8B-B14F-4D97-AF65-F5344CB8AC3E}">
        <p14:creationId xmlns:p14="http://schemas.microsoft.com/office/powerpoint/2010/main" val="16485505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0845F0EB-8D2E-493E-AA34-C82078D4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2" name="page-title">
            <a:extLst xmlns:a="http://schemas.openxmlformats.org/drawingml/2006/main">
              <a:ext uri="{FF2B5EF4-FFF2-40B4-BE49-F238E27FC236}">
                <a16:creationId xmlns:a16="http://schemas.microsoft.com/office/drawing/2014/main" id="{A4073635-16CB-4282-BE39-2225783C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三个策略共同服务交付可预测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30570-1806-4D42-A389-30542CAD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0" y="561975"/>
            <a:ext cx="4743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D96FF674-044D-41DE-9AE7-0423688F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5" name="goal">
            <a:extLst xmlns:a="http://schemas.openxmlformats.org/drawingml/2006/main">
              <a:ext uri="{FF2B5EF4-FFF2-40B4-BE49-F238E27FC236}">
                <a16:creationId xmlns:a16="http://schemas.microsoft.com/office/drawing/2014/main" id="{7A148B74-ECDE-474E-A56A-1CC90C2B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81150"/>
            <a:ext cx="228600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6" name="goal-text">
            <a:extLst xmlns:a="http://schemas.openxmlformats.org/drawingml/2006/main">
              <a:ext uri="{FF2B5EF4-FFF2-40B4-BE49-F238E27FC236}">
                <a16:creationId xmlns:a16="http://schemas.microsoft.com/office/drawing/2014/main" id="{A7DCF14F-F5A6-4D3C-B176-8477CD72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811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让交付可预测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71A8D-0C75-4728-9F45-4DD92CFC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286125" y="2247900"/>
            <a:ext cx="2809875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8" name="strategy-0">
            <a:extLst xmlns:a="http://schemas.openxmlformats.org/drawingml/2006/main">
              <a:ext uri="{FF2B5EF4-FFF2-40B4-BE49-F238E27FC236}">
                <a16:creationId xmlns:a16="http://schemas.microsoft.com/office/drawing/2014/main" id="{DAA8AD48-CC8D-4B75-BFA4-EB180628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57500"/>
            <a:ext cx="18097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9" name="strategy-anchor-0">
            <a:extLst xmlns:a="http://schemas.openxmlformats.org/drawingml/2006/main">
              <a:ext uri="{FF2B5EF4-FFF2-40B4-BE49-F238E27FC236}">
                <a16:creationId xmlns:a16="http://schemas.microsoft.com/office/drawing/2014/main" id="{D3C362C8-0DDE-46BC-A298-08EDE5AC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670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10" name="strategy-0-number">
            <a:extLst xmlns:a="http://schemas.openxmlformats.org/drawingml/2006/main">
              <a:ext uri="{FF2B5EF4-FFF2-40B4-BE49-F238E27FC236}">
                <a16:creationId xmlns:a16="http://schemas.microsoft.com/office/drawing/2014/main" id="{84CBC394-E007-4A9A-9922-3063C841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813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11" name="strategy-0-title">
            <a:extLst xmlns:a="http://schemas.openxmlformats.org/drawingml/2006/main">
              <a:ext uri="{FF2B5EF4-FFF2-40B4-BE49-F238E27FC236}">
                <a16:creationId xmlns:a16="http://schemas.microsoft.com/office/drawing/2014/main" id="{8140BBCE-388E-4994-8AF5-6BAA08DD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143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提前澄清</a:t>
            </a:r>
          </a:p>
        </p:txBody>
      </p:sp>
      <p:sp>
        <p:nvSpPr>
          <p:cNvPr id="12" name="strategy-0-action-label">
            <a:extLst xmlns:a="http://schemas.openxmlformats.org/drawingml/2006/main">
              <a:ext uri="{FF2B5EF4-FFF2-40B4-BE49-F238E27FC236}">
                <a16:creationId xmlns:a16="http://schemas.microsoft.com/office/drawing/2014/main" id="{DFF521D5-DC73-4D0D-931C-C7AC0A0A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909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行动</a:t>
            </a:r>
          </a:p>
        </p:txBody>
      </p:sp>
      <p:sp>
        <p:nvSpPr>
          <p:cNvPr id="13" name="strategy-0-action">
            <a:extLst xmlns:a="http://schemas.openxmlformats.org/drawingml/2006/main">
              <a:ext uri="{FF2B5EF4-FFF2-40B4-BE49-F238E27FC236}">
                <a16:creationId xmlns:a16="http://schemas.microsoft.com/office/drawing/2014/main" id="{46D04C70-6ECA-457F-B8F0-5B7A446F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90925"/>
            <a:ext cx="97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评审需求边界</a:t>
            </a:r>
          </a:p>
        </p:txBody>
      </p:sp>
      <p:sp>
        <p:nvSpPr>
          <p:cNvPr id="14" name="strategy-0-metric-label">
            <a:extLst xmlns:a="http://schemas.openxmlformats.org/drawingml/2006/main">
              <a:ext uri="{FF2B5EF4-FFF2-40B4-BE49-F238E27FC236}">
                <a16:creationId xmlns:a16="http://schemas.microsoft.com/office/drawing/2014/main" id="{C2A0046B-EBD6-40B7-88B1-FAA6948E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957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观察指标</a:t>
            </a:r>
          </a:p>
        </p:txBody>
      </p:sp>
      <p:sp>
        <p:nvSpPr>
          <p:cNvPr id="15" name="strategy-0-metric">
            <a:extLst xmlns:a="http://schemas.openxmlformats.org/drawingml/2006/main">
              <a:ext uri="{FF2B5EF4-FFF2-40B4-BE49-F238E27FC236}">
                <a16:creationId xmlns:a16="http://schemas.microsoft.com/office/drawing/2014/main" id="{33F5C19D-8ABC-412D-8A26-BCE1EC39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95750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返工原因记录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A2A489-BEC9-4D4E-B36F-CF4FDFB1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247900"/>
            <a:ext cx="47625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7" name="strategy-1">
            <a:extLst xmlns:a="http://schemas.openxmlformats.org/drawingml/2006/main">
              <a:ext uri="{FF2B5EF4-FFF2-40B4-BE49-F238E27FC236}">
                <a16:creationId xmlns:a16="http://schemas.microsoft.com/office/drawing/2014/main" id="{3381B3BE-963C-466B-8C09-53622E52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7500"/>
            <a:ext cx="18097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strategy-anchor-1">
            <a:extLst xmlns:a="http://schemas.openxmlformats.org/drawingml/2006/main">
              <a:ext uri="{FF2B5EF4-FFF2-40B4-BE49-F238E27FC236}">
                <a16:creationId xmlns:a16="http://schemas.microsoft.com/office/drawing/2014/main" id="{65F1A75E-2420-4FA3-9809-8BA0914C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670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19" name="strategy-1-number">
            <a:extLst xmlns:a="http://schemas.openxmlformats.org/drawingml/2006/main">
              <a:ext uri="{FF2B5EF4-FFF2-40B4-BE49-F238E27FC236}">
                <a16:creationId xmlns:a16="http://schemas.microsoft.com/office/drawing/2014/main" id="{ADCCF58F-3A48-4190-88AC-37805920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0" name="strategy-1-title">
            <a:extLst xmlns:a="http://schemas.openxmlformats.org/drawingml/2006/main">
              <a:ext uri="{FF2B5EF4-FFF2-40B4-BE49-F238E27FC236}">
                <a16:creationId xmlns:a16="http://schemas.microsoft.com/office/drawing/2014/main" id="{15E6BDC3-89AA-4051-A53B-316DF4E6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43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拆小批次</a:t>
            </a:r>
          </a:p>
        </p:txBody>
      </p:sp>
      <p:sp>
        <p:nvSpPr>
          <p:cNvPr id="21" name="strategy-1-action-label">
            <a:extLst xmlns:a="http://schemas.openxmlformats.org/drawingml/2006/main">
              <a:ext uri="{FF2B5EF4-FFF2-40B4-BE49-F238E27FC236}">
                <a16:creationId xmlns:a16="http://schemas.microsoft.com/office/drawing/2014/main" id="{5FB6DAAC-42C2-4A86-9989-BF6D76FA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909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行动</a:t>
            </a:r>
          </a:p>
        </p:txBody>
      </p:sp>
      <p:sp>
        <p:nvSpPr>
          <p:cNvPr id="22" name="strategy-1-action">
            <a:extLst xmlns:a="http://schemas.openxmlformats.org/drawingml/2006/main">
              <a:ext uri="{FF2B5EF4-FFF2-40B4-BE49-F238E27FC236}">
                <a16:creationId xmlns:a16="http://schemas.microsoft.com/office/drawing/2014/main" id="{318EF175-9E3B-46B0-90F6-6C714AA4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90925"/>
            <a:ext cx="97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逐批验收</a:t>
            </a:r>
          </a:p>
        </p:txBody>
      </p:sp>
      <p:sp>
        <p:nvSpPr>
          <p:cNvPr id="23" name="strategy-1-metric-label">
            <a:extLst xmlns:a="http://schemas.openxmlformats.org/drawingml/2006/main">
              <a:ext uri="{FF2B5EF4-FFF2-40B4-BE49-F238E27FC236}">
                <a16:creationId xmlns:a16="http://schemas.microsoft.com/office/drawing/2014/main" id="{D8B26A0A-4838-4956-A8EE-C1D70B85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957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观察指标</a:t>
            </a:r>
          </a:p>
        </p:txBody>
      </p:sp>
      <p:sp>
        <p:nvSpPr>
          <p:cNvPr id="24" name="strategy-1-metric">
            <a:extLst xmlns:a="http://schemas.openxmlformats.org/drawingml/2006/main">
              <a:ext uri="{FF2B5EF4-FFF2-40B4-BE49-F238E27FC236}">
                <a16:creationId xmlns:a16="http://schemas.microsoft.com/office/drawing/2014/main" id="{47CB18A2-7B6D-42EF-BBE0-2D9F48E7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95750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批次延误记录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03338E-09B9-4A1E-99A7-119C16F1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247900"/>
            <a:ext cx="2905125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26" name="strategy-2">
            <a:extLst xmlns:a="http://schemas.openxmlformats.org/drawingml/2006/main">
              <a:ext uri="{FF2B5EF4-FFF2-40B4-BE49-F238E27FC236}">
                <a16:creationId xmlns:a16="http://schemas.microsoft.com/office/drawing/2014/main" id="{F9E5459C-3109-4ED6-B913-39A2F67D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18097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7" name="strategy-anchor-2">
            <a:extLst xmlns:a="http://schemas.openxmlformats.org/drawingml/2006/main">
              <a:ext uri="{FF2B5EF4-FFF2-40B4-BE49-F238E27FC236}">
                <a16:creationId xmlns:a16="http://schemas.microsoft.com/office/drawing/2014/main" id="{FDCD4ABE-0FF1-43A8-B469-B68AFCE7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8" name="strategy-2-number">
            <a:extLst xmlns:a="http://schemas.openxmlformats.org/drawingml/2006/main">
              <a:ext uri="{FF2B5EF4-FFF2-40B4-BE49-F238E27FC236}">
                <a16:creationId xmlns:a16="http://schemas.microsoft.com/office/drawing/2014/main" id="{21C0E6B3-0BF5-4C9A-80BB-9FF25B8E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29" name="strategy-2-title">
            <a:extLst xmlns:a="http://schemas.openxmlformats.org/drawingml/2006/main">
              <a:ext uri="{FF2B5EF4-FFF2-40B4-BE49-F238E27FC236}">
                <a16:creationId xmlns:a16="http://schemas.microsoft.com/office/drawing/2014/main" id="{1150E95D-9884-4CC5-9E5D-FF70BCB7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43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明确责任</a:t>
            </a:r>
          </a:p>
        </p:txBody>
      </p:sp>
      <p:sp>
        <p:nvSpPr>
          <p:cNvPr id="30" name="strategy-2-action-label">
            <a:extLst xmlns:a="http://schemas.openxmlformats.org/drawingml/2006/main">
              <a:ext uri="{FF2B5EF4-FFF2-40B4-BE49-F238E27FC236}">
                <a16:creationId xmlns:a16="http://schemas.microsoft.com/office/drawing/2014/main" id="{2162ADE6-BB06-4945-B066-D29371C7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909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行动</a:t>
            </a:r>
          </a:p>
        </p:txBody>
      </p:sp>
      <p:sp>
        <p:nvSpPr>
          <p:cNvPr id="31" name="strategy-2-action">
            <a:extLst xmlns:a="http://schemas.openxmlformats.org/drawingml/2006/main">
              <a:ext uri="{FF2B5EF4-FFF2-40B4-BE49-F238E27FC236}">
                <a16:creationId xmlns:a16="http://schemas.microsoft.com/office/drawing/2014/main" id="{52CC2544-7FE3-4270-9B14-ED09E4DA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90925"/>
            <a:ext cx="97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指定接口人</a:t>
            </a:r>
          </a:p>
        </p:txBody>
      </p:sp>
      <p:sp>
        <p:nvSpPr>
          <p:cNvPr id="32" name="strategy-2-metric-label">
            <a:extLst xmlns:a="http://schemas.openxmlformats.org/drawingml/2006/main">
              <a:ext uri="{FF2B5EF4-FFF2-40B4-BE49-F238E27FC236}">
                <a16:creationId xmlns:a16="http://schemas.microsoft.com/office/drawing/2014/main" id="{1C23263F-188B-4FC9-9F89-A861D04D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957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观察指标</a:t>
            </a:r>
          </a:p>
        </p:txBody>
      </p:sp>
      <p:sp>
        <p:nvSpPr>
          <p:cNvPr id="33" name="strategy-2-metric">
            <a:extLst xmlns:a="http://schemas.openxmlformats.org/drawingml/2006/main">
              <a:ext uri="{FF2B5EF4-FFF2-40B4-BE49-F238E27FC236}">
                <a16:creationId xmlns:a16="http://schemas.microsoft.com/office/drawing/2014/main" id="{291D90A4-3BD4-435A-853D-D3A61D95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95750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待确认问题停留时间</a:t>
            </a:r>
          </a:p>
        </p:txBody>
      </p:sp>
    </p:spTree>
    <p:extLst>
      <p:ext uri="{BB962C8B-B14F-4D97-AF65-F5344CB8AC3E}">
        <p14:creationId xmlns:p14="http://schemas.microsoft.com/office/powerpoint/2010/main" val="15896898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F26F8289-3B46-4C6D-AAE9-20D2045B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2" name="page-title">
            <a:extLst xmlns:a="http://schemas.openxmlformats.org/drawingml/2006/main">
              <a:ext uri="{FF2B5EF4-FFF2-40B4-BE49-F238E27FC236}">
                <a16:creationId xmlns:a16="http://schemas.microsoft.com/office/drawing/2014/main" id="{76F1AD77-279F-45BC-BB56-76ACC914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服务能力由多个同级方面构成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42F1D-148F-4CA1-AB16-EC42A6BC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0" y="561975"/>
            <a:ext cx="4743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19BB370F-849A-41DD-9527-9B9D3716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5" name="hub-center">
            <a:extLst xmlns:a="http://schemas.openxmlformats.org/drawingml/2006/main">
              <a:ext uri="{FF2B5EF4-FFF2-40B4-BE49-F238E27FC236}">
                <a16:creationId xmlns:a16="http://schemas.microsoft.com/office/drawing/2014/main" id="{D474FE80-DA0C-4852-A923-55A982B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971800"/>
            <a:ext cx="200025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6" name="hub-center-text">
            <a:extLst xmlns:a="http://schemas.openxmlformats.org/drawingml/2006/main">
              <a:ext uri="{FF2B5EF4-FFF2-40B4-BE49-F238E27FC236}">
                <a16:creationId xmlns:a16="http://schemas.microsoft.com/office/drawing/2014/main" id="{7ED91B46-1CFA-4C6B-BCE6-B8906338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服务能力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1742B-4A28-4765-ACD9-AC641951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952750" y="2238375"/>
            <a:ext cx="314325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8" name="hub-node-0">
            <a:extLst xmlns:a="http://schemas.openxmlformats.org/drawingml/2006/main">
              <a:ext uri="{FF2B5EF4-FFF2-40B4-BE49-F238E27FC236}">
                <a16:creationId xmlns:a16="http://schemas.microsoft.com/office/drawing/2014/main" id="{5C165CDE-3827-428C-9177-BB17F737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876425"/>
            <a:ext cx="20955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9" name="hub-0-title">
            <a:extLst xmlns:a="http://schemas.openxmlformats.org/drawingml/2006/main">
              <a:ext uri="{FF2B5EF4-FFF2-40B4-BE49-F238E27FC236}">
                <a16:creationId xmlns:a16="http://schemas.microsoft.com/office/drawing/2014/main" id="{D1BFDF03-EA8A-4251-A21C-3AB11370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981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理解问题</a:t>
            </a:r>
          </a:p>
        </p:txBody>
      </p:sp>
      <p:sp>
        <p:nvSpPr>
          <p:cNvPr id="10" name="hub-0-body">
            <a:extLst xmlns:a="http://schemas.openxmlformats.org/drawingml/2006/main">
              <a:ext uri="{FF2B5EF4-FFF2-40B4-BE49-F238E27FC236}">
                <a16:creationId xmlns:a16="http://schemas.microsoft.com/office/drawing/2014/main" id="{D92517E4-6B23-4BFB-8530-E770D0D3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2479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问清背景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D08B6-3226-4425-A103-C9D42725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238375"/>
            <a:ext cx="314325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12" name="hub-node-1">
            <a:extLst xmlns:a="http://schemas.openxmlformats.org/drawingml/2006/main">
              <a:ext uri="{FF2B5EF4-FFF2-40B4-BE49-F238E27FC236}">
                <a16:creationId xmlns:a16="http://schemas.microsoft.com/office/drawing/2014/main" id="{3098633A-F9A1-45CD-83F2-FB9ADB5D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76425"/>
            <a:ext cx="20955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3" name="hub-1-title">
            <a:extLst xmlns:a="http://schemas.openxmlformats.org/drawingml/2006/main">
              <a:ext uri="{FF2B5EF4-FFF2-40B4-BE49-F238E27FC236}">
                <a16:creationId xmlns:a16="http://schemas.microsoft.com/office/drawing/2014/main" id="{7B06C1B3-1319-497D-A901-E92C0C87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81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定位证据</a:t>
            </a:r>
          </a:p>
        </p:txBody>
      </p:sp>
      <p:sp>
        <p:nvSpPr>
          <p:cNvPr id="14" name="hub-1-body">
            <a:extLst xmlns:a="http://schemas.openxmlformats.org/drawingml/2006/main">
              <a:ext uri="{FF2B5EF4-FFF2-40B4-BE49-F238E27FC236}">
                <a16:creationId xmlns:a16="http://schemas.microsoft.com/office/drawing/2014/main" id="{D62CF578-BE2B-45D2-B41B-F5C2E512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479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查明事实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9742A0-E41B-44E5-9837-1D9013F9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476500" y="3524250"/>
            <a:ext cx="361950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16" name="hub-node-2">
            <a:extLst xmlns:a="http://schemas.openxmlformats.org/drawingml/2006/main">
              <a:ext uri="{FF2B5EF4-FFF2-40B4-BE49-F238E27FC236}">
                <a16:creationId xmlns:a16="http://schemas.microsoft.com/office/drawing/2014/main" id="{08A1AA61-15D2-4B10-8D62-CC3559C7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00550"/>
            <a:ext cx="20955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7" name="hub-2-title">
            <a:extLst xmlns:a="http://schemas.openxmlformats.org/drawingml/2006/main">
              <a:ext uri="{FF2B5EF4-FFF2-40B4-BE49-F238E27FC236}">
                <a16:creationId xmlns:a16="http://schemas.microsoft.com/office/drawing/2014/main" id="{67662EAE-071B-4687-843C-9A419577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053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解释方案</a:t>
            </a:r>
          </a:p>
        </p:txBody>
      </p:sp>
      <p:sp>
        <p:nvSpPr>
          <p:cNvPr id="18" name="hub-2-body">
            <a:extLst xmlns:a="http://schemas.openxmlformats.org/drawingml/2006/main">
              <a:ext uri="{FF2B5EF4-FFF2-40B4-BE49-F238E27FC236}">
                <a16:creationId xmlns:a16="http://schemas.microsoft.com/office/drawing/2014/main" id="{FEE475E0-70C0-46FB-8130-DCB312FA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720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讲明依据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1B4896-0176-4B09-A5BF-166D93B0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3524250"/>
            <a:ext cx="361950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20" name="hub-node-3">
            <a:extLst xmlns:a="http://schemas.openxmlformats.org/drawingml/2006/main">
              <a:ext uri="{FF2B5EF4-FFF2-40B4-BE49-F238E27FC236}">
                <a16:creationId xmlns:a16="http://schemas.microsoft.com/office/drawing/2014/main" id="{13F65CD2-B834-49D8-9320-AB4A52D1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00550"/>
            <a:ext cx="20955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1" name="hub-3-title">
            <a:extLst xmlns:a="http://schemas.openxmlformats.org/drawingml/2006/main">
              <a:ext uri="{FF2B5EF4-FFF2-40B4-BE49-F238E27FC236}">
                <a16:creationId xmlns:a16="http://schemas.microsoft.com/office/drawing/2014/main" id="{AFE511AF-EA2B-4490-A8F4-B1CE86A1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5053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推进协作</a:t>
            </a:r>
          </a:p>
        </p:txBody>
      </p:sp>
      <p:sp>
        <p:nvSpPr>
          <p:cNvPr id="22" name="hub-3-body">
            <a:extLst xmlns:a="http://schemas.openxmlformats.org/drawingml/2006/main">
              <a:ext uri="{FF2B5EF4-FFF2-40B4-BE49-F238E27FC236}">
                <a16:creationId xmlns:a16="http://schemas.microsoft.com/office/drawing/2014/main" id="{A076DC60-FF10-418D-AEDC-83F98E11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7720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对齐责任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F06FA4-208D-47F8-99B2-58AB94A5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3524250"/>
            <a:ext cx="9525" cy="190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E88"/>
            </a:solidFill>
            <a:prstDash val="solid"/>
          </a:ln>
        </p:spPr>
      </p:sp>
      <p:sp>
        <p:nvSpPr>
          <p:cNvPr id="24" name="hub-node-4">
            <a:extLst xmlns:a="http://schemas.openxmlformats.org/drawingml/2006/main">
              <a:ext uri="{FF2B5EF4-FFF2-40B4-BE49-F238E27FC236}">
                <a16:creationId xmlns:a16="http://schemas.microsoft.com/office/drawing/2014/main" id="{FD96FFBE-2926-4029-94BF-ABF6D968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67300"/>
            <a:ext cx="20955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5" name="hub-4-title">
            <a:extLst xmlns:a="http://schemas.openxmlformats.org/drawingml/2006/main">
              <a:ext uri="{FF2B5EF4-FFF2-40B4-BE49-F238E27FC236}">
                <a16:creationId xmlns:a16="http://schemas.microsoft.com/office/drawing/2014/main" id="{77E19A31-4BF7-457B-B264-6B612C08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1720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跟踪效果</a:t>
            </a:r>
          </a:p>
        </p:txBody>
      </p:sp>
      <p:sp>
        <p:nvSpPr>
          <p:cNvPr id="26" name="hub-4-body">
            <a:extLst xmlns:a="http://schemas.openxmlformats.org/drawingml/2006/main">
              <a:ext uri="{FF2B5EF4-FFF2-40B4-BE49-F238E27FC236}">
                <a16:creationId xmlns:a16="http://schemas.microsoft.com/office/drawing/2014/main" id="{ABD25498-8DDE-4196-B70B-AEBDA91A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4387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记录变化</a:t>
            </a:r>
          </a:p>
        </p:txBody>
      </p:sp>
    </p:spTree>
    <p:extLst>
      <p:ext uri="{BB962C8B-B14F-4D97-AF65-F5344CB8AC3E}">
        <p14:creationId xmlns:p14="http://schemas.microsoft.com/office/powerpoint/2010/main" val="18880057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D32130C3-5468-4550-9561-5F814121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2" name="page-title">
            <a:extLst xmlns:a="http://schemas.openxmlformats.org/drawingml/2006/main">
              <a:ext uri="{FF2B5EF4-FFF2-40B4-BE49-F238E27FC236}">
                <a16:creationId xmlns:a16="http://schemas.microsoft.com/office/drawing/2014/main" id="{EB6D25EB-AB5E-43DE-A8AF-E20E6199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可见交付依赖隐性基础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37B6B-CA49-428C-8FB1-F594E3CC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0" y="561975"/>
            <a:ext cx="4743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0BC225CE-908D-402C-980D-1722A637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C5B2F-529C-4F9A-8F50-3CE64822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19250" y="3714750"/>
            <a:ext cx="8953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C5965"/>
            </a:solidFill>
            <a:prstDash val="solid"/>
          </a:ln>
        </p:spPr>
      </p:sp>
      <p:sp>
        <p:nvSpPr>
          <p:cNvPr id="6" name="waterline-label">
            <a:extLst xmlns:a="http://schemas.openxmlformats.org/drawingml/2006/main">
              <a:ext uri="{FF2B5EF4-FFF2-40B4-BE49-F238E27FC236}">
                <a16:creationId xmlns:a16="http://schemas.microsoft.com/office/drawing/2014/main" id="{17564E96-4420-4F3B-89D8-4D8D076A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5052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75" b="0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水面</a:t>
            </a:r>
          </a:p>
        </p:txBody>
      </p:sp>
      <p:sp>
        <p:nvSpPr>
          <p:cNvPr id="7" name="iceberg-under">
            <a:extLst xmlns:a="http://schemas.openxmlformats.org/drawingml/2006/main">
              <a:ext uri="{FF2B5EF4-FFF2-40B4-BE49-F238E27FC236}">
                <a16:creationId xmlns:a16="http://schemas.microsoft.com/office/drawing/2014/main" id="{43A77D71-B505-4F9F-AC83-22879CFE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14750"/>
            <a:ext cx="4381500" cy="2095500"/>
          </a:xfrm>
          <a:custGeom xmlns:a="http://schemas.openxmlformats.org/drawingml/2006/main">
            <a:pathLst>
              <a:path w="9525000" h="9525000">
                <a:moveTo>
                  <a:pt x="0" y="0"/>
                </a:moveTo>
                <a:lnTo>
                  <a:pt x="9525000" y="0"/>
                </a:lnTo>
                <a:lnTo>
                  <a:pt x="7868478" y="6277841"/>
                </a:lnTo>
                <a:lnTo>
                  <a:pt x="6419022" y="9525000"/>
                </a:lnTo>
                <a:lnTo>
                  <a:pt x="3105978" y="9525000"/>
                </a:lnTo>
                <a:lnTo>
                  <a:pt x="1656522" y="6277841"/>
                </a:lnTo>
                <a:close/>
              </a:path>
            </a:pathLst>
          </a:custGeom>
          <a:solidFill xmlns:a="http://schemas.openxmlformats.org/drawingml/2006/main">
            <a:srgbClr val="C7D7D8"/>
          </a:solidFill>
          <a:ln xmlns:a="http://schemas.openxmlformats.org/drawingml/2006/main" w="9525">
            <a:solidFill>
              <a:srgbClr val="A6BDBE"/>
            </a:solidFill>
            <a:prstDash val="solid"/>
          </a:ln>
        </p:spPr>
      </p:sp>
      <p:sp>
        <p:nvSpPr>
          <p:cNvPr id="8" name="iceberg-above">
            <a:extLst xmlns:a="http://schemas.openxmlformats.org/drawingml/2006/main">
              <a:ext uri="{FF2B5EF4-FFF2-40B4-BE49-F238E27FC236}">
                <a16:creationId xmlns:a16="http://schemas.microsoft.com/office/drawing/2014/main" id="{3C3605C1-C39E-413C-9967-3FAE373A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71750"/>
            <a:ext cx="1905000" cy="1143000"/>
          </a:xfrm>
          <a:custGeom xmlns:a="http://schemas.openxmlformats.org/drawingml/2006/main">
            <a:pathLst>
              <a:path w="9525000" h="9525000">
                <a:moveTo>
                  <a:pt x="0" y="9525000"/>
                </a:moveTo>
                <a:lnTo>
                  <a:pt x="9525000" y="9525000"/>
                </a:lnTo>
                <a:lnTo>
                  <a:pt x="7620000" y="3968750"/>
                </a:lnTo>
                <a:lnTo>
                  <a:pt x="5715000" y="0"/>
                </a:lnTo>
                <a:lnTo>
                  <a:pt x="3810000" y="3968750"/>
                </a:lnTo>
                <a:close/>
              </a:path>
            </a:pathLst>
          </a:custGeom>
          <a:solidFill xmlns:a="http://schemas.openxmlformats.org/drawingml/2006/main">
            <a:srgbClr val="E7EFED"/>
          </a:solidFill>
          <a:ln xmlns:a="http://schemas.openxmlformats.org/drawingml/2006/main" w="9525">
            <a:solidFill>
              <a:srgbClr val="A6BDBE"/>
            </a:solidFill>
            <a:prstDash val="solid"/>
          </a:ln>
        </p:spPr>
      </p:sp>
      <p:sp>
        <p:nvSpPr>
          <p:cNvPr id="9" name="visible-0">
            <a:extLst xmlns:a="http://schemas.openxmlformats.org/drawingml/2006/main">
              <a:ext uri="{FF2B5EF4-FFF2-40B4-BE49-F238E27FC236}">
                <a16:creationId xmlns:a16="http://schemas.microsoft.com/office/drawing/2014/main" id="{0B3CF98B-8106-4AFD-A9E5-73DF6949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90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演示页面</a:t>
            </a:r>
          </a:p>
        </p:txBody>
      </p:sp>
      <p:sp>
        <p:nvSpPr>
          <p:cNvPr id="10" name="visible-1">
            <a:extLst xmlns:a="http://schemas.openxmlformats.org/drawingml/2006/main">
              <a:ext uri="{FF2B5EF4-FFF2-40B4-BE49-F238E27FC236}">
                <a16:creationId xmlns:a16="http://schemas.microsoft.com/office/drawing/2014/main" id="{E0C5766F-EF3E-44F0-88E5-6D4A269A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190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操作流程</a:t>
            </a:r>
          </a:p>
        </p:txBody>
      </p:sp>
      <p:sp>
        <p:nvSpPr>
          <p:cNvPr id="11" name="visible-2">
            <a:extLst xmlns:a="http://schemas.openxmlformats.org/drawingml/2006/main">
              <a:ext uri="{FF2B5EF4-FFF2-40B4-BE49-F238E27FC236}">
                <a16:creationId xmlns:a16="http://schemas.microsoft.com/office/drawing/2014/main" id="{049262DE-C90A-4E2E-ACC0-92A4FD75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90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交付文件</a:t>
            </a:r>
          </a:p>
        </p:txBody>
      </p:sp>
      <p:sp>
        <p:nvSpPr>
          <p:cNvPr id="12" name="hidden-0">
            <a:extLst xmlns:a="http://schemas.openxmlformats.org/drawingml/2006/main">
              <a:ext uri="{FF2B5EF4-FFF2-40B4-BE49-F238E27FC236}">
                <a16:creationId xmlns:a16="http://schemas.microsoft.com/office/drawing/2014/main" id="{236D8299-3D09-423C-9B96-E754D09A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95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事实核查</a:t>
            </a:r>
          </a:p>
        </p:txBody>
      </p:sp>
      <p:sp>
        <p:nvSpPr>
          <p:cNvPr id="13" name="hidden-1">
            <a:extLst xmlns:a="http://schemas.openxmlformats.org/drawingml/2006/main">
              <a:ext uri="{FF2B5EF4-FFF2-40B4-BE49-F238E27FC236}">
                <a16:creationId xmlns:a16="http://schemas.microsoft.com/office/drawing/2014/main" id="{57FC04CA-ED16-40AC-9C25-11B10F9C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095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结构设计</a:t>
            </a:r>
          </a:p>
        </p:txBody>
      </p:sp>
      <p:sp>
        <p:nvSpPr>
          <p:cNvPr id="14" name="hidden-2">
            <a:extLst xmlns:a="http://schemas.openxmlformats.org/drawingml/2006/main">
              <a:ext uri="{FF2B5EF4-FFF2-40B4-BE49-F238E27FC236}">
                <a16:creationId xmlns:a16="http://schemas.microsoft.com/office/drawing/2014/main" id="{61E24E8A-472F-411D-9139-6A08CF3A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接口验证</a:t>
            </a:r>
          </a:p>
        </p:txBody>
      </p:sp>
      <p:sp>
        <p:nvSpPr>
          <p:cNvPr id="15" name="hidden-3">
            <a:extLst xmlns:a="http://schemas.openxmlformats.org/drawingml/2006/main">
              <a:ext uri="{FF2B5EF4-FFF2-40B4-BE49-F238E27FC236}">
                <a16:creationId xmlns:a16="http://schemas.microsoft.com/office/drawing/2014/main" id="{C651D2D1-A26F-4A4C-AA17-4EB59E58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43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版本管理</a:t>
            </a:r>
          </a:p>
        </p:txBody>
      </p:sp>
      <p:sp>
        <p:nvSpPr>
          <p:cNvPr id="16" name="hidden-4">
            <a:extLst xmlns:a="http://schemas.openxmlformats.org/drawingml/2006/main">
              <a:ext uri="{FF2B5EF4-FFF2-40B4-BE49-F238E27FC236}">
                <a16:creationId xmlns:a16="http://schemas.microsoft.com/office/drawing/2014/main" id="{C6294D52-12CF-4768-82B0-F39EDDB9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743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异常处理</a:t>
            </a:r>
          </a:p>
        </p:txBody>
      </p:sp>
      <p:sp>
        <p:nvSpPr>
          <p:cNvPr id="17" name="hidden-5">
            <a:extLst xmlns:a="http://schemas.openxmlformats.org/drawingml/2006/main">
              <a:ext uri="{FF2B5EF4-FFF2-40B4-BE49-F238E27FC236}">
                <a16:creationId xmlns:a16="http://schemas.microsoft.com/office/drawing/2014/main" id="{CCC0F378-A348-49FE-BF21-6E1156A5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43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复盘积累</a:t>
            </a:r>
          </a:p>
        </p:txBody>
      </p:sp>
      <p:sp>
        <p:nvSpPr>
          <p:cNvPr id="18" name="visible-label">
            <a:extLst xmlns:a="http://schemas.openxmlformats.org/drawingml/2006/main">
              <a:ext uri="{FF2B5EF4-FFF2-40B4-BE49-F238E27FC236}">
                <a16:creationId xmlns:a16="http://schemas.microsoft.com/office/drawing/2014/main" id="{A498C5A8-C54E-4AB9-9B14-70EB4A9D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288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可见成果</a:t>
            </a:r>
          </a:p>
        </p:txBody>
      </p:sp>
      <p:sp>
        <p:nvSpPr>
          <p:cNvPr id="19" name="hidden-label">
            <a:extLst xmlns:a="http://schemas.openxmlformats.org/drawingml/2006/main">
              <a:ext uri="{FF2B5EF4-FFF2-40B4-BE49-F238E27FC236}">
                <a16:creationId xmlns:a16="http://schemas.microsoft.com/office/drawing/2014/main" id="{D24D9DE6-15EE-419C-B680-1A9FD9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57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隐性基础</a:t>
            </a:r>
          </a:p>
        </p:txBody>
      </p:sp>
    </p:spTree>
    <p:extLst>
      <p:ext uri="{BB962C8B-B14F-4D97-AF65-F5344CB8AC3E}">
        <p14:creationId xmlns:p14="http://schemas.microsoft.com/office/powerpoint/2010/main" val="21169744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85A02706-9B01-4ABC-A046-C077E999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2" name="page-title">
            <a:extLst xmlns:a="http://schemas.openxmlformats.org/drawingml/2006/main">
              <a:ext uri="{FF2B5EF4-FFF2-40B4-BE49-F238E27FC236}">
                <a16:creationId xmlns:a16="http://schemas.microsoft.com/office/drawing/2014/main" id="{0DA09D3A-14C9-40D3-99F1-2928967F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内外团队围绕共同交付协同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82C02-C09E-4234-B9AC-63DDEEF2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0" y="561975"/>
            <a:ext cx="4743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24A4BC1E-F2FB-49D3-8DC1-A703A0A3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5" name="internal-orbit">
            <a:extLst xmlns:a="http://schemas.openxmlformats.org/drawingml/2006/main">
              <a:ext uri="{FF2B5EF4-FFF2-40B4-BE49-F238E27FC236}">
                <a16:creationId xmlns:a16="http://schemas.microsoft.com/office/drawing/2014/main" id="{678CF7B6-54B1-4702-920E-C8AAE865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57375"/>
            <a:ext cx="4000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EF2F0"/>
          </a:solidFill>
          <a:ln xmlns:a="http://schemas.openxmlformats.org/drawingml/2006/main" w="9525">
            <a:solidFill>
              <a:srgbClr val="C8D4D2"/>
            </a:solidFill>
            <a:prstDash val="solid"/>
          </a:ln>
        </p:spPr>
      </p:sp>
      <p:sp>
        <p:nvSpPr>
          <p:cNvPr id="6" name="external-orbit">
            <a:extLst xmlns:a="http://schemas.openxmlformats.org/drawingml/2006/main">
              <a:ext uri="{FF2B5EF4-FFF2-40B4-BE49-F238E27FC236}">
                <a16:creationId xmlns:a16="http://schemas.microsoft.com/office/drawing/2014/main" id="{1A5199AF-D4E2-4E62-8475-E98632D7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57375"/>
            <a:ext cx="4000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0ECE8"/>
          </a:solidFill>
          <a:ln xmlns:a="http://schemas.openxmlformats.org/drawingml/2006/main" w="9525">
            <a:solidFill>
              <a:srgbClr val="D9CEC8"/>
            </a:solidFill>
            <a:prstDash val="solid"/>
          </a:ln>
        </p:spPr>
      </p:sp>
      <p:sp>
        <p:nvSpPr>
          <p:cNvPr id="7" name="network-core">
            <a:extLst xmlns:a="http://schemas.openxmlformats.org/drawingml/2006/main">
              <a:ext uri="{FF2B5EF4-FFF2-40B4-BE49-F238E27FC236}">
                <a16:creationId xmlns:a16="http://schemas.microsoft.com/office/drawing/2014/main" id="{F30A7508-439B-47C7-8C23-BBCCFCF0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95625"/>
            <a:ext cx="22860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8" name="network-core-text">
            <a:extLst xmlns:a="http://schemas.openxmlformats.org/drawingml/2006/main">
              <a:ext uri="{FF2B5EF4-FFF2-40B4-BE49-F238E27FC236}">
                <a16:creationId xmlns:a16="http://schemas.microsoft.com/office/drawing/2014/main" id="{652779B0-5975-4D11-A71A-7223E1D7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432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交付目标</a:t>
            </a:r>
          </a:p>
        </p:txBody>
      </p:sp>
      <p:sp>
        <p:nvSpPr>
          <p:cNvPr id="9" name="network-node-研发">
            <a:extLst xmlns:a="http://schemas.openxmlformats.org/drawingml/2006/main">
              <a:ext uri="{FF2B5EF4-FFF2-40B4-BE49-F238E27FC236}">
                <a16:creationId xmlns:a16="http://schemas.microsoft.com/office/drawing/2014/main" id="{91CAB667-58BA-4CC5-A170-644FE7E4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90800"/>
            <a:ext cx="11811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network-研发-text">
            <a:extLst xmlns:a="http://schemas.openxmlformats.org/drawingml/2006/main">
              <a:ext uri="{FF2B5EF4-FFF2-40B4-BE49-F238E27FC236}">
                <a16:creationId xmlns:a16="http://schemas.microsoft.com/office/drawing/2014/main" id="{5605328E-78CA-4129-ADAE-126B63FC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622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研发</a:t>
            </a:r>
          </a:p>
        </p:txBody>
      </p:sp>
      <p:sp>
        <p:nvSpPr>
          <p:cNvPr id="11" name="network-node-质量">
            <a:extLst xmlns:a="http://schemas.openxmlformats.org/drawingml/2006/main">
              <a:ext uri="{FF2B5EF4-FFF2-40B4-BE49-F238E27FC236}">
                <a16:creationId xmlns:a16="http://schemas.microsoft.com/office/drawing/2014/main" id="{7662C999-1ABA-4F19-87B6-CB278C60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14800"/>
            <a:ext cx="11811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2" name="network-质量-text">
            <a:extLst xmlns:a="http://schemas.openxmlformats.org/drawingml/2006/main">
              <a:ext uri="{FF2B5EF4-FFF2-40B4-BE49-F238E27FC236}">
                <a16:creationId xmlns:a16="http://schemas.microsoft.com/office/drawing/2014/main" id="{585126BC-AE4E-4D60-A25E-10C82AAE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862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质量</a:t>
            </a:r>
          </a:p>
        </p:txBody>
      </p:sp>
      <p:sp>
        <p:nvSpPr>
          <p:cNvPr id="13" name="network-node-运营">
            <a:extLst xmlns:a="http://schemas.openxmlformats.org/drawingml/2006/main">
              <a:ext uri="{FF2B5EF4-FFF2-40B4-BE49-F238E27FC236}">
                <a16:creationId xmlns:a16="http://schemas.microsoft.com/office/drawing/2014/main" id="{E81C32C7-59E3-4601-B8BB-EA188535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52800"/>
            <a:ext cx="11811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network-运营-text">
            <a:extLst xmlns:a="http://schemas.openxmlformats.org/drawingml/2006/main">
              <a:ext uri="{FF2B5EF4-FFF2-40B4-BE49-F238E27FC236}">
                <a16:creationId xmlns:a16="http://schemas.microsoft.com/office/drawing/2014/main" id="{674EC0EB-F2F7-41A3-9F72-01666826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242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运营</a:t>
            </a:r>
          </a:p>
        </p:txBody>
      </p:sp>
      <p:sp>
        <p:nvSpPr>
          <p:cNvPr id="15" name="network-node-客户">
            <a:extLst xmlns:a="http://schemas.openxmlformats.org/drawingml/2006/main">
              <a:ext uri="{FF2B5EF4-FFF2-40B4-BE49-F238E27FC236}">
                <a16:creationId xmlns:a16="http://schemas.microsoft.com/office/drawing/2014/main" id="{8F51C93B-DD31-417B-A67C-9B62901B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90800"/>
            <a:ext cx="11811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network-客户-text">
            <a:extLst xmlns:a="http://schemas.openxmlformats.org/drawingml/2006/main">
              <a:ext uri="{FF2B5EF4-FFF2-40B4-BE49-F238E27FC236}">
                <a16:creationId xmlns:a16="http://schemas.microsoft.com/office/drawing/2014/main" id="{8E4ADFF2-3886-4436-8FE0-91122B7B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622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客户</a:t>
            </a:r>
          </a:p>
        </p:txBody>
      </p:sp>
      <p:sp>
        <p:nvSpPr>
          <p:cNvPr id="17" name="network-node-供应商">
            <a:extLst xmlns:a="http://schemas.openxmlformats.org/drawingml/2006/main">
              <a:ext uri="{FF2B5EF4-FFF2-40B4-BE49-F238E27FC236}">
                <a16:creationId xmlns:a16="http://schemas.microsoft.com/office/drawing/2014/main" id="{4B57EC3B-FFA0-4307-B384-8CC0A2AB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14800"/>
            <a:ext cx="11811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network-供应商-text">
            <a:extLst xmlns:a="http://schemas.openxmlformats.org/drawingml/2006/main">
              <a:ext uri="{FF2B5EF4-FFF2-40B4-BE49-F238E27FC236}">
                <a16:creationId xmlns:a16="http://schemas.microsoft.com/office/drawing/2014/main" id="{C1C08086-63E0-4265-97B4-BE6748A2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862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供应商</a:t>
            </a:r>
          </a:p>
        </p:txBody>
      </p:sp>
      <p:sp>
        <p:nvSpPr>
          <p:cNvPr id="19" name="network-node-实施伙伴">
            <a:extLst xmlns:a="http://schemas.openxmlformats.org/drawingml/2006/main">
              <a:ext uri="{FF2B5EF4-FFF2-40B4-BE49-F238E27FC236}">
                <a16:creationId xmlns:a16="http://schemas.microsoft.com/office/drawing/2014/main" id="{F695AA5F-9F47-4EBE-A698-43EFD6E1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95800"/>
            <a:ext cx="11811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0" name="network-实施伙伴-text">
            <a:extLst xmlns:a="http://schemas.openxmlformats.org/drawingml/2006/main">
              <a:ext uri="{FF2B5EF4-FFF2-40B4-BE49-F238E27FC236}">
                <a16:creationId xmlns:a16="http://schemas.microsoft.com/office/drawing/2014/main" id="{E8A561D2-825B-4C1B-BB88-7A3556B0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672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实施伙伴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0B8B30-6DB2-4C81-B65F-10385F89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90750" y="2857500"/>
            <a:ext cx="9525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E8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820884-A2C9-470A-BB85-287C6C55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190750" y="3619500"/>
            <a:ext cx="190500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E8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3A5728-3F4C-44E8-8C59-5293B368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90750" y="2857500"/>
            <a:ext cx="752475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E8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969C67-72A1-47D0-B98F-B296F820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095750" y="2857500"/>
            <a:ext cx="561975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E8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836D8B-BF13-40FE-989F-6EF141C9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95750" y="3619500"/>
            <a:ext cx="390525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E8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397C38-3FF0-4BF5-BC58-8047F505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001000" y="2857500"/>
            <a:ext cx="1714500" cy="190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E88"/>
            </a:solidFill>
            <a:prstDash val="solid"/>
          </a:ln>
        </p:spPr>
      </p:sp>
      <p:sp>
        <p:nvSpPr>
          <p:cNvPr id="27" name="internal-label">
            <a:extLst xmlns:a="http://schemas.openxmlformats.org/drawingml/2006/main">
              <a:ext uri="{FF2B5EF4-FFF2-40B4-BE49-F238E27FC236}">
                <a16:creationId xmlns:a16="http://schemas.microsoft.com/office/drawing/2014/main" id="{143652A3-609D-4C0C-8A9C-EC70EA64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478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3C596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3C5965"/>
                </a:solidFill>
                <a:latin typeface="Noto Sans SC"/>
                <a:ea typeface="Noto Sans SC"/>
                <a:cs typeface="Noto Sans SC"/>
              </a:rPr>
              <a:t>内部</a:t>
            </a:r>
          </a:p>
        </p:txBody>
      </p:sp>
      <p:sp>
        <p:nvSpPr>
          <p:cNvPr id="28" name="external-label">
            <a:extLst xmlns:a="http://schemas.openxmlformats.org/drawingml/2006/main">
              <a:ext uri="{FF2B5EF4-FFF2-40B4-BE49-F238E27FC236}">
                <a16:creationId xmlns:a16="http://schemas.microsoft.com/office/drawing/2014/main" id="{17E71932-FD1A-4EED-92C5-3ECB3501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478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外部</a:t>
            </a:r>
          </a:p>
        </p:txBody>
      </p:sp>
    </p:spTree>
    <p:extLst>
      <p:ext uri="{BB962C8B-B14F-4D97-AF65-F5344CB8AC3E}">
        <p14:creationId xmlns:p14="http://schemas.microsoft.com/office/powerpoint/2010/main" val="4456000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5747159C-F342-4E74-B778-7E51487C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2" name="page-title">
            <a:extLst xmlns:a="http://schemas.openxmlformats.org/drawingml/2006/main">
              <a:ext uri="{FF2B5EF4-FFF2-40B4-BE49-F238E27FC236}">
                <a16:creationId xmlns:a16="http://schemas.microsoft.com/office/drawing/2014/main" id="{3F1C674B-F75A-4B3D-96B5-185E8DB1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三项做法共同改善资料交接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6804F-1A62-4352-B65B-128946F2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0" y="561975"/>
            <a:ext cx="4743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A1F1B3FF-6BC0-4C7A-993C-15D87D6B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5" name="card-0">
            <a:extLst xmlns:a="http://schemas.openxmlformats.org/drawingml/2006/main">
              <a:ext uri="{FF2B5EF4-FFF2-40B4-BE49-F238E27FC236}">
                <a16:creationId xmlns:a16="http://schemas.microsoft.com/office/drawing/2014/main" id="{FFF21750-A5F1-4D17-BDA5-1FA2B0ED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71750"/>
            <a:ext cx="2571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6" name="card-anchor-0">
            <a:extLst xmlns:a="http://schemas.openxmlformats.org/drawingml/2006/main">
              <a:ext uri="{FF2B5EF4-FFF2-40B4-BE49-F238E27FC236}">
                <a16:creationId xmlns:a16="http://schemas.microsoft.com/office/drawing/2014/main" id="{A6BD3D0B-0400-4BE1-9F0F-E070E1CD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050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7" name="card-0-number">
            <a:extLst xmlns:a="http://schemas.openxmlformats.org/drawingml/2006/main">
              <a:ext uri="{FF2B5EF4-FFF2-40B4-BE49-F238E27FC236}">
                <a16:creationId xmlns:a16="http://schemas.microsoft.com/office/drawing/2014/main" id="{D1AD33E6-9F3B-4CB3-BAD9-55DBCF6F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4669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8" name="card-0-title">
            <a:extLst xmlns:a="http://schemas.openxmlformats.org/drawingml/2006/main">
              <a:ext uri="{FF2B5EF4-FFF2-40B4-BE49-F238E27FC236}">
                <a16:creationId xmlns:a16="http://schemas.microsoft.com/office/drawing/2014/main" id="{80F4A732-5F4A-4072-A70A-1529E535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86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统一命名</a:t>
            </a:r>
          </a:p>
        </p:txBody>
      </p:sp>
      <p:sp>
        <p:nvSpPr>
          <p:cNvPr id="9" name="card-0-body">
            <a:extLst xmlns:a="http://schemas.openxmlformats.org/drawingml/2006/main">
              <a:ext uri="{FF2B5EF4-FFF2-40B4-BE49-F238E27FC236}">
                <a16:creationId xmlns:a16="http://schemas.microsoft.com/office/drawing/2014/main" id="{70075CDB-D829-40B1-9028-59661A0E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52425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保留版本</a:t>
            </a:r>
          </a:p>
        </p:txBody>
      </p:sp>
      <p:sp>
        <p:nvSpPr>
          <p:cNvPr id="10" name="card-1">
            <a:extLst xmlns:a="http://schemas.openxmlformats.org/drawingml/2006/main">
              <a:ext uri="{FF2B5EF4-FFF2-40B4-BE49-F238E27FC236}">
                <a16:creationId xmlns:a16="http://schemas.microsoft.com/office/drawing/2014/main" id="{5014040C-1ACC-4F74-8146-5BEA360F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2571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card-anchor-1">
            <a:extLst xmlns:a="http://schemas.openxmlformats.org/drawingml/2006/main">
              <a:ext uri="{FF2B5EF4-FFF2-40B4-BE49-F238E27FC236}">
                <a16:creationId xmlns:a16="http://schemas.microsoft.com/office/drawing/2014/main" id="{973BA62F-B6DF-46D1-9F09-C8C8FC79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3050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12" name="card-1-number">
            <a:extLst xmlns:a="http://schemas.openxmlformats.org/drawingml/2006/main">
              <a:ext uri="{FF2B5EF4-FFF2-40B4-BE49-F238E27FC236}">
                <a16:creationId xmlns:a16="http://schemas.microsoft.com/office/drawing/2014/main" id="{D0DC3B75-6458-4FDE-9DA1-30B93E7C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4669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13" name="card-1-title">
            <a:extLst xmlns:a="http://schemas.openxmlformats.org/drawingml/2006/main">
              <a:ext uri="{FF2B5EF4-FFF2-40B4-BE49-F238E27FC236}">
                <a16:creationId xmlns:a16="http://schemas.microsoft.com/office/drawing/2014/main" id="{8C7D81E5-7C51-488A-942F-72EACAA5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86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组织目录</a:t>
            </a:r>
          </a:p>
        </p:txBody>
      </p:sp>
      <p:sp>
        <p:nvSpPr>
          <p:cNvPr id="14" name="card-1-body">
            <a:extLst xmlns:a="http://schemas.openxmlformats.org/drawingml/2006/main">
              <a:ext uri="{FF2B5EF4-FFF2-40B4-BE49-F238E27FC236}">
                <a16:creationId xmlns:a16="http://schemas.microsoft.com/office/drawing/2014/main" id="{58AA8FD9-A894-4F31-A788-2849F2D5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2425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按实际流程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00A4816C-C265-4C3D-8846-737CE91C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71750"/>
            <a:ext cx="2571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card-anchor-2">
            <a:extLst xmlns:a="http://schemas.openxmlformats.org/drawingml/2006/main">
              <a:ext uri="{FF2B5EF4-FFF2-40B4-BE49-F238E27FC236}">
                <a16:creationId xmlns:a16="http://schemas.microsoft.com/office/drawing/2014/main" id="{06520030-4D97-4D42-A816-3CBC3309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3050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17" name="card-2-number">
            <a:extLst xmlns:a="http://schemas.openxmlformats.org/drawingml/2006/main">
              <a:ext uri="{FF2B5EF4-FFF2-40B4-BE49-F238E27FC236}">
                <a16:creationId xmlns:a16="http://schemas.microsoft.com/office/drawing/2014/main" id="{D4809A85-DD55-4A2B-B8DA-A6B3CB50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4669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8" name="card-2-title">
            <a:extLst xmlns:a="http://schemas.openxmlformats.org/drawingml/2006/main">
              <a:ext uri="{FF2B5EF4-FFF2-40B4-BE49-F238E27FC236}">
                <a16:creationId xmlns:a16="http://schemas.microsoft.com/office/drawing/2014/main" id="{35824E63-39CD-4856-9F3D-C75A4DC3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86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补充依据</a:t>
            </a:r>
          </a:p>
        </p:txBody>
      </p:sp>
      <p:sp>
        <p:nvSpPr>
          <p:cNvPr id="19" name="card-2-body">
            <a:extLst xmlns:a="http://schemas.openxmlformats.org/drawingml/2006/main">
              <a:ext uri="{FF2B5EF4-FFF2-40B4-BE49-F238E27FC236}">
                <a16:creationId xmlns:a16="http://schemas.microsoft.com/office/drawing/2014/main" id="{B1C16416-AFC5-4C59-8E29-7E14120A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为关键决定说明理由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B30585-4483-45CD-8626-F9B0A252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67000" y="5334000"/>
            <a:ext cx="685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1" name="cards-result">
            <a:extLst xmlns:a="http://schemas.openxmlformats.org/drawingml/2006/main">
              <a:ext uri="{FF2B5EF4-FFF2-40B4-BE49-F238E27FC236}">
                <a16:creationId xmlns:a16="http://schemas.microsoft.com/office/drawing/2014/main" id="{12D39A5B-5198-4182-9F92-862C01D3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673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预期结果  接手者能找到材料并理解使用方式</a:t>
            </a:r>
          </a:p>
        </p:txBody>
      </p:sp>
    </p:spTree>
    <p:extLst>
      <p:ext uri="{BB962C8B-B14F-4D97-AF65-F5344CB8AC3E}">
        <p14:creationId xmlns:p14="http://schemas.microsoft.com/office/powerpoint/2010/main" val="18421816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5F6F0515-23A6-420A-9A10-77FB80EE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2" name="page-title">
            <a:extLst xmlns:a="http://schemas.openxmlformats.org/drawingml/2006/main">
              <a:ext uri="{FF2B5EF4-FFF2-40B4-BE49-F238E27FC236}">
                <a16:creationId xmlns:a16="http://schemas.microsoft.com/office/drawing/2014/main" id="{0FD10F36-022B-4A6E-9CF0-3A41ACF2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管理能力按级提升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0E54A-3006-4CA1-A213-0FDCF289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0" y="561975"/>
            <a:ext cx="4743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ABCBFDE4-3942-4E6F-9709-ECCB98FB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5" name="level-0">
            <a:extLst xmlns:a="http://schemas.openxmlformats.org/drawingml/2006/main">
              <a:ext uri="{FF2B5EF4-FFF2-40B4-BE49-F238E27FC236}">
                <a16:creationId xmlns:a16="http://schemas.microsoft.com/office/drawing/2014/main" id="{77085545-DF08-4952-9D19-64B151FB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38750"/>
            <a:ext cx="1571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D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6" name="level-0-title">
            <a:extLst xmlns:a="http://schemas.openxmlformats.org/drawingml/2006/main">
              <a:ext uri="{FF2B5EF4-FFF2-40B4-BE49-F238E27FC236}">
                <a16:creationId xmlns:a16="http://schemas.microsoft.com/office/drawing/2014/main" id="{3E050631-B356-4BF4-9C5B-3B27ACA0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53050"/>
            <a:ext cx="1419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被动响应</a:t>
            </a:r>
          </a:p>
        </p:txBody>
      </p:sp>
      <p:sp>
        <p:nvSpPr>
          <p:cNvPr id="7" name="level-0-body">
            <a:extLst xmlns:a="http://schemas.openxmlformats.org/drawingml/2006/main">
              <a:ext uri="{FF2B5EF4-FFF2-40B4-BE49-F238E27FC236}">
                <a16:creationId xmlns:a16="http://schemas.microsoft.com/office/drawing/2014/main" id="{2DFCCBFA-4780-4424-AA8F-856AC62B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914900"/>
            <a:ext cx="141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遇到问题才处理</a:t>
            </a:r>
          </a:p>
        </p:txBody>
      </p:sp>
      <p:sp>
        <p:nvSpPr>
          <p:cNvPr id="8" name="level-1">
            <a:extLst xmlns:a="http://schemas.openxmlformats.org/drawingml/2006/main">
              <a:ext uri="{FF2B5EF4-FFF2-40B4-BE49-F238E27FC236}">
                <a16:creationId xmlns:a16="http://schemas.microsoft.com/office/drawing/2014/main" id="{16975549-C7D9-4796-89D1-D84898FF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838700"/>
            <a:ext cx="1571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6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9" name="level-1-title">
            <a:extLst xmlns:a="http://schemas.openxmlformats.org/drawingml/2006/main">
              <a:ext uri="{FF2B5EF4-FFF2-40B4-BE49-F238E27FC236}">
                <a16:creationId xmlns:a16="http://schemas.microsoft.com/office/drawing/2014/main" id="{8A4C6579-C5A6-49F6-96B5-6188B664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953000"/>
            <a:ext cx="1419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建立记录</a:t>
            </a:r>
          </a:p>
        </p:txBody>
      </p:sp>
      <p:sp>
        <p:nvSpPr>
          <p:cNvPr id="10" name="level-1-body">
            <a:extLst xmlns:a="http://schemas.openxmlformats.org/drawingml/2006/main">
              <a:ext uri="{FF2B5EF4-FFF2-40B4-BE49-F238E27FC236}">
                <a16:creationId xmlns:a16="http://schemas.microsoft.com/office/drawing/2014/main" id="{E7DFA980-6124-4010-B7BF-B4646872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514850"/>
            <a:ext cx="141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留下可追溯信息</a:t>
            </a:r>
          </a:p>
        </p:txBody>
      </p:sp>
      <p:sp>
        <p:nvSpPr>
          <p:cNvPr id="11" name="level-2">
            <a:extLst xmlns:a="http://schemas.openxmlformats.org/drawingml/2006/main">
              <a:ext uri="{FF2B5EF4-FFF2-40B4-BE49-F238E27FC236}">
                <a16:creationId xmlns:a16="http://schemas.microsoft.com/office/drawing/2014/main" id="{AC6C6E69-49A5-4E18-A901-92C6CE84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38650"/>
            <a:ext cx="1571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1E0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12" name="level-2-title">
            <a:extLst xmlns:a="http://schemas.openxmlformats.org/drawingml/2006/main">
              <a:ext uri="{FF2B5EF4-FFF2-40B4-BE49-F238E27FC236}">
                <a16:creationId xmlns:a16="http://schemas.microsoft.com/office/drawing/2014/main" id="{5C59BBA1-7EC0-4E1E-A027-A8C6F24C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52950"/>
            <a:ext cx="1419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形成规范</a:t>
            </a:r>
          </a:p>
        </p:txBody>
      </p:sp>
      <p:sp>
        <p:nvSpPr>
          <p:cNvPr id="13" name="level-2-body">
            <a:extLst xmlns:a="http://schemas.openxmlformats.org/drawingml/2006/main">
              <a:ext uri="{FF2B5EF4-FFF2-40B4-BE49-F238E27FC236}">
                <a16:creationId xmlns:a16="http://schemas.microsoft.com/office/drawing/2014/main" id="{41AF95D6-BC48-4D7A-83C2-E443806E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14800"/>
            <a:ext cx="141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形成共同做法</a:t>
            </a:r>
          </a:p>
        </p:txBody>
      </p:sp>
      <p:sp>
        <p:nvSpPr>
          <p:cNvPr id="14" name="level-3">
            <a:extLst xmlns:a="http://schemas.openxmlformats.org/drawingml/2006/main">
              <a:ext uri="{FF2B5EF4-FFF2-40B4-BE49-F238E27FC236}">
                <a16:creationId xmlns:a16="http://schemas.microsoft.com/office/drawing/2014/main" id="{7AF13E47-4A2F-460E-9478-44B8766F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38600"/>
            <a:ext cx="15716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9D9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15" name="level-3-title">
            <a:extLst xmlns:a="http://schemas.openxmlformats.org/drawingml/2006/main">
              <a:ext uri="{FF2B5EF4-FFF2-40B4-BE49-F238E27FC236}">
                <a16:creationId xmlns:a16="http://schemas.microsoft.com/office/drawing/2014/main" id="{AA48FE41-730A-4041-A3C8-234E2498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152900"/>
            <a:ext cx="1419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稳定执行</a:t>
            </a:r>
          </a:p>
        </p:txBody>
      </p:sp>
      <p:sp>
        <p:nvSpPr>
          <p:cNvPr id="16" name="level-3-body">
            <a:extLst xmlns:a="http://schemas.openxmlformats.org/drawingml/2006/main">
              <a:ext uri="{FF2B5EF4-FFF2-40B4-BE49-F238E27FC236}">
                <a16:creationId xmlns:a16="http://schemas.microsoft.com/office/drawing/2014/main" id="{2DD2E53B-9552-47AB-A817-F7E315B9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714750"/>
            <a:ext cx="141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按规范持续交付</a:t>
            </a:r>
          </a:p>
        </p:txBody>
      </p:sp>
      <p:sp>
        <p:nvSpPr>
          <p:cNvPr id="17" name="level-4">
            <a:extLst xmlns:a="http://schemas.openxmlformats.org/drawingml/2006/main">
              <a:ext uri="{FF2B5EF4-FFF2-40B4-BE49-F238E27FC236}">
                <a16:creationId xmlns:a16="http://schemas.microsoft.com/office/drawing/2014/main" id="{F934EDD3-D81D-469C-A20B-F881F1D6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38550"/>
            <a:ext cx="1571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1D2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18" name="level-4-title">
            <a:extLst xmlns:a="http://schemas.openxmlformats.org/drawingml/2006/main">
              <a:ext uri="{FF2B5EF4-FFF2-40B4-BE49-F238E27FC236}">
                <a16:creationId xmlns:a16="http://schemas.microsoft.com/office/drawing/2014/main" id="{38998B40-F319-4AE3-8F43-6F7C7533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52850"/>
            <a:ext cx="1419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反馈修正</a:t>
            </a:r>
          </a:p>
        </p:txBody>
      </p:sp>
      <p:sp>
        <p:nvSpPr>
          <p:cNvPr id="19" name="level-4-body">
            <a:extLst xmlns:a="http://schemas.openxmlformats.org/drawingml/2006/main">
              <a:ext uri="{FF2B5EF4-FFF2-40B4-BE49-F238E27FC236}">
                <a16:creationId xmlns:a16="http://schemas.microsoft.com/office/drawing/2014/main" id="{F7846B37-876F-4A9A-86BE-7B199F31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14700"/>
            <a:ext cx="141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根据结果调整</a:t>
            </a:r>
          </a:p>
        </p:txBody>
      </p:sp>
      <p:sp>
        <p:nvSpPr>
          <p:cNvPr id="20" name="level-5">
            <a:extLst xmlns:a="http://schemas.openxmlformats.org/drawingml/2006/main">
              <a:ext uri="{FF2B5EF4-FFF2-40B4-BE49-F238E27FC236}">
                <a16:creationId xmlns:a16="http://schemas.microsoft.com/office/drawing/2014/main" id="{88B0BDEB-5FBB-4ADA-890E-6553585B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38500"/>
            <a:ext cx="157162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C9CB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1" name="level-5-title">
            <a:extLst xmlns:a="http://schemas.openxmlformats.org/drawingml/2006/main">
              <a:ext uri="{FF2B5EF4-FFF2-40B4-BE49-F238E27FC236}">
                <a16:creationId xmlns:a16="http://schemas.microsoft.com/office/drawing/2014/main" id="{3334758C-726F-4F4A-BE60-A5DB1760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352800"/>
            <a:ext cx="1419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持续优化</a:t>
            </a:r>
          </a:p>
        </p:txBody>
      </p:sp>
      <p:sp>
        <p:nvSpPr>
          <p:cNvPr id="22" name="level-5-body">
            <a:extLst xmlns:a="http://schemas.openxmlformats.org/drawingml/2006/main">
              <a:ext uri="{FF2B5EF4-FFF2-40B4-BE49-F238E27FC236}">
                <a16:creationId xmlns:a16="http://schemas.microsoft.com/office/drawing/2014/main" id="{EC801BE1-E22C-4895-900C-600A61E3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914650"/>
            <a:ext cx="141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把改进变成日常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C87EFE-D74C-4E3F-8D73-C7737FE4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714500" y="1952625"/>
            <a:ext cx="8667750" cy="3476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24" name="levels-caption">
            <a:extLst xmlns:a="http://schemas.openxmlformats.org/drawingml/2006/main">
              <a:ext uri="{FF2B5EF4-FFF2-40B4-BE49-F238E27FC236}">
                <a16:creationId xmlns:a16="http://schemas.microsoft.com/office/drawing/2014/main" id="{33EE9608-BAF0-4DFB-9E4E-3D8268F3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能力门槛逐级提升</a:t>
            </a:r>
          </a:p>
        </p:txBody>
      </p:sp>
    </p:spTree>
    <p:extLst>
      <p:ext uri="{BB962C8B-B14F-4D97-AF65-F5344CB8AC3E}">
        <p14:creationId xmlns:p14="http://schemas.microsoft.com/office/powerpoint/2010/main" val="133857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43A518FF-CE68-4B55-B91C-01F9D8DA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2" name="page-title">
            <a:extLst xmlns:a="http://schemas.openxmlformats.org/drawingml/2006/main">
              <a:ext uri="{FF2B5EF4-FFF2-40B4-BE49-F238E27FC236}">
                <a16:creationId xmlns:a16="http://schemas.microsoft.com/office/drawing/2014/main" id="{A9280EE5-708C-4FDB-AC0F-5FC6DE37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七步完成一次交接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38A6C-55A5-4226-8932-3CA23663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0" y="561975"/>
            <a:ext cx="4743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906A5A4E-ABA1-49BD-82E8-70EA4E37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490A6-EB86-405A-B1B9-65AACF75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24000" y="3714750"/>
            <a:ext cx="8953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C5965"/>
            </a:solidFill>
            <a:prstDash val="solid"/>
          </a:ln>
        </p:spPr>
      </p:sp>
      <p:sp>
        <p:nvSpPr>
          <p:cNvPr id="6" name="step-0">
            <a:extLst xmlns:a="http://schemas.openxmlformats.org/drawingml/2006/main">
              <a:ext uri="{FF2B5EF4-FFF2-40B4-BE49-F238E27FC236}">
                <a16:creationId xmlns:a16="http://schemas.microsoft.com/office/drawing/2014/main" id="{05B4B27E-53E3-4CE6-8E40-995966DD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76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7" name="step-0-number">
            <a:extLst xmlns:a="http://schemas.openxmlformats.org/drawingml/2006/main">
              <a:ext uri="{FF2B5EF4-FFF2-40B4-BE49-F238E27FC236}">
                <a16:creationId xmlns:a16="http://schemas.microsoft.com/office/drawing/2014/main" id="{7B3E796F-6976-40A0-959F-260E31BA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6193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8" name="step-0-title">
            <a:extLst xmlns:a="http://schemas.openxmlformats.org/drawingml/2006/main">
              <a:ext uri="{FF2B5EF4-FFF2-40B4-BE49-F238E27FC236}">
                <a16:creationId xmlns:a16="http://schemas.microsoft.com/office/drawing/2014/main" id="{6624591A-CED1-4876-B24F-1D1A9D66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288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确认范围</a:t>
            </a:r>
          </a:p>
        </p:txBody>
      </p:sp>
      <p:sp>
        <p:nvSpPr>
          <p:cNvPr id="9" name="step-0-body">
            <a:extLst xmlns:a="http://schemas.openxmlformats.org/drawingml/2006/main">
              <a:ext uri="{FF2B5EF4-FFF2-40B4-BE49-F238E27FC236}">
                <a16:creationId xmlns:a16="http://schemas.microsoft.com/office/drawing/2014/main" id="{DC53097C-995F-41F8-80AA-239CC5C0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明确本次交接边界</a:t>
            </a:r>
          </a:p>
        </p:txBody>
      </p:sp>
      <p:sp>
        <p:nvSpPr>
          <p:cNvPr id="10" name="step-1">
            <a:extLst xmlns:a="http://schemas.openxmlformats.org/drawingml/2006/main">
              <a:ext uri="{FF2B5EF4-FFF2-40B4-BE49-F238E27FC236}">
                <a16:creationId xmlns:a16="http://schemas.microsoft.com/office/drawing/2014/main" id="{C34B4FCB-7C13-4668-AF14-69D7E149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76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11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5591A857-431C-4357-8C8D-AE6984FD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193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2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AE62BDA9-BC13-4E06-9AA0-37C0C885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288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收集资料</a:t>
            </a:r>
          </a:p>
        </p:txBody>
      </p:sp>
      <p:sp>
        <p:nvSpPr>
          <p:cNvPr id="13" name="step-1-body">
            <a:extLst xmlns:a="http://schemas.openxmlformats.org/drawingml/2006/main">
              <a:ext uri="{FF2B5EF4-FFF2-40B4-BE49-F238E27FC236}">
                <a16:creationId xmlns:a16="http://schemas.microsoft.com/office/drawing/2014/main" id="{D67D7C1E-7A82-4613-BF28-A721D711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765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汇总交付材料</a:t>
            </a:r>
          </a:p>
        </p:txBody>
      </p:sp>
      <p:sp>
        <p:nvSpPr>
          <p:cNvPr id="14" name="step-2">
            <a:extLst xmlns:a="http://schemas.openxmlformats.org/drawingml/2006/main">
              <a:ext uri="{FF2B5EF4-FFF2-40B4-BE49-F238E27FC236}">
                <a16:creationId xmlns:a16="http://schemas.microsoft.com/office/drawing/2014/main" id="{27446A00-8C44-44CF-8643-25C50FBE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76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15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CB663F27-BCE3-4BBA-B3AF-B0734C3B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193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6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FD70DA5B-E1E7-4935-BFF1-CB57CDD8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288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整理版本</a:t>
            </a:r>
          </a:p>
        </p:txBody>
      </p:sp>
      <p:sp>
        <p:nvSpPr>
          <p:cNvPr id="17" name="step-2-body">
            <a:extLst xmlns:a="http://schemas.openxmlformats.org/drawingml/2006/main">
              <a:ext uri="{FF2B5EF4-FFF2-40B4-BE49-F238E27FC236}">
                <a16:creationId xmlns:a16="http://schemas.microsoft.com/office/drawing/2014/main" id="{A55258AD-ECE6-4CE8-94D3-9735D991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765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保留当前版本</a:t>
            </a:r>
          </a:p>
        </p:txBody>
      </p:sp>
      <p:sp>
        <p:nvSpPr>
          <p:cNvPr id="18" name="step-3">
            <a:extLst xmlns:a="http://schemas.openxmlformats.org/drawingml/2006/main">
              <a:ext uri="{FF2B5EF4-FFF2-40B4-BE49-F238E27FC236}">
                <a16:creationId xmlns:a16="http://schemas.microsoft.com/office/drawing/2014/main" id="{54EC8F29-3A20-4D3D-A03B-E00E6F9E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76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19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2FE45F21-1DC5-449B-94E1-4337E852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6193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0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3231690E-E55A-4438-B908-E06FAFDD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288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走查流程</a:t>
            </a:r>
          </a:p>
        </p:txBody>
      </p:sp>
      <p:sp>
        <p:nvSpPr>
          <p:cNvPr id="21" name="step-3-body">
            <a:extLst xmlns:a="http://schemas.openxmlformats.org/drawingml/2006/main">
              <a:ext uri="{FF2B5EF4-FFF2-40B4-BE49-F238E27FC236}">
                <a16:creationId xmlns:a16="http://schemas.microsoft.com/office/drawing/2014/main" id="{FD7DF5C1-2B3D-469C-AAC7-DDE48654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765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按流程逐项核对</a:t>
            </a:r>
          </a:p>
        </p:txBody>
      </p:sp>
      <p:sp>
        <p:nvSpPr>
          <p:cNvPr id="22" name="step-4">
            <a:extLst xmlns:a="http://schemas.openxmlformats.org/drawingml/2006/main">
              <a:ext uri="{FF2B5EF4-FFF2-40B4-BE49-F238E27FC236}">
                <a16:creationId xmlns:a16="http://schemas.microsoft.com/office/drawing/2014/main" id="{161F3C93-B502-4ED9-9D7D-59A23CE4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76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3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98EF1AE0-302C-475E-8550-DA76E424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6193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24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8A01EC40-039E-400F-B90D-766BCA9E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288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解释例外</a:t>
            </a:r>
          </a:p>
        </p:txBody>
      </p:sp>
      <p:sp>
        <p:nvSpPr>
          <p:cNvPr id="25" name="step-4-body">
            <a:extLst xmlns:a="http://schemas.openxmlformats.org/drawingml/2006/main">
              <a:ext uri="{FF2B5EF4-FFF2-40B4-BE49-F238E27FC236}">
                <a16:creationId xmlns:a16="http://schemas.microsoft.com/office/drawing/2014/main" id="{15A8F7E6-C4C1-4957-A18F-F7A5034A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765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说明特殊情况</a:t>
            </a:r>
          </a:p>
        </p:txBody>
      </p:sp>
      <p:sp>
        <p:nvSpPr>
          <p:cNvPr id="26" name="step-5">
            <a:extLst xmlns:a="http://schemas.openxmlformats.org/drawingml/2006/main">
              <a:ext uri="{FF2B5EF4-FFF2-40B4-BE49-F238E27FC236}">
                <a16:creationId xmlns:a16="http://schemas.microsoft.com/office/drawing/2014/main" id="{EAA59C9F-B74A-41A8-BEFA-29BF3CC8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476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27" name="step-5-number">
            <a:extLst xmlns:a="http://schemas.openxmlformats.org/drawingml/2006/main">
              <a:ext uri="{FF2B5EF4-FFF2-40B4-BE49-F238E27FC236}">
                <a16:creationId xmlns:a16="http://schemas.microsoft.com/office/drawing/2014/main" id="{82326981-3C05-449F-A94C-B21EBD9B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6193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28" name="step-5-title">
            <a:extLst xmlns:a="http://schemas.openxmlformats.org/drawingml/2006/main">
              <a:ext uri="{FF2B5EF4-FFF2-40B4-BE49-F238E27FC236}">
                <a16:creationId xmlns:a16="http://schemas.microsoft.com/office/drawing/2014/main" id="{8E8F613C-552D-4268-AA9B-8596A927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288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确认责任</a:t>
            </a:r>
          </a:p>
        </p:txBody>
      </p:sp>
      <p:sp>
        <p:nvSpPr>
          <p:cNvPr id="29" name="step-5-body">
            <a:extLst xmlns:a="http://schemas.openxmlformats.org/drawingml/2006/main">
              <a:ext uri="{FF2B5EF4-FFF2-40B4-BE49-F238E27FC236}">
                <a16:creationId xmlns:a16="http://schemas.microsoft.com/office/drawing/2014/main" id="{7A47C53E-7581-4E65-BA97-B0CE1E56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765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对齐后续负责人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7FA020-948B-464A-BB84-A2653A3E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24000" y="5000625"/>
            <a:ext cx="1047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C5965"/>
            </a:solidFill>
            <a:prstDash val="solid"/>
          </a:ln>
        </p:spPr>
      </p:sp>
      <p:sp>
        <p:nvSpPr>
          <p:cNvPr id="31" name="step-6">
            <a:extLst xmlns:a="http://schemas.openxmlformats.org/drawingml/2006/main">
              <a:ext uri="{FF2B5EF4-FFF2-40B4-BE49-F238E27FC236}">
                <a16:creationId xmlns:a16="http://schemas.microsoft.com/office/drawing/2014/main" id="{A4710409-4A8C-464B-BC37-93CA4D7F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524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965"/>
          </a:solidFill>
          <a:ln xmlns:a="http://schemas.openxmlformats.org/drawingml/2006/main" w="9525">
            <a:solidFill>
              <a:srgbClr val="3C5965"/>
            </a:solidFill>
            <a:prstDash val="solid"/>
          </a:ln>
        </p:spPr>
      </p:sp>
      <p:sp>
        <p:nvSpPr>
          <p:cNvPr id="32" name="step-6-number">
            <a:extLst xmlns:a="http://schemas.openxmlformats.org/drawingml/2006/main">
              <a:ext uri="{FF2B5EF4-FFF2-40B4-BE49-F238E27FC236}">
                <a16:creationId xmlns:a16="http://schemas.microsoft.com/office/drawing/2014/main" id="{1BE7F055-EDAC-4BBA-8F68-48C527AA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6672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33" name="step-6-title">
            <a:extLst xmlns:a="http://schemas.openxmlformats.org/drawingml/2006/main">
              <a:ext uri="{FF2B5EF4-FFF2-40B4-BE49-F238E27FC236}">
                <a16:creationId xmlns:a16="http://schemas.microsoft.com/office/drawing/2014/main" id="{03ED80EF-A0B8-40C3-889B-3AB5CE8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767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记录签收</a:t>
            </a:r>
          </a:p>
        </p:txBody>
      </p:sp>
      <p:sp>
        <p:nvSpPr>
          <p:cNvPr id="34" name="step-6-body">
            <a:extLst xmlns:a="http://schemas.openxmlformats.org/drawingml/2006/main">
              <a:ext uri="{FF2B5EF4-FFF2-40B4-BE49-F238E27FC236}">
                <a16:creationId xmlns:a16="http://schemas.microsoft.com/office/drawing/2014/main" id="{EDA903CE-50AE-4F64-BFCC-3DDC5B47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1244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留下确认记录</a:t>
            </a:r>
          </a:p>
        </p:txBody>
      </p:sp>
      <p:sp>
        <p:nvSpPr>
          <p:cNvPr id="35" name="steps-caption">
            <a:extLst xmlns:a="http://schemas.openxmlformats.org/drawingml/2006/main">
              <a:ext uri="{FF2B5EF4-FFF2-40B4-BE49-F238E27FC236}">
                <a16:creationId xmlns:a16="http://schemas.microsoft.com/office/drawing/2014/main" id="{884C268F-EEFD-4AED-9FE0-CECBD17F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15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严格先后，沿轨道完成一次交接</a:t>
            </a:r>
          </a:p>
        </p:txBody>
      </p:sp>
    </p:spTree>
    <p:extLst>
      <p:ext uri="{BB962C8B-B14F-4D97-AF65-F5344CB8AC3E}">
        <p14:creationId xmlns:p14="http://schemas.microsoft.com/office/powerpoint/2010/main" val="14355595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2026-09-07T05:04:27.1860000Z</dcterms:created>
  <dcterms:modified xsi:type="dcterms:W3CDTF">2026-09-07T05:04:27.1860000Z</dcterms:modified>
</coreProperties>
</file>