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042134ca4444cd" /><Relationship Type="http://schemas.openxmlformats.org/officeDocument/2006/relationships/extended-properties" Target="/docProps/app.xml" Id="R0a30554ca07d4a71" /><Relationship Type="http://schemas.openxmlformats.org/officeDocument/2006/relationships/officeDocument" Target="/ppt/presentation.xml" Id="R5da3dae4b61040d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c06ea0f216d41f6"/>
  </p:sldMasterIdLst>
  <p:notesMasterIdLst>
    <p:notesMasterId xmlns:r="http://schemas.openxmlformats.org/officeDocument/2006/relationships" r:id="Rf24006181f174547"/>
  </p:notesMasterIdLst>
  <p:sldIdLst>
    <p:sldId xmlns:r="http://schemas.openxmlformats.org/officeDocument/2006/relationships" id="256" r:id="R8ee4539c94534151"/>
    <p:sldId xmlns:r="http://schemas.openxmlformats.org/officeDocument/2006/relationships" id="257" r:id="R7eb0c893524646c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fd2923f78694262" /><Relationship Type="http://schemas.openxmlformats.org/officeDocument/2006/relationships/slideMaster" Target="/ppt/slideMasters/slideMaster1.xml" Id="R2c06ea0f216d41f6" /><Relationship Type="http://schemas.openxmlformats.org/officeDocument/2006/relationships/notesMaster" Target="/ppt/notesMasters/notesMaster1.xml" Id="Rf24006181f174547" /><Relationship Type="http://schemas.openxmlformats.org/officeDocument/2006/relationships/presProps" Target="/ppt/presProps.xml" Id="Rd5eb8caa0eb84849" /><Relationship Type="http://schemas.openxmlformats.org/officeDocument/2006/relationships/tableStyles" Target="/ppt/tableStyles.xml" Id="R81bf0fcdff9f4e2e" /><Relationship Type="http://schemas.openxmlformats.org/officeDocument/2006/relationships/slide" Target="/ppt/slides/slide1.xml" Id="R8ee4539c94534151" /><Relationship Type="http://schemas.openxmlformats.org/officeDocument/2006/relationships/slide" Target="/ppt/slides/slide2.xml" Id="R7eb0c893524646c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ebb6d9052da417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abb2637def44abe" /><Relationship Type="http://schemas.openxmlformats.org/officeDocument/2006/relationships/notesMaster" Target="/ppt/notesMasters/notesMaster1.xml" Id="Re5c72e91b5ee4d7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ef194253cb84931" /><Relationship Type="http://schemas.openxmlformats.org/officeDocument/2006/relationships/notesMaster" Target="/ppt/notesMasters/notesMaster1.xml" Id="Rf78e13904b9c4c4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内容：experiments/structure-luna-audit-20260907/batch-2/input.json · case-02</a:t>
            </a:r>
          </a:p>
          <a:p xmlns:a="http://schemas.openxmlformats.org/drawingml/2006/main">
            <a:r>
              <a:t>结构参考：branching-decision-routes-001</a:t>
            </a:r>
          </a:p>
          <a:p xmlns:a="http://schemas.openxmlformats.org/drawingml/2006/main">
            <a:r>
              <a:t>保留特征：单入口连接菱形判断，再由共同总线扇出；条件标签贴近各自分支线，动作分支等权；可选结果与所属动作直接相连</a:t>
            </a:r>
          </a:p>
          <a:p xmlns:a="http://schemas.openxmlformats.org/drawingml/2006/main">
            <a:r>
              <a:t>适配变化：按真实稿件重算为五路并保留全部互斥条件；沿用真实 review.mjs 的 1170×492 几何锚点并用中性杂志 Skin 适配</a:t>
            </a:r>
          </a:p>
          <a:p xmlns:a="http://schemas.openxmlformats.org/drawingml/2006/main">
            <a:r>
              <a:t>执行边界：该稿件有 5 个互斥条件，超过资产 authored guide 的 2–4 路范围；本次按同一单判断拓扑扩展为 5 路，确保五个条件均可见并独立连至动作。</a:t>
            </a:r>
          </a:p>
          <a:p xmlns:a="http://schemas.openxmlformats.org/drawingml/2006/main">
            <a:r>
              <a:t>本页由 invokeStructure 新接口执行，图形与文字均为原生可编辑对象。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内容：experiments/structure-luna-audit-20260907/batch-2/input.json · case-08</a:t>
            </a:r>
          </a:p>
          <a:p xmlns:a="http://schemas.openxmlformats.org/drawingml/2006/main">
            <a:r>
              <a:t>结构参考：containment-consensus-field-005</a:t>
            </a:r>
          </a:p>
          <a:p xmlns:a="http://schemas.openxmlformats.org/drawingml/2006/main">
            <a:r>
              <a:t>保留特征：独立主体围绕中央共识场分布；共同内容位于中央，外围图标立于圆台；椭圆轨道无方向，名称位于圆台之外</a:t>
            </a:r>
          </a:p>
          <a:p xmlns:a="http://schemas.openxmlformats.org/drawingml/2006/main">
            <a:r>
              <a:t>适配变化：将五方关注点完整放入外围圆台与外侧文字；中央共识场保留三条共同约定并适配中性杂志 Skin</a:t>
            </a:r>
          </a:p>
          <a:p xmlns:a="http://schemas.openxmlformats.org/drawingml/2006/main">
            <a:r>
              <a:t>执行边界：五方在资产支持的 2–5 个主体范围内；轨道不加箭头，不表达进度或汇报关系。</a:t>
            </a:r>
          </a:p>
          <a:p xmlns:a="http://schemas.openxmlformats.org/drawingml/2006/main">
            <a:r>
              <a:t>本页由 invokeStructure 新接口执行，图形与文字均为原生可编辑对象。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1524368cba442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522d13e39cc43e7" /><Relationship Type="http://schemas.openxmlformats.org/officeDocument/2006/relationships/slideLayout" Target="/ppt/slideLayouts/slideLayout1.xml" Id="Rac88657b72634af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c88657b72634af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2bc11d0b284ac9" /><Relationship Type="http://schemas.openxmlformats.org/officeDocument/2006/relationships/notesSlide" Target="/ppt/notesSlides/notesSlide1.xml" Id="R6b02db8a5bdd44a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3e41457fee4d01" /><Relationship Type="http://schemas.openxmlformats.org/officeDocument/2006/relationships/notesSlide" Target="/ppt/notesSlides/notesSlide2.xml" Id="R2005ebdb162d436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page-1-index">
            <a:extLst xmlns:a="http://schemas.openxmlformats.org/drawingml/2006/main">
              <a:ext uri="{FF2B5EF4-FFF2-40B4-BE49-F238E27FC236}">
                <a16:creationId xmlns:a16="http://schemas.microsoft.com/office/drawing/2014/main" id="{DAD7B036-71D7-4013-A8AF-98538F2FB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200" b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01</a:t>
            </a:r>
          </a:p>
        </p:txBody>
      </p:sp>
      <p:sp>
        <p:nvSpPr>
          <p:cNvPr id="2" name="page-1-title">
            <a:extLst xmlns:a="http://schemas.openxmlformats.org/drawingml/2006/main">
              <a:ext uri="{FF2B5EF4-FFF2-40B4-BE49-F238E27FC236}">
                <a16:creationId xmlns:a16="http://schemas.microsoft.com/office/drawing/2014/main" id="{2A853E35-4BA5-47BD-B7B9-DC8B65D48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670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材料完整性决定下一步处理</a:t>
            </a:r>
          </a:p>
        </p:txBody>
      </p:sp>
      <p:sp>
        <p:nvSpPr>
          <p:cNvPr id="3" name="page-1-rule">
            <a:extLst xmlns:a="http://schemas.openxmlformats.org/drawingml/2006/main">
              <a:ext uri="{FF2B5EF4-FFF2-40B4-BE49-F238E27FC236}">
                <a16:creationId xmlns:a16="http://schemas.microsoft.com/office/drawing/2014/main" id="{8B980D00-3BBC-4D41-AD81-E5EDA01C4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763000" y="457200"/>
            <a:ext cx="28765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page-1-lead">
            <a:extLst xmlns:a="http://schemas.openxmlformats.org/drawingml/2006/main">
              <a:ext uri="{FF2B5EF4-FFF2-40B4-BE49-F238E27FC236}">
                <a16:creationId xmlns:a16="http://schemas.microsoft.com/office/drawing/2014/main" id="{07159ED0-3F6B-4C6B-AF96-1228CC5D5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1057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五种材料状态各自对应一条互斥路径</a:t>
            </a:r>
          </a:p>
        </p:txBody>
      </p:sp>
      <p:sp>
        <p:nvSpPr>
          <p:cNvPr id="5" name="page-1-folio">
            <a:extLst xmlns:a="http://schemas.openxmlformats.org/drawingml/2006/main">
              <a:ext uri="{FF2B5EF4-FFF2-40B4-BE49-F238E27FC236}">
                <a16:creationId xmlns:a16="http://schemas.microsoft.com/office/drawing/2014/main" id="{7FBA7AE3-772B-4A79-8B77-56DE49373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6" name="decision-context-card">
            <a:extLst xmlns:a="http://schemas.openxmlformats.org/drawingml/2006/main">
              <a:ext uri="{FF2B5EF4-FFF2-40B4-BE49-F238E27FC236}">
                <a16:creationId xmlns:a16="http://schemas.microsoft.com/office/drawing/2014/main" id="{A98A1DA5-04CD-428B-85C6-948A43111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428750"/>
            <a:ext cx="6953250" cy="666750"/>
          </a:xfrm>
          <a:prstGeom xmlns:a="http://schemas.openxmlformats.org/drawingml/2006/main" prst="roundRect">
            <a:avLst>
              <a:gd name="adj" fmla="val 25714"/>
            </a:avLst>
          </a:prstGeom>
          <a:solidFill xmlns:a="http://schemas.openxmlformats.org/drawingml/2006/main">
            <a:srgbClr val="244979"/>
          </a:solidFill>
          <a:ln xmlns:a="http://schemas.openxmlformats.org/drawingml/2006/main" w="9525">
            <a:solidFill>
              <a:srgbClr val="244979"/>
            </a:solidFill>
            <a:prstDash val="solid"/>
          </a:ln>
        </p:spPr>
      </p:sp>
      <p:sp>
        <p:nvSpPr>
          <p:cNvPr id="7" name="decision-context-title">
            <a:extLst xmlns:a="http://schemas.openxmlformats.org/drawingml/2006/main">
              <a:ext uri="{FF2B5EF4-FFF2-40B4-BE49-F238E27FC236}">
                <a16:creationId xmlns:a16="http://schemas.microsoft.com/office/drawing/2014/main" id="{13C22238-CBF9-4376-A38C-93C38F2CB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524000"/>
            <a:ext cx="638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FBFAF6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FBFAF6"/>
                </a:solidFill>
                <a:latin typeface="Noto Sans SC"/>
                <a:ea typeface="Noto Sans SC"/>
                <a:cs typeface="Noto Sans SC"/>
              </a:rPr>
              <a:t>申请进入材料检查</a:t>
            </a:r>
          </a:p>
        </p:txBody>
      </p:sp>
      <p:sp>
        <p:nvSpPr>
          <p:cNvPr id="8" name="decision-context-body">
            <a:extLst xmlns:a="http://schemas.openxmlformats.org/drawingml/2006/main">
              <a:ext uri="{FF2B5EF4-FFF2-40B4-BE49-F238E27FC236}">
                <a16:creationId xmlns:a16="http://schemas.microsoft.com/office/drawing/2014/main" id="{7ACD0059-3B35-4CD4-A7BE-F9D4E5B5B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800225"/>
            <a:ext cx="638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DCE8E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DCE8EF"/>
                </a:solidFill>
                <a:latin typeface="Noto Sans SC"/>
                <a:ea typeface="Noto Sans SC"/>
                <a:cs typeface="Noto Sans SC"/>
              </a:rPr>
              <a:t>依据当前材料状态路由下一步</a:t>
            </a:r>
          </a:p>
        </p:txBody>
      </p:sp>
      <p:sp>
        <p:nvSpPr>
          <p:cNvPr id="9" name="decision-node">
            <a:extLst xmlns:a="http://schemas.openxmlformats.org/drawingml/2006/main">
              <a:ext uri="{FF2B5EF4-FFF2-40B4-BE49-F238E27FC236}">
                <a16:creationId xmlns:a16="http://schemas.microsoft.com/office/drawing/2014/main" id="{E4EB1D3A-E0DF-4A50-A723-7219512DB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419350"/>
            <a:ext cx="2095500" cy="10477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355C7D"/>
          </a:solidFill>
          <a:ln xmlns:a="http://schemas.openxmlformats.org/drawingml/2006/main" w="14288">
            <a:solidFill>
              <a:srgbClr val="355C7D"/>
            </a:solidFill>
            <a:prstDash val="solid"/>
          </a:ln>
        </p:spPr>
      </p:sp>
      <p:sp>
        <p:nvSpPr>
          <p:cNvPr id="10" name="decision-title">
            <a:extLst xmlns:a="http://schemas.openxmlformats.org/drawingml/2006/main">
              <a:ext uri="{FF2B5EF4-FFF2-40B4-BE49-F238E27FC236}">
                <a16:creationId xmlns:a16="http://schemas.microsoft.com/office/drawing/2014/main" id="{CE74345B-D55D-4F08-9D4D-712F14084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74320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BFAF6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FBFAF6"/>
                </a:solidFill>
                <a:latin typeface="Noto Sans SC"/>
                <a:ea typeface="Noto Sans SC"/>
                <a:cs typeface="Noto Sans SC"/>
              </a:rPr>
              <a:t>材料状态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BFAF6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FBFAF6"/>
                </a:solidFill>
                <a:latin typeface="Noto Sans SC"/>
                <a:ea typeface="Noto Sans SC"/>
                <a:cs typeface="Noto Sans SC"/>
              </a:rPr>
              <a:t>是否满足</a:t>
            </a:r>
          </a:p>
        </p:txBody>
      </p:sp>
      <p:sp>
        <p:nvSpPr>
          <p:cNvPr id="11" name="context-decision-link">
            <a:extLst xmlns:a="http://schemas.openxmlformats.org/drawingml/2006/main">
              <a:ext uri="{FF2B5EF4-FFF2-40B4-BE49-F238E27FC236}">
                <a16:creationId xmlns:a16="http://schemas.microsoft.com/office/drawing/2014/main" id="{C5B2D0D5-E414-4F62-866A-0C5BC7041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0" y="2095500"/>
            <a:ext cx="9525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F97B5"/>
            </a:solidFill>
            <a:prstDash val="dash"/>
          </a:ln>
        </p:spPr>
      </p:sp>
      <p:sp>
        <p:nvSpPr>
          <p:cNvPr id="12" name="decision-bus-link">
            <a:extLst xmlns:a="http://schemas.openxmlformats.org/drawingml/2006/main">
              <a:ext uri="{FF2B5EF4-FFF2-40B4-BE49-F238E27FC236}">
                <a16:creationId xmlns:a16="http://schemas.microsoft.com/office/drawing/2014/main" id="{2D698F56-7383-49B5-AF51-B3F36AFF2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0" y="3467100"/>
            <a:ext cx="9525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F97B5"/>
            </a:solidFill>
            <a:prstDash val="dash"/>
          </a:ln>
        </p:spPr>
      </p:sp>
      <p:sp>
        <p:nvSpPr>
          <p:cNvPr id="13" name="decision-branch-bus">
            <a:extLst xmlns:a="http://schemas.openxmlformats.org/drawingml/2006/main">
              <a:ext uri="{FF2B5EF4-FFF2-40B4-BE49-F238E27FC236}">
                <a16:creationId xmlns:a16="http://schemas.microsoft.com/office/drawing/2014/main" id="{97227B08-D5FF-4D92-8B4C-8B2F0BC54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988820" y="3695700"/>
            <a:ext cx="821436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6F97B5"/>
            </a:solidFill>
            <a:prstDash val="solid"/>
          </a:ln>
        </p:spPr>
      </p:sp>
      <p:sp>
        <p:nvSpPr>
          <p:cNvPr id="14" name="decision-branch-link-0">
            <a:extLst xmlns:a="http://schemas.openxmlformats.org/drawingml/2006/main">
              <a:ext uri="{FF2B5EF4-FFF2-40B4-BE49-F238E27FC236}">
                <a16:creationId xmlns:a16="http://schemas.microsoft.com/office/drawing/2014/main" id="{5B5D2FCB-C24F-433A-AB0C-1E134EB63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988820" y="3695700"/>
            <a:ext cx="9525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F97B5"/>
            </a:solidFill>
            <a:prstDash val="solid"/>
          </a:ln>
        </p:spPr>
      </p:sp>
      <p:sp>
        <p:nvSpPr>
          <p:cNvPr id="15" name="decision-branch-anchor-0">
            <a:extLst xmlns:a="http://schemas.openxmlformats.org/drawingml/2006/main">
              <a:ext uri="{FF2B5EF4-FFF2-40B4-BE49-F238E27FC236}">
                <a16:creationId xmlns:a16="http://schemas.microsoft.com/office/drawing/2014/main" id="{B590582D-BFA6-46AA-BA59-C40CFC09A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0720" y="3657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19050">
            <a:solidFill>
              <a:srgbClr val="6F97B5"/>
            </a:solidFill>
            <a:prstDash val="solid"/>
          </a:ln>
        </p:spPr>
      </p:sp>
      <p:sp>
        <p:nvSpPr>
          <p:cNvPr id="16" name="branch-condition-0">
            <a:extLst xmlns:a="http://schemas.openxmlformats.org/drawingml/2006/main">
              <a:ext uri="{FF2B5EF4-FFF2-40B4-BE49-F238E27FC236}">
                <a16:creationId xmlns:a16="http://schemas.microsoft.com/office/drawing/2014/main" id="{83303D49-953C-4B7F-A995-FFA348F50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810000"/>
            <a:ext cx="1143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6F97B5"/>
            </a:solidFill>
            <a:prstDash val="solid"/>
          </a:ln>
        </p:spPr>
      </p:sp>
      <p:sp>
        <p:nvSpPr>
          <p:cNvPr id="17" name="branch-condition-0-text">
            <a:extLst xmlns:a="http://schemas.openxmlformats.org/drawingml/2006/main">
              <a:ext uri="{FF2B5EF4-FFF2-40B4-BE49-F238E27FC236}">
                <a16:creationId xmlns:a16="http://schemas.microsoft.com/office/drawing/2014/main" id="{BFE1B230-2DE4-490B-9DFE-F2BF0139A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5420" y="3867150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38" b="1">
                <a:solidFill>
                  <a:srgbClr val="355C7D"/>
                </a:solidFill>
                <a:latin typeface="Noto Sans SC"/>
                <a:ea typeface="Noto Sans SC"/>
                <a:cs typeface="Noto Sans SC"/>
              </a:defRPr>
            </a:pPr>
            <a:r>
              <a:rPr sz="938" b="1">
                <a:solidFill>
                  <a:srgbClr val="355C7D"/>
                </a:solidFill>
                <a:latin typeface="Noto Sans SC"/>
                <a:ea typeface="Noto Sans SC"/>
                <a:cs typeface="Noto Sans SC"/>
              </a:rPr>
              <a:t>齐全且有效</a:t>
            </a:r>
          </a:p>
        </p:txBody>
      </p:sp>
      <p:sp>
        <p:nvSpPr>
          <p:cNvPr id="18" name="branch-route-card-0">
            <a:extLst xmlns:a="http://schemas.openxmlformats.org/drawingml/2006/main">
              <a:ext uri="{FF2B5EF4-FFF2-40B4-BE49-F238E27FC236}">
                <a16:creationId xmlns:a16="http://schemas.microsoft.com/office/drawing/2014/main" id="{2621462C-6FE8-4BA2-83F8-C10CF6728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71950"/>
            <a:ext cx="1882140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E3EDF3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9" name="branch-route-accent-0">
            <a:extLst xmlns:a="http://schemas.openxmlformats.org/drawingml/2006/main">
              <a:ext uri="{FF2B5EF4-FFF2-40B4-BE49-F238E27FC236}">
                <a16:creationId xmlns:a16="http://schemas.microsoft.com/office/drawing/2014/main" id="{81161203-5A27-481F-A178-C57FFF144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71950"/>
            <a:ext cx="188214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355C7D"/>
          </a:solidFill>
          <a:ln xmlns:a="http://schemas.openxmlformats.org/drawingml/2006/main" w="0">
            <a:solidFill>
              <a:srgbClr val="355C7D"/>
            </a:solidFill>
            <a:prstDash val="solid"/>
          </a:ln>
        </p:spPr>
      </p:sp>
      <p:sp>
        <p:nvSpPr>
          <p:cNvPr id="20" name="branch-title-0">
            <a:extLst xmlns:a="http://schemas.openxmlformats.org/drawingml/2006/main">
              <a:ext uri="{FF2B5EF4-FFF2-40B4-BE49-F238E27FC236}">
                <a16:creationId xmlns:a16="http://schemas.microsoft.com/office/drawing/2014/main" id="{4CD81036-7C99-4E84-BFBB-A9B00D657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19600"/>
            <a:ext cx="172974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244979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244979"/>
                </a:solidFill>
                <a:latin typeface="Noto Sans SC"/>
                <a:ea typeface="Noto Sans SC"/>
                <a:cs typeface="Noto Sans SC"/>
              </a:rPr>
              <a:t>进入评审</a:t>
            </a:r>
          </a:p>
        </p:txBody>
      </p:sp>
      <p:sp>
        <p:nvSpPr>
          <p:cNvPr id="21" name="branch-body-0">
            <a:extLst xmlns:a="http://schemas.openxmlformats.org/drawingml/2006/main">
              <a:ext uri="{FF2B5EF4-FFF2-40B4-BE49-F238E27FC236}">
                <a16:creationId xmlns:a16="http://schemas.microsoft.com/office/drawing/2014/main" id="{1442C75D-D4A8-4389-ABC6-681EE5291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52975"/>
            <a:ext cx="172974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38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938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材料满足评审要求</a:t>
            </a:r>
          </a:p>
        </p:txBody>
      </p:sp>
      <p:sp>
        <p:nvSpPr>
          <p:cNvPr id="22" name="branch-outcome-link-0">
            <a:extLst xmlns:a="http://schemas.openxmlformats.org/drawingml/2006/main">
              <a:ext uri="{FF2B5EF4-FFF2-40B4-BE49-F238E27FC236}">
                <a16:creationId xmlns:a16="http://schemas.microsoft.com/office/drawing/2014/main" id="{E2A64B40-ADD0-451D-8181-85F6FCA45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988820" y="5429250"/>
            <a:ext cx="9525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F97B5"/>
            </a:solidFill>
            <a:prstDash val="dash"/>
          </a:ln>
        </p:spPr>
      </p:sp>
      <p:sp>
        <p:nvSpPr>
          <p:cNvPr id="23" name="branch-outcome-0">
            <a:extLst xmlns:a="http://schemas.openxmlformats.org/drawingml/2006/main">
              <a:ext uri="{FF2B5EF4-FFF2-40B4-BE49-F238E27FC236}">
                <a16:creationId xmlns:a16="http://schemas.microsoft.com/office/drawing/2014/main" id="{C68C5308-7F1B-4186-88F4-443B268C1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70" y="5638800"/>
            <a:ext cx="13335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2FC"/>
          </a:solidFill>
          <a:ln xmlns:a="http://schemas.openxmlformats.org/drawingml/2006/main" w="9525">
            <a:solidFill>
              <a:srgbClr val="C5DBF1"/>
            </a:solidFill>
            <a:prstDash val="solid"/>
          </a:ln>
        </p:spPr>
      </p:sp>
      <p:sp>
        <p:nvSpPr>
          <p:cNvPr id="24" name="branch-outcome-0-text">
            <a:extLst xmlns:a="http://schemas.openxmlformats.org/drawingml/2006/main">
              <a:ext uri="{FF2B5EF4-FFF2-40B4-BE49-F238E27FC236}">
                <a16:creationId xmlns:a16="http://schemas.microsoft.com/office/drawing/2014/main" id="{3627D652-E357-468F-8DD4-DE59CB212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170" y="5705475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355C7D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355C7D"/>
                </a:solidFill>
                <a:latin typeface="Noto Sans SC"/>
                <a:ea typeface="Noto Sans SC"/>
                <a:cs typeface="Noto Sans SC"/>
              </a:rPr>
              <a:t>评审</a:t>
            </a:r>
          </a:p>
        </p:txBody>
      </p:sp>
      <p:sp>
        <p:nvSpPr>
          <p:cNvPr id="25" name="decision-branch-link-1">
            <a:extLst xmlns:a="http://schemas.openxmlformats.org/drawingml/2006/main">
              <a:ext uri="{FF2B5EF4-FFF2-40B4-BE49-F238E27FC236}">
                <a16:creationId xmlns:a16="http://schemas.microsoft.com/office/drawing/2014/main" id="{D18C2046-C772-454A-9B5C-DCF12E0EA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42410" y="3695700"/>
            <a:ext cx="9525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F97B5"/>
            </a:solidFill>
            <a:prstDash val="solid"/>
          </a:ln>
        </p:spPr>
      </p:sp>
      <p:sp>
        <p:nvSpPr>
          <p:cNvPr id="26" name="decision-branch-anchor-1">
            <a:extLst xmlns:a="http://schemas.openxmlformats.org/drawingml/2006/main">
              <a:ext uri="{FF2B5EF4-FFF2-40B4-BE49-F238E27FC236}">
                <a16:creationId xmlns:a16="http://schemas.microsoft.com/office/drawing/2014/main" id="{8F7C73D2-4D4A-46BF-A5C0-FD437A5A5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4310" y="3657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19050">
            <a:solidFill>
              <a:srgbClr val="6F97B5"/>
            </a:solidFill>
            <a:prstDash val="solid"/>
          </a:ln>
        </p:spPr>
      </p:sp>
      <p:sp>
        <p:nvSpPr>
          <p:cNvPr id="27" name="branch-condition-1">
            <a:extLst xmlns:a="http://schemas.openxmlformats.org/drawingml/2006/main">
              <a:ext uri="{FF2B5EF4-FFF2-40B4-BE49-F238E27FC236}">
                <a16:creationId xmlns:a16="http://schemas.microsoft.com/office/drawing/2014/main" id="{E6BFF131-06B8-4564-90B4-CC11A88A1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0910" y="3810000"/>
            <a:ext cx="1143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6F97B5"/>
            </a:solidFill>
            <a:prstDash val="solid"/>
          </a:ln>
        </p:spPr>
      </p:sp>
      <p:sp>
        <p:nvSpPr>
          <p:cNvPr id="28" name="branch-condition-1-text">
            <a:extLst xmlns:a="http://schemas.openxmlformats.org/drawingml/2006/main">
              <a:ext uri="{FF2B5EF4-FFF2-40B4-BE49-F238E27FC236}">
                <a16:creationId xmlns:a16="http://schemas.microsoft.com/office/drawing/2014/main" id="{F70F3BD9-3694-4F5A-A12C-42003D1AB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9010" y="3867150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38" b="1">
                <a:solidFill>
                  <a:srgbClr val="355C7D"/>
                </a:solidFill>
                <a:latin typeface="Noto Sans SC"/>
                <a:ea typeface="Noto Sans SC"/>
                <a:cs typeface="Noto Sans SC"/>
              </a:defRPr>
            </a:pPr>
            <a:r>
              <a:rPr sz="938" b="1">
                <a:solidFill>
                  <a:srgbClr val="355C7D"/>
                </a:solidFill>
                <a:latin typeface="Noto Sans SC"/>
                <a:ea typeface="Noto Sans SC"/>
                <a:cs typeface="Noto Sans SC"/>
              </a:rPr>
              <a:t>缺证明</a:t>
            </a:r>
          </a:p>
        </p:txBody>
      </p:sp>
      <p:sp>
        <p:nvSpPr>
          <p:cNvPr id="29" name="branch-route-card-1">
            <a:extLst xmlns:a="http://schemas.openxmlformats.org/drawingml/2006/main">
              <a:ext uri="{FF2B5EF4-FFF2-40B4-BE49-F238E27FC236}">
                <a16:creationId xmlns:a16="http://schemas.microsoft.com/office/drawing/2014/main" id="{C975F8CE-6286-414E-BA29-AE5AB52C3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1340" y="4171950"/>
            <a:ext cx="1882140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30" name="branch-route-accent-1">
            <a:extLst xmlns:a="http://schemas.openxmlformats.org/drawingml/2006/main">
              <a:ext uri="{FF2B5EF4-FFF2-40B4-BE49-F238E27FC236}">
                <a16:creationId xmlns:a16="http://schemas.microsoft.com/office/drawing/2014/main" id="{022DAE37-AF2E-414E-89B9-0737ADED0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1340" y="4171950"/>
            <a:ext cx="188214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6F97B5"/>
          </a:solidFill>
          <a:ln xmlns:a="http://schemas.openxmlformats.org/drawingml/2006/main" w="0">
            <a:solidFill>
              <a:srgbClr val="6F97B5"/>
            </a:solidFill>
            <a:prstDash val="solid"/>
          </a:ln>
        </p:spPr>
      </p:sp>
      <p:sp>
        <p:nvSpPr>
          <p:cNvPr id="31" name="branch-title-1">
            <a:extLst xmlns:a="http://schemas.openxmlformats.org/drawingml/2006/main">
              <a:ext uri="{FF2B5EF4-FFF2-40B4-BE49-F238E27FC236}">
                <a16:creationId xmlns:a16="http://schemas.microsoft.com/office/drawing/2014/main" id="{AE512511-897E-4225-AD4B-7A18056E6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7540" y="4419600"/>
            <a:ext cx="172974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244979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244979"/>
                </a:solidFill>
                <a:latin typeface="Noto Sans SC"/>
                <a:ea typeface="Noto Sans SC"/>
                <a:cs typeface="Noto Sans SC"/>
              </a:rPr>
              <a:t>通知补交</a:t>
            </a:r>
          </a:p>
        </p:txBody>
      </p:sp>
      <p:sp>
        <p:nvSpPr>
          <p:cNvPr id="32" name="branch-body-1">
            <a:extLst xmlns:a="http://schemas.openxmlformats.org/drawingml/2006/main">
              <a:ext uri="{FF2B5EF4-FFF2-40B4-BE49-F238E27FC236}">
                <a16:creationId xmlns:a16="http://schemas.microsoft.com/office/drawing/2014/main" id="{23BBD5ED-9717-4D23-A1C7-8E7235816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7540" y="4752975"/>
            <a:ext cx="172974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38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938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列明缺失证明文件</a:t>
            </a:r>
          </a:p>
        </p:txBody>
      </p:sp>
      <p:sp>
        <p:nvSpPr>
          <p:cNvPr id="33" name="branch-outcome-link-1">
            <a:extLst xmlns:a="http://schemas.openxmlformats.org/drawingml/2006/main">
              <a:ext uri="{FF2B5EF4-FFF2-40B4-BE49-F238E27FC236}">
                <a16:creationId xmlns:a16="http://schemas.microsoft.com/office/drawing/2014/main" id="{06AF78A5-C094-4CB9-9EC8-5F221EDEB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42410" y="5429250"/>
            <a:ext cx="9525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F97B5"/>
            </a:solidFill>
            <a:prstDash val="dash"/>
          </a:ln>
        </p:spPr>
      </p:sp>
      <p:sp>
        <p:nvSpPr>
          <p:cNvPr id="34" name="branch-outcome-1">
            <a:extLst xmlns:a="http://schemas.openxmlformats.org/drawingml/2006/main">
              <a:ext uri="{FF2B5EF4-FFF2-40B4-BE49-F238E27FC236}">
                <a16:creationId xmlns:a16="http://schemas.microsoft.com/office/drawing/2014/main" id="{DF26E8E7-89E7-4ADE-8722-4FE2CD1DF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5660" y="5638800"/>
            <a:ext cx="13335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2FC"/>
          </a:solidFill>
          <a:ln xmlns:a="http://schemas.openxmlformats.org/drawingml/2006/main" w="9525">
            <a:solidFill>
              <a:srgbClr val="C5DBF1"/>
            </a:solidFill>
            <a:prstDash val="solid"/>
          </a:ln>
        </p:spPr>
      </p:sp>
      <p:sp>
        <p:nvSpPr>
          <p:cNvPr id="35" name="branch-outcome-1-text">
            <a:extLst xmlns:a="http://schemas.openxmlformats.org/drawingml/2006/main">
              <a:ext uri="{FF2B5EF4-FFF2-40B4-BE49-F238E27FC236}">
                <a16:creationId xmlns:a16="http://schemas.microsoft.com/office/drawing/2014/main" id="{9C8757DD-4640-492A-91FF-EC68F6670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760" y="5705475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355C7D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355C7D"/>
                </a:solidFill>
                <a:latin typeface="Noto Sans SC"/>
                <a:ea typeface="Noto Sans SC"/>
                <a:cs typeface="Noto Sans SC"/>
              </a:rPr>
              <a:t>补交</a:t>
            </a:r>
          </a:p>
        </p:txBody>
      </p:sp>
      <p:sp>
        <p:nvSpPr>
          <p:cNvPr id="36" name="decision-branch-link-2">
            <a:extLst xmlns:a="http://schemas.openxmlformats.org/drawingml/2006/main">
              <a:ext uri="{FF2B5EF4-FFF2-40B4-BE49-F238E27FC236}">
                <a16:creationId xmlns:a16="http://schemas.microsoft.com/office/drawing/2014/main" id="{257EC4CB-D38E-4E53-B600-338933813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0" y="3695700"/>
            <a:ext cx="9525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F97B5"/>
            </a:solidFill>
            <a:prstDash val="solid"/>
          </a:ln>
        </p:spPr>
      </p:sp>
      <p:sp>
        <p:nvSpPr>
          <p:cNvPr id="37" name="decision-branch-anchor-2">
            <a:extLst xmlns:a="http://schemas.openxmlformats.org/drawingml/2006/main">
              <a:ext uri="{FF2B5EF4-FFF2-40B4-BE49-F238E27FC236}">
                <a16:creationId xmlns:a16="http://schemas.microsoft.com/office/drawing/2014/main" id="{00D9A562-E2A0-4AA8-A273-2E5824AC0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657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19050">
            <a:solidFill>
              <a:srgbClr val="6F97B5"/>
            </a:solidFill>
            <a:prstDash val="solid"/>
          </a:ln>
        </p:spPr>
      </p:sp>
      <p:sp>
        <p:nvSpPr>
          <p:cNvPr id="38" name="branch-condition-2">
            <a:extLst xmlns:a="http://schemas.openxmlformats.org/drawingml/2006/main">
              <a:ext uri="{FF2B5EF4-FFF2-40B4-BE49-F238E27FC236}">
                <a16:creationId xmlns:a16="http://schemas.microsoft.com/office/drawing/2014/main" id="{FA7C5F41-2D62-4E35-8BA2-B33E77B36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810000"/>
            <a:ext cx="1143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6F97B5"/>
            </a:solidFill>
            <a:prstDash val="solid"/>
          </a:ln>
        </p:spPr>
      </p:sp>
      <p:sp>
        <p:nvSpPr>
          <p:cNvPr id="39" name="branch-condition-2-text">
            <a:extLst xmlns:a="http://schemas.openxmlformats.org/drawingml/2006/main">
              <a:ext uri="{FF2B5EF4-FFF2-40B4-BE49-F238E27FC236}">
                <a16:creationId xmlns:a16="http://schemas.microsoft.com/office/drawing/2014/main" id="{9BB5F0E4-56A5-4881-8E0B-B606F3779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867150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38" b="1">
                <a:solidFill>
                  <a:srgbClr val="355C7D"/>
                </a:solidFill>
                <a:latin typeface="Noto Sans SC"/>
                <a:ea typeface="Noto Sans SC"/>
                <a:cs typeface="Noto Sans SC"/>
              </a:defRPr>
            </a:pPr>
            <a:r>
              <a:rPr sz="938" b="1">
                <a:solidFill>
                  <a:srgbClr val="355C7D"/>
                </a:solidFill>
                <a:latin typeface="Noto Sans SC"/>
                <a:ea typeface="Noto Sans SC"/>
                <a:cs typeface="Noto Sans SC"/>
              </a:rPr>
              <a:t>文件过期</a:t>
            </a:r>
          </a:p>
        </p:txBody>
      </p:sp>
      <p:sp>
        <p:nvSpPr>
          <p:cNvPr id="40" name="branch-route-card-2">
            <a:extLst xmlns:a="http://schemas.openxmlformats.org/drawingml/2006/main">
              <a:ext uri="{FF2B5EF4-FFF2-40B4-BE49-F238E27FC236}">
                <a16:creationId xmlns:a16="http://schemas.microsoft.com/office/drawing/2014/main" id="{01B7AD9B-4CEF-4EE4-B7C6-ADDA39C85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4930" y="4171950"/>
            <a:ext cx="1882140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1" name="branch-route-accent-2">
            <a:extLst xmlns:a="http://schemas.openxmlformats.org/drawingml/2006/main">
              <a:ext uri="{FF2B5EF4-FFF2-40B4-BE49-F238E27FC236}">
                <a16:creationId xmlns:a16="http://schemas.microsoft.com/office/drawing/2014/main" id="{CBEB5A48-5FA9-4F95-A728-5041EFA40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4930" y="4171950"/>
            <a:ext cx="188214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6F97B5"/>
          </a:solidFill>
          <a:ln xmlns:a="http://schemas.openxmlformats.org/drawingml/2006/main" w="0">
            <a:solidFill>
              <a:srgbClr val="6F97B5"/>
            </a:solidFill>
            <a:prstDash val="solid"/>
          </a:ln>
        </p:spPr>
      </p:sp>
      <p:sp>
        <p:nvSpPr>
          <p:cNvPr id="42" name="branch-title-2">
            <a:extLst xmlns:a="http://schemas.openxmlformats.org/drawingml/2006/main">
              <a:ext uri="{FF2B5EF4-FFF2-40B4-BE49-F238E27FC236}">
                <a16:creationId xmlns:a16="http://schemas.microsoft.com/office/drawing/2014/main" id="{27DAAB53-B683-40BD-A6FD-40567179E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1130" y="4419600"/>
            <a:ext cx="172974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244979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244979"/>
                </a:solidFill>
                <a:latin typeface="Noto Sans SC"/>
                <a:ea typeface="Noto Sans SC"/>
                <a:cs typeface="Noto Sans SC"/>
              </a:rPr>
              <a:t>要求更新</a:t>
            </a:r>
          </a:p>
        </p:txBody>
      </p:sp>
      <p:sp>
        <p:nvSpPr>
          <p:cNvPr id="43" name="branch-body-2">
            <a:extLst xmlns:a="http://schemas.openxmlformats.org/drawingml/2006/main">
              <a:ext uri="{FF2B5EF4-FFF2-40B4-BE49-F238E27FC236}">
                <a16:creationId xmlns:a16="http://schemas.microsoft.com/office/drawing/2014/main" id="{D7DAE82F-0F2F-46FF-A847-060BD561E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1130" y="4752975"/>
            <a:ext cx="172974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38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938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更新后重新核验有效期</a:t>
            </a:r>
          </a:p>
        </p:txBody>
      </p:sp>
      <p:sp>
        <p:nvSpPr>
          <p:cNvPr id="44" name="branch-outcome-link-2">
            <a:extLst xmlns:a="http://schemas.openxmlformats.org/drawingml/2006/main">
              <a:ext uri="{FF2B5EF4-FFF2-40B4-BE49-F238E27FC236}">
                <a16:creationId xmlns:a16="http://schemas.microsoft.com/office/drawing/2014/main" id="{3BC5A297-4AEE-4BEB-9FB8-EB53526B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0" y="5429250"/>
            <a:ext cx="9525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F97B5"/>
            </a:solidFill>
            <a:prstDash val="dash"/>
          </a:ln>
        </p:spPr>
      </p:sp>
      <p:sp>
        <p:nvSpPr>
          <p:cNvPr id="45" name="branch-outcome-2">
            <a:extLst xmlns:a="http://schemas.openxmlformats.org/drawingml/2006/main">
              <a:ext uri="{FF2B5EF4-FFF2-40B4-BE49-F238E27FC236}">
                <a16:creationId xmlns:a16="http://schemas.microsoft.com/office/drawing/2014/main" id="{D5DD9D7D-6FEA-415D-B84B-325A566F9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638800"/>
            <a:ext cx="13335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2FC"/>
          </a:solidFill>
          <a:ln xmlns:a="http://schemas.openxmlformats.org/drawingml/2006/main" w="9525">
            <a:solidFill>
              <a:srgbClr val="C5DBF1"/>
            </a:solidFill>
            <a:prstDash val="solid"/>
          </a:ln>
        </p:spPr>
      </p:sp>
      <p:sp>
        <p:nvSpPr>
          <p:cNvPr id="46" name="branch-outcome-2-text">
            <a:extLst xmlns:a="http://schemas.openxmlformats.org/drawingml/2006/main">
              <a:ext uri="{FF2B5EF4-FFF2-40B4-BE49-F238E27FC236}">
                <a16:creationId xmlns:a16="http://schemas.microsoft.com/office/drawing/2014/main" id="{9C897D6F-AA5C-4604-8900-EF3449F78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5705475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355C7D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355C7D"/>
                </a:solidFill>
                <a:latin typeface="Noto Sans SC"/>
                <a:ea typeface="Noto Sans SC"/>
                <a:cs typeface="Noto Sans SC"/>
              </a:rPr>
              <a:t>更新</a:t>
            </a:r>
          </a:p>
        </p:txBody>
      </p:sp>
      <p:sp>
        <p:nvSpPr>
          <p:cNvPr id="47" name="decision-branch-link-3">
            <a:extLst xmlns:a="http://schemas.openxmlformats.org/drawingml/2006/main">
              <a:ext uri="{FF2B5EF4-FFF2-40B4-BE49-F238E27FC236}">
                <a16:creationId xmlns:a16="http://schemas.microsoft.com/office/drawing/2014/main" id="{E1A0C327-FE80-447B-B9D2-7BC0568C1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149590" y="3695700"/>
            <a:ext cx="9525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F97B5"/>
            </a:solidFill>
            <a:prstDash val="solid"/>
          </a:ln>
        </p:spPr>
      </p:sp>
      <p:sp>
        <p:nvSpPr>
          <p:cNvPr id="48" name="decision-branch-anchor-3">
            <a:extLst xmlns:a="http://schemas.openxmlformats.org/drawingml/2006/main">
              <a:ext uri="{FF2B5EF4-FFF2-40B4-BE49-F238E27FC236}">
                <a16:creationId xmlns:a16="http://schemas.microsoft.com/office/drawing/2014/main" id="{BABEFADE-80A5-46C5-817A-EFFC89B00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1490" y="3657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19050">
            <a:solidFill>
              <a:srgbClr val="6F97B5"/>
            </a:solidFill>
            <a:prstDash val="solid"/>
          </a:ln>
        </p:spPr>
      </p:sp>
      <p:sp>
        <p:nvSpPr>
          <p:cNvPr id="49" name="branch-condition-3">
            <a:extLst xmlns:a="http://schemas.openxmlformats.org/drawingml/2006/main">
              <a:ext uri="{FF2B5EF4-FFF2-40B4-BE49-F238E27FC236}">
                <a16:creationId xmlns:a16="http://schemas.microsoft.com/office/drawing/2014/main" id="{EFECD967-32B2-46DE-9502-E5964510C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8090" y="3810000"/>
            <a:ext cx="1143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6F97B5"/>
            </a:solidFill>
            <a:prstDash val="solid"/>
          </a:ln>
        </p:spPr>
      </p:sp>
      <p:sp>
        <p:nvSpPr>
          <p:cNvPr id="50" name="branch-condition-3-text">
            <a:extLst xmlns:a="http://schemas.openxmlformats.org/drawingml/2006/main">
              <a:ext uri="{FF2B5EF4-FFF2-40B4-BE49-F238E27FC236}">
                <a16:creationId xmlns:a16="http://schemas.microsoft.com/office/drawing/2014/main" id="{43C9C21D-E41E-4553-BFAA-3E024A99F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190" y="3867150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38" b="1">
                <a:solidFill>
                  <a:srgbClr val="355C7D"/>
                </a:solidFill>
                <a:latin typeface="Noto Sans SC"/>
                <a:ea typeface="Noto Sans SC"/>
                <a:cs typeface="Noto Sans SC"/>
              </a:defRPr>
            </a:pPr>
            <a:r>
              <a:rPr sz="938" b="1">
                <a:solidFill>
                  <a:srgbClr val="355C7D"/>
                </a:solidFill>
                <a:latin typeface="Noto Sans SC"/>
                <a:ea typeface="Noto Sans SC"/>
                <a:cs typeface="Noto Sans SC"/>
              </a:rPr>
              <a:t>特殊权限</a:t>
            </a:r>
          </a:p>
        </p:txBody>
      </p:sp>
      <p:sp>
        <p:nvSpPr>
          <p:cNvPr id="51" name="branch-route-card-3">
            <a:extLst xmlns:a="http://schemas.openxmlformats.org/drawingml/2006/main">
              <a:ext uri="{FF2B5EF4-FFF2-40B4-BE49-F238E27FC236}">
                <a16:creationId xmlns:a16="http://schemas.microsoft.com/office/drawing/2014/main" id="{2A0416E4-D31F-4C56-87F2-E0133A317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8520" y="4171950"/>
            <a:ext cx="1882140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52" name="branch-route-accent-3">
            <a:extLst xmlns:a="http://schemas.openxmlformats.org/drawingml/2006/main">
              <a:ext uri="{FF2B5EF4-FFF2-40B4-BE49-F238E27FC236}">
                <a16:creationId xmlns:a16="http://schemas.microsoft.com/office/drawing/2014/main" id="{2641A5C7-EBCA-4F9B-925F-A46AE0D97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8520" y="4171950"/>
            <a:ext cx="188214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6F97B5"/>
          </a:solidFill>
          <a:ln xmlns:a="http://schemas.openxmlformats.org/drawingml/2006/main" w="0">
            <a:solidFill>
              <a:srgbClr val="6F97B5"/>
            </a:solidFill>
            <a:prstDash val="solid"/>
          </a:ln>
        </p:spPr>
      </p:sp>
      <p:sp>
        <p:nvSpPr>
          <p:cNvPr id="53" name="branch-title-3">
            <a:extLst xmlns:a="http://schemas.openxmlformats.org/drawingml/2006/main">
              <a:ext uri="{FF2B5EF4-FFF2-40B4-BE49-F238E27FC236}">
                <a16:creationId xmlns:a16="http://schemas.microsoft.com/office/drawing/2014/main" id="{8C1D49A6-6E48-443C-BF1F-684A35D39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4720" y="4419600"/>
            <a:ext cx="172974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244979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244979"/>
                </a:solidFill>
                <a:latin typeface="Noto Sans SC"/>
                <a:ea typeface="Noto Sans SC"/>
                <a:cs typeface="Noto Sans SC"/>
              </a:rPr>
              <a:t>转专人确认</a:t>
            </a:r>
          </a:p>
        </p:txBody>
      </p:sp>
      <p:sp>
        <p:nvSpPr>
          <p:cNvPr id="54" name="branch-body-3">
            <a:extLst xmlns:a="http://schemas.openxmlformats.org/drawingml/2006/main">
              <a:ext uri="{FF2B5EF4-FFF2-40B4-BE49-F238E27FC236}">
                <a16:creationId xmlns:a16="http://schemas.microsoft.com/office/drawing/2014/main" id="{066129D2-D52E-412A-8974-807AA7CCD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4720" y="4752975"/>
            <a:ext cx="172974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38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938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由授权人员核对权限</a:t>
            </a:r>
          </a:p>
        </p:txBody>
      </p:sp>
      <p:sp>
        <p:nvSpPr>
          <p:cNvPr id="55" name="branch-outcome-link-3">
            <a:extLst xmlns:a="http://schemas.openxmlformats.org/drawingml/2006/main">
              <a:ext uri="{FF2B5EF4-FFF2-40B4-BE49-F238E27FC236}">
                <a16:creationId xmlns:a16="http://schemas.microsoft.com/office/drawing/2014/main" id="{08682329-F8E5-45F3-B244-96174F44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149590" y="5429250"/>
            <a:ext cx="9525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F97B5"/>
            </a:solidFill>
            <a:prstDash val="dash"/>
          </a:ln>
        </p:spPr>
      </p:sp>
      <p:sp>
        <p:nvSpPr>
          <p:cNvPr id="56" name="branch-outcome-3">
            <a:extLst xmlns:a="http://schemas.openxmlformats.org/drawingml/2006/main">
              <a:ext uri="{FF2B5EF4-FFF2-40B4-BE49-F238E27FC236}">
                <a16:creationId xmlns:a16="http://schemas.microsoft.com/office/drawing/2014/main" id="{4464A65D-E108-4A14-B599-F7520572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40" y="5638800"/>
            <a:ext cx="13335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2FC"/>
          </a:solidFill>
          <a:ln xmlns:a="http://schemas.openxmlformats.org/drawingml/2006/main" w="9525">
            <a:solidFill>
              <a:srgbClr val="C5DBF1"/>
            </a:solidFill>
            <a:prstDash val="solid"/>
          </a:ln>
        </p:spPr>
      </p:sp>
      <p:sp>
        <p:nvSpPr>
          <p:cNvPr id="57" name="branch-outcome-3-text">
            <a:extLst xmlns:a="http://schemas.openxmlformats.org/drawingml/2006/main">
              <a:ext uri="{FF2B5EF4-FFF2-40B4-BE49-F238E27FC236}">
                <a16:creationId xmlns:a16="http://schemas.microsoft.com/office/drawing/2014/main" id="{2CF43ACD-0CFA-4DD7-93F4-66BBCC5E7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0940" y="5705475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355C7D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355C7D"/>
                </a:solidFill>
                <a:latin typeface="Noto Sans SC"/>
                <a:ea typeface="Noto Sans SC"/>
                <a:cs typeface="Noto Sans SC"/>
              </a:rPr>
              <a:t>专人确认</a:t>
            </a:r>
          </a:p>
        </p:txBody>
      </p:sp>
      <p:sp>
        <p:nvSpPr>
          <p:cNvPr id="58" name="decision-branch-link-4">
            <a:extLst xmlns:a="http://schemas.openxmlformats.org/drawingml/2006/main">
              <a:ext uri="{FF2B5EF4-FFF2-40B4-BE49-F238E27FC236}">
                <a16:creationId xmlns:a16="http://schemas.microsoft.com/office/drawing/2014/main" id="{DB40EF96-843C-4B2A-8985-2C26A7E35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203180" y="3695700"/>
            <a:ext cx="9525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F97B5"/>
            </a:solidFill>
            <a:prstDash val="solid"/>
          </a:ln>
        </p:spPr>
      </p:sp>
      <p:sp>
        <p:nvSpPr>
          <p:cNvPr id="59" name="decision-branch-anchor-4">
            <a:extLst xmlns:a="http://schemas.openxmlformats.org/drawingml/2006/main">
              <a:ext uri="{FF2B5EF4-FFF2-40B4-BE49-F238E27FC236}">
                <a16:creationId xmlns:a16="http://schemas.microsoft.com/office/drawing/2014/main" id="{88A4E657-E4FA-422B-83BE-D68D272C0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5080" y="3657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19050">
            <a:solidFill>
              <a:srgbClr val="6F97B5"/>
            </a:solidFill>
            <a:prstDash val="solid"/>
          </a:ln>
        </p:spPr>
      </p:sp>
      <p:sp>
        <p:nvSpPr>
          <p:cNvPr id="60" name="branch-condition-4">
            <a:extLst xmlns:a="http://schemas.openxmlformats.org/drawingml/2006/main">
              <a:ext uri="{FF2B5EF4-FFF2-40B4-BE49-F238E27FC236}">
                <a16:creationId xmlns:a16="http://schemas.microsoft.com/office/drawing/2014/main" id="{7B045DEA-F0E0-48E0-9CD7-2B5140C31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1680" y="3810000"/>
            <a:ext cx="1143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6F97B5"/>
            </a:solidFill>
            <a:prstDash val="solid"/>
          </a:ln>
        </p:spPr>
      </p:sp>
      <p:sp>
        <p:nvSpPr>
          <p:cNvPr id="61" name="branch-condition-4-text">
            <a:extLst xmlns:a="http://schemas.openxmlformats.org/drawingml/2006/main">
              <a:ext uri="{FF2B5EF4-FFF2-40B4-BE49-F238E27FC236}">
                <a16:creationId xmlns:a16="http://schemas.microsoft.com/office/drawing/2014/main" id="{978C868A-DF30-4D5B-B922-5C712B339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9780" y="3867150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38" b="1">
                <a:solidFill>
                  <a:srgbClr val="355C7D"/>
                </a:solidFill>
                <a:latin typeface="Noto Sans SC"/>
                <a:ea typeface="Noto Sans SC"/>
                <a:cs typeface="Noto Sans SC"/>
              </a:defRPr>
            </a:pPr>
            <a:r>
              <a:rPr sz="938" b="1">
                <a:solidFill>
                  <a:srgbClr val="355C7D"/>
                </a:solidFill>
                <a:latin typeface="Noto Sans SC"/>
                <a:ea typeface="Noto Sans SC"/>
                <a:cs typeface="Noto Sans SC"/>
              </a:rPr>
              <a:t>主动撤回</a:t>
            </a:r>
          </a:p>
        </p:txBody>
      </p:sp>
      <p:sp>
        <p:nvSpPr>
          <p:cNvPr id="62" name="branch-route-card-4">
            <a:extLst xmlns:a="http://schemas.openxmlformats.org/drawingml/2006/main">
              <a:ext uri="{FF2B5EF4-FFF2-40B4-BE49-F238E27FC236}">
                <a16:creationId xmlns:a16="http://schemas.microsoft.com/office/drawing/2014/main" id="{378BFA73-78AA-420D-BD56-9A4C77A35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2110" y="4171950"/>
            <a:ext cx="1882140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63" name="branch-route-accent-4">
            <a:extLst xmlns:a="http://schemas.openxmlformats.org/drawingml/2006/main">
              <a:ext uri="{FF2B5EF4-FFF2-40B4-BE49-F238E27FC236}">
                <a16:creationId xmlns:a16="http://schemas.microsoft.com/office/drawing/2014/main" id="{CDAAA2BA-AE68-4982-9510-59FA57DF5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2110" y="4171950"/>
            <a:ext cx="188214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6F97B5"/>
          </a:solidFill>
          <a:ln xmlns:a="http://schemas.openxmlformats.org/drawingml/2006/main" w="0">
            <a:solidFill>
              <a:srgbClr val="6F97B5"/>
            </a:solidFill>
            <a:prstDash val="solid"/>
          </a:ln>
        </p:spPr>
      </p:sp>
      <p:sp>
        <p:nvSpPr>
          <p:cNvPr id="64" name="branch-title-4">
            <a:extLst xmlns:a="http://schemas.openxmlformats.org/drawingml/2006/main">
              <a:ext uri="{FF2B5EF4-FFF2-40B4-BE49-F238E27FC236}">
                <a16:creationId xmlns:a16="http://schemas.microsoft.com/office/drawing/2014/main" id="{6F8034BD-7E17-433F-9291-2FB354E35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8310" y="4419600"/>
            <a:ext cx="172974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244979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244979"/>
                </a:solidFill>
                <a:latin typeface="Noto Sans SC"/>
                <a:ea typeface="Noto Sans SC"/>
                <a:cs typeface="Noto Sans SC"/>
              </a:rPr>
              <a:t>终止处理</a:t>
            </a:r>
          </a:p>
        </p:txBody>
      </p:sp>
      <p:sp>
        <p:nvSpPr>
          <p:cNvPr id="65" name="branch-body-4">
            <a:extLst xmlns:a="http://schemas.openxmlformats.org/drawingml/2006/main">
              <a:ext uri="{FF2B5EF4-FFF2-40B4-BE49-F238E27FC236}">
                <a16:creationId xmlns:a16="http://schemas.microsoft.com/office/drawing/2014/main" id="{ED6B7822-D8E5-4C86-B52C-38B2DFDF8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8310" y="4752975"/>
            <a:ext cx="172974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38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938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保留撤回记录并结束</a:t>
            </a:r>
          </a:p>
        </p:txBody>
      </p:sp>
      <p:sp>
        <p:nvSpPr>
          <p:cNvPr id="66" name="branch-outcome-link-4">
            <a:extLst xmlns:a="http://schemas.openxmlformats.org/drawingml/2006/main">
              <a:ext uri="{FF2B5EF4-FFF2-40B4-BE49-F238E27FC236}">
                <a16:creationId xmlns:a16="http://schemas.microsoft.com/office/drawing/2014/main" id="{387754DA-64F8-49BD-AB80-DF719D0FC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203180" y="5429250"/>
            <a:ext cx="9525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F97B5"/>
            </a:solidFill>
            <a:prstDash val="dash"/>
          </a:ln>
        </p:spPr>
      </p:sp>
      <p:sp>
        <p:nvSpPr>
          <p:cNvPr id="67" name="branch-outcome-4">
            <a:extLst xmlns:a="http://schemas.openxmlformats.org/drawingml/2006/main">
              <a:ext uri="{FF2B5EF4-FFF2-40B4-BE49-F238E27FC236}">
                <a16:creationId xmlns:a16="http://schemas.microsoft.com/office/drawing/2014/main" id="{F2FF5B73-E30D-4444-8F8D-02271BA7A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6430" y="5638800"/>
            <a:ext cx="13335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2FC"/>
          </a:solidFill>
          <a:ln xmlns:a="http://schemas.openxmlformats.org/drawingml/2006/main" w="9525">
            <a:solidFill>
              <a:srgbClr val="C5DBF1"/>
            </a:solidFill>
            <a:prstDash val="solid"/>
          </a:ln>
        </p:spPr>
      </p:sp>
      <p:sp>
        <p:nvSpPr>
          <p:cNvPr id="68" name="branch-outcome-4-text">
            <a:extLst xmlns:a="http://schemas.openxmlformats.org/drawingml/2006/main">
              <a:ext uri="{FF2B5EF4-FFF2-40B4-BE49-F238E27FC236}">
                <a16:creationId xmlns:a16="http://schemas.microsoft.com/office/drawing/2014/main" id="{D5A3AE64-E4EA-449E-B4DF-ACC17406F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4530" y="5705475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355C7D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355C7D"/>
                </a:solidFill>
                <a:latin typeface="Noto Sans SC"/>
                <a:ea typeface="Noto Sans SC"/>
                <a:cs typeface="Noto Sans SC"/>
              </a:rPr>
              <a:t>终止</a:t>
            </a:r>
          </a:p>
        </p:txBody>
      </p:sp>
    </p:spTree>
    <p:extLst>
      <p:ext uri="{BB962C8B-B14F-4D97-AF65-F5344CB8AC3E}">
        <p14:creationId xmlns:p14="http://schemas.microsoft.com/office/powerpoint/2010/main" val="12107903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page-2-index">
            <a:extLst xmlns:a="http://schemas.openxmlformats.org/drawingml/2006/main">
              <a:ext uri="{FF2B5EF4-FFF2-40B4-BE49-F238E27FC236}">
                <a16:creationId xmlns:a16="http://schemas.microsoft.com/office/drawing/2014/main" id="{B770A9F8-AB86-4353-9614-DEE7E48D9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200" b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02</a:t>
            </a:r>
          </a:p>
        </p:txBody>
      </p:sp>
      <p:sp>
        <p:nvSpPr>
          <p:cNvPr id="2" name="page-2-title">
            <a:extLst xmlns:a="http://schemas.openxmlformats.org/drawingml/2006/main">
              <a:ext uri="{FF2B5EF4-FFF2-40B4-BE49-F238E27FC236}">
                <a16:creationId xmlns:a16="http://schemas.microsoft.com/office/drawing/2014/main" id="{64BD9219-F618-4B8A-8EE5-C035CD842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670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不同参与方形成共同交付约定</a:t>
            </a:r>
          </a:p>
        </p:txBody>
      </p:sp>
      <p:sp>
        <p:nvSpPr>
          <p:cNvPr id="3" name="page-2-rule">
            <a:extLst xmlns:a="http://schemas.openxmlformats.org/drawingml/2006/main">
              <a:ext uri="{FF2B5EF4-FFF2-40B4-BE49-F238E27FC236}">
                <a16:creationId xmlns:a16="http://schemas.microsoft.com/office/drawing/2014/main" id="{1297EDDF-D0D5-4F1A-ABCC-00F67909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763000" y="457200"/>
            <a:ext cx="28765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page-2-lead">
            <a:extLst xmlns:a="http://schemas.openxmlformats.org/drawingml/2006/main">
              <a:ext uri="{FF2B5EF4-FFF2-40B4-BE49-F238E27FC236}">
                <a16:creationId xmlns:a16="http://schemas.microsoft.com/office/drawing/2014/main" id="{9FE94E51-0F0A-4024-AA9C-C3A697CCF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1057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五方保留独立关注，共同汇入三条交付约定</a:t>
            </a:r>
          </a:p>
        </p:txBody>
      </p:sp>
      <p:sp>
        <p:nvSpPr>
          <p:cNvPr id="5" name="page-2-folio">
            <a:extLst xmlns:a="http://schemas.openxmlformats.org/drawingml/2006/main">
              <a:ext uri="{FF2B5EF4-FFF2-40B4-BE49-F238E27FC236}">
                <a16:creationId xmlns:a16="http://schemas.microsoft.com/office/drawing/2014/main" id="{6326EE05-8FAD-40B2-8B47-33757137F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6" name="consensus-field-base">
            <a:extLst xmlns:a="http://schemas.openxmlformats.org/drawingml/2006/main">
              <a:ext uri="{FF2B5EF4-FFF2-40B4-BE49-F238E27FC236}">
                <a16:creationId xmlns:a16="http://schemas.microsoft.com/office/drawing/2014/main" id="{CC339CAA-9E3E-4318-8420-1CA9B8721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028950"/>
            <a:ext cx="3619500" cy="1409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CDE4"/>
          </a:solidFill>
          <a:ln xmlns:a="http://schemas.openxmlformats.org/drawingml/2006/main" w="0">
            <a:solidFill>
              <a:srgbClr val="B9CDE4"/>
            </a:solidFill>
            <a:prstDash val="solid"/>
          </a:ln>
        </p:spPr>
      </p:sp>
      <p:sp>
        <p:nvSpPr>
          <p:cNvPr id="7" name="consensus-field-outer">
            <a:extLst xmlns:a="http://schemas.openxmlformats.org/drawingml/2006/main">
              <a:ext uri="{FF2B5EF4-FFF2-40B4-BE49-F238E27FC236}">
                <a16:creationId xmlns:a16="http://schemas.microsoft.com/office/drawing/2014/main" id="{831FCFBE-4F42-4C44-A657-327D61D3E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933700"/>
            <a:ext cx="3619500" cy="1409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E5F5"/>
          </a:solidFill>
          <a:ln xmlns:a="http://schemas.openxmlformats.org/drawingml/2006/main" w="9525">
            <a:solidFill>
              <a:srgbClr val="B8CEE7"/>
            </a:solidFill>
            <a:prstDash val="solid"/>
          </a:ln>
        </p:spPr>
      </p:sp>
      <p:sp>
        <p:nvSpPr>
          <p:cNvPr id="8" name="consensus-field-inner">
            <a:extLst xmlns:a="http://schemas.openxmlformats.org/drawingml/2006/main">
              <a:ext uri="{FF2B5EF4-FFF2-40B4-BE49-F238E27FC236}">
                <a16:creationId xmlns:a16="http://schemas.microsoft.com/office/drawing/2014/main" id="{7A90FF64-1C8B-4AE5-9642-46DE702E5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3067050"/>
            <a:ext cx="333375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  <a:prstDash val="solid"/>
          </a:ln>
        </p:spPr>
      </p:sp>
      <p:sp>
        <p:nvSpPr>
          <p:cNvPr id="9" name="shared-consensus-title">
            <a:extLst xmlns:a="http://schemas.openxmlformats.org/drawingml/2006/main">
              <a:ext uri="{FF2B5EF4-FFF2-40B4-BE49-F238E27FC236}">
                <a16:creationId xmlns:a16="http://schemas.microsoft.com/office/drawing/2014/main" id="{5A128A20-DEBA-4740-B17D-3C23012C2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171825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244979"/>
                </a:solidFill>
                <a:latin typeface="Noto Serif SC"/>
                <a:ea typeface="Noto Serif SC"/>
                <a:cs typeface="Noto Serif SC"/>
              </a:defRPr>
            </a:pPr>
            <a:r>
              <a:rPr sz="1425" b="1">
                <a:solidFill>
                  <a:srgbClr val="244979"/>
                </a:solidFill>
                <a:latin typeface="Noto Serif SC"/>
                <a:ea typeface="Noto Serif SC"/>
                <a:cs typeface="Noto Serif SC"/>
              </a:rPr>
              <a:t>共同交付约定</a:t>
            </a:r>
          </a:p>
        </p:txBody>
      </p:sp>
      <p:sp>
        <p:nvSpPr>
          <p:cNvPr id="10" name="shared-consensus-item-0-surface">
            <a:extLst xmlns:a="http://schemas.openxmlformats.org/drawingml/2006/main">
              <a:ext uri="{FF2B5EF4-FFF2-40B4-BE49-F238E27FC236}">
                <a16:creationId xmlns:a16="http://schemas.microsoft.com/office/drawing/2014/main" id="{D15736EF-C715-4D98-BB0B-3EF55F323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676650"/>
            <a:ext cx="876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1FB"/>
          </a:solidFill>
          <a:ln xmlns:a="http://schemas.openxmlformats.org/drawingml/2006/main" w="9525">
            <a:solidFill>
              <a:srgbClr val="C8D9EC"/>
            </a:solidFill>
            <a:prstDash val="solid"/>
          </a:ln>
        </p:spPr>
      </p:sp>
      <p:sp>
        <p:nvSpPr>
          <p:cNvPr id="11" name="shared-consensus-item-0">
            <a:extLst xmlns:a="http://schemas.openxmlformats.org/drawingml/2006/main">
              <a:ext uri="{FF2B5EF4-FFF2-40B4-BE49-F238E27FC236}">
                <a16:creationId xmlns:a16="http://schemas.microsoft.com/office/drawing/2014/main" id="{38444106-EA45-4BDE-91DB-E0DFBE6AC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743325"/>
            <a:ext cx="819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63" b="0">
                <a:solidFill>
                  <a:srgbClr val="416489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416489"/>
                </a:solidFill>
                <a:latin typeface="Noto Sans SC"/>
                <a:ea typeface="Noto Sans SC"/>
                <a:cs typeface="Noto Sans SC"/>
              </a:rPr>
              <a:t>明确验收依据</a:t>
            </a:r>
          </a:p>
        </p:txBody>
      </p:sp>
      <p:sp>
        <p:nvSpPr>
          <p:cNvPr id="12" name="shared-consensus-item-1-surface">
            <a:extLst xmlns:a="http://schemas.openxmlformats.org/drawingml/2006/main">
              <a:ext uri="{FF2B5EF4-FFF2-40B4-BE49-F238E27FC236}">
                <a16:creationId xmlns:a16="http://schemas.microsoft.com/office/drawing/2014/main" id="{1B17A301-748A-4801-9A8C-1ECD8E29A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676650"/>
            <a:ext cx="876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1FB"/>
          </a:solidFill>
          <a:ln xmlns:a="http://schemas.openxmlformats.org/drawingml/2006/main" w="9525">
            <a:solidFill>
              <a:srgbClr val="C8D9EC"/>
            </a:solidFill>
            <a:prstDash val="solid"/>
          </a:ln>
        </p:spPr>
      </p:sp>
      <p:sp>
        <p:nvSpPr>
          <p:cNvPr id="13" name="shared-consensus-item-1">
            <a:extLst xmlns:a="http://schemas.openxmlformats.org/drawingml/2006/main">
              <a:ext uri="{FF2B5EF4-FFF2-40B4-BE49-F238E27FC236}">
                <a16:creationId xmlns:a16="http://schemas.microsoft.com/office/drawing/2014/main" id="{4EDFB4D4-D0FF-48CF-AB76-655629FA0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3743325"/>
            <a:ext cx="819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63" b="0">
                <a:solidFill>
                  <a:srgbClr val="416489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416489"/>
                </a:solidFill>
                <a:latin typeface="Noto Sans SC"/>
                <a:ea typeface="Noto Sans SC"/>
                <a:cs typeface="Noto Sans SC"/>
              </a:rPr>
              <a:t>保留问题记录</a:t>
            </a:r>
          </a:p>
        </p:txBody>
      </p:sp>
      <p:sp>
        <p:nvSpPr>
          <p:cNvPr id="14" name="shared-consensus-item-2-surface">
            <a:extLst xmlns:a="http://schemas.openxmlformats.org/drawingml/2006/main">
              <a:ext uri="{FF2B5EF4-FFF2-40B4-BE49-F238E27FC236}">
                <a16:creationId xmlns:a16="http://schemas.microsoft.com/office/drawing/2014/main" id="{B33E300F-55D5-406B-B898-6D17309D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676650"/>
            <a:ext cx="876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1FB"/>
          </a:solidFill>
          <a:ln xmlns:a="http://schemas.openxmlformats.org/drawingml/2006/main" w="9525">
            <a:solidFill>
              <a:srgbClr val="C8D9EC"/>
            </a:solidFill>
            <a:prstDash val="solid"/>
          </a:ln>
        </p:spPr>
      </p:sp>
      <p:sp>
        <p:nvSpPr>
          <p:cNvPr id="15" name="shared-consensus-item-2">
            <a:extLst xmlns:a="http://schemas.openxmlformats.org/drawingml/2006/main">
              <a:ext uri="{FF2B5EF4-FFF2-40B4-BE49-F238E27FC236}">
                <a16:creationId xmlns:a16="http://schemas.microsoft.com/office/drawing/2014/main" id="{85827A71-DCC4-4882-BB91-EB537FE8D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743325"/>
            <a:ext cx="819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63" b="0">
                <a:solidFill>
                  <a:srgbClr val="416489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416489"/>
                </a:solidFill>
                <a:latin typeface="Noto Sans SC"/>
                <a:ea typeface="Noto Sans SC"/>
                <a:cs typeface="Noto Sans SC"/>
              </a:rPr>
              <a:t>约定反馈责任</a:t>
            </a:r>
          </a:p>
        </p:txBody>
      </p:sp>
      <p:sp>
        <p:nvSpPr>
          <p:cNvPr id="16" name="consensus-orbit-back-5">
            <a:extLst xmlns:a="http://schemas.openxmlformats.org/drawingml/2006/main">
              <a:ext uri="{FF2B5EF4-FFF2-40B4-BE49-F238E27FC236}">
                <a16:creationId xmlns:a16="http://schemas.microsoft.com/office/drawing/2014/main" id="{9DBD39E5-A17C-440D-9BA9-47A2C3F8B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4762500"/>
          </a:xfrm>
          <a:custGeom xmlns:a="http://schemas.openxmlformats.org/drawingml/2006/main">
            <a:pathLst>
              <a:path w="11125200" h="4762500">
                <a:moveTo>
                  <a:pt x="952500" y="2209800"/>
                </a:moveTo>
                <a:lnTo>
                  <a:pt x="961646" y="2114370"/>
                </a:lnTo>
                <a:lnTo>
                  <a:pt x="989044" y="2019366"/>
                </a:lnTo>
                <a:lnTo>
                  <a:pt x="1034572" y="1925213"/>
                </a:lnTo>
                <a:lnTo>
                  <a:pt x="1098025" y="1832331"/>
                </a:lnTo>
                <a:lnTo>
                  <a:pt x="1179122" y="1741134"/>
                </a:lnTo>
                <a:lnTo>
                  <a:pt x="1277498" y="1652031"/>
                </a:lnTo>
                <a:lnTo>
                  <a:pt x="1392716" y="1565419"/>
                </a:lnTo>
                <a:lnTo>
                  <a:pt x="1524260" y="1481685"/>
                </a:lnTo>
                <a:lnTo>
                  <a:pt x="1671543" y="1401203"/>
                </a:lnTo>
                <a:lnTo>
                  <a:pt x="1833908" y="1324332"/>
                </a:lnTo>
                <a:lnTo>
                  <a:pt x="2010628" y="1251416"/>
                </a:lnTo>
                <a:lnTo>
                  <a:pt x="2200916" y="1182781"/>
                </a:lnTo>
                <a:lnTo>
                  <a:pt x="2403920" y="1118732"/>
                </a:lnTo>
                <a:lnTo>
                  <a:pt x="2618734" y="1059556"/>
                </a:lnTo>
                <a:lnTo>
                  <a:pt x="2844399" y="1005518"/>
                </a:lnTo>
                <a:lnTo>
                  <a:pt x="3079907" y="956858"/>
                </a:lnTo>
                <a:lnTo>
                  <a:pt x="3324206" y="913794"/>
                </a:lnTo>
                <a:lnTo>
                  <a:pt x="3576206" y="876518"/>
                </a:lnTo>
                <a:lnTo>
                  <a:pt x="3834779" y="845197"/>
                </a:lnTo>
                <a:lnTo>
                  <a:pt x="4098773" y="819971"/>
                </a:lnTo>
                <a:lnTo>
                  <a:pt x="4367007" y="800952"/>
                </a:lnTo>
                <a:lnTo>
                  <a:pt x="4638283" y="788225"/>
                </a:lnTo>
                <a:lnTo>
                  <a:pt x="4911391" y="781848"/>
                </a:lnTo>
                <a:lnTo>
                  <a:pt x="5185109" y="781848"/>
                </a:lnTo>
                <a:lnTo>
                  <a:pt x="5458217" y="788225"/>
                </a:lnTo>
                <a:lnTo>
                  <a:pt x="5729493" y="800952"/>
                </a:lnTo>
                <a:lnTo>
                  <a:pt x="5997727" y="819971"/>
                </a:lnTo>
                <a:lnTo>
                  <a:pt x="6261721" y="845197"/>
                </a:lnTo>
                <a:lnTo>
                  <a:pt x="6520294" y="876518"/>
                </a:lnTo>
                <a:lnTo>
                  <a:pt x="6772294" y="913794"/>
                </a:lnTo>
                <a:lnTo>
                  <a:pt x="7016593" y="956858"/>
                </a:lnTo>
                <a:lnTo>
                  <a:pt x="7252101" y="1005518"/>
                </a:lnTo>
                <a:lnTo>
                  <a:pt x="7477766" y="1059556"/>
                </a:lnTo>
                <a:lnTo>
                  <a:pt x="7692580" y="1118732"/>
                </a:lnTo>
                <a:lnTo>
                  <a:pt x="7895584" y="1182781"/>
                </a:lnTo>
                <a:lnTo>
                  <a:pt x="8085872" y="1251416"/>
                </a:lnTo>
                <a:lnTo>
                  <a:pt x="8262592" y="1324332"/>
                </a:lnTo>
                <a:lnTo>
                  <a:pt x="8424957" y="1401203"/>
                </a:lnTo>
                <a:lnTo>
                  <a:pt x="8572240" y="1481685"/>
                </a:lnTo>
                <a:lnTo>
                  <a:pt x="8703784" y="1565419"/>
                </a:lnTo>
                <a:lnTo>
                  <a:pt x="8819002" y="1652031"/>
                </a:lnTo>
                <a:lnTo>
                  <a:pt x="8917378" y="1741134"/>
                </a:lnTo>
                <a:lnTo>
                  <a:pt x="8998475" y="1832331"/>
                </a:lnTo>
                <a:lnTo>
                  <a:pt x="9061928" y="1925213"/>
                </a:lnTo>
                <a:lnTo>
                  <a:pt x="9107456" y="2019366"/>
                </a:lnTo>
                <a:lnTo>
                  <a:pt x="9134854" y="2114370"/>
                </a:lnTo>
                <a:lnTo>
                  <a:pt x="9144000" y="220980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D8E4F0"/>
            </a:solidFill>
            <a:prstDash val="dash"/>
          </a:ln>
        </p:spPr>
      </p:sp>
      <p:sp>
        <p:nvSpPr>
          <p:cNvPr id="17" name="consensus-orbit-front-5">
            <a:extLst xmlns:a="http://schemas.openxmlformats.org/drawingml/2006/main">
              <a:ext uri="{FF2B5EF4-FFF2-40B4-BE49-F238E27FC236}">
                <a16:creationId xmlns:a16="http://schemas.microsoft.com/office/drawing/2014/main" id="{115752F3-1627-492A-A130-1BB1513EF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4762500"/>
          </a:xfrm>
          <a:custGeom xmlns:a="http://schemas.openxmlformats.org/drawingml/2006/main">
            <a:pathLst>
              <a:path w="11125200" h="4762500">
                <a:moveTo>
                  <a:pt x="9144000" y="2209800"/>
                </a:moveTo>
                <a:lnTo>
                  <a:pt x="9134854" y="2305230"/>
                </a:lnTo>
                <a:lnTo>
                  <a:pt x="9107456" y="2400234"/>
                </a:lnTo>
                <a:lnTo>
                  <a:pt x="9061928" y="2494387"/>
                </a:lnTo>
                <a:lnTo>
                  <a:pt x="8998475" y="2587269"/>
                </a:lnTo>
                <a:lnTo>
                  <a:pt x="8917378" y="2678466"/>
                </a:lnTo>
                <a:lnTo>
                  <a:pt x="8819002" y="2767569"/>
                </a:lnTo>
                <a:lnTo>
                  <a:pt x="8703784" y="2854181"/>
                </a:lnTo>
                <a:lnTo>
                  <a:pt x="8572240" y="2937915"/>
                </a:lnTo>
                <a:lnTo>
                  <a:pt x="8424957" y="3018397"/>
                </a:lnTo>
                <a:lnTo>
                  <a:pt x="8262592" y="3095268"/>
                </a:lnTo>
                <a:lnTo>
                  <a:pt x="8085872" y="3168184"/>
                </a:lnTo>
                <a:lnTo>
                  <a:pt x="7895584" y="3236819"/>
                </a:lnTo>
                <a:lnTo>
                  <a:pt x="7692580" y="3300868"/>
                </a:lnTo>
                <a:lnTo>
                  <a:pt x="7477766" y="3360044"/>
                </a:lnTo>
                <a:lnTo>
                  <a:pt x="7252101" y="3414082"/>
                </a:lnTo>
                <a:lnTo>
                  <a:pt x="7016593" y="3462742"/>
                </a:lnTo>
                <a:lnTo>
                  <a:pt x="6772294" y="3505806"/>
                </a:lnTo>
                <a:lnTo>
                  <a:pt x="6520294" y="3543082"/>
                </a:lnTo>
                <a:lnTo>
                  <a:pt x="6261721" y="3574403"/>
                </a:lnTo>
                <a:lnTo>
                  <a:pt x="5997727" y="3599629"/>
                </a:lnTo>
                <a:lnTo>
                  <a:pt x="5729493" y="3618648"/>
                </a:lnTo>
                <a:lnTo>
                  <a:pt x="5458217" y="3631375"/>
                </a:lnTo>
                <a:lnTo>
                  <a:pt x="5185109" y="3637752"/>
                </a:lnTo>
                <a:lnTo>
                  <a:pt x="4911391" y="3637752"/>
                </a:lnTo>
                <a:lnTo>
                  <a:pt x="4638283" y="3631375"/>
                </a:lnTo>
                <a:lnTo>
                  <a:pt x="4367007" y="3618648"/>
                </a:lnTo>
                <a:lnTo>
                  <a:pt x="4098773" y="3599629"/>
                </a:lnTo>
                <a:lnTo>
                  <a:pt x="3834779" y="3574403"/>
                </a:lnTo>
                <a:lnTo>
                  <a:pt x="3576206" y="3543082"/>
                </a:lnTo>
                <a:lnTo>
                  <a:pt x="3324206" y="3505806"/>
                </a:lnTo>
                <a:lnTo>
                  <a:pt x="3079907" y="3462742"/>
                </a:lnTo>
                <a:lnTo>
                  <a:pt x="2844399" y="3414082"/>
                </a:lnTo>
                <a:lnTo>
                  <a:pt x="2618734" y="3360044"/>
                </a:lnTo>
                <a:lnTo>
                  <a:pt x="2403920" y="3300868"/>
                </a:lnTo>
                <a:lnTo>
                  <a:pt x="2200916" y="3236819"/>
                </a:lnTo>
                <a:lnTo>
                  <a:pt x="2010628" y="3168184"/>
                </a:lnTo>
                <a:lnTo>
                  <a:pt x="1833908" y="3095268"/>
                </a:lnTo>
                <a:lnTo>
                  <a:pt x="1671543" y="3018397"/>
                </a:lnTo>
                <a:lnTo>
                  <a:pt x="1524260" y="2937915"/>
                </a:lnTo>
                <a:lnTo>
                  <a:pt x="1392716" y="2854181"/>
                </a:lnTo>
                <a:lnTo>
                  <a:pt x="1277498" y="2767569"/>
                </a:lnTo>
                <a:lnTo>
                  <a:pt x="1179122" y="2678466"/>
                </a:lnTo>
                <a:lnTo>
                  <a:pt x="1098025" y="2587269"/>
                </a:lnTo>
                <a:lnTo>
                  <a:pt x="1034572" y="2494387"/>
                </a:lnTo>
                <a:lnTo>
                  <a:pt x="989044" y="2400234"/>
                </a:lnTo>
                <a:lnTo>
                  <a:pt x="961646" y="2305230"/>
                </a:lnTo>
                <a:lnTo>
                  <a:pt x="952500" y="2209800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9FB9D6"/>
            </a:solidFill>
            <a:prstDash val="dash"/>
          </a:ln>
        </p:spPr>
      </p:sp>
      <p:sp>
        <p:nvSpPr>
          <p:cNvPr id="18" name="actor-base-0">
            <a:extLst xmlns:a="http://schemas.openxmlformats.org/drawingml/2006/main">
              <a:ext uri="{FF2B5EF4-FFF2-40B4-BE49-F238E27FC236}">
                <a16:creationId xmlns:a16="http://schemas.microsoft.com/office/drawing/2014/main" id="{A8DA3B73-5325-4057-B927-B4DA0F81C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5050" y="2192153"/>
            <a:ext cx="1738568" cy="49188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979"/>
          </a:solidFill>
          <a:ln xmlns:a="http://schemas.openxmlformats.org/drawingml/2006/main" w="0">
            <a:solidFill>
              <a:srgbClr val="244979"/>
            </a:solidFill>
            <a:prstDash val="solid"/>
          </a:ln>
        </p:spPr>
      </p:sp>
      <p:sp>
        <p:nvSpPr>
          <p:cNvPr id="19" name="actor-surface-0">
            <a:extLst xmlns:a="http://schemas.openxmlformats.org/drawingml/2006/main">
              <a:ext uri="{FF2B5EF4-FFF2-40B4-BE49-F238E27FC236}">
                <a16:creationId xmlns:a16="http://schemas.microsoft.com/office/drawing/2014/main" id="{B33D7CEB-9E0E-4748-91CF-829CB5C2A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6475" y="2087378"/>
            <a:ext cx="1738568" cy="49188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B96"/>
          </a:solidFill>
          <a:ln xmlns:a="http://schemas.openxmlformats.org/drawingml/2006/main" w="19050">
            <a:solidFill>
              <a:srgbClr val="FBFAF6"/>
            </a:solidFill>
            <a:prstDash val="solid"/>
          </a:ln>
        </p:spPr>
      </p:sp>
      <p:sp>
        <p:nvSpPr>
          <p:cNvPr id="20" name="actor-surface-ring-0">
            <a:extLst xmlns:a="http://schemas.openxmlformats.org/drawingml/2006/main">
              <a:ext uri="{FF2B5EF4-FFF2-40B4-BE49-F238E27FC236}">
                <a16:creationId xmlns:a16="http://schemas.microsoft.com/office/drawing/2014/main" id="{836DC3B9-0A89-4F1F-A4B0-1F75D7717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2200" y="2154053"/>
            <a:ext cx="1567118" cy="358537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8EF"/>
            </a:solidFill>
            <a:prstDash val="solid"/>
          </a:ln>
        </p:spPr>
      </p:sp>
      <p:sp>
        <p:nvSpPr>
          <p:cNvPr id="21" name="actor-icon-foot-0">
            <a:extLst xmlns:a="http://schemas.openxmlformats.org/drawingml/2006/main">
              <a:ext uri="{FF2B5EF4-FFF2-40B4-BE49-F238E27FC236}">
                <a16:creationId xmlns:a16="http://schemas.microsoft.com/office/drawing/2014/main" id="{E0FC0823-086F-4DFC-A558-C217F0EEE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533" y="2230253"/>
            <a:ext cx="552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8532E"/>
          </a:solidFill>
          <a:ln xmlns:a="http://schemas.openxmlformats.org/drawingml/2006/main" w="0">
            <a:solidFill>
              <a:srgbClr val="88532E"/>
            </a:solidFill>
            <a:prstDash val="solid"/>
          </a:ln>
        </p:spPr>
      </p:sp>
      <p:sp>
        <p:nvSpPr>
          <p:cNvPr id="22" name="actor-icon-0">
            <a:extLst xmlns:a="http://schemas.openxmlformats.org/drawingml/2006/main">
              <a:ext uri="{FF2B5EF4-FFF2-40B4-BE49-F238E27FC236}">
                <a16:creationId xmlns:a16="http://schemas.microsoft.com/office/drawing/2014/main" id="{B8D2C05E-9C89-4393-BD62-296DCF755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8583" y="1706378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A35A"/>
          </a:solidFill>
          <a:ln xmlns:a="http://schemas.openxmlformats.org/drawingml/2006/main" w="11430">
            <a:solidFill>
              <a:srgbClr val="F6D08D"/>
            </a:solidFill>
            <a:prstDash val="solid"/>
          </a:ln>
        </p:spPr>
      </p:sp>
      <p:sp>
        <p:nvSpPr>
          <p:cNvPr id="23" name="actor-icon-label-0">
            <a:extLst xmlns:a="http://schemas.openxmlformats.org/drawingml/2006/main">
              <a:ext uri="{FF2B5EF4-FFF2-40B4-BE49-F238E27FC236}">
                <a16:creationId xmlns:a16="http://schemas.microsoft.com/office/drawing/2014/main" id="{DE295374-FD0B-427B-907F-0529B7054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8583" y="1792103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BFAF6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FBFAF6"/>
                </a:solidFill>
                <a:latin typeface="Noto Sans SC"/>
                <a:ea typeface="Noto Sans SC"/>
                <a:cs typeface="Noto Sans SC"/>
              </a:rPr>
              <a:t>R</a:t>
            </a:r>
          </a:p>
        </p:txBody>
      </p:sp>
      <p:sp>
        <p:nvSpPr>
          <p:cNvPr id="24" name="set-0-title">
            <a:extLst xmlns:a="http://schemas.openxmlformats.org/drawingml/2006/main">
              <a:ext uri="{FF2B5EF4-FFF2-40B4-BE49-F238E27FC236}">
                <a16:creationId xmlns:a16="http://schemas.microsoft.com/office/drawing/2014/main" id="{EDE7CD7D-6F30-42BB-B4D5-CC0F2BEF3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5633" y="2674516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244979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244979"/>
                </a:solidFill>
                <a:latin typeface="Noto Sans SC"/>
                <a:ea typeface="Noto Sans SC"/>
                <a:cs typeface="Noto Sans SC"/>
              </a:rPr>
              <a:t>研发</a:t>
            </a:r>
          </a:p>
        </p:txBody>
      </p:sp>
      <p:sp>
        <p:nvSpPr>
          <p:cNvPr id="25" name="set-0-body">
            <a:extLst xmlns:a="http://schemas.openxmlformats.org/drawingml/2006/main">
              <a:ext uri="{FF2B5EF4-FFF2-40B4-BE49-F238E27FC236}">
                <a16:creationId xmlns:a16="http://schemas.microsoft.com/office/drawing/2014/main" id="{E5DA17A0-EA57-456D-B932-3C1AF222D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8008" y="2903116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可实现 · 可维护</a:t>
            </a:r>
          </a:p>
        </p:txBody>
      </p:sp>
      <p:sp>
        <p:nvSpPr>
          <p:cNvPr id="26" name="actor-base-1">
            <a:extLst xmlns:a="http://schemas.openxmlformats.org/drawingml/2006/main">
              <a:ext uri="{FF2B5EF4-FFF2-40B4-BE49-F238E27FC236}">
                <a16:creationId xmlns:a16="http://schemas.microsoft.com/office/drawing/2014/main" id="{7F80A549-FA39-4C2E-9642-EB4909F74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6042" y="2533259"/>
            <a:ext cx="1795838" cy="5080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979"/>
          </a:solidFill>
          <a:ln xmlns:a="http://schemas.openxmlformats.org/drawingml/2006/main" w="0">
            <a:solidFill>
              <a:srgbClr val="244979"/>
            </a:solidFill>
            <a:prstDash val="solid"/>
          </a:ln>
        </p:spPr>
      </p:sp>
      <p:sp>
        <p:nvSpPr>
          <p:cNvPr id="27" name="actor-surface-1">
            <a:extLst xmlns:a="http://schemas.openxmlformats.org/drawingml/2006/main">
              <a:ext uri="{FF2B5EF4-FFF2-40B4-BE49-F238E27FC236}">
                <a16:creationId xmlns:a16="http://schemas.microsoft.com/office/drawing/2014/main" id="{F7A2BDA7-F739-4970-A230-FFD2D1AF0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7467" y="2428484"/>
            <a:ext cx="1795838" cy="5080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649F"/>
          </a:solidFill>
          <a:ln xmlns:a="http://schemas.openxmlformats.org/drawingml/2006/main" w="19050">
            <a:solidFill>
              <a:srgbClr val="FBFAF6"/>
            </a:solidFill>
            <a:prstDash val="solid"/>
          </a:ln>
        </p:spPr>
      </p:sp>
      <p:sp>
        <p:nvSpPr>
          <p:cNvPr id="28" name="actor-surface-ring-1">
            <a:extLst xmlns:a="http://schemas.openxmlformats.org/drawingml/2006/main">
              <a:ext uri="{FF2B5EF4-FFF2-40B4-BE49-F238E27FC236}">
                <a16:creationId xmlns:a16="http://schemas.microsoft.com/office/drawing/2014/main" id="{DABDF170-2199-462C-B2FF-3C6B7C0E2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3192" y="2495159"/>
            <a:ext cx="1624388" cy="374741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8EF"/>
            </a:solidFill>
            <a:prstDash val="solid"/>
          </a:ln>
        </p:spPr>
      </p:sp>
      <p:sp>
        <p:nvSpPr>
          <p:cNvPr id="29" name="actor-icon-foot-1">
            <a:extLst xmlns:a="http://schemas.openxmlformats.org/drawingml/2006/main">
              <a:ext uri="{FF2B5EF4-FFF2-40B4-BE49-F238E27FC236}">
                <a16:creationId xmlns:a16="http://schemas.microsoft.com/office/drawing/2014/main" id="{20BE01B9-7BAF-43C6-AED9-3ACCCB75E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9160" y="2571359"/>
            <a:ext cx="552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8532E"/>
          </a:solidFill>
          <a:ln xmlns:a="http://schemas.openxmlformats.org/drawingml/2006/main" w="0">
            <a:solidFill>
              <a:srgbClr val="88532E"/>
            </a:solidFill>
            <a:prstDash val="solid"/>
          </a:ln>
        </p:spPr>
      </p:sp>
      <p:sp>
        <p:nvSpPr>
          <p:cNvPr id="30" name="actor-icon-1">
            <a:extLst xmlns:a="http://schemas.openxmlformats.org/drawingml/2006/main">
              <a:ext uri="{FF2B5EF4-FFF2-40B4-BE49-F238E27FC236}">
                <a16:creationId xmlns:a16="http://schemas.microsoft.com/office/drawing/2014/main" id="{95D12C6C-C1C5-4285-A761-79CA5B6FA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210" y="2047484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A35A"/>
          </a:solidFill>
          <a:ln xmlns:a="http://schemas.openxmlformats.org/drawingml/2006/main" w="11430">
            <a:solidFill>
              <a:srgbClr val="F6D08D"/>
            </a:solidFill>
            <a:prstDash val="solid"/>
          </a:ln>
        </p:spPr>
      </p:sp>
      <p:sp>
        <p:nvSpPr>
          <p:cNvPr id="31" name="actor-icon-label-1">
            <a:extLst xmlns:a="http://schemas.openxmlformats.org/drawingml/2006/main">
              <a:ext uri="{FF2B5EF4-FFF2-40B4-BE49-F238E27FC236}">
                <a16:creationId xmlns:a16="http://schemas.microsoft.com/office/drawing/2014/main" id="{5E8CBD35-F75E-4753-B3E2-C45AC1B40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210" y="2133209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BFAF6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FBFAF6"/>
                </a:solidFill>
                <a:latin typeface="Noto Sans SC"/>
                <a:ea typeface="Noto Sans SC"/>
                <a:cs typeface="Noto Sans SC"/>
              </a:rPr>
              <a:t>B</a:t>
            </a:r>
          </a:p>
        </p:txBody>
      </p:sp>
      <p:sp>
        <p:nvSpPr>
          <p:cNvPr id="32" name="set-1-title">
            <a:extLst xmlns:a="http://schemas.openxmlformats.org/drawingml/2006/main">
              <a:ext uri="{FF2B5EF4-FFF2-40B4-BE49-F238E27FC236}">
                <a16:creationId xmlns:a16="http://schemas.microsoft.com/office/drawing/2014/main" id="{97A1DAA1-7E1C-487A-86C3-514003F47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5260" y="30318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244979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244979"/>
                </a:solidFill>
                <a:latin typeface="Noto Sans SC"/>
                <a:ea typeface="Noto Sans SC"/>
                <a:cs typeface="Noto Sans SC"/>
              </a:rPr>
              <a:t>业务</a:t>
            </a:r>
          </a:p>
        </p:txBody>
      </p:sp>
      <p:sp>
        <p:nvSpPr>
          <p:cNvPr id="33" name="set-1-body">
            <a:extLst xmlns:a="http://schemas.openxmlformats.org/drawingml/2006/main">
              <a:ext uri="{FF2B5EF4-FFF2-40B4-BE49-F238E27FC236}">
                <a16:creationId xmlns:a16="http://schemas.microsoft.com/office/drawing/2014/main" id="{2001BCF3-5775-4239-B99F-DDFFE375F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7635" y="326042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流程适用</a:t>
            </a:r>
          </a:p>
        </p:txBody>
      </p:sp>
      <p:sp>
        <p:nvSpPr>
          <p:cNvPr id="34" name="actor-base-2">
            <a:extLst xmlns:a="http://schemas.openxmlformats.org/drawingml/2006/main">
              <a:ext uri="{FF2B5EF4-FFF2-40B4-BE49-F238E27FC236}">
                <a16:creationId xmlns:a16="http://schemas.microsoft.com/office/drawing/2014/main" id="{533C66E2-AFE1-45AE-9874-8B7D8FE7D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2357" y="4164902"/>
            <a:ext cx="2069783" cy="5855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979"/>
          </a:solidFill>
          <a:ln xmlns:a="http://schemas.openxmlformats.org/drawingml/2006/main" w="0">
            <a:solidFill>
              <a:srgbClr val="244979"/>
            </a:solidFill>
            <a:prstDash val="solid"/>
          </a:ln>
        </p:spPr>
      </p:sp>
      <p:sp>
        <p:nvSpPr>
          <p:cNvPr id="35" name="actor-surface-2">
            <a:extLst xmlns:a="http://schemas.openxmlformats.org/drawingml/2006/main">
              <a:ext uri="{FF2B5EF4-FFF2-40B4-BE49-F238E27FC236}">
                <a16:creationId xmlns:a16="http://schemas.microsoft.com/office/drawing/2014/main" id="{7DA9D713-6370-4E63-8D48-E13A1DEDD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3782" y="4060127"/>
            <a:ext cx="2069783" cy="5855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6DA8"/>
          </a:solidFill>
          <a:ln xmlns:a="http://schemas.openxmlformats.org/drawingml/2006/main" w="19050">
            <a:solidFill>
              <a:srgbClr val="FBFAF6"/>
            </a:solidFill>
            <a:prstDash val="solid"/>
          </a:ln>
        </p:spPr>
      </p:sp>
      <p:sp>
        <p:nvSpPr>
          <p:cNvPr id="36" name="actor-surface-ring-2">
            <a:extLst xmlns:a="http://schemas.openxmlformats.org/drawingml/2006/main">
              <a:ext uri="{FF2B5EF4-FFF2-40B4-BE49-F238E27FC236}">
                <a16:creationId xmlns:a16="http://schemas.microsoft.com/office/drawing/2014/main" id="{11B10F1E-C512-4E60-9C82-0A33F6941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9507" y="4126802"/>
            <a:ext cx="1898333" cy="452247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8EF"/>
            </a:solidFill>
            <a:prstDash val="solid"/>
          </a:ln>
        </p:spPr>
      </p:sp>
      <p:sp>
        <p:nvSpPr>
          <p:cNvPr id="37" name="actor-icon-foot-2">
            <a:extLst xmlns:a="http://schemas.openxmlformats.org/drawingml/2006/main">
              <a:ext uri="{FF2B5EF4-FFF2-40B4-BE49-F238E27FC236}">
                <a16:creationId xmlns:a16="http://schemas.microsoft.com/office/drawing/2014/main" id="{42F6C1B7-A7BC-4524-BC77-34FCB1AAE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2449" y="4203002"/>
            <a:ext cx="552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8532E"/>
          </a:solidFill>
          <a:ln xmlns:a="http://schemas.openxmlformats.org/drawingml/2006/main" w="0">
            <a:solidFill>
              <a:srgbClr val="88532E"/>
            </a:solidFill>
            <a:prstDash val="solid"/>
          </a:ln>
        </p:spPr>
      </p:sp>
      <p:sp>
        <p:nvSpPr>
          <p:cNvPr id="38" name="actor-icon-2">
            <a:extLst xmlns:a="http://schemas.openxmlformats.org/drawingml/2006/main">
              <a:ext uri="{FF2B5EF4-FFF2-40B4-BE49-F238E27FC236}">
                <a16:creationId xmlns:a16="http://schemas.microsoft.com/office/drawing/2014/main" id="{C4A71F60-F47D-4D55-9CFA-F69C8271D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1499" y="3679127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A35A"/>
          </a:solidFill>
          <a:ln xmlns:a="http://schemas.openxmlformats.org/drawingml/2006/main" w="11430">
            <a:solidFill>
              <a:srgbClr val="F6D08D"/>
            </a:solidFill>
            <a:prstDash val="solid"/>
          </a:ln>
        </p:spPr>
      </p:sp>
      <p:sp>
        <p:nvSpPr>
          <p:cNvPr id="39" name="actor-icon-label-2">
            <a:extLst xmlns:a="http://schemas.openxmlformats.org/drawingml/2006/main">
              <a:ext uri="{FF2B5EF4-FFF2-40B4-BE49-F238E27FC236}">
                <a16:creationId xmlns:a16="http://schemas.microsoft.com/office/drawing/2014/main" id="{4B207482-C418-46A4-8BB8-DA6B2609D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1499" y="3764852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BFAF6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FBFAF6"/>
                </a:solidFill>
                <a:latin typeface="Noto Sans SC"/>
                <a:ea typeface="Noto Sans SC"/>
                <a:cs typeface="Noto Sans SC"/>
              </a:rPr>
              <a:t>O</a:t>
            </a:r>
          </a:p>
        </p:txBody>
      </p:sp>
      <p:sp>
        <p:nvSpPr>
          <p:cNvPr id="40" name="set-2-title">
            <a:extLst xmlns:a="http://schemas.openxmlformats.org/drawingml/2006/main">
              <a:ext uri="{FF2B5EF4-FFF2-40B4-BE49-F238E27FC236}">
                <a16:creationId xmlns:a16="http://schemas.microsoft.com/office/drawing/2014/main" id="{E6A310F9-8C15-446E-BF18-AF6826C4A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549" y="4740974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244979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244979"/>
                </a:solidFill>
                <a:latin typeface="Noto Sans SC"/>
                <a:ea typeface="Noto Sans SC"/>
                <a:cs typeface="Noto Sans SC"/>
              </a:rPr>
              <a:t>运营</a:t>
            </a:r>
          </a:p>
        </p:txBody>
      </p:sp>
      <p:sp>
        <p:nvSpPr>
          <p:cNvPr id="41" name="set-2-body">
            <a:extLst xmlns:a="http://schemas.openxmlformats.org/drawingml/2006/main">
              <a:ext uri="{FF2B5EF4-FFF2-40B4-BE49-F238E27FC236}">
                <a16:creationId xmlns:a16="http://schemas.microsoft.com/office/drawing/2014/main" id="{AE250B35-BD20-41B5-8EDE-7A7246548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0924" y="4969574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可接管</a:t>
            </a:r>
          </a:p>
        </p:txBody>
      </p:sp>
      <p:sp>
        <p:nvSpPr>
          <p:cNvPr id="42" name="actor-base-3">
            <a:extLst xmlns:a="http://schemas.openxmlformats.org/drawingml/2006/main">
              <a:ext uri="{FF2B5EF4-FFF2-40B4-BE49-F238E27FC236}">
                <a16:creationId xmlns:a16="http://schemas.microsoft.com/office/drawing/2014/main" id="{B48376D2-2148-4902-B6DC-D83F4E5BD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761" y="4832206"/>
            <a:ext cx="2181820" cy="6172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979"/>
          </a:solidFill>
          <a:ln xmlns:a="http://schemas.openxmlformats.org/drawingml/2006/main" w="0">
            <a:solidFill>
              <a:srgbClr val="244979"/>
            </a:solidFill>
            <a:prstDash val="solid"/>
          </a:ln>
        </p:spPr>
      </p:sp>
      <p:sp>
        <p:nvSpPr>
          <p:cNvPr id="43" name="actor-surface-3">
            <a:extLst xmlns:a="http://schemas.openxmlformats.org/drawingml/2006/main">
              <a:ext uri="{FF2B5EF4-FFF2-40B4-BE49-F238E27FC236}">
                <a16:creationId xmlns:a16="http://schemas.microsoft.com/office/drawing/2014/main" id="{CEA55757-F30E-4F39-A9C9-8C39585D9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186" y="4727431"/>
            <a:ext cx="2181820" cy="6172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8B0"/>
          </a:solidFill>
          <a:ln xmlns:a="http://schemas.openxmlformats.org/drawingml/2006/main" w="19050">
            <a:solidFill>
              <a:srgbClr val="FBFAF6"/>
            </a:solidFill>
            <a:prstDash val="solid"/>
          </a:ln>
        </p:spPr>
      </p:sp>
      <p:sp>
        <p:nvSpPr>
          <p:cNvPr id="44" name="actor-surface-ring-3">
            <a:extLst xmlns:a="http://schemas.openxmlformats.org/drawingml/2006/main">
              <a:ext uri="{FF2B5EF4-FFF2-40B4-BE49-F238E27FC236}">
                <a16:creationId xmlns:a16="http://schemas.microsoft.com/office/drawing/2014/main" id="{F4430610-3330-49BA-8ABC-D703FC500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911" y="4794106"/>
            <a:ext cx="2010370" cy="48394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8EF"/>
            </a:solidFill>
            <a:prstDash val="solid"/>
          </a:ln>
        </p:spPr>
      </p:sp>
      <p:sp>
        <p:nvSpPr>
          <p:cNvPr id="45" name="actor-icon-foot-3">
            <a:extLst xmlns:a="http://schemas.openxmlformats.org/drawingml/2006/main">
              <a:ext uri="{FF2B5EF4-FFF2-40B4-BE49-F238E27FC236}">
                <a16:creationId xmlns:a16="http://schemas.microsoft.com/office/drawing/2014/main" id="{763A7144-24D9-4804-9C1E-B81E65945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3871" y="4870306"/>
            <a:ext cx="552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8532E"/>
          </a:solidFill>
          <a:ln xmlns:a="http://schemas.openxmlformats.org/drawingml/2006/main" w="0">
            <a:solidFill>
              <a:srgbClr val="88532E"/>
            </a:solidFill>
            <a:prstDash val="solid"/>
          </a:ln>
        </p:spPr>
      </p:sp>
      <p:sp>
        <p:nvSpPr>
          <p:cNvPr id="46" name="actor-icon-3">
            <a:extLst xmlns:a="http://schemas.openxmlformats.org/drawingml/2006/main">
              <a:ext uri="{FF2B5EF4-FFF2-40B4-BE49-F238E27FC236}">
                <a16:creationId xmlns:a16="http://schemas.microsoft.com/office/drawing/2014/main" id="{4617D346-68B8-4D4E-B50B-DA9F5C91C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2921" y="4346431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A35A"/>
          </a:solidFill>
          <a:ln xmlns:a="http://schemas.openxmlformats.org/drawingml/2006/main" w="11430">
            <a:solidFill>
              <a:srgbClr val="F6D08D"/>
            </a:solidFill>
            <a:prstDash val="solid"/>
          </a:ln>
        </p:spPr>
      </p:sp>
      <p:sp>
        <p:nvSpPr>
          <p:cNvPr id="47" name="actor-icon-label-3">
            <a:extLst xmlns:a="http://schemas.openxmlformats.org/drawingml/2006/main">
              <a:ext uri="{FF2B5EF4-FFF2-40B4-BE49-F238E27FC236}">
                <a16:creationId xmlns:a16="http://schemas.microsoft.com/office/drawing/2014/main" id="{634A4E6A-5AE6-4242-B7FA-1160569AA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2921" y="4432156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BFAF6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FBFAF6"/>
                </a:solidFill>
                <a:latin typeface="Noto Sans SC"/>
                <a:ea typeface="Noto Sans SC"/>
                <a:cs typeface="Noto Sans SC"/>
              </a:rPr>
              <a:t>Q</a:t>
            </a:r>
          </a:p>
        </p:txBody>
      </p:sp>
      <p:sp>
        <p:nvSpPr>
          <p:cNvPr id="48" name="set-3-title">
            <a:extLst xmlns:a="http://schemas.openxmlformats.org/drawingml/2006/main">
              <a:ext uri="{FF2B5EF4-FFF2-40B4-BE49-F238E27FC236}">
                <a16:creationId xmlns:a16="http://schemas.microsoft.com/office/drawing/2014/main" id="{0DAB1896-F34F-4E59-8DA7-7C53C1EFA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9971" y="5439976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244979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244979"/>
                </a:solidFill>
                <a:latin typeface="Noto Sans SC"/>
                <a:ea typeface="Noto Sans SC"/>
                <a:cs typeface="Noto Sans SC"/>
              </a:rPr>
              <a:t>质量</a:t>
            </a:r>
          </a:p>
        </p:txBody>
      </p:sp>
      <p:sp>
        <p:nvSpPr>
          <p:cNvPr id="49" name="set-3-body">
            <a:extLst xmlns:a="http://schemas.openxmlformats.org/drawingml/2006/main">
              <a:ext uri="{FF2B5EF4-FFF2-40B4-BE49-F238E27FC236}">
                <a16:creationId xmlns:a16="http://schemas.microsoft.com/office/drawing/2014/main" id="{B91E0710-D888-4A53-8E42-8FA8BE8BE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2346" y="5668576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可追溯</a:t>
            </a:r>
          </a:p>
        </p:txBody>
      </p:sp>
      <p:sp>
        <p:nvSpPr>
          <p:cNvPr id="50" name="actor-base-4">
            <a:extLst xmlns:a="http://schemas.openxmlformats.org/drawingml/2006/main">
              <a:ext uri="{FF2B5EF4-FFF2-40B4-BE49-F238E27FC236}">
                <a16:creationId xmlns:a16="http://schemas.microsoft.com/office/drawing/2014/main" id="{9505E87D-AEB8-4B24-9E56-36DF9D2EA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353" y="3612980"/>
            <a:ext cx="1977118" cy="5593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979"/>
          </a:solidFill>
          <a:ln xmlns:a="http://schemas.openxmlformats.org/drawingml/2006/main" w="0">
            <a:solidFill>
              <a:srgbClr val="244979"/>
            </a:solidFill>
            <a:prstDash val="solid"/>
          </a:ln>
        </p:spPr>
      </p:sp>
      <p:sp>
        <p:nvSpPr>
          <p:cNvPr id="51" name="actor-surface-4">
            <a:extLst xmlns:a="http://schemas.openxmlformats.org/drawingml/2006/main">
              <a:ext uri="{FF2B5EF4-FFF2-40B4-BE49-F238E27FC236}">
                <a16:creationId xmlns:a16="http://schemas.microsoft.com/office/drawing/2014/main" id="{BD095D45-E796-400B-B550-729DD435B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778" y="3508205"/>
            <a:ext cx="1977118" cy="5593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2B8"/>
          </a:solidFill>
          <a:ln xmlns:a="http://schemas.openxmlformats.org/drawingml/2006/main" w="19050">
            <a:solidFill>
              <a:srgbClr val="FBFAF6"/>
            </a:solidFill>
            <a:prstDash val="solid"/>
          </a:ln>
        </p:spPr>
      </p:sp>
      <p:sp>
        <p:nvSpPr>
          <p:cNvPr id="52" name="actor-surface-ring-4">
            <a:extLst xmlns:a="http://schemas.openxmlformats.org/drawingml/2006/main">
              <a:ext uri="{FF2B5EF4-FFF2-40B4-BE49-F238E27FC236}">
                <a16:creationId xmlns:a16="http://schemas.microsoft.com/office/drawing/2014/main" id="{7F6A411C-4623-41BC-A5C1-C7CE3E32C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503" y="3574880"/>
            <a:ext cx="1805668" cy="4260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8EF"/>
            </a:solidFill>
            <a:prstDash val="solid"/>
          </a:ln>
        </p:spPr>
      </p:sp>
      <p:sp>
        <p:nvSpPr>
          <p:cNvPr id="53" name="actor-icon-foot-4">
            <a:extLst xmlns:a="http://schemas.openxmlformats.org/drawingml/2006/main">
              <a:ext uri="{FF2B5EF4-FFF2-40B4-BE49-F238E27FC236}">
                <a16:creationId xmlns:a16="http://schemas.microsoft.com/office/drawing/2014/main" id="{B41EFFD0-DF93-4BF2-8C29-599ECB794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112" y="3651080"/>
            <a:ext cx="552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8532E"/>
          </a:solidFill>
          <a:ln xmlns:a="http://schemas.openxmlformats.org/drawingml/2006/main" w="0">
            <a:solidFill>
              <a:srgbClr val="88532E"/>
            </a:solidFill>
            <a:prstDash val="solid"/>
          </a:ln>
        </p:spPr>
      </p:sp>
      <p:sp>
        <p:nvSpPr>
          <p:cNvPr id="54" name="actor-icon-4">
            <a:extLst xmlns:a="http://schemas.openxmlformats.org/drawingml/2006/main">
              <a:ext uri="{FF2B5EF4-FFF2-40B4-BE49-F238E27FC236}">
                <a16:creationId xmlns:a16="http://schemas.microsoft.com/office/drawing/2014/main" id="{8DACB54F-B6FA-43B4-81B3-947322407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162" y="312720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A35A"/>
          </a:solidFill>
          <a:ln xmlns:a="http://schemas.openxmlformats.org/drawingml/2006/main" w="11430">
            <a:solidFill>
              <a:srgbClr val="F6D08D"/>
            </a:solidFill>
            <a:prstDash val="solid"/>
          </a:ln>
        </p:spPr>
      </p:sp>
      <p:sp>
        <p:nvSpPr>
          <p:cNvPr id="55" name="actor-icon-label-4">
            <a:extLst xmlns:a="http://schemas.openxmlformats.org/drawingml/2006/main">
              <a:ext uri="{FF2B5EF4-FFF2-40B4-BE49-F238E27FC236}">
                <a16:creationId xmlns:a16="http://schemas.microsoft.com/office/drawing/2014/main" id="{8D54B75E-23A3-4BB5-AA73-E61388678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162" y="321293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BFAF6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FBFAF6"/>
                </a:solidFill>
                <a:latin typeface="Noto Sans SC"/>
                <a:ea typeface="Noto Sans SC"/>
                <a:cs typeface="Noto Sans SC"/>
              </a:rPr>
              <a:t>C</a:t>
            </a:r>
          </a:p>
        </p:txBody>
      </p:sp>
      <p:sp>
        <p:nvSpPr>
          <p:cNvPr id="56" name="set-4-title">
            <a:extLst xmlns:a="http://schemas.openxmlformats.org/drawingml/2006/main">
              <a:ext uri="{FF2B5EF4-FFF2-40B4-BE49-F238E27FC236}">
                <a16:creationId xmlns:a16="http://schemas.microsoft.com/office/drawing/2014/main" id="{3F46F166-806B-47F7-8AD6-E09464B20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212" y="416283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244979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244979"/>
                </a:solidFill>
                <a:latin typeface="Noto Sans SC"/>
                <a:ea typeface="Noto Sans SC"/>
                <a:cs typeface="Noto Sans SC"/>
              </a:rPr>
              <a:t>客户</a:t>
            </a:r>
          </a:p>
        </p:txBody>
      </p:sp>
      <p:sp>
        <p:nvSpPr>
          <p:cNvPr id="57" name="set-4-body">
            <a:extLst xmlns:a="http://schemas.openxmlformats.org/drawingml/2006/main">
              <a:ext uri="{FF2B5EF4-FFF2-40B4-BE49-F238E27FC236}">
                <a16:creationId xmlns:a16="http://schemas.microsoft.com/office/drawing/2014/main" id="{DECEB633-CED0-4571-82F2-D492AC8CE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587" y="439143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使用结果</a:t>
            </a:r>
          </a:p>
        </p:txBody>
      </p:sp>
    </p:spTree>
    <p:extLst>
      <p:ext uri="{BB962C8B-B14F-4D97-AF65-F5344CB8AC3E}">
        <p14:creationId xmlns:p14="http://schemas.microsoft.com/office/powerpoint/2010/main" val="16944830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2026-09-07T05:23:59.8450000Z</dcterms:created>
  <dcterms:modified xsi:type="dcterms:W3CDTF">2026-09-07T05:23:59.8450000Z</dcterms:modified>
</coreProperties>
</file>