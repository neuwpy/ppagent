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c00b52a6c74982" /><Relationship Type="http://schemas.openxmlformats.org/officeDocument/2006/relationships/extended-properties" Target="/docProps/app.xml" Id="R3218025596ff4e6f" /><Relationship Type="http://schemas.openxmlformats.org/officeDocument/2006/relationships/officeDocument" Target="/ppt/presentation.xml" Id="R25418742a35941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bab06cdf73467b"/>
  </p:sldMasterIdLst>
  <p:notesMasterIdLst>
    <p:notesMasterId xmlns:r="http://schemas.openxmlformats.org/officeDocument/2006/relationships" r:id="R6e63e48504bf4b2d"/>
  </p:notesMasterIdLst>
  <p:sldIdLst>
    <p:sldId xmlns:r="http://schemas.openxmlformats.org/officeDocument/2006/relationships" id="256" r:id="Rc6aec23704dd4439"/>
    <p:sldId xmlns:r="http://schemas.openxmlformats.org/officeDocument/2006/relationships" id="257" r:id="Rb8f83185028c4354"/>
    <p:sldId xmlns:r="http://schemas.openxmlformats.org/officeDocument/2006/relationships" id="258" r:id="Rad81d9d8b2364dd3"/>
    <p:sldId xmlns:r="http://schemas.openxmlformats.org/officeDocument/2006/relationships" id="259" r:id="Rc382ef7dd4b74f66"/>
    <p:sldId xmlns:r="http://schemas.openxmlformats.org/officeDocument/2006/relationships" id="260" r:id="R37ce22b220e947fe"/>
    <p:sldId xmlns:r="http://schemas.openxmlformats.org/officeDocument/2006/relationships" id="261" r:id="R3e43c73f67e741d3"/>
    <p:sldId xmlns:r="http://schemas.openxmlformats.org/officeDocument/2006/relationships" id="262" r:id="R0d56f289f6a7408e"/>
    <p:sldId xmlns:r="http://schemas.openxmlformats.org/officeDocument/2006/relationships" id="263" r:id="R659ac02aa2624e41"/>
    <p:sldId xmlns:r="http://schemas.openxmlformats.org/officeDocument/2006/relationships" id="264" r:id="Rfa4bd976715a4a65"/>
    <p:sldId xmlns:r="http://schemas.openxmlformats.org/officeDocument/2006/relationships" id="265" r:id="Rf00bcad6696d4b4a"/>
    <p:sldId xmlns:r="http://schemas.openxmlformats.org/officeDocument/2006/relationships" id="266" r:id="R4c89f7a4ee5c4d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0eec78068b4af5" /><Relationship Type="http://schemas.openxmlformats.org/officeDocument/2006/relationships/slideMaster" Target="/ppt/slideMasters/slideMaster1.xml" Id="Reebab06cdf73467b" /><Relationship Type="http://schemas.openxmlformats.org/officeDocument/2006/relationships/notesMaster" Target="/ppt/notesMasters/notesMaster1.xml" Id="R6e63e48504bf4b2d" /><Relationship Type="http://schemas.openxmlformats.org/officeDocument/2006/relationships/presProps" Target="/ppt/presProps.xml" Id="Rc0053922a6a442b5" /><Relationship Type="http://schemas.openxmlformats.org/officeDocument/2006/relationships/tableStyles" Target="/ppt/tableStyles.xml" Id="Rf3cc2f401bc147f6" /><Relationship Type="http://schemas.openxmlformats.org/officeDocument/2006/relationships/slide" Target="/ppt/slides/slide1.xml" Id="Rc6aec23704dd4439" /><Relationship Type="http://schemas.openxmlformats.org/officeDocument/2006/relationships/slide" Target="/ppt/slides/slide2.xml" Id="Rb8f83185028c4354" /><Relationship Type="http://schemas.openxmlformats.org/officeDocument/2006/relationships/slide" Target="/ppt/slides/slide3.xml" Id="Rad81d9d8b2364dd3" /><Relationship Type="http://schemas.openxmlformats.org/officeDocument/2006/relationships/slide" Target="/ppt/slides/slide4.xml" Id="Rc382ef7dd4b74f66" /><Relationship Type="http://schemas.openxmlformats.org/officeDocument/2006/relationships/slide" Target="/ppt/slides/slide5.xml" Id="R37ce22b220e947fe" /><Relationship Type="http://schemas.openxmlformats.org/officeDocument/2006/relationships/slide" Target="/ppt/slides/slide6.xml" Id="R3e43c73f67e741d3" /><Relationship Type="http://schemas.openxmlformats.org/officeDocument/2006/relationships/slide" Target="/ppt/slides/slide7.xml" Id="R0d56f289f6a7408e" /><Relationship Type="http://schemas.openxmlformats.org/officeDocument/2006/relationships/slide" Target="/ppt/slides/slide8.xml" Id="R659ac02aa2624e41" /><Relationship Type="http://schemas.openxmlformats.org/officeDocument/2006/relationships/slide" Target="/ppt/slides/slide9.xml" Id="Rfa4bd976715a4a65" /><Relationship Type="http://schemas.openxmlformats.org/officeDocument/2006/relationships/slide" Target="/ppt/slides/slide10.xml" Id="Rf00bcad6696d4b4a" /><Relationship Type="http://schemas.openxmlformats.org/officeDocument/2006/relationships/slide" Target="/ppt/slides/slide11.xml" Id="R4c89f7a4ee5c4d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ac60e7b5284f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e36cbffed7417e" /><Relationship Type="http://schemas.openxmlformats.org/officeDocument/2006/relationships/notesMaster" Target="/ppt/notesMasters/notesMaster1.xml" Id="Rfb841dc1cd7240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907688bbdd4997" /><Relationship Type="http://schemas.openxmlformats.org/officeDocument/2006/relationships/notesMaster" Target="/ppt/notesMasters/notesMaster1.xml" Id="Rb4063e97f3da44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94c8e11f2c4599" /><Relationship Type="http://schemas.openxmlformats.org/officeDocument/2006/relationships/notesMaster" Target="/ppt/notesMasters/notesMaster1.xml" Id="R366b4a226a104b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2f9905bc0849d2" /><Relationship Type="http://schemas.openxmlformats.org/officeDocument/2006/relationships/notesMaster" Target="/ppt/notesMasters/notesMaster1.xml" Id="Rcd4768904d9e4c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2d7ddd4b7c4273" /><Relationship Type="http://schemas.openxmlformats.org/officeDocument/2006/relationships/notesMaster" Target="/ppt/notesMasters/notesMaster1.xml" Id="R069f38515b2a43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565ee149f247e5" /><Relationship Type="http://schemas.openxmlformats.org/officeDocument/2006/relationships/notesMaster" Target="/ppt/notesMasters/notesMaster1.xml" Id="Rf918bec974194f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6524faf730477d" /><Relationship Type="http://schemas.openxmlformats.org/officeDocument/2006/relationships/notesMaster" Target="/ppt/notesMasters/notesMaster1.xml" Id="R92f6f710cee54c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2d932d722846b0" /><Relationship Type="http://schemas.openxmlformats.org/officeDocument/2006/relationships/notesMaster" Target="/ppt/notesMasters/notesMaster1.xml" Id="Rfc5c48c0582d4f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d83413c3fc47ed" /><Relationship Type="http://schemas.openxmlformats.org/officeDocument/2006/relationships/notesMaster" Target="/ppt/notesMasters/notesMaster1.xml" Id="R250236da043847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ad6ac7ae5b44eb" /><Relationship Type="http://schemas.openxmlformats.org/officeDocument/2006/relationships/notesMaster" Target="/ppt/notesMasters/notesMaster1.xml" Id="R4b9f64368f4148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ad88d88d414eb9" /><Relationship Type="http://schemas.openxmlformats.org/officeDocument/2006/relationships/notesMaster" Target="/ppt/notesMasters/notesMaster1.xml" Id="R0ba98119a35b46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来源稿件：case-03 交付计划需要覆盖三种需求情景</a:t>
            </a:r>
          </a:p>
          <a:p xmlns:a="http://schemas.openxmlformats.org/drawingml/2006/main">
            <a:r>
              <a:t>正文：共同假设：现有团队规模不变。若需求平稳，维持双周交付，预期排期稳定；若短期激增，优先处理核心需求，预期次要需求延后；若需求持续下降，安排技术整理，预期积压问题减少。三种情景是备选假设，不是连续阶段。</a:t>
            </a:r>
          </a:p>
          <a:p xmlns:a="http://schemas.openxmlformats.org/drawingml/2006/main">
            <a:r>
              <a:t>结构 Skill：branching-scenario-fan-004</a:t>
            </a:r>
          </a:p>
          <a:p xmlns:a="http://schemas.openxmlformats.org/drawingml/2006/main">
            <a:r>
              <a:t>本次保留：同一团队规模假设下并列推演三种需求情景，触发条件与预期结果成对表达。</a:t>
            </a:r>
          </a:p>
          <a:p xmlns:a="http://schemas.openxmlformats.org/drawingml/2006/main">
            <a:r>
              <a:t>验证：invokeStructure 返回 rendered-unreviewed；随后执行 PPTX 导出、重新导入、layout 与逐页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来源稿件：case-06 正式发布选择方案甲</a:t>
            </a:r>
          </a:p>
          <a:p xmlns:a="http://schemas.openxmlformats.org/drawingml/2006/main">
            <a:r>
              <a:t>正文：方案甲与乙按同一口径比较。回滚：甲可独立回滚，乙必须整体回退；权限：甲按角色区分，乙权限共用；审计：甲保留记录，乙依赖人工笔记；维护：甲模块独立，乙相互耦合。结论：推荐甲，乙只适合临时验证。</a:t>
            </a:r>
          </a:p>
          <a:p xmlns:a="http://schemas.openxmlformats.org/drawingml/2006/main">
            <a:r>
              <a:t>结构 Skill：comparison-dual-verdict-001</a:t>
            </a:r>
          </a:p>
          <a:p xmlns:a="http://schemas.openxmlformats.org/drawingml/2006/main">
            <a:r>
              <a:t>本次保留：方案甲乙按四个共同维度逐行对应，且稿件给出明确推荐方向。</a:t>
            </a:r>
          </a:p>
          <a:p xmlns:a="http://schemas.openxmlformats.org/drawingml/2006/main">
            <a:r>
              <a:t>验证：invokeStructure 返回 rendered-unreviewed；随后执行 PPTX 导出、重新导入、layout 与逐页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来源稿件：case-09 可交付方案必须同时满足三类要求</a:t>
            </a:r>
          </a:p>
          <a:p xmlns:a="http://schemas.openxmlformats.org/drawingml/2006/main">
            <a:r>
              <a:t>正文：三个等权集合：真实需求、技术可行、组织可承担。三者共同部分才是本期可交付方案。只满足需求和技术但无人维护的方案不在共同部分。本页不宣称具体项目已满足要求。</a:t>
            </a:r>
          </a:p>
          <a:p xmlns:a="http://schemas.openxmlformats.org/drawingml/2006/main">
            <a:r>
              <a:t>结构 Skill：containment-multi-set-intersection-001</a:t>
            </a:r>
          </a:p>
          <a:p xmlns:a="http://schemas.openxmlformats.org/drawingml/2006/main">
            <a:r>
              <a:t>本次保留：三个等权集合的共同部分决定可交付范围，交集是本页核心结论。</a:t>
            </a:r>
          </a:p>
          <a:p xmlns:a="http://schemas.openxmlformats.org/drawingml/2006/main">
            <a:r>
              <a:t>验证：invokeStructure 返回 rendered-unreviewed；随后执行 PPTX 导出、重新导入、layout 与逐页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来源稿件：case-12 把初步想法逐层筛成可验证假设</a:t>
            </a:r>
          </a:p>
          <a:p xmlns:a="http://schemas.openxmlformats.org/drawingml/2006/main">
            <a:r>
              <a:t>正文：想法逐层经过相关性、可解释性、可观察性、可验证性、可承担成本五道筛选，最终留下可验证假设。本页只需突出连续筛选和范围收窄，没有分阶段的长说明，也不需要额外结果卡。</a:t>
            </a:r>
          </a:p>
          <a:p xmlns:a="http://schemas.openxmlformats.org/drawingml/2006/main">
            <a:r>
              <a:t>结构 Skill：sequence-phase-gates-004</a:t>
            </a:r>
          </a:p>
          <a:p xmlns:a="http://schemas.openxmlformats.org/drawingml/2006/main">
            <a:r>
              <a:t>本次保留：五道筛选按连续先后收窄范围，阶段门禁表达每次筛选的必要门槛。</a:t>
            </a:r>
          </a:p>
          <a:p xmlns:a="http://schemas.openxmlformats.org/drawingml/2006/main">
            <a:r>
              <a:t>验证：invokeStructure 返回 rendered-unreviewed；随后执行 PPTX 导出、重新导入、layout 与逐页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来源稿件：case-15 测试结果反馈校准输入</a:t>
            </a:r>
          </a:p>
          <a:p xmlns:a="http://schemas.openxmlformats.org/drawingml/2006/main">
            <a:r>
              <a:t>正文：目标设定→参数配置→执行测试→结果评估是一条前向主链。结果不满足目标时，反馈返回参数配置进行校准；满足时保留当前配置。反馈不是重新定义目标，也不是每个节点互相循环。</a:t>
            </a:r>
          </a:p>
          <a:p xmlns:a="http://schemas.openxmlformats.org/drawingml/2006/main">
            <a:r>
              <a:t>结构 Skill：cycle-single-chain-feedback-002</a:t>
            </a:r>
          </a:p>
          <a:p xmlns:a="http://schemas.openxmlformats.org/drawingml/2006/main">
            <a:r>
              <a:t>本次保留：前向主链明确，结果不满足目标时仅回到参数配置校准。</a:t>
            </a:r>
          </a:p>
          <a:p xmlns:a="http://schemas.openxmlformats.org/drawingml/2006/main">
            <a:r>
              <a:t>验证：invokeStructure 返回 rendered-unreviewed；随后执行 PPTX 导出、重新导入、layout 与逐页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来源稿件：case-18 统一知识入口支持多项工作</a:t>
            </a:r>
          </a:p>
          <a:p xmlns:a="http://schemas.openxmlformats.org/drawingml/2006/main">
            <a:r>
              <a:t>正文：唯一中心：统一知识入口。它向外支持新人培训、问题定位、方案复用、变更查询、经验检索、责任查找五类之外再加合规检查，共七项工作。关系是中心提供支持，外围之间没有流程。</a:t>
            </a:r>
          </a:p>
          <a:p xmlns:a="http://schemas.openxmlformats.org/drawingml/2006/main">
            <a:r>
              <a:t>结构 Skill：hub-radial-001</a:t>
            </a:r>
          </a:p>
          <a:p xmlns:a="http://schemas.openxmlformats.org/drawingml/2006/main">
            <a:r>
              <a:t>本次保留：唯一知识入口向七项并列工作提供支持，外围之间没有流程。</a:t>
            </a:r>
          </a:p>
          <a:p xmlns:a="http://schemas.openxmlformats.org/drawingml/2006/main">
            <a:r>
              <a:t>验证：invokeStructure 返回 rendered-unreviewed；随后执行 PPTX 导出、重新导入、layout 与逐页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来源稿件：case-21 系统能力由基础向应用层层支撑</a:t>
            </a:r>
          </a:p>
          <a:p xmlns:a="http://schemas.openxmlformats.org/drawingml/2006/main">
            <a:r>
              <a:t>正文：自下而上六层：资源层提供计算与存储；数据层提供采集与版本；服务层提供接口与事件；能力层提供搜索与分析；流程层提供任务与审批；应用层提供工作台与报表。每层两项能力，层间是支撑关系，没有跨层网络线。</a:t>
            </a:r>
          </a:p>
          <a:p xmlns:a="http://schemas.openxmlformats.org/drawingml/2006/main">
            <a:r>
              <a:t>结构 Skill：layered-architecture-001</a:t>
            </a:r>
          </a:p>
          <a:p xmlns:a="http://schemas.openxmlformats.org/drawingml/2006/main">
            <a:r>
              <a:t>本次保留：六层系统能力自下而上支撑，层内两项能力同级，层间无跨层网络线。</a:t>
            </a:r>
          </a:p>
          <a:p xmlns:a="http://schemas.openxmlformats.org/drawingml/2006/main">
            <a:r>
              <a:t>验证：invokeStructure 返回 rendered-unreviewed；随后执行 PPTX 导出、重新导入、layout 与逐页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来源稿件：case-24 用紧迫性和影响范围分组处理问题</a:t>
            </a:r>
          </a:p>
          <a:p xmlns:a="http://schemas.openxmlformats.org/drawingml/2006/main">
            <a:r>
              <a:t>正文：横轴影响范围由小到大，纵轴紧迫性由低到高。高紧迫大影响：立即组织处理；高紧迫小影响：现场快速处置；低紧迫大影响：纳入专项计划；低紧迫小影响：进入常规清单。不提供数值坐标。</a:t>
            </a:r>
          </a:p>
          <a:p xmlns:a="http://schemas.openxmlformats.org/drawingml/2006/main">
            <a:r>
              <a:t>结构 Skill：matrix-quadrant-priority-001</a:t>
            </a:r>
          </a:p>
          <a:p xmlns:a="http://schemas.openxmlformats.org/drawingml/2006/main">
            <a:r>
              <a:t>本次保留：影响范围与紧迫性构成两个独立维度，四象限直接承载处置策略。</a:t>
            </a:r>
          </a:p>
          <a:p xmlns:a="http://schemas.openxmlformats.org/drawingml/2006/main">
            <a:r>
              <a:t>验证：invokeStructure 返回 rendered-unreviewed；随后执行 PPTX 导出、重新导入、layout 与逐页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来源稿件：case-27 一次评审需要核对九个同级要点</a:t>
            </a:r>
          </a:p>
          <a:p xmlns:a="http://schemas.openxmlformats.org/drawingml/2006/main">
            <a:r>
              <a:t>正文：九个等权要点：目标明确、范围清楚、事实可查、责任到人、接口可用、错误可定位、版本可追踪、结果可编辑、交接有记录。请用短说明解释各自用途，不能因排版删掉任何一点。</a:t>
            </a:r>
          </a:p>
          <a:p xmlns:a="http://schemas.openxmlformats.org/drawingml/2006/main">
            <a:r>
              <a:t>结构 Skill：parallel-folded-notes-grid-002</a:t>
            </a:r>
          </a:p>
          <a:p xmlns:a="http://schemas.openxmlformats.org/drawingml/2006/main">
            <a:r>
              <a:t>本次保留：九个等权要点需要密集枚举，折角便签保留纸面层次与两排阵列语法并扩展为三行。</a:t>
            </a:r>
          </a:p>
          <a:p xmlns:a="http://schemas.openxmlformats.org/drawingml/2006/main">
            <a:r>
              <a:t>验证：invokeStructure 返回 rendered-unreviewed；随后执行 PPTX 导出、重新导入、layout 与逐页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来源稿件：case-30 能力成长经历持续攀升的里程点</a:t>
            </a:r>
          </a:p>
          <a:p xmlns:a="http://schemas.openxmlformats.org/drawingml/2006/main">
            <a:r>
              <a:t>正文：成长路线从基础操作起步，依次到独立处理、跨组协作、系统优化、带教复用。每一阶段能力要求高于前一阶段，过程连续且有关键里程点。不提供增长数值，也不是按年份画趋势图。</a:t>
            </a:r>
          </a:p>
          <a:p xmlns:a="http://schemas.openxmlformats.org/drawingml/2006/main">
            <a:r>
              <a:t>结构 Skill：progression-maturity-steps-002</a:t>
            </a:r>
          </a:p>
          <a:p xmlns:a="http://schemas.openxmlformats.org/drawingml/2006/main">
            <a:r>
              <a:t>本次保留：五个能力阶段具有离散门槛并逐级提高，阶梯比连续曲线更忠实。</a:t>
            </a:r>
          </a:p>
          <a:p xmlns:a="http://schemas.openxmlformats.org/drawingml/2006/main">
            <a:r>
              <a:t>验证：invokeStructure 返回 rendered-unreviewed；随后执行 PPTX 导出、重新导入、layout 与逐页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来源稿件：case-33 需求变更要看清角色与阶段交接</a:t>
            </a:r>
          </a:p>
          <a:p xmlns:a="http://schemas.openxmlformats.org/drawingml/2006/main">
            <a:r>
              <a:t>正文：阶段为提出、评估、实现、验收；角色为业务、研发、质量。业务在提出阶段说明诉求，研发在评估阶段检查影响，研发在实现阶段修改，质量在验收阶段验证，业务最后确认。交接为诉求到评估、评估到修改、修改到验证、验证到确认。</a:t>
            </a:r>
          </a:p>
          <a:p xmlns:a="http://schemas.openxmlformats.org/drawingml/2006/main">
            <a:r>
              <a:t>结构 Skill：role-stage-collaboration-001</a:t>
            </a:r>
          </a:p>
          <a:p xmlns:a="http://schemas.openxmlformats.org/drawingml/2006/main">
            <a:r>
              <a:t>本次保留：阶段横向推进、角色纵向分工，五个真实交接任务需要泳道表达。</a:t>
            </a:r>
          </a:p>
          <a:p xmlns:a="http://schemas.openxmlformats.org/drawingml/2006/main">
            <a:r>
              <a:t>验证：invokeStructure 返回 rendered-unreviewed；随后执行 PPTX 导出、重新导入、layout 与逐页 PNG 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46cb65aa54d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f6b225194148a0" /><Relationship Type="http://schemas.openxmlformats.org/officeDocument/2006/relationships/slideLayout" Target="/ppt/slideLayouts/slideLayout1.xml" Id="R5134033f0e714a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34033f0e714a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771c84f824861" /><Relationship Type="http://schemas.openxmlformats.org/officeDocument/2006/relationships/notesSlide" Target="/ppt/notesSlides/notesSlide1.xml" Id="R503cd20c992e4e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98894cc794088" /><Relationship Type="http://schemas.openxmlformats.org/officeDocument/2006/relationships/notesSlide" Target="/ppt/notesSlides/notesSlide2.xml" Id="R647af7e34d9941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96d4dba6a48a3" /><Relationship Type="http://schemas.openxmlformats.org/officeDocument/2006/relationships/notesSlide" Target="/ppt/notesSlides/notesSlide3.xml" Id="R3b3c6590452549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60ca8a0834c71" /><Relationship Type="http://schemas.openxmlformats.org/officeDocument/2006/relationships/notesSlide" Target="/ppt/notesSlides/notesSlide4.xml" Id="R6e664ed0053943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472af43d64686" /><Relationship Type="http://schemas.openxmlformats.org/officeDocument/2006/relationships/notesSlide" Target="/ppt/notesSlides/notesSlide5.xml" Id="R383ded207bf847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bba29f65745c8" /><Relationship Type="http://schemas.openxmlformats.org/officeDocument/2006/relationships/notesSlide" Target="/ppt/notesSlides/notesSlide6.xml" Id="R71d16f334c0f49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7defd92724cc2" /><Relationship Type="http://schemas.openxmlformats.org/officeDocument/2006/relationships/notesSlide" Target="/ppt/notesSlides/notesSlide7.xml" Id="Rd7bba95cce9949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c294ab70a443b" /><Relationship Type="http://schemas.openxmlformats.org/officeDocument/2006/relationships/notesSlide" Target="/ppt/notesSlides/notesSlide8.xml" Id="Rf777793906414c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c464110a147b7" /><Relationship Type="http://schemas.openxmlformats.org/officeDocument/2006/relationships/notesSlide" Target="/ppt/notesSlides/notesSlide9.xml" Id="R087ed21a407c43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8a13005954d18" /><Relationship Type="http://schemas.openxmlformats.org/officeDocument/2006/relationships/notesSlide" Target="/ppt/notesSlides/notesSlide10.xml" Id="R7e1fc5937ffc41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6c5ff7f4c4ac0" /><Relationship Type="http://schemas.openxmlformats.org/officeDocument/2006/relationships/notesSlide" Target="/ppt/notesSlides/notesSlide11.xml" Id="R49c89ff7ef5c43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chapter-1">
            <a:extLst xmlns:a="http://schemas.openxmlformats.org/drawingml/2006/main">
              <a:ext uri="{FF2B5EF4-FFF2-40B4-BE49-F238E27FC236}">
                <a16:creationId xmlns:a16="http://schemas.microsoft.com/office/drawing/2014/main" id="{C86C43BF-C7CA-4D93-AFCC-4D3CBB2F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title-case-03">
            <a:extLst xmlns:a="http://schemas.openxmlformats.org/drawingml/2006/main">
              <a:ext uri="{FF2B5EF4-FFF2-40B4-BE49-F238E27FC236}">
                <a16:creationId xmlns:a16="http://schemas.microsoft.com/office/drawing/2014/main" id="{E4FCF029-C166-4A45-A54E-703AE0C2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交付计划需要覆盖三种需求情景</a:t>
            </a:r>
          </a:p>
        </p:txBody>
      </p:sp>
      <p:sp>
        <p:nvSpPr>
          <p:cNvPr id="3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9FF432CA-3CD2-4D66-AEA3-4B2BCB4C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400B3-69FD-461C-8047-46A25360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结构 Skill 逐稿验证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42D50-A196-4F17-9B50-02F99112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结构保留后按正文重算</a:t>
            </a:r>
          </a:p>
        </p:txBody>
      </p:sp>
      <p:sp>
        <p:nvSpPr>
          <p:cNvPr id="6" name="scenario-common-assumption">
            <a:extLst xmlns:a="http://schemas.openxmlformats.org/drawingml/2006/main">
              <a:ext uri="{FF2B5EF4-FFF2-40B4-BE49-F238E27FC236}">
                <a16:creationId xmlns:a16="http://schemas.microsoft.com/office/drawing/2014/main" id="{A8B371CD-7CE4-46DD-B87C-B1E5F9C3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954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1D"/>
          </a:solidFill>
          <a:ln xmlns:a="http://schemas.openxmlformats.org/drawingml/2006/main" w="0">
            <a:solidFill>
              <a:srgbClr val="20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5A1A9-C6E8-4140-9D1B-DFC2D8F4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8117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E6D4C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E6D4CE"/>
                </a:solidFill>
                <a:latin typeface="Noto Sans SC"/>
                <a:ea typeface="Noto Sans SC"/>
                <a:cs typeface="Noto Sans SC"/>
              </a:rPr>
              <a:t>共同假设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7087E-90D0-4E16-B6F1-C87E2F1D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现有团队规模不变</a:t>
            </a:r>
          </a:p>
        </p:txBody>
      </p:sp>
      <p:sp>
        <p:nvSpPr>
          <p:cNvPr id="9" name="scenario-1">
            <a:extLst xmlns:a="http://schemas.openxmlformats.org/drawingml/2006/main">
              <a:ext uri="{FF2B5EF4-FFF2-40B4-BE49-F238E27FC236}">
                <a16:creationId xmlns:a16="http://schemas.microsoft.com/office/drawing/2014/main" id="{D2912921-1C15-4EDB-AF99-A0355854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33775"/>
            <a:ext cx="30956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351D4-AD16-4B61-9F03-560AE982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14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4C48F-8661-4498-ADD8-AE627651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766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需求平稳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3D605-7D6E-489E-92B6-D3ED7B62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2291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触发：需求平稳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8451D-F926-4918-94D3-91E2F1E1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686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预期：双周交付，排期稳定</a:t>
            </a:r>
          </a:p>
        </p:txBody>
      </p:sp>
      <p:sp>
        <p:nvSpPr>
          <p:cNvPr id="14" name="scenario-2">
            <a:extLst xmlns:a="http://schemas.openxmlformats.org/drawingml/2006/main">
              <a:ext uri="{FF2B5EF4-FFF2-40B4-BE49-F238E27FC236}">
                <a16:creationId xmlns:a16="http://schemas.microsoft.com/office/drawing/2014/main" id="{4C1A6F30-544D-4EC9-8F99-C262CE43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33775"/>
            <a:ext cx="30956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6D4CE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209B0-2288-442F-B670-B58A1E42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14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4AED4-0F64-467C-8170-D39CD1E6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766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短期激增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6382B-DF00-4439-9175-7539379C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291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触发：短期需求激增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78912-E849-4B0E-8D00-13B8C6CC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86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预期：先做核心，次要延后</a:t>
            </a:r>
          </a:p>
        </p:txBody>
      </p:sp>
      <p:sp>
        <p:nvSpPr>
          <p:cNvPr id="19" name="scenario-3">
            <a:extLst xmlns:a="http://schemas.openxmlformats.org/drawingml/2006/main">
              <a:ext uri="{FF2B5EF4-FFF2-40B4-BE49-F238E27FC236}">
                <a16:creationId xmlns:a16="http://schemas.microsoft.com/office/drawing/2014/main" id="{F4BB463A-8B9F-4B45-9A28-7372E10D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33775"/>
            <a:ext cx="30956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C5FCC-BD69-4877-B479-3BA059C6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14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EA6D1-1357-4776-A3DC-2FFEE080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766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持续下降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69B6A0-E953-402C-906E-2ABC2999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2291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触发：需求持续下降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CAE81-A92F-42B8-951D-2E20072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686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预期：技术整理，积压减少</a:t>
            </a:r>
          </a:p>
        </p:txBody>
      </p:sp>
      <p:cxnSp>
        <p:nvCxnSpPr>
          <p:cNvPr id="53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rot="5400000">
            <a:off x="3750469" y="1045369"/>
            <a:ext cx="1285875" cy="369093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35D4F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6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rot="5400000">
            <a:off x="5464969" y="2759869"/>
            <a:ext cx="1285875" cy="261938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35D4F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rot="16200000" flipH="1">
            <a:off x="7179469" y="1307306"/>
            <a:ext cx="1285875" cy="3167063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35D4F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37059F-E24A-43C6-AE34-494E5248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三种情景是备选假设，不是连续阶段</a:t>
            </a:r>
          </a:p>
        </p:txBody>
      </p:sp>
      <p:sp>
        <p:nvSpPr>
          <p:cNvPr id="28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CFF00621-966F-40E0-96EC-BAD3ACA5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263605-198C-4727-8E35-1748E84B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801903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chapter-2">
            <a:extLst xmlns:a="http://schemas.openxmlformats.org/drawingml/2006/main">
              <a:ext uri="{FF2B5EF4-FFF2-40B4-BE49-F238E27FC236}">
                <a16:creationId xmlns:a16="http://schemas.microsoft.com/office/drawing/2014/main" id="{4062EEC4-1B81-401B-A6A4-9703BA40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title-case-06">
            <a:extLst xmlns:a="http://schemas.openxmlformats.org/drawingml/2006/main">
              <a:ext uri="{FF2B5EF4-FFF2-40B4-BE49-F238E27FC236}">
                <a16:creationId xmlns:a16="http://schemas.microsoft.com/office/drawing/2014/main" id="{6E865E86-927F-4616-AD04-0E4A458A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正式发布选择方案甲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90C7481B-E7E3-4116-8EC6-BE1DA889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2D1FE-C79A-481D-884A-B384479D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结构 Skill 逐稿验证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4AE77-B7D8-4383-8D43-A603E740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结构保留后按正文重算</a:t>
            </a:r>
          </a:p>
        </p:txBody>
      </p:sp>
      <p:sp>
        <p:nvSpPr>
          <p:cNvPr id="6" name="comparison-platform">
            <a:extLst xmlns:a="http://schemas.openxmlformats.org/drawingml/2006/main">
              <a:ext uri="{FF2B5EF4-FFF2-40B4-BE49-F238E27FC236}">
                <a16:creationId xmlns:a16="http://schemas.microsoft.com/office/drawing/2014/main" id="{DF1F2F3C-0AFA-4ED0-82FC-35C5666C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05400"/>
            <a:ext cx="58102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5DC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compare-panel-1">
            <a:extLst xmlns:a="http://schemas.openxmlformats.org/drawingml/2006/main">
              <a:ext uri="{FF2B5EF4-FFF2-40B4-BE49-F238E27FC236}">
                <a16:creationId xmlns:a16="http://schemas.microsoft.com/office/drawing/2014/main" id="{DEBDE3AD-E981-4ADB-B4BB-6647E2C5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43100"/>
            <a:ext cx="4191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6D4CE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8" name="compare-cap-1">
            <a:extLst xmlns:a="http://schemas.openxmlformats.org/drawingml/2006/main">
              <a:ext uri="{FF2B5EF4-FFF2-40B4-BE49-F238E27FC236}">
                <a16:creationId xmlns:a16="http://schemas.microsoft.com/office/drawing/2014/main" id="{5A743352-B643-4066-84A0-AC1670F7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85975"/>
            <a:ext cx="3848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D834A-0727-47E2-85E6-61E1B575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09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方案甲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37C19-9A57-4D39-81CF-055BE8AE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8EFFE-D9D8-4857-B880-54604E06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765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977FA-AE4F-494B-B6DF-D9AB1E7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6702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可独立回滚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BA11E-2233-4C6F-93BB-C9EC987D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3190875"/>
            <a:ext cx="3714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AE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92BCF-3AAE-4DA4-B3F0-1454621D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62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4F6CB-4867-4B30-8ED1-B52D9FD9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8280D-8B3F-4AC4-8289-5E560D52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4327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按角色区分权限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5A93F-D539-4E2A-AF7F-778C1FDA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3667125"/>
            <a:ext cx="3714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AE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67510-E69F-493D-A2A6-FD7023F5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38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77C08-BF55-432F-A2F0-8BBB2AB6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E15CE-A321-4E67-9C5B-AAC06732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1952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保留审计记录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DC668-CB5B-43E4-A327-0F4DB1A5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143375"/>
            <a:ext cx="3714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AE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EF6D2-B2AA-4B8D-B333-6013C1BA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AB5C4-26F0-4616-A3B4-8AB1E454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C58075-5742-48F0-A4F6-7A77FF64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9577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模块独立维护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E5558-D4E7-4F4F-B673-474F5F76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619625"/>
            <a:ext cx="3714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AEA5"/>
            </a:solidFill>
            <a:prstDash val="solid"/>
          </a:ln>
        </p:spPr>
      </p:sp>
      <p:sp>
        <p:nvSpPr>
          <p:cNvPr id="26" name="compare-panel-2">
            <a:extLst xmlns:a="http://schemas.openxmlformats.org/drawingml/2006/main">
              <a:ext uri="{FF2B5EF4-FFF2-40B4-BE49-F238E27FC236}">
                <a16:creationId xmlns:a16="http://schemas.microsoft.com/office/drawing/2014/main" id="{A0BAC591-E6EE-42C1-8651-094C41F0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43100"/>
            <a:ext cx="4191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DDE4E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compare-cap-2">
            <a:extLst xmlns:a="http://schemas.openxmlformats.org/drawingml/2006/main">
              <a:ext uri="{FF2B5EF4-FFF2-40B4-BE49-F238E27FC236}">
                <a16:creationId xmlns:a16="http://schemas.microsoft.com/office/drawing/2014/main" id="{EF985CDF-43FC-4D72-8064-36DBB002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85975"/>
            <a:ext cx="3848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85837B"/>
          </a:solidFill>
          <a:ln xmlns:a="http://schemas.openxmlformats.org/drawingml/2006/main" w="0">
            <a:solidFill>
              <a:srgbClr val="8583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3E1B12-0B71-4B10-A790-2695B12C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09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方案乙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6D547-BFE3-40AC-9B5D-15ECC599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86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solidFill>
              <a:srgbClr val="85837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0DD46-C5A0-44DA-A90D-9C4A3295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54144A-9ECB-4DC5-B887-8F4995FA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6702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必须整体回退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52FD6B-BEAA-45D0-95EC-4D5E0E2A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3190875"/>
            <a:ext cx="3714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D8F568-FEA1-4C73-88C1-39E76041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62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solidFill>
              <a:srgbClr val="85837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AFD1B0-480D-44CA-A97B-74626094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0360E1-9B83-4D6A-A540-E3C95EFA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4327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权限共用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92B58E-5F62-4B28-8B38-B752DC0E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3667125"/>
            <a:ext cx="3714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78C2A7-B5CC-47A2-8988-3378BFA6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38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solidFill>
              <a:srgbClr val="85837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8B3BBC-A7BD-432F-9F01-57916C74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AF4F4B-965A-4CAA-B4AA-31B89E24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1952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依赖人工笔记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0956EF-E2D0-44BE-8628-B599D929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4143375"/>
            <a:ext cx="3714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E285B4-AE89-429C-ABBA-7E2812FA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14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37B"/>
          </a:solidFill>
          <a:ln xmlns:a="http://schemas.openxmlformats.org/drawingml/2006/main" w="0">
            <a:solidFill>
              <a:srgbClr val="85837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B85C90-378D-41AE-90A8-63E05DE8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870AD3-1582-4ABD-B41A-843E9C55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9577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模块相互耦合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E1338A-5879-4174-8C9F-760026B1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4619625"/>
            <a:ext cx="3714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5" name="comparison-vs">
            <a:extLst xmlns:a="http://schemas.openxmlformats.org/drawingml/2006/main">
              <a:ext uri="{FF2B5EF4-FFF2-40B4-BE49-F238E27FC236}">
                <a16:creationId xmlns:a16="http://schemas.microsoft.com/office/drawing/2014/main" id="{F2FF6CB2-B0C2-482E-82BD-B0A1ED62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00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83EE92-5311-4B96-A67F-CE7EAE0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3623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VS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D72EB4-F677-488E-9076-C865CA5F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619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推荐甲 · 乙仅适合临时验证</a:t>
            </a:r>
          </a:p>
        </p:txBody>
      </p:sp>
      <p:sp>
        <p:nvSpPr>
          <p:cNvPr id="4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C5251385-75EA-4992-917B-EAA84E44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F18119-6FF8-4174-A112-4BE14F7D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3208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hapter-3">
            <a:extLst xmlns:a="http://schemas.openxmlformats.org/drawingml/2006/main">
              <a:ext uri="{FF2B5EF4-FFF2-40B4-BE49-F238E27FC236}">
                <a16:creationId xmlns:a16="http://schemas.microsoft.com/office/drawing/2014/main" id="{BC402504-B71E-4F65-ABFB-A28AFBD1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title-case-09">
            <a:extLst xmlns:a="http://schemas.openxmlformats.org/drawingml/2006/main">
              <a:ext uri="{FF2B5EF4-FFF2-40B4-BE49-F238E27FC236}">
                <a16:creationId xmlns:a16="http://schemas.microsoft.com/office/drawing/2014/main" id="{0690E7F4-ACC4-4AF1-9568-E8A578AD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可交付方案必须同时满足三类要求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B8AA5549-68C8-423A-9ED5-44090794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6AF88-FA1F-4DBC-97AE-3DC3AE66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结构 Skill 逐稿验证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B9B5D-D576-42F4-9ED8-058FCF5B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结构保留后按正文重算</a:t>
            </a:r>
          </a:p>
        </p:txBody>
      </p:sp>
      <p:sp>
        <p:nvSpPr>
          <p:cNvPr id="6" name="set-1">
            <a:extLst xmlns:a="http://schemas.openxmlformats.org/drawingml/2006/main">
              <a:ext uri="{FF2B5EF4-FFF2-40B4-BE49-F238E27FC236}">
                <a16:creationId xmlns:a16="http://schemas.microsoft.com/office/drawing/2014/main" id="{025C54DC-82BD-4EA8-AE49-3C94F075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0400"/>
            <a:ext cx="3238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D8CD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DED75-B748-420A-BF8A-F751F2E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62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真实需求</a:t>
            </a:r>
          </a:p>
        </p:txBody>
      </p:sp>
      <p:sp>
        <p:nvSpPr>
          <p:cNvPr id="8" name="set-2">
            <a:extLst xmlns:a="http://schemas.openxmlformats.org/drawingml/2006/main">
              <a:ext uri="{FF2B5EF4-FFF2-40B4-BE49-F238E27FC236}">
                <a16:creationId xmlns:a16="http://schemas.microsoft.com/office/drawing/2014/main" id="{EC6DDBA2-6D7F-4B44-B16E-98DC82B4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0400"/>
            <a:ext cx="3238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E1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E4C80-851B-412A-B681-B5C6E381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技术可行</a:t>
            </a:r>
          </a:p>
        </p:txBody>
      </p:sp>
      <p:sp>
        <p:nvSpPr>
          <p:cNvPr id="10" name="set-3">
            <a:extLst xmlns:a="http://schemas.openxmlformats.org/drawingml/2006/main">
              <a:ext uri="{FF2B5EF4-FFF2-40B4-BE49-F238E27FC236}">
                <a16:creationId xmlns:a16="http://schemas.microsoft.com/office/drawing/2014/main" id="{80579872-91E1-4D5D-86EB-B7D20413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95775"/>
            <a:ext cx="3238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4CE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A5926-E264-4AE8-98BF-0996745F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57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组织可承担</a:t>
            </a:r>
          </a:p>
        </p:txBody>
      </p:sp>
      <p:sp>
        <p:nvSpPr>
          <p:cNvPr id="12" name="intersection-core">
            <a:extLst xmlns:a="http://schemas.openxmlformats.org/drawingml/2006/main">
              <a:ext uri="{FF2B5EF4-FFF2-40B4-BE49-F238E27FC236}">
                <a16:creationId xmlns:a16="http://schemas.microsoft.com/office/drawing/2014/main" id="{FD3B098B-4658-4A43-A5D2-12F30E5A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14775"/>
            <a:ext cx="1571625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DDE3A-14D7-4A7D-B845-B720733E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086225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本期可交付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15F6D-2B47-4E56-A715-F03182EA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00550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三者共同部分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3E7C6-1A98-46CD-8E9B-FCF01DF1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7690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只满足需求和技术、无人维护的方案不在共同部分</a:t>
            </a:r>
          </a:p>
        </p:txBody>
      </p:sp>
      <p:sp>
        <p:nvSpPr>
          <p:cNvPr id="16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561222B3-1BBE-4728-8796-F434A889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29181-0246-4455-85E1-0D067950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3801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chapter-4">
            <a:extLst xmlns:a="http://schemas.openxmlformats.org/drawingml/2006/main">
              <a:ext uri="{FF2B5EF4-FFF2-40B4-BE49-F238E27FC236}">
                <a16:creationId xmlns:a16="http://schemas.microsoft.com/office/drawing/2014/main" id="{EC98BCC3-4804-4CB3-B65E-6F19FDD4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" name="title-case-12">
            <a:extLst xmlns:a="http://schemas.openxmlformats.org/drawingml/2006/main">
              <a:ext uri="{FF2B5EF4-FFF2-40B4-BE49-F238E27FC236}">
                <a16:creationId xmlns:a16="http://schemas.microsoft.com/office/drawing/2014/main" id="{AC925BDA-595F-4185-AA0E-FD16A47F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把初步想法逐层筛成可验证假设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18E35C49-12C9-4FA2-829D-8C631915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D6AE7-E0EE-45D4-A74A-4FC7118A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结构 Skill 逐稿验证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3AC03-75CB-47EB-B0E0-53A878FA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结构保留后按正文重算</a:t>
            </a:r>
          </a:p>
        </p:txBody>
      </p:sp>
      <p:sp>
        <p:nvSpPr>
          <p:cNvPr id="6" name="gate-1">
            <a:extLst xmlns:a="http://schemas.openxmlformats.org/drawingml/2006/main">
              <a:ext uri="{FF2B5EF4-FFF2-40B4-BE49-F238E27FC236}">
                <a16:creationId xmlns:a16="http://schemas.microsoft.com/office/drawing/2014/main" id="{071D8083-0BCA-40AF-A67C-DC95E8FE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28800"/>
            <a:ext cx="96202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23BD0-EF6F-4B20-8BA0-EC3BDE5E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1981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C5F78-C0E8-484E-ABC4-6F98E0AC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62150"/>
            <a:ext cx="842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相关性</a:t>
            </a:r>
          </a:p>
        </p:txBody>
      </p:sp>
      <p:sp>
        <p:nvSpPr>
          <p:cNvPr id="9" name="gate-2">
            <a:extLst xmlns:a="http://schemas.openxmlformats.org/drawingml/2006/main">
              <a:ext uri="{FF2B5EF4-FFF2-40B4-BE49-F238E27FC236}">
                <a16:creationId xmlns:a16="http://schemas.microsoft.com/office/drawing/2014/main" id="{04BC0DC9-7697-4733-8574-593F535C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14600"/>
            <a:ext cx="876300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DE4E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BA163-53BA-4561-A2DE-B8A55879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6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6E21B-83FA-4279-8718-C15EB56A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47950"/>
            <a:ext cx="757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可解释性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1044C-D29B-4614-B7B2-2A84A476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8875" y="2381250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13" name="gate-3">
            <a:extLst xmlns:a="http://schemas.openxmlformats.org/drawingml/2006/main">
              <a:ext uri="{FF2B5EF4-FFF2-40B4-BE49-F238E27FC236}">
                <a16:creationId xmlns:a16="http://schemas.microsoft.com/office/drawing/2014/main" id="{F4300122-E9BA-49D3-A588-C38D1319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00400"/>
            <a:ext cx="79057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DA3D1-614D-46B3-B800-C5B0DDFA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52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A14DF-1B52-44D0-BF35-487E0D34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671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可观察性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C9F03-CAC6-47C4-92AE-D66CBF3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8875" y="3067050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17" name="gate-4">
            <a:extLst xmlns:a="http://schemas.openxmlformats.org/drawingml/2006/main">
              <a:ext uri="{FF2B5EF4-FFF2-40B4-BE49-F238E27FC236}">
                <a16:creationId xmlns:a16="http://schemas.microsoft.com/office/drawing/2014/main" id="{E4991349-181E-4F97-A03B-73A7327F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86200"/>
            <a:ext cx="704850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DE4E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6136C-B8F7-465C-99AA-A60737DC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ECBC0-F099-4483-B740-6EA09D84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9550"/>
            <a:ext cx="585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可验证性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1E4C2-AF64-4F66-9E0F-FA68ED94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8875" y="3752850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21" name="gate-5">
            <a:extLst xmlns:a="http://schemas.openxmlformats.org/drawingml/2006/main">
              <a:ext uri="{FF2B5EF4-FFF2-40B4-BE49-F238E27FC236}">
                <a16:creationId xmlns:a16="http://schemas.microsoft.com/office/drawing/2014/main" id="{FEA5FDEB-7244-4EBD-B171-7E5719A4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619125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B9B90-A903-4417-B61E-ECE69ABB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24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F381B-E8B5-44FC-840E-A95D2539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500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成本可承担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0747E7-0FCF-4C21-8176-C4EB2672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38875" y="4438650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5BBD68-FDB0-4160-9B87-266C82C0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想法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0FF138-9EFD-4107-9B49-A57304AE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577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可验证假设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06D3C-F98F-427B-AC99-3D4C7012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292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连续筛选，范围持续收窄</a:t>
            </a:r>
          </a:p>
        </p:txBody>
      </p:sp>
      <p:sp>
        <p:nvSpPr>
          <p:cNvPr id="28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22FA61E4-5A2C-41C7-9FCC-EF43EF13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891FF-74EB-412A-AAED-FCED44D2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31287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apter-5">
            <a:extLst xmlns:a="http://schemas.openxmlformats.org/drawingml/2006/main">
              <a:ext uri="{FF2B5EF4-FFF2-40B4-BE49-F238E27FC236}">
                <a16:creationId xmlns:a16="http://schemas.microsoft.com/office/drawing/2014/main" id="{B4A213F6-98DE-468D-80E3-5785A27B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" name="title-case-15">
            <a:extLst xmlns:a="http://schemas.openxmlformats.org/drawingml/2006/main">
              <a:ext uri="{FF2B5EF4-FFF2-40B4-BE49-F238E27FC236}">
                <a16:creationId xmlns:a16="http://schemas.microsoft.com/office/drawing/2014/main" id="{03375F32-C840-43D4-82BB-5CEA66B7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测试结果反馈校准输入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9391E76A-F400-4E8E-B892-A5C39D72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C6FAA-D69B-4F7E-AD6E-28F06623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结构 Skill 逐稿验证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0C35B-5BDC-48C3-B214-D24BC55E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结构保留后按正文重算</a:t>
            </a:r>
          </a:p>
        </p:txBody>
      </p:sp>
      <p:sp>
        <p:nvSpPr>
          <p:cNvPr id="6" name="feedback-node-1">
            <a:extLst xmlns:a="http://schemas.openxmlformats.org/drawingml/2006/main">
              <a:ext uri="{FF2B5EF4-FFF2-40B4-BE49-F238E27FC236}">
                <a16:creationId xmlns:a16="http://schemas.microsoft.com/office/drawing/2014/main" id="{877A2225-0A7C-439B-884C-C9694E4D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81275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4E7D3-AADE-4DDB-A025-933385BE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432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126B1-9CEE-4692-915C-1E7AB245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051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目标设定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7F781-B9AB-49AF-B2A7-9753F4D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432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定义成功标准</a:t>
            </a:r>
          </a:p>
        </p:txBody>
      </p:sp>
      <p:sp>
        <p:nvSpPr>
          <p:cNvPr id="10" name="feedback-node-2">
            <a:extLst xmlns:a="http://schemas.openxmlformats.org/drawingml/2006/main">
              <a:ext uri="{FF2B5EF4-FFF2-40B4-BE49-F238E27FC236}">
                <a16:creationId xmlns:a16="http://schemas.microsoft.com/office/drawing/2014/main" id="{CBC233D1-1FD0-49B4-B0D0-AED5A805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81275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4CC81-32AB-4471-B60C-212F6BF7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432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2F37A-5504-49AB-A6F7-8C9CA98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7051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参数配置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50ADC-0363-4203-BF67-C7536E63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432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调整输入参数</a:t>
            </a:r>
          </a:p>
        </p:txBody>
      </p:sp>
      <p:sp>
        <p:nvSpPr>
          <p:cNvPr id="14" name="feedback-node-3">
            <a:extLst xmlns:a="http://schemas.openxmlformats.org/drawingml/2006/main">
              <a:ext uri="{FF2B5EF4-FFF2-40B4-BE49-F238E27FC236}">
                <a16:creationId xmlns:a16="http://schemas.microsoft.com/office/drawing/2014/main" id="{052F3E20-1605-4315-9AA8-6ACC485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81275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52BA0-A620-4E36-A8FD-DD10C013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432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1D285-28CA-4935-848E-1FFED3A2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051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执行测试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0A0C6-B495-474C-883E-A009BE86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432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运行一次测试</a:t>
            </a:r>
          </a:p>
        </p:txBody>
      </p:sp>
      <p:sp>
        <p:nvSpPr>
          <p:cNvPr id="18" name="feedback-node-4">
            <a:extLst xmlns:a="http://schemas.openxmlformats.org/drawingml/2006/main">
              <a:ext uri="{FF2B5EF4-FFF2-40B4-BE49-F238E27FC236}">
                <a16:creationId xmlns:a16="http://schemas.microsoft.com/office/drawing/2014/main" id="{CB63E6B7-9E58-4F37-97EA-DD21316C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81275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D4CE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736D0-0B2A-4906-AFB3-8CE930E9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432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A250E-7833-4F92-BD0D-0E34A787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7051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结果评估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D83A8-4756-4908-85B9-BBD6BEE9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判断是否满足目标</a:t>
            </a:r>
          </a:p>
        </p:txBody>
      </p: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05125" y="31527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837B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619750" y="31527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837B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334375" y="31527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5837B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8" idx="2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>
            <a:off x="4619625" y="3724275"/>
            <a:ext cx="5429250" cy="228600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rgbClr val="A35D4F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22C64C-A190-448E-BECA-FC6F7A4A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386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不满足目标时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44F9C7-0043-4899-B3F7-F3BD1649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05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反馈回到参数配置进行校准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2600BA-2BAC-48EE-A55F-50292310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0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满足目标时保留当前配置</a:t>
            </a:r>
          </a:p>
        </p:txBody>
      </p:sp>
      <p:sp>
        <p:nvSpPr>
          <p:cNvPr id="29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84F50008-8F25-4D6A-B273-34F5D89D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651752-D002-4287-B3EE-933BEC83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60554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chapter-6">
            <a:extLst xmlns:a="http://schemas.openxmlformats.org/drawingml/2006/main">
              <a:ext uri="{FF2B5EF4-FFF2-40B4-BE49-F238E27FC236}">
                <a16:creationId xmlns:a16="http://schemas.microsoft.com/office/drawing/2014/main" id="{EA8FD549-3719-45E4-8B88-C3FDFDD6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" name="title-case-18">
            <a:extLst xmlns:a="http://schemas.openxmlformats.org/drawingml/2006/main">
              <a:ext uri="{FF2B5EF4-FFF2-40B4-BE49-F238E27FC236}">
                <a16:creationId xmlns:a16="http://schemas.microsoft.com/office/drawing/2014/main" id="{0BF196BB-4962-4D2A-9238-5C48FD26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统一知识入口支持多项工作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A549DE06-0A78-4416-9270-8A3D5720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E5EA5-84EC-416E-8A2C-6F100090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结构 Skill 逐稿验证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38A05-C742-4A18-84A4-B5D3DFC6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结构保留后按正文重算</a:t>
            </a:r>
          </a:p>
        </p:txBody>
      </p:sp>
      <p:sp>
        <p:nvSpPr>
          <p:cNvPr id="6" name="hub-center">
            <a:extLst xmlns:a="http://schemas.openxmlformats.org/drawingml/2006/main">
              <a:ext uri="{FF2B5EF4-FFF2-40B4-BE49-F238E27FC236}">
                <a16:creationId xmlns:a16="http://schemas.microsoft.com/office/drawing/2014/main" id="{137D8F91-12F2-4CC8-B15F-E2BD84E9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57525"/>
            <a:ext cx="23812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solidFill>
              <a:srgbClr val="2020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1F86F-1A6F-48E4-9D62-D27BB795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671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统一知识入口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7B7E4-E3FF-48F9-B77B-296147EF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290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E6D4C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6D4CE"/>
                </a:solidFill>
                <a:latin typeface="Noto Sans SC"/>
                <a:ea typeface="Noto Sans SC"/>
                <a:cs typeface="Noto Sans SC"/>
              </a:rPr>
              <a:t>唯一中心</a:t>
            </a:r>
          </a:p>
        </p:txBody>
      </p:sp>
      <p:sp>
        <p:nvSpPr>
          <p:cNvPr id="9" name="hub-item-1">
            <a:extLst xmlns:a="http://schemas.openxmlformats.org/drawingml/2006/main">
              <a:ext uri="{FF2B5EF4-FFF2-40B4-BE49-F238E27FC236}">
                <a16:creationId xmlns:a16="http://schemas.microsoft.com/office/drawing/2014/main" id="{91499770-FB23-42B1-9740-C1243010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9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F9482-510F-48CE-97E7-CB982902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1621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新人培训</a:t>
            </a:r>
          </a:p>
        </p:txBody>
      </p:sp>
      <p:cxnSp>
        <p:nvCxnSpPr>
          <p:cNvPr id="43" name=""/>
          <p:cNvCxnSpPr>
            <a:stCxn xmlns:a="http://schemas.openxmlformats.org/drawingml/2006/main" id="6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2714625" y="2295525"/>
            <a:ext cx="228600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85837B"/>
            </a:solidFill>
            <a:prstDash val="solid"/>
            <a:headEnd type="none" w="med" len="med"/>
          </a:ln>
        </p:spPr>
      </p:cxnSp>
      <p:sp>
        <p:nvSpPr>
          <p:cNvPr id="12" name="hub-item-2">
            <a:extLst xmlns:a="http://schemas.openxmlformats.org/drawingml/2006/main">
              <a:ext uri="{FF2B5EF4-FFF2-40B4-BE49-F238E27FC236}">
                <a16:creationId xmlns:a16="http://schemas.microsoft.com/office/drawing/2014/main" id="{A9AF7492-5670-47A1-8EE2-095D9A9C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22C31-5464-4BFA-9671-4FB05D52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问题定位</a:t>
            </a:r>
          </a:p>
        </p:txBody>
      </p:sp>
      <p:cxnSp>
        <p:nvCxnSpPr>
          <p:cNvPr id="46" name=""/>
          <p:cNvCxnSpPr>
            <a:stCxn xmlns:a="http://schemas.openxmlformats.org/drawingml/2006/main" id="6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5143500" y="2228850"/>
            <a:ext cx="205851" cy="1037911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85837B"/>
            </a:solidFill>
            <a:prstDash val="solid"/>
            <a:headEnd type="none" w="med" len="med"/>
          </a:ln>
        </p:spPr>
      </p:cxnSp>
      <p:sp>
        <p:nvSpPr>
          <p:cNvPr id="15" name="hub-item-3">
            <a:extLst xmlns:a="http://schemas.openxmlformats.org/drawingml/2006/main">
              <a:ext uri="{FF2B5EF4-FFF2-40B4-BE49-F238E27FC236}">
                <a16:creationId xmlns:a16="http://schemas.microsoft.com/office/drawing/2014/main" id="{81830376-04BC-4648-8A36-39059CEC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9775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E8ABE-8785-4C57-99F3-DD1488FF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621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方案复用</a:t>
            </a:r>
          </a:p>
        </p:txBody>
      </p:sp>
      <p:cxnSp>
        <p:nvCxnSpPr>
          <p:cNvPr id="49" name=""/>
          <p:cNvCxnSpPr>
            <a:stCxn xmlns:a="http://schemas.openxmlformats.org/drawingml/2006/main" id="6" idx="7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7033149" y="2295525"/>
            <a:ext cx="1444101" cy="97123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85837B"/>
            </a:solidFill>
            <a:prstDash val="solid"/>
            <a:headEnd type="none" w="med" len="med"/>
          </a:ln>
        </p:spPr>
      </p:cxnSp>
      <p:sp>
        <p:nvSpPr>
          <p:cNvPr id="18" name="hub-item-4">
            <a:extLst xmlns:a="http://schemas.openxmlformats.org/drawingml/2006/main">
              <a:ext uri="{FF2B5EF4-FFF2-40B4-BE49-F238E27FC236}">
                <a16:creationId xmlns:a16="http://schemas.microsoft.com/office/drawing/2014/main" id="{8CCC809D-81D6-44C6-B0BE-9EA4BAD1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7665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EEC30-56BF-4233-931A-EF0C8CD4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290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变更查询</a:t>
            </a:r>
          </a:p>
        </p:txBody>
      </p:sp>
      <p:cxnSp>
        <p:nvCxnSpPr>
          <p:cNvPr id="52" name=""/>
          <p:cNvCxnSpPr>
            <a:stCxn xmlns:a="http://schemas.openxmlformats.org/drawingml/2006/main" id="6" idx="6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381875" y="3771900"/>
            <a:ext cx="185737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85837B"/>
            </a:solidFill>
            <a:prstDash val="solid"/>
            <a:headEnd type="none" w="med" len="med"/>
          </a:ln>
        </p:spPr>
      </p:cxnSp>
      <p:sp>
        <p:nvSpPr>
          <p:cNvPr id="21" name="hub-item-5">
            <a:extLst xmlns:a="http://schemas.openxmlformats.org/drawingml/2006/main">
              <a:ext uri="{FF2B5EF4-FFF2-40B4-BE49-F238E27FC236}">
                <a16:creationId xmlns:a16="http://schemas.microsoft.com/office/drawing/2014/main" id="{91BA56FC-317F-46AF-8FBA-F3F772FF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85B7A-B8FE-4351-8DC2-1A454158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经验检索</a:t>
            </a:r>
          </a:p>
        </p:txBody>
      </p:sp>
      <p:cxnSp>
        <p:nvCxnSpPr>
          <p:cNvPr id="55" name=""/>
          <p:cNvCxnSpPr>
            <a:stCxn xmlns:a="http://schemas.openxmlformats.org/drawingml/2006/main" id="6" idx="5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033149" y="4277039"/>
            <a:ext cx="1063101" cy="1114111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85837B"/>
            </a:solidFill>
            <a:prstDash val="solid"/>
            <a:headEnd type="none" w="med" len="med"/>
          </a:ln>
        </p:spPr>
      </p:cxnSp>
      <p:sp>
        <p:nvSpPr>
          <p:cNvPr id="24" name="hub-item-6">
            <a:extLst xmlns:a="http://schemas.openxmlformats.org/drawingml/2006/main">
              <a:ext uri="{FF2B5EF4-FFF2-40B4-BE49-F238E27FC236}">
                <a16:creationId xmlns:a16="http://schemas.microsoft.com/office/drawing/2014/main" id="{DE60B6CE-7BBA-42B4-A1D8-5E58BCC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9590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01B598-B909-4AA6-A2CE-6E287FFB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483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责任查找</a:t>
            </a:r>
          </a:p>
        </p:txBody>
      </p:sp>
      <p:cxnSp>
        <p:nvCxnSpPr>
          <p:cNvPr id="58" name=""/>
          <p:cNvCxnSpPr>
            <a:stCxn xmlns:a="http://schemas.openxmlformats.org/drawingml/2006/main" id="6" idx="3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5238750" y="4277039"/>
            <a:ext cx="110601" cy="1304611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85837B"/>
            </a:solidFill>
            <a:prstDash val="solid"/>
            <a:headEnd type="none" w="med" len="med"/>
          </a:ln>
        </p:spPr>
      </p:cxnSp>
      <p:sp>
        <p:nvSpPr>
          <p:cNvPr id="27" name="hub-item-7">
            <a:extLst xmlns:a="http://schemas.openxmlformats.org/drawingml/2006/main">
              <a:ext uri="{FF2B5EF4-FFF2-40B4-BE49-F238E27FC236}">
                <a16:creationId xmlns:a16="http://schemas.microsoft.com/office/drawing/2014/main" id="{4E7B6C74-FB3C-4E1D-856C-85768DA2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5765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6D4CE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5DDF3-CBD7-44FF-BA39-6C564379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100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合规检查</a:t>
            </a:r>
          </a:p>
        </p:txBody>
      </p:sp>
      <p:cxnSp>
        <p:nvCxnSpPr>
          <p:cNvPr id="61" name=""/>
          <p:cNvCxnSpPr>
            <a:stCxn xmlns:a="http://schemas.openxmlformats.org/drawingml/2006/main" id="6" idx="2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2905125" y="3771900"/>
            <a:ext cx="209550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85837B"/>
            </a:solidFill>
            <a:prstDash val="solid"/>
            <a:headEnd type="none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657CBD-2E6A-4E51-9B3A-FEDA8A81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772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中心提供支持，外围之间没有流程</a:t>
            </a:r>
          </a:p>
        </p:txBody>
      </p:sp>
      <p:sp>
        <p:nvSpPr>
          <p:cNvPr id="31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B7AF2784-F099-4CC7-B7EA-334B27CC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C3067E-8FCB-497C-9854-5AA252AE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6062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hapter-7">
            <a:extLst xmlns:a="http://schemas.openxmlformats.org/drawingml/2006/main">
              <a:ext uri="{FF2B5EF4-FFF2-40B4-BE49-F238E27FC236}">
                <a16:creationId xmlns:a16="http://schemas.microsoft.com/office/drawing/2014/main" id="{D8CD6F4D-8526-4A5E-96C0-26C845BF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2" name="title-case-21">
            <a:extLst xmlns:a="http://schemas.openxmlformats.org/drawingml/2006/main">
              <a:ext uri="{FF2B5EF4-FFF2-40B4-BE49-F238E27FC236}">
                <a16:creationId xmlns:a16="http://schemas.microsoft.com/office/drawing/2014/main" id="{E19F0F06-EE3E-4304-8CF7-1884715B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系统能力由基础向应用层层支撑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CE619DAE-3276-452D-8E22-BD4D5F07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5CA6B-4974-4262-AF91-DCBAACD8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结构 Skill 逐稿验证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CE1CA-B625-4E49-8942-75432132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结构保留后按正文重算</a:t>
            </a:r>
          </a:p>
        </p:txBody>
      </p:sp>
      <p:sp>
        <p:nvSpPr>
          <p:cNvPr id="6" name="layer-1">
            <a:extLst xmlns:a="http://schemas.openxmlformats.org/drawingml/2006/main">
              <a:ext uri="{FF2B5EF4-FFF2-40B4-BE49-F238E27FC236}">
                <a16:creationId xmlns:a16="http://schemas.microsoft.com/office/drawing/2014/main" id="{693050D4-F5D4-4C2D-810D-2DCEBAE8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695450"/>
            <a:ext cx="7239000" cy="5143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7A5AA-C9E4-45D1-8996-BE89A632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383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资源层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70AC3-B87E-47C9-8C0F-39263F61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383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计算  ·  存储</a:t>
            </a:r>
          </a:p>
        </p:txBody>
      </p:sp>
      <p:sp>
        <p:nvSpPr>
          <p:cNvPr id="9" name="layer-2">
            <a:extLst xmlns:a="http://schemas.openxmlformats.org/drawingml/2006/main">
              <a:ext uri="{FF2B5EF4-FFF2-40B4-BE49-F238E27FC236}">
                <a16:creationId xmlns:a16="http://schemas.microsoft.com/office/drawing/2014/main" id="{7A5B8393-4972-4925-AD61-E050A8F4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24100"/>
            <a:ext cx="7810500" cy="5143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DE4E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4CC3D-55B1-41A8-A7C8-3B0243DA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669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数据层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84161-82DD-4567-A40F-CAF03245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采集  ·  版本</a:t>
            </a:r>
          </a:p>
        </p:txBody>
      </p:sp>
      <p:sp>
        <p:nvSpPr>
          <p:cNvPr id="12" name="layer-3">
            <a:extLst xmlns:a="http://schemas.openxmlformats.org/drawingml/2006/main">
              <a:ext uri="{FF2B5EF4-FFF2-40B4-BE49-F238E27FC236}">
                <a16:creationId xmlns:a16="http://schemas.microsoft.com/office/drawing/2014/main" id="{7EED7192-85F4-4D5F-9761-622548CA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52750"/>
            <a:ext cx="8382000" cy="5143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DF0EF-8239-41A8-89EA-088BF8FD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956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服务层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56B1A-A170-48F1-9167-9E144452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接口  ·  事件</a:t>
            </a:r>
          </a:p>
        </p:txBody>
      </p:sp>
      <p:sp>
        <p:nvSpPr>
          <p:cNvPr id="15" name="layer-4">
            <a:extLst xmlns:a="http://schemas.openxmlformats.org/drawingml/2006/main">
              <a:ext uri="{FF2B5EF4-FFF2-40B4-BE49-F238E27FC236}">
                <a16:creationId xmlns:a16="http://schemas.microsoft.com/office/drawing/2014/main" id="{05FFE493-7BE3-4506-A916-24DB664C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581400"/>
            <a:ext cx="8953500" cy="5143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DE4E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CAB2E-C99A-4680-80F7-83331713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242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能力层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EE826-169C-41F3-A65E-3355192F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24275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搜索  ·  分析</a:t>
            </a:r>
          </a:p>
        </p:txBody>
      </p:sp>
      <p:sp>
        <p:nvSpPr>
          <p:cNvPr id="18" name="layer-5">
            <a:extLst xmlns:a="http://schemas.openxmlformats.org/drawingml/2006/main">
              <a:ext uri="{FF2B5EF4-FFF2-40B4-BE49-F238E27FC236}">
                <a16:creationId xmlns:a16="http://schemas.microsoft.com/office/drawing/2014/main" id="{A352745F-A0E2-43C7-A304-D060DC17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10050"/>
            <a:ext cx="9525000" cy="5143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05193-7E6E-478D-8159-C69F7F2A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52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流程层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CA72A-AFD4-4360-876E-4A36C216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5292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任务  ·  审批</a:t>
            </a:r>
          </a:p>
        </p:txBody>
      </p:sp>
      <p:sp>
        <p:nvSpPr>
          <p:cNvPr id="21" name="layer-6">
            <a:extLst xmlns:a="http://schemas.openxmlformats.org/drawingml/2006/main">
              <a:ext uri="{FF2B5EF4-FFF2-40B4-BE49-F238E27FC236}">
                <a16:creationId xmlns:a16="http://schemas.microsoft.com/office/drawing/2014/main" id="{85D9BFC5-E079-4B8F-86BE-FEABA95A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10096500" cy="5143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6D4CE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088CC-6DD4-4205-AB62-7C4E428E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81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应用层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FA737-9D56-4FE2-82A0-13ACEACC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815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工作台  ·  报表</a:t>
            </a:r>
          </a:p>
        </p:txBody>
      </p:sp>
      <p:cxnSp>
        <p:nvCxnSpPr>
          <p:cNvPr id="55" name=""/>
          <p:cNvCxnSpPr>
            <a:stCxn xmlns:a="http://schemas.openxmlformats.org/drawingml/2006/main" id="6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238875" y="22098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5837B"/>
            </a:solidFill>
            <a:prstDash val="solid"/>
            <a:head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9" idx="4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238875" y="28384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5837B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2" idx="4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238875" y="34671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5837B"/>
            </a:solidFill>
            <a:prstDash val="solid"/>
            <a:head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5" idx="4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238875" y="40957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5837B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8" idx="4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6238875" y="47244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5837B"/>
            </a:solidFill>
            <a:prstDash val="solid"/>
            <a:head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CFCB8A-541A-4866-B2DE-39B163E1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293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层间支撑关系 · 自下而上从基础走向应用</a:t>
            </a:r>
          </a:p>
        </p:txBody>
      </p:sp>
      <p:sp>
        <p:nvSpPr>
          <p:cNvPr id="30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7729A695-30F7-41A0-95D3-400A76F6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B6B588-F785-48C7-AC0F-AC21C9E7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642894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hapter-8">
            <a:extLst xmlns:a="http://schemas.openxmlformats.org/drawingml/2006/main">
              <a:ext uri="{FF2B5EF4-FFF2-40B4-BE49-F238E27FC236}">
                <a16:creationId xmlns:a16="http://schemas.microsoft.com/office/drawing/2014/main" id="{65129700-C9F1-409E-81B6-7CF22E3A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2" name="title-case-24">
            <a:extLst xmlns:a="http://schemas.openxmlformats.org/drawingml/2006/main">
              <a:ext uri="{FF2B5EF4-FFF2-40B4-BE49-F238E27FC236}">
                <a16:creationId xmlns:a16="http://schemas.microsoft.com/office/drawing/2014/main" id="{BD03643D-96EF-4C22-88B0-34C7466E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用紧迫性和影响范围分组处理问题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8A78A061-2ADF-4725-A51D-EE7EC462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49BA8-927F-4953-A73B-B279D771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结构 Skill 逐稿验证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F75F9-77F4-46FE-9FC7-E186F82B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结构保留后按正文重算</a:t>
            </a:r>
          </a:p>
        </p:txBody>
      </p:sp>
      <p:sp>
        <p:nvSpPr>
          <p:cNvPr id="6" name="quad-low-low">
            <a:extLst xmlns:a="http://schemas.openxmlformats.org/drawingml/2006/main">
              <a:ext uri="{FF2B5EF4-FFF2-40B4-BE49-F238E27FC236}">
                <a16:creationId xmlns:a16="http://schemas.microsoft.com/office/drawing/2014/main" id="{97D2F093-C6E3-44AF-968F-A3DE46FB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43100"/>
            <a:ext cx="3619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quad-low-high">
            <a:extLst xmlns:a="http://schemas.openxmlformats.org/drawingml/2006/main">
              <a:ext uri="{FF2B5EF4-FFF2-40B4-BE49-F238E27FC236}">
                <a16:creationId xmlns:a16="http://schemas.microsoft.com/office/drawing/2014/main" id="{C3DA2596-AACB-452E-89F8-C7F8663B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3619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4CE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quad-high-low">
            <a:extLst xmlns:a="http://schemas.openxmlformats.org/drawingml/2006/main">
              <a:ext uri="{FF2B5EF4-FFF2-40B4-BE49-F238E27FC236}">
                <a16:creationId xmlns:a16="http://schemas.microsoft.com/office/drawing/2014/main" id="{19781868-63F3-40A6-96FD-441B6457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14725"/>
            <a:ext cx="3619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quad-high-high">
            <a:extLst xmlns:a="http://schemas.openxmlformats.org/drawingml/2006/main">
              <a:ext uri="{FF2B5EF4-FFF2-40B4-BE49-F238E27FC236}">
                <a16:creationId xmlns:a16="http://schemas.microsoft.com/office/drawing/2014/main" id="{8BC0BF68-C344-4315-BD03-AAC9D6A6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14725"/>
            <a:ext cx="3619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0B7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0" name="matrix-y-axis">
            <a:extLst xmlns:a="http://schemas.openxmlformats.org/drawingml/2006/main">
              <a:ext uri="{FF2B5EF4-FFF2-40B4-BE49-F238E27FC236}">
                <a16:creationId xmlns:a16="http://schemas.microsoft.com/office/drawing/2014/main" id="{D16783AF-0593-472A-B871-EA8E50F5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86500" y="1771650"/>
            <a:ext cx="9525" cy="3486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11" name="matrix-x-axis">
            <a:extLst xmlns:a="http://schemas.openxmlformats.org/drawingml/2006/main">
              <a:ext uri="{FF2B5EF4-FFF2-40B4-BE49-F238E27FC236}">
                <a16:creationId xmlns:a16="http://schemas.microsoft.com/office/drawing/2014/main" id="{200A7967-54B2-493E-8DAD-C0F7DE70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95550" y="3514725"/>
            <a:ext cx="758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01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36244-9891-4A00-89F4-4BABBC4D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72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影响范围：小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6919F-7053-4801-85A5-020905B2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372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影响范围：大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891D0-911C-4696-927C-D7013CD6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859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紧迫性：高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A879A-38E4-4655-B14C-986C6201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紧迫性：低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8685D-88C2-40C6-A8ED-FE0235F8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907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高紧迫 · 小影响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BC826-2455-48D5-891C-4C053F7B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现场快速处置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7E7D6-E119-4231-AE4C-63AD15DC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高紧迫 · 大影响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10612-A4C0-4A24-B023-6054C7A3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立即组织处理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37005-BF68-4333-BA62-FD557BDE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低紧迫 · 小影响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AF0A3-0C7C-4DA4-9B76-284F9EBA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814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进入常规清单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EE2D4-6B6C-4508-AF2B-54227351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低紧迫 · 大影响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E983A6-D99B-4131-9E9E-45B1E9A0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81475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纳入专项计划</a:t>
            </a:r>
          </a:p>
        </p:txBody>
      </p:sp>
      <p:sp>
        <p:nvSpPr>
          <p:cNvPr id="24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EC758DDD-EA64-4BFD-A20C-DC897B57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1C459A-3D1E-4B2E-A6D1-60A863F2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48236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chapter-9">
            <a:extLst xmlns:a="http://schemas.openxmlformats.org/drawingml/2006/main">
              <a:ext uri="{FF2B5EF4-FFF2-40B4-BE49-F238E27FC236}">
                <a16:creationId xmlns:a16="http://schemas.microsoft.com/office/drawing/2014/main" id="{7F7AFB2E-EAC3-454C-87F6-25433203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2" name="title-case-27">
            <a:extLst xmlns:a="http://schemas.openxmlformats.org/drawingml/2006/main">
              <a:ext uri="{FF2B5EF4-FFF2-40B4-BE49-F238E27FC236}">
                <a16:creationId xmlns:a16="http://schemas.microsoft.com/office/drawing/2014/main" id="{A090FD8B-AAE9-4374-9979-238E974F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一次评审需要核对九个同级要点</a:t>
            </a:r>
          </a:p>
        </p:txBody>
      </p:sp>
      <p:sp>
        <p:nvSpPr>
          <p:cNvPr id="3" name="header-rule-9">
            <a:extLst xmlns:a="http://schemas.openxmlformats.org/drawingml/2006/main">
              <a:ext uri="{FF2B5EF4-FFF2-40B4-BE49-F238E27FC236}">
                <a16:creationId xmlns:a16="http://schemas.microsoft.com/office/drawing/2014/main" id="{2C254FDA-5D2C-48E8-AA5A-1FCBE6AC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F912B-AC6A-42E8-8B94-3EEE453A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结构 Skill 逐稿验证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40847-F469-4D1E-B31E-7383A65C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结构保留后按正文重算</a:t>
            </a:r>
          </a:p>
        </p:txBody>
      </p:sp>
      <p:sp>
        <p:nvSpPr>
          <p:cNvPr id="6" name="note-shadow-1">
            <a:extLst xmlns:a="http://schemas.openxmlformats.org/drawingml/2006/main">
              <a:ext uri="{FF2B5EF4-FFF2-40B4-BE49-F238E27FC236}">
                <a16:creationId xmlns:a16="http://schemas.microsoft.com/office/drawing/2014/main" id="{78E7CE6A-ADB3-4463-AAC1-B56A37B4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te-paper-1">
            <a:extLst xmlns:a="http://schemas.openxmlformats.org/drawingml/2006/main">
              <a:ext uri="{FF2B5EF4-FFF2-40B4-BE49-F238E27FC236}">
                <a16:creationId xmlns:a16="http://schemas.microsoft.com/office/drawing/2014/main" id="{445DFA8C-9996-4CAC-97DE-A12A477A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note-band-1">
            <a:extLst xmlns:a="http://schemas.openxmlformats.org/drawingml/2006/main">
              <a:ext uri="{FF2B5EF4-FFF2-40B4-BE49-F238E27FC236}">
                <a16:creationId xmlns:a16="http://schemas.microsoft.com/office/drawing/2014/main" id="{6511FD13-AFD3-4726-AD3C-2D33C204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solidFill>
              <a:srgbClr val="D8D5CC"/>
            </a:solidFill>
            <a:prstDash val="solid"/>
          </a:ln>
        </p:spPr>
      </p:sp>
      <p:sp>
        <p:nvSpPr>
          <p:cNvPr id="9" name="note-anchor-1">
            <a:extLst xmlns:a="http://schemas.openxmlformats.org/drawingml/2006/main">
              <a:ext uri="{FF2B5EF4-FFF2-40B4-BE49-F238E27FC236}">
                <a16:creationId xmlns:a16="http://schemas.microsoft.com/office/drawing/2014/main" id="{950EFACB-209A-4173-A13D-97DB62D2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43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77F9C-F15B-4CA0-999A-B805BFDF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335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3BF7F-E419-491E-81AE-2D3E20E9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335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目标明确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91A73-B489-4572-80ED-1A5B17FC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让评审先对齐要达成什么</a:t>
            </a:r>
          </a:p>
        </p:txBody>
      </p:sp>
      <p:sp>
        <p:nvSpPr>
          <p:cNvPr id="13" name="note-fold-1">
            <a:extLst xmlns:a="http://schemas.openxmlformats.org/drawingml/2006/main">
              <a:ext uri="{FF2B5EF4-FFF2-40B4-BE49-F238E27FC236}">
                <a16:creationId xmlns:a16="http://schemas.microsoft.com/office/drawing/2014/main" id="{250359DD-D904-454A-88DE-A0B59E34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57625" y="2486025"/>
            <a:ext cx="2381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14" name="note-fold-base-1">
            <a:extLst xmlns:a="http://schemas.openxmlformats.org/drawingml/2006/main">
              <a:ext uri="{FF2B5EF4-FFF2-40B4-BE49-F238E27FC236}">
                <a16:creationId xmlns:a16="http://schemas.microsoft.com/office/drawing/2014/main" id="{EA9285AD-2091-48E0-A492-6651241F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57625" y="2724150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15" name="note-shadow-2">
            <a:extLst xmlns:a="http://schemas.openxmlformats.org/drawingml/2006/main">
              <a:ext uri="{FF2B5EF4-FFF2-40B4-BE49-F238E27FC236}">
                <a16:creationId xmlns:a16="http://schemas.microsoft.com/office/drawing/2014/main" id="{54114E6B-8CDB-4D3E-87B2-1161A5BD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te-paper-2">
            <a:extLst xmlns:a="http://schemas.openxmlformats.org/drawingml/2006/main">
              <a:ext uri="{FF2B5EF4-FFF2-40B4-BE49-F238E27FC236}">
                <a16:creationId xmlns:a16="http://schemas.microsoft.com/office/drawing/2014/main" id="{A905C5CA-6490-4852-9783-1CBDAD25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573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note-band-2">
            <a:extLst xmlns:a="http://schemas.openxmlformats.org/drawingml/2006/main">
              <a:ext uri="{FF2B5EF4-FFF2-40B4-BE49-F238E27FC236}">
                <a16:creationId xmlns:a16="http://schemas.microsoft.com/office/drawing/2014/main" id="{DEEB76F1-9265-4B35-B85D-BA7D64D0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573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4CE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8" name="note-anchor-2">
            <a:extLst xmlns:a="http://schemas.openxmlformats.org/drawingml/2006/main">
              <a:ext uri="{FF2B5EF4-FFF2-40B4-BE49-F238E27FC236}">
                <a16:creationId xmlns:a16="http://schemas.microsoft.com/office/drawing/2014/main" id="{569C2237-1900-459B-BB9D-C04DEF89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43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387BA-CCEB-45D9-876D-1F8EAD9A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7335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B9F68-7F2F-466C-9312-3FCE3E0C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335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范围清楚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DE6C9-2484-461C-BE4C-52CB2B84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避免评审对象不断扩张</a:t>
            </a:r>
          </a:p>
        </p:txBody>
      </p:sp>
      <p:sp>
        <p:nvSpPr>
          <p:cNvPr id="22" name="note-fold-2">
            <a:extLst xmlns:a="http://schemas.openxmlformats.org/drawingml/2006/main">
              <a:ext uri="{FF2B5EF4-FFF2-40B4-BE49-F238E27FC236}">
                <a16:creationId xmlns:a16="http://schemas.microsoft.com/office/drawing/2014/main" id="{8C45D022-96B6-430C-9198-491EF12E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39025" y="2486025"/>
            <a:ext cx="2381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23" name="note-fold-base-2">
            <a:extLst xmlns:a="http://schemas.openxmlformats.org/drawingml/2006/main">
              <a:ext uri="{FF2B5EF4-FFF2-40B4-BE49-F238E27FC236}">
                <a16:creationId xmlns:a16="http://schemas.microsoft.com/office/drawing/2014/main" id="{D6A110F0-9508-4486-A82C-D39FB275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39025" y="2724150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24" name="note-shadow-3">
            <a:extLst xmlns:a="http://schemas.openxmlformats.org/drawingml/2006/main">
              <a:ext uri="{FF2B5EF4-FFF2-40B4-BE49-F238E27FC236}">
                <a16:creationId xmlns:a16="http://schemas.microsoft.com/office/drawing/2014/main" id="{E6F354C2-6749-4361-A24D-DC3D7711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ote-paper-3">
            <a:extLst xmlns:a="http://schemas.openxmlformats.org/drawingml/2006/main">
              <a:ext uri="{FF2B5EF4-FFF2-40B4-BE49-F238E27FC236}">
                <a16:creationId xmlns:a16="http://schemas.microsoft.com/office/drawing/2014/main" id="{B9400D21-0E66-41DB-BB3F-A74621DB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note-band-3">
            <a:extLst xmlns:a="http://schemas.openxmlformats.org/drawingml/2006/main">
              <a:ext uri="{FF2B5EF4-FFF2-40B4-BE49-F238E27FC236}">
                <a16:creationId xmlns:a16="http://schemas.microsoft.com/office/drawing/2014/main" id="{BCCE8678-753E-4D0E-B8A5-036CA74E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solidFill>
              <a:srgbClr val="D8D5CC"/>
            </a:solidFill>
            <a:prstDash val="solid"/>
          </a:ln>
        </p:spPr>
      </p:sp>
      <p:sp>
        <p:nvSpPr>
          <p:cNvPr id="27" name="note-anchor-3">
            <a:extLst xmlns:a="http://schemas.openxmlformats.org/drawingml/2006/main">
              <a:ext uri="{FF2B5EF4-FFF2-40B4-BE49-F238E27FC236}">
                <a16:creationId xmlns:a16="http://schemas.microsoft.com/office/drawing/2014/main" id="{D6B9195D-5223-430E-ABCA-399C8717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43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9B05CE-BA4B-4ECD-821B-DD1D5402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335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4952A7-446F-4416-BA15-903D9441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事实可查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917E9C-5392-44F0-A66D-D2D5777B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每个判断都有来源依据</a:t>
            </a:r>
          </a:p>
        </p:txBody>
      </p:sp>
      <p:sp>
        <p:nvSpPr>
          <p:cNvPr id="31" name="note-fold-3">
            <a:extLst xmlns:a="http://schemas.openxmlformats.org/drawingml/2006/main">
              <a:ext uri="{FF2B5EF4-FFF2-40B4-BE49-F238E27FC236}">
                <a16:creationId xmlns:a16="http://schemas.microsoft.com/office/drawing/2014/main" id="{48D6B8F4-68F4-43C9-940E-C60BD8C3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020425" y="2486025"/>
            <a:ext cx="2381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32" name="note-fold-base-3">
            <a:extLst xmlns:a="http://schemas.openxmlformats.org/drawingml/2006/main">
              <a:ext uri="{FF2B5EF4-FFF2-40B4-BE49-F238E27FC236}">
                <a16:creationId xmlns:a16="http://schemas.microsoft.com/office/drawing/2014/main" id="{B4D44E4A-35C1-4325-875F-82649F0A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0425" y="2724150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33" name="note-shadow-4">
            <a:extLst xmlns:a="http://schemas.openxmlformats.org/drawingml/2006/main">
              <a:ext uri="{FF2B5EF4-FFF2-40B4-BE49-F238E27FC236}">
                <a16:creationId xmlns:a16="http://schemas.microsoft.com/office/drawing/2014/main" id="{44F4A11D-73DF-41A5-A6F4-DCBF4373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note-paper-4">
            <a:extLst xmlns:a="http://schemas.openxmlformats.org/drawingml/2006/main">
              <a:ext uri="{FF2B5EF4-FFF2-40B4-BE49-F238E27FC236}">
                <a16:creationId xmlns:a16="http://schemas.microsoft.com/office/drawing/2014/main" id="{82B37206-80BF-4983-97DF-9FB437B0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5" name="note-band-4">
            <a:extLst xmlns:a="http://schemas.openxmlformats.org/drawingml/2006/main">
              <a:ext uri="{FF2B5EF4-FFF2-40B4-BE49-F238E27FC236}">
                <a16:creationId xmlns:a16="http://schemas.microsoft.com/office/drawing/2014/main" id="{D2FCB6D3-79D1-4B77-B2BD-045CE37E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4CE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36" name="note-anchor-4">
            <a:extLst xmlns:a="http://schemas.openxmlformats.org/drawingml/2006/main">
              <a:ext uri="{FF2B5EF4-FFF2-40B4-BE49-F238E27FC236}">
                <a16:creationId xmlns:a16="http://schemas.microsoft.com/office/drawing/2014/main" id="{71092562-CE11-443E-8179-E09BCE76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0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5DA5F0-64E5-4CE9-B9BD-418168DC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908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A9F742-68EC-483D-8C6A-C9799688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责任到人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11B387-9CC6-4C25-BE28-A8BE17CE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出现疑问时知道找谁</a:t>
            </a:r>
          </a:p>
        </p:txBody>
      </p:sp>
      <p:sp>
        <p:nvSpPr>
          <p:cNvPr id="40" name="note-fold-4">
            <a:extLst xmlns:a="http://schemas.openxmlformats.org/drawingml/2006/main">
              <a:ext uri="{FF2B5EF4-FFF2-40B4-BE49-F238E27FC236}">
                <a16:creationId xmlns:a16="http://schemas.microsoft.com/office/drawing/2014/main" id="{4CE57869-EA68-4ECD-B731-39263A37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57625" y="3743325"/>
            <a:ext cx="2381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41" name="note-fold-base-4">
            <a:extLst xmlns:a="http://schemas.openxmlformats.org/drawingml/2006/main">
              <a:ext uri="{FF2B5EF4-FFF2-40B4-BE49-F238E27FC236}">
                <a16:creationId xmlns:a16="http://schemas.microsoft.com/office/drawing/2014/main" id="{8FFE441B-E4E8-4E84-AC8E-C2FEA72E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57625" y="3981450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42" name="note-shadow-5">
            <a:extLst xmlns:a="http://schemas.openxmlformats.org/drawingml/2006/main">
              <a:ext uri="{FF2B5EF4-FFF2-40B4-BE49-F238E27FC236}">
                <a16:creationId xmlns:a16="http://schemas.microsoft.com/office/drawing/2014/main" id="{3B18FF33-C9E4-4185-9817-E4771642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note-paper-5">
            <a:extLst xmlns:a="http://schemas.openxmlformats.org/drawingml/2006/main">
              <a:ext uri="{FF2B5EF4-FFF2-40B4-BE49-F238E27FC236}">
                <a16:creationId xmlns:a16="http://schemas.microsoft.com/office/drawing/2014/main" id="{F2E1FAB4-7474-4E06-ADDE-70221FA7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4" name="note-band-5">
            <a:extLst xmlns:a="http://schemas.openxmlformats.org/drawingml/2006/main">
              <a:ext uri="{FF2B5EF4-FFF2-40B4-BE49-F238E27FC236}">
                <a16:creationId xmlns:a16="http://schemas.microsoft.com/office/drawing/2014/main" id="{CDE8795F-E949-402C-9EDB-ECD9F77A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solidFill>
              <a:srgbClr val="D8D5CC"/>
            </a:solidFill>
            <a:prstDash val="solid"/>
          </a:ln>
        </p:spPr>
      </p:sp>
      <p:sp>
        <p:nvSpPr>
          <p:cNvPr id="45" name="note-anchor-5">
            <a:extLst xmlns:a="http://schemas.openxmlformats.org/drawingml/2006/main">
              <a:ext uri="{FF2B5EF4-FFF2-40B4-BE49-F238E27FC236}">
                <a16:creationId xmlns:a16="http://schemas.microsoft.com/office/drawing/2014/main" id="{8412EEB6-114F-470E-A239-FD2578A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7A58BF-333A-4253-92AE-A7C1B9A1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908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517255-CFF8-40CC-9860-1FE4DC4D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08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接口可用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4AFB46-2A5B-48A9-918E-026860E4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909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确认协作边界能够衔接</a:t>
            </a:r>
          </a:p>
        </p:txBody>
      </p:sp>
      <p:sp>
        <p:nvSpPr>
          <p:cNvPr id="49" name="note-fold-5">
            <a:extLst xmlns:a="http://schemas.openxmlformats.org/drawingml/2006/main">
              <a:ext uri="{FF2B5EF4-FFF2-40B4-BE49-F238E27FC236}">
                <a16:creationId xmlns:a16="http://schemas.microsoft.com/office/drawing/2014/main" id="{FFF8DE86-0626-40EA-9E40-84FB6D54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39025" y="3743325"/>
            <a:ext cx="2381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50" name="note-fold-base-5">
            <a:extLst xmlns:a="http://schemas.openxmlformats.org/drawingml/2006/main">
              <a:ext uri="{FF2B5EF4-FFF2-40B4-BE49-F238E27FC236}">
                <a16:creationId xmlns:a16="http://schemas.microsoft.com/office/drawing/2014/main" id="{54C519F7-85F0-4FAF-9B7E-685D47F0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39025" y="3981450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51" name="note-shadow-6">
            <a:extLst xmlns:a="http://schemas.openxmlformats.org/drawingml/2006/main">
              <a:ext uri="{FF2B5EF4-FFF2-40B4-BE49-F238E27FC236}">
                <a16:creationId xmlns:a16="http://schemas.microsoft.com/office/drawing/2014/main" id="{CD498818-B82F-42B7-BC57-01AA92AF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note-paper-6">
            <a:extLst xmlns:a="http://schemas.openxmlformats.org/drawingml/2006/main">
              <a:ext uri="{FF2B5EF4-FFF2-40B4-BE49-F238E27FC236}">
                <a16:creationId xmlns:a16="http://schemas.microsoft.com/office/drawing/2014/main" id="{0C6B7E4E-4F11-47FD-AD1E-493096C4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3" name="note-band-6">
            <a:extLst xmlns:a="http://schemas.openxmlformats.org/drawingml/2006/main">
              <a:ext uri="{FF2B5EF4-FFF2-40B4-BE49-F238E27FC236}">
                <a16:creationId xmlns:a16="http://schemas.microsoft.com/office/drawing/2014/main" id="{14DE4EDF-4AED-4EF4-B442-D815629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4CE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54" name="note-anchor-6">
            <a:extLst xmlns:a="http://schemas.openxmlformats.org/drawingml/2006/main">
              <a:ext uri="{FF2B5EF4-FFF2-40B4-BE49-F238E27FC236}">
                <a16:creationId xmlns:a16="http://schemas.microsoft.com/office/drawing/2014/main" id="{9E17321C-73BB-47FB-94B3-A4FB5182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0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E5E7E6-12E2-4E4B-8504-A1D6AB00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908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13083F-0DB8-4E87-90C5-2CFDB54E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908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错误可定位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8F40C3-5CC6-4254-ACC1-F6073190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909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出现偏差时能找到位置</a:t>
            </a:r>
          </a:p>
        </p:txBody>
      </p:sp>
      <p:sp>
        <p:nvSpPr>
          <p:cNvPr id="58" name="note-fold-6">
            <a:extLst xmlns:a="http://schemas.openxmlformats.org/drawingml/2006/main">
              <a:ext uri="{FF2B5EF4-FFF2-40B4-BE49-F238E27FC236}">
                <a16:creationId xmlns:a16="http://schemas.microsoft.com/office/drawing/2014/main" id="{913D91E1-1332-422C-B8E1-CDC4E155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020425" y="3743325"/>
            <a:ext cx="2381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59" name="note-fold-base-6">
            <a:extLst xmlns:a="http://schemas.openxmlformats.org/drawingml/2006/main">
              <a:ext uri="{FF2B5EF4-FFF2-40B4-BE49-F238E27FC236}">
                <a16:creationId xmlns:a16="http://schemas.microsoft.com/office/drawing/2014/main" id="{526CBDB9-B042-4CDA-BEE7-EFA9868C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0425" y="3981450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60" name="note-shadow-7">
            <a:extLst xmlns:a="http://schemas.openxmlformats.org/drawingml/2006/main">
              <a:ext uri="{FF2B5EF4-FFF2-40B4-BE49-F238E27FC236}">
                <a16:creationId xmlns:a16="http://schemas.microsoft.com/office/drawing/2014/main" id="{BFE71B1E-A680-463C-B101-30D3264C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note-paper-7">
            <a:extLst xmlns:a="http://schemas.openxmlformats.org/drawingml/2006/main">
              <a:ext uri="{FF2B5EF4-FFF2-40B4-BE49-F238E27FC236}">
                <a16:creationId xmlns:a16="http://schemas.microsoft.com/office/drawing/2014/main" id="{474B3A65-82D2-44C9-B924-FC31CC42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62" name="note-band-7">
            <a:extLst xmlns:a="http://schemas.openxmlformats.org/drawingml/2006/main">
              <a:ext uri="{FF2B5EF4-FFF2-40B4-BE49-F238E27FC236}">
                <a16:creationId xmlns:a16="http://schemas.microsoft.com/office/drawing/2014/main" id="{97F473FB-1370-4560-9578-E2B99CCA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solidFill>
              <a:srgbClr val="D8D5CC"/>
            </a:solidFill>
            <a:prstDash val="solid"/>
          </a:ln>
        </p:spPr>
      </p:sp>
      <p:sp>
        <p:nvSpPr>
          <p:cNvPr id="63" name="note-anchor-7">
            <a:extLst xmlns:a="http://schemas.openxmlformats.org/drawingml/2006/main">
              <a:ext uri="{FF2B5EF4-FFF2-40B4-BE49-F238E27FC236}">
                <a16:creationId xmlns:a16="http://schemas.microsoft.com/office/drawing/2014/main" id="{0CFDB769-7C38-4C46-9934-2F2C5C8C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4F24A0C-0A3A-406D-B888-421CB241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481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7BB906-7D12-4777-97DA-C81BE9A1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版本可追踪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F5C573-0EDD-46B2-A186-BA650751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知道当前依据是哪一版</a:t>
            </a:r>
          </a:p>
        </p:txBody>
      </p:sp>
      <p:sp>
        <p:nvSpPr>
          <p:cNvPr id="67" name="note-fold-7">
            <a:extLst xmlns:a="http://schemas.openxmlformats.org/drawingml/2006/main">
              <a:ext uri="{FF2B5EF4-FFF2-40B4-BE49-F238E27FC236}">
                <a16:creationId xmlns:a16="http://schemas.microsoft.com/office/drawing/2014/main" id="{5BD258A1-9387-4A97-AE86-A3CFA618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57625" y="5000625"/>
            <a:ext cx="2381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68" name="note-fold-base-7">
            <a:extLst xmlns:a="http://schemas.openxmlformats.org/drawingml/2006/main">
              <a:ext uri="{FF2B5EF4-FFF2-40B4-BE49-F238E27FC236}">
                <a16:creationId xmlns:a16="http://schemas.microsoft.com/office/drawing/2014/main" id="{79323062-8AB3-40F4-8FC4-261542B0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57625" y="5238750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69" name="note-shadow-8">
            <a:extLst xmlns:a="http://schemas.openxmlformats.org/drawingml/2006/main">
              <a:ext uri="{FF2B5EF4-FFF2-40B4-BE49-F238E27FC236}">
                <a16:creationId xmlns:a16="http://schemas.microsoft.com/office/drawing/2014/main" id="{CABF69CA-FE51-48D5-9F2C-C69110CE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note-paper-8">
            <a:extLst xmlns:a="http://schemas.openxmlformats.org/drawingml/2006/main">
              <a:ext uri="{FF2B5EF4-FFF2-40B4-BE49-F238E27FC236}">
                <a16:creationId xmlns:a16="http://schemas.microsoft.com/office/drawing/2014/main" id="{C1268D9B-1CCC-413B-B91C-D41F2909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719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1" name="note-band-8">
            <a:extLst xmlns:a="http://schemas.openxmlformats.org/drawingml/2006/main">
              <a:ext uri="{FF2B5EF4-FFF2-40B4-BE49-F238E27FC236}">
                <a16:creationId xmlns:a16="http://schemas.microsoft.com/office/drawing/2014/main" id="{07F56BF4-1603-4226-A0AE-D332087E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719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4CE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72" name="note-anchor-8">
            <a:extLst xmlns:a="http://schemas.openxmlformats.org/drawingml/2006/main">
              <a:ext uri="{FF2B5EF4-FFF2-40B4-BE49-F238E27FC236}">
                <a16:creationId xmlns:a16="http://schemas.microsoft.com/office/drawing/2014/main" id="{43D0FCF0-DB33-4CFC-B89B-A4A784DA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1A41A9-6480-4D63-8C91-057ECF36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481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93EB5A6-AD5C-423F-B30F-9231A8BD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4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结果可编辑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079A65E-385A-440F-B27D-E86E1D3F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482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交付后仍能继续修改</a:t>
            </a:r>
          </a:p>
        </p:txBody>
      </p:sp>
      <p:sp>
        <p:nvSpPr>
          <p:cNvPr id="76" name="note-fold-8">
            <a:extLst xmlns:a="http://schemas.openxmlformats.org/drawingml/2006/main">
              <a:ext uri="{FF2B5EF4-FFF2-40B4-BE49-F238E27FC236}">
                <a16:creationId xmlns:a16="http://schemas.microsoft.com/office/drawing/2014/main" id="{8B4EEFC9-5F9B-4601-8D17-508A2C80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39025" y="5000625"/>
            <a:ext cx="2381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77" name="note-fold-base-8">
            <a:extLst xmlns:a="http://schemas.openxmlformats.org/drawingml/2006/main">
              <a:ext uri="{FF2B5EF4-FFF2-40B4-BE49-F238E27FC236}">
                <a16:creationId xmlns:a16="http://schemas.microsoft.com/office/drawing/2014/main" id="{C5FB370A-FA8C-4388-AABA-34E8F72A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39025" y="5238750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78" name="note-shadow-9">
            <a:extLst xmlns:a="http://schemas.openxmlformats.org/drawingml/2006/main">
              <a:ext uri="{FF2B5EF4-FFF2-40B4-BE49-F238E27FC236}">
                <a16:creationId xmlns:a16="http://schemas.microsoft.com/office/drawing/2014/main" id="{79A4FABD-2980-46E8-BABF-458FF65D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E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note-paper-9">
            <a:extLst xmlns:a="http://schemas.openxmlformats.org/drawingml/2006/main">
              <a:ext uri="{FF2B5EF4-FFF2-40B4-BE49-F238E27FC236}">
                <a16:creationId xmlns:a16="http://schemas.microsoft.com/office/drawing/2014/main" id="{99733542-AEF0-4197-BA0C-C3EFCA0A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0" name="note-band-9">
            <a:extLst xmlns:a="http://schemas.openxmlformats.org/drawingml/2006/main">
              <a:ext uri="{FF2B5EF4-FFF2-40B4-BE49-F238E27FC236}">
                <a16:creationId xmlns:a16="http://schemas.microsoft.com/office/drawing/2014/main" id="{55381CF9-0CA3-4CC2-9E53-153D4EB1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solidFill>
              <a:srgbClr val="D8D5CC"/>
            </a:solidFill>
            <a:prstDash val="solid"/>
          </a:ln>
        </p:spPr>
      </p:sp>
      <p:sp>
        <p:nvSpPr>
          <p:cNvPr id="81" name="note-anchor-9">
            <a:extLst xmlns:a="http://schemas.openxmlformats.org/drawingml/2006/main">
              <a:ext uri="{FF2B5EF4-FFF2-40B4-BE49-F238E27FC236}">
                <a16:creationId xmlns:a16="http://schemas.microsoft.com/office/drawing/2014/main" id="{E5EF4928-186D-47E5-9440-C00AA43A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48EF1B4-50E8-4F92-B326-41576CAF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2481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9FEF175-D287-4B2D-80D3-9DCE716E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4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交接有记录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4DDAC8F-4C5D-4438-8AF4-E5A5B052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482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60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让下一位接手不丢上下文</a:t>
            </a:r>
          </a:p>
        </p:txBody>
      </p:sp>
      <p:sp>
        <p:nvSpPr>
          <p:cNvPr id="85" name="note-fold-9">
            <a:extLst xmlns:a="http://schemas.openxmlformats.org/drawingml/2006/main">
              <a:ext uri="{FF2B5EF4-FFF2-40B4-BE49-F238E27FC236}">
                <a16:creationId xmlns:a16="http://schemas.microsoft.com/office/drawing/2014/main" id="{B4274049-3447-4283-A164-3C260531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020425" y="5000625"/>
            <a:ext cx="23812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86" name="note-fold-base-9">
            <a:extLst xmlns:a="http://schemas.openxmlformats.org/drawingml/2006/main">
              <a:ext uri="{FF2B5EF4-FFF2-40B4-BE49-F238E27FC236}">
                <a16:creationId xmlns:a16="http://schemas.microsoft.com/office/drawing/2014/main" id="{8BFFC1B3-980E-41F1-B36E-33BF11C0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0425" y="5238750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5D4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42CC34D-473B-4461-B69C-B3B62E08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102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九个要点等权呈现，按三行三列扫描</a:t>
            </a:r>
          </a:p>
        </p:txBody>
      </p:sp>
      <p:sp>
        <p:nvSpPr>
          <p:cNvPr id="88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861646A9-918F-468F-B402-790D8EFE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5D0F844-9096-4D26-AA5A-68708552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90634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chapter-10">
            <a:extLst xmlns:a="http://schemas.openxmlformats.org/drawingml/2006/main">
              <a:ext uri="{FF2B5EF4-FFF2-40B4-BE49-F238E27FC236}">
                <a16:creationId xmlns:a16="http://schemas.microsoft.com/office/drawing/2014/main" id="{4317F1B4-FA61-4A8E-B585-2F1FD2A3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2" name="title-case-30">
            <a:extLst xmlns:a="http://schemas.openxmlformats.org/drawingml/2006/main">
              <a:ext uri="{FF2B5EF4-FFF2-40B4-BE49-F238E27FC236}">
                <a16:creationId xmlns:a16="http://schemas.microsoft.com/office/drawing/2014/main" id="{A9C26CA7-3A8D-4777-B83B-66C9B607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能力成长经历持续攀升的里程点</a:t>
            </a:r>
          </a:p>
        </p:txBody>
      </p:sp>
      <p:sp>
        <p:nvSpPr>
          <p:cNvPr id="3" name="header-rule-10">
            <a:extLst xmlns:a="http://schemas.openxmlformats.org/drawingml/2006/main">
              <a:ext uri="{FF2B5EF4-FFF2-40B4-BE49-F238E27FC236}">
                <a16:creationId xmlns:a16="http://schemas.microsoft.com/office/drawing/2014/main" id="{CE27FBEF-2815-49EE-A54D-08C4BE93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1AD6C-B98B-44C7-A1B5-831C57CD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结构 Skill 逐稿验证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9DEFC-AEEC-401A-A601-5C41FDE0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结构保留后按正文重算</a:t>
            </a:r>
          </a:p>
        </p:txBody>
      </p:sp>
      <p:sp>
        <p:nvSpPr>
          <p:cNvPr id="6" name="ladder-shadow-1">
            <a:extLst xmlns:a="http://schemas.openxmlformats.org/drawingml/2006/main">
              <a:ext uri="{FF2B5EF4-FFF2-40B4-BE49-F238E27FC236}">
                <a16:creationId xmlns:a16="http://schemas.microsoft.com/office/drawing/2014/main" id="{ECFCC902-7572-4B03-A15C-7B52C9C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629150"/>
            <a:ext cx="1952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dder-step-1">
            <a:extLst xmlns:a="http://schemas.openxmlformats.org/drawingml/2006/main">
              <a:ext uri="{FF2B5EF4-FFF2-40B4-BE49-F238E27FC236}">
                <a16:creationId xmlns:a16="http://schemas.microsoft.com/office/drawing/2014/main" id="{F7A4E343-C2D1-49C8-B44D-5DA3EAC7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33900"/>
            <a:ext cx="1952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ladder-tread-1">
            <a:extLst xmlns:a="http://schemas.openxmlformats.org/drawingml/2006/main">
              <a:ext uri="{FF2B5EF4-FFF2-40B4-BE49-F238E27FC236}">
                <a16:creationId xmlns:a16="http://schemas.microsoft.com/office/drawing/2014/main" id="{F4C43E12-8FBE-44BA-9F1E-7807BEA7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33900"/>
            <a:ext cx="1952625" cy="190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solidFill>
              <a:srgbClr val="2020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B1BFC-CFFE-4B92-8882-8FA05776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838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201D5-C770-45EB-81C4-CC329DE1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57775"/>
            <a:ext cx="1609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基础操作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6CE08-60A7-44A8-9FB0-8D4E7967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33400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熟悉基本工具</a:t>
            </a:r>
          </a:p>
        </p:txBody>
      </p:sp>
      <p:sp>
        <p:nvSpPr>
          <p:cNvPr id="12" name="ladder-shadow-2">
            <a:extLst xmlns:a="http://schemas.openxmlformats.org/drawingml/2006/main">
              <a:ext uri="{FF2B5EF4-FFF2-40B4-BE49-F238E27FC236}">
                <a16:creationId xmlns:a16="http://schemas.microsoft.com/office/drawing/2014/main" id="{29611C0C-B741-4566-9F27-15B43159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71950"/>
            <a:ext cx="1952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dder-step-2">
            <a:extLst xmlns:a="http://schemas.openxmlformats.org/drawingml/2006/main">
              <a:ext uri="{FF2B5EF4-FFF2-40B4-BE49-F238E27FC236}">
                <a16:creationId xmlns:a16="http://schemas.microsoft.com/office/drawing/2014/main" id="{A5A09FCF-792E-42CD-ABCE-12EE8642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76700"/>
            <a:ext cx="1952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ladder-tread-2">
            <a:extLst xmlns:a="http://schemas.openxmlformats.org/drawingml/2006/main">
              <a:ext uri="{FF2B5EF4-FFF2-40B4-BE49-F238E27FC236}">
                <a16:creationId xmlns:a16="http://schemas.microsoft.com/office/drawing/2014/main" id="{5DBCEF3D-39C1-4102-9BD6-B97AE197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76700"/>
            <a:ext cx="1952625" cy="190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solidFill>
              <a:srgbClr val="2020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0A0DF-6DC7-435D-9116-AFC395D0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3815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31A4D-44DA-44D0-B39F-9228F606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600575"/>
            <a:ext cx="1609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独立处理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CBCD2-DC20-4D17-A60A-DA58C5C7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7680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可独立完成任务</a:t>
            </a:r>
          </a:p>
        </p:txBody>
      </p:sp>
      <p:sp>
        <p:nvSpPr>
          <p:cNvPr id="18" name="ladder-shadow-3">
            <a:extLst xmlns:a="http://schemas.openxmlformats.org/drawingml/2006/main">
              <a:ext uri="{FF2B5EF4-FFF2-40B4-BE49-F238E27FC236}">
                <a16:creationId xmlns:a16="http://schemas.microsoft.com/office/drawing/2014/main" id="{A943AD1A-1AD9-46E6-9FDA-95DA3C79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714750"/>
            <a:ext cx="1952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adder-step-3">
            <a:extLst xmlns:a="http://schemas.openxmlformats.org/drawingml/2006/main">
              <a:ext uri="{FF2B5EF4-FFF2-40B4-BE49-F238E27FC236}">
                <a16:creationId xmlns:a16="http://schemas.microsoft.com/office/drawing/2014/main" id="{970D820F-03E6-4723-818B-19059B92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19500"/>
            <a:ext cx="1952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ladder-tread-3">
            <a:extLst xmlns:a="http://schemas.openxmlformats.org/drawingml/2006/main">
              <a:ext uri="{FF2B5EF4-FFF2-40B4-BE49-F238E27FC236}">
                <a16:creationId xmlns:a16="http://schemas.microsoft.com/office/drawing/2014/main" id="{51A9C32A-FF2A-489D-86A2-FFDCEAD3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19500"/>
            <a:ext cx="1952625" cy="190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solidFill>
              <a:srgbClr val="20201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F7E31-8AB1-4AE7-9B5A-8C3DB969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9243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58B14-15A2-43D1-BB45-53545194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143375"/>
            <a:ext cx="1609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跨组协作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BF0AD-FC9D-4A50-82AB-9393B9F6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41960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能在接口处协同</a:t>
            </a:r>
          </a:p>
        </p:txBody>
      </p:sp>
      <p:sp>
        <p:nvSpPr>
          <p:cNvPr id="24" name="ladder-shadow-4">
            <a:extLst xmlns:a="http://schemas.openxmlformats.org/drawingml/2006/main">
              <a:ext uri="{FF2B5EF4-FFF2-40B4-BE49-F238E27FC236}">
                <a16:creationId xmlns:a16="http://schemas.microsoft.com/office/drawing/2014/main" id="{1E719697-0867-414D-82D6-CA77E925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257550"/>
            <a:ext cx="1952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ladder-step-4">
            <a:extLst xmlns:a="http://schemas.openxmlformats.org/drawingml/2006/main">
              <a:ext uri="{FF2B5EF4-FFF2-40B4-BE49-F238E27FC236}">
                <a16:creationId xmlns:a16="http://schemas.microsoft.com/office/drawing/2014/main" id="{894406B3-09D7-4784-90A9-04895414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62300"/>
            <a:ext cx="1952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ladder-tread-4">
            <a:extLst xmlns:a="http://schemas.openxmlformats.org/drawingml/2006/main">
              <a:ext uri="{FF2B5EF4-FFF2-40B4-BE49-F238E27FC236}">
                <a16:creationId xmlns:a16="http://schemas.microsoft.com/office/drawing/2014/main" id="{F0728A56-CC7E-410E-8443-88887805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62300"/>
            <a:ext cx="1952625" cy="190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0201D"/>
          </a:solidFill>
          <a:ln xmlns:a="http://schemas.openxmlformats.org/drawingml/2006/main" w="0">
            <a:solidFill>
              <a:srgbClr val="20201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DE50E3-7CCB-493A-94ED-88B5B7FD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67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7D0AE4-8A29-4A2A-8E75-17544824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686175"/>
            <a:ext cx="1609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系统优化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E263D7-EE3E-4A49-8182-353BEBFF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96240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主动改善系统</a:t>
            </a:r>
          </a:p>
        </p:txBody>
      </p:sp>
      <p:sp>
        <p:nvSpPr>
          <p:cNvPr id="30" name="ladder-shadow-5">
            <a:extLst xmlns:a="http://schemas.openxmlformats.org/drawingml/2006/main">
              <a:ext uri="{FF2B5EF4-FFF2-40B4-BE49-F238E27FC236}">
                <a16:creationId xmlns:a16="http://schemas.microsoft.com/office/drawing/2014/main" id="{68DB952C-301C-4DA0-BFF6-39CDD9CB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800350"/>
            <a:ext cx="19526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ladder-step-5">
            <a:extLst xmlns:a="http://schemas.openxmlformats.org/drawingml/2006/main">
              <a:ext uri="{FF2B5EF4-FFF2-40B4-BE49-F238E27FC236}">
                <a16:creationId xmlns:a16="http://schemas.microsoft.com/office/drawing/2014/main" id="{2EFFFB6C-8E8B-43D3-803F-A0ECD5A1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05100"/>
            <a:ext cx="19526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4CE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2" name="ladder-tread-5">
            <a:extLst xmlns:a="http://schemas.openxmlformats.org/drawingml/2006/main">
              <a:ext uri="{FF2B5EF4-FFF2-40B4-BE49-F238E27FC236}">
                <a16:creationId xmlns:a16="http://schemas.microsoft.com/office/drawing/2014/main" id="{B49E300B-7FBB-4BC0-ABAE-02384AB8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05100"/>
            <a:ext cx="1952625" cy="1905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C891B1-4006-48C3-B24E-4E14E0DB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009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29BE96-1933-47D7-B413-1B5AF722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228975"/>
            <a:ext cx="1609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带教复用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84ACE3-81AD-4D9C-9571-6CDADEF9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50520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把能力传给他人</a:t>
            </a:r>
          </a:p>
        </p:txBody>
      </p:sp>
      <p:cxnSp>
        <p:nvCxnSpPr>
          <p:cNvPr id="78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143250" y="4733925"/>
            <a:ext cx="142875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35D4F"/>
            </a:solidFill>
            <a:prstDash val="solid"/>
            <a:head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5238750" y="4505325"/>
            <a:ext cx="142875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35D4F"/>
            </a:solidFill>
            <a:prstDash val="solid"/>
            <a:head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7334250" y="4276725"/>
            <a:ext cx="142875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35D4F"/>
            </a:solidFill>
            <a:prstDash val="solid"/>
            <a:head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9429750" y="4048125"/>
            <a:ext cx="142875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35D4F"/>
            </a:solidFill>
            <a:prstDash val="solid"/>
            <a:head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FD65AE-3360-4846-A382-7F3E3156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715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能力要求逐级提高，阶段连续且有里程点</a:t>
            </a:r>
          </a:p>
        </p:txBody>
      </p:sp>
      <p:sp>
        <p:nvSpPr>
          <p:cNvPr id="41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73F481D1-9A22-4CFE-AA01-E6FF7BB0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1C9578-0F81-4571-B20B-4F890638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06155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chapter-11">
            <a:extLst xmlns:a="http://schemas.openxmlformats.org/drawingml/2006/main">
              <a:ext uri="{FF2B5EF4-FFF2-40B4-BE49-F238E27FC236}">
                <a16:creationId xmlns:a16="http://schemas.microsoft.com/office/drawing/2014/main" id="{072770AA-B123-4D49-B9D2-A9E4A98E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2" name="title-case-33">
            <a:extLst xmlns:a="http://schemas.openxmlformats.org/drawingml/2006/main">
              <a:ext uri="{FF2B5EF4-FFF2-40B4-BE49-F238E27FC236}">
                <a16:creationId xmlns:a16="http://schemas.microsoft.com/office/drawing/2014/main" id="{CC2FAF68-0005-466C-B8DF-FBD093F5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需求变更要看清角色与阶段交接</a:t>
            </a:r>
          </a:p>
        </p:txBody>
      </p:sp>
      <p:sp>
        <p:nvSpPr>
          <p:cNvPr id="3" name="header-rule-11">
            <a:extLst xmlns:a="http://schemas.openxmlformats.org/drawingml/2006/main">
              <a:ext uri="{FF2B5EF4-FFF2-40B4-BE49-F238E27FC236}">
                <a16:creationId xmlns:a16="http://schemas.microsoft.com/office/drawing/2014/main" id="{6782021E-57BE-4EBF-A285-9E404BFF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609600"/>
            <a:ext cx="289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2329E-E6FB-4CF5-A3E1-F8E15FA8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LUNA HIGH · 结构 Skill 逐稿验证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4D287-5FC5-4A77-A5D1-CEAE7F0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中性编辑排版 · 结构保留后按正文重算</a:t>
            </a:r>
          </a:p>
        </p:txBody>
      </p:sp>
      <p:sp>
        <p:nvSpPr>
          <p:cNvPr id="6" name="stage-header">
            <a:extLst xmlns:a="http://schemas.openxmlformats.org/drawingml/2006/main">
              <a:ext uri="{FF2B5EF4-FFF2-40B4-BE49-F238E27FC236}">
                <a16:creationId xmlns:a16="http://schemas.microsoft.com/office/drawing/2014/main" id="{0194A311-25C3-431E-87C2-763E4F18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3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7363A-2E67-4DC3-B6AE-B803DFDC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574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1  提出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3B02E-0EDA-4202-A96B-4BC70DB4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574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2  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483F5-F693-4671-A8E6-90407ABC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574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3  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AE1AC-DF60-438C-B6C1-78C50ED5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574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4  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C8198-3795-4B82-BC40-FFC25259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574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5  确认</a:t>
            </a:r>
          </a:p>
        </p:txBody>
      </p:sp>
      <p:sp>
        <p:nvSpPr>
          <p:cNvPr id="12" name="lane-1">
            <a:extLst xmlns:a="http://schemas.openxmlformats.org/drawingml/2006/main">
              <a:ext uri="{FF2B5EF4-FFF2-40B4-BE49-F238E27FC236}">
                <a16:creationId xmlns:a16="http://schemas.microsoft.com/office/drawing/2014/main" id="{5A9441D2-5822-45F7-8CEA-6A2A9AB2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19350"/>
            <a:ext cx="1038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A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role-1">
            <a:extLst xmlns:a="http://schemas.openxmlformats.org/drawingml/2006/main">
              <a:ext uri="{FF2B5EF4-FFF2-40B4-BE49-F238E27FC236}">
                <a16:creationId xmlns:a16="http://schemas.microsoft.com/office/drawing/2014/main" id="{E168AD1B-6C3B-4045-8DE3-00B63851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43175"/>
            <a:ext cx="95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85837B"/>
          </a:solidFill>
          <a:ln xmlns:a="http://schemas.openxmlformats.org/drawingml/2006/main" w="0">
            <a:solidFill>
              <a:srgbClr val="8583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129FB-8D58-4BB2-B8BD-7B450A27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2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业务</a:t>
            </a:r>
          </a:p>
        </p:txBody>
      </p:sp>
      <p:sp>
        <p:nvSpPr>
          <p:cNvPr id="15" name="lane-2">
            <a:extLst xmlns:a="http://schemas.openxmlformats.org/drawingml/2006/main">
              <a:ext uri="{FF2B5EF4-FFF2-40B4-BE49-F238E27FC236}">
                <a16:creationId xmlns:a16="http://schemas.microsoft.com/office/drawing/2014/main" id="{CF8B1A94-1499-4475-BC97-CD53E91E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1038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role-2">
            <a:extLst xmlns:a="http://schemas.openxmlformats.org/drawingml/2006/main">
              <a:ext uri="{FF2B5EF4-FFF2-40B4-BE49-F238E27FC236}">
                <a16:creationId xmlns:a16="http://schemas.microsoft.com/office/drawing/2014/main" id="{723CE66B-0556-49A7-8C91-6327C8A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025"/>
            <a:ext cx="95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0201D"/>
          </a:solidFill>
          <a:ln xmlns:a="http://schemas.openxmlformats.org/drawingml/2006/main" w="0">
            <a:solidFill>
              <a:srgbClr val="2020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AB55A-F711-4294-BA22-29E72CFC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337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研发</a:t>
            </a:r>
          </a:p>
        </p:txBody>
      </p:sp>
      <p:sp>
        <p:nvSpPr>
          <p:cNvPr id="18" name="lane-3">
            <a:extLst xmlns:a="http://schemas.openxmlformats.org/drawingml/2006/main">
              <a:ext uri="{FF2B5EF4-FFF2-40B4-BE49-F238E27FC236}">
                <a16:creationId xmlns:a16="http://schemas.microsoft.com/office/drawing/2014/main" id="{790E4E57-B43E-4C18-B7F9-138BB207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29050"/>
            <a:ext cx="1038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FEA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role-3">
            <a:extLst xmlns:a="http://schemas.openxmlformats.org/drawingml/2006/main">
              <a:ext uri="{FF2B5EF4-FFF2-40B4-BE49-F238E27FC236}">
                <a16:creationId xmlns:a16="http://schemas.microsoft.com/office/drawing/2014/main" id="{CF6A7DC6-005E-4A66-BB04-00F5F51D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52875"/>
            <a:ext cx="95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85837B"/>
          </a:solidFill>
          <a:ln xmlns:a="http://schemas.openxmlformats.org/drawingml/2006/main" w="0">
            <a:solidFill>
              <a:srgbClr val="8583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BC710-531A-4395-B5EC-F43234AE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38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质量</a:t>
            </a:r>
          </a:p>
        </p:txBody>
      </p:sp>
      <p:sp>
        <p:nvSpPr>
          <p:cNvPr id="21" name="task-1">
            <a:extLst xmlns:a="http://schemas.openxmlformats.org/drawingml/2006/main">
              <a:ext uri="{FF2B5EF4-FFF2-40B4-BE49-F238E27FC236}">
                <a16:creationId xmlns:a16="http://schemas.microsoft.com/office/drawing/2014/main" id="{DABED82D-3442-4263-B799-6E4584DC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81275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8AD06-0D71-4939-9EEE-F901A824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765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说明诉求</a:t>
            </a:r>
          </a:p>
        </p:txBody>
      </p:sp>
      <p:sp>
        <p:nvSpPr>
          <p:cNvPr id="23" name="task-2">
            <a:extLst xmlns:a="http://schemas.openxmlformats.org/drawingml/2006/main">
              <a:ext uri="{FF2B5EF4-FFF2-40B4-BE49-F238E27FC236}">
                <a16:creationId xmlns:a16="http://schemas.microsoft.com/office/drawing/2014/main" id="{66B4037B-4C3B-40A8-ABF2-583D2392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86125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05889E-F1AC-40C8-A67A-3AC0DCEE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81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检查影响</a:t>
            </a:r>
          </a:p>
        </p:txBody>
      </p:sp>
      <p:sp>
        <p:nvSpPr>
          <p:cNvPr id="25" name="task-3">
            <a:extLst xmlns:a="http://schemas.openxmlformats.org/drawingml/2006/main">
              <a:ext uri="{FF2B5EF4-FFF2-40B4-BE49-F238E27FC236}">
                <a16:creationId xmlns:a16="http://schemas.microsoft.com/office/drawing/2014/main" id="{1BA63B43-DC05-43D4-9ECD-3999C296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86125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FA2924-CEF3-40A6-9E48-43FB7BDB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3813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修改方案</a:t>
            </a:r>
          </a:p>
        </p:txBody>
      </p:sp>
      <p:sp>
        <p:nvSpPr>
          <p:cNvPr id="27" name="task-4">
            <a:extLst xmlns:a="http://schemas.openxmlformats.org/drawingml/2006/main">
              <a:ext uri="{FF2B5EF4-FFF2-40B4-BE49-F238E27FC236}">
                <a16:creationId xmlns:a16="http://schemas.microsoft.com/office/drawing/2014/main" id="{D541F28F-2D02-46A1-B6FB-9021C5A1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990975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9451C-5468-4C87-B17C-24E31A7D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862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验证结果</a:t>
            </a:r>
          </a:p>
        </p:txBody>
      </p:sp>
      <p:sp>
        <p:nvSpPr>
          <p:cNvPr id="29" name="task-5">
            <a:extLst xmlns:a="http://schemas.openxmlformats.org/drawingml/2006/main">
              <a:ext uri="{FF2B5EF4-FFF2-40B4-BE49-F238E27FC236}">
                <a16:creationId xmlns:a16="http://schemas.microsoft.com/office/drawing/2014/main" id="{D6C279D0-37B6-4FB9-B90B-97E2757D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581275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D4CE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5F7223-BD8A-402F-9C14-55F7DFC9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765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最后确认</a:t>
            </a:r>
          </a:p>
        </p:txBody>
      </p:sp>
      <p:cxnSp>
        <p:nvCxnSpPr>
          <p:cNvPr id="68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552825" y="2781300"/>
            <a:ext cx="571500" cy="704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A35D4F"/>
            </a:solidFill>
            <a:prstDash val="solid"/>
            <a:head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343525" y="34861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35D4F"/>
            </a:solidFill>
            <a:prstDash val="solid"/>
            <a:head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134225" y="3486150"/>
            <a:ext cx="571500" cy="704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A35D4F"/>
            </a:solidFill>
            <a:prstDash val="solid"/>
            <a:head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924925" y="2781300"/>
            <a:ext cx="571500" cy="1409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A35D4F"/>
            </a:solidFill>
            <a:prstDash val="solid"/>
            <a:head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3122F8-7004-4424-99D2-D3C532CB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864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交接沿阶段向右推进：诉求 → 评估 → 修改 → 验证 → 确认</a:t>
            </a:r>
          </a:p>
        </p:txBody>
      </p:sp>
      <p:sp>
        <p:nvSpPr>
          <p:cNvPr id="36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A52C55D7-3C02-49B6-BA59-2CAA45E3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6400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4F5138-BC3F-412F-B87B-30860EBE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2143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2026-09-07T05:07:22.4370000Z</dcterms:created>
  <dcterms:modified xsi:type="dcterms:W3CDTF">2026-09-07T05:07:22.4370000Z</dcterms:modified>
</coreProperties>
</file>