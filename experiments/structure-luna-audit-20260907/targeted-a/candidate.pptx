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523d4315cd402d" /><Relationship Type="http://schemas.openxmlformats.org/officeDocument/2006/relationships/extended-properties" Target="/docProps/app.xml" Id="R6638ceb53d9b48a8" /><Relationship Type="http://schemas.openxmlformats.org/officeDocument/2006/relationships/officeDocument" Target="/ppt/presentation.xml" Id="R7176279e19b448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3a1958fce04524"/>
  </p:sldMasterIdLst>
  <p:notesMasterIdLst>
    <p:notesMasterId xmlns:r="http://schemas.openxmlformats.org/officeDocument/2006/relationships" r:id="R09b67a3a2a784cbe"/>
  </p:notesMasterIdLst>
  <p:sldIdLst>
    <p:sldId xmlns:r="http://schemas.openxmlformats.org/officeDocument/2006/relationships" id="256" r:id="Rfb05be58b8ba42e0"/>
    <p:sldId xmlns:r="http://schemas.openxmlformats.org/officeDocument/2006/relationships" id="257" r:id="R84fca217b4df4159"/>
    <p:sldId xmlns:r="http://schemas.openxmlformats.org/officeDocument/2006/relationships" id="258" r:id="Rb72014fba56941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56a08b069b4d3d" /><Relationship Type="http://schemas.openxmlformats.org/officeDocument/2006/relationships/slideMaster" Target="/ppt/slideMasters/slideMaster1.xml" Id="Rfb3a1958fce04524" /><Relationship Type="http://schemas.openxmlformats.org/officeDocument/2006/relationships/notesMaster" Target="/ppt/notesMasters/notesMaster1.xml" Id="R09b67a3a2a784cbe" /><Relationship Type="http://schemas.openxmlformats.org/officeDocument/2006/relationships/presProps" Target="/ppt/presProps.xml" Id="R6e138fe234af4e84" /><Relationship Type="http://schemas.openxmlformats.org/officeDocument/2006/relationships/tableStyles" Target="/ppt/tableStyles.xml" Id="R0f39bb47ef014e43" /><Relationship Type="http://schemas.openxmlformats.org/officeDocument/2006/relationships/slide" Target="/ppt/slides/slide1.xml" Id="Rfb05be58b8ba42e0" /><Relationship Type="http://schemas.openxmlformats.org/officeDocument/2006/relationships/slide" Target="/ppt/slides/slide2.xml" Id="R84fca217b4df4159" /><Relationship Type="http://schemas.openxmlformats.org/officeDocument/2006/relationships/slide" Target="/ppt/slides/slide3.xml" Id="Rb72014fba56941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275dcf022f4a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77e377afea4f58" /><Relationship Type="http://schemas.openxmlformats.org/officeDocument/2006/relationships/notesMaster" Target="/ppt/notesMasters/notesMaster1.xml" Id="R9ea80e5399004d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5fb3d1e6374f3d" /><Relationship Type="http://schemas.openxmlformats.org/officeDocument/2006/relationships/notesMaster" Target="/ppt/notesMasters/notesMaster1.xml" Id="R1e2f857db34f48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5ace9906774cac" /><Relationship Type="http://schemas.openxmlformats.org/officeDocument/2006/relationships/notesMaster" Target="/ppt/notesMasters/notesMaster1.xml" Id="Rc3e00700d8b74a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稿件：experiments/structure-luna-audit-20260907/batch-1/input.json / case-01</a:t>
            </a:r>
          </a:p>
          <a:p xmlns:a="http://schemas.openxmlformats.org/drawingml/2006/main">
            <a:r>
              <a:t>- 结构检索：catalog guide argument-evidence-conclusion-001</a:t>
            </a:r>
          </a:p>
          <a:p xmlns:a="http://schemas.openxmlformats.org/drawingml/2006/main">
            <a:r>
              <a:t>- 几何复核：assets/结构图/argument-evidence-conclusion-001/review.mjs</a:t>
            </a:r>
          </a:p>
          <a:p xmlns:a="http://schemas.openxmlformats.org/drawingml/2006/main">
            <a:r>
              <a:t>- 原生调用：invokeStructure references + content + targetFrame + build</a:t>
            </a:r>
          </a:p>
          <a:p xmlns:a="http://schemas.openxmlformats.org/drawingml/2006/main">
            <a:r>
              <a:t>- Skin：neutral-editorial-001；规则：中性杂志风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[Boundaries]</a:t>
            </a:r>
          </a:p>
          <a:p xmlns:a="http://schemas.openxmlformats.org/drawingml/2006/main">
            <a:r>
              <a:t>- 本页是指定结构测试，不代表自然选中。</a:t>
            </a:r>
          </a:p>
          <a:p xmlns:a="http://schemas.openxmlformats.org/drawingml/2006/main">
            <a:r>
              <a:t>- invokeStructure success 只代表原生对象已创建，最终判断以导入检查和 PNG 视觉复核为准。</a:t>
            </a:r>
          </a:p>
          <a:p xmlns:a="http://schemas.openxmlformats.org/drawingml/2006/main">
            <a:r>
              <a:t>[/Boundaries]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稿件：experiments/structure-luna-audit-20260907/batch-1/input.json / case-04</a:t>
            </a:r>
          </a:p>
          <a:p xmlns:a="http://schemas.openxmlformats.org/drawingml/2006/main">
            <a:r>
              <a:t>- 结构检索：catalog guide causal-fishbone-attribution-001</a:t>
            </a:r>
          </a:p>
          <a:p xmlns:a="http://schemas.openxmlformats.org/drawingml/2006/main">
            <a:r>
              <a:t>- 几何复核：assets/结构图/causal-fishbone-attribution-001/review.mjs</a:t>
            </a:r>
          </a:p>
          <a:p xmlns:a="http://schemas.openxmlformats.org/drawingml/2006/main">
            <a:r>
              <a:t>- 原生调用：invokeStructure references + content + targetFrame + build</a:t>
            </a:r>
          </a:p>
          <a:p xmlns:a="http://schemas.openxmlformats.org/drawingml/2006/main">
            <a:r>
              <a:t>- Skin：neutral-editorial-001；规则：中性杂志风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[Boundaries]</a:t>
            </a:r>
          </a:p>
          <a:p xmlns:a="http://schemas.openxmlformats.org/drawingml/2006/main">
            <a:r>
              <a:t>- 本页是指定结构测试，不代表自然选中。</a:t>
            </a:r>
          </a:p>
          <a:p xmlns:a="http://schemas.openxmlformats.org/drawingml/2006/main">
            <a:r>
              <a:t>- invokeStructure success 只代表原生对象已创建，最终判断以导入检查和 PNG 视觉复核为准。</a:t>
            </a:r>
          </a:p>
          <a:p xmlns:a="http://schemas.openxmlformats.org/drawingml/2006/main">
            <a:r>
              <a:t>[/Boundaries]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稿件：experiments/structure-luna-audit-20260907/batch-1/input.json / case-28</a:t>
            </a:r>
          </a:p>
          <a:p xmlns:a="http://schemas.openxmlformats.org/drawingml/2006/main">
            <a:r>
              <a:t>- 结构检索：catalog guide problem-method-result-001</a:t>
            </a:r>
          </a:p>
          <a:p xmlns:a="http://schemas.openxmlformats.org/drawingml/2006/main">
            <a:r>
              <a:t>- 几何复核：assets/结构图/problem-method-result-001/review.mjs</a:t>
            </a:r>
          </a:p>
          <a:p xmlns:a="http://schemas.openxmlformats.org/drawingml/2006/main">
            <a:r>
              <a:t>- 原生调用：invokeStructure references + content + targetFrame + build</a:t>
            </a:r>
          </a:p>
          <a:p xmlns:a="http://schemas.openxmlformats.org/drawingml/2006/main">
            <a:r>
              <a:t>- Skin：neutral-editorial-001；规则：中性杂志风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[Boundaries]</a:t>
            </a:r>
          </a:p>
          <a:p xmlns:a="http://schemas.openxmlformats.org/drawingml/2006/main">
            <a:r>
              <a:t>- 本页是指定结构测试，不代表自然选中。</a:t>
            </a:r>
          </a:p>
          <a:p xmlns:a="http://schemas.openxmlformats.org/drawingml/2006/main">
            <a:r>
              <a:t>- invokeStructure success 只代表原生对象已创建，最终判断以导入检查和 PNG 视觉复核为准。</a:t>
            </a:r>
          </a:p>
          <a:p xmlns:a="http://schemas.openxmlformats.org/drawingml/2006/main">
            <a:r>
              <a:t>[/Boundaries]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4863b9846447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9afc249b2a4c05" /><Relationship Type="http://schemas.openxmlformats.org/officeDocument/2006/relationships/slideLayout" Target="/ppt/slideLayouts/slideLayout1.xml" Id="Redce55edd5104de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ce55edd5104de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a8f2c7147d4b11" /><Relationship Type="http://schemas.openxmlformats.org/officeDocument/2006/relationships/notesSlide" Target="/ppt/notesSlides/notesSlide1.xml" Id="R542d492e856c43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7127d1c4249da" /><Relationship Type="http://schemas.openxmlformats.org/officeDocument/2006/relationships/notesSlide" Target="/ppt/notesSlides/notesSlide2.xml" Id="R52b47af14f7f42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61f28731c24858" /><Relationship Type="http://schemas.openxmlformats.org/officeDocument/2006/relationships/notesSlide" Target="/ppt/notesSlides/notesSlide3.xml" Id="R77296e5c7b4a49b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2154CA3E-ECB3-4A80-A4DE-B9107B9C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2" name="page-title">
            <a:extLst xmlns:a="http://schemas.openxmlformats.org/drawingml/2006/main">
              <a:ext uri="{FF2B5EF4-FFF2-40B4-BE49-F238E27FC236}">
                <a16:creationId xmlns:a16="http://schemas.microsoft.com/office/drawing/2014/main" id="{A93B455F-8B0C-4F6B-93B8-57BBF3EA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先试点再扩展能降低上线风险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D44181-1CF6-4322-B58F-D4B439DC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24750" y="561975"/>
            <a:ext cx="4076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5DA305C1-4172-46C7-BB78-6EAC9FBC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96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D86B72-053C-4D3A-8ACA-F11F896C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0125" y="1781175"/>
            <a:ext cx="9525" cy="394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2B8"/>
            </a:solidFill>
            <a:prstDash val="solid"/>
          </a:ln>
        </p:spPr>
      </p:sp>
      <p:sp>
        <p:nvSpPr>
          <p:cNvPr id="6" name="phase-0">
            <a:extLst xmlns:a="http://schemas.openxmlformats.org/drawingml/2006/main">
              <a:ext uri="{FF2B5EF4-FFF2-40B4-BE49-F238E27FC236}">
                <a16:creationId xmlns:a16="http://schemas.microsoft.com/office/drawing/2014/main" id="{B571B8FF-DF47-4A18-B937-55A368F2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573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7" name="phase-0-count">
            <a:extLst xmlns:a="http://schemas.openxmlformats.org/drawingml/2006/main">
              <a:ext uri="{FF2B5EF4-FFF2-40B4-BE49-F238E27FC236}">
                <a16:creationId xmlns:a16="http://schemas.microsoft.com/office/drawing/2014/main" id="{3212DEC4-BE76-4CFF-A5C1-883F3ED2B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97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8" name="phase-0-label">
            <a:extLst xmlns:a="http://schemas.openxmlformats.org/drawingml/2006/main">
              <a:ext uri="{FF2B5EF4-FFF2-40B4-BE49-F238E27FC236}">
                <a16:creationId xmlns:a16="http://schemas.microsoft.com/office/drawing/2014/main" id="{BFBCE788-4AB5-43A0-9372-C7DBE984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47925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论点</a:t>
            </a:r>
          </a:p>
        </p:txBody>
      </p:sp>
      <p:sp>
        <p:nvSpPr>
          <p:cNvPr id="9" name="phase-1">
            <a:extLst xmlns:a="http://schemas.openxmlformats.org/drawingml/2006/main">
              <a:ext uri="{FF2B5EF4-FFF2-40B4-BE49-F238E27FC236}">
                <a16:creationId xmlns:a16="http://schemas.microsoft.com/office/drawing/2014/main" id="{B1D62FF7-4A11-4B35-B1EC-4398F2C0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0" name="phase-1-count">
            <a:extLst xmlns:a="http://schemas.openxmlformats.org/drawingml/2006/main">
              <a:ext uri="{FF2B5EF4-FFF2-40B4-BE49-F238E27FC236}">
                <a16:creationId xmlns:a16="http://schemas.microsoft.com/office/drawing/2014/main" id="{673D1241-A440-4C55-A8D6-497CB751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3C596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3C5965"/>
                </a:solidFill>
                <a:latin typeface="Noto Sans SC"/>
                <a:ea typeface="Noto Sans SC"/>
                <a:cs typeface="Noto Sans SC"/>
              </a:rPr>
              <a:t>6</a:t>
            </a:r>
          </a:p>
        </p:txBody>
      </p:sp>
      <p:sp>
        <p:nvSpPr>
          <p:cNvPr id="11" name="phase-1-label">
            <a:extLst xmlns:a="http://schemas.openxmlformats.org/drawingml/2006/main">
              <a:ext uri="{FF2B5EF4-FFF2-40B4-BE49-F238E27FC236}">
                <a16:creationId xmlns:a16="http://schemas.microsoft.com/office/drawing/2014/main" id="{A0262EBD-424B-40ED-8B28-6C220C2A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24300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依据</a:t>
            </a:r>
          </a:p>
        </p:txBody>
      </p:sp>
      <p:sp>
        <p:nvSpPr>
          <p:cNvPr id="12" name="phase-2">
            <a:extLst xmlns:a="http://schemas.openxmlformats.org/drawingml/2006/main">
              <a:ext uri="{FF2B5EF4-FFF2-40B4-BE49-F238E27FC236}">
                <a16:creationId xmlns:a16="http://schemas.microsoft.com/office/drawing/2014/main" id="{54EBC374-472E-4E95-8B99-3ABD6703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3" name="phase-2-count">
            <a:extLst xmlns:a="http://schemas.openxmlformats.org/drawingml/2006/main">
              <a:ext uri="{FF2B5EF4-FFF2-40B4-BE49-F238E27FC236}">
                <a16:creationId xmlns:a16="http://schemas.microsoft.com/office/drawing/2014/main" id="{DFAD3223-00E4-4A05-B0B3-5E68F801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482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3C596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3C5965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14" name="phase-2-label">
            <a:extLst xmlns:a="http://schemas.openxmlformats.org/drawingml/2006/main">
              <a:ext uri="{FF2B5EF4-FFF2-40B4-BE49-F238E27FC236}">
                <a16:creationId xmlns:a16="http://schemas.microsoft.com/office/drawing/2014/main" id="{D8086BD4-B633-43E0-B2BC-4599C74B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86425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结论</a:t>
            </a:r>
          </a:p>
        </p:txBody>
      </p:sp>
      <p:sp>
        <p:nvSpPr>
          <p:cNvPr id="15" name="claim-card">
            <a:extLst xmlns:a="http://schemas.openxmlformats.org/drawingml/2006/main">
              <a:ext uri="{FF2B5EF4-FFF2-40B4-BE49-F238E27FC236}">
                <a16:creationId xmlns:a16="http://schemas.microsoft.com/office/drawing/2014/main" id="{36E29466-B82A-4FA3-887D-41490EF3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76400"/>
            <a:ext cx="8763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16" name="claim-title">
            <a:extLst xmlns:a="http://schemas.openxmlformats.org/drawingml/2006/main">
              <a:ext uri="{FF2B5EF4-FFF2-40B4-BE49-F238E27FC236}">
                <a16:creationId xmlns:a16="http://schemas.microsoft.com/office/drawing/2014/main" id="{B577F102-AF8B-41BD-9679-2BB0E996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8097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FFFFF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FFFFFF"/>
                </a:solidFill>
                <a:latin typeface="Noto Serif SC"/>
                <a:ea typeface="Noto Serif SC"/>
                <a:cs typeface="Noto Serif SC"/>
              </a:rPr>
              <a:t>先试点再扩展能降低上线风险</a:t>
            </a:r>
          </a:p>
        </p:txBody>
      </p:sp>
      <p:sp>
        <p:nvSpPr>
          <p:cNvPr id="17" name="claim-body">
            <a:extLst xmlns:a="http://schemas.openxmlformats.org/drawingml/2006/main">
              <a:ext uri="{FF2B5EF4-FFF2-40B4-BE49-F238E27FC236}">
                <a16:creationId xmlns:a16="http://schemas.microsoft.com/office/drawing/2014/main" id="{927C4056-ED68-47FC-B04A-352CB86F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133600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E9F0F0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E9F0F0"/>
                </a:solidFill>
                <a:latin typeface="Noto Sans SC"/>
                <a:ea typeface="Noto Sans SC"/>
                <a:cs typeface="Noto Sans SC"/>
              </a:rPr>
              <a:t>分阶段上线优于直接全量，先用小范围试点验证，再根据复盘结果扩大范围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224A73-00A7-4E9C-9174-C9F4CCD1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57450" y="2400300"/>
            <a:ext cx="9525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19" name="claim-anchor-0">
            <a:extLst xmlns:a="http://schemas.openxmlformats.org/drawingml/2006/main">
              <a:ext uri="{FF2B5EF4-FFF2-40B4-BE49-F238E27FC236}">
                <a16:creationId xmlns:a16="http://schemas.microsoft.com/office/drawing/2014/main" id="{F404D71C-87C4-40EC-8491-3B2A263C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762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BA78F7-EBC1-462E-8675-69001EE8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86200" y="2400300"/>
            <a:ext cx="9525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21" name="claim-anchor-1">
            <a:extLst xmlns:a="http://schemas.openxmlformats.org/drawingml/2006/main">
              <a:ext uri="{FF2B5EF4-FFF2-40B4-BE49-F238E27FC236}">
                <a16:creationId xmlns:a16="http://schemas.microsoft.com/office/drawing/2014/main" id="{B6C5136B-9ADC-4D1D-8BFD-907F80E9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762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7713D1-A2A2-4942-A3AD-F8158E30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14950" y="2400300"/>
            <a:ext cx="9525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23" name="claim-anchor-2">
            <a:extLst xmlns:a="http://schemas.openxmlformats.org/drawingml/2006/main">
              <a:ext uri="{FF2B5EF4-FFF2-40B4-BE49-F238E27FC236}">
                <a16:creationId xmlns:a16="http://schemas.microsoft.com/office/drawing/2014/main" id="{F679C08A-47DF-4B85-9592-0704DEB0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762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2667A0-22DA-4868-8A09-ECF2D09C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43700" y="2400300"/>
            <a:ext cx="9525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25" name="claim-anchor-3">
            <a:extLst xmlns:a="http://schemas.openxmlformats.org/drawingml/2006/main">
              <a:ext uri="{FF2B5EF4-FFF2-40B4-BE49-F238E27FC236}">
                <a16:creationId xmlns:a16="http://schemas.microsoft.com/office/drawing/2014/main" id="{528CEE73-016C-451F-8A2E-25933C0F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62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9BB75E-5F2B-47FD-AAC7-2E39A2EC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72450" y="2400300"/>
            <a:ext cx="9525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27" name="claim-anchor-4">
            <a:extLst xmlns:a="http://schemas.openxmlformats.org/drawingml/2006/main">
              <a:ext uri="{FF2B5EF4-FFF2-40B4-BE49-F238E27FC236}">
                <a16:creationId xmlns:a16="http://schemas.microsoft.com/office/drawing/2014/main" id="{960FBE6B-5D62-4EB5-B315-5BA00EE3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62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3F1809-182D-4ED2-B574-3A32EDD0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601200" y="2400300"/>
            <a:ext cx="9525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29" name="claim-anchor-5">
            <a:extLst xmlns:a="http://schemas.openxmlformats.org/drawingml/2006/main">
              <a:ext uri="{FF2B5EF4-FFF2-40B4-BE49-F238E27FC236}">
                <a16:creationId xmlns:a16="http://schemas.microsoft.com/office/drawing/2014/main" id="{6A83E000-1B3E-49EC-9DBD-4CBE03D6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62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30" name="evidence-shadow-0">
            <a:extLst xmlns:a="http://schemas.openxmlformats.org/drawingml/2006/main">
              <a:ext uri="{FF2B5EF4-FFF2-40B4-BE49-F238E27FC236}">
                <a16:creationId xmlns:a16="http://schemas.microsoft.com/office/drawing/2014/main" id="{D1274FEC-0178-4171-9AB8-F5ECFE09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1333500" cy="14668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DCE3E2"/>
          </a:solidFill>
          <a:ln xmlns:a="http://schemas.openxmlformats.org/drawingml/2006/main" w="9525">
            <a:solidFill>
              <a:srgbClr val="DCE3E2"/>
            </a:solidFill>
            <a:prstDash val="solid"/>
          </a:ln>
        </p:spPr>
      </p:sp>
      <p:sp>
        <p:nvSpPr>
          <p:cNvPr id="31" name="evidence-card-0">
            <a:extLst xmlns:a="http://schemas.openxmlformats.org/drawingml/2006/main">
              <a:ext uri="{FF2B5EF4-FFF2-40B4-BE49-F238E27FC236}">
                <a16:creationId xmlns:a16="http://schemas.microsoft.com/office/drawing/2014/main" id="{A12380EF-B1CD-4082-9C72-A8F77974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800350"/>
            <a:ext cx="1333500" cy="14668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4"/>
            </a:solidFill>
            <a:prstDash val="solid"/>
          </a:ln>
        </p:spPr>
      </p:sp>
      <p:sp>
        <p:nvSpPr>
          <p:cNvPr id="32" name="evidence-accent-0">
            <a:extLst xmlns:a="http://schemas.openxmlformats.org/drawingml/2006/main">
              <a:ext uri="{FF2B5EF4-FFF2-40B4-BE49-F238E27FC236}">
                <a16:creationId xmlns:a16="http://schemas.microsoft.com/office/drawing/2014/main" id="{74B69401-306C-49CA-B379-55B3061C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800350"/>
            <a:ext cx="666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E88"/>
          </a:solidFill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33" name="evidence-number-0">
            <a:extLst xmlns:a="http://schemas.openxmlformats.org/drawingml/2006/main">
              <a:ext uri="{FF2B5EF4-FFF2-40B4-BE49-F238E27FC236}">
                <a16:creationId xmlns:a16="http://schemas.microsoft.com/office/drawing/2014/main" id="{68712B68-0B68-4AC8-BF21-5808D5A4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9337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3C5965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1">
                <a:solidFill>
                  <a:srgbClr val="3C5965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34" name="evidence-title-0">
            <a:extLst xmlns:a="http://schemas.openxmlformats.org/drawingml/2006/main">
              <a:ext uri="{FF2B5EF4-FFF2-40B4-BE49-F238E27FC236}">
                <a16:creationId xmlns:a16="http://schemas.microsoft.com/office/drawing/2014/main" id="{8F1A1DEA-07FA-4703-9917-7A680C58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31813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1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适配验证</a:t>
            </a:r>
          </a:p>
        </p:txBody>
      </p:sp>
      <p:sp>
        <p:nvSpPr>
          <p:cNvPr id="35" name="evidence-body-0">
            <a:extLst xmlns:a="http://schemas.openxmlformats.org/drawingml/2006/main">
              <a:ext uri="{FF2B5EF4-FFF2-40B4-BE49-F238E27FC236}">
                <a16:creationId xmlns:a16="http://schemas.microsoft.com/office/drawing/2014/main" id="{1A921DE0-D018-410E-819D-39D39039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3524250"/>
            <a:ext cx="1114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63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试点能验证业务适配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05066C-8950-4F57-AF1D-AB37EE7D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57450" y="4267200"/>
            <a:ext cx="9525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37" name="evidence-shadow-1">
            <a:extLst xmlns:a="http://schemas.openxmlformats.org/drawingml/2006/main">
              <a:ext uri="{FF2B5EF4-FFF2-40B4-BE49-F238E27FC236}">
                <a16:creationId xmlns:a16="http://schemas.microsoft.com/office/drawing/2014/main" id="{2ACC98A7-06EA-451E-81A7-4F427FE8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57500"/>
            <a:ext cx="1333500" cy="14668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DCE3E2"/>
          </a:solidFill>
          <a:ln xmlns:a="http://schemas.openxmlformats.org/drawingml/2006/main" w="9525">
            <a:solidFill>
              <a:srgbClr val="DCE3E2"/>
            </a:solidFill>
            <a:prstDash val="solid"/>
          </a:ln>
        </p:spPr>
      </p:sp>
      <p:sp>
        <p:nvSpPr>
          <p:cNvPr id="38" name="evidence-card-1">
            <a:extLst xmlns:a="http://schemas.openxmlformats.org/drawingml/2006/main">
              <a:ext uri="{FF2B5EF4-FFF2-40B4-BE49-F238E27FC236}">
                <a16:creationId xmlns:a16="http://schemas.microsoft.com/office/drawing/2014/main" id="{35C2A5BB-B6C3-4861-A69D-68FCC6BF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800350"/>
            <a:ext cx="1333500" cy="14668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4"/>
            </a:solidFill>
            <a:prstDash val="solid"/>
          </a:ln>
        </p:spPr>
      </p:sp>
      <p:sp>
        <p:nvSpPr>
          <p:cNvPr id="39" name="evidence-accent-1">
            <a:extLst xmlns:a="http://schemas.openxmlformats.org/drawingml/2006/main">
              <a:ext uri="{FF2B5EF4-FFF2-40B4-BE49-F238E27FC236}">
                <a16:creationId xmlns:a16="http://schemas.microsoft.com/office/drawing/2014/main" id="{82838F44-BAC6-4FBD-919C-731CD709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800350"/>
            <a:ext cx="666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E88"/>
          </a:solidFill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40" name="evidence-number-1">
            <a:extLst xmlns:a="http://schemas.openxmlformats.org/drawingml/2006/main">
              <a:ext uri="{FF2B5EF4-FFF2-40B4-BE49-F238E27FC236}">
                <a16:creationId xmlns:a16="http://schemas.microsoft.com/office/drawing/2014/main" id="{184EF118-E107-40DD-A59D-A7B694C2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9337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3C5965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1">
                <a:solidFill>
                  <a:srgbClr val="3C5965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41" name="evidence-title-1">
            <a:extLst xmlns:a="http://schemas.openxmlformats.org/drawingml/2006/main">
              <a:ext uri="{FF2B5EF4-FFF2-40B4-BE49-F238E27FC236}">
                <a16:creationId xmlns:a16="http://schemas.microsoft.com/office/drawing/2014/main" id="{022528AE-59DF-4712-892F-C7693B0B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1813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1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故障定位</a:t>
            </a:r>
          </a:p>
        </p:txBody>
      </p:sp>
      <p:sp>
        <p:nvSpPr>
          <p:cNvPr id="42" name="evidence-body-1">
            <a:extLst xmlns:a="http://schemas.openxmlformats.org/drawingml/2006/main">
              <a:ext uri="{FF2B5EF4-FFF2-40B4-BE49-F238E27FC236}">
                <a16:creationId xmlns:a16="http://schemas.microsoft.com/office/drawing/2014/main" id="{01CC2721-B852-45FB-9A73-340C813D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524250"/>
            <a:ext cx="1114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63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小范围故障更易定位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FCB0F2F-AE58-4A70-B635-6EB0ECE8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86200" y="4267200"/>
            <a:ext cx="9525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44" name="evidence-shadow-2">
            <a:extLst xmlns:a="http://schemas.openxmlformats.org/drawingml/2006/main">
              <a:ext uri="{FF2B5EF4-FFF2-40B4-BE49-F238E27FC236}">
                <a16:creationId xmlns:a16="http://schemas.microsoft.com/office/drawing/2014/main" id="{2C8AC526-14FE-4760-B39A-10EF3C45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57500"/>
            <a:ext cx="1333500" cy="14668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DCE3E2"/>
          </a:solidFill>
          <a:ln xmlns:a="http://schemas.openxmlformats.org/drawingml/2006/main" w="9525">
            <a:solidFill>
              <a:srgbClr val="DCE3E2"/>
            </a:solidFill>
            <a:prstDash val="solid"/>
          </a:ln>
        </p:spPr>
      </p:sp>
      <p:sp>
        <p:nvSpPr>
          <p:cNvPr id="45" name="evidence-card-2">
            <a:extLst xmlns:a="http://schemas.openxmlformats.org/drawingml/2006/main">
              <a:ext uri="{FF2B5EF4-FFF2-40B4-BE49-F238E27FC236}">
                <a16:creationId xmlns:a16="http://schemas.microsoft.com/office/drawing/2014/main" id="{4C8A297C-E9F7-4246-B3E9-32FF5C03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00350"/>
            <a:ext cx="1333500" cy="14668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4"/>
            </a:solidFill>
            <a:prstDash val="solid"/>
          </a:ln>
        </p:spPr>
      </p:sp>
      <p:sp>
        <p:nvSpPr>
          <p:cNvPr id="46" name="evidence-accent-2">
            <a:extLst xmlns:a="http://schemas.openxmlformats.org/drawingml/2006/main">
              <a:ext uri="{FF2B5EF4-FFF2-40B4-BE49-F238E27FC236}">
                <a16:creationId xmlns:a16="http://schemas.microsoft.com/office/drawing/2014/main" id="{F6D4A465-6A60-442A-B097-642BE457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00350"/>
            <a:ext cx="666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E88"/>
          </a:solidFill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47" name="evidence-number-2">
            <a:extLst xmlns:a="http://schemas.openxmlformats.org/drawingml/2006/main">
              <a:ext uri="{FF2B5EF4-FFF2-40B4-BE49-F238E27FC236}">
                <a16:creationId xmlns:a16="http://schemas.microsoft.com/office/drawing/2014/main" id="{13154511-2355-43E1-BC6F-EBB24CB6A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9337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3C5965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1">
                <a:solidFill>
                  <a:srgbClr val="3C5965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48" name="evidence-title-2">
            <a:extLst xmlns:a="http://schemas.openxmlformats.org/drawingml/2006/main">
              <a:ext uri="{FF2B5EF4-FFF2-40B4-BE49-F238E27FC236}">
                <a16:creationId xmlns:a16="http://schemas.microsoft.com/office/drawing/2014/main" id="{75B7F10F-077B-4DFE-B2E5-0A84A9B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1813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1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反馈校准</a:t>
            </a:r>
          </a:p>
        </p:txBody>
      </p:sp>
      <p:sp>
        <p:nvSpPr>
          <p:cNvPr id="49" name="evidence-body-2">
            <a:extLst xmlns:a="http://schemas.openxmlformats.org/drawingml/2006/main">
              <a:ext uri="{FF2B5EF4-FFF2-40B4-BE49-F238E27FC236}">
                <a16:creationId xmlns:a16="http://schemas.microsoft.com/office/drawing/2014/main" id="{C2665272-5856-4C04-990A-F8BDB71F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524250"/>
            <a:ext cx="1114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63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使用反馈能校正文案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AEF89A6-7250-4352-A2C4-F3A7C9B8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14950" y="4267200"/>
            <a:ext cx="9525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51" name="evidence-shadow-3">
            <a:extLst xmlns:a="http://schemas.openxmlformats.org/drawingml/2006/main">
              <a:ext uri="{FF2B5EF4-FFF2-40B4-BE49-F238E27FC236}">
                <a16:creationId xmlns:a16="http://schemas.microsoft.com/office/drawing/2014/main" id="{29C51CA4-AE45-4E10-8C0A-97560DA4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57500"/>
            <a:ext cx="1333500" cy="14668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DCE3E2"/>
          </a:solidFill>
          <a:ln xmlns:a="http://schemas.openxmlformats.org/drawingml/2006/main" w="9525">
            <a:solidFill>
              <a:srgbClr val="DCE3E2"/>
            </a:solidFill>
            <a:prstDash val="solid"/>
          </a:ln>
        </p:spPr>
      </p:sp>
      <p:sp>
        <p:nvSpPr>
          <p:cNvPr id="52" name="evidence-card-3">
            <a:extLst xmlns:a="http://schemas.openxmlformats.org/drawingml/2006/main">
              <a:ext uri="{FF2B5EF4-FFF2-40B4-BE49-F238E27FC236}">
                <a16:creationId xmlns:a16="http://schemas.microsoft.com/office/drawing/2014/main" id="{D7D2F9B3-FCE4-4296-AECA-4F2F29AC9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800350"/>
            <a:ext cx="1333500" cy="14668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4"/>
            </a:solidFill>
            <a:prstDash val="solid"/>
          </a:ln>
        </p:spPr>
      </p:sp>
      <p:sp>
        <p:nvSpPr>
          <p:cNvPr id="53" name="evidence-accent-3">
            <a:extLst xmlns:a="http://schemas.openxmlformats.org/drawingml/2006/main">
              <a:ext uri="{FF2B5EF4-FFF2-40B4-BE49-F238E27FC236}">
                <a16:creationId xmlns:a16="http://schemas.microsoft.com/office/drawing/2014/main" id="{7613D3EE-8C87-4142-A555-D1500FF2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800350"/>
            <a:ext cx="666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E88"/>
          </a:solidFill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54" name="evidence-number-3">
            <a:extLst xmlns:a="http://schemas.openxmlformats.org/drawingml/2006/main">
              <a:ext uri="{FF2B5EF4-FFF2-40B4-BE49-F238E27FC236}">
                <a16:creationId xmlns:a16="http://schemas.microsoft.com/office/drawing/2014/main" id="{D37C8B4C-BB04-40EE-B93B-E23B0EC7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9337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3C5965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1">
                <a:solidFill>
                  <a:srgbClr val="3C5965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55" name="evidence-title-3">
            <a:extLst xmlns:a="http://schemas.openxmlformats.org/drawingml/2006/main">
              <a:ext uri="{FF2B5EF4-FFF2-40B4-BE49-F238E27FC236}">
                <a16:creationId xmlns:a16="http://schemas.microsoft.com/office/drawing/2014/main" id="{B7B2ECC5-A571-4431-9096-8D2475F6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1813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1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角色培训</a:t>
            </a:r>
          </a:p>
        </p:txBody>
      </p:sp>
      <p:sp>
        <p:nvSpPr>
          <p:cNvPr id="56" name="evidence-body-3">
            <a:extLst xmlns:a="http://schemas.openxmlformats.org/drawingml/2006/main">
              <a:ext uri="{FF2B5EF4-FFF2-40B4-BE49-F238E27FC236}">
                <a16:creationId xmlns:a16="http://schemas.microsoft.com/office/drawing/2014/main" id="{CFB59694-3128-48CE-9C4D-305A784C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524250"/>
            <a:ext cx="1114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63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培训可按角色开展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CE66D4F-92F1-48FD-A3FE-7BD5866A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43700" y="4267200"/>
            <a:ext cx="9525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58" name="evidence-shadow-4">
            <a:extLst xmlns:a="http://schemas.openxmlformats.org/drawingml/2006/main">
              <a:ext uri="{FF2B5EF4-FFF2-40B4-BE49-F238E27FC236}">
                <a16:creationId xmlns:a16="http://schemas.microsoft.com/office/drawing/2014/main" id="{BDEE8594-52E2-42E4-AB25-B75D3960E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57500"/>
            <a:ext cx="1333500" cy="14668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DCE3E2"/>
          </a:solidFill>
          <a:ln xmlns:a="http://schemas.openxmlformats.org/drawingml/2006/main" w="9525">
            <a:solidFill>
              <a:srgbClr val="DCE3E2"/>
            </a:solidFill>
            <a:prstDash val="solid"/>
          </a:ln>
        </p:spPr>
      </p:sp>
      <p:sp>
        <p:nvSpPr>
          <p:cNvPr id="59" name="evidence-card-4">
            <a:extLst xmlns:a="http://schemas.openxmlformats.org/drawingml/2006/main">
              <a:ext uri="{FF2B5EF4-FFF2-40B4-BE49-F238E27FC236}">
                <a16:creationId xmlns:a16="http://schemas.microsoft.com/office/drawing/2014/main" id="{85AA5EEB-5E93-4B38-84F4-5311E8AE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00350"/>
            <a:ext cx="1333500" cy="14668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4"/>
            </a:solidFill>
            <a:prstDash val="solid"/>
          </a:ln>
        </p:spPr>
      </p:sp>
      <p:sp>
        <p:nvSpPr>
          <p:cNvPr id="60" name="evidence-accent-4">
            <a:extLst xmlns:a="http://schemas.openxmlformats.org/drawingml/2006/main">
              <a:ext uri="{FF2B5EF4-FFF2-40B4-BE49-F238E27FC236}">
                <a16:creationId xmlns:a16="http://schemas.microsoft.com/office/drawing/2014/main" id="{B715E6D2-4298-4B1C-B503-146E5BE6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00350"/>
            <a:ext cx="666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E88"/>
          </a:solidFill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61" name="evidence-number-4">
            <a:extLst xmlns:a="http://schemas.openxmlformats.org/drawingml/2006/main">
              <a:ext uri="{FF2B5EF4-FFF2-40B4-BE49-F238E27FC236}">
                <a16:creationId xmlns:a16="http://schemas.microsoft.com/office/drawing/2014/main" id="{325AD5A4-3336-4A95-89EE-93706981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9337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3C5965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1">
                <a:solidFill>
                  <a:srgbClr val="3C5965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62" name="evidence-title-4">
            <a:extLst xmlns:a="http://schemas.openxmlformats.org/drawingml/2006/main">
              <a:ext uri="{FF2B5EF4-FFF2-40B4-BE49-F238E27FC236}">
                <a16:creationId xmlns:a16="http://schemas.microsoft.com/office/drawing/2014/main" id="{631C6BB8-8076-44CD-AFDE-FEE3551D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1813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1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可控回滚</a:t>
            </a:r>
          </a:p>
        </p:txBody>
      </p:sp>
      <p:sp>
        <p:nvSpPr>
          <p:cNvPr id="63" name="evidence-body-4">
            <a:extLst xmlns:a="http://schemas.openxmlformats.org/drawingml/2006/main">
              <a:ext uri="{FF2B5EF4-FFF2-40B4-BE49-F238E27FC236}">
                <a16:creationId xmlns:a16="http://schemas.microsoft.com/office/drawing/2014/main" id="{F32D4C7A-51A3-4F3F-822B-D3E8A355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524250"/>
            <a:ext cx="1114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63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回滚范围更小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49BA80C-2074-4149-A3DC-C06A38F3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72450" y="4267200"/>
            <a:ext cx="9525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65" name="evidence-shadow-5">
            <a:extLst xmlns:a="http://schemas.openxmlformats.org/drawingml/2006/main">
              <a:ext uri="{FF2B5EF4-FFF2-40B4-BE49-F238E27FC236}">
                <a16:creationId xmlns:a16="http://schemas.microsoft.com/office/drawing/2014/main" id="{D72550CA-0EAA-4185-B7A0-F6D15591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57500"/>
            <a:ext cx="1333500" cy="14668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DCE3E2"/>
          </a:solidFill>
          <a:ln xmlns:a="http://schemas.openxmlformats.org/drawingml/2006/main" w="9525">
            <a:solidFill>
              <a:srgbClr val="DCE3E2"/>
            </a:solidFill>
            <a:prstDash val="solid"/>
          </a:ln>
        </p:spPr>
      </p:sp>
      <p:sp>
        <p:nvSpPr>
          <p:cNvPr id="66" name="evidence-card-5">
            <a:extLst xmlns:a="http://schemas.openxmlformats.org/drawingml/2006/main">
              <a:ext uri="{FF2B5EF4-FFF2-40B4-BE49-F238E27FC236}">
                <a16:creationId xmlns:a16="http://schemas.microsoft.com/office/drawing/2014/main" id="{2BF35FC8-3CE3-4A6B-9171-74574920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00350"/>
            <a:ext cx="1333500" cy="14668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4"/>
            </a:solidFill>
            <a:prstDash val="solid"/>
          </a:ln>
        </p:spPr>
      </p:sp>
      <p:sp>
        <p:nvSpPr>
          <p:cNvPr id="67" name="evidence-accent-5">
            <a:extLst xmlns:a="http://schemas.openxmlformats.org/drawingml/2006/main">
              <a:ext uri="{FF2B5EF4-FFF2-40B4-BE49-F238E27FC236}">
                <a16:creationId xmlns:a16="http://schemas.microsoft.com/office/drawing/2014/main" id="{5E687691-2B8A-47C2-9675-6E4571F4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00350"/>
            <a:ext cx="666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E88"/>
          </a:solidFill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68" name="evidence-number-5">
            <a:extLst xmlns:a="http://schemas.openxmlformats.org/drawingml/2006/main">
              <a:ext uri="{FF2B5EF4-FFF2-40B4-BE49-F238E27FC236}">
                <a16:creationId xmlns:a16="http://schemas.microsoft.com/office/drawing/2014/main" id="{30A93D59-10BA-4651-9CD2-5C4F53B0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9337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3C5965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1">
                <a:solidFill>
                  <a:srgbClr val="3C5965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  <p:sp>
        <p:nvSpPr>
          <p:cNvPr id="69" name="evidence-title-5">
            <a:extLst xmlns:a="http://schemas.openxmlformats.org/drawingml/2006/main">
              <a:ext uri="{FF2B5EF4-FFF2-40B4-BE49-F238E27FC236}">
                <a16:creationId xmlns:a16="http://schemas.microsoft.com/office/drawing/2014/main" id="{7911D9AB-E524-446A-8D70-72E3BD54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1813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1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案例积累</a:t>
            </a:r>
          </a:p>
        </p:txBody>
      </p:sp>
      <p:sp>
        <p:nvSpPr>
          <p:cNvPr id="70" name="evidence-body-5">
            <a:extLst xmlns:a="http://schemas.openxmlformats.org/drawingml/2006/main">
              <a:ext uri="{FF2B5EF4-FFF2-40B4-BE49-F238E27FC236}">
                <a16:creationId xmlns:a16="http://schemas.microsoft.com/office/drawing/2014/main" id="{7197638D-EFF4-4040-A570-269EDC6A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524250"/>
            <a:ext cx="1114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63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支持团队能先积累案例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294A45E-BCD7-4EC7-AC0F-F3D846F4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601200" y="4267200"/>
            <a:ext cx="9525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5A2AA1A-A37F-439D-ACDB-EDDBE2E2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57450" y="4572000"/>
            <a:ext cx="7143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C5965"/>
            </a:solidFill>
            <a:prstDash val="solid"/>
          </a:ln>
        </p:spPr>
      </p:sp>
      <p:sp>
        <p:nvSpPr>
          <p:cNvPr id="73" name="proof-bus-anchor">
            <a:extLst xmlns:a="http://schemas.openxmlformats.org/drawingml/2006/main">
              <a:ext uri="{FF2B5EF4-FFF2-40B4-BE49-F238E27FC236}">
                <a16:creationId xmlns:a16="http://schemas.microsoft.com/office/drawing/2014/main" id="{77EE9978-B4D1-44B5-91EE-E94F37CA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524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2E8117A-1CB3-48DA-8920-2B22E42E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4572000"/>
            <a:ext cx="9525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C5965"/>
            </a:solidFill>
            <a:prstDash val="solid"/>
          </a:ln>
        </p:spPr>
      </p:sp>
      <p:sp>
        <p:nvSpPr>
          <p:cNvPr id="75" name="proof-conclusion-arrow-down">
            <a:extLst xmlns:a="http://schemas.openxmlformats.org/drawingml/2006/main">
              <a:ext uri="{FF2B5EF4-FFF2-40B4-BE49-F238E27FC236}">
                <a16:creationId xmlns:a16="http://schemas.microsoft.com/office/drawing/2014/main" id="{92617037-7306-4C61-BBA3-1B71DFF8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4838700"/>
            <a:ext cx="133350" cy="114300"/>
          </a:xfrm>
          <a:custGeom xmlns:a="http://schemas.openxmlformats.org/drawingml/2006/main">
            <a:pathLst>
              <a:path w="9525000" h="9525000">
                <a:moveTo>
                  <a:pt x="4762500" y="9525000"/>
                </a:moveTo>
                <a:lnTo>
                  <a:pt x="0" y="0"/>
                </a:lnTo>
                <a:lnTo>
                  <a:pt x="9525000" y="0"/>
                </a:lnTo>
                <a:close/>
              </a:path>
            </a:pathLst>
          </a:cu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76" name="conclusion-card">
            <a:extLst xmlns:a="http://schemas.openxmlformats.org/drawingml/2006/main">
              <a:ext uri="{FF2B5EF4-FFF2-40B4-BE49-F238E27FC236}">
                <a16:creationId xmlns:a16="http://schemas.microsoft.com/office/drawing/2014/main" id="{CDDCBEF3-1E73-4696-B02E-D8399345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81575"/>
            <a:ext cx="8763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2ECEB"/>
          </a:solidFill>
          <a:ln xmlns:a="http://schemas.openxmlformats.org/drawingml/2006/main" w="9525">
            <a:solidFill>
              <a:srgbClr val="C3D4D4"/>
            </a:solidFill>
            <a:prstDash val="solid"/>
          </a:ln>
        </p:spPr>
      </p:sp>
      <p:sp>
        <p:nvSpPr>
          <p:cNvPr id="77" name="therefore-badge">
            <a:extLst xmlns:a="http://schemas.openxmlformats.org/drawingml/2006/main">
              <a:ext uri="{FF2B5EF4-FFF2-40B4-BE49-F238E27FC236}">
                <a16:creationId xmlns:a16="http://schemas.microsoft.com/office/drawing/2014/main" id="{28FF012F-7FF6-4457-B0AD-7C1A4B0B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133975"/>
            <a:ext cx="51435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78" name="therefore-label">
            <a:extLst xmlns:a="http://schemas.openxmlformats.org/drawingml/2006/main">
              <a:ext uri="{FF2B5EF4-FFF2-40B4-BE49-F238E27FC236}">
                <a16:creationId xmlns:a16="http://schemas.microsoft.com/office/drawing/2014/main" id="{D2BC5669-E2A3-4E02-B3DF-09A491D3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2482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因此</a:t>
            </a:r>
          </a:p>
        </p:txBody>
      </p:sp>
      <p:sp>
        <p:nvSpPr>
          <p:cNvPr id="79" name="conclusion-title">
            <a:extLst xmlns:a="http://schemas.openxmlformats.org/drawingml/2006/main">
              <a:ext uri="{FF2B5EF4-FFF2-40B4-BE49-F238E27FC236}">
                <a16:creationId xmlns:a16="http://schemas.microsoft.com/office/drawing/2014/main" id="{CFCA5C7C-CA75-4141-85C3-B7021810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14925"/>
            <a:ext cx="752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先试点再扩大</a:t>
            </a:r>
          </a:p>
        </p:txBody>
      </p:sp>
      <p:sp>
        <p:nvSpPr>
          <p:cNvPr id="80" name="conclusion-body">
            <a:extLst xmlns:a="http://schemas.openxmlformats.org/drawingml/2006/main">
              <a:ext uri="{FF2B5EF4-FFF2-40B4-BE49-F238E27FC236}">
                <a16:creationId xmlns:a16="http://schemas.microsoft.com/office/drawing/2014/main" id="{10FA2BC3-2BE8-414F-8136-8D06A170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429250"/>
            <a:ext cx="752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先选两个部门试点，通过复盘再扩大范围</a:t>
            </a:r>
          </a:p>
        </p:txBody>
      </p:sp>
    </p:spTree>
    <p:extLst>
      <p:ext uri="{BB962C8B-B14F-4D97-AF65-F5344CB8AC3E}">
        <p14:creationId xmlns:p14="http://schemas.microsoft.com/office/powerpoint/2010/main" val="5692057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F248CA83-8707-4B7A-ACD0-E0607880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2" name="page-title">
            <a:extLst xmlns:a="http://schemas.openxmlformats.org/drawingml/2006/main">
              <a:ext uri="{FF2B5EF4-FFF2-40B4-BE49-F238E27FC236}">
                <a16:creationId xmlns:a16="http://schemas.microsoft.com/office/drawing/2014/main" id="{C6652ED1-BDFF-418C-9C38-96465B78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返工来自多类原因共同影响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D10E9A-5110-49BD-81E3-74AE7654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24750" y="561975"/>
            <a:ext cx="4076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F7316784-147D-487F-B5FF-3F4E5204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96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5" name="causal-tail">
            <a:extLst xmlns:a="http://schemas.openxmlformats.org/drawingml/2006/main">
              <a:ext uri="{FF2B5EF4-FFF2-40B4-BE49-F238E27FC236}">
                <a16:creationId xmlns:a16="http://schemas.microsoft.com/office/drawing/2014/main" id="{7060138F-10B7-4437-B9BA-7C467C36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14725"/>
            <a:ext cx="409575" cy="533400"/>
          </a:xfrm>
          <a:custGeom xmlns:a="http://schemas.openxmlformats.org/drawingml/2006/main">
            <a:pathLst>
              <a:path w="9525000" h="9525000">
                <a:moveTo>
                  <a:pt x="5094767" y="0"/>
                </a:moveTo>
                <a:lnTo>
                  <a:pt x="9525000" y="1360714"/>
                </a:lnTo>
                <a:lnTo>
                  <a:pt x="9525000" y="8164286"/>
                </a:lnTo>
                <a:lnTo>
                  <a:pt x="5094767" y="9525000"/>
                </a:lnTo>
                <a:lnTo>
                  <a:pt x="0" y="6463393"/>
                </a:lnTo>
                <a:lnTo>
                  <a:pt x="0" y="3061607"/>
                </a:lnTo>
                <a:close/>
              </a:path>
            </a:pathLst>
          </a:cu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B3D2DC-8CB8-41B9-90B0-27F5FF88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76375" y="3781425"/>
            <a:ext cx="88487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C5965"/>
            </a:solidFill>
            <a:prstDash val="solid"/>
          </a:ln>
        </p:spPr>
      </p:sp>
      <p:sp>
        <p:nvSpPr>
          <p:cNvPr id="7" name="causal-effect-head">
            <a:extLst xmlns:a="http://schemas.openxmlformats.org/drawingml/2006/main">
              <a:ext uri="{FF2B5EF4-FFF2-40B4-BE49-F238E27FC236}">
                <a16:creationId xmlns:a16="http://schemas.microsoft.com/office/drawing/2014/main" id="{A772E97F-8477-4B13-88A9-C945781B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114675"/>
            <a:ext cx="1028700" cy="1333500"/>
          </a:xfrm>
          <a:custGeom xmlns:a="http://schemas.openxmlformats.org/drawingml/2006/main">
            <a:pathLst>
              <a:path w="9525000" h="9525000">
                <a:moveTo>
                  <a:pt x="0" y="0"/>
                </a:moveTo>
                <a:lnTo>
                  <a:pt x="5820833" y="1224643"/>
                </a:lnTo>
                <a:lnTo>
                  <a:pt x="9525000" y="4762500"/>
                </a:lnTo>
                <a:lnTo>
                  <a:pt x="5820833" y="8300357"/>
                </a:lnTo>
                <a:lnTo>
                  <a:pt x="0" y="9525000"/>
                </a:lnTo>
                <a:close/>
              </a:path>
            </a:pathLst>
          </a:cu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8" name="effect-label">
            <a:extLst xmlns:a="http://schemas.openxmlformats.org/drawingml/2006/main">
              <a:ext uri="{FF2B5EF4-FFF2-40B4-BE49-F238E27FC236}">
                <a16:creationId xmlns:a16="http://schemas.microsoft.com/office/drawing/2014/main" id="{EE946FC1-22DE-48DE-AA40-A4589C76C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670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DCE7E8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DCE7E8"/>
                </a:solidFill>
                <a:latin typeface="Noto Sans SC"/>
                <a:ea typeface="Noto Sans SC"/>
                <a:cs typeface="Noto Sans SC"/>
              </a:rPr>
              <a:t>结果</a:t>
            </a:r>
          </a:p>
        </p:txBody>
      </p:sp>
      <p:sp>
        <p:nvSpPr>
          <p:cNvPr id="9" name="effect-title">
            <a:extLst xmlns:a="http://schemas.openxmlformats.org/drawingml/2006/main">
              <a:ext uri="{FF2B5EF4-FFF2-40B4-BE49-F238E27FC236}">
                <a16:creationId xmlns:a16="http://schemas.microsoft.com/office/drawing/2014/main" id="{BBECEA2E-52AE-46AA-A284-EBCC4003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5909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1">
                <a:solidFill>
                  <a:srgbClr val="FFFFFF"/>
                </a:solidFill>
                <a:latin typeface="Noto Serif SC"/>
                <a:ea typeface="Noto Serif SC"/>
                <a:cs typeface="Noto Serif SC"/>
              </a:rPr>
              <a:t>装配返工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AAD500-A53F-40F5-AD24-31B45537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914525" y="2686050"/>
            <a:ext cx="419100" cy="1095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11" name="causal-anchor-0">
            <a:extLst xmlns:a="http://schemas.openxmlformats.org/drawingml/2006/main">
              <a:ext uri="{FF2B5EF4-FFF2-40B4-BE49-F238E27FC236}">
                <a16:creationId xmlns:a16="http://schemas.microsoft.com/office/drawing/2014/main" id="{1166C828-98FE-4AC7-A8DF-13589115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714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12" name="cause-group-0">
            <a:extLst xmlns:a="http://schemas.openxmlformats.org/drawingml/2006/main">
              <a:ext uri="{FF2B5EF4-FFF2-40B4-BE49-F238E27FC236}">
                <a16:creationId xmlns:a16="http://schemas.microsoft.com/office/drawing/2014/main" id="{373AC143-AA6C-46CF-81D2-23A4331F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09750"/>
            <a:ext cx="2000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4"/>
            </a:solidFill>
            <a:prstDash val="solid"/>
          </a:ln>
        </p:spPr>
      </p:sp>
      <p:sp>
        <p:nvSpPr>
          <p:cNvPr id="13" name="cause-heading-0">
            <a:extLst xmlns:a="http://schemas.openxmlformats.org/drawingml/2006/main">
              <a:ext uri="{FF2B5EF4-FFF2-40B4-BE49-F238E27FC236}">
                <a16:creationId xmlns:a16="http://schemas.microsoft.com/office/drawing/2014/main" id="{C61F0B15-C606-4219-9E66-714B3E6E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097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14" name="cause-index-0">
            <a:extLst xmlns:a="http://schemas.openxmlformats.org/drawingml/2006/main">
              <a:ext uri="{FF2B5EF4-FFF2-40B4-BE49-F238E27FC236}">
                <a16:creationId xmlns:a16="http://schemas.microsoft.com/office/drawing/2014/main" id="{DCEA7934-463E-4B55-BD56-7F272EE4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866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15" name="cause-index-text-0">
            <a:extLst xmlns:a="http://schemas.openxmlformats.org/drawingml/2006/main">
              <a:ext uri="{FF2B5EF4-FFF2-40B4-BE49-F238E27FC236}">
                <a16:creationId xmlns:a16="http://schemas.microsoft.com/office/drawing/2014/main" id="{459902BC-E79E-4B7D-B46A-C709813E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895475"/>
            <a:ext cx="171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675" b="1">
                <a:solidFill>
                  <a:srgbClr val="3C5965"/>
                </a:solidFill>
                <a:latin typeface="Noto Sans SC"/>
                <a:ea typeface="Noto Sans SC"/>
                <a:cs typeface="Noto Sans SC"/>
              </a:defRPr>
            </a:pPr>
            <a:r>
              <a:rPr sz="675" b="1">
                <a:solidFill>
                  <a:srgbClr val="3C5965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16" name="cause-title-0">
            <a:extLst xmlns:a="http://schemas.openxmlformats.org/drawingml/2006/main">
              <a:ext uri="{FF2B5EF4-FFF2-40B4-BE49-F238E27FC236}">
                <a16:creationId xmlns:a16="http://schemas.microsoft.com/office/drawing/2014/main" id="{366A1C41-F4D3-4B4C-A3B1-86F7DF7A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186690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FFFFFF"/>
                </a:solidFill>
                <a:latin typeface="Noto Serif SC"/>
                <a:ea typeface="Noto Serif SC"/>
                <a:cs typeface="Noto Serif SC"/>
              </a:defRPr>
            </a:pPr>
            <a:r>
              <a:rPr sz="1125" b="1">
                <a:solidFill>
                  <a:srgbClr val="FFFFFF"/>
                </a:solidFill>
                <a:latin typeface="Noto Serif SC"/>
                <a:ea typeface="Noto Serif SC"/>
                <a:cs typeface="Noto Serif SC"/>
              </a:rPr>
              <a:t>人员</a:t>
            </a:r>
          </a:p>
        </p:txBody>
      </p:sp>
      <p:sp>
        <p:nvSpPr>
          <p:cNvPr id="17" name="cause-body-0">
            <a:extLst xmlns:a="http://schemas.openxmlformats.org/drawingml/2006/main">
              <a:ext uri="{FF2B5EF4-FFF2-40B4-BE49-F238E27FC236}">
                <a16:creationId xmlns:a16="http://schemas.microsoft.com/office/drawing/2014/main" id="{E5EEBB3C-958E-48BC-AE36-4B28F7FE7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2574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交接遗漏；培训不足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BD6295-3A36-451F-94D3-DC8CF2D5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914775" y="2686050"/>
            <a:ext cx="419100" cy="1095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19" name="causal-anchor-1">
            <a:extLst xmlns:a="http://schemas.openxmlformats.org/drawingml/2006/main">
              <a:ext uri="{FF2B5EF4-FFF2-40B4-BE49-F238E27FC236}">
                <a16:creationId xmlns:a16="http://schemas.microsoft.com/office/drawing/2014/main" id="{D5732583-CAAC-4416-A4D5-19F11FA8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14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20" name="cause-group-1">
            <a:extLst xmlns:a="http://schemas.openxmlformats.org/drawingml/2006/main">
              <a:ext uri="{FF2B5EF4-FFF2-40B4-BE49-F238E27FC236}">
                <a16:creationId xmlns:a16="http://schemas.microsoft.com/office/drawing/2014/main" id="{68E1C05E-82D2-4E01-95F5-B1783B0D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809750"/>
            <a:ext cx="2000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4"/>
            </a:solidFill>
            <a:prstDash val="solid"/>
          </a:ln>
        </p:spPr>
      </p:sp>
      <p:sp>
        <p:nvSpPr>
          <p:cNvPr id="21" name="cause-heading-1">
            <a:extLst xmlns:a="http://schemas.openxmlformats.org/drawingml/2006/main">
              <a:ext uri="{FF2B5EF4-FFF2-40B4-BE49-F238E27FC236}">
                <a16:creationId xmlns:a16="http://schemas.microsoft.com/office/drawing/2014/main" id="{3BC135DB-16BD-4C0E-A8C9-284AF9BA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8097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22" name="cause-index-1">
            <a:extLst xmlns:a="http://schemas.openxmlformats.org/drawingml/2006/main">
              <a:ext uri="{FF2B5EF4-FFF2-40B4-BE49-F238E27FC236}">
                <a16:creationId xmlns:a16="http://schemas.microsoft.com/office/drawing/2014/main" id="{256BA9BD-4CCC-477D-AEFE-5826D7E4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1866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23" name="cause-index-text-1">
            <a:extLst xmlns:a="http://schemas.openxmlformats.org/drawingml/2006/main">
              <a:ext uri="{FF2B5EF4-FFF2-40B4-BE49-F238E27FC236}">
                <a16:creationId xmlns:a16="http://schemas.microsoft.com/office/drawing/2014/main" id="{A9AAC295-A86C-4C2C-AFFC-673432A6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1895475"/>
            <a:ext cx="171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675" b="1">
                <a:solidFill>
                  <a:srgbClr val="3C5965"/>
                </a:solidFill>
                <a:latin typeface="Noto Sans SC"/>
                <a:ea typeface="Noto Sans SC"/>
                <a:cs typeface="Noto Sans SC"/>
              </a:defRPr>
            </a:pPr>
            <a:r>
              <a:rPr sz="675" b="1">
                <a:solidFill>
                  <a:srgbClr val="3C5965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24" name="cause-title-1">
            <a:extLst xmlns:a="http://schemas.openxmlformats.org/drawingml/2006/main">
              <a:ext uri="{FF2B5EF4-FFF2-40B4-BE49-F238E27FC236}">
                <a16:creationId xmlns:a16="http://schemas.microsoft.com/office/drawing/2014/main" id="{13C4A011-891D-48B1-A7E8-08119A05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86690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FFFFFF"/>
                </a:solidFill>
                <a:latin typeface="Noto Serif SC"/>
                <a:ea typeface="Noto Serif SC"/>
                <a:cs typeface="Noto Serif SC"/>
              </a:defRPr>
            </a:pPr>
            <a:r>
              <a:rPr sz="1125" b="1">
                <a:solidFill>
                  <a:srgbClr val="FFFFFF"/>
                </a:solidFill>
                <a:latin typeface="Noto Serif SC"/>
                <a:ea typeface="Noto Serif SC"/>
                <a:cs typeface="Noto Serif SC"/>
              </a:rPr>
              <a:t>方法</a:t>
            </a:r>
          </a:p>
        </p:txBody>
      </p:sp>
      <p:sp>
        <p:nvSpPr>
          <p:cNvPr id="25" name="cause-body-1">
            <a:extLst xmlns:a="http://schemas.openxmlformats.org/drawingml/2006/main">
              <a:ext uri="{FF2B5EF4-FFF2-40B4-BE49-F238E27FC236}">
                <a16:creationId xmlns:a16="http://schemas.microsoft.com/office/drawing/2014/main" id="{0EEB26DB-8877-4EA4-87FE-4AE29FB6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2574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作业说明更新滞后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873F67-6A76-48DA-9911-10FB7861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5915025" y="2686050"/>
            <a:ext cx="419100" cy="1095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27" name="causal-anchor-2">
            <a:extLst xmlns:a="http://schemas.openxmlformats.org/drawingml/2006/main">
              <a:ext uri="{FF2B5EF4-FFF2-40B4-BE49-F238E27FC236}">
                <a16:creationId xmlns:a16="http://schemas.microsoft.com/office/drawing/2014/main" id="{D0419FDA-003C-474C-9453-AB481E69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14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28" name="cause-group-2">
            <a:extLst xmlns:a="http://schemas.openxmlformats.org/drawingml/2006/main">
              <a:ext uri="{FF2B5EF4-FFF2-40B4-BE49-F238E27FC236}">
                <a16:creationId xmlns:a16="http://schemas.microsoft.com/office/drawing/2014/main" id="{FECCA99A-312C-4244-9525-BB16F2E0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809750"/>
            <a:ext cx="2000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4"/>
            </a:solidFill>
            <a:prstDash val="solid"/>
          </a:ln>
        </p:spPr>
      </p:sp>
      <p:sp>
        <p:nvSpPr>
          <p:cNvPr id="29" name="cause-heading-2">
            <a:extLst xmlns:a="http://schemas.openxmlformats.org/drawingml/2006/main">
              <a:ext uri="{FF2B5EF4-FFF2-40B4-BE49-F238E27FC236}">
                <a16:creationId xmlns:a16="http://schemas.microsoft.com/office/drawing/2014/main" id="{C1DB3CDC-06E1-44FA-BDD2-01F50F4E2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8097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30" name="cause-index-2">
            <a:extLst xmlns:a="http://schemas.openxmlformats.org/drawingml/2006/main">
              <a:ext uri="{FF2B5EF4-FFF2-40B4-BE49-F238E27FC236}">
                <a16:creationId xmlns:a16="http://schemas.microsoft.com/office/drawing/2014/main" id="{7B009EF5-CC3B-4529-9F25-3E93D99D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866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31" name="cause-index-text-2">
            <a:extLst xmlns:a="http://schemas.openxmlformats.org/drawingml/2006/main">
              <a:ext uri="{FF2B5EF4-FFF2-40B4-BE49-F238E27FC236}">
                <a16:creationId xmlns:a16="http://schemas.microsoft.com/office/drawing/2014/main" id="{D252EEF3-00D6-4D72-8ADE-CCA58F12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895475"/>
            <a:ext cx="171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675" b="1">
                <a:solidFill>
                  <a:srgbClr val="3C5965"/>
                </a:solidFill>
                <a:latin typeface="Noto Sans SC"/>
                <a:ea typeface="Noto Sans SC"/>
                <a:cs typeface="Noto Sans SC"/>
              </a:defRPr>
            </a:pPr>
            <a:r>
              <a:rPr sz="675" b="1">
                <a:solidFill>
                  <a:srgbClr val="3C5965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32" name="cause-title-2">
            <a:extLst xmlns:a="http://schemas.openxmlformats.org/drawingml/2006/main">
              <a:ext uri="{FF2B5EF4-FFF2-40B4-BE49-F238E27FC236}">
                <a16:creationId xmlns:a16="http://schemas.microsoft.com/office/drawing/2014/main" id="{4756E80B-5CA2-42B1-AE92-0B22D179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186690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FFFFFF"/>
                </a:solidFill>
                <a:latin typeface="Noto Serif SC"/>
                <a:ea typeface="Noto Serif SC"/>
                <a:cs typeface="Noto Serif SC"/>
              </a:defRPr>
            </a:pPr>
            <a:r>
              <a:rPr sz="1125" b="1">
                <a:solidFill>
                  <a:srgbClr val="FFFFFF"/>
                </a:solidFill>
                <a:latin typeface="Noto Serif SC"/>
                <a:ea typeface="Noto Serif SC"/>
                <a:cs typeface="Noto Serif SC"/>
              </a:rPr>
              <a:t>设备</a:t>
            </a:r>
          </a:p>
        </p:txBody>
      </p:sp>
      <p:sp>
        <p:nvSpPr>
          <p:cNvPr id="33" name="cause-body-2">
            <a:extLst xmlns:a="http://schemas.openxmlformats.org/drawingml/2006/main">
              <a:ext uri="{FF2B5EF4-FFF2-40B4-BE49-F238E27FC236}">
                <a16:creationId xmlns:a16="http://schemas.microsoft.com/office/drawing/2014/main" id="{FCAF3A08-2D3C-44BC-9B0A-425817D4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2574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夹具定位漂移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79557C-DA30-4602-B7D7-EF005E1C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915275" y="2686050"/>
            <a:ext cx="419100" cy="1095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35" name="causal-anchor-3">
            <a:extLst xmlns:a="http://schemas.openxmlformats.org/drawingml/2006/main">
              <a:ext uri="{FF2B5EF4-FFF2-40B4-BE49-F238E27FC236}">
                <a16:creationId xmlns:a16="http://schemas.microsoft.com/office/drawing/2014/main" id="{89E3D6CF-07B8-4A8E-9B18-186E8430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14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36" name="cause-group-3">
            <a:extLst xmlns:a="http://schemas.openxmlformats.org/drawingml/2006/main">
              <a:ext uri="{FF2B5EF4-FFF2-40B4-BE49-F238E27FC236}">
                <a16:creationId xmlns:a16="http://schemas.microsoft.com/office/drawing/2014/main" id="{9B1CB84B-06C5-4C33-B8A9-DC7AD457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809750"/>
            <a:ext cx="2000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4"/>
            </a:solidFill>
            <a:prstDash val="solid"/>
          </a:ln>
        </p:spPr>
      </p:sp>
      <p:sp>
        <p:nvSpPr>
          <p:cNvPr id="37" name="cause-heading-3">
            <a:extLst xmlns:a="http://schemas.openxmlformats.org/drawingml/2006/main">
              <a:ext uri="{FF2B5EF4-FFF2-40B4-BE49-F238E27FC236}">
                <a16:creationId xmlns:a16="http://schemas.microsoft.com/office/drawing/2014/main" id="{07556F1E-0407-446B-8DDC-AC8AC8FE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8097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38" name="cause-index-3">
            <a:extLst xmlns:a="http://schemas.openxmlformats.org/drawingml/2006/main">
              <a:ext uri="{FF2B5EF4-FFF2-40B4-BE49-F238E27FC236}">
                <a16:creationId xmlns:a16="http://schemas.microsoft.com/office/drawing/2014/main" id="{2072D591-7732-48AD-874C-5225072F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866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39" name="cause-index-text-3">
            <a:extLst xmlns:a="http://schemas.openxmlformats.org/drawingml/2006/main">
              <a:ext uri="{FF2B5EF4-FFF2-40B4-BE49-F238E27FC236}">
                <a16:creationId xmlns:a16="http://schemas.microsoft.com/office/drawing/2014/main" id="{8A9E71FB-ED29-4EB1-B0B0-86C09C0A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895475"/>
            <a:ext cx="171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675" b="1">
                <a:solidFill>
                  <a:srgbClr val="3C5965"/>
                </a:solidFill>
                <a:latin typeface="Noto Sans SC"/>
                <a:ea typeface="Noto Sans SC"/>
                <a:cs typeface="Noto Sans SC"/>
              </a:defRPr>
            </a:pPr>
            <a:r>
              <a:rPr sz="675" b="1">
                <a:solidFill>
                  <a:srgbClr val="3C5965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40" name="cause-title-3">
            <a:extLst xmlns:a="http://schemas.openxmlformats.org/drawingml/2006/main">
              <a:ext uri="{FF2B5EF4-FFF2-40B4-BE49-F238E27FC236}">
                <a16:creationId xmlns:a16="http://schemas.microsoft.com/office/drawing/2014/main" id="{3E25CC4A-2575-4335-ACE0-DB635307A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86690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FFFFFF"/>
                </a:solidFill>
                <a:latin typeface="Noto Serif SC"/>
                <a:ea typeface="Noto Serif SC"/>
                <a:cs typeface="Noto Serif SC"/>
              </a:defRPr>
            </a:pPr>
            <a:r>
              <a:rPr sz="1125" b="1">
                <a:solidFill>
                  <a:srgbClr val="FFFFFF"/>
                </a:solidFill>
                <a:latin typeface="Noto Serif SC"/>
                <a:ea typeface="Noto Serif SC"/>
                <a:cs typeface="Noto Serif SC"/>
              </a:rPr>
              <a:t>材料</a:t>
            </a:r>
          </a:p>
        </p:txBody>
      </p:sp>
      <p:sp>
        <p:nvSpPr>
          <p:cNvPr id="41" name="cause-body-3">
            <a:extLst xmlns:a="http://schemas.openxmlformats.org/drawingml/2006/main">
              <a:ext uri="{FF2B5EF4-FFF2-40B4-BE49-F238E27FC236}">
                <a16:creationId xmlns:a16="http://schemas.microsoft.com/office/drawing/2014/main" id="{7C38CD9E-6415-4E95-B0E5-4D3C2480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2574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来料尺寸波动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6EC729F-735C-44E3-8B51-2DC714CD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2914650" y="3781425"/>
            <a:ext cx="419100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43" name="causal-anchor-4">
            <a:extLst xmlns:a="http://schemas.openxmlformats.org/drawingml/2006/main">
              <a:ext uri="{FF2B5EF4-FFF2-40B4-BE49-F238E27FC236}">
                <a16:creationId xmlns:a16="http://schemas.microsoft.com/office/drawing/2014/main" id="{00B1CE96-61B4-4A3A-A540-E8ECC507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714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44" name="cause-group-4">
            <a:extLst xmlns:a="http://schemas.openxmlformats.org/drawingml/2006/main">
              <a:ext uri="{FF2B5EF4-FFF2-40B4-BE49-F238E27FC236}">
                <a16:creationId xmlns:a16="http://schemas.microsoft.com/office/drawing/2014/main" id="{DAF21A63-F51B-465F-A4D2-BBF9122E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10075"/>
            <a:ext cx="2000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4"/>
            </a:solidFill>
            <a:prstDash val="solid"/>
          </a:ln>
        </p:spPr>
      </p:sp>
      <p:sp>
        <p:nvSpPr>
          <p:cNvPr id="45" name="cause-heading-4">
            <a:extLst xmlns:a="http://schemas.openxmlformats.org/drawingml/2006/main">
              <a:ext uri="{FF2B5EF4-FFF2-40B4-BE49-F238E27FC236}">
                <a16:creationId xmlns:a16="http://schemas.microsoft.com/office/drawing/2014/main" id="{F8AA69DB-9F80-4CB9-8177-C74C4EDA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10075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46" name="cause-index-4">
            <a:extLst xmlns:a="http://schemas.openxmlformats.org/drawingml/2006/main">
              <a:ext uri="{FF2B5EF4-FFF2-40B4-BE49-F238E27FC236}">
                <a16:creationId xmlns:a16="http://schemas.microsoft.com/office/drawing/2014/main" id="{16B0278E-9CBF-42A6-8087-FC56313F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4672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47" name="cause-index-text-4">
            <a:extLst xmlns:a="http://schemas.openxmlformats.org/drawingml/2006/main">
              <a:ext uri="{FF2B5EF4-FFF2-40B4-BE49-F238E27FC236}">
                <a16:creationId xmlns:a16="http://schemas.microsoft.com/office/drawing/2014/main" id="{4ED622E1-D7BB-4C50-A5DE-354E6AE4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495800"/>
            <a:ext cx="171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675" b="1">
                <a:solidFill>
                  <a:srgbClr val="3C5965"/>
                </a:solidFill>
                <a:latin typeface="Noto Sans SC"/>
                <a:ea typeface="Noto Sans SC"/>
                <a:cs typeface="Noto Sans SC"/>
              </a:defRPr>
            </a:pPr>
            <a:r>
              <a:rPr sz="675" b="1">
                <a:solidFill>
                  <a:srgbClr val="3C5965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48" name="cause-title-4">
            <a:extLst xmlns:a="http://schemas.openxmlformats.org/drawingml/2006/main">
              <a:ext uri="{FF2B5EF4-FFF2-40B4-BE49-F238E27FC236}">
                <a16:creationId xmlns:a16="http://schemas.microsoft.com/office/drawing/2014/main" id="{C8977ABB-C345-47E3-8001-373D2185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467225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FFFFFF"/>
                </a:solidFill>
                <a:latin typeface="Noto Serif SC"/>
                <a:ea typeface="Noto Serif SC"/>
                <a:cs typeface="Noto Serif SC"/>
              </a:defRPr>
            </a:pPr>
            <a:r>
              <a:rPr sz="1125" b="1">
                <a:solidFill>
                  <a:srgbClr val="FFFFFF"/>
                </a:solidFill>
                <a:latin typeface="Noto Serif SC"/>
                <a:ea typeface="Noto Serif SC"/>
                <a:cs typeface="Noto Serif SC"/>
              </a:rPr>
              <a:t>环境</a:t>
            </a:r>
          </a:p>
        </p:txBody>
      </p:sp>
      <p:sp>
        <p:nvSpPr>
          <p:cNvPr id="49" name="cause-body-4">
            <a:extLst xmlns:a="http://schemas.openxmlformats.org/drawingml/2006/main">
              <a:ext uri="{FF2B5EF4-FFF2-40B4-BE49-F238E27FC236}">
                <a16:creationId xmlns:a16="http://schemas.microsoft.com/office/drawing/2014/main" id="{BB4A3906-2C64-4206-9A32-00AE3C42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8577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照明影响目检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28A0DF1-B437-4F42-996B-67499B01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391150" y="3781425"/>
            <a:ext cx="419100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51" name="causal-anchor-5">
            <a:extLst xmlns:a="http://schemas.openxmlformats.org/drawingml/2006/main">
              <a:ext uri="{FF2B5EF4-FFF2-40B4-BE49-F238E27FC236}">
                <a16:creationId xmlns:a16="http://schemas.microsoft.com/office/drawing/2014/main" id="{7BAB254D-45CF-4313-9AF6-B022BC04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714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52" name="cause-group-5">
            <a:extLst xmlns:a="http://schemas.openxmlformats.org/drawingml/2006/main">
              <a:ext uri="{FF2B5EF4-FFF2-40B4-BE49-F238E27FC236}">
                <a16:creationId xmlns:a16="http://schemas.microsoft.com/office/drawing/2014/main" id="{7875654F-CBBD-4C3C-A33E-6085E584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10075"/>
            <a:ext cx="2000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4"/>
            </a:solidFill>
            <a:prstDash val="solid"/>
          </a:ln>
        </p:spPr>
      </p:sp>
      <p:sp>
        <p:nvSpPr>
          <p:cNvPr id="53" name="cause-heading-5">
            <a:extLst xmlns:a="http://schemas.openxmlformats.org/drawingml/2006/main">
              <a:ext uri="{FF2B5EF4-FFF2-40B4-BE49-F238E27FC236}">
                <a16:creationId xmlns:a16="http://schemas.microsoft.com/office/drawing/2014/main" id="{53440403-C843-4831-B232-0CEDC728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10075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54" name="cause-index-5">
            <a:extLst xmlns:a="http://schemas.openxmlformats.org/drawingml/2006/main">
              <a:ext uri="{FF2B5EF4-FFF2-40B4-BE49-F238E27FC236}">
                <a16:creationId xmlns:a16="http://schemas.microsoft.com/office/drawing/2014/main" id="{C3E01FA0-F8C4-4A9F-96C6-D38B75E1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672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55" name="cause-index-text-5">
            <a:extLst xmlns:a="http://schemas.openxmlformats.org/drawingml/2006/main">
              <a:ext uri="{FF2B5EF4-FFF2-40B4-BE49-F238E27FC236}">
                <a16:creationId xmlns:a16="http://schemas.microsoft.com/office/drawing/2014/main" id="{25B95510-9650-4167-B978-69D8F848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95800"/>
            <a:ext cx="171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675" b="1">
                <a:solidFill>
                  <a:srgbClr val="3C5965"/>
                </a:solidFill>
                <a:latin typeface="Noto Sans SC"/>
                <a:ea typeface="Noto Sans SC"/>
                <a:cs typeface="Noto Sans SC"/>
              </a:defRPr>
            </a:pPr>
            <a:r>
              <a:rPr sz="675" b="1">
                <a:solidFill>
                  <a:srgbClr val="3C5965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  <p:sp>
        <p:nvSpPr>
          <p:cNvPr id="56" name="cause-title-5">
            <a:extLst xmlns:a="http://schemas.openxmlformats.org/drawingml/2006/main">
              <a:ext uri="{FF2B5EF4-FFF2-40B4-BE49-F238E27FC236}">
                <a16:creationId xmlns:a16="http://schemas.microsoft.com/office/drawing/2014/main" id="{60AA03ED-4208-45F4-B8D8-6DBBD07F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467225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FFFFFF"/>
                </a:solidFill>
                <a:latin typeface="Noto Serif SC"/>
                <a:ea typeface="Noto Serif SC"/>
                <a:cs typeface="Noto Serif SC"/>
              </a:defRPr>
            </a:pPr>
            <a:r>
              <a:rPr sz="1125" b="1">
                <a:solidFill>
                  <a:srgbClr val="FFFFFF"/>
                </a:solidFill>
                <a:latin typeface="Noto Serif SC"/>
                <a:ea typeface="Noto Serif SC"/>
                <a:cs typeface="Noto Serif SC"/>
              </a:rPr>
              <a:t>测量</a:t>
            </a:r>
          </a:p>
        </p:txBody>
      </p:sp>
      <p:sp>
        <p:nvSpPr>
          <p:cNvPr id="57" name="cause-body-5">
            <a:extLst xmlns:a="http://schemas.openxmlformats.org/drawingml/2006/main">
              <a:ext uri="{FF2B5EF4-FFF2-40B4-BE49-F238E27FC236}">
                <a16:creationId xmlns:a16="http://schemas.microsoft.com/office/drawing/2014/main" id="{2F0EF8C2-3EC3-4258-9068-713C7C5D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8577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量具校准遗漏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8D26D09-6250-458E-AE1F-375F91CD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867650" y="3781425"/>
            <a:ext cx="419100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59" name="causal-anchor-6">
            <a:extLst xmlns:a="http://schemas.openxmlformats.org/drawingml/2006/main">
              <a:ext uri="{FF2B5EF4-FFF2-40B4-BE49-F238E27FC236}">
                <a16:creationId xmlns:a16="http://schemas.microsoft.com/office/drawing/2014/main" id="{A2074134-1848-46F3-8640-0C32FCC2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714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60" name="cause-group-6">
            <a:extLst xmlns:a="http://schemas.openxmlformats.org/drawingml/2006/main">
              <a:ext uri="{FF2B5EF4-FFF2-40B4-BE49-F238E27FC236}">
                <a16:creationId xmlns:a16="http://schemas.microsoft.com/office/drawing/2014/main" id="{6BBDB2D1-FC0E-4584-B611-2E6DDDB5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10075"/>
            <a:ext cx="2000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4"/>
            </a:solidFill>
            <a:prstDash val="solid"/>
          </a:ln>
        </p:spPr>
      </p:sp>
      <p:sp>
        <p:nvSpPr>
          <p:cNvPr id="61" name="cause-heading-6">
            <a:extLst xmlns:a="http://schemas.openxmlformats.org/drawingml/2006/main">
              <a:ext uri="{FF2B5EF4-FFF2-40B4-BE49-F238E27FC236}">
                <a16:creationId xmlns:a16="http://schemas.microsoft.com/office/drawing/2014/main" id="{55DC742A-81E7-438C-8BC7-1997E2C61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10075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62" name="cause-index-6">
            <a:extLst xmlns:a="http://schemas.openxmlformats.org/drawingml/2006/main">
              <a:ext uri="{FF2B5EF4-FFF2-40B4-BE49-F238E27FC236}">
                <a16:creationId xmlns:a16="http://schemas.microsoft.com/office/drawing/2014/main" id="{F0C51901-223D-4F06-9DBB-74844F6F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672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63" name="cause-index-text-6">
            <a:extLst xmlns:a="http://schemas.openxmlformats.org/drawingml/2006/main">
              <a:ext uri="{FF2B5EF4-FFF2-40B4-BE49-F238E27FC236}">
                <a16:creationId xmlns:a16="http://schemas.microsoft.com/office/drawing/2014/main" id="{A77C4FCA-877F-48E0-B2F6-EFFF3B22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95800"/>
            <a:ext cx="171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675" b="1">
                <a:solidFill>
                  <a:srgbClr val="3C5965"/>
                </a:solidFill>
                <a:latin typeface="Noto Sans SC"/>
                <a:ea typeface="Noto Sans SC"/>
                <a:cs typeface="Noto Sans SC"/>
              </a:defRPr>
            </a:pPr>
            <a:r>
              <a:rPr sz="675" b="1">
                <a:solidFill>
                  <a:srgbClr val="3C5965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  <p:sp>
        <p:nvSpPr>
          <p:cNvPr id="64" name="cause-title-6">
            <a:extLst xmlns:a="http://schemas.openxmlformats.org/drawingml/2006/main">
              <a:ext uri="{FF2B5EF4-FFF2-40B4-BE49-F238E27FC236}">
                <a16:creationId xmlns:a16="http://schemas.microsoft.com/office/drawing/2014/main" id="{8047D929-B32B-442C-B761-03C36753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67225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FFFFFF"/>
                </a:solidFill>
                <a:latin typeface="Noto Serif SC"/>
                <a:ea typeface="Noto Serif SC"/>
                <a:cs typeface="Noto Serif SC"/>
              </a:defRPr>
            </a:pPr>
            <a:r>
              <a:rPr sz="1125" b="1">
                <a:solidFill>
                  <a:srgbClr val="FFFFFF"/>
                </a:solidFill>
                <a:latin typeface="Noto Serif SC"/>
                <a:ea typeface="Noto Serif SC"/>
                <a:cs typeface="Noto Serif SC"/>
              </a:rPr>
              <a:t>协作</a:t>
            </a:r>
          </a:p>
        </p:txBody>
      </p:sp>
      <p:sp>
        <p:nvSpPr>
          <p:cNvPr id="65" name="cause-body-6">
            <a:extLst xmlns:a="http://schemas.openxmlformats.org/drawingml/2006/main">
              <a:ext uri="{FF2B5EF4-FFF2-40B4-BE49-F238E27FC236}">
                <a16:creationId xmlns:a16="http://schemas.microsoft.com/office/drawing/2014/main" id="{37655DBB-5739-4D7E-B26C-8A887D29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8577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变更通知不及时</a:t>
            </a:r>
          </a:p>
        </p:txBody>
      </p:sp>
      <p:sp>
        <p:nvSpPr>
          <p:cNvPr id="66" name="factor-note">
            <a:extLst xmlns:a="http://schemas.openxmlformats.org/drawingml/2006/main">
              <a:ext uri="{FF2B5EF4-FFF2-40B4-BE49-F238E27FC236}">
                <a16:creationId xmlns:a16="http://schemas.microsoft.com/office/drawing/2014/main" id="{2EADAEE4-DC24-4E18-99D8-C388E7E90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619750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具体因素</a:t>
            </a:r>
          </a:p>
        </p:txBody>
      </p:sp>
    </p:spTree>
    <p:extLst>
      <p:ext uri="{BB962C8B-B14F-4D97-AF65-F5344CB8AC3E}">
        <p14:creationId xmlns:p14="http://schemas.microsoft.com/office/powerpoint/2010/main" val="20667972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6E4114C8-1992-4012-A288-F01F0F8D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" name="page-title">
            <a:extLst xmlns:a="http://schemas.openxmlformats.org/drawingml/2006/main">
              <a:ext uri="{FF2B5EF4-FFF2-40B4-BE49-F238E27FC236}">
                <a16:creationId xmlns:a16="http://schemas.microsoft.com/office/drawing/2014/main" id="{FBFE9ECA-E58A-45BF-BF0D-8FA1E34B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三项做法共同改善资料交接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671E25-E237-47B9-A17A-AFB8288D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24750" y="561975"/>
            <a:ext cx="4076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9F1A2AE9-3933-4492-99A7-0A07C382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96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463BC-F16E-4567-9167-E4569ED9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0125" y="1781175"/>
            <a:ext cx="9525" cy="394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2B8"/>
            </a:solidFill>
            <a:prstDash val="solid"/>
          </a:ln>
        </p:spPr>
      </p:sp>
      <p:sp>
        <p:nvSpPr>
          <p:cNvPr id="6" name="phase-0">
            <a:extLst xmlns:a="http://schemas.openxmlformats.org/drawingml/2006/main">
              <a:ext uri="{FF2B5EF4-FFF2-40B4-BE49-F238E27FC236}">
                <a16:creationId xmlns:a16="http://schemas.microsoft.com/office/drawing/2014/main" id="{6D2796B5-BCCF-4FEF-A984-08E33215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573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7" name="phase-0-count">
            <a:extLst xmlns:a="http://schemas.openxmlformats.org/drawingml/2006/main">
              <a:ext uri="{FF2B5EF4-FFF2-40B4-BE49-F238E27FC236}">
                <a16:creationId xmlns:a16="http://schemas.microsoft.com/office/drawing/2014/main" id="{158839C1-C81C-4324-87DC-4DCDF946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97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8" name="phase-0-label">
            <a:extLst xmlns:a="http://schemas.openxmlformats.org/drawingml/2006/main">
              <a:ext uri="{FF2B5EF4-FFF2-40B4-BE49-F238E27FC236}">
                <a16:creationId xmlns:a16="http://schemas.microsoft.com/office/drawing/2014/main" id="{BE656AB3-A8F9-4C43-BE86-3FF1E61E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47925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问题</a:t>
            </a:r>
          </a:p>
        </p:txBody>
      </p:sp>
      <p:sp>
        <p:nvSpPr>
          <p:cNvPr id="9" name="phase-1">
            <a:extLst xmlns:a="http://schemas.openxmlformats.org/drawingml/2006/main">
              <a:ext uri="{FF2B5EF4-FFF2-40B4-BE49-F238E27FC236}">
                <a16:creationId xmlns:a16="http://schemas.microsoft.com/office/drawing/2014/main" id="{6DAF7D84-27F0-4647-A7AD-7B7DC48C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0" name="phase-1-count">
            <a:extLst xmlns:a="http://schemas.openxmlformats.org/drawingml/2006/main">
              <a:ext uri="{FF2B5EF4-FFF2-40B4-BE49-F238E27FC236}">
                <a16:creationId xmlns:a16="http://schemas.microsoft.com/office/drawing/2014/main" id="{A05CD01E-6786-48AE-87EF-909AE0D0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3C596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3C5965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11" name="phase-1-label">
            <a:extLst xmlns:a="http://schemas.openxmlformats.org/drawingml/2006/main">
              <a:ext uri="{FF2B5EF4-FFF2-40B4-BE49-F238E27FC236}">
                <a16:creationId xmlns:a16="http://schemas.microsoft.com/office/drawing/2014/main" id="{A9B83348-9ECA-4E8A-9A54-127C8CDF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24300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方法</a:t>
            </a:r>
          </a:p>
        </p:txBody>
      </p:sp>
      <p:sp>
        <p:nvSpPr>
          <p:cNvPr id="12" name="phase-2">
            <a:extLst xmlns:a="http://schemas.openxmlformats.org/drawingml/2006/main">
              <a:ext uri="{FF2B5EF4-FFF2-40B4-BE49-F238E27FC236}">
                <a16:creationId xmlns:a16="http://schemas.microsoft.com/office/drawing/2014/main" id="{5A7F827E-3155-4169-B716-5289A30C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3" name="phase-2-count">
            <a:extLst xmlns:a="http://schemas.openxmlformats.org/drawingml/2006/main">
              <a:ext uri="{FF2B5EF4-FFF2-40B4-BE49-F238E27FC236}">
                <a16:creationId xmlns:a16="http://schemas.microsoft.com/office/drawing/2014/main" id="{6BB87338-5471-4FCA-AF4C-908BEBA8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482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3C596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3C5965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14" name="phase-2-label">
            <a:extLst xmlns:a="http://schemas.openxmlformats.org/drawingml/2006/main">
              <a:ext uri="{FF2B5EF4-FFF2-40B4-BE49-F238E27FC236}">
                <a16:creationId xmlns:a16="http://schemas.microsoft.com/office/drawing/2014/main" id="{5E727705-8301-4CD5-8704-962BBC4F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86425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结果</a:t>
            </a:r>
          </a:p>
        </p:txBody>
      </p:sp>
      <p:sp>
        <p:nvSpPr>
          <p:cNvPr id="15" name="problem-card">
            <a:extLst xmlns:a="http://schemas.openxmlformats.org/drawingml/2006/main">
              <a:ext uri="{FF2B5EF4-FFF2-40B4-BE49-F238E27FC236}">
                <a16:creationId xmlns:a16="http://schemas.microsoft.com/office/drawing/2014/main" id="{82E2E7EB-5B8D-4B11-B73A-1EF67E7C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76400"/>
            <a:ext cx="8763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16" name="problem-title">
            <a:extLst xmlns:a="http://schemas.openxmlformats.org/drawingml/2006/main">
              <a:ext uri="{FF2B5EF4-FFF2-40B4-BE49-F238E27FC236}">
                <a16:creationId xmlns:a16="http://schemas.microsoft.com/office/drawing/2014/main" id="{993E979E-31F0-480E-A60C-848849B0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8097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FFFFF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FFFFFF"/>
                </a:solidFill>
                <a:latin typeface="Noto Serif SC"/>
                <a:ea typeface="Noto Serif SC"/>
                <a:cs typeface="Noto Serif SC"/>
              </a:rPr>
              <a:t>交接资料难以继续使用</a:t>
            </a:r>
          </a:p>
        </p:txBody>
      </p:sp>
      <p:sp>
        <p:nvSpPr>
          <p:cNvPr id="17" name="problem-body">
            <a:extLst xmlns:a="http://schemas.openxmlformats.org/drawingml/2006/main">
              <a:ext uri="{FF2B5EF4-FFF2-40B4-BE49-F238E27FC236}">
                <a16:creationId xmlns:a16="http://schemas.microsoft.com/office/drawing/2014/main" id="{615302DD-BF32-4E1A-B2FA-B42281DA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133600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E9F0F0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E9F0F0"/>
                </a:solidFill>
                <a:latin typeface="Noto Sans SC"/>
                <a:ea typeface="Noto Sans SC"/>
                <a:cs typeface="Noto Sans SC"/>
              </a:rPr>
              <a:t>接手者需要找到材料，也需要理解材料的使用方式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C4464E-23BB-4FBD-BFB0-FE66B35E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24250" y="2400300"/>
            <a:ext cx="9525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19" name="problem-anchor-0">
            <a:extLst xmlns:a="http://schemas.openxmlformats.org/drawingml/2006/main">
              <a:ext uri="{FF2B5EF4-FFF2-40B4-BE49-F238E27FC236}">
                <a16:creationId xmlns:a16="http://schemas.microsoft.com/office/drawing/2014/main" id="{78616B66-187C-46C3-8CC6-8A748C53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38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280081-2797-4C73-BFBB-5C6339AA9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19850" y="2400300"/>
            <a:ext cx="9525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21" name="problem-anchor-1">
            <a:extLst xmlns:a="http://schemas.openxmlformats.org/drawingml/2006/main">
              <a:ext uri="{FF2B5EF4-FFF2-40B4-BE49-F238E27FC236}">
                <a16:creationId xmlns:a16="http://schemas.microsoft.com/office/drawing/2014/main" id="{AA0EDC94-BB01-4E18-8B94-1B94BC07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38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73FBF3-36F0-4A9A-92D2-95958835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315450" y="2400300"/>
            <a:ext cx="9525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23" name="problem-anchor-2">
            <a:extLst xmlns:a="http://schemas.openxmlformats.org/drawingml/2006/main">
              <a:ext uri="{FF2B5EF4-FFF2-40B4-BE49-F238E27FC236}">
                <a16:creationId xmlns:a16="http://schemas.microsoft.com/office/drawing/2014/main" id="{416E7F21-2286-464F-A9F6-883837DD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838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24" name="method-shadow-0">
            <a:extLst xmlns:a="http://schemas.openxmlformats.org/drawingml/2006/main">
              <a:ext uri="{FF2B5EF4-FFF2-40B4-BE49-F238E27FC236}">
                <a16:creationId xmlns:a16="http://schemas.microsoft.com/office/drawing/2014/main" id="{E94FE3B1-606E-45A1-BC35-2CD213B6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943225"/>
            <a:ext cx="26670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DCE3E2"/>
          </a:solidFill>
          <a:ln xmlns:a="http://schemas.openxmlformats.org/drawingml/2006/main" w="9525">
            <a:solidFill>
              <a:srgbClr val="DCE3E2"/>
            </a:solidFill>
            <a:prstDash val="solid"/>
          </a:ln>
        </p:spPr>
      </p:sp>
      <p:sp>
        <p:nvSpPr>
          <p:cNvPr id="25" name="method-card-0">
            <a:extLst xmlns:a="http://schemas.openxmlformats.org/drawingml/2006/main">
              <a:ext uri="{FF2B5EF4-FFF2-40B4-BE49-F238E27FC236}">
                <a16:creationId xmlns:a16="http://schemas.microsoft.com/office/drawing/2014/main" id="{B9F2FC58-D6C2-47AF-9ECD-BCA93E461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76550"/>
            <a:ext cx="26670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4"/>
            </a:solidFill>
            <a:prstDash val="solid"/>
          </a:ln>
        </p:spPr>
      </p:sp>
      <p:sp>
        <p:nvSpPr>
          <p:cNvPr id="26" name="method-accent-0">
            <a:extLst xmlns:a="http://schemas.openxmlformats.org/drawingml/2006/main">
              <a:ext uri="{FF2B5EF4-FFF2-40B4-BE49-F238E27FC236}">
                <a16:creationId xmlns:a16="http://schemas.microsoft.com/office/drawing/2014/main" id="{79DE0FE3-B050-41D6-9ADB-717AD16A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76550"/>
            <a:ext cx="2667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E88"/>
          </a:solidFill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27" name="method-number-0">
            <a:extLst xmlns:a="http://schemas.openxmlformats.org/drawingml/2006/main">
              <a:ext uri="{FF2B5EF4-FFF2-40B4-BE49-F238E27FC236}">
                <a16:creationId xmlns:a16="http://schemas.microsoft.com/office/drawing/2014/main" id="{27D3E69E-627A-42BE-8BB4-7A429A25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086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28" name="method-number-text-0">
            <a:extLst xmlns:a="http://schemas.openxmlformats.org/drawingml/2006/main">
              <a:ext uri="{FF2B5EF4-FFF2-40B4-BE49-F238E27FC236}">
                <a16:creationId xmlns:a16="http://schemas.microsoft.com/office/drawing/2014/main" id="{713A2F06-FE27-48F9-B9D3-F7B595F3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200400"/>
            <a:ext cx="361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8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29" name="method-title-0">
            <a:extLst xmlns:a="http://schemas.openxmlformats.org/drawingml/2006/main">
              <a:ext uri="{FF2B5EF4-FFF2-40B4-BE49-F238E27FC236}">
                <a16:creationId xmlns:a16="http://schemas.microsoft.com/office/drawing/2014/main" id="{1E91F03D-C3F2-4D0D-8252-5AFC1596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1467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4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统一命名</a:t>
            </a:r>
          </a:p>
        </p:txBody>
      </p:sp>
      <p:sp>
        <p:nvSpPr>
          <p:cNvPr id="30" name="method-body-0">
            <a:extLst xmlns:a="http://schemas.openxmlformats.org/drawingml/2006/main">
              <a:ext uri="{FF2B5EF4-FFF2-40B4-BE49-F238E27FC236}">
                <a16:creationId xmlns:a16="http://schemas.microsoft.com/office/drawing/2014/main" id="{247BDE33-4C7C-4703-B293-AFE200CF0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77190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统一命名并保留版本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7DC3AC-D7ED-4A64-B8D0-CFC1EC0F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24250" y="4533900"/>
            <a:ext cx="9525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32" name="method-shadow-1">
            <a:extLst xmlns:a="http://schemas.openxmlformats.org/drawingml/2006/main">
              <a:ext uri="{FF2B5EF4-FFF2-40B4-BE49-F238E27FC236}">
                <a16:creationId xmlns:a16="http://schemas.microsoft.com/office/drawing/2014/main" id="{250471AE-D701-437A-AB5F-FBF05711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943225"/>
            <a:ext cx="26670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DCE3E2"/>
          </a:solidFill>
          <a:ln xmlns:a="http://schemas.openxmlformats.org/drawingml/2006/main" w="9525">
            <a:solidFill>
              <a:srgbClr val="DCE3E2"/>
            </a:solidFill>
            <a:prstDash val="solid"/>
          </a:ln>
        </p:spPr>
      </p:sp>
      <p:sp>
        <p:nvSpPr>
          <p:cNvPr id="33" name="method-card-1">
            <a:extLst xmlns:a="http://schemas.openxmlformats.org/drawingml/2006/main">
              <a:ext uri="{FF2B5EF4-FFF2-40B4-BE49-F238E27FC236}">
                <a16:creationId xmlns:a16="http://schemas.microsoft.com/office/drawing/2014/main" id="{72FC80F6-9CF8-40B1-878C-0E820C6D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876550"/>
            <a:ext cx="26670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4"/>
            </a:solidFill>
            <a:prstDash val="solid"/>
          </a:ln>
        </p:spPr>
      </p:sp>
      <p:sp>
        <p:nvSpPr>
          <p:cNvPr id="34" name="method-accent-1">
            <a:extLst xmlns:a="http://schemas.openxmlformats.org/drawingml/2006/main">
              <a:ext uri="{FF2B5EF4-FFF2-40B4-BE49-F238E27FC236}">
                <a16:creationId xmlns:a16="http://schemas.microsoft.com/office/drawing/2014/main" id="{BD5AD84D-6E51-4800-A861-842E680C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876550"/>
            <a:ext cx="2667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E88"/>
          </a:solidFill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35" name="method-number-1">
            <a:extLst xmlns:a="http://schemas.openxmlformats.org/drawingml/2006/main">
              <a:ext uri="{FF2B5EF4-FFF2-40B4-BE49-F238E27FC236}">
                <a16:creationId xmlns:a16="http://schemas.microsoft.com/office/drawing/2014/main" id="{7C0F3400-52F4-4FE2-985A-80144CC1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86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36" name="method-number-text-1">
            <a:extLst xmlns:a="http://schemas.openxmlformats.org/drawingml/2006/main">
              <a:ext uri="{FF2B5EF4-FFF2-40B4-BE49-F238E27FC236}">
                <a16:creationId xmlns:a16="http://schemas.microsoft.com/office/drawing/2014/main" id="{430DBCF8-3CC6-4DB9-9A7C-98B11922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200400"/>
            <a:ext cx="361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8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37" name="method-title-1">
            <a:extLst xmlns:a="http://schemas.openxmlformats.org/drawingml/2006/main">
              <a:ext uri="{FF2B5EF4-FFF2-40B4-BE49-F238E27FC236}">
                <a16:creationId xmlns:a16="http://schemas.microsoft.com/office/drawing/2014/main" id="{829E0B34-3F0E-4FAF-B4F2-AC51177A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11467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4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组织目录</a:t>
            </a:r>
          </a:p>
        </p:txBody>
      </p:sp>
      <p:sp>
        <p:nvSpPr>
          <p:cNvPr id="38" name="method-body-1">
            <a:extLst xmlns:a="http://schemas.openxmlformats.org/drawingml/2006/main">
              <a:ext uri="{FF2B5EF4-FFF2-40B4-BE49-F238E27FC236}">
                <a16:creationId xmlns:a16="http://schemas.microsoft.com/office/drawing/2014/main" id="{98C78B56-1485-4F9F-9BFE-54C45EBE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77190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按实际流程组织目录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F38F30F-2398-4B43-BAF9-C186A7233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19850" y="4533900"/>
            <a:ext cx="9525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40" name="method-shadow-2">
            <a:extLst xmlns:a="http://schemas.openxmlformats.org/drawingml/2006/main">
              <a:ext uri="{FF2B5EF4-FFF2-40B4-BE49-F238E27FC236}">
                <a16:creationId xmlns:a16="http://schemas.microsoft.com/office/drawing/2014/main" id="{87A3E9D7-6441-4B39-9CD1-DA4A0572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943225"/>
            <a:ext cx="26670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DCE3E2"/>
          </a:solidFill>
          <a:ln xmlns:a="http://schemas.openxmlformats.org/drawingml/2006/main" w="9525">
            <a:solidFill>
              <a:srgbClr val="DCE3E2"/>
            </a:solidFill>
            <a:prstDash val="solid"/>
          </a:ln>
        </p:spPr>
      </p:sp>
      <p:sp>
        <p:nvSpPr>
          <p:cNvPr id="41" name="method-card-2">
            <a:extLst xmlns:a="http://schemas.openxmlformats.org/drawingml/2006/main">
              <a:ext uri="{FF2B5EF4-FFF2-40B4-BE49-F238E27FC236}">
                <a16:creationId xmlns:a16="http://schemas.microsoft.com/office/drawing/2014/main" id="{4FEB5244-33FA-4FF4-BC6D-500BB9EE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76550"/>
            <a:ext cx="26670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4"/>
            </a:solidFill>
            <a:prstDash val="solid"/>
          </a:ln>
        </p:spPr>
      </p:sp>
      <p:sp>
        <p:nvSpPr>
          <p:cNvPr id="42" name="method-accent-2">
            <a:extLst xmlns:a="http://schemas.openxmlformats.org/drawingml/2006/main">
              <a:ext uri="{FF2B5EF4-FFF2-40B4-BE49-F238E27FC236}">
                <a16:creationId xmlns:a16="http://schemas.microsoft.com/office/drawing/2014/main" id="{513A9CE5-C0CC-4C46-8DDD-2FB85111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76550"/>
            <a:ext cx="2667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E88"/>
          </a:solidFill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43" name="method-number-2">
            <a:extLst xmlns:a="http://schemas.openxmlformats.org/drawingml/2006/main">
              <a:ext uri="{FF2B5EF4-FFF2-40B4-BE49-F238E27FC236}">
                <a16:creationId xmlns:a16="http://schemas.microsoft.com/office/drawing/2014/main" id="{2CCC40A2-BF1F-47D6-ADDC-CE3F00FA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86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44" name="method-number-text-2">
            <a:extLst xmlns:a="http://schemas.openxmlformats.org/drawingml/2006/main">
              <a:ext uri="{FF2B5EF4-FFF2-40B4-BE49-F238E27FC236}">
                <a16:creationId xmlns:a16="http://schemas.microsoft.com/office/drawing/2014/main" id="{B723D806-D4F5-49C3-805E-EC93F1CC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00400"/>
            <a:ext cx="361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8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45" name="method-title-2">
            <a:extLst xmlns:a="http://schemas.openxmlformats.org/drawingml/2006/main">
              <a:ext uri="{FF2B5EF4-FFF2-40B4-BE49-F238E27FC236}">
                <a16:creationId xmlns:a16="http://schemas.microsoft.com/office/drawing/2014/main" id="{78E15B8D-F807-4E5A-B33E-D98EF9AE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1467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4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补充依据</a:t>
            </a:r>
          </a:p>
        </p:txBody>
      </p:sp>
      <p:sp>
        <p:nvSpPr>
          <p:cNvPr id="46" name="method-body-2">
            <a:extLst xmlns:a="http://schemas.openxmlformats.org/drawingml/2006/main">
              <a:ext uri="{FF2B5EF4-FFF2-40B4-BE49-F238E27FC236}">
                <a16:creationId xmlns:a16="http://schemas.microsoft.com/office/drawing/2014/main" id="{0F6A4E81-A86B-4F04-99FF-28BBEF04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7190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为关键决定补充依据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4E2AF5A-260E-43D1-A409-DCDC928F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315450" y="4533900"/>
            <a:ext cx="9525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6C47B12-25AC-43FC-B6FC-D91DC0A6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24250" y="4762500"/>
            <a:ext cx="5791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C5965"/>
            </a:solidFill>
            <a:prstDash val="solid"/>
          </a:ln>
        </p:spPr>
      </p:sp>
      <p:sp>
        <p:nvSpPr>
          <p:cNvPr id="49" name="method-bus-anchor">
            <a:extLst xmlns:a="http://schemas.openxmlformats.org/drawingml/2006/main">
              <a:ext uri="{FF2B5EF4-FFF2-40B4-BE49-F238E27FC236}">
                <a16:creationId xmlns:a16="http://schemas.microsoft.com/office/drawing/2014/main" id="{D0B8B557-CDA7-48D7-91E6-EDFD92F0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714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A852C47-D738-4BF1-98FB-FE4A8FD7C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4762500"/>
            <a:ext cx="9525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C5965"/>
            </a:solidFill>
            <a:prstDash val="solid"/>
          </a:ln>
        </p:spPr>
      </p:sp>
      <p:sp>
        <p:nvSpPr>
          <p:cNvPr id="51" name="method-result-arrow-down">
            <a:extLst xmlns:a="http://schemas.openxmlformats.org/drawingml/2006/main">
              <a:ext uri="{FF2B5EF4-FFF2-40B4-BE49-F238E27FC236}">
                <a16:creationId xmlns:a16="http://schemas.microsoft.com/office/drawing/2014/main" id="{CB07C289-1E64-447E-AAED-BC114712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5029200"/>
            <a:ext cx="133350" cy="114300"/>
          </a:xfrm>
          <a:custGeom xmlns:a="http://schemas.openxmlformats.org/drawingml/2006/main">
            <a:pathLst>
              <a:path w="9525000" h="9525000">
                <a:moveTo>
                  <a:pt x="4762500" y="9525000"/>
                </a:moveTo>
                <a:lnTo>
                  <a:pt x="0" y="0"/>
                </a:lnTo>
                <a:lnTo>
                  <a:pt x="9525000" y="0"/>
                </a:lnTo>
                <a:close/>
              </a:path>
            </a:pathLst>
          </a:cu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52" name="result-card">
            <a:extLst xmlns:a="http://schemas.openxmlformats.org/drawingml/2006/main">
              <a:ext uri="{FF2B5EF4-FFF2-40B4-BE49-F238E27FC236}">
                <a16:creationId xmlns:a16="http://schemas.microsoft.com/office/drawing/2014/main" id="{83E94450-57A9-4AA4-9E56-12E6F035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72075"/>
            <a:ext cx="8763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2ECEB"/>
          </a:solidFill>
          <a:ln xmlns:a="http://schemas.openxmlformats.org/drawingml/2006/main" w="9525">
            <a:solidFill>
              <a:srgbClr val="C3D4D4"/>
            </a:solidFill>
            <a:prstDash val="solid"/>
          </a:ln>
        </p:spPr>
      </p:sp>
      <p:sp>
        <p:nvSpPr>
          <p:cNvPr id="53" name="result-badge">
            <a:extLst xmlns:a="http://schemas.openxmlformats.org/drawingml/2006/main">
              <a:ext uri="{FF2B5EF4-FFF2-40B4-BE49-F238E27FC236}">
                <a16:creationId xmlns:a16="http://schemas.microsoft.com/office/drawing/2014/main" id="{893BB56D-177E-4278-B350-DE05B628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295900"/>
            <a:ext cx="51435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54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5F864A7E-9F21-43EA-BB13-8883D544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410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预期</a:t>
            </a:r>
          </a:p>
        </p:txBody>
      </p:sp>
      <p:sp>
        <p:nvSpPr>
          <p:cNvPr id="55" name="result-title">
            <a:extLst xmlns:a="http://schemas.openxmlformats.org/drawingml/2006/main">
              <a:ext uri="{FF2B5EF4-FFF2-40B4-BE49-F238E27FC236}">
                <a16:creationId xmlns:a16="http://schemas.microsoft.com/office/drawing/2014/main" id="{12BE232B-0BB4-4A77-B23C-4150B0E5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72100"/>
            <a:ext cx="752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接手者能找到材料并理解使用方式</a:t>
            </a:r>
          </a:p>
        </p:txBody>
      </p:sp>
    </p:spTree>
    <p:extLst>
      <p:ext uri="{BB962C8B-B14F-4D97-AF65-F5344CB8AC3E}">
        <p14:creationId xmlns:p14="http://schemas.microsoft.com/office/powerpoint/2010/main" val="3940256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2026-09-07T05:25:14.3220000Z</dcterms:created>
  <dcterms:modified xsi:type="dcterms:W3CDTF">2026-09-07T05:25:14.3220000Z</dcterms:modified>
</coreProperties>
</file>