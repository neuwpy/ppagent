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b99d729e24f0e" /><Relationship Type="http://schemas.openxmlformats.org/officeDocument/2006/relationships/extended-properties" Target="/docProps/app.xml" Id="R456bba5887c04d08" /><Relationship Type="http://schemas.openxmlformats.org/officeDocument/2006/relationships/officeDocument" Target="/ppt/presentation.xml" Id="Rbe54894f77f549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49cf06d814ca0"/>
  </p:sldMasterIdLst>
  <p:notesMasterIdLst>
    <p:notesMasterId xmlns:r="http://schemas.openxmlformats.org/officeDocument/2006/relationships" r:id="Ra4b579e0acd44b3d"/>
  </p:notesMasterIdLst>
  <p:sldIdLst>
    <p:sldId xmlns:r="http://schemas.openxmlformats.org/officeDocument/2006/relationships" id="256" r:id="Ref4c115cccee4d02"/>
    <p:sldId xmlns:r="http://schemas.openxmlformats.org/officeDocument/2006/relationships" id="257" r:id="R6b97725058d44541"/>
    <p:sldId xmlns:r="http://schemas.openxmlformats.org/officeDocument/2006/relationships" id="258" r:id="R860da23605ed4d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e7ce7b2e64047" /><Relationship Type="http://schemas.openxmlformats.org/officeDocument/2006/relationships/slideMaster" Target="/ppt/slideMasters/slideMaster1.xml" Id="R38f49cf06d814ca0" /><Relationship Type="http://schemas.openxmlformats.org/officeDocument/2006/relationships/notesMaster" Target="/ppt/notesMasters/notesMaster1.xml" Id="Ra4b579e0acd44b3d" /><Relationship Type="http://schemas.openxmlformats.org/officeDocument/2006/relationships/presProps" Target="/ppt/presProps.xml" Id="R2fbeb5a65f4940b1" /><Relationship Type="http://schemas.openxmlformats.org/officeDocument/2006/relationships/tableStyles" Target="/ppt/tableStyles.xml" Id="R3d4dd86e553e4e47" /><Relationship Type="http://schemas.openxmlformats.org/officeDocument/2006/relationships/slide" Target="/ppt/slides/slide1.xml" Id="Ref4c115cccee4d02" /><Relationship Type="http://schemas.openxmlformats.org/officeDocument/2006/relationships/slide" Target="/ppt/slides/slide2.xml" Id="R6b97725058d44541" /><Relationship Type="http://schemas.openxmlformats.org/officeDocument/2006/relationships/slide" Target="/ppt/slides/slide3.xml" Id="R860da23605ed4d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9a04326411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e74f96a0d4936" /><Relationship Type="http://schemas.openxmlformats.org/officeDocument/2006/relationships/notesMaster" Target="/ppt/notesMasters/notesMaster1.xml" Id="R7f0dffd5684f48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12ba0f593c482b" /><Relationship Type="http://schemas.openxmlformats.org/officeDocument/2006/relationships/notesMaster" Target="/ppt/notesMasters/notesMaster1.xml" Id="R90e0d05266f945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f78475c5f4abf" /><Relationship Type="http://schemas.openxmlformats.org/officeDocument/2006/relationships/notesMaster" Target="/ppt/notesMasters/notesMaster1.xml" Id="R8c9d5d6ddf47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case-01</a:t>
            </a:r>
          </a:p>
          <a:p xmlns:a="http://schemas.openxmlformats.org/drawingml/2006/main">
            <a:r>
              <a:t>- 结构检索：catalog guide argument-evidence-conclusion-001</a:t>
            </a:r>
          </a:p>
          <a:p xmlns:a="http://schemas.openxmlformats.org/drawingml/2006/main">
            <a:r>
              <a:t>- 几何复核：assets/结构图/argument-evidence-conclusion-001/review.mjs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Skin：neutral-editorial-001；规则：中性杂志风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本页是指定结构测试，不代表自然选中。</a:t>
            </a:r>
          </a:p>
          <a:p xmlns:a="http://schemas.openxmlformats.org/drawingml/2006/main">
            <a:r>
              <a:t>- invokeStructure success 只代表原生对象已创建，最终判断以导入检查和 PNG 视觉复核为准。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case-04</a:t>
            </a:r>
          </a:p>
          <a:p xmlns:a="http://schemas.openxmlformats.org/drawingml/2006/main">
            <a:r>
              <a:t>- 结构检索：catalog guide causal-fishbone-attribution-001</a:t>
            </a:r>
          </a:p>
          <a:p xmlns:a="http://schemas.openxmlformats.org/drawingml/2006/main">
            <a:r>
              <a:t>- 几何复核：assets/结构图/causal-fishbone-attribution-001/review.mjs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Skin：neutral-editorial-001；规则：中性杂志风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本页是指定结构测试，不代表自然选中。</a:t>
            </a:r>
          </a:p>
          <a:p xmlns:a="http://schemas.openxmlformats.org/drawingml/2006/main">
            <a:r>
              <a:t>- invokeStructure success 只代表原生对象已创建，最终判断以导入检查和 PNG 视觉复核为准。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case-28</a:t>
            </a:r>
          </a:p>
          <a:p xmlns:a="http://schemas.openxmlformats.org/drawingml/2006/main">
            <a:r>
              <a:t>- 结构检索：catalog guide problem-method-result-001</a:t>
            </a:r>
          </a:p>
          <a:p xmlns:a="http://schemas.openxmlformats.org/drawingml/2006/main">
            <a:r>
              <a:t>- 几何复核：assets/结构图/problem-method-result-001/review.mjs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Skin：neutral-editorial-001；规则：中性杂志风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本页是指定结构测试，不代表自然选中。</a:t>
            </a:r>
          </a:p>
          <a:p xmlns:a="http://schemas.openxmlformats.org/drawingml/2006/main">
            <a:r>
              <a:t>- invokeStructure success 只代表原生对象已创建，最终判断以导入检查和 PNG 视觉复核为准。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5859c52b946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02dfe9f8d841cb" /><Relationship Type="http://schemas.openxmlformats.org/officeDocument/2006/relationships/slideLayout" Target="/ppt/slideLayouts/slideLayout1.xml" Id="R0165e584eb1d4c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5e584eb1d4c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dc07a14694a5b" /><Relationship Type="http://schemas.openxmlformats.org/officeDocument/2006/relationships/notesSlide" Target="/ppt/notesSlides/notesSlide1.xml" Id="R8fbd40193fa0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43070d496437c" /><Relationship Type="http://schemas.openxmlformats.org/officeDocument/2006/relationships/notesSlide" Target="/ppt/notesSlides/notesSlide2.xml" Id="R35f753d6f07b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3b562495844de" /><Relationship Type="http://schemas.openxmlformats.org/officeDocument/2006/relationships/notesSlide" Target="/ppt/notesSlides/notesSlide3.xml" Id="Rcbca258b154d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F23A441-9486-4227-9FF5-5D14422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02C351F5-DAB2-4573-88D3-5DDB47D5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先试点再扩展能降低上线风险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BAC0F-D4AF-426B-9E68-5E0F493B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61975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20894E4D-114B-496F-917F-744C5471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52E08-A49E-4833-9338-376D5E38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1781175"/>
            <a:ext cx="9525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2B8"/>
            </a:solidFill>
            <a:prstDash val="solid"/>
          </a:ln>
        </p:spPr>
      </p:sp>
      <p:sp>
        <p:nvSpPr>
          <p:cNvPr id="6" name="phase-0">
            <a:extLst xmlns:a="http://schemas.openxmlformats.org/drawingml/2006/main">
              <a:ext uri="{FF2B5EF4-FFF2-40B4-BE49-F238E27FC236}">
                <a16:creationId xmlns:a16="http://schemas.microsoft.com/office/drawing/2014/main" id="{DCBFC969-742E-4F7E-8C03-6DE17E3D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phase-0-count">
            <a:extLst xmlns:a="http://schemas.openxmlformats.org/drawingml/2006/main">
              <a:ext uri="{FF2B5EF4-FFF2-40B4-BE49-F238E27FC236}">
                <a16:creationId xmlns:a16="http://schemas.microsoft.com/office/drawing/2014/main" id="{3910BD91-8398-40A5-9ADB-EB05FA9E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phase-0-label">
            <a:extLst xmlns:a="http://schemas.openxmlformats.org/drawingml/2006/main">
              <a:ext uri="{FF2B5EF4-FFF2-40B4-BE49-F238E27FC236}">
                <a16:creationId xmlns:a16="http://schemas.microsoft.com/office/drawing/2014/main" id="{5A632883-7B07-454F-A824-7DA91A1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论点</a:t>
            </a:r>
          </a:p>
        </p:txBody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85BBAC46-E008-4FBB-876F-D30781D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phase-1-count">
            <a:extLst xmlns:a="http://schemas.openxmlformats.org/drawingml/2006/main">
              <a:ext uri="{FF2B5EF4-FFF2-40B4-BE49-F238E27FC236}">
                <a16:creationId xmlns:a16="http://schemas.microsoft.com/office/drawing/2014/main" id="{597EE85C-FCC2-4373-AD8D-DA3A6640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3E5BDD62-7EE8-4606-A003-67BD623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依据</a:t>
            </a:r>
          </a:p>
        </p:txBody>
      </p:sp>
      <p:sp>
        <p:nvSpPr>
          <p:cNvPr id="12" name="phase-2">
            <a:extLst xmlns:a="http://schemas.openxmlformats.org/drawingml/2006/main">
              <a:ext uri="{FF2B5EF4-FFF2-40B4-BE49-F238E27FC236}">
                <a16:creationId xmlns:a16="http://schemas.microsoft.com/office/drawing/2014/main" id="{14A349D8-73B1-41FE-B5CD-63F5AEA0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hase-2-count">
            <a:extLst xmlns:a="http://schemas.openxmlformats.org/drawingml/2006/main">
              <a:ext uri="{FF2B5EF4-FFF2-40B4-BE49-F238E27FC236}">
                <a16:creationId xmlns:a16="http://schemas.microsoft.com/office/drawing/2014/main" id="{D7C7CC40-C2B4-470C-9244-F3C0470C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4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077BFE1B-10DE-4732-8AC9-9901894F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5" name="claim-card">
            <a:extLst xmlns:a="http://schemas.openxmlformats.org/drawingml/2006/main">
              <a:ext uri="{FF2B5EF4-FFF2-40B4-BE49-F238E27FC236}">
                <a16:creationId xmlns:a16="http://schemas.microsoft.com/office/drawing/2014/main" id="{AFFFC134-B205-43A5-8915-223821F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5A915BC-B2E0-4D1E-AE09-7FB378F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分阶段上线优于直接全量</a:t>
            </a:r>
          </a:p>
        </p:txBody>
      </p:sp>
      <p:sp>
        <p:nvSpPr>
          <p:cNvPr id="17" name="claim-body">
            <a:extLst xmlns:a="http://schemas.openxmlformats.org/drawingml/2006/main">
              <a:ext uri="{FF2B5EF4-FFF2-40B4-BE49-F238E27FC236}">
                <a16:creationId xmlns:a16="http://schemas.microsoft.com/office/drawing/2014/main" id="{B36C7CAB-2929-49E2-A92A-D6A29D8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rPr>
              <a:t>先用小范围试点验证，再根据复盘结果扩大范围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335B3-17C3-443B-B4C4-1998986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00325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9" name="claim-anchor-0">
            <a:extLst xmlns:a="http://schemas.openxmlformats.org/drawingml/2006/main">
              <a:ext uri="{FF2B5EF4-FFF2-40B4-BE49-F238E27FC236}">
                <a16:creationId xmlns:a16="http://schemas.microsoft.com/office/drawing/2014/main" id="{50523C35-81CE-4D50-BC8F-098B8F50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E1D96-0061-4F43-B79E-10CEB6DF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52925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1" name="claim-anchor-1">
            <a:extLst xmlns:a="http://schemas.openxmlformats.org/drawingml/2006/main">
              <a:ext uri="{FF2B5EF4-FFF2-40B4-BE49-F238E27FC236}">
                <a16:creationId xmlns:a16="http://schemas.microsoft.com/office/drawing/2014/main" id="{5D355F6A-73F4-4846-87D4-026BA5B5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443ED-059A-48B2-8345-3572927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05525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3" name="claim-anchor-2">
            <a:extLst xmlns:a="http://schemas.openxmlformats.org/drawingml/2006/main">
              <a:ext uri="{FF2B5EF4-FFF2-40B4-BE49-F238E27FC236}">
                <a16:creationId xmlns:a16="http://schemas.microsoft.com/office/drawing/2014/main" id="{754DBD20-37CF-4B66-8282-45B7804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5268D-D13B-4975-B736-738C22A6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58125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5" name="claim-anchor-3">
            <a:extLst xmlns:a="http://schemas.openxmlformats.org/drawingml/2006/main">
              <a:ext uri="{FF2B5EF4-FFF2-40B4-BE49-F238E27FC236}">
                <a16:creationId xmlns:a16="http://schemas.microsoft.com/office/drawing/2014/main" id="{6B22FF5F-FED2-4183-9723-1A40033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051D6-E18A-4B4B-B1F5-BE0FA86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10725" y="2400300"/>
            <a:ext cx="95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7" name="claim-anchor-4">
            <a:extLst xmlns:a="http://schemas.openxmlformats.org/drawingml/2006/main">
              <a:ext uri="{FF2B5EF4-FFF2-40B4-BE49-F238E27FC236}">
                <a16:creationId xmlns:a16="http://schemas.microsoft.com/office/drawing/2014/main" id="{FFC8305A-102E-41D0-A21E-14BF902F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evidence-shadow-0">
            <a:extLst xmlns:a="http://schemas.openxmlformats.org/drawingml/2006/main">
              <a:ext uri="{FF2B5EF4-FFF2-40B4-BE49-F238E27FC236}">
                <a16:creationId xmlns:a16="http://schemas.microsoft.com/office/drawing/2014/main" id="{273252E4-0DA9-4BB8-B49E-90296E6C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29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50A031E8-3DB1-4CA0-9EFE-23CFD37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0035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0" name="evidence-accent-0">
            <a:extLst xmlns:a="http://schemas.openxmlformats.org/drawingml/2006/main">
              <a:ext uri="{FF2B5EF4-FFF2-40B4-BE49-F238E27FC236}">
                <a16:creationId xmlns:a16="http://schemas.microsoft.com/office/drawing/2014/main" id="{3B966DBF-122C-434B-BCCC-4A793372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1" name="evidence-number-0">
            <a:extLst xmlns:a="http://schemas.openxmlformats.org/drawingml/2006/main">
              <a:ext uri="{FF2B5EF4-FFF2-40B4-BE49-F238E27FC236}">
                <a16:creationId xmlns:a16="http://schemas.microsoft.com/office/drawing/2014/main" id="{DDC4F7EA-3914-4E5D-B500-A7BB2279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1F703768-6AFF-4829-BC37-E775BF4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适配验证</a:t>
            </a:r>
          </a:p>
        </p:txBody>
      </p:sp>
      <p:sp>
        <p:nvSpPr>
          <p:cNvPr id="33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EA74F0BE-5122-49A7-ABD7-D961C084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242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试点能验证业务适配；小范围故障更易定位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6A8E24-9C28-4E7D-8392-E06E714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00325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5" name="evidence-shadow-1">
            <a:extLst xmlns:a="http://schemas.openxmlformats.org/drawingml/2006/main">
              <a:ext uri="{FF2B5EF4-FFF2-40B4-BE49-F238E27FC236}">
                <a16:creationId xmlns:a16="http://schemas.microsoft.com/office/drawing/2014/main" id="{2882835B-AC02-4409-834E-8B913B76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36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258457A8-D5A7-4F3F-B0A2-389DBE9C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7" name="evidence-accent-1">
            <a:extLst xmlns:a="http://schemas.openxmlformats.org/drawingml/2006/main">
              <a:ext uri="{FF2B5EF4-FFF2-40B4-BE49-F238E27FC236}">
                <a16:creationId xmlns:a16="http://schemas.microsoft.com/office/drawing/2014/main" id="{7665712B-C5C1-4896-BD06-FEBFF501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8" name="evidence-number-1">
            <a:extLst xmlns:a="http://schemas.openxmlformats.org/drawingml/2006/main">
              <a:ext uri="{FF2B5EF4-FFF2-40B4-BE49-F238E27FC236}">
                <a16:creationId xmlns:a16="http://schemas.microsoft.com/office/drawing/2014/main" id="{36AE9059-4481-4BDC-BAE3-9792119B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9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C586DD97-9BF9-4774-AE4E-36F01FC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反馈校准</a:t>
            </a:r>
          </a:p>
        </p:txBody>
      </p:sp>
      <p:sp>
        <p:nvSpPr>
          <p:cNvPr id="40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71D20CA6-CBE8-4801-8BEE-1C76E44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使用反馈能校正文案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DF99A-B7B5-4891-8A37-963A2DF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52925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2" name="evidence-shadow-2">
            <a:extLst xmlns:a="http://schemas.openxmlformats.org/drawingml/2006/main">
              <a:ext uri="{FF2B5EF4-FFF2-40B4-BE49-F238E27FC236}">
                <a16:creationId xmlns:a16="http://schemas.microsoft.com/office/drawing/2014/main" id="{7581E3C9-8644-44E7-A462-7A0F6EB8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43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2BD3472F-54AC-4EFE-8FE6-74409AC2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44" name="evidence-accent-2">
            <a:extLst xmlns:a="http://schemas.openxmlformats.org/drawingml/2006/main">
              <a:ext uri="{FF2B5EF4-FFF2-40B4-BE49-F238E27FC236}">
                <a16:creationId xmlns:a16="http://schemas.microsoft.com/office/drawing/2014/main" id="{2CDD984A-EDF7-4782-BA86-E3E78809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5" name="evidence-number-2">
            <a:extLst xmlns:a="http://schemas.openxmlformats.org/drawingml/2006/main">
              <a:ext uri="{FF2B5EF4-FFF2-40B4-BE49-F238E27FC236}">
                <a16:creationId xmlns:a16="http://schemas.microsoft.com/office/drawing/2014/main" id="{B1D3F910-A54C-495A-AD99-D710456A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6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309CFE24-377B-45D9-BA3D-22EDEC30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角色培训</a:t>
            </a:r>
          </a:p>
        </p:txBody>
      </p:sp>
      <p:sp>
        <p:nvSpPr>
          <p:cNvPr id="47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4905A8CF-0E78-4672-A4FE-1CFDFEE1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培训可按角色开展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F6B68-D155-4526-97A8-6C953A2D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05525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9" name="evidence-shadow-3">
            <a:extLst xmlns:a="http://schemas.openxmlformats.org/drawingml/2006/main">
              <a:ext uri="{FF2B5EF4-FFF2-40B4-BE49-F238E27FC236}">
                <a16:creationId xmlns:a16="http://schemas.microsoft.com/office/drawing/2014/main" id="{77C556EE-C3C1-42CE-8CAC-AB1CA2C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50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1C600B70-F667-4D43-89E8-700F31AF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51" name="evidence-accent-3">
            <a:extLst xmlns:a="http://schemas.openxmlformats.org/drawingml/2006/main">
              <a:ext uri="{FF2B5EF4-FFF2-40B4-BE49-F238E27FC236}">
                <a16:creationId xmlns:a16="http://schemas.microsoft.com/office/drawing/2014/main" id="{A2BA776E-706D-4598-B671-DFB2F33A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2" name="evidence-number-3">
            <a:extLst xmlns:a="http://schemas.openxmlformats.org/drawingml/2006/main">
              <a:ext uri="{FF2B5EF4-FFF2-40B4-BE49-F238E27FC236}">
                <a16:creationId xmlns:a16="http://schemas.microsoft.com/office/drawing/2014/main" id="{940D3410-1C7B-4DBF-B951-B6C99B73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3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26CC621C-15D5-499B-A477-93F0A0F8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可控回滚</a:t>
            </a:r>
          </a:p>
        </p:txBody>
      </p:sp>
      <p:sp>
        <p:nvSpPr>
          <p:cNvPr id="54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FA6EA6D0-BD8E-4061-BE12-F69E1EE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242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回滚范围更小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836FE3-0F0B-41B4-A400-CBF530E2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58125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6" name="evidence-shadow-4">
            <a:extLst xmlns:a="http://schemas.openxmlformats.org/drawingml/2006/main">
              <a:ext uri="{FF2B5EF4-FFF2-40B4-BE49-F238E27FC236}">
                <a16:creationId xmlns:a16="http://schemas.microsoft.com/office/drawing/2014/main" id="{BE65BA12-F3F5-4F5C-AFB8-BBA2358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57" name="evidence-card-4">
            <a:extLst xmlns:a="http://schemas.openxmlformats.org/drawingml/2006/main">
              <a:ext uri="{FF2B5EF4-FFF2-40B4-BE49-F238E27FC236}">
                <a16:creationId xmlns:a16="http://schemas.microsoft.com/office/drawing/2014/main" id="{B2E331E1-492D-4673-B73A-354C2662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161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58" name="evidence-accent-4">
            <a:extLst xmlns:a="http://schemas.openxmlformats.org/drawingml/2006/main">
              <a:ext uri="{FF2B5EF4-FFF2-40B4-BE49-F238E27FC236}">
                <a16:creationId xmlns:a16="http://schemas.microsoft.com/office/drawing/2014/main" id="{88D2D8AF-3832-413B-9F42-2457F73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9" name="evidence-number-4">
            <a:extLst xmlns:a="http://schemas.openxmlformats.org/drawingml/2006/main">
              <a:ext uri="{FF2B5EF4-FFF2-40B4-BE49-F238E27FC236}">
                <a16:creationId xmlns:a16="http://schemas.microsoft.com/office/drawing/2014/main" id="{826403C7-3745-4732-AB50-1279590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60" name="evidence-title-4">
            <a:extLst xmlns:a="http://schemas.openxmlformats.org/drawingml/2006/main">
              <a:ext uri="{FF2B5EF4-FFF2-40B4-BE49-F238E27FC236}">
                <a16:creationId xmlns:a16="http://schemas.microsoft.com/office/drawing/2014/main" id="{AA8F60F9-6DED-4E27-B9A3-EB1DB7FE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案例积累</a:t>
            </a:r>
          </a:p>
        </p:txBody>
      </p:sp>
      <p:sp>
        <p:nvSpPr>
          <p:cNvPr id="61" name="evidence-body-4">
            <a:extLst xmlns:a="http://schemas.openxmlformats.org/drawingml/2006/main">
              <a:ext uri="{FF2B5EF4-FFF2-40B4-BE49-F238E27FC236}">
                <a16:creationId xmlns:a16="http://schemas.microsoft.com/office/drawing/2014/main" id="{A0474544-864E-4BF1-A55D-8EA72FA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支持团队能先积累案例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75213D-5213-497D-A971-A8B76B92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10725" y="42672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A16DAB-8794-4F8A-8FCE-EB87C4EA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00325" y="4572000"/>
            <a:ext cx="701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64" name="proof-bus-anchor">
            <a:extLst xmlns:a="http://schemas.openxmlformats.org/drawingml/2006/main">
              <a:ext uri="{FF2B5EF4-FFF2-40B4-BE49-F238E27FC236}">
                <a16:creationId xmlns:a16="http://schemas.microsoft.com/office/drawing/2014/main" id="{A63A963B-ABB5-4B1A-A3EA-AC617D3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137142-0FC0-40B9-B2B9-D52629F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5720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66" name="proof-conclusion-arrow-down">
            <a:extLst xmlns:a="http://schemas.openxmlformats.org/drawingml/2006/main">
              <a:ext uri="{FF2B5EF4-FFF2-40B4-BE49-F238E27FC236}">
                <a16:creationId xmlns:a16="http://schemas.microsoft.com/office/drawing/2014/main" id="{23CE6D74-6A13-40B0-8539-D0F74AB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38700"/>
            <a:ext cx="133350" cy="114300"/>
          </a:xfrm>
          <a:custGeom xmlns:a="http://schemas.openxmlformats.org/drawingml/2006/main">
            <a:pathLst>
              <a:path w="9525000" h="9525000">
                <a:moveTo>
                  <a:pt x="4762500" y="9525000"/>
                </a:moveTo>
                <a:lnTo>
                  <a:pt x="0" y="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7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2CBB1C78-1423-4B55-A73C-FD487DB2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ECEB"/>
          </a:solidFill>
          <a:ln xmlns:a="http://schemas.openxmlformats.org/drawingml/2006/main" w="9525">
            <a:solidFill>
              <a:srgbClr val="C3D4D4"/>
            </a:solidFill>
            <a:prstDash val="solid"/>
          </a:ln>
        </p:spPr>
      </p:sp>
      <p:sp>
        <p:nvSpPr>
          <p:cNvPr id="68" name="therefore-badge">
            <a:extLst xmlns:a="http://schemas.openxmlformats.org/drawingml/2006/main">
              <a:ext uri="{FF2B5EF4-FFF2-40B4-BE49-F238E27FC236}">
                <a16:creationId xmlns:a16="http://schemas.microsoft.com/office/drawing/2014/main" id="{6B62EED1-784E-4CDB-AE42-6BF1BC73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33975"/>
            <a:ext cx="51435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69" name="therefore-label">
            <a:extLst xmlns:a="http://schemas.openxmlformats.org/drawingml/2006/main">
              <a:ext uri="{FF2B5EF4-FFF2-40B4-BE49-F238E27FC236}">
                <a16:creationId xmlns:a16="http://schemas.microsoft.com/office/drawing/2014/main" id="{E3F1CEE9-411D-468F-AD83-46D5B244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482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因此</a:t>
            </a:r>
          </a:p>
        </p:txBody>
      </p:sp>
      <p:sp>
        <p:nvSpPr>
          <p:cNvPr id="70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D1E0F0A8-1338-40C0-B5F5-9AD7193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1492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先试点再扩大</a:t>
            </a:r>
          </a:p>
        </p:txBody>
      </p:sp>
      <p:sp>
        <p:nvSpPr>
          <p:cNvPr id="71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D51A3F7E-91B9-4159-9B24-B67F2D5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752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先选两个部门试点，通过复盘再扩大范围</a:t>
            </a:r>
          </a:p>
        </p:txBody>
      </p:sp>
    </p:spTree>
    <p:extLst>
      <p:ext uri="{BB962C8B-B14F-4D97-AF65-F5344CB8AC3E}">
        <p14:creationId xmlns:p14="http://schemas.microsoft.com/office/powerpoint/2010/main" val="197861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6BE07E3-7031-4892-B1E4-4D936AC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CA5A160D-EF41-4354-99B7-760036D0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返工来自多类原因共同影响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7C695-4345-4D3E-AD56-6FC3AEE4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61975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576F69F-A703-478E-90A8-E8D5394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causal-tail">
            <a:extLst xmlns:a="http://schemas.openxmlformats.org/drawingml/2006/main">
              <a:ext uri="{FF2B5EF4-FFF2-40B4-BE49-F238E27FC236}">
                <a16:creationId xmlns:a16="http://schemas.microsoft.com/office/drawing/2014/main" id="{479E32CE-B909-4E41-ABD8-597E54B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409575" cy="533400"/>
          </a:xfrm>
          <a:custGeom xmlns:a="http://schemas.openxmlformats.org/drawingml/2006/main">
            <a:pathLst>
              <a:path w="9525000" h="9525000">
                <a:moveTo>
                  <a:pt x="5094767" y="0"/>
                </a:moveTo>
                <a:lnTo>
                  <a:pt x="9525000" y="1360714"/>
                </a:lnTo>
                <a:lnTo>
                  <a:pt x="9525000" y="8164286"/>
                </a:lnTo>
                <a:lnTo>
                  <a:pt x="5094767" y="9525000"/>
                </a:lnTo>
                <a:lnTo>
                  <a:pt x="0" y="6463393"/>
                </a:lnTo>
                <a:lnTo>
                  <a:pt x="0" y="3061607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9004A-942F-4148-BDF1-6CB70F1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3781425"/>
            <a:ext cx="8620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C5965"/>
            </a:solidFill>
            <a:prstDash val="solid"/>
          </a:ln>
        </p:spPr>
      </p:sp>
      <p:sp>
        <p:nvSpPr>
          <p:cNvPr id="7" name="causal-effect-head">
            <a:extLst xmlns:a="http://schemas.openxmlformats.org/drawingml/2006/main">
              <a:ext uri="{FF2B5EF4-FFF2-40B4-BE49-F238E27FC236}">
                <a16:creationId xmlns:a16="http://schemas.microsoft.com/office/drawing/2014/main" id="{9389B08B-2C27-4C97-BB83-F18C8B79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14675"/>
            <a:ext cx="1028700" cy="133350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5820833" y="1224643"/>
                </a:lnTo>
                <a:lnTo>
                  <a:pt x="9525000" y="4762500"/>
                </a:lnTo>
                <a:lnTo>
                  <a:pt x="5820833" y="8300357"/>
                </a:lnTo>
                <a:lnTo>
                  <a:pt x="0" y="952500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8" name="effect-label">
            <a:extLst xmlns:a="http://schemas.openxmlformats.org/drawingml/2006/main">
              <a:ext uri="{FF2B5EF4-FFF2-40B4-BE49-F238E27FC236}">
                <a16:creationId xmlns:a16="http://schemas.microsoft.com/office/drawing/2014/main" id="{CDD322BB-2ABC-407B-B80B-BFB5ADA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670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DCE7E8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DCE7E8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9" name="effect-title">
            <a:extLst xmlns:a="http://schemas.openxmlformats.org/drawingml/2006/main">
              <a:ext uri="{FF2B5EF4-FFF2-40B4-BE49-F238E27FC236}">
                <a16:creationId xmlns:a16="http://schemas.microsoft.com/office/drawing/2014/main" id="{54CD4B90-45A9-49BD-9792-ECCA770C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909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装配返工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82107-CEF3-446D-80B5-4003E41F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914525" y="2857500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1" name="causal-anchor-0">
            <a:extLst xmlns:a="http://schemas.openxmlformats.org/drawingml/2006/main">
              <a:ext uri="{FF2B5EF4-FFF2-40B4-BE49-F238E27FC236}">
                <a16:creationId xmlns:a16="http://schemas.microsoft.com/office/drawing/2014/main" id="{2487887D-3EDD-434D-AE21-90DCC6A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2" name="cause-group-0">
            <a:extLst xmlns:a="http://schemas.openxmlformats.org/drawingml/2006/main">
              <a:ext uri="{FF2B5EF4-FFF2-40B4-BE49-F238E27FC236}">
                <a16:creationId xmlns:a16="http://schemas.microsoft.com/office/drawing/2014/main" id="{301F1697-ED3B-4CD9-B7E3-B8C483C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13" name="cause-heading-0">
            <a:extLst xmlns:a="http://schemas.openxmlformats.org/drawingml/2006/main">
              <a:ext uri="{FF2B5EF4-FFF2-40B4-BE49-F238E27FC236}">
                <a16:creationId xmlns:a16="http://schemas.microsoft.com/office/drawing/2014/main" id="{F5E9207F-7EEA-4B20-A69A-FB5817B1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4" name="cause-index-0">
            <a:extLst xmlns:a="http://schemas.openxmlformats.org/drawingml/2006/main">
              <a:ext uri="{FF2B5EF4-FFF2-40B4-BE49-F238E27FC236}">
                <a16:creationId xmlns:a16="http://schemas.microsoft.com/office/drawing/2014/main" id="{5A1CE96B-373D-488C-9DD7-944BD698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5" name="cause-index-text-0">
            <a:extLst xmlns:a="http://schemas.openxmlformats.org/drawingml/2006/main">
              <a:ext uri="{FF2B5EF4-FFF2-40B4-BE49-F238E27FC236}">
                <a16:creationId xmlns:a16="http://schemas.microsoft.com/office/drawing/2014/main" id="{DA18D7B9-ED91-4F86-A4C4-1BE94009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6" name="cause-title-0">
            <a:extLst xmlns:a="http://schemas.openxmlformats.org/drawingml/2006/main">
              <a:ext uri="{FF2B5EF4-FFF2-40B4-BE49-F238E27FC236}">
                <a16:creationId xmlns:a16="http://schemas.microsoft.com/office/drawing/2014/main" id="{120AAC6D-3D09-4317-AEA9-B4BE771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人员</a:t>
            </a:r>
          </a:p>
        </p:txBody>
      </p:sp>
      <p:sp>
        <p:nvSpPr>
          <p:cNvPr id="17" name="cause-body-0">
            <a:extLst xmlns:a="http://schemas.openxmlformats.org/drawingml/2006/main">
              <a:ext uri="{FF2B5EF4-FFF2-40B4-BE49-F238E27FC236}">
                <a16:creationId xmlns:a16="http://schemas.microsoft.com/office/drawing/2014/main" id="{4F41FDB6-1632-49D3-8CB7-2ABCD7B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交接遗漏；培训不足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8C829-27FB-4544-B9D0-71A6143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914775" y="2857500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9" name="causal-anchor-1">
            <a:extLst xmlns:a="http://schemas.openxmlformats.org/drawingml/2006/main">
              <a:ext uri="{FF2B5EF4-FFF2-40B4-BE49-F238E27FC236}">
                <a16:creationId xmlns:a16="http://schemas.microsoft.com/office/drawing/2014/main" id="{691970EE-B626-4243-A26C-CE7A3153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0" name="cause-group-1">
            <a:extLst xmlns:a="http://schemas.openxmlformats.org/drawingml/2006/main">
              <a:ext uri="{FF2B5EF4-FFF2-40B4-BE49-F238E27FC236}">
                <a16:creationId xmlns:a16="http://schemas.microsoft.com/office/drawing/2014/main" id="{768374CF-2181-49C3-A914-E762E370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21" name="cause-heading-1">
            <a:extLst xmlns:a="http://schemas.openxmlformats.org/drawingml/2006/main">
              <a:ext uri="{FF2B5EF4-FFF2-40B4-BE49-F238E27FC236}">
                <a16:creationId xmlns:a16="http://schemas.microsoft.com/office/drawing/2014/main" id="{CC939A27-6724-41D3-9984-D080785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2" name="cause-index-1">
            <a:extLst xmlns:a="http://schemas.openxmlformats.org/drawingml/2006/main">
              <a:ext uri="{FF2B5EF4-FFF2-40B4-BE49-F238E27FC236}">
                <a16:creationId xmlns:a16="http://schemas.microsoft.com/office/drawing/2014/main" id="{341A58C6-CD00-4900-9781-77B2CA30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3" name="cause-index-text-1">
            <a:extLst xmlns:a="http://schemas.openxmlformats.org/drawingml/2006/main">
              <a:ext uri="{FF2B5EF4-FFF2-40B4-BE49-F238E27FC236}">
                <a16:creationId xmlns:a16="http://schemas.microsoft.com/office/drawing/2014/main" id="{65A3846B-897D-4FA5-8467-A188EC2E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4" name="cause-title-1">
            <a:extLst xmlns:a="http://schemas.openxmlformats.org/drawingml/2006/main">
              <a:ext uri="{FF2B5EF4-FFF2-40B4-BE49-F238E27FC236}">
                <a16:creationId xmlns:a16="http://schemas.microsoft.com/office/drawing/2014/main" id="{0BE39BA2-6580-4045-A58E-2167DA82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方法</a:t>
            </a:r>
          </a:p>
        </p:txBody>
      </p:sp>
      <p:sp>
        <p:nvSpPr>
          <p:cNvPr id="25" name="cause-body-1">
            <a:extLst xmlns:a="http://schemas.openxmlformats.org/drawingml/2006/main">
              <a:ext uri="{FF2B5EF4-FFF2-40B4-BE49-F238E27FC236}">
                <a16:creationId xmlns:a16="http://schemas.microsoft.com/office/drawing/2014/main" id="{AECD641C-548B-4B76-8586-9BF21E5E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作业说明更新滞后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183B6-C090-470E-8788-0E4EF21E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15025" y="2857500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7" name="causal-anchor-2">
            <a:extLst xmlns:a="http://schemas.openxmlformats.org/drawingml/2006/main">
              <a:ext uri="{FF2B5EF4-FFF2-40B4-BE49-F238E27FC236}">
                <a16:creationId xmlns:a16="http://schemas.microsoft.com/office/drawing/2014/main" id="{F09D2CBF-B4DE-4728-A187-7BB33EA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cause-group-2">
            <a:extLst xmlns:a="http://schemas.openxmlformats.org/drawingml/2006/main">
              <a:ext uri="{FF2B5EF4-FFF2-40B4-BE49-F238E27FC236}">
                <a16:creationId xmlns:a16="http://schemas.microsoft.com/office/drawing/2014/main" id="{E6397996-BE31-47C1-918B-5D92EF55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29" name="cause-heading-2">
            <a:extLst xmlns:a="http://schemas.openxmlformats.org/drawingml/2006/main">
              <a:ext uri="{FF2B5EF4-FFF2-40B4-BE49-F238E27FC236}">
                <a16:creationId xmlns:a16="http://schemas.microsoft.com/office/drawing/2014/main" id="{C32E36D2-C193-456B-A060-D574AC61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0" name="cause-index-2">
            <a:extLst xmlns:a="http://schemas.openxmlformats.org/drawingml/2006/main">
              <a:ext uri="{FF2B5EF4-FFF2-40B4-BE49-F238E27FC236}">
                <a16:creationId xmlns:a16="http://schemas.microsoft.com/office/drawing/2014/main" id="{DFF03450-8EBC-4807-80BE-6B264969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1" name="cause-index-text-2">
            <a:extLst xmlns:a="http://schemas.openxmlformats.org/drawingml/2006/main">
              <a:ext uri="{FF2B5EF4-FFF2-40B4-BE49-F238E27FC236}">
                <a16:creationId xmlns:a16="http://schemas.microsoft.com/office/drawing/2014/main" id="{7B8292D9-5633-4FBB-A18B-B57A9B3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2" name="cause-title-2">
            <a:extLst xmlns:a="http://schemas.openxmlformats.org/drawingml/2006/main">
              <a:ext uri="{FF2B5EF4-FFF2-40B4-BE49-F238E27FC236}">
                <a16:creationId xmlns:a16="http://schemas.microsoft.com/office/drawing/2014/main" id="{AD171F3B-B091-4324-967B-7A8BF824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设备</a:t>
            </a:r>
          </a:p>
        </p:txBody>
      </p:sp>
      <p:sp>
        <p:nvSpPr>
          <p:cNvPr id="33" name="cause-body-2">
            <a:extLst xmlns:a="http://schemas.openxmlformats.org/drawingml/2006/main">
              <a:ext uri="{FF2B5EF4-FFF2-40B4-BE49-F238E27FC236}">
                <a16:creationId xmlns:a16="http://schemas.microsoft.com/office/drawing/2014/main" id="{EA51FFF7-85CA-46B4-ACFA-B3ED557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夹具定位漂移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443C2-F17F-4A78-A8C7-D2F45C94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15275" y="2857500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5" name="causal-anchor-3">
            <a:extLst xmlns:a="http://schemas.openxmlformats.org/drawingml/2006/main">
              <a:ext uri="{FF2B5EF4-FFF2-40B4-BE49-F238E27FC236}">
                <a16:creationId xmlns:a16="http://schemas.microsoft.com/office/drawing/2014/main" id="{25B9726A-8E31-409F-AFA8-54A9B00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6" name="cause-group-3">
            <a:extLst xmlns:a="http://schemas.openxmlformats.org/drawingml/2006/main">
              <a:ext uri="{FF2B5EF4-FFF2-40B4-BE49-F238E27FC236}">
                <a16:creationId xmlns:a16="http://schemas.microsoft.com/office/drawing/2014/main" id="{465F7877-AA72-4E70-9D12-A9C6549A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37" name="cause-heading-3">
            <a:extLst xmlns:a="http://schemas.openxmlformats.org/drawingml/2006/main">
              <a:ext uri="{FF2B5EF4-FFF2-40B4-BE49-F238E27FC236}">
                <a16:creationId xmlns:a16="http://schemas.microsoft.com/office/drawing/2014/main" id="{08DD0820-94B7-42A0-BCC7-BEA0E006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8" name="cause-index-3">
            <a:extLst xmlns:a="http://schemas.openxmlformats.org/drawingml/2006/main">
              <a:ext uri="{FF2B5EF4-FFF2-40B4-BE49-F238E27FC236}">
                <a16:creationId xmlns:a16="http://schemas.microsoft.com/office/drawing/2014/main" id="{CCE0C022-D10B-478D-BCF6-7167484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9" name="cause-index-text-3">
            <a:extLst xmlns:a="http://schemas.openxmlformats.org/drawingml/2006/main">
              <a:ext uri="{FF2B5EF4-FFF2-40B4-BE49-F238E27FC236}">
                <a16:creationId xmlns:a16="http://schemas.microsoft.com/office/drawing/2014/main" id="{306F497E-8FC5-4893-BF4B-16BBA4EB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95475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cause-title-3">
            <a:extLst xmlns:a="http://schemas.openxmlformats.org/drawingml/2006/main">
              <a:ext uri="{FF2B5EF4-FFF2-40B4-BE49-F238E27FC236}">
                <a16:creationId xmlns:a16="http://schemas.microsoft.com/office/drawing/2014/main" id="{75AB9680-A622-44F3-8967-E52FF47D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669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材料</a:t>
            </a:r>
          </a:p>
        </p:txBody>
      </p:sp>
      <p:sp>
        <p:nvSpPr>
          <p:cNvPr id="41" name="cause-body-3">
            <a:extLst xmlns:a="http://schemas.openxmlformats.org/drawingml/2006/main">
              <a:ext uri="{FF2B5EF4-FFF2-40B4-BE49-F238E27FC236}">
                <a16:creationId xmlns:a16="http://schemas.microsoft.com/office/drawing/2014/main" id="{E0FF5500-8021-487C-9C1F-84596110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来料尺寸波动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5EE06F-7F97-499D-AEE9-9A54D696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14650" y="3781425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3" name="causal-anchor-4">
            <a:extLst xmlns:a="http://schemas.openxmlformats.org/drawingml/2006/main">
              <a:ext uri="{FF2B5EF4-FFF2-40B4-BE49-F238E27FC236}">
                <a16:creationId xmlns:a16="http://schemas.microsoft.com/office/drawing/2014/main" id="{BC1F2836-E3DB-4C44-8A97-1E17292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4" name="cause-group-4">
            <a:extLst xmlns:a="http://schemas.openxmlformats.org/drawingml/2006/main">
              <a:ext uri="{FF2B5EF4-FFF2-40B4-BE49-F238E27FC236}">
                <a16:creationId xmlns:a16="http://schemas.microsoft.com/office/drawing/2014/main" id="{3C0C7C4C-AA46-48FA-A631-A229AD4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007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45" name="cause-heading-4">
            <a:extLst xmlns:a="http://schemas.openxmlformats.org/drawingml/2006/main">
              <a:ext uri="{FF2B5EF4-FFF2-40B4-BE49-F238E27FC236}">
                <a16:creationId xmlns:a16="http://schemas.microsoft.com/office/drawing/2014/main" id="{9D5EE1F0-30A6-45F3-9B7E-3D29289D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00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6" name="cause-index-4">
            <a:extLst xmlns:a="http://schemas.openxmlformats.org/drawingml/2006/main">
              <a:ext uri="{FF2B5EF4-FFF2-40B4-BE49-F238E27FC236}">
                <a16:creationId xmlns:a16="http://schemas.microsoft.com/office/drawing/2014/main" id="{D6EB0C71-460F-4410-B03D-9174B7A2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7" name="cause-index-text-4">
            <a:extLst xmlns:a="http://schemas.openxmlformats.org/drawingml/2006/main">
              <a:ext uri="{FF2B5EF4-FFF2-40B4-BE49-F238E27FC236}">
                <a16:creationId xmlns:a16="http://schemas.microsoft.com/office/drawing/2014/main" id="{CC451B12-732C-493C-B1F4-037A5DA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958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48" name="cause-title-4">
            <a:extLst xmlns:a="http://schemas.openxmlformats.org/drawingml/2006/main">
              <a:ext uri="{FF2B5EF4-FFF2-40B4-BE49-F238E27FC236}">
                <a16:creationId xmlns:a16="http://schemas.microsoft.com/office/drawing/2014/main" id="{A7243FD3-4103-401A-8D1A-2A030C1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67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环境</a:t>
            </a:r>
          </a:p>
        </p:txBody>
      </p:sp>
      <p:sp>
        <p:nvSpPr>
          <p:cNvPr id="49" name="cause-body-4">
            <a:extLst xmlns:a="http://schemas.openxmlformats.org/drawingml/2006/main">
              <a:ext uri="{FF2B5EF4-FFF2-40B4-BE49-F238E27FC236}">
                <a16:creationId xmlns:a16="http://schemas.microsoft.com/office/drawing/2014/main" id="{7856F882-DB13-4D66-81F3-7FB176F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照明影响目检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08564C-7B22-4ED1-9D1F-1277670B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91150" y="3781425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1" name="causal-anchor-5">
            <a:extLst xmlns:a="http://schemas.openxmlformats.org/drawingml/2006/main">
              <a:ext uri="{FF2B5EF4-FFF2-40B4-BE49-F238E27FC236}">
                <a16:creationId xmlns:a16="http://schemas.microsoft.com/office/drawing/2014/main" id="{A46D498E-7BE9-423D-AEEE-4A47D899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2" name="cause-group-5">
            <a:extLst xmlns:a="http://schemas.openxmlformats.org/drawingml/2006/main">
              <a:ext uri="{FF2B5EF4-FFF2-40B4-BE49-F238E27FC236}">
                <a16:creationId xmlns:a16="http://schemas.microsoft.com/office/drawing/2014/main" id="{6BF1ABBD-35E7-4E6C-93FF-DA4024D8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53" name="cause-heading-5">
            <a:extLst xmlns:a="http://schemas.openxmlformats.org/drawingml/2006/main">
              <a:ext uri="{FF2B5EF4-FFF2-40B4-BE49-F238E27FC236}">
                <a16:creationId xmlns:a16="http://schemas.microsoft.com/office/drawing/2014/main" id="{2BD0464F-D7F0-40DA-9776-BFE26A49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4" name="cause-index-5">
            <a:extLst xmlns:a="http://schemas.openxmlformats.org/drawingml/2006/main">
              <a:ext uri="{FF2B5EF4-FFF2-40B4-BE49-F238E27FC236}">
                <a16:creationId xmlns:a16="http://schemas.microsoft.com/office/drawing/2014/main" id="{1DBAADA8-ACBD-48CF-829C-27A92CFA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5" name="cause-index-text-5">
            <a:extLst xmlns:a="http://schemas.openxmlformats.org/drawingml/2006/main">
              <a:ext uri="{FF2B5EF4-FFF2-40B4-BE49-F238E27FC236}">
                <a16:creationId xmlns:a16="http://schemas.microsoft.com/office/drawing/2014/main" id="{10F60B36-9939-4B1E-954B-70A9EAD5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6" name="cause-title-5">
            <a:extLst xmlns:a="http://schemas.openxmlformats.org/drawingml/2006/main">
              <a:ext uri="{FF2B5EF4-FFF2-40B4-BE49-F238E27FC236}">
                <a16:creationId xmlns:a16="http://schemas.microsoft.com/office/drawing/2014/main" id="{7BC85B88-BBFD-4798-8C69-EE7435A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67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测量</a:t>
            </a:r>
          </a:p>
        </p:txBody>
      </p:sp>
      <p:sp>
        <p:nvSpPr>
          <p:cNvPr id="57" name="cause-body-5">
            <a:extLst xmlns:a="http://schemas.openxmlformats.org/drawingml/2006/main">
              <a:ext uri="{FF2B5EF4-FFF2-40B4-BE49-F238E27FC236}">
                <a16:creationId xmlns:a16="http://schemas.microsoft.com/office/drawing/2014/main" id="{E46D50A1-9BA8-4998-A83F-4212019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量具校准遗漏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079EB5-262F-4CAF-B31A-AF6ACB7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67650" y="3781425"/>
            <a:ext cx="41910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59" name="causal-anchor-6">
            <a:extLst xmlns:a="http://schemas.openxmlformats.org/drawingml/2006/main">
              <a:ext uri="{FF2B5EF4-FFF2-40B4-BE49-F238E27FC236}">
                <a16:creationId xmlns:a16="http://schemas.microsoft.com/office/drawing/2014/main" id="{D3A85720-96EC-4D39-8B3D-A61CE693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0" name="cause-group-6">
            <a:extLst xmlns:a="http://schemas.openxmlformats.org/drawingml/2006/main">
              <a:ext uri="{FF2B5EF4-FFF2-40B4-BE49-F238E27FC236}">
                <a16:creationId xmlns:a16="http://schemas.microsoft.com/office/drawing/2014/main" id="{151018A2-A42E-465E-944E-94417D5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0075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4"/>
            </a:solidFill>
            <a:prstDash val="solid"/>
          </a:ln>
        </p:spPr>
      </p:sp>
      <p:sp>
        <p:nvSpPr>
          <p:cNvPr id="61" name="cause-heading-6">
            <a:extLst xmlns:a="http://schemas.openxmlformats.org/drawingml/2006/main">
              <a:ext uri="{FF2B5EF4-FFF2-40B4-BE49-F238E27FC236}">
                <a16:creationId xmlns:a16="http://schemas.microsoft.com/office/drawing/2014/main" id="{5116434C-FC98-4750-A25E-42957C6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00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2" name="cause-index-6">
            <a:extLst xmlns:a="http://schemas.openxmlformats.org/drawingml/2006/main">
              <a:ext uri="{FF2B5EF4-FFF2-40B4-BE49-F238E27FC236}">
                <a16:creationId xmlns:a16="http://schemas.microsoft.com/office/drawing/2014/main" id="{AAC6866E-1C3F-48C6-8B28-AE728AA9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3" name="cause-index-text-6">
            <a:extLst xmlns:a="http://schemas.openxmlformats.org/drawingml/2006/main">
              <a:ext uri="{FF2B5EF4-FFF2-40B4-BE49-F238E27FC236}">
                <a16:creationId xmlns:a16="http://schemas.microsoft.com/office/drawing/2014/main" id="{F376443B-2AC1-4002-8C62-C71A7D96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4" name="cause-title-6">
            <a:extLst xmlns:a="http://schemas.openxmlformats.org/drawingml/2006/main">
              <a:ext uri="{FF2B5EF4-FFF2-40B4-BE49-F238E27FC236}">
                <a16:creationId xmlns:a16="http://schemas.microsoft.com/office/drawing/2014/main" id="{BF02B8C4-14BB-4B7B-8AF5-417C4CE7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67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协作</a:t>
            </a:r>
          </a:p>
        </p:txBody>
      </p:sp>
      <p:sp>
        <p:nvSpPr>
          <p:cNvPr id="65" name="cause-body-6">
            <a:extLst xmlns:a="http://schemas.openxmlformats.org/drawingml/2006/main">
              <a:ext uri="{FF2B5EF4-FFF2-40B4-BE49-F238E27FC236}">
                <a16:creationId xmlns:a16="http://schemas.microsoft.com/office/drawing/2014/main" id="{1C106B86-65AD-4AB6-85EB-3A077F2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变更通知不及时</a:t>
            </a:r>
          </a:p>
        </p:txBody>
      </p:sp>
      <p:sp>
        <p:nvSpPr>
          <p:cNvPr id="66" name="factor-note">
            <a:extLst xmlns:a="http://schemas.openxmlformats.org/drawingml/2006/main">
              <a:ext uri="{FF2B5EF4-FFF2-40B4-BE49-F238E27FC236}">
                <a16:creationId xmlns:a16="http://schemas.microsoft.com/office/drawing/2014/main" id="{6A7FDC5A-7C61-406C-8390-2413EBA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19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具体因素</a:t>
            </a:r>
          </a:p>
        </p:txBody>
      </p:sp>
    </p:spTree>
    <p:extLst>
      <p:ext uri="{BB962C8B-B14F-4D97-AF65-F5344CB8AC3E}">
        <p14:creationId xmlns:p14="http://schemas.microsoft.com/office/powerpoint/2010/main" val="1103441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5E05592-85F8-4620-A31E-D436F30F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7E59FDC5-9E9F-47DB-B7AE-960B4648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三项做法共同改善资料交接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E6298-FACA-481A-AF3B-0C84AE7B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61975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B49C114-0D49-4EFF-8278-5905190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D26B1-CA01-4224-8022-6CE9607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1781175"/>
            <a:ext cx="9525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2B8"/>
            </a:solidFill>
            <a:prstDash val="solid"/>
          </a:ln>
        </p:spPr>
      </p:sp>
      <p:sp>
        <p:nvSpPr>
          <p:cNvPr id="6" name="phase-0">
            <a:extLst xmlns:a="http://schemas.openxmlformats.org/drawingml/2006/main">
              <a:ext uri="{FF2B5EF4-FFF2-40B4-BE49-F238E27FC236}">
                <a16:creationId xmlns:a16="http://schemas.microsoft.com/office/drawing/2014/main" id="{099E3D87-F3F4-4779-AE22-25BD59D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phase-0-count">
            <a:extLst xmlns:a="http://schemas.openxmlformats.org/drawingml/2006/main">
              <a:ext uri="{FF2B5EF4-FFF2-40B4-BE49-F238E27FC236}">
                <a16:creationId xmlns:a16="http://schemas.microsoft.com/office/drawing/2014/main" id="{86E8C095-EF3C-4810-8773-46A3A83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phase-0-label">
            <a:extLst xmlns:a="http://schemas.openxmlformats.org/drawingml/2006/main">
              <a:ext uri="{FF2B5EF4-FFF2-40B4-BE49-F238E27FC236}">
                <a16:creationId xmlns:a16="http://schemas.microsoft.com/office/drawing/2014/main" id="{0E3AE011-0C58-40AA-8B3C-DAF1939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A06CD417-9C9D-4369-9FBE-A00160B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phase-1-count">
            <a:extLst xmlns:a="http://schemas.openxmlformats.org/drawingml/2006/main">
              <a:ext uri="{FF2B5EF4-FFF2-40B4-BE49-F238E27FC236}">
                <a16:creationId xmlns:a16="http://schemas.microsoft.com/office/drawing/2014/main" id="{DDFBCB8D-A362-4B4B-BDAA-7AA0423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1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88E42445-F7BB-4612-865C-D5C87EE7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2" name="phase-2">
            <a:extLst xmlns:a="http://schemas.openxmlformats.org/drawingml/2006/main">
              <a:ext uri="{FF2B5EF4-FFF2-40B4-BE49-F238E27FC236}">
                <a16:creationId xmlns:a16="http://schemas.microsoft.com/office/drawing/2014/main" id="{2DDBA155-24E8-45DA-AA94-549756BC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hase-2-count">
            <a:extLst xmlns:a="http://schemas.openxmlformats.org/drawingml/2006/main">
              <a:ext uri="{FF2B5EF4-FFF2-40B4-BE49-F238E27FC236}">
                <a16:creationId xmlns:a16="http://schemas.microsoft.com/office/drawing/2014/main" id="{8EA666CF-5BDF-4203-A4E2-BAB2BA2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4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386DB576-BD8E-401C-9293-D47A8A6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15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76DF1C53-4A43-4AE6-ADB9-EA546AB6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6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DB7D901B-3F87-48FE-9DD7-B0A24E5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交接资料难以继续使用</a:t>
            </a:r>
          </a:p>
        </p:txBody>
      </p:sp>
      <p:sp>
        <p:nvSpPr>
          <p:cNvPr id="17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86821AB9-3FE7-4CE0-B03D-CC3D16DC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E9F0F0"/>
                </a:solidFill>
                <a:latin typeface="Noto Sans SC"/>
                <a:ea typeface="Noto Sans SC"/>
                <a:cs typeface="Noto Sans SC"/>
              </a:rPr>
              <a:t>接手者需要找到材料，也需要理解材料的使用方式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15595-A0C0-4E4D-92B0-9FA6D07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4003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9" name="problem-anchor-0">
            <a:extLst xmlns:a="http://schemas.openxmlformats.org/drawingml/2006/main">
              <a:ext uri="{FF2B5EF4-FFF2-40B4-BE49-F238E27FC236}">
                <a16:creationId xmlns:a16="http://schemas.microsoft.com/office/drawing/2014/main" id="{4CB59261-2ACD-4A23-B2DC-DB48C637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3B751-0477-4582-8FA8-79955CAF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9850" y="24003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1" name="problem-anchor-1">
            <a:extLst xmlns:a="http://schemas.openxmlformats.org/drawingml/2006/main">
              <a:ext uri="{FF2B5EF4-FFF2-40B4-BE49-F238E27FC236}">
                <a16:creationId xmlns:a16="http://schemas.microsoft.com/office/drawing/2014/main" id="{F86550D5-1607-43D1-8F9A-02C04D8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14F42-33AB-4E6C-AFCB-C1AE5EF3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15450" y="24003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3" name="problem-anchor-2">
            <a:extLst xmlns:a="http://schemas.openxmlformats.org/drawingml/2006/main">
              <a:ext uri="{FF2B5EF4-FFF2-40B4-BE49-F238E27FC236}">
                <a16:creationId xmlns:a16="http://schemas.microsoft.com/office/drawing/2014/main" id="{F982FCFE-9910-4DCF-A740-4591AC0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4" name="method-shadow-0">
            <a:extLst xmlns:a="http://schemas.openxmlformats.org/drawingml/2006/main">
              <a:ext uri="{FF2B5EF4-FFF2-40B4-BE49-F238E27FC236}">
                <a16:creationId xmlns:a16="http://schemas.microsoft.com/office/drawing/2014/main" id="{09FE6C8C-EF95-4D33-9BAF-C66BA8C6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43225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25" name="method-card-0">
            <a:extLst xmlns:a="http://schemas.openxmlformats.org/drawingml/2006/main">
              <a:ext uri="{FF2B5EF4-FFF2-40B4-BE49-F238E27FC236}">
                <a16:creationId xmlns:a16="http://schemas.microsoft.com/office/drawing/2014/main" id="{64A12827-2294-42DD-8B9D-2D27F34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26" name="method-accent-0">
            <a:extLst xmlns:a="http://schemas.openxmlformats.org/drawingml/2006/main">
              <a:ext uri="{FF2B5EF4-FFF2-40B4-BE49-F238E27FC236}">
                <a16:creationId xmlns:a16="http://schemas.microsoft.com/office/drawing/2014/main" id="{5778D1F4-2612-4DF4-B0F4-FFDA16B4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7" name="method-number-0">
            <a:extLst xmlns:a="http://schemas.openxmlformats.org/drawingml/2006/main">
              <a:ext uri="{FF2B5EF4-FFF2-40B4-BE49-F238E27FC236}">
                <a16:creationId xmlns:a16="http://schemas.microsoft.com/office/drawing/2014/main" id="{0092F1E9-A4E7-4168-9AAD-C2E0E30A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method-number-text-0">
            <a:extLst xmlns:a="http://schemas.openxmlformats.org/drawingml/2006/main">
              <a:ext uri="{FF2B5EF4-FFF2-40B4-BE49-F238E27FC236}">
                <a16:creationId xmlns:a16="http://schemas.microsoft.com/office/drawing/2014/main" id="{215E6713-F279-4A9E-A3C1-80B6B782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9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75AB55BD-D4A1-4B87-8A25-31FA9B7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统一命名</a:t>
            </a:r>
          </a:p>
        </p:txBody>
      </p:sp>
      <p:sp>
        <p:nvSpPr>
          <p:cNvPr id="30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44796849-640A-4100-A6C4-24DDCE06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71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统一命名并保留版本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84B1B-609F-45A3-968A-B683582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5339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2" name="method-shadow-1">
            <a:extLst xmlns:a="http://schemas.openxmlformats.org/drawingml/2006/main">
              <a:ext uri="{FF2B5EF4-FFF2-40B4-BE49-F238E27FC236}">
                <a16:creationId xmlns:a16="http://schemas.microsoft.com/office/drawing/2014/main" id="{2D2988BD-BA3C-40B4-8FFD-DDF50DC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43225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33" name="method-card-1">
            <a:extLst xmlns:a="http://schemas.openxmlformats.org/drawingml/2006/main">
              <a:ext uri="{FF2B5EF4-FFF2-40B4-BE49-F238E27FC236}">
                <a16:creationId xmlns:a16="http://schemas.microsoft.com/office/drawing/2014/main" id="{84A14CE0-DE71-4BD1-880C-99759F7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4" name="method-accent-1">
            <a:extLst xmlns:a="http://schemas.openxmlformats.org/drawingml/2006/main">
              <a:ext uri="{FF2B5EF4-FFF2-40B4-BE49-F238E27FC236}">
                <a16:creationId xmlns:a16="http://schemas.microsoft.com/office/drawing/2014/main" id="{6D3FD44C-D941-4AE2-85D4-C82F78E0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35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6C47CF41-D866-4BF2-B684-7D6327D8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6" name="method-number-text-1">
            <a:extLst xmlns:a="http://schemas.openxmlformats.org/drawingml/2006/main">
              <a:ext uri="{FF2B5EF4-FFF2-40B4-BE49-F238E27FC236}">
                <a16:creationId xmlns:a16="http://schemas.microsoft.com/office/drawing/2014/main" id="{BFAC1AF0-F874-4142-85DF-E18DF95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70DE1D7A-D28B-40AC-A231-6B59B799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组织目录</a:t>
            </a:r>
          </a:p>
        </p:txBody>
      </p:sp>
      <p:sp>
        <p:nvSpPr>
          <p:cNvPr id="38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3C56FB53-F483-4F6C-BF1E-425DD7F5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71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按实际流程组织目录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DF6483-005F-40E2-A208-E60533B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9850" y="45339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0" name="method-shadow-2">
            <a:extLst xmlns:a="http://schemas.openxmlformats.org/drawingml/2006/main">
              <a:ext uri="{FF2B5EF4-FFF2-40B4-BE49-F238E27FC236}">
                <a16:creationId xmlns:a16="http://schemas.microsoft.com/office/drawing/2014/main" id="{886ABFED-773F-42BB-AD5D-9EE0166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43225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3E2"/>
          </a:solidFill>
          <a:ln xmlns:a="http://schemas.openxmlformats.org/drawingml/2006/main" w="9525">
            <a:solidFill>
              <a:srgbClr val="DCE3E2"/>
            </a:solidFill>
            <a:prstDash val="solid"/>
          </a:ln>
        </p:spPr>
      </p:sp>
      <p:sp>
        <p:nvSpPr>
          <p:cNvPr id="41" name="method-card-2">
            <a:extLst xmlns:a="http://schemas.openxmlformats.org/drawingml/2006/main">
              <a:ext uri="{FF2B5EF4-FFF2-40B4-BE49-F238E27FC236}">
                <a16:creationId xmlns:a16="http://schemas.microsoft.com/office/drawing/2014/main" id="{C1711DCC-C957-4E0B-BD7D-58DEDA8C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42" name="method-accent-2">
            <a:extLst xmlns:a="http://schemas.openxmlformats.org/drawingml/2006/main">
              <a:ext uri="{FF2B5EF4-FFF2-40B4-BE49-F238E27FC236}">
                <a16:creationId xmlns:a16="http://schemas.microsoft.com/office/drawing/2014/main" id="{CF68EBE2-14FA-400C-8CC4-202ED47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88"/>
          </a:solidFill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3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9094D757-6D8C-45CA-A69A-A9281A45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4" name="method-number-text-2">
            <a:extLst xmlns:a="http://schemas.openxmlformats.org/drawingml/2006/main">
              <a:ext uri="{FF2B5EF4-FFF2-40B4-BE49-F238E27FC236}">
                <a16:creationId xmlns:a16="http://schemas.microsoft.com/office/drawing/2014/main" id="{888AD554-E374-4994-BBEC-664BB6EC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5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946D729D-C76E-4DF8-9069-13BF7FC2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14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补充依据</a:t>
            </a:r>
          </a:p>
        </p:txBody>
      </p:sp>
      <p:sp>
        <p:nvSpPr>
          <p:cNvPr id="46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1336AD20-064B-46D6-A828-0E73992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为关键决定补充依据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6FD723-0D0A-4C7F-A899-4ED99D7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15450" y="45339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25C2B1-9B31-4552-AA6F-448B78F6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762500"/>
            <a:ext cx="5791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49" name="method-bus-anchor">
            <a:extLst xmlns:a="http://schemas.openxmlformats.org/drawingml/2006/main">
              <a:ext uri="{FF2B5EF4-FFF2-40B4-BE49-F238E27FC236}">
                <a16:creationId xmlns:a16="http://schemas.microsoft.com/office/drawing/2014/main" id="{8BAC0890-09C2-463A-8F17-F7040B9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9EFEB0-80D9-461D-A8DB-619FE749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625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51" name="method-result-arrow-down">
            <a:extLst xmlns:a="http://schemas.openxmlformats.org/drawingml/2006/main">
              <a:ext uri="{FF2B5EF4-FFF2-40B4-BE49-F238E27FC236}">
                <a16:creationId xmlns:a16="http://schemas.microsoft.com/office/drawing/2014/main" id="{6F89A715-CC26-4CCB-850C-842B936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029200"/>
            <a:ext cx="133350" cy="114300"/>
          </a:xfrm>
          <a:custGeom xmlns:a="http://schemas.openxmlformats.org/drawingml/2006/main">
            <a:pathLst>
              <a:path w="9525000" h="9525000">
                <a:moveTo>
                  <a:pt x="4762500" y="9525000"/>
                </a:moveTo>
                <a:lnTo>
                  <a:pt x="0" y="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2" name="result-card">
            <a:extLst xmlns:a="http://schemas.openxmlformats.org/drawingml/2006/main">
              <a:ext uri="{FF2B5EF4-FFF2-40B4-BE49-F238E27FC236}">
                <a16:creationId xmlns:a16="http://schemas.microsoft.com/office/drawing/2014/main" id="{9931EE32-B72B-45F4-89AE-3BCC0E1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876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2ECEB"/>
          </a:solidFill>
          <a:ln xmlns:a="http://schemas.openxmlformats.org/drawingml/2006/main" w="9525">
            <a:solidFill>
              <a:srgbClr val="C3D4D4"/>
            </a:solidFill>
            <a:prstDash val="solid"/>
          </a:ln>
        </p:spPr>
      </p:sp>
      <p:sp>
        <p:nvSpPr>
          <p:cNvPr id="53" name="result-badge">
            <a:extLst xmlns:a="http://schemas.openxmlformats.org/drawingml/2006/main">
              <a:ext uri="{FF2B5EF4-FFF2-40B4-BE49-F238E27FC236}">
                <a16:creationId xmlns:a16="http://schemas.microsoft.com/office/drawing/2014/main" id="{EC4FE452-928E-4244-9F95-EC14D2A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95900"/>
            <a:ext cx="51435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54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DA12CEF-7CB4-49A5-ACCB-215A325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得到</a:t>
            </a:r>
          </a:p>
        </p:txBody>
      </p:sp>
      <p:sp>
        <p:nvSpPr>
          <p:cNvPr id="55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BD5C626B-A4E5-43E9-B483-F1F4EF27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接手者能找到材料并理解使用方式</a:t>
            </a:r>
          </a:p>
        </p:txBody>
      </p:sp>
    </p:spTree>
    <p:extLst>
      <p:ext uri="{BB962C8B-B14F-4D97-AF65-F5344CB8AC3E}">
        <p14:creationId xmlns:p14="http://schemas.microsoft.com/office/powerpoint/2010/main" val="1842337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2026-09-07T05:22:29.3480000Z</dcterms:created>
  <dcterms:modified xsi:type="dcterms:W3CDTF">2026-09-07T05:22:29.3480000Z</dcterms:modified>
</coreProperties>
</file>