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1dd198eab43c1" /><Relationship Type="http://schemas.openxmlformats.org/officeDocument/2006/relationships/extended-properties" Target="/docProps/app.xml" Id="R76e271e738c54a8d" /><Relationship Type="http://schemas.openxmlformats.org/officeDocument/2006/relationships/officeDocument" Target="/ppt/presentation.xml" Id="R09c6f4bb794a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59f3ddafdb4ac9"/>
  </p:sldMasterIdLst>
  <p:notesMasterIdLst>
    <p:notesMasterId xmlns:r="http://schemas.openxmlformats.org/officeDocument/2006/relationships" r:id="Re10ee55122d143f9"/>
  </p:notesMasterIdLst>
  <p:sldIdLst>
    <p:sldId xmlns:r="http://schemas.openxmlformats.org/officeDocument/2006/relationships" id="256" r:id="R0e828599faa74168"/>
    <p:sldId xmlns:r="http://schemas.openxmlformats.org/officeDocument/2006/relationships" id="257" r:id="R1ec79104183f4684"/>
    <p:sldId xmlns:r="http://schemas.openxmlformats.org/officeDocument/2006/relationships" id="258" r:id="R4cd5ae6fa48a417f"/>
    <p:sldId xmlns:r="http://schemas.openxmlformats.org/officeDocument/2006/relationships" id="259" r:id="R5820a60255b240fb"/>
    <p:sldId xmlns:r="http://schemas.openxmlformats.org/officeDocument/2006/relationships" id="260" r:id="Rbfbb80fd2c73489e"/>
    <p:sldId xmlns:r="http://schemas.openxmlformats.org/officeDocument/2006/relationships" id="261" r:id="R3cc9c78a946e4df4"/>
    <p:sldId xmlns:r="http://schemas.openxmlformats.org/officeDocument/2006/relationships" id="262" r:id="R3e30db6bc7224225"/>
    <p:sldId xmlns:r="http://schemas.openxmlformats.org/officeDocument/2006/relationships" id="263" r:id="Rb1538c7c3c3c43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c5583e45ee45ba" /><Relationship Type="http://schemas.openxmlformats.org/officeDocument/2006/relationships/slideMaster" Target="/ppt/slideMasters/slideMaster1.xml" Id="R3959f3ddafdb4ac9" /><Relationship Type="http://schemas.openxmlformats.org/officeDocument/2006/relationships/notesMaster" Target="/ppt/notesMasters/notesMaster1.xml" Id="Re10ee55122d143f9" /><Relationship Type="http://schemas.openxmlformats.org/officeDocument/2006/relationships/presProps" Target="/ppt/presProps.xml" Id="R573b8103c6fc4c6e" /><Relationship Type="http://schemas.openxmlformats.org/officeDocument/2006/relationships/tableStyles" Target="/ppt/tableStyles.xml" Id="Rd4c3c41b6aa14472" /><Relationship Type="http://schemas.openxmlformats.org/officeDocument/2006/relationships/slide" Target="/ppt/slides/slide1.xml" Id="R0e828599faa74168" /><Relationship Type="http://schemas.openxmlformats.org/officeDocument/2006/relationships/slide" Target="/ppt/slides/slide2.xml" Id="R1ec79104183f4684" /><Relationship Type="http://schemas.openxmlformats.org/officeDocument/2006/relationships/slide" Target="/ppt/slides/slide3.xml" Id="R4cd5ae6fa48a417f" /><Relationship Type="http://schemas.openxmlformats.org/officeDocument/2006/relationships/slide" Target="/ppt/slides/slide4.xml" Id="R5820a60255b240fb" /><Relationship Type="http://schemas.openxmlformats.org/officeDocument/2006/relationships/slide" Target="/ppt/slides/slide5.xml" Id="Rbfbb80fd2c73489e" /><Relationship Type="http://schemas.openxmlformats.org/officeDocument/2006/relationships/slide" Target="/ppt/slides/slide6.xml" Id="R3cc9c78a946e4df4" /><Relationship Type="http://schemas.openxmlformats.org/officeDocument/2006/relationships/slide" Target="/ppt/slides/slide7.xml" Id="R3e30db6bc7224225" /><Relationship Type="http://schemas.openxmlformats.org/officeDocument/2006/relationships/slide" Target="/ppt/slides/slide8.xml" Id="Rb1538c7c3c3c43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de24384b4d45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464450104247f9" /><Relationship Type="http://schemas.openxmlformats.org/officeDocument/2006/relationships/notesMaster" Target="/ppt/notesMasters/notesMaster1.xml" Id="Re0b00bb18f6f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c693f56bca435d" /><Relationship Type="http://schemas.openxmlformats.org/officeDocument/2006/relationships/notesMaster" Target="/ppt/notesMasters/notesMaster1.xml" Id="R9db9e2685d4440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afcd66b87b4523" /><Relationship Type="http://schemas.openxmlformats.org/officeDocument/2006/relationships/notesMaster" Target="/ppt/notesMasters/notesMaster1.xml" Id="R8f70da13690443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fb75bb4bec4a6a" /><Relationship Type="http://schemas.openxmlformats.org/officeDocument/2006/relationships/notesMaster" Target="/ppt/notesMasters/notesMaster1.xml" Id="R2defe897a37348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0723fdd5b49ba" /><Relationship Type="http://schemas.openxmlformats.org/officeDocument/2006/relationships/notesMaster" Target="/ppt/notesMasters/notesMaster1.xml" Id="Rf86abf17b0a04b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d315f4d6f74a15" /><Relationship Type="http://schemas.openxmlformats.org/officeDocument/2006/relationships/notesMaster" Target="/ppt/notesMasters/notesMaster1.xml" Id="Ra6bc68be925943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413a13bab24c66" /><Relationship Type="http://schemas.openxmlformats.org/officeDocument/2006/relationships/notesMaster" Target="/ppt/notesMasters/notesMaster1.xml" Id="Rf1dfc13dee294e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e26fb0b31247fc" /><Relationship Type="http://schemas.openxmlformats.org/officeDocument/2006/relationships/notesMaster" Target="/ppt/notesMasters/notesMaster1.xml" Id="R25f9204a8ecc49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来源：inputs/manuscript.md。虚构大学场景，仅用于排版验证与方案讨论，不代表已实施项目或真实成效。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1、5、6、8、9 段。页内三项是叙事章节，不是新增事实。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2 段。页面将“可找到结果”和“可解释依据”作概念对照，未引入数量或效果数据。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3 段。关系图采用原生椭圆与连接线，表达共同解释关系，不表达顺序或数量比例。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4 段。页面用左右边界和受控引用表示访问关系，未暗示任何授权已发生。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6 段。流程保留提交、定位、补充、确认四个阶段，并保留新的授权分支与暂停条件。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5、7 段。四周、一个方向、两名成员及周次安排均保持拟定口径，未添加测量数字。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8、9 段。收束保留三项评估问题、停止信号和有限尝试的结论，未把方案写成已验证结果。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9be62df1f4f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e6b663fe924a95" /><Relationship Type="http://schemas.openxmlformats.org/officeDocument/2006/relationships/slideLayout" Target="/ppt/slideLayouts/slideLayout1.xml" Id="Rf88d83af0e1342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8d83af0e1342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1e541ec7c4231" /><Relationship Type="http://schemas.openxmlformats.org/officeDocument/2006/relationships/notesSlide" Target="/ppt/notesSlides/notesSlide1.xml" Id="Rf8a412aa5e4842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434266c394c1e" /><Relationship Type="http://schemas.openxmlformats.org/officeDocument/2006/relationships/notesSlide" Target="/ppt/notesSlides/notesSlide2.xml" Id="R2f3dfb6d7c4140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38dda59694dd5" /><Relationship Type="http://schemas.openxmlformats.org/officeDocument/2006/relationships/notesSlide" Target="/ppt/notesSlides/notesSlide3.xml" Id="Ra976f5d015c147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f4529dbb7416d" /><Relationship Type="http://schemas.openxmlformats.org/officeDocument/2006/relationships/notesSlide" Target="/ppt/notesSlides/notesSlide4.xml" Id="R50fe11e50589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5271027d44228" /><Relationship Type="http://schemas.openxmlformats.org/officeDocument/2006/relationships/notesSlide" Target="/ppt/notesSlides/notesSlide5.xml" Id="R949a6eeb608643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89a32b4334141" /><Relationship Type="http://schemas.openxmlformats.org/officeDocument/2006/relationships/notesSlide" Target="/ppt/notesSlides/notesSlide6.xml" Id="R6d4eb5407c7845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1efb2bd904841" /><Relationship Type="http://schemas.openxmlformats.org/officeDocument/2006/relationships/notesSlide" Target="/ppt/notesSlides/notesSlide7.xml" Id="Reb0b9a45e5d645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8f77c948e40a5" /><Relationship Type="http://schemas.openxmlformats.org/officeDocument/2006/relationships/notesSlide" Target="/ppt/notesSlides/notesSlide8.xml" Id="Rcdab950b004b40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48B59-435C-4DF6-8794-D635E6FC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E2B21-EB54-460D-81EC-7A3E2D54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讨论稿  /  四周小范围试点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B0931-FDC8-43F6-906E-85847BA9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实验数据</a:t>
            </a:r>
          </a:p>
          <a:p xmlns:a="http://schemas.openxmlformats.org/drawingml/2006/main">
            <a:pPr algn="l"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归档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08127-4E67-4581-8F0C-C25BF886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先把一次结果说明白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610A0-64C6-4B8F-9FF5-ECD11D6C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面向课题组教师与研究生的方案讨论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把结果、依据与责任边界放回同一个记录单元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F287B-712D-46C8-87D8-F18D7D57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60D8A-4833-4713-A958-1613EC52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这是一项有限尝试：先让一次结果可以被理解，</a:t>
            </a:r>
          </a:p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再决定哪些记录值得长期保存。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78309-3CC9-4E43-990B-60D89FBE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097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D834F-25B5-4B80-A0C9-E505077F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76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5400" b="0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AB1B2-896C-4ABC-AE26-684A3829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文件存在，</a:t>
            </a:r>
          </a:p>
          <a:p xmlns:a="http://schemas.openxmlformats.org/drawingml/2006/main">
            <a:pPr algn="l"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不等于结果可以解释。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C05A4-A1BE-4F6E-B27A-BFAACDD7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讨论重点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27289-A99D-459B-AF65-B9339B4E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试点范围、复核方式、停止信号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FC05E-4048-4EF1-B493-C2DE71D3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5472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hapter-2">
            <a:extLst xmlns:a="http://schemas.openxmlformats.org/drawingml/2006/main">
              <a:ext uri="{FF2B5EF4-FFF2-40B4-BE49-F238E27FC236}">
                <a16:creationId xmlns:a16="http://schemas.microsoft.com/office/drawing/2014/main" id="{31F2ED8C-E9BB-4283-A787-EAFDE834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00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C86BFD9-D78D-4CE3-B374-492304E5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讨论框架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01875F71-4BCA-4A2D-ABBE-4AA23AB8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ABF042A-E0E5-4BBD-ADB6-5A9AFC54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998FA-1F91-4B3F-87B9-B359E088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讨论只确认一个有限尝试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5F927-B36C-4682-A755-B470C1A7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先建立共同问题，再把试点的边界与退出条件说清楚。</a:t>
            </a:r>
          </a:p>
        </p:txBody>
      </p:sp>
      <p:sp>
        <p:nvSpPr>
          <p:cNvPr id="7" name="agenda-dot-01">
            <a:extLst xmlns:a="http://schemas.openxmlformats.org/drawingml/2006/main">
              <a:ext uri="{FF2B5EF4-FFF2-40B4-BE49-F238E27FC236}">
                <a16:creationId xmlns:a16="http://schemas.microsoft.com/office/drawing/2014/main" id="{6C429E82-386A-417C-86C1-1E2E3B48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58763-BCBB-4432-AC5A-FC13D455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565A7-F09A-466F-8E27-D1115ADE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39780-8F9C-4676-8BBB-FE9A4526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找到图片，却说不清来源与依据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2D914-9896-4DEF-9517-8B799F17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为什么需要记录单元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A3663-64EF-4D34-9A74-7832BFCE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agenda-dot-02">
            <a:extLst xmlns:a="http://schemas.openxmlformats.org/drawingml/2006/main">
              <a:ext uri="{FF2B5EF4-FFF2-40B4-BE49-F238E27FC236}">
                <a16:creationId xmlns:a16="http://schemas.microsoft.com/office/drawing/2014/main" id="{FB890C7C-D125-466E-B0ED-2E3A31E5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CE86F-40EF-4662-8279-5851199B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B9C03-DFA0-489E-8DFE-391C5C9F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0AA1D-F5BF-426B-8B07-DEE8EE64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19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把结果与依据放在同一个关系里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104E2-2F44-4F29-86A9-8B1C33EB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哪些内容要保留，哪些访问仍受限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C0D5A-58FE-48D6-8D4D-DC4EC1FF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genda-dot-03">
            <a:extLst xmlns:a="http://schemas.openxmlformats.org/drawingml/2006/main">
              <a:ext uri="{FF2B5EF4-FFF2-40B4-BE49-F238E27FC236}">
                <a16:creationId xmlns:a16="http://schemas.microsoft.com/office/drawing/2014/main" id="{1B2A720A-15D9-487B-B85C-4D2C533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1221D-B514-487A-984E-04ACCE48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F74DE-04ED-4E33-9A79-070BE7EF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FE06B-7F12-4EB2-9AC6-4CB04722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四周、一个方向、两名自愿成员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2A237-30B5-4066-BA78-5A1BEB28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如何复核，何时缩小或停止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A8DF3-C724-4CCE-8BAA-45FF1C57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9B015-928F-4D58-BB05-3C26A015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确认范围，而不是承诺效率提升</a:t>
            </a:r>
          </a:p>
        </p:txBody>
      </p:sp>
    </p:spTree>
    <p:extLst>
      <p:ext uri="{BB962C8B-B14F-4D97-AF65-F5344CB8AC3E}">
        <p14:creationId xmlns:p14="http://schemas.microsoft.com/office/powerpoint/2010/main" val="1399452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hapter-3">
            <a:extLst xmlns:a="http://schemas.openxmlformats.org/drawingml/2006/main">
              <a:ext uri="{FF2B5EF4-FFF2-40B4-BE49-F238E27FC236}">
                <a16:creationId xmlns:a16="http://schemas.microsoft.com/office/drawing/2014/main" id="{6CB65217-A984-4C5F-8CB5-167BC34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B1F1C32-504C-40E5-A1C7-F92620EF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4091FB9C-3A38-43D1-87AA-D55C5090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53D2060-5114-4CD9-8B1E-48AF92A7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CDCE7-38F1-4E8F-A51A-46A1E02A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文件存在，不等于结果可解释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6BEB1-F638-4C1D-B4F9-F916F75B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同名文件和个人目录让重复检索变难，但真正的缺口在于关系没有被保留下来。</a:t>
            </a:r>
          </a:p>
        </p:txBody>
      </p:sp>
      <p:sp>
        <p:nvSpPr>
          <p:cNvPr id="7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B3324147-6DC3-4071-9CB4-36E3A1BD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57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14453-6A10-4209-B5EE-43D5BFE6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能找到什么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3F652-C916-411A-BBAB-B3B3E14A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最终图片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某个结果文件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一条看似明确的结论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BC78A-3EE5-4334-8306-D240D8FA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71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文件位置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03587-C3FE-4960-B728-D88BE6D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1951226C-601B-4B91-8C7C-61633695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5238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BA530-9690-4826-B33E-1291D42B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仍说不清什么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CA24C-0011-467D-9CC8-4401AE91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来自哪批样本？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用了哪版脚本？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哪些数据被排除，依据是什么？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D8A9D-02AF-4F16-A126-D350C7A7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36E25-A9A1-4D63-AFB5-8F687751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归档首先要保存结果和依据之间的关系，随后才讨论扩大共享范围。</a:t>
            </a:r>
          </a:p>
        </p:txBody>
      </p:sp>
    </p:spTree>
    <p:extLst>
      <p:ext uri="{BB962C8B-B14F-4D97-AF65-F5344CB8AC3E}">
        <p14:creationId xmlns:p14="http://schemas.microsoft.com/office/powerpoint/2010/main" val="802056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4">
            <a:extLst xmlns:a="http://schemas.openxmlformats.org/drawingml/2006/main">
              <a:ext uri="{FF2B5EF4-FFF2-40B4-BE49-F238E27FC236}">
                <a16:creationId xmlns:a16="http://schemas.microsoft.com/office/drawing/2014/main" id="{DFB3D949-F435-4C48-AE01-A29B0E7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700D557-2BE3-46F8-8A6C-72BA8BB6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记录单元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B2D4C3AF-0735-4A61-9E42-1A19399A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9BC2284-58E9-4313-8B2B-B2D332A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4F89B-8DFE-44BD-AD64-F68B2FD5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一个结果需要一组相互关联的依据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61418-0A01-439A-859C-3CC1DFD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五项内容共同解释一个结果；它们不是必须依次执行的五个步骤。</a:t>
            </a:r>
          </a:p>
        </p:txBody>
      </p:sp>
      <p:sp>
        <p:nvSpPr>
          <p:cNvPr id="7" name="record-center">
            <a:extLst xmlns:a="http://schemas.openxmlformats.org/drawingml/2006/main">
              <a:ext uri="{FF2B5EF4-FFF2-40B4-BE49-F238E27FC236}">
                <a16:creationId xmlns:a16="http://schemas.microsoft.com/office/drawing/2014/main" id="{034A43BB-BB0D-4A07-AA77-5952E293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99CB0-F2C8-4EA6-A9AB-A40FCB13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432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可讨论</a:t>
            </a:r>
          </a:p>
          <a:p xmlns:a="http://schemas.openxmlformats.org/drawingml/2006/main">
            <a:pPr algn="ctr">
              <a:def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结果</a:t>
            </a:r>
          </a:p>
        </p:txBody>
      </p:sp>
      <p:sp>
        <p:nvSpPr>
          <p:cNvPr id="9" name="record-原始数据">
            <a:extLst xmlns:a="http://schemas.openxmlformats.org/drawingml/2006/main">
              <a:ext uri="{FF2B5EF4-FFF2-40B4-BE49-F238E27FC236}">
                <a16:creationId xmlns:a16="http://schemas.microsoft.com/office/drawing/2014/main" id="{1E52F305-E0B0-4B72-B59B-A2FC573C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003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8232C-16E1-4DCC-9E16-BA9CBE34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原始数据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43E93-EBB7-4311-A683-ED8AE64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保持原貌</a:t>
            </a:r>
          </a:p>
        </p:txBody>
      </p:sp>
      <p:cxnSp>
        <p:nvCxnSpPr>
          <p:cNvPr id="42" name=""/>
          <p:cNvCxnSpPr>
            <a:stCxn xmlns:a="http://schemas.openxmlformats.org/drawingml/2006/main" id="9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3810000" y="2743200"/>
            <a:ext cx="123825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13" name="record-样本与条件">
            <a:extLst xmlns:a="http://schemas.openxmlformats.org/drawingml/2006/main">
              <a:ext uri="{FF2B5EF4-FFF2-40B4-BE49-F238E27FC236}">
                <a16:creationId xmlns:a16="http://schemas.microsoft.com/office/drawing/2014/main" id="{877AFB26-C8E9-4359-8240-6E677A75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ED977-D129-4DCA-8DEA-2330E4FC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样本与条件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EFCC8-AFAE-486E-A9C4-00AA4B1F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采集上下文</a:t>
            </a:r>
          </a:p>
        </p:txBody>
      </p:sp>
      <p:cxnSp>
        <p:nvCxnSpPr>
          <p:cNvPr id="46" name=""/>
          <p:cNvCxnSpPr>
            <a:stCxn xmlns:a="http://schemas.openxmlformats.org/drawingml/2006/main" id="13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4819650" y="2743200"/>
            <a:ext cx="5334000" cy="15049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17" name="record-处理脚本">
            <a:extLst xmlns:a="http://schemas.openxmlformats.org/drawingml/2006/main">
              <a:ext uri="{FF2B5EF4-FFF2-40B4-BE49-F238E27FC236}">
                <a16:creationId xmlns:a16="http://schemas.microsoft.com/office/drawing/2014/main" id="{1030FF4E-1A34-4F88-BFD7-BD3C04E4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2915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D2DEE-AC22-4EA7-8490-C41C9C87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625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处理脚本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ED4C9-9E91-4FDD-8288-49CD8054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292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定位实际运行版本</a:t>
            </a:r>
          </a:p>
        </p:txBody>
      </p:sp>
      <p:cxnSp>
        <p:nvCxnSpPr>
          <p:cNvPr id="50" name=""/>
          <p:cNvCxnSpPr>
            <a:stCxn xmlns:a="http://schemas.openxmlformats.org/drawingml/2006/main" id="17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848100" y="3638550"/>
            <a:ext cx="12001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21" name="record-结果文件">
            <a:extLst xmlns:a="http://schemas.openxmlformats.org/drawingml/2006/main">
              <a:ext uri="{FF2B5EF4-FFF2-40B4-BE49-F238E27FC236}">
                <a16:creationId xmlns:a16="http://schemas.microsoft.com/office/drawing/2014/main" id="{C62E0567-B4F0-45D3-ABD4-DBD3383C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2915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D183A-F041-4358-A3B6-E6AD7E92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5DA10-E46F-44EC-9797-C7674809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对应图与输出</a:t>
            </a:r>
          </a:p>
        </p:txBody>
      </p:sp>
      <p:cxnSp>
        <p:nvCxnSpPr>
          <p:cNvPr id="54" name=""/>
          <p:cNvCxnSpPr>
            <a:stCxn xmlns:a="http://schemas.openxmlformats.org/drawingml/2006/main" id="21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819650" y="3638550"/>
            <a:ext cx="5276850" cy="13335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25" name="record-异常与排除">
            <a:extLst xmlns:a="http://schemas.openxmlformats.org/drawingml/2006/main">
              <a:ext uri="{FF2B5EF4-FFF2-40B4-BE49-F238E27FC236}">
                <a16:creationId xmlns:a16="http://schemas.microsoft.com/office/drawing/2014/main" id="{386FF4EB-1785-4E1D-B6FD-88D4D434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32CBD-A7A5-43B5-9DA7-D43C2C11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异常与排除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3DA5DB-8129-45DC-9E48-42A3341E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保留判断依据</a:t>
            </a:r>
          </a:p>
        </p:txBody>
      </p:sp>
      <p:cxnSp>
        <p:nvCxnSpPr>
          <p:cNvPr id="58" name=""/>
          <p:cNvCxnSpPr>
            <a:stCxn xmlns:a="http://schemas.openxmlformats.org/drawingml/2006/main" id="25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819650" y="3638550"/>
            <a:ext cx="2247900" cy="19240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3AD44-7FD1-4303-B389-0127AEF0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记录单元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DBFFA7-CA3B-42A0-BD2F-0B848B8A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1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 + 依据 + 责任边界</a:t>
            </a:r>
          </a:p>
        </p:txBody>
      </p:sp>
    </p:spTree>
    <p:extLst>
      <p:ext uri="{BB962C8B-B14F-4D97-AF65-F5344CB8AC3E}">
        <p14:creationId xmlns:p14="http://schemas.microsoft.com/office/powerpoint/2010/main" val="232008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hapter-5">
            <a:extLst xmlns:a="http://schemas.openxmlformats.org/drawingml/2006/main">
              <a:ext uri="{FF2B5EF4-FFF2-40B4-BE49-F238E27FC236}">
                <a16:creationId xmlns:a16="http://schemas.microsoft.com/office/drawing/2014/main" id="{0C9BAFC2-2C08-454F-8A7A-D43C917C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9999A92-2652-412F-B386-27397C3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访问边界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13FAF8A4-6136-41CF-9E44-8875CE1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58B0ECF-0BAB-4A1A-BA16-49EE9D5C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E03F2-3D69-43CA-AE7F-A553EFF2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记录完整，不等于文件开放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27DC1-98ED-4DE5-BB92-44279CC7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记录可以让讨论更清楚，同时保留原始数据的授权边界。</a:t>
            </a:r>
          </a:p>
        </p:txBody>
      </p:sp>
      <p:sp>
        <p:nvSpPr>
          <p:cNvPr id="7" name="access-public">
            <a:extLst xmlns:a="http://schemas.openxmlformats.org/drawingml/2006/main">
              <a:ext uri="{FF2B5EF4-FFF2-40B4-BE49-F238E27FC236}">
                <a16:creationId xmlns:a16="http://schemas.microsoft.com/office/drawing/2014/main" id="{2B0B7B1A-307E-4F1F-9124-E30A66F6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000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F1A34-9EFE-497E-A35B-FD3FBDD3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04A82-F7BB-4834-8340-22FD8374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结果图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可公开的解释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受控引用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F820C-5558-473F-A11E-273037D3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可以进入讨论材料</a:t>
            </a:r>
          </a:p>
        </p:txBody>
      </p:sp>
      <p:sp>
        <p:nvSpPr>
          <p:cNvPr id="11" name="access-restricted">
            <a:extLst xmlns:a="http://schemas.openxmlformats.org/drawingml/2006/main">
              <a:ext uri="{FF2B5EF4-FFF2-40B4-BE49-F238E27FC236}">
                <a16:creationId xmlns:a16="http://schemas.microsoft.com/office/drawing/2014/main" id="{8589F4F7-A0FD-4D22-8131-CDB2664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4000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44DF8-A2B4-4EA2-9F37-E37BD517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受限原始数据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A29E9-58AF-4AD5-8FF8-A7AFE5EF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仍放在原授权位置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记录访问条件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个人信息与合作限制不变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582D9-56BD-4857-B52F-8E64ACF0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授权未确认时暂停共享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6E5B5-2242-4955-B089-CC1D4C9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B4A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A6E2D-DE3F-46E1-9FB3-EA54D4F2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受控引用</a:t>
            </a:r>
          </a:p>
          <a:p xmlns:a="http://schemas.openxmlformats.org/drawingml/2006/main">
            <a:pPr algn="ct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+ 访问条件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AA028-8BBC-4D8C-BD3D-E6049CEF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475BD-CDED-4B34-94FA-12BF7C82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记录表中出现一个路径，也不代表其他成员已经取得访问权。</a:t>
            </a:r>
          </a:p>
        </p:txBody>
      </p:sp>
    </p:spTree>
    <p:extLst>
      <p:ext uri="{BB962C8B-B14F-4D97-AF65-F5344CB8AC3E}">
        <p14:creationId xmlns:p14="http://schemas.microsoft.com/office/powerpoint/2010/main" val="1477571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6">
            <a:extLst xmlns:a="http://schemas.openxmlformats.org/drawingml/2006/main">
              <a:ext uri="{FF2B5EF4-FFF2-40B4-BE49-F238E27FC236}">
                <a16:creationId xmlns:a16="http://schemas.microsoft.com/office/drawing/2014/main" id="{EDFBE69D-7F7A-4473-981F-DBD47BF1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E6E3749-8719-47BC-85FE-AFFEEDB8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复核流程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9B911609-8EBD-4CF0-8F7A-8B89FDC8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6BFB61C2-A9C3-4E43-A72B-0AC5EEDB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E6411-7BA7-45AC-8C7F-1CB88943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复核先检查可理解性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1F084-E89C-4EAD-A1A7-3D98B6BC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先确认别人能否理解结果如何产生，再进入可讨论版本。</a:t>
            </a:r>
          </a:p>
        </p:txBody>
      </p:sp>
      <p:sp>
        <p:nvSpPr>
          <p:cNvPr id="7" name="flow-01">
            <a:extLst xmlns:a="http://schemas.openxmlformats.org/drawingml/2006/main">
              <a:ext uri="{FF2B5EF4-FFF2-40B4-BE49-F238E27FC236}">
                <a16:creationId xmlns:a16="http://schemas.microsoft.com/office/drawing/2014/main" id="{3DB8F1A0-1C7C-4208-84E5-8B0C4EA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31411-C381-4B98-8771-2DE09C8C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831D8-CEDC-4C5A-9617-6EF936A6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提交记录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61A05-F236-4EA3-B87D-C6F9C5F3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执行者提交结果记录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及受控引用</a:t>
            </a:r>
          </a:p>
        </p:txBody>
      </p:sp>
      <p:sp>
        <p:nvSpPr>
          <p:cNvPr id="11" name="flow-02">
            <a:extLst xmlns:a="http://schemas.openxmlformats.org/drawingml/2006/main">
              <a:ext uri="{FF2B5EF4-FFF2-40B4-BE49-F238E27FC236}">
                <a16:creationId xmlns:a16="http://schemas.microsoft.com/office/drawing/2014/main" id="{EB427C20-F58F-4E28-8D4B-F88F3072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9F4D0-6B0B-4445-890D-B32B6007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316E3-86AA-4606-AA7E-963102F1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尝试定位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C0886-3F3D-4380-908C-AC717962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另一位成员定位数据、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脚本与条件并提出缺项</a:t>
            </a:r>
          </a:p>
        </p:txBody>
      </p:sp>
      <p:sp>
        <p:nvSpPr>
          <p:cNvPr id="15" name="flow-03">
            <a:extLst xmlns:a="http://schemas.openxmlformats.org/drawingml/2006/main">
              <a:ext uri="{FF2B5EF4-FFF2-40B4-BE49-F238E27FC236}">
                <a16:creationId xmlns:a16="http://schemas.microsoft.com/office/drawing/2014/main" id="{C7AC58BD-9F03-4A08-8BA3-C015FCF3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694F6-E5ED-4C8F-AC95-F412C95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E681F-8DA3-4F9E-8180-F0DF4464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补充缺项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ABE13-7B42-44B1-803B-AEBA53EA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执行者补充说明，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保留异常与排除依据</a:t>
            </a:r>
          </a:p>
        </p:txBody>
      </p:sp>
      <p:sp>
        <p:nvSpPr>
          <p:cNvPr id="19" name="flow-04">
            <a:extLst xmlns:a="http://schemas.openxmlformats.org/drawingml/2006/main">
              <a:ext uri="{FF2B5EF4-FFF2-40B4-BE49-F238E27FC236}">
                <a16:creationId xmlns:a16="http://schemas.microsoft.com/office/drawing/2014/main" id="{BAC29845-FC78-458D-A7B8-079A18F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1C4D0-2B15-4D96-BF4A-3822D87E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F4AEB-913E-4B8F-9329-6C27E467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负责人确认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57E968-EBC9-4DCF-908A-D3221E80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负责人确认后，</a:t>
            </a:r>
          </a:p>
          <a:p xmlns:a="http://schemas.openxmlformats.org/drawingml/2006/main">
            <a:pPr algn="l">
              <a:def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记录进入可讨论版本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5054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1343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25D72-900B-4B99-BD85-7E7839DF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291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75975-5062-489E-9389-5DE3AE58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96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authorization-branch">
            <a:extLst xmlns:a="http://schemas.openxmlformats.org/drawingml/2006/main">
              <a:ext uri="{FF2B5EF4-FFF2-40B4-BE49-F238E27FC236}">
                <a16:creationId xmlns:a16="http://schemas.microsoft.com/office/drawing/2014/main" id="{EA4C2466-2C8B-43D5-9D0A-819DAA09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33375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32DED9-492D-4D39-AFFB-D11B6FA5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如果涉及新的访问授权：暂停共享，由负责人处理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4EC726-E11C-4379-AEEB-8E0FF23D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复核不要求复做整项实验，也不代替科学结论审查。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1597454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chapter-7">
            <a:extLst xmlns:a="http://schemas.openxmlformats.org/drawingml/2006/main">
              <a:ext uri="{FF2B5EF4-FFF2-40B4-BE49-F238E27FC236}">
                <a16:creationId xmlns:a16="http://schemas.microsoft.com/office/drawing/2014/main" id="{6BCE0954-AB50-47D5-AEA1-DCFFAD5B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F110A52-CB99-4C5A-8A0D-2209A72A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试点范围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1FF1F4B7-A0AC-41A0-8F37-01B0E908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671C9793-4303-430D-B303-C63D0C78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80AA1-58B1-47AA-9F8F-D010BD22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四周试点只测试一件事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54CED-F1A9-4EEE-85E2-2908972B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范围是拟定安排，不代表已经测得效率提升或完成率。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F258A-73A9-4F96-9307-483D0C3E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E03D3-EFA9-4FEB-A2C6-DC193FA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B834E-2D31-4745-8CF1-70C12F72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7A9E7-0753-4B9B-A4A4-4E3D0F0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个课题方向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17ADA-6AAA-482F-B88A-F882F278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60419-60D6-41B6-866E-B44E8225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名自愿成员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92435-8BC5-4D28-8725-925C6D2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week-1">
            <a:extLst xmlns:a="http://schemas.openxmlformats.org/drawingml/2006/main">
              <a:ext uri="{FF2B5EF4-FFF2-40B4-BE49-F238E27FC236}">
                <a16:creationId xmlns:a16="http://schemas.microsoft.com/office/drawing/2014/main" id="{7BA7AB38-858E-4988-A6E7-98F84228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71888-3DC5-40E4-85E3-E753E96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50472-58C3-498A-B0A9-96F65777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1 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C1110-184B-4280-B75A-EF009542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明确最少字段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用一个结果试填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50902-3C2C-450B-B9C6-CB83133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week-2">
            <a:extLst xmlns:a="http://schemas.openxmlformats.org/drawingml/2006/main">
              <a:ext uri="{FF2B5EF4-FFF2-40B4-BE49-F238E27FC236}">
                <a16:creationId xmlns:a16="http://schemas.microsoft.com/office/drawing/2014/main" id="{616D67AC-B398-40A3-AD31-E8D0BF2F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893D3-D6D5-4700-BAFD-B6F39329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2826B-D81A-4E19-9DDB-646D41DC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2 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E945B-CCA1-4806-B728-4F7F3EAA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在实际工作中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记录缺项与负担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2B8FB-8E92-4013-B70D-9AA80A1D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week-3">
            <a:extLst xmlns:a="http://schemas.openxmlformats.org/drawingml/2006/main">
              <a:ext uri="{FF2B5EF4-FFF2-40B4-BE49-F238E27FC236}">
                <a16:creationId xmlns:a16="http://schemas.microsoft.com/office/drawing/2014/main" id="{C62F3270-6A20-4F45-8BD1-29C48DD1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B06BF-E5A7-49BF-9F09-1C7DC130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C24E56-1E71-4A8D-A27E-54A7037B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3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57059-67F4-4FDA-9A8B-E7DE4F0A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继续记录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观察填写负担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90A785-9EF4-4ACB-B61C-8865EA33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week-4">
            <a:extLst xmlns:a="http://schemas.openxmlformats.org/drawingml/2006/main">
              <a:ext uri="{FF2B5EF4-FFF2-40B4-BE49-F238E27FC236}">
                <a16:creationId xmlns:a16="http://schemas.microsoft.com/office/drawing/2014/main" id="{7C52BAE7-F33B-4A70-B526-22098E74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5D6DA-7807-472C-BAA3-1ABD033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4A155C-9941-4CCA-9A52-4D7BD3FF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4 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9EBB7-51D7-4FD2-880A-E9BB10BC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讨论保留、修改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或停止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0C8CE-611A-4D8A-901F-EEC9CFDF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9FF500-16A3-4279-BD8A-F5F6A6C0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先从新增实验开始；真正需要复核的历史结果逐项补充。</a:t>
            </a:r>
          </a:p>
        </p:txBody>
      </p:sp>
    </p:spTree>
    <p:extLst>
      <p:ext uri="{BB962C8B-B14F-4D97-AF65-F5344CB8AC3E}">
        <p14:creationId xmlns:p14="http://schemas.microsoft.com/office/powerpoint/2010/main" val="1882888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hapter-8">
            <a:extLst xmlns:a="http://schemas.openxmlformats.org/drawingml/2006/main">
              <a:ext uri="{FF2B5EF4-FFF2-40B4-BE49-F238E27FC236}">
                <a16:creationId xmlns:a16="http://schemas.microsoft.com/office/drawing/2014/main" id="{0BD8D993-EBAA-424E-8AFB-833231B1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BD3B9C0-B531-4AA4-8459-DE86E728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评估与收束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1F4C88B1-B221-44A2-9168-45549C92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74C0D502-1336-4863-B9D7-F21D79C2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2CDD5-A865-49CD-A786-9DAF4D34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是否继续，由复核证据与成员负担决定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5B205-1445-4067-B448-313882DA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试点评估先收集具体复核过程和当事人反馈，不预设统一“合格分数”。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7C94B-8CE6-48F1-8EFE-D9E245EE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ADD07-5C03-487F-A890-3931A7E7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来源可定位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3BD4D-1CDD-4477-8BC0-2DA0C4A0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其他成员能否沿记录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定位结果的来源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77CAE-F980-4E8C-B422-7D7BD8F0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08B67-97E5-46D4-821F-6412871E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1E789-98B3-4FEF-906F-3914A7A2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依据可理解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1F597-79C9-4870-8176-F3C2EA48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关键处理与排除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是否有可理解的依据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63F32-88C8-4E7B-897B-EBC662D4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D203E-10E3-40E6-82EF-AD07BFB9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D6274-2116-4907-8098-BB3B28BB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负担可持续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BCCE9-688E-4FF3-83D0-8FFEC815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填写负担是否在成员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愿意持续承担的范围内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3C2EF-13D4-4BD2-8199-0CB430A9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638C3E-C744-4F26-9AD5-642BA990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停止或修改的信号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54C20-656D-4CDF-8D88-805A1520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挤占必要实验时间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权限边界无法说明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只增加抄写，没有帮助解释结果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7E430-B4B7-4FDF-AECB-2E72C613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101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8F191-53E7-4544-A2D4-EBF94512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先让一次结果可以被理解，再决定哪些记录值得长期保存。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2FE24-D573-46DC-BD60-22F9CD9A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000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归档工具只是承载方式；要验证的是结果、依据和责任边界的联系。</a:t>
            </a:r>
          </a:p>
        </p:txBody>
      </p:sp>
    </p:spTree>
    <p:extLst>
      <p:ext uri="{BB962C8B-B14F-4D97-AF65-F5344CB8AC3E}">
        <p14:creationId xmlns:p14="http://schemas.microsoft.com/office/powerpoint/2010/main" val="774619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2026-09-06T05:28:46.1610000Z</dcterms:created>
  <dcterms:modified xsi:type="dcterms:W3CDTF">2026-09-06T05:28:46.1610000Z</dcterms:modified>
</coreProperties>
</file>