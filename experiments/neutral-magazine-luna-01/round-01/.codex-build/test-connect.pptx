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27557a16444d9" /><Relationship Type="http://schemas.openxmlformats.org/officeDocument/2006/relationships/extended-properties" Target="/docProps/app.xml" Id="Rfbd4972eb9ba416e" /><Relationship Type="http://schemas.openxmlformats.org/officeDocument/2006/relationships/officeDocument" Target="/ppt/presentation.xml" Id="Rd395822e75c340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4b5e923e942c4"/>
  </p:sldMasterIdLst>
  <p:notesMasterIdLst>
    <p:notesMasterId xmlns:r="http://schemas.openxmlformats.org/officeDocument/2006/relationships" r:id="R83ae9401e8ac4f07"/>
  </p:notesMasterIdLst>
  <p:sldIdLst>
    <p:sldId xmlns:r="http://schemas.openxmlformats.org/officeDocument/2006/relationships" id="256" r:id="R5f138e75312045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59f08f1cd44a6" /><Relationship Type="http://schemas.openxmlformats.org/officeDocument/2006/relationships/slideMaster" Target="/ppt/slideMasters/slideMaster1.xml" Id="Rb304b5e923e942c4" /><Relationship Type="http://schemas.openxmlformats.org/officeDocument/2006/relationships/notesMaster" Target="/ppt/notesMasters/notesMaster1.xml" Id="R83ae9401e8ac4f07" /><Relationship Type="http://schemas.openxmlformats.org/officeDocument/2006/relationships/presProps" Target="/ppt/presProps.xml" Id="R88918130c96547da" /><Relationship Type="http://schemas.openxmlformats.org/officeDocument/2006/relationships/tableStyles" Target="/ppt/tableStyles.xml" Id="R62325b11335e44de" /><Relationship Type="http://schemas.openxmlformats.org/officeDocument/2006/relationships/slide" Target="/ppt/slides/slide1.xml" Id="R5f138e753120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b2e33a498d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709e0fe2c54a02" /><Relationship Type="http://schemas.openxmlformats.org/officeDocument/2006/relationships/notesMaster" Target="/ppt/notesMasters/notesMaster1.xml" Id="Rb340b0247f36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4ef288a0d47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fea3dbdcc4331" /><Relationship Type="http://schemas.openxmlformats.org/officeDocument/2006/relationships/slideLayout" Target="/ppt/slideLayouts/slideLayout1.xml" Id="R9b24d94848eb40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4d94848eb40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5d557dca4414f" /><Relationship Type="http://schemas.openxmlformats.org/officeDocument/2006/relationships/notesSlide" Target="/ppt/notesSlides/notesSlide1.xml" Id="Ra56ad92ab11748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F1BF4-1C09-437D-9BBB-2C41C2A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ADD96-B64B-401B-A88C-FA33D3B3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0A5D5-C0BF-4AF6-A3BA-A52D0D9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44702-A564-4397-AE25-AF7B26C0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cxnSp>
        <p:nvCxnSpPr>
          <p:cNvPr id="11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857500" y="1333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01D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32385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5D4F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13553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2026-09-06T05:17:32.4550000Z</dcterms:created>
  <dcterms:modified xsi:type="dcterms:W3CDTF">2026-09-06T05:17:32.4550000Z</dcterms:modified>
</coreProperties>
</file>