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096ead9f347ec" /><Relationship Type="http://schemas.openxmlformats.org/officeDocument/2006/relationships/extended-properties" Target="/docProps/app.xml" Id="Ra0f5f046cb59418b" /><Relationship Type="http://schemas.openxmlformats.org/officeDocument/2006/relationships/officeDocument" Target="/ppt/presentation.xml" Id="Rce1489b5d53249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960d5a5f114c01"/>
  </p:sldMasterIdLst>
  <p:notesMasterIdLst>
    <p:notesMasterId xmlns:r="http://schemas.openxmlformats.org/officeDocument/2006/relationships" r:id="R5023505c54184451"/>
  </p:notesMasterIdLst>
  <p:sldIdLst>
    <p:sldId xmlns:r="http://schemas.openxmlformats.org/officeDocument/2006/relationships" id="256" r:id="R2a52b45a27094045"/>
    <p:sldId xmlns:r="http://schemas.openxmlformats.org/officeDocument/2006/relationships" id="257" r:id="R96b430a9479d4260"/>
    <p:sldId xmlns:r="http://schemas.openxmlformats.org/officeDocument/2006/relationships" id="258" r:id="R2d1a39d6c268424c"/>
    <p:sldId xmlns:r="http://schemas.openxmlformats.org/officeDocument/2006/relationships" id="259" r:id="R68551693ba994dae"/>
    <p:sldId xmlns:r="http://schemas.openxmlformats.org/officeDocument/2006/relationships" id="260" r:id="R3810e245f0b24106"/>
    <p:sldId xmlns:r="http://schemas.openxmlformats.org/officeDocument/2006/relationships" id="261" r:id="R4f6821015abf4154"/>
    <p:sldId xmlns:r="http://schemas.openxmlformats.org/officeDocument/2006/relationships" id="262" r:id="R7a4c69abf1a24c9b"/>
    <p:sldId xmlns:r="http://schemas.openxmlformats.org/officeDocument/2006/relationships" id="263" r:id="R1a9710cd0c5240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dd1f01392f4d23" /><Relationship Type="http://schemas.openxmlformats.org/officeDocument/2006/relationships/slideMaster" Target="/ppt/slideMasters/slideMaster1.xml" Id="Re5960d5a5f114c01" /><Relationship Type="http://schemas.openxmlformats.org/officeDocument/2006/relationships/notesMaster" Target="/ppt/notesMasters/notesMaster1.xml" Id="R5023505c54184451" /><Relationship Type="http://schemas.openxmlformats.org/officeDocument/2006/relationships/presProps" Target="/ppt/presProps.xml" Id="Rd151021dd82444da" /><Relationship Type="http://schemas.openxmlformats.org/officeDocument/2006/relationships/tableStyles" Target="/ppt/tableStyles.xml" Id="Rafddb1f247514727" /><Relationship Type="http://schemas.openxmlformats.org/officeDocument/2006/relationships/slide" Target="/ppt/slides/slide1.xml" Id="R2a52b45a27094045" /><Relationship Type="http://schemas.openxmlformats.org/officeDocument/2006/relationships/slide" Target="/ppt/slides/slide2.xml" Id="R96b430a9479d4260" /><Relationship Type="http://schemas.openxmlformats.org/officeDocument/2006/relationships/slide" Target="/ppt/slides/slide3.xml" Id="R2d1a39d6c268424c" /><Relationship Type="http://schemas.openxmlformats.org/officeDocument/2006/relationships/slide" Target="/ppt/slides/slide4.xml" Id="R68551693ba994dae" /><Relationship Type="http://schemas.openxmlformats.org/officeDocument/2006/relationships/slide" Target="/ppt/slides/slide5.xml" Id="R3810e245f0b24106" /><Relationship Type="http://schemas.openxmlformats.org/officeDocument/2006/relationships/slide" Target="/ppt/slides/slide6.xml" Id="R4f6821015abf4154" /><Relationship Type="http://schemas.openxmlformats.org/officeDocument/2006/relationships/slide" Target="/ppt/slides/slide7.xml" Id="R7a4c69abf1a24c9b" /><Relationship Type="http://schemas.openxmlformats.org/officeDocument/2006/relationships/slide" Target="/ppt/slides/slide8.xml" Id="R1a9710cd0c5240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d5075e0ca2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6508f2b2c4e77" /><Relationship Type="http://schemas.openxmlformats.org/officeDocument/2006/relationships/notesMaster" Target="/ppt/notesMasters/notesMaster1.xml" Id="R446251380cc5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b2ede7249a4f0d" /><Relationship Type="http://schemas.openxmlformats.org/officeDocument/2006/relationships/notesMaster" Target="/ppt/notesMasters/notesMaster1.xml" Id="R3d2b18f9b53540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ef2018050842d0" /><Relationship Type="http://schemas.openxmlformats.org/officeDocument/2006/relationships/notesMaster" Target="/ppt/notesMasters/notesMaster1.xml" Id="R4b042d06c27f49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adadef16c461c" /><Relationship Type="http://schemas.openxmlformats.org/officeDocument/2006/relationships/notesMaster" Target="/ppt/notesMasters/notesMaster1.xml" Id="Re306a4857ed441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71045617954a31" /><Relationship Type="http://schemas.openxmlformats.org/officeDocument/2006/relationships/notesMaster" Target="/ppt/notesMasters/notesMaster1.xml" Id="Rd26a4ade6f3f4a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68252ce8a64573" /><Relationship Type="http://schemas.openxmlformats.org/officeDocument/2006/relationships/notesMaster" Target="/ppt/notesMasters/notesMaster1.xml" Id="Rd8f3ca7e998f43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b015706cdf4b92" /><Relationship Type="http://schemas.openxmlformats.org/officeDocument/2006/relationships/notesMaster" Target="/ppt/notesMasters/notesMaster1.xml" Id="Rd6ca5c27624d4b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c94cf6da4746bc" /><Relationship Type="http://schemas.openxmlformats.org/officeDocument/2006/relationships/notesMaster" Target="/ppt/notesMasters/notesMaster1.xml" Id="R7d7d96724de34b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来源：inputs/manuscript.md。虚构大学场景，仅用于排版验证与方案讨论，不代表已实施项目或真实成效。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1、5、6、8、9 段。页内三项是叙事章节，不是新增事实。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2 段。页面将“可找到结果”和“可解释依据”作概念对照，未引入数量或效果数据。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3 段。关系图采用原生椭圆与连接线，表达共同解释关系，不表达顺序或数量比例。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4 段。页面用左右边界和受控引用表示访问关系，未暗示任何授权已发生。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6 段。流程保留提交、定位、补充、确认四个阶段，并保留新的授权分支与暂停条件。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5、7 段。四周、一个方向、两名成员及周次安排均保持拟定口径，未添加测量数字。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8、9 段。收束保留三项评估问题、停止信号和有限尝试的结论，未把方案写成已验证结果。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35c7739fe47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32767d2e5d4a91" /><Relationship Type="http://schemas.openxmlformats.org/officeDocument/2006/relationships/slideLayout" Target="/ppt/slideLayouts/slideLayout1.xml" Id="R643b4c6d05354e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3b4c6d05354e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062b318934fce" /><Relationship Type="http://schemas.openxmlformats.org/officeDocument/2006/relationships/notesSlide" Target="/ppt/notesSlides/notesSlide1.xml" Id="Rd57170c98b9f48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9f2c0833949ef" /><Relationship Type="http://schemas.openxmlformats.org/officeDocument/2006/relationships/notesSlide" Target="/ppt/notesSlides/notesSlide2.xml" Id="Radf7ba15e0234d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b64d93aa2460d" /><Relationship Type="http://schemas.openxmlformats.org/officeDocument/2006/relationships/notesSlide" Target="/ppt/notesSlides/notesSlide3.xml" Id="R892739b045c549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fe58468d642e6" /><Relationship Type="http://schemas.openxmlformats.org/officeDocument/2006/relationships/notesSlide" Target="/ppt/notesSlides/notesSlide4.xml" Id="R8e85bcbd773a4f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dd42df32f492e" /><Relationship Type="http://schemas.openxmlformats.org/officeDocument/2006/relationships/notesSlide" Target="/ppt/notesSlides/notesSlide5.xml" Id="Rd48d942e01a349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825b5843f4691" /><Relationship Type="http://schemas.openxmlformats.org/officeDocument/2006/relationships/notesSlide" Target="/ppt/notesSlides/notesSlide6.xml" Id="R4deb89f2a23943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149125c5e435e" /><Relationship Type="http://schemas.openxmlformats.org/officeDocument/2006/relationships/notesSlide" Target="/ppt/notesSlides/notesSlide7.xml" Id="R6e4df79656de44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eda79d5104e5c" /><Relationship Type="http://schemas.openxmlformats.org/officeDocument/2006/relationships/notesSlide" Target="/ppt/notesSlides/notesSlide8.xml" Id="R9ab9191f36134f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9F55C-FA47-41DF-ADA5-7F97915D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BB93E-F579-446F-A26B-6A5EA8F5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讨论稿  /  四周小范围试点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47E0D-D1A5-446B-B41E-6FCFE565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实验数据</a:t>
            </a:r>
          </a:p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归档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B5EB3-4FCF-43FC-BB5B-7D6FCF8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先把一次结果说明白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7E018-0C39-4024-B499-FFCFCA20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面向课题组教师与研究生的方案讨论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把结果、依据与责任边界放回同一个记录单元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560CD-2FA4-403A-A451-9327CBDA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4B479-A2D4-4B2F-BB95-325F72B9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这是一项有限尝试：先让一次结果可以被理解，</a:t>
            </a:r>
          </a:p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再决定哪些记录值得长期保存。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170FA-4E4F-4B67-9C55-30679DEA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0E83E-1F79-47CD-8CF1-29167532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76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C8D4F-9A1B-4C8C-BDE6-9FD34F49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</a:t>
            </a:r>
          </a:p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不等于结果可以解释。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E8B7B-0B55-451B-BBB3-DBB9E4BF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D197B-33CC-4DDB-9000-9EA89322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试点范围、复核方式、停止信号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4C38E-E510-4336-B8CE-31A328C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50294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apter-2">
            <a:extLst xmlns:a="http://schemas.openxmlformats.org/drawingml/2006/main">
              <a:ext uri="{FF2B5EF4-FFF2-40B4-BE49-F238E27FC236}">
                <a16:creationId xmlns:a16="http://schemas.microsoft.com/office/drawing/2014/main" id="{67972AC2-A1EC-4A50-A9AC-57AB297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00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BE1168D-C543-4052-BEF3-9C89D038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讨论框架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EAAC881A-0B45-46A8-8031-3277BFA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FB7860E-E8FE-4963-8515-E1A2A9B0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00AA6-2249-46E7-BD00-A87CE89E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讨论只确认一个有限尝试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CD56B-20CB-40E6-B13F-F36AEBCF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先建立共同问题，再把试点的边界与退出条件说清楚。</a:t>
            </a:r>
          </a:p>
        </p:txBody>
      </p:sp>
      <p:sp>
        <p:nvSpPr>
          <p:cNvPr id="7" name="agenda-dot-01">
            <a:extLst xmlns:a="http://schemas.openxmlformats.org/drawingml/2006/main">
              <a:ext uri="{FF2B5EF4-FFF2-40B4-BE49-F238E27FC236}">
                <a16:creationId xmlns:a16="http://schemas.microsoft.com/office/drawing/2014/main" id="{CBE498EF-A705-4E53-9328-B9941087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FA794-1806-437F-9DAD-F2EC7A50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FD2D3-D0AB-4E9E-AA8A-394A5D7C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A2328-CE2A-4CCD-B8D1-C04EEB3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找到图片，却说不清来源与依据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89607-4A8E-4346-A7D5-D643F493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为什么需要记录单元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15F1F-78BD-4448-AC38-B2C27D53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agenda-dot-02">
            <a:extLst xmlns:a="http://schemas.openxmlformats.org/drawingml/2006/main">
              <a:ext uri="{FF2B5EF4-FFF2-40B4-BE49-F238E27FC236}">
                <a16:creationId xmlns:a16="http://schemas.microsoft.com/office/drawing/2014/main" id="{9E1C8CA2-7387-47FA-B223-65A89E26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E4E8A-92CF-4FE9-B953-AE60A5F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CB97D-9E87-494F-AA7F-31C99AA1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3D4BB-8B87-4072-BF85-CE22A0E3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19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把结果与依据放在同一个关系里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8B057-E2DE-4268-AD9E-AEB0DFDD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哪些内容要保留，哪些访问仍受限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7F721-8582-4344-9D68-46C0BAC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genda-dot-03">
            <a:extLst xmlns:a="http://schemas.openxmlformats.org/drawingml/2006/main">
              <a:ext uri="{FF2B5EF4-FFF2-40B4-BE49-F238E27FC236}">
                <a16:creationId xmlns:a16="http://schemas.microsoft.com/office/drawing/2014/main" id="{CF0AF4A0-0FBC-42CD-8470-1557F63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CBFE4-E7BB-49DD-8B9E-884E89DC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B25C9-CD6C-460F-A018-06AE15BA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CFCB5-8AE6-450E-9716-A6EF04B8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四周、一个方向、两名自愿成员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E99C4-3E51-4159-BC82-29DDB40A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如何复核，何时缩小或停止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FCEBB0-1435-4B7C-982C-EFB09AC9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8DE5A6-4328-4F19-8419-B9DA4524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1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确认范围，而不是承诺效率提升</a:t>
            </a:r>
          </a:p>
        </p:txBody>
      </p:sp>
    </p:spTree>
    <p:extLst>
      <p:ext uri="{BB962C8B-B14F-4D97-AF65-F5344CB8AC3E}">
        <p14:creationId xmlns:p14="http://schemas.microsoft.com/office/powerpoint/2010/main" val="1382369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apter-3">
            <a:extLst xmlns:a="http://schemas.openxmlformats.org/drawingml/2006/main">
              <a:ext uri="{FF2B5EF4-FFF2-40B4-BE49-F238E27FC236}">
                <a16:creationId xmlns:a16="http://schemas.microsoft.com/office/drawing/2014/main" id="{E3F858C2-FB9E-46A7-AD6C-A0BC9F7C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9DC981-892F-4724-94B6-57F82F5B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0DB46936-6A0B-414F-A010-249339BF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01D45220-7C76-4FD4-9D68-2D73926A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6D0B3-63CA-40F3-83B9-02C7B616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文件存在，不等于结果可解释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417D1-CC42-4231-9B24-795E6C37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同名文件和个人目录让重复检索变难，但真正的缺口在于关系没有被保留下来。</a:t>
            </a:r>
          </a:p>
        </p:txBody>
      </p:sp>
      <p:sp>
        <p:nvSpPr>
          <p:cNvPr id="7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16F27440-085E-464F-8DC4-1C9402E9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57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83004-191A-4C84-9500-F336C96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能找到什么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69B5A-5D47-43DC-AA8C-8EBE9163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最终图片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某个结果文件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一条看似明确的结论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B315B-7D73-477C-9EB2-B1D02D7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文件位置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2D8BB-BCDD-4873-88F6-198EE2C2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666A1AC8-6F1F-4DBD-90C9-FF1E75B6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5238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14A30-04C0-472A-9CD6-0C49B6D8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仍说不清什么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18161-8CF7-4D82-A832-6349BF88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来自哪批样本？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用了哪版脚本？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哪些数据被排除，依据是什么？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3AF40-8E9E-438D-AA47-DBA46FCA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D4CD4-3390-442B-A80D-A7A6CEB3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归档首先要保存结果和依据之间的关系，随后才讨论扩大共享范围。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780509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4">
            <a:extLst xmlns:a="http://schemas.openxmlformats.org/drawingml/2006/main">
              <a:ext uri="{FF2B5EF4-FFF2-40B4-BE49-F238E27FC236}">
                <a16:creationId xmlns:a16="http://schemas.microsoft.com/office/drawing/2014/main" id="{79E550C6-02E5-4888-B131-9A1553EC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DA3C093-2A6F-40CF-B756-28836AB8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记录单元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8E0FC5AD-E577-406E-890D-15650614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4866C9D-ADB4-48DB-96C4-C4873BBB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2C93F-5D8F-47EF-BCF6-4D03E73E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一个结果需要一组相互关联的依据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BE870-3C49-4480-9BFB-47506ECA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五项内容共同解释一个结果；它们不是必须依次执行的五个步骤。</a:t>
            </a:r>
          </a:p>
        </p:txBody>
      </p:sp>
      <p:sp>
        <p:nvSpPr>
          <p:cNvPr id="7" name="record-center">
            <a:extLst xmlns:a="http://schemas.openxmlformats.org/drawingml/2006/main">
              <a:ext uri="{FF2B5EF4-FFF2-40B4-BE49-F238E27FC236}">
                <a16:creationId xmlns:a16="http://schemas.microsoft.com/office/drawing/2014/main" id="{AF921CD5-594E-4ED0-93B8-01BCA228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6BC46-0AA4-4AC6-BC35-7E0DD70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432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可讨论</a:t>
            </a:r>
          </a:p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结果</a:t>
            </a:r>
          </a:p>
        </p:txBody>
      </p:sp>
      <p:sp>
        <p:nvSpPr>
          <p:cNvPr id="9" name="record-原始数据">
            <a:extLst xmlns:a="http://schemas.openxmlformats.org/drawingml/2006/main">
              <a:ext uri="{FF2B5EF4-FFF2-40B4-BE49-F238E27FC236}">
                <a16:creationId xmlns:a16="http://schemas.microsoft.com/office/drawing/2014/main" id="{D6E23552-F626-46AE-B590-21BB366C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E56FC-705D-406B-B4BC-B051FCA3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D5CF4-9D8B-475F-BDC4-8C76C32E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保持原貌</a:t>
            </a:r>
          </a:p>
        </p:txBody>
      </p:sp>
      <p:cxnSp>
        <p:nvCxnSpPr>
          <p:cNvPr id="42" name=""/>
          <p:cNvCxnSpPr>
            <a:stCxn xmlns:a="http://schemas.openxmlformats.org/drawingml/2006/main" id="9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3810000" y="2743200"/>
            <a:ext cx="123825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sp>
        <p:nvSpPr>
          <p:cNvPr id="13" name="record-样本与条件">
            <a:extLst xmlns:a="http://schemas.openxmlformats.org/drawingml/2006/main">
              <a:ext uri="{FF2B5EF4-FFF2-40B4-BE49-F238E27FC236}">
                <a16:creationId xmlns:a16="http://schemas.microsoft.com/office/drawing/2014/main" id="{E056A699-E840-4F20-9884-32B9BA27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17CB3-6988-456C-9E4C-810ED06A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样本与条件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9ED20-1407-46C3-811E-06AEE057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采集上下文</a:t>
            </a:r>
          </a:p>
        </p:txBody>
      </p:sp>
      <p:cxnSp>
        <p:nvCxnSpPr>
          <p:cNvPr id="46" name=""/>
          <p:cNvCxnSpPr>
            <a:stCxn xmlns:a="http://schemas.openxmlformats.org/drawingml/2006/main" id="13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4819650" y="2743200"/>
            <a:ext cx="5334000" cy="15049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sp>
        <p:nvSpPr>
          <p:cNvPr id="17" name="record-处理脚本">
            <a:extLst xmlns:a="http://schemas.openxmlformats.org/drawingml/2006/main">
              <a:ext uri="{FF2B5EF4-FFF2-40B4-BE49-F238E27FC236}">
                <a16:creationId xmlns:a16="http://schemas.microsoft.com/office/drawing/2014/main" id="{B53D03E9-0FDF-41FA-BAB6-0F4F1FB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C324F-D024-4C72-AE80-2AE66B23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处理脚本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1A9D7-C116-4826-BCAD-6C19BEF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定位实际运行版本</a:t>
            </a:r>
          </a:p>
        </p:txBody>
      </p:sp>
      <p:cxnSp>
        <p:nvCxnSpPr>
          <p:cNvPr id="50" name=""/>
          <p:cNvCxnSpPr>
            <a:stCxn xmlns:a="http://schemas.openxmlformats.org/drawingml/2006/main" id="17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848100" y="3638550"/>
            <a:ext cx="12001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sp>
        <p:nvSpPr>
          <p:cNvPr id="21" name="record-结果文件">
            <a:extLst xmlns:a="http://schemas.openxmlformats.org/drawingml/2006/main">
              <a:ext uri="{FF2B5EF4-FFF2-40B4-BE49-F238E27FC236}">
                <a16:creationId xmlns:a16="http://schemas.microsoft.com/office/drawing/2014/main" id="{F63E8757-E0BC-4447-9FCE-6978C0B1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37000-87C3-410B-9184-F1CE5CD1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437C9-C776-43F3-8672-F93C36EF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对应图与输出</a:t>
            </a:r>
          </a:p>
        </p:txBody>
      </p:sp>
      <p:cxnSp>
        <p:nvCxnSpPr>
          <p:cNvPr id="54" name=""/>
          <p:cNvCxnSpPr>
            <a:stCxn xmlns:a="http://schemas.openxmlformats.org/drawingml/2006/main" id="21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19650" y="3638550"/>
            <a:ext cx="5276850" cy="13335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sp>
        <p:nvSpPr>
          <p:cNvPr id="25" name="record-异常与排除">
            <a:extLst xmlns:a="http://schemas.openxmlformats.org/drawingml/2006/main">
              <a:ext uri="{FF2B5EF4-FFF2-40B4-BE49-F238E27FC236}">
                <a16:creationId xmlns:a16="http://schemas.microsoft.com/office/drawing/2014/main" id="{BFC362C6-EF7C-4653-8057-C5A04B45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9A9B8-F81F-4F4B-821D-9D7BA595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异常与排除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CEAB4-66E1-405D-940A-48EEB9C5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保留判断依据</a:t>
            </a:r>
          </a:p>
        </p:txBody>
      </p:sp>
      <p:cxnSp>
        <p:nvCxnSpPr>
          <p:cNvPr id="58" name=""/>
          <p:cNvCxnSpPr>
            <a:stCxn xmlns:a="http://schemas.openxmlformats.org/drawingml/2006/main" id="2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19650" y="3638550"/>
            <a:ext cx="2247900" cy="19240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3376E-E226-4345-B30D-0590470A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记录单元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281C97-5B48-4EE3-AF4F-5DB7C276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 + 依据 + 责任边界</a:t>
            </a:r>
          </a:p>
        </p:txBody>
      </p:sp>
    </p:spTree>
    <p:extLst>
      <p:ext uri="{BB962C8B-B14F-4D97-AF65-F5344CB8AC3E}">
        <p14:creationId xmlns:p14="http://schemas.microsoft.com/office/powerpoint/2010/main" val="606795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hapter-5">
            <a:extLst xmlns:a="http://schemas.openxmlformats.org/drawingml/2006/main">
              <a:ext uri="{FF2B5EF4-FFF2-40B4-BE49-F238E27FC236}">
                <a16:creationId xmlns:a16="http://schemas.microsoft.com/office/drawing/2014/main" id="{93B78820-1DC9-4CB6-9A58-B3D7F8F4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FA6B02E-E4DB-4558-9B8C-A349A955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访问边界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D9BB3027-5FF1-4DF9-A1AB-FF13C97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227EBBD3-CD02-4961-B6E3-341455D9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18F45-4CB0-45DE-B9E2-6859D332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记录完整，不等于文件开放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D0166-E89C-463F-94CA-468B770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记录可以让讨论更清楚，同时保留原始数据的授权边界。</a:t>
            </a:r>
          </a:p>
        </p:txBody>
      </p:sp>
      <p:sp>
        <p:nvSpPr>
          <p:cNvPr id="7" name="access-public">
            <a:extLst xmlns:a="http://schemas.openxmlformats.org/drawingml/2006/main">
              <a:ext uri="{FF2B5EF4-FFF2-40B4-BE49-F238E27FC236}">
                <a16:creationId xmlns:a16="http://schemas.microsoft.com/office/drawing/2014/main" id="{2D27660E-434A-41FF-9815-41661ED7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000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18E90-EECE-44B9-8355-D1AC0D9B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291AB-9FAE-4E40-B9F0-4A609427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结果图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可公开的解释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受控引用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5D14A-0C0F-4DCD-8BEB-EBA52BB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可以进入讨论材料</a:t>
            </a:r>
          </a:p>
        </p:txBody>
      </p:sp>
      <p:sp>
        <p:nvSpPr>
          <p:cNvPr id="11" name="access-restricted">
            <a:extLst xmlns:a="http://schemas.openxmlformats.org/drawingml/2006/main">
              <a:ext uri="{FF2B5EF4-FFF2-40B4-BE49-F238E27FC236}">
                <a16:creationId xmlns:a16="http://schemas.microsoft.com/office/drawing/2014/main" id="{D7692344-88E9-4894-9B84-23556560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4000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E9455-9D5F-44F1-BF23-F3F8C406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受限原始数据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7E0AEE-D6C8-4CAB-AFF6-C8EA8271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仍放在原授权位置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记录访问条件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个人信息与合作限制不变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2A5D2-B8DD-4A9C-98E8-74E43A38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授权未确认时暂停共享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EEBB5-ACDC-4675-9F9C-5AFA045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A1346-D464-4E59-9ED6-8376DBDE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受控引用</a:t>
            </a:r>
          </a:p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+ 访问条件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A59E2-7B29-418B-B13F-2D97A090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E6C95C-4918-4A10-821F-595C0D13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记录表中出现一个路径，也不代表其他成员已经取得访问权。</a:t>
            </a:r>
          </a:p>
        </p:txBody>
      </p:sp>
    </p:spTree>
    <p:extLst>
      <p:ext uri="{BB962C8B-B14F-4D97-AF65-F5344CB8AC3E}">
        <p14:creationId xmlns:p14="http://schemas.microsoft.com/office/powerpoint/2010/main" val="555240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6">
            <a:extLst xmlns:a="http://schemas.openxmlformats.org/drawingml/2006/main">
              <a:ext uri="{FF2B5EF4-FFF2-40B4-BE49-F238E27FC236}">
                <a16:creationId xmlns:a16="http://schemas.microsoft.com/office/drawing/2014/main" id="{9A24B496-1C53-4122-A679-B3E0A903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E21ADEE-CB9B-4DF8-8901-D95180E7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复核流程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7AA28A85-964F-4F1E-B38C-1187206D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C3E3314-B0BF-4403-9A7C-1B17192D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9C140-04CB-4437-B437-A01CB093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复核先检查可理解性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99563-97E9-407F-A6EE-9B63B656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先确认别人能否理解结果如何产生，再进入可讨论版本。</a:t>
            </a:r>
          </a:p>
        </p:txBody>
      </p:sp>
      <p:sp>
        <p:nvSpPr>
          <p:cNvPr id="7" name="flow-01">
            <a:extLst xmlns:a="http://schemas.openxmlformats.org/drawingml/2006/main">
              <a:ext uri="{FF2B5EF4-FFF2-40B4-BE49-F238E27FC236}">
                <a16:creationId xmlns:a16="http://schemas.microsoft.com/office/drawing/2014/main" id="{36F718E2-6BD6-459A-8BDE-F28860A2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0F083-AD6B-436E-82B5-FDA1A16D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3FA17-B946-40E4-B990-7C9EB8A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提交记录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0A2DC-B0EA-45EF-B52E-DA06BE75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执行者提交结果记录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及受控引用</a:t>
            </a:r>
          </a:p>
        </p:txBody>
      </p:sp>
      <p:sp>
        <p:nvSpPr>
          <p:cNvPr id="11" name="flow-02">
            <a:extLst xmlns:a="http://schemas.openxmlformats.org/drawingml/2006/main">
              <a:ext uri="{FF2B5EF4-FFF2-40B4-BE49-F238E27FC236}">
                <a16:creationId xmlns:a16="http://schemas.microsoft.com/office/drawing/2014/main" id="{024F1E18-ACBD-42B4-9C11-434A24FA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4938A-7E66-4F73-BF24-AF6644D1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45D75-E73C-43FA-8FF1-01DBBE44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尝试定位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4970E-90D7-4D3A-ADF3-BA9F8C33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另一位成员定位数据、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脚本与条件并提出缺项</a:t>
            </a:r>
          </a:p>
        </p:txBody>
      </p:sp>
      <p:sp>
        <p:nvSpPr>
          <p:cNvPr id="15" name="flow-03">
            <a:extLst xmlns:a="http://schemas.openxmlformats.org/drawingml/2006/main">
              <a:ext uri="{FF2B5EF4-FFF2-40B4-BE49-F238E27FC236}">
                <a16:creationId xmlns:a16="http://schemas.microsoft.com/office/drawing/2014/main" id="{1A75EB39-6DE3-4D4B-AA2D-65DFEE66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DF339-ECEE-4595-9ADE-1DEB937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C69B91-7918-4826-8D09-5B61A0BE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补充缺项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BB99F-726F-419D-8311-D73CC38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执行者补充说明，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保留异常与排除依据</a:t>
            </a:r>
          </a:p>
        </p:txBody>
      </p:sp>
      <p:sp>
        <p:nvSpPr>
          <p:cNvPr id="19" name="flow-04">
            <a:extLst xmlns:a="http://schemas.openxmlformats.org/drawingml/2006/main">
              <a:ext uri="{FF2B5EF4-FFF2-40B4-BE49-F238E27FC236}">
                <a16:creationId xmlns:a16="http://schemas.microsoft.com/office/drawing/2014/main" id="{1DD83475-77EA-4D38-8BF1-CEE7BF64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BABFD-D4F8-41A1-9A8C-4D2CAB1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05304-C5EF-4AFF-B701-8C76A1CC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负责人确认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54840-9DE7-4706-B802-62BE4CC9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负责人确认后，</a:t>
            </a:r>
          </a:p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记录进入可讨论版本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054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343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head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2550B-F880-4704-A1AF-348CB1C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291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F3D22-C2B4-48B6-BA26-AB0DE099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authorization-branch">
            <a:extLst xmlns:a="http://schemas.openxmlformats.org/drawingml/2006/main">
              <a:ext uri="{FF2B5EF4-FFF2-40B4-BE49-F238E27FC236}">
                <a16:creationId xmlns:a16="http://schemas.microsoft.com/office/drawing/2014/main" id="{B49325E3-C68A-474B-8CEC-06360736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33375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DDCB51-AB0F-45D7-81CF-E6287190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如果涉及新的访问授权：暂停共享，由负责人处理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B21CD-7241-4B09-9AF4-C84DFCD8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复核不要求复做整项实验，也不代替科学结论审查。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93907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hapter-7">
            <a:extLst xmlns:a="http://schemas.openxmlformats.org/drawingml/2006/main">
              <a:ext uri="{FF2B5EF4-FFF2-40B4-BE49-F238E27FC236}">
                <a16:creationId xmlns:a16="http://schemas.microsoft.com/office/drawing/2014/main" id="{FC47F3B7-D857-480A-A39F-7D2C7ADF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EA52848-2C73-4D30-9A23-12095757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试点范围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06E509CA-7FC8-4FA4-AE88-6BDE8375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65FE21D0-A962-4F4D-A4D7-2BF56585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5BD90-48FB-4EF6-B2ED-0C9C0707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四周试点只测试一件事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81DDF-7DB8-4532-9EC0-F67BE0E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范围是拟定安排，不代表已经测得效率提升或完成率。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AE866-63B6-4548-A0A2-18D285E5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6E6DDE-451B-4CD5-88FD-1457287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8D06-5269-4E7B-B1A7-036DB07F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1BC60-A23C-47ED-89A4-CCAC8529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个课题方向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C2ED2-D6BB-4264-9170-9CEF56B5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40699-BDB8-4468-870D-15D48C56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名自愿成员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1DC9E-0106-487B-8B5F-5D64B20A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week-1">
            <a:extLst xmlns:a="http://schemas.openxmlformats.org/drawingml/2006/main">
              <a:ext uri="{FF2B5EF4-FFF2-40B4-BE49-F238E27FC236}">
                <a16:creationId xmlns:a16="http://schemas.microsoft.com/office/drawing/2014/main" id="{292FB586-F5F2-48B2-B29F-DD2ED9E7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63DBB-D085-45D8-AA35-550FD94E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E182A-D4B7-48D8-A307-0E2A05C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1 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5D4AB-EAB5-4620-8686-938FB0E2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明确最少字段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用一个结果试填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EF9A3-7C57-4E17-A3BC-53708443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week-2">
            <a:extLst xmlns:a="http://schemas.openxmlformats.org/drawingml/2006/main">
              <a:ext uri="{FF2B5EF4-FFF2-40B4-BE49-F238E27FC236}">
                <a16:creationId xmlns:a16="http://schemas.microsoft.com/office/drawing/2014/main" id="{F3F75244-750C-4F62-927A-00BE42F6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C2592-84E8-4E2C-B17D-328C2164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AD4FF-BA76-4CDA-ABE8-43523CF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2 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8EF59-4E4F-419D-9B71-CFF524D3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在实际工作中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记录缺项与负担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ECE74-3322-4F09-A156-6C7D3AF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week-3">
            <a:extLst xmlns:a="http://schemas.openxmlformats.org/drawingml/2006/main">
              <a:ext uri="{FF2B5EF4-FFF2-40B4-BE49-F238E27FC236}">
                <a16:creationId xmlns:a16="http://schemas.microsoft.com/office/drawing/2014/main" id="{38C82DDE-941C-4CF4-845D-9EFFED42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D50A3-4EAE-4813-A634-284C8615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1980FB-6863-498C-8C04-315BBB67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3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FCDAC-5A9B-46DB-9508-E49DAB7B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继续记录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观察填写负担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37EE3-A56C-43C4-A0F7-04094F44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week-4">
            <a:extLst xmlns:a="http://schemas.openxmlformats.org/drawingml/2006/main">
              <a:ext uri="{FF2B5EF4-FFF2-40B4-BE49-F238E27FC236}">
                <a16:creationId xmlns:a16="http://schemas.microsoft.com/office/drawing/2014/main" id="{4112522D-39BD-4C4D-B4C3-ADF5983A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CEF1BA-00E4-42AC-BD4C-02746EF5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1B0774-E85F-43DB-AA54-79802D94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4 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4102A-C1EE-43C8-B187-6209092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讨论保留、修改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或停止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72B96-C7A9-493B-8E4D-17EFBEB3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17030-3CA9-4F87-9AA1-6704430E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先从新增实验开始；真正需要复核的历史结果逐项补充。</a:t>
            </a:r>
          </a:p>
        </p:txBody>
      </p:sp>
    </p:spTree>
    <p:extLst>
      <p:ext uri="{BB962C8B-B14F-4D97-AF65-F5344CB8AC3E}">
        <p14:creationId xmlns:p14="http://schemas.microsoft.com/office/powerpoint/2010/main" val="1662792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8">
            <a:extLst xmlns:a="http://schemas.openxmlformats.org/drawingml/2006/main">
              <a:ext uri="{FF2B5EF4-FFF2-40B4-BE49-F238E27FC236}">
                <a16:creationId xmlns:a16="http://schemas.microsoft.com/office/drawing/2014/main" id="{6053AD5E-C305-4322-846D-C59A4358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612F419-F657-4FF5-B2A7-086D1006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评估与收束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0B96EC29-3D4A-46A6-8A1A-3B81F612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FF6DF090-C4BE-4518-9AC0-5B340B4E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6DCAF-8BCE-40E5-ADD5-E7A6FE7A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是否继续，由复核证据与成员负担决定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AD803-2A5E-41D8-8934-D244F78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试点评估先收集具体复核过程和当事人反馈，不预设统一“合格分数”。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A18B9-D246-4E0E-BE03-EFC0B258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BAF19-1411-4495-8FB4-5589A78E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来源可定位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0B65C-3071-4343-8DF7-73E0CD9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其他成员能否沿记录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定位结果的来源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E6CB9-8375-4A8B-AF67-B1CF0067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040E9-91F8-43EB-B21F-646D6C1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BD600-FB9A-4945-A845-CEBE15D8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依据可理解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BB999-F26A-486C-BE9E-9EC857A6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关键处理与排除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是否有可理解的依据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B57F0-1B87-4A03-BFCE-7BD14907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CBBC8-13F3-48C2-A496-C1D002C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13D1F-AAE5-4A94-B7A1-92CE3A65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负担可持续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7CDC8-62F8-4754-9C3F-FE086AC0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填写负担是否在成员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愿意持续承担的范围内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BA6C7-7786-4C88-A35D-86EFFAE9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3B997-39B7-477D-81AB-222DA928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停止或修改的信号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C39AA-81E8-426A-91A8-45D14153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挤占必要实验时间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权限边界无法说明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只增加抄写，没有帮助解释结果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83363-C46F-459A-96B8-63773F18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CC7A3-3947-41DF-8888-87E8EEF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先让一次结果可以被理解，再决定哪些记录值得长期保存。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3091D-75B0-41DB-BF49-0518F579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000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归档工具只是承载方式；要验证的是结果、依据和责任边界的联系。</a:t>
            </a:r>
          </a:p>
        </p:txBody>
      </p:sp>
    </p:spTree>
    <p:extLst>
      <p:ext uri="{BB962C8B-B14F-4D97-AF65-F5344CB8AC3E}">
        <p14:creationId xmlns:p14="http://schemas.microsoft.com/office/powerpoint/2010/main" val="919730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2026-09-06T05:16:11.7040000Z</dcterms:created>
  <dcterms:modified xsi:type="dcterms:W3CDTF">2026-09-06T05:16:11.7040000Z</dcterms:modified>
</coreProperties>
</file>