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104e2d3a0e4f03" /><Relationship Type="http://schemas.openxmlformats.org/officeDocument/2006/relationships/extended-properties" Target="/docProps/app.xml" Id="R27758a4b9e6d45d7" /><Relationship Type="http://schemas.openxmlformats.org/officeDocument/2006/relationships/officeDocument" Target="/ppt/presentation.xml" Id="Rdc8396b4bf2644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d39e0ef5b640f5"/>
  </p:sldMasterIdLst>
  <p:notesMasterIdLst>
    <p:notesMasterId xmlns:r="http://schemas.openxmlformats.org/officeDocument/2006/relationships" r:id="Rbff79025caa84e0d"/>
  </p:notesMasterIdLst>
  <p:sldIdLst>
    <p:sldId xmlns:r="http://schemas.openxmlformats.org/officeDocument/2006/relationships" id="256" r:id="R22d16d84a2b24af2"/>
    <p:sldId xmlns:r="http://schemas.openxmlformats.org/officeDocument/2006/relationships" id="257" r:id="Rabf3b82bdc744138"/>
    <p:sldId xmlns:r="http://schemas.openxmlformats.org/officeDocument/2006/relationships" id="258" r:id="Re44abfdba0464713"/>
    <p:sldId xmlns:r="http://schemas.openxmlformats.org/officeDocument/2006/relationships" id="259" r:id="R892d5dd0ca744a4e"/>
    <p:sldId xmlns:r="http://schemas.openxmlformats.org/officeDocument/2006/relationships" id="260" r:id="Rc7610c30e0784fed"/>
    <p:sldId xmlns:r="http://schemas.openxmlformats.org/officeDocument/2006/relationships" id="261" r:id="R67d7700267a24f7b"/>
    <p:sldId xmlns:r="http://schemas.openxmlformats.org/officeDocument/2006/relationships" id="262" r:id="R02347a1a4eb64698"/>
    <p:sldId xmlns:r="http://schemas.openxmlformats.org/officeDocument/2006/relationships" id="263" r:id="R732aeed62b5b4aff"/>
    <p:sldId xmlns:r="http://schemas.openxmlformats.org/officeDocument/2006/relationships" id="264" r:id="R11ef0b420ae742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448d636d504d81" /><Relationship Type="http://schemas.openxmlformats.org/officeDocument/2006/relationships/slideMaster" Target="/ppt/slideMasters/slideMaster1.xml" Id="R96d39e0ef5b640f5" /><Relationship Type="http://schemas.openxmlformats.org/officeDocument/2006/relationships/notesMaster" Target="/ppt/notesMasters/notesMaster1.xml" Id="Rbff79025caa84e0d" /><Relationship Type="http://schemas.openxmlformats.org/officeDocument/2006/relationships/presProps" Target="/ppt/presProps.xml" Id="Rd19beb703b7848d3" /><Relationship Type="http://schemas.openxmlformats.org/officeDocument/2006/relationships/tableStyles" Target="/ppt/tableStyles.xml" Id="Rb0d160dbdc5e4a13" /><Relationship Type="http://schemas.openxmlformats.org/officeDocument/2006/relationships/slide" Target="/ppt/slides/slide1.xml" Id="R22d16d84a2b24af2" /><Relationship Type="http://schemas.openxmlformats.org/officeDocument/2006/relationships/slide" Target="/ppt/slides/slide2.xml" Id="Rabf3b82bdc744138" /><Relationship Type="http://schemas.openxmlformats.org/officeDocument/2006/relationships/slide" Target="/ppt/slides/slide3.xml" Id="Re44abfdba0464713" /><Relationship Type="http://schemas.openxmlformats.org/officeDocument/2006/relationships/slide" Target="/ppt/slides/slide4.xml" Id="R892d5dd0ca744a4e" /><Relationship Type="http://schemas.openxmlformats.org/officeDocument/2006/relationships/slide" Target="/ppt/slides/slide5.xml" Id="Rc7610c30e0784fed" /><Relationship Type="http://schemas.openxmlformats.org/officeDocument/2006/relationships/slide" Target="/ppt/slides/slide6.xml" Id="R67d7700267a24f7b" /><Relationship Type="http://schemas.openxmlformats.org/officeDocument/2006/relationships/slide" Target="/ppt/slides/slide7.xml" Id="R02347a1a4eb64698" /><Relationship Type="http://schemas.openxmlformats.org/officeDocument/2006/relationships/slide" Target="/ppt/slides/slide8.xml" Id="R732aeed62b5b4aff" /><Relationship Type="http://schemas.openxmlformats.org/officeDocument/2006/relationships/slide" Target="/ppt/slides/slide9.xml" Id="R11ef0b420ae742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86e655701348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1a188494a44460" /><Relationship Type="http://schemas.openxmlformats.org/officeDocument/2006/relationships/notesMaster" Target="/ppt/notesMasters/notesMaster1.xml" Id="R4e4e408630b847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bce6e95b394e8b" /><Relationship Type="http://schemas.openxmlformats.org/officeDocument/2006/relationships/notesMaster" Target="/ppt/notesMasters/notesMaster1.xml" Id="Raab953f92df54a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7f7c4e28d64342" /><Relationship Type="http://schemas.openxmlformats.org/officeDocument/2006/relationships/notesMaster" Target="/ppt/notesMasters/notesMaster1.xml" Id="Raee6db5877e04e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96d7ea900f42c6" /><Relationship Type="http://schemas.openxmlformats.org/officeDocument/2006/relationships/notesMaster" Target="/ppt/notesMasters/notesMaster1.xml" Id="R4108b84cf9fc42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6f6d5121e44a94" /><Relationship Type="http://schemas.openxmlformats.org/officeDocument/2006/relationships/notesMaster" Target="/ppt/notesMasters/notesMaster1.xml" Id="Re225f12b51da4e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288c9dbe1e401e" /><Relationship Type="http://schemas.openxmlformats.org/officeDocument/2006/relationships/notesMaster" Target="/ppt/notesMasters/notesMaster1.xml" Id="R2972739e60ea42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ed228be4c34cde" /><Relationship Type="http://schemas.openxmlformats.org/officeDocument/2006/relationships/notesMaster" Target="/ppt/notesMasters/notesMaster1.xml" Id="R2680f2bd1ce542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2451e57e0e4707" /><Relationship Type="http://schemas.openxmlformats.org/officeDocument/2006/relationships/notesMaster" Target="/ppt/notesMasters/notesMaster1.xml" Id="R041da35270fd46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1c97bdc1724bcc" /><Relationship Type="http://schemas.openxmlformats.org/officeDocument/2006/relationships/notesMaster" Target="/ppt/notesMasters/notesMaster1.xml" Id="R26b79c8603c245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来源：inputs/manuscript.md。虚构大学场景，仅用于排版验证与方案讨论，不代表已实施项目或真实成效。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1、5、6、8、9 段。页内三项是叙事章节，不是新增事实。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2 段。页面将“可找到结果”和“可解释依据”作概念对照，未引入数量或效果数据。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3 段。关系图采用原生椭圆与连接线，表达共同解释关系，不表达顺序或数量比例。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4 段。页面用左右边界和受控引用表示访问关系，未暗示任何授权已发生。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5 段。两侧收益与代价均来自原稿，底部为原稿提出的范围建议；未表述为效率验证结果。</a:t>
            </a:r>
          </a:p>
          <a:p xmlns:a="http://schemas.openxmlformats.org/drawingml/2006/main">
            <a:r>
              <a:t>结构使用：本页为自主原生对照编排，未直接调用比较结构资产。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6 段。流程保留提交、定位、补充、确认四个阶段，并保留新的授权分支与暂停条件。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5、7、9 段。四周、一个方向、两名成员及周次安排均保持拟定口径；启动前补齐范围、授权联系人、最少字段认可和复核责任人，未添加测量数字。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8、9 段。收束保留三项评估问题、停止信号和有限尝试的结论，未把方案写成已验证结果。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ffb33558f945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995efc41714bc5" /><Relationship Type="http://schemas.openxmlformats.org/officeDocument/2006/relationships/slideLayout" Target="/ppt/slideLayouts/slideLayout1.xml" Id="R2cf17e3ed77543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f17e3ed77543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a39abf975434d" /><Relationship Type="http://schemas.openxmlformats.org/officeDocument/2006/relationships/notesSlide" Target="/ppt/notesSlides/notesSlide1.xml" Id="Ra514114010114b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b315a19a9462c" /><Relationship Type="http://schemas.openxmlformats.org/officeDocument/2006/relationships/notesSlide" Target="/ppt/notesSlides/notesSlide2.xml" Id="Rf0812a5dfebb4e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551e3cb494619" /><Relationship Type="http://schemas.openxmlformats.org/officeDocument/2006/relationships/notesSlide" Target="/ppt/notesSlides/notesSlide3.xml" Id="R8ef31ec7e58844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5cf82142e4be2" /><Relationship Type="http://schemas.openxmlformats.org/officeDocument/2006/relationships/notesSlide" Target="/ppt/notesSlides/notesSlide4.xml" Id="R8f6531eff15144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704793aac414b" /><Relationship Type="http://schemas.openxmlformats.org/officeDocument/2006/relationships/notesSlide" Target="/ppt/notesSlides/notesSlide5.xml" Id="R3d4aa91f4a3549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fc8c941be42b2" /><Relationship Type="http://schemas.openxmlformats.org/officeDocument/2006/relationships/notesSlide" Target="/ppt/notesSlides/notesSlide6.xml" Id="Rbf100a3c33594c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addb91c00452b" /><Relationship Type="http://schemas.openxmlformats.org/officeDocument/2006/relationships/notesSlide" Target="/ppt/notesSlides/notesSlide7.xml" Id="R88e40e8024d947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4008c2ae94870" /><Relationship Type="http://schemas.openxmlformats.org/officeDocument/2006/relationships/notesSlide" Target="/ppt/notesSlides/notesSlide8.xml" Id="R306baad7b12c49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15a9ddba44170" /><Relationship Type="http://schemas.openxmlformats.org/officeDocument/2006/relationships/notesSlide" Target="/ppt/notesSlides/notesSlide9.xml" Id="R4a0031c0ccdd48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06ED4-9211-4291-8B10-F02FDB86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DC610-6A3B-4176-8475-C2077A56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讨论稿  /  四周小范围试点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04629-D564-4DAA-842C-3B214C65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561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实验数据</a:t>
            </a:r>
          </a:p>
          <a:p xmlns:a="http://schemas.openxmlformats.org/drawingml/2006/main">
            <a:pPr algn="l">
              <a:def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归档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9C1E8-5DED-47CC-A7F0-D199D8C4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先把一次结果说明白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4429C-1D3B-44FA-AB07-1AE40739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面向课题组教师与研究生的方案讨论</a:t>
            </a:r>
          </a:p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把结果、依据与责任边界放回同一个记录单元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6B918-DF74-4828-BA1B-4DE07F6E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2B36F-8306-4F8B-BB0A-921F4A1A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这是一项有限尝试：先让一次结果可以被理解，</a:t>
            </a:r>
          </a:p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再决定哪些记录值得长期保存。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A86C3-3317-481A-88E3-E220BEFC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097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FE35D-C2E5-4210-A897-EA449731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90650"/>
            <a:ext cx="76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0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5400" b="0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7F264-DD19-4F65-8566-89CBB97B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文件存在，</a:t>
            </a:r>
          </a:p>
          <a:p xmlns:a="http://schemas.openxmlformats.org/drawingml/2006/main">
            <a:pPr algn="l">
              <a:defRPr sz="22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不等于结果可以解释。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BFBA6-87BE-4181-9956-2BEF793F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讨论重点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AB383-369F-491B-A0D8-4E73E887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试点范围、复核方式、停止信号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AD7A6-03C6-4957-B0D0-E7F2DD52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125295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chapter-2">
            <a:extLst xmlns:a="http://schemas.openxmlformats.org/drawingml/2006/main">
              <a:ext uri="{FF2B5EF4-FFF2-40B4-BE49-F238E27FC236}">
                <a16:creationId xmlns:a16="http://schemas.microsoft.com/office/drawing/2014/main" id="{92AC0C62-6C21-40EE-B8D9-3E151757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00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05CB4F46-98F2-402E-A8D3-307920E0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讨论框架</a:t>
            </a:r>
          </a:p>
        </p:txBody>
      </p:sp>
      <p:sp>
        <p:nvSpPr>
          <p:cNvPr id="3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706B902F-2D59-4A40-A2EB-C7A24719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52450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B941F196-FF57-4134-AFF3-45FDF52A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89E5E-CD8E-4A26-A71E-3F062974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讨论只确认一个有限尝试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7851D-074B-47E9-BE89-F7FA87A3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先建立共同问题，再把试点的边界与退出条件说清楚。</a:t>
            </a:r>
          </a:p>
        </p:txBody>
      </p:sp>
      <p:sp>
        <p:nvSpPr>
          <p:cNvPr id="7" name="agenda-dot-01">
            <a:extLst xmlns:a="http://schemas.openxmlformats.org/drawingml/2006/main">
              <a:ext uri="{FF2B5EF4-FFF2-40B4-BE49-F238E27FC236}">
                <a16:creationId xmlns:a16="http://schemas.microsoft.com/office/drawing/2014/main" id="{A6CA9F61-441C-4896-8BB4-3F92DCCC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32888-EBE1-47AC-AF2E-BDD34249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C4F93-6C80-49D7-A14C-AB2E119F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90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57374-F438-44B4-9448-F5AF6199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90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找到图片，却说不清来源与依据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97025-453C-4475-BEA0-2AF5AFB5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146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为什么需要记录单元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47D00-16DA-4A82-A086-7822113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agenda-dot-02">
            <a:extLst xmlns:a="http://schemas.openxmlformats.org/drawingml/2006/main">
              <a:ext uri="{FF2B5EF4-FFF2-40B4-BE49-F238E27FC236}">
                <a16:creationId xmlns:a16="http://schemas.microsoft.com/office/drawing/2014/main" id="{4D436202-E2A7-4E69-9902-E85B391C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449E5-4313-4A12-9FA2-AC0989C6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E7581-88FD-4B4F-A359-7ABECD46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28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82426-9B9D-4BE8-814A-1D02FB1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把结果与依据放在同一个关系里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47D8C-9D20-4A00-A12E-D5428B2A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528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哪些内容要保留，哪些访问仍受限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68E14-820A-413C-91ED-B7B53442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agenda-dot-03">
            <a:extLst xmlns:a="http://schemas.openxmlformats.org/drawingml/2006/main">
              <a:ext uri="{FF2B5EF4-FFF2-40B4-BE49-F238E27FC236}">
                <a16:creationId xmlns:a16="http://schemas.microsoft.com/office/drawing/2014/main" id="{67B3B7CE-ED56-4905-B50C-7C903912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FA3C40-E76E-42BB-B7A2-E6126F9F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070679-EADA-44B2-8BA8-94E21AF0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67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试点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D56BF3-4675-45BF-A469-475348F5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671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推进思路、复核流程、四周范围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1B445E-BD50-4DA7-A94A-303A8499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910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启动条件与何时缩小或停止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F6342A-0BE5-49D5-A7DB-2DCDE673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agenda-dot-04">
            <a:extLst xmlns:a="http://schemas.openxmlformats.org/drawingml/2006/main">
              <a:ext uri="{FF2B5EF4-FFF2-40B4-BE49-F238E27FC236}">
                <a16:creationId xmlns:a16="http://schemas.microsoft.com/office/drawing/2014/main" id="{A281561B-8DAC-413D-91A7-A8374874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43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4401BB-7DEF-46F3-84DB-E0335EDB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3A7CCF-34F0-4C2D-A2D5-F6DDE228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05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评估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87A050-35F4-4125-9783-408E7A1A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05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用复核证据与成员反馈决定去留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F0EB2E-83BC-4CEA-B793-AC4DFA23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292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保留、修改或停止的信号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60E963-D73D-4914-8A50-9FDD1A13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D3B8DD-73C0-44BF-8638-5DD05528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531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确认范围，而不是承诺效率提升</a:t>
            </a:r>
          </a:p>
        </p:txBody>
      </p:sp>
    </p:spTree>
    <p:extLst>
      <p:ext uri="{BB962C8B-B14F-4D97-AF65-F5344CB8AC3E}">
        <p14:creationId xmlns:p14="http://schemas.microsoft.com/office/powerpoint/2010/main" val="16983383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hapter-3">
            <a:extLst xmlns:a="http://schemas.openxmlformats.org/drawingml/2006/main">
              <a:ext uri="{FF2B5EF4-FFF2-40B4-BE49-F238E27FC236}">
                <a16:creationId xmlns:a16="http://schemas.microsoft.com/office/drawing/2014/main" id="{A34C0397-C14A-448A-B246-6AB99447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2E6439A-3A09-41E4-A6D1-603B829E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问题</a:t>
            </a:r>
          </a:p>
        </p:txBody>
      </p:sp>
      <p:sp>
        <p:nvSpPr>
          <p:cNvPr id="3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C564891F-56C9-4573-8EA6-E364A53E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52450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EF7C444F-6E2A-41C0-A282-7F5370DB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8F2E5-4580-403C-A363-96FD53E9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文件存在，不等于结果可解释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E2D6A-7CC5-4D1B-863E-7A4E2FC7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同名文件和个人目录让重复检索变难，但真正的缺口在于关系没有被保留下来。</a:t>
            </a:r>
          </a:p>
        </p:txBody>
      </p:sp>
      <p:sp>
        <p:nvSpPr>
          <p:cNvPr id="7" name="problem-left">
            <a:extLst xmlns:a="http://schemas.openxmlformats.org/drawingml/2006/main">
              <a:ext uri="{FF2B5EF4-FFF2-40B4-BE49-F238E27FC236}">
                <a16:creationId xmlns:a16="http://schemas.microsoft.com/office/drawing/2014/main" id="{E2D2DC98-AD69-40D9-BB69-18ED74B9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4572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E2CE8-5E34-4B74-A5C6-0B3C482A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能找到什么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BEBA3-31C3-44AA-A045-EA28D859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最终图片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某个结果文件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一条看似明确的结论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980E4-E0C1-48D3-8738-F88E8381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718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文件位置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9B19D-9518-4F36-8C04-003168FA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47950"/>
            <a:ext cx="0" cy="2038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2" name="problem-right">
            <a:extLst xmlns:a="http://schemas.openxmlformats.org/drawingml/2006/main">
              <a:ext uri="{FF2B5EF4-FFF2-40B4-BE49-F238E27FC236}">
                <a16:creationId xmlns:a16="http://schemas.microsoft.com/office/drawing/2014/main" id="{52447675-4DA6-48BF-A645-B2602C5E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67000"/>
            <a:ext cx="5238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6396C-7AC3-4F80-8A7E-5D1EF327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仍说不清什么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A5842-0589-473A-8A69-3C33AF99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来自哪批样本？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用了哪版脚本？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哪些数据被排除，依据是什么？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6C29F1-3FF5-4485-BB8F-0436CE0F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E2F57-79BE-4230-9FAF-4D78CA7A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归档首先要保存结果和依据之间的关系，随后才讨论扩大共享范围。</a:t>
            </a:r>
          </a:p>
        </p:txBody>
      </p:sp>
    </p:spTree>
    <p:extLst>
      <p:ext uri="{BB962C8B-B14F-4D97-AF65-F5344CB8AC3E}">
        <p14:creationId xmlns:p14="http://schemas.microsoft.com/office/powerpoint/2010/main" val="7254549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chapter-4">
            <a:extLst xmlns:a="http://schemas.openxmlformats.org/drawingml/2006/main">
              <a:ext uri="{FF2B5EF4-FFF2-40B4-BE49-F238E27FC236}">
                <a16:creationId xmlns:a16="http://schemas.microsoft.com/office/drawing/2014/main" id="{38ACCB24-63E2-45EE-B8A6-1F08F527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E70F8AA6-163B-4B8B-8C0E-E2BD7A2F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记录单元</a:t>
            </a:r>
          </a:p>
        </p:txBody>
      </p:sp>
      <p:sp>
        <p:nvSpPr>
          <p:cNvPr id="3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D2EA65A4-8537-4D38-8940-D415815E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52450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69AF71A9-D8DD-46A4-A9BF-FD2C20A2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FC25C-669B-4838-B803-9E2E28C3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一个结果需要一组相互关联的依据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519D9-E34A-4C44-9E60-AA4CC350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五项内容共同解释一个结果；清洗与处理另存，异常保留依据。</a:t>
            </a:r>
          </a:p>
        </p:txBody>
      </p:sp>
      <p:sp>
        <p:nvSpPr>
          <p:cNvPr id="7" name="record-center">
            <a:extLst xmlns:a="http://schemas.openxmlformats.org/drawingml/2006/main">
              <a:ext uri="{FF2B5EF4-FFF2-40B4-BE49-F238E27FC236}">
                <a16:creationId xmlns:a16="http://schemas.microsoft.com/office/drawing/2014/main" id="{F89CAEED-490D-48D7-9F5C-D009629D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43250"/>
            <a:ext cx="20955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2F85A-B4B6-444E-AA55-1C23AD8D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4327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rPr>
              <a:t>可讨论</a:t>
            </a:r>
          </a:p>
          <a:p xmlns:a="http://schemas.openxmlformats.org/drawingml/2006/main">
            <a:pPr algn="ctr">
              <a:defRPr sz="18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rPr>
              <a:t>结果</a:t>
            </a:r>
          </a:p>
        </p:txBody>
      </p:sp>
      <p:sp>
        <p:nvSpPr>
          <p:cNvPr id="9" name="rel-top-left">
            <a:extLst xmlns:a="http://schemas.openxmlformats.org/drawingml/2006/main">
              <a:ext uri="{FF2B5EF4-FFF2-40B4-BE49-F238E27FC236}">
                <a16:creationId xmlns:a16="http://schemas.microsoft.com/office/drawing/2014/main" id="{13676336-A148-460F-849E-7C95436D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43200"/>
            <a:ext cx="123825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B4A45"/>
            </a:solidFill>
            <a:prstDash val="solid"/>
          </a:ln>
        </p:spPr>
      </p:sp>
      <p:sp>
        <p:nvSpPr>
          <p:cNvPr id="10" name="rel-top-right">
            <a:extLst xmlns:a="http://schemas.openxmlformats.org/drawingml/2006/main">
              <a:ext uri="{FF2B5EF4-FFF2-40B4-BE49-F238E27FC236}">
                <a16:creationId xmlns:a16="http://schemas.microsoft.com/office/drawing/2014/main" id="{995D313E-B246-47E2-93B4-E8EB78F6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43750" y="2743200"/>
            <a:ext cx="97155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B4A45"/>
            </a:solidFill>
            <a:prstDash val="solid"/>
          </a:ln>
        </p:spPr>
      </p:sp>
      <p:sp>
        <p:nvSpPr>
          <p:cNvPr id="11" name="rel-bottom-left">
            <a:extLst xmlns:a="http://schemas.openxmlformats.org/drawingml/2006/main">
              <a:ext uri="{FF2B5EF4-FFF2-40B4-BE49-F238E27FC236}">
                <a16:creationId xmlns:a16="http://schemas.microsoft.com/office/drawing/2014/main" id="{517B338D-E983-40F1-9914-7965752B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848100" y="3810000"/>
            <a:ext cx="1200150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B4A45"/>
            </a:solidFill>
            <a:prstDash val="solid"/>
          </a:ln>
        </p:spPr>
      </p:sp>
      <p:sp>
        <p:nvSpPr>
          <p:cNvPr id="12" name="rel-bottom-right">
            <a:extLst xmlns:a="http://schemas.openxmlformats.org/drawingml/2006/main">
              <a:ext uri="{FF2B5EF4-FFF2-40B4-BE49-F238E27FC236}">
                <a16:creationId xmlns:a16="http://schemas.microsoft.com/office/drawing/2014/main" id="{F0DF8B94-3D46-4218-AC71-D1AAE511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10000"/>
            <a:ext cx="914400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B4A45"/>
            </a:solidFill>
            <a:prstDash val="solid"/>
          </a:ln>
        </p:spPr>
      </p:sp>
      <p:sp>
        <p:nvSpPr>
          <p:cNvPr id="13" name="rel-bottom-center">
            <a:extLst xmlns:a="http://schemas.openxmlformats.org/drawingml/2006/main">
              <a:ext uri="{FF2B5EF4-FFF2-40B4-BE49-F238E27FC236}">
                <a16:creationId xmlns:a16="http://schemas.microsoft.com/office/drawing/2014/main" id="{0A91EFC9-03A3-4BD3-A370-5B2FF729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33850"/>
            <a:ext cx="0" cy="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B4A45"/>
            </a:solidFill>
            <a:prstDash val="solid"/>
          </a:ln>
        </p:spPr>
      </p:sp>
      <p:sp>
        <p:nvSpPr>
          <p:cNvPr id="14" name="record-原始数据">
            <a:extLst xmlns:a="http://schemas.openxmlformats.org/drawingml/2006/main">
              <a:ext uri="{FF2B5EF4-FFF2-40B4-BE49-F238E27FC236}">
                <a16:creationId xmlns:a16="http://schemas.microsoft.com/office/drawing/2014/main" id="{9220C3DE-0DD8-4EA0-B254-97C75C6F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00300"/>
            <a:ext cx="18097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2A083F-4028-45DB-840D-CD46A2CC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336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原始数据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EFE2F-F703-42B7-86D6-8A045E22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003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保持原貌</a:t>
            </a:r>
          </a:p>
        </p:txBody>
      </p:sp>
      <p:sp>
        <p:nvSpPr>
          <p:cNvPr id="17" name="record-样本与条件">
            <a:extLst xmlns:a="http://schemas.openxmlformats.org/drawingml/2006/main">
              <a:ext uri="{FF2B5EF4-FFF2-40B4-BE49-F238E27FC236}">
                <a16:creationId xmlns:a16="http://schemas.microsoft.com/office/drawing/2014/main" id="{F839EA8D-8C05-453D-B8BE-98CA9D18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18097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FD014-174A-4AFF-A7AA-E9B9D79F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样本与条件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55E81B-A32F-4547-B7A7-FFF388EC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采集上下文</a:t>
            </a:r>
          </a:p>
        </p:txBody>
      </p:sp>
      <p:sp>
        <p:nvSpPr>
          <p:cNvPr id="20" name="record-处理脚本">
            <a:extLst xmlns:a="http://schemas.openxmlformats.org/drawingml/2006/main">
              <a:ext uri="{FF2B5EF4-FFF2-40B4-BE49-F238E27FC236}">
                <a16:creationId xmlns:a16="http://schemas.microsoft.com/office/drawing/2014/main" id="{C342FBB6-CE06-469B-BF50-1DB13490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29150"/>
            <a:ext cx="18097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D4437D-8B0C-4E1F-809E-02CE1BEC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625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处理脚本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D3E9E0-4DE1-4C6A-BAC2-EF15A927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2920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定位实际运行版本</a:t>
            </a:r>
          </a:p>
        </p:txBody>
      </p:sp>
      <p:sp>
        <p:nvSpPr>
          <p:cNvPr id="23" name="record-结果文件">
            <a:extLst xmlns:a="http://schemas.openxmlformats.org/drawingml/2006/main">
              <a:ext uri="{FF2B5EF4-FFF2-40B4-BE49-F238E27FC236}">
                <a16:creationId xmlns:a16="http://schemas.microsoft.com/office/drawing/2014/main" id="{82B24F54-23E0-4DFE-AFD8-4F71973F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29150"/>
            <a:ext cx="18097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831CCA-0B0E-4878-928B-E6ECC9C5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625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结果文件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88EF2A-B032-42FF-A8C2-6022B877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2920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对应图与输出</a:t>
            </a:r>
          </a:p>
        </p:txBody>
      </p:sp>
      <p:sp>
        <p:nvSpPr>
          <p:cNvPr id="26" name="record-异常与排除">
            <a:extLst xmlns:a="http://schemas.openxmlformats.org/drawingml/2006/main">
              <a:ext uri="{FF2B5EF4-FFF2-40B4-BE49-F238E27FC236}">
                <a16:creationId xmlns:a16="http://schemas.microsoft.com/office/drawing/2014/main" id="{42D6261B-DEC6-477D-AB27-A070C91A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19700"/>
            <a:ext cx="18097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2E2C7E-C1CA-4E8E-A85C-EFC1D099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异常与排除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EFB091-49E8-40CA-A6C2-D058148A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保留判断依据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9F6DC0-BA4D-48F4-A320-0A441257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记录单元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512274-DC4A-468C-8A5A-2E89CA7A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19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结果 + 依据 + 责任边界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ABC566-F8BD-4698-8F8A-DFC23F76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字段填满仍无法定位脚本版本，追溯问题仍未解决。</a:t>
            </a:r>
          </a:p>
        </p:txBody>
      </p:sp>
    </p:spTree>
    <p:extLst>
      <p:ext uri="{BB962C8B-B14F-4D97-AF65-F5344CB8AC3E}">
        <p14:creationId xmlns:p14="http://schemas.microsoft.com/office/powerpoint/2010/main" val="6692884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chapter-5">
            <a:extLst xmlns:a="http://schemas.openxmlformats.org/drawingml/2006/main">
              <a:ext uri="{FF2B5EF4-FFF2-40B4-BE49-F238E27FC236}">
                <a16:creationId xmlns:a16="http://schemas.microsoft.com/office/drawing/2014/main" id="{E8919DFE-CA8E-44E5-A0C8-85A94A50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D2B12C65-B7F7-4087-8F7F-09F5F61B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访问边界</a:t>
            </a:r>
          </a:p>
        </p:txBody>
      </p:sp>
      <p:sp>
        <p:nvSpPr>
          <p:cNvPr id="3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D362DB09-7AF6-4947-9072-EEE2C5F0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52450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CB63248D-8091-4DD3-9F53-BEC9D79F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7EF63-D88C-4833-BCD9-2B66294A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记录完整，不等于文件开放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3FCC4-5156-4F7E-BE02-3B234551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记录可以让讨论更清楚，同时保留原始数据的授权边界。</a:t>
            </a:r>
          </a:p>
        </p:txBody>
      </p:sp>
      <p:sp>
        <p:nvSpPr>
          <p:cNvPr id="7" name="access-public">
            <a:extLst xmlns:a="http://schemas.openxmlformats.org/drawingml/2006/main">
              <a:ext uri="{FF2B5EF4-FFF2-40B4-BE49-F238E27FC236}">
                <a16:creationId xmlns:a16="http://schemas.microsoft.com/office/drawing/2014/main" id="{51AB7DC7-44C8-4DEE-9CE7-A873D8F9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0005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8B05D-0881-47D1-84BE-CACD6B81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讨论材料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F3ADE-0DC2-426D-9CA3-781C63CE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结果图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可公开的解释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受控引用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44A8E-A209-46DE-9CB8-47AFE21C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可以进入讨论材料</a:t>
            </a:r>
          </a:p>
        </p:txBody>
      </p:sp>
      <p:sp>
        <p:nvSpPr>
          <p:cNvPr id="11" name="access-restricted">
            <a:extLst xmlns:a="http://schemas.openxmlformats.org/drawingml/2006/main">
              <a:ext uri="{FF2B5EF4-FFF2-40B4-BE49-F238E27FC236}">
                <a16:creationId xmlns:a16="http://schemas.microsoft.com/office/drawing/2014/main" id="{03A3FD72-3208-4562-B5C7-B1F6DAE8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47950"/>
            <a:ext cx="40005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D4E02-8C96-45F9-B9E9-E621E021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52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受限原始数据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FDA3F-5F80-47A4-9FA3-A2D6D36F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8615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仍放在原授权位置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记录访问条件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个人信息与合作限制不变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2ECDDA-FBDB-4708-B7B6-16F4646A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910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授权未确认时暂停共享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294A4-F3A6-448A-A70B-CB00533C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90950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B4A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80355-15DF-4797-A3AD-720AA2AA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受控引用</a:t>
            </a:r>
          </a:p>
          <a:p xmlns:a="http://schemas.openxmlformats.org/drawingml/2006/main">
            <a:pPr algn="ctr">
              <a:def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+ 访问条件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4D30D-3F57-4F26-96FD-DD49DB62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7F11D8-9D01-40E8-BCA9-6128A48E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记录表中出现一个路径，也不代表其他成员已经取得访问权。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7484CF-B4DC-4686-AF50-59C16D17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新的访问授权须由负责人处理，授权完成后再继续共享。</a:t>
            </a:r>
          </a:p>
        </p:txBody>
      </p:sp>
    </p:spTree>
    <p:extLst>
      <p:ext uri="{BB962C8B-B14F-4D97-AF65-F5344CB8AC3E}">
        <p14:creationId xmlns:p14="http://schemas.microsoft.com/office/powerpoint/2010/main" val="14881581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chapter-6">
            <a:extLst xmlns:a="http://schemas.openxmlformats.org/drawingml/2006/main">
              <a:ext uri="{FF2B5EF4-FFF2-40B4-BE49-F238E27FC236}">
                <a16:creationId xmlns:a16="http://schemas.microsoft.com/office/drawing/2014/main" id="{325CE182-9B92-47F0-A55B-C6C19A5D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EFBBFD1E-3021-450E-A9A7-87B0BF40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推进思路</a:t>
            </a:r>
          </a:p>
        </p:txBody>
      </p:sp>
      <p:sp>
        <p:nvSpPr>
          <p:cNvPr id="3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78318E3B-0986-4EB7-BF1C-D41C6CAA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52450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EFAB9201-0E27-47CF-B269-BAFD5BF0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DCD79-EC5B-4C1A-B7DA-EFB1932C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历史补档与新增记录各有边界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A7189-C806-4667-BF28-08050D00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两种推进思路分别解决不同问题，建议先限定范围，再决定是否补历史。</a:t>
            </a:r>
          </a:p>
        </p:txBody>
      </p:sp>
      <p:sp>
        <p:nvSpPr>
          <p:cNvPr id="7" name="history-path">
            <a:extLst xmlns:a="http://schemas.openxmlformats.org/drawingml/2006/main">
              <a:ext uri="{FF2B5EF4-FFF2-40B4-BE49-F238E27FC236}">
                <a16:creationId xmlns:a16="http://schemas.microsoft.com/office/drawing/2014/main" id="{BD2DCB07-4B85-4C77-8924-A5EC4E9F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F8220-8E7C-46BA-9B8F-E3709A66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集中补历史档案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61E44-8BE4-466F-ABF7-B92557AD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可能的收益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EF07C-2E15-4091-B64A-EA5AFCDC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一次形成较大的目录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E5BC9-3CAD-45A0-8D40-6BDE0653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D5352-3548-413D-816E-568A9814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需要承担的代价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0D2B3-F91C-4585-AA76-6385AA6C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追查已遗失的上下文，可能耗费大量时间</a:t>
            </a:r>
          </a:p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不确定的记忆可能被写成确定说明</a:t>
            </a:r>
          </a:p>
        </p:txBody>
      </p:sp>
      <p:sp>
        <p:nvSpPr>
          <p:cNvPr id="14" name="new-path">
            <a:extLst xmlns:a="http://schemas.openxmlformats.org/drawingml/2006/main">
              <a:ext uri="{FF2B5EF4-FFF2-40B4-BE49-F238E27FC236}">
                <a16:creationId xmlns:a16="http://schemas.microsoft.com/office/drawing/2014/main" id="{070FA44A-A66A-4646-BDFA-3E4C1ED4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20511-D992-4F72-930D-D705346A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从新增实验开始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0FB2A-3EBF-4A47-97CE-4AD23747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可能的收益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A93FC-86CC-4E5F-9F41-0BA45FAF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43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上下文尚清楚时记录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D9853C-9B10-42C3-8920-B3D7DDC0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2C333D-2ECA-4982-83C7-F59666A3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需要承担的代价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31EE85-BDB3-48C8-8D92-D925F373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短期无法解决全部历史材料的追溯问题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95542D-08DF-4B5B-9059-D403F6EF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7B61A5-2AE0-417C-81E4-B0EA5E0A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建议范围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7A97C1-99D3-4FDC-BBCC-46D05C48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435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新增实验先行；真正需要复核的历史结果逐项补充。</a:t>
            </a:r>
          </a:p>
        </p:txBody>
      </p:sp>
    </p:spTree>
    <p:extLst>
      <p:ext uri="{BB962C8B-B14F-4D97-AF65-F5344CB8AC3E}">
        <p14:creationId xmlns:p14="http://schemas.microsoft.com/office/powerpoint/2010/main" val="53460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chapter-7">
            <a:extLst xmlns:a="http://schemas.openxmlformats.org/drawingml/2006/main">
              <a:ext uri="{FF2B5EF4-FFF2-40B4-BE49-F238E27FC236}">
                <a16:creationId xmlns:a16="http://schemas.microsoft.com/office/drawing/2014/main" id="{74D1A967-6800-4594-9004-1B25AF58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FEC0A500-B35B-4D9E-8EEC-0DD7B052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复核流程</a:t>
            </a:r>
          </a:p>
        </p:txBody>
      </p:sp>
      <p:sp>
        <p:nvSpPr>
          <p:cNvPr id="3" name="header-rule-7">
            <a:extLst xmlns:a="http://schemas.openxmlformats.org/drawingml/2006/main">
              <a:ext uri="{FF2B5EF4-FFF2-40B4-BE49-F238E27FC236}">
                <a16:creationId xmlns:a16="http://schemas.microsoft.com/office/drawing/2014/main" id="{5ADC8CBD-D867-47A5-BB77-BF9C3D04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52450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68A39DD0-DF08-46B2-AB26-C36EAFDB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49BE7-5454-46B1-9EB1-E1CCCFBB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复核先检查可理解性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1DA01-79A6-435D-8A05-FBAD5DF7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先确认别人能否理解结果如何产生，再进入可讨论版本。</a:t>
            </a:r>
          </a:p>
        </p:txBody>
      </p:sp>
      <p:sp>
        <p:nvSpPr>
          <p:cNvPr id="7" name="flow-01">
            <a:extLst xmlns:a="http://schemas.openxmlformats.org/drawingml/2006/main">
              <a:ext uri="{FF2B5EF4-FFF2-40B4-BE49-F238E27FC236}">
                <a16:creationId xmlns:a16="http://schemas.microsoft.com/office/drawing/2014/main" id="{3C508FC2-5D32-4824-9C7D-3D4B4D0E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2324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1CF18-1CC6-42BD-A0C1-B39B5E21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06455-E1C1-4093-AEDA-28CE06C6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提交记录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37730-4ACB-4D6D-B10A-64F30AD6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执行者提交结果记录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及受控引用</a:t>
            </a:r>
          </a:p>
        </p:txBody>
      </p:sp>
      <p:sp>
        <p:nvSpPr>
          <p:cNvPr id="11" name="flow-02">
            <a:extLst xmlns:a="http://schemas.openxmlformats.org/drawingml/2006/main">
              <a:ext uri="{FF2B5EF4-FFF2-40B4-BE49-F238E27FC236}">
                <a16:creationId xmlns:a16="http://schemas.microsoft.com/office/drawing/2014/main" id="{01BDBEB5-1112-41FF-8D21-AF87F220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2324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C31E3-9AD4-4010-BFF4-857FE2F0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95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2FD5CC-79B1-4AA2-9796-11FCDA79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19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尝试定位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01A7F-94D2-44B4-B460-5EBCA69A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0045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另一位成员定位数据、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脚本与条件并提出缺项</a:t>
            </a:r>
          </a:p>
        </p:txBody>
      </p:sp>
      <p:sp>
        <p:nvSpPr>
          <p:cNvPr id="15" name="flow-03">
            <a:extLst xmlns:a="http://schemas.openxmlformats.org/drawingml/2006/main">
              <a:ext uri="{FF2B5EF4-FFF2-40B4-BE49-F238E27FC236}">
                <a16:creationId xmlns:a16="http://schemas.microsoft.com/office/drawing/2014/main" id="{875704E5-FF88-4C96-8BCD-19E352A5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2324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80961-E4EB-406C-BB19-414DFEED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95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33C9DF-97CB-46E1-B52D-E76FA5D6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19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补充缺项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0DA3E1-6CCD-4E0B-82CA-40C51B06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0045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执行者补充说明，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保留异常与排除依据</a:t>
            </a:r>
          </a:p>
        </p:txBody>
      </p:sp>
      <p:sp>
        <p:nvSpPr>
          <p:cNvPr id="19" name="flow-04">
            <a:extLst xmlns:a="http://schemas.openxmlformats.org/drawingml/2006/main">
              <a:ext uri="{FF2B5EF4-FFF2-40B4-BE49-F238E27FC236}">
                <a16:creationId xmlns:a16="http://schemas.microsoft.com/office/drawing/2014/main" id="{A92EDA7E-55A4-4488-AD7D-95EFD9C3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24150"/>
            <a:ext cx="2324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95E9BC-035F-4132-A9F0-5D10ED40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95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00AC19-080F-4EA8-89EA-C40E2C1E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19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rPr>
              <a:t>负责人确认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E9A9F9-B726-41F0-866A-3FEE3F8F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0045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负责人确认后，</a:t>
            </a:r>
          </a:p>
          <a:p xmlns:a="http://schemas.openxmlformats.org/drawingml/2006/main">
            <a:pPr algn="l">
              <a:defRPr sz="1125" b="0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记录进入可讨论版本</a:t>
            </a:r>
          </a:p>
        </p:txBody>
      </p:sp>
      <p:cxnSp>
        <p:nvCxnSpPr>
          <p:cNvPr id="53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76550" y="3409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4A45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505450" y="3409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4A45"/>
            </a:solidFill>
            <a:prstDash val="solid"/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134350" y="3409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4A45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B5CA95-CA45-431E-8987-0B011ED1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29125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8B878F-B400-4862-A33A-67D6530C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1967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authorization-branch">
            <a:extLst xmlns:a="http://schemas.openxmlformats.org/drawingml/2006/main">
              <a:ext uri="{FF2B5EF4-FFF2-40B4-BE49-F238E27FC236}">
                <a16:creationId xmlns:a16="http://schemas.microsoft.com/office/drawing/2014/main" id="{DDEFA45A-4F01-4DA4-BA18-6FCE511A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95825"/>
            <a:ext cx="333375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32F7E9-6E7F-4C97-9254-0D2596E9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29175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如果涉及新的访问授权：</a:t>
            </a:r>
          </a:p>
          <a:p xmlns:a="http://schemas.openxmlformats.org/drawingml/2006/main">
            <a:pPr algn="ctr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暂停共享，由负责人处理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606598-88CA-4178-AE16-1262B709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复核不要求复做整项实验，也不代替科学结论审查。</a:t>
            </a:r>
          </a:p>
        </p:txBody>
      </p:sp>
    </p:spTree>
    <p:extLst>
      <p:ext uri="{BB962C8B-B14F-4D97-AF65-F5344CB8AC3E}">
        <p14:creationId xmlns:p14="http://schemas.microsoft.com/office/powerpoint/2010/main" val="8357733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chapter-8">
            <a:extLst xmlns:a="http://schemas.openxmlformats.org/drawingml/2006/main">
              <a:ext uri="{FF2B5EF4-FFF2-40B4-BE49-F238E27FC236}">
                <a16:creationId xmlns:a16="http://schemas.microsoft.com/office/drawing/2014/main" id="{5E780201-E135-4768-9881-9CFB52AB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2EA3B019-A42C-4256-9246-DBEC8CFC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试点范围</a:t>
            </a:r>
          </a:p>
        </p:txBody>
      </p:sp>
      <p:sp>
        <p:nvSpPr>
          <p:cNvPr id="3" name="header-rule-8">
            <a:extLst xmlns:a="http://schemas.openxmlformats.org/drawingml/2006/main">
              <a:ext uri="{FF2B5EF4-FFF2-40B4-BE49-F238E27FC236}">
                <a16:creationId xmlns:a16="http://schemas.microsoft.com/office/drawing/2014/main" id="{5B170AE3-F5E0-4543-B0A7-CAEC76B0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52450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C8948ABD-A38C-4FE4-801D-10344FC4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A7DB1-5BDD-4620-9326-663002D6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四周试点只测试一件事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FD8F3-5A1D-4438-8A7C-806FD902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范围是拟定安排，不代表已经测得效率提升或完成率。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27346-57F0-4845-A095-BB9FA275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32169-D475-4E30-BD4A-BB912A07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05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6F1A0-CD9F-49C7-9A9B-4C665D31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384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22743-3722-4DC7-A4AF-B76CA4B6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个课题方向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991D7-2A77-45EC-BC4B-38D1CEA7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384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08491-1AB6-4360-ABD8-C43E092C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名自愿成员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D41EE-C3AF-4D02-9F5D-3D1BE313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week-1">
            <a:extLst xmlns:a="http://schemas.openxmlformats.org/drawingml/2006/main">
              <a:ext uri="{FF2B5EF4-FFF2-40B4-BE49-F238E27FC236}">
                <a16:creationId xmlns:a16="http://schemas.microsoft.com/office/drawing/2014/main" id="{B1ACF589-EAD2-4CB6-A000-7C37F1FA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C0B99-D6FE-4439-B50C-89FFD0F2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FD114-31D1-4621-BFFF-388DB54D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第 1 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BFF34-B4B8-4252-9433-553B50AB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明确最少字段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用一个结果试填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864098-7FC7-4E1F-AE10-8FDD378E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671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week-2">
            <a:extLst xmlns:a="http://schemas.openxmlformats.org/drawingml/2006/main">
              <a:ext uri="{FF2B5EF4-FFF2-40B4-BE49-F238E27FC236}">
                <a16:creationId xmlns:a16="http://schemas.microsoft.com/office/drawing/2014/main" id="{CFD18C95-95B1-476C-9F61-A86949E6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14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1F33C5-2665-4731-88AB-58C82D06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909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88C014-8790-4E6B-83F0-24F880D0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第 2 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926C16-13E3-48D0-823C-056BE58A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在实际工作中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记录缺项与负担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5FE44B-CF23-4AEE-BF4E-F51E06C9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671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week-3">
            <a:extLst xmlns:a="http://schemas.openxmlformats.org/drawingml/2006/main">
              <a:ext uri="{FF2B5EF4-FFF2-40B4-BE49-F238E27FC236}">
                <a16:creationId xmlns:a16="http://schemas.microsoft.com/office/drawing/2014/main" id="{8924D75A-076F-46BC-8CB6-1234A4EA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14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20BDAC-B4FF-4516-89F8-BE97FC32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909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5B8F57-6462-428A-A406-446A65F0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33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第 3 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17CFA5-F84F-41A9-889D-795D86C4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继续记录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观察填写负担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07F624-AF2A-417F-B479-41CEA653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671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9" name="week-4">
            <a:extLst xmlns:a="http://schemas.openxmlformats.org/drawingml/2006/main">
              <a:ext uri="{FF2B5EF4-FFF2-40B4-BE49-F238E27FC236}">
                <a16:creationId xmlns:a16="http://schemas.microsoft.com/office/drawing/2014/main" id="{C8E0A0FA-7767-40CD-9757-2CD608AA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14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3F25F4-D285-45C1-8088-CEEC7DF3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09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5C8F81-C624-4B7A-88FB-6E1FBED9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33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第 4 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87F6C1-5C95-4297-AB47-FF06104A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讨论保留、修改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或停止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B0C572-E62B-48FB-8433-B583547C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A6F1C0-B9BD-45C9-8CCB-30121F9A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开始试点前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377AA9-DBB0-4A4A-98D3-4F35C67A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负责人确认范围与授权联系人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391B5B-1911-49A0-877C-A257EA07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912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成员认可最少字段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7E2C7B-074C-4050-92BF-88AF6EC8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91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明确谁负责复核</a:t>
            </a:r>
          </a:p>
        </p:txBody>
      </p:sp>
    </p:spTree>
    <p:extLst>
      <p:ext uri="{BB962C8B-B14F-4D97-AF65-F5344CB8AC3E}">
        <p14:creationId xmlns:p14="http://schemas.microsoft.com/office/powerpoint/2010/main" val="2597669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chapter-9">
            <a:extLst xmlns:a="http://schemas.openxmlformats.org/drawingml/2006/main">
              <a:ext uri="{FF2B5EF4-FFF2-40B4-BE49-F238E27FC236}">
                <a16:creationId xmlns:a16="http://schemas.microsoft.com/office/drawing/2014/main" id="{F8267A62-5298-4DDE-A137-08D6F51F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34ED30B1-BEB8-40E1-9E8A-9DF60015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评估与收束</a:t>
            </a:r>
          </a:p>
        </p:txBody>
      </p:sp>
      <p:sp>
        <p:nvSpPr>
          <p:cNvPr id="3" name="header-rule-9">
            <a:extLst xmlns:a="http://schemas.openxmlformats.org/drawingml/2006/main">
              <a:ext uri="{FF2B5EF4-FFF2-40B4-BE49-F238E27FC236}">
                <a16:creationId xmlns:a16="http://schemas.microsoft.com/office/drawing/2014/main" id="{195D44DC-450C-4EFA-8C16-8C37514C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52450"/>
            <a:ext cx="8963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7B4AAABA-AAE2-403F-BB1C-1D9EFF17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AA19B-035D-47DF-8DD6-DAAA5775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是否继续，由复核证据与成员负担决定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41A4C-4356-4CC7-BF00-51682110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试点评估先收集具体复核过程和当事人反馈，不预设统一“合格分数”。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E2993-8F2E-473C-8D84-5ADB8A98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41916-277E-43EE-9A80-37304127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来源可定位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2F7C7-133F-474D-935F-196D4B25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其他成员能否沿记录</a:t>
            </a:r>
          </a:p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定位结果的来源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DBF7C-D100-4E3D-9FCA-2FD6E0B1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2415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80E4C-ABBD-49D7-8C0D-F868344A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289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03C3C-9887-4A1B-83A2-B87028F6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05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依据可理解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7E089-F948-4FF4-8A99-A3B3A459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433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关键处理与排除</a:t>
            </a:r>
          </a:p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是否有可理解的依据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D5091-D9A6-431E-A8C7-E985E73C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94CAC-53B7-4F56-9A0D-DAD710AC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289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F332B-D050-432A-9760-D1FAA213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负担可持续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212939-5980-409D-AC60-E99B2BE0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433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填写负担是否在成员</a:t>
            </a:r>
          </a:p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愿意持续承担的范围内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7BB96-B21F-4AA6-B8B2-532D27CD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FB7343-FF6C-4596-84CE-4B5C3826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停止或修改的信号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AFED31-A798-4213-A168-8DEC5B69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挤占必要实验时间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权限边界无法说明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只增加抄写，没有帮助解释结果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E9AAB2-E295-4D2C-AB00-4A02231F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10150"/>
            <a:ext cx="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E8F57E-4ACE-490D-BA8D-73C563EF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2197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先让一次结果可以被理解，再决定哪些记录值得长期保存。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CD7314-AD80-4216-A53F-287A2EBE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000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归档工具只是承载方式；要验证的是结果、依据和责任边界的联系。</a:t>
            </a:r>
          </a:p>
        </p:txBody>
      </p:sp>
    </p:spTree>
    <p:extLst>
      <p:ext uri="{BB962C8B-B14F-4D97-AF65-F5344CB8AC3E}">
        <p14:creationId xmlns:p14="http://schemas.microsoft.com/office/powerpoint/2010/main" val="18165669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2026-09-06T05:35:24.8060000Z</dcterms:created>
  <dcterms:modified xsi:type="dcterms:W3CDTF">2026-09-06T05:35:24.8060000Z</dcterms:modified>
</coreProperties>
</file>