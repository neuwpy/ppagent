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1613234f54696" /><Relationship Type="http://schemas.openxmlformats.org/officeDocument/2006/relationships/extended-properties" Target="/docProps/app.xml" Id="R6308fa0486cb47d2" /><Relationship Type="http://schemas.openxmlformats.org/officeDocument/2006/relationships/officeDocument" Target="/ppt/presentation.xml" Id="Rdbdd2a1d1f99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d0d4c0c223492d"/>
  </p:sldMasterIdLst>
  <p:notesMasterIdLst>
    <p:notesMasterId xmlns:r="http://schemas.openxmlformats.org/officeDocument/2006/relationships" r:id="R48f10a7833524aa3"/>
  </p:notesMasterIdLst>
  <p:sldIdLst>
    <p:sldId xmlns:r="http://schemas.openxmlformats.org/officeDocument/2006/relationships" id="256" r:id="R5dc4dc7edb4a44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c9368adffe43ab" /><Relationship Type="http://schemas.openxmlformats.org/officeDocument/2006/relationships/slideMaster" Target="/ppt/slideMasters/slideMaster1.xml" Id="R7bd0d4c0c223492d" /><Relationship Type="http://schemas.openxmlformats.org/officeDocument/2006/relationships/notesMaster" Target="/ppt/notesMasters/notesMaster1.xml" Id="R48f10a7833524aa3" /><Relationship Type="http://schemas.openxmlformats.org/officeDocument/2006/relationships/presProps" Target="/ppt/presProps.xml" Id="Rfa9e8f8e3d474272" /><Relationship Type="http://schemas.openxmlformats.org/officeDocument/2006/relationships/tableStyles" Target="/ppt/tableStyles.xml" Id="R4b2c54b5069341cc" /><Relationship Type="http://schemas.openxmlformats.org/officeDocument/2006/relationships/slide" Target="/ppt/slides/slide1.xml" Id="R5dc4dc7edb4a44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8e70c836c4c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7ef75fc144952" /><Relationship Type="http://schemas.openxmlformats.org/officeDocument/2006/relationships/notesMaster" Target="/ppt/notesMasters/notesMaster1.xml" Id="Rff715eca119945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2777842e247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4789fd3de4ae3" /><Relationship Type="http://schemas.openxmlformats.org/officeDocument/2006/relationships/slideLayout" Target="/ppt/slideLayouts/slideLayout1.xml" Id="R45e6416b060f4b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e6416b060f4b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15020af745ec" /><Relationship Type="http://schemas.openxmlformats.org/officeDocument/2006/relationships/image" Target="/ppt/media/image.png" Id="Re912292ecdd24501" /><Relationship Type="http://schemas.openxmlformats.org/officeDocument/2006/relationships/image" Target="/ppt/media/image.svg" Id="R6082ee6f93f54d10" /><Relationship Type="http://schemas.openxmlformats.org/officeDocument/2006/relationships/image" Target="/ppt/media/image2.png" Id="Rf503601280144d04" /><Relationship Type="http://schemas.openxmlformats.org/officeDocument/2006/relationships/image" Target="/ppt/media/image2.svg" Id="Rf3c98f2dba30485f" /><Relationship Type="http://schemas.openxmlformats.org/officeDocument/2006/relationships/image" Target="/ppt/media/image3.png" Id="R5021bdc6e920448d" /><Relationship Type="http://schemas.openxmlformats.org/officeDocument/2006/relationships/image" Target="/ppt/media/image3.svg" Id="R957a757a33bf4088" /><Relationship Type="http://schemas.openxmlformats.org/officeDocument/2006/relationships/notesSlide" Target="/ppt/notesSlides/notesSlide1.xml" Id="R864dc178c27f43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D15189FD-00E4-4B81-8421-100D69FF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2930760-3474-423E-9891-57C73398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4E481E4-0037-482A-9276-D4C4577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反馈筛选：从线索收敛到纳入发布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DA408BF-A23D-492D-AC00-BF51109D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AEDACEA5-D1C3-4BFB-8D57-225A4AFF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访谈 · 工单 · 使用记录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16AF12AA-23DD-4571-943B-98BB10C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准入依据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5EF02D-FCBD-44C6-BC02-65621B6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E99AE4A2-8E33-46A5-952B-BF00BEF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421822" y="2008384"/>
            <a:ext cx="4634722" cy="329309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BB1B048E-CC7C-4BF1-93E2-F805383D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4933" y="2520639"/>
            <a:ext cx="3000680" cy="573262"/>
          </a:xfrm>
          <a:custGeom xmlns:a="http://schemas.openxmlformats.org/drawingml/2006/main">
            <a:pathLst>
              <a:path w="3000680" h="573262">
                <a:moveTo>
                  <a:pt x="0" y="0"/>
                </a:moveTo>
                <a:lnTo>
                  <a:pt x="16078" y="22127"/>
                </a:lnTo>
                <a:lnTo>
                  <a:pt x="32147" y="44244"/>
                </a:lnTo>
                <a:lnTo>
                  <a:pt x="48225" y="66370"/>
                </a:lnTo>
                <a:lnTo>
                  <a:pt x="64303" y="88497"/>
                </a:lnTo>
                <a:lnTo>
                  <a:pt x="80381" y="110614"/>
                </a:lnTo>
                <a:lnTo>
                  <a:pt x="96450" y="132740"/>
                </a:lnTo>
                <a:lnTo>
                  <a:pt x="112528" y="154867"/>
                </a:lnTo>
                <a:lnTo>
                  <a:pt x="128607" y="176984"/>
                </a:lnTo>
                <a:lnTo>
                  <a:pt x="144675" y="199111"/>
                </a:lnTo>
                <a:lnTo>
                  <a:pt x="160753" y="221237"/>
                </a:lnTo>
                <a:lnTo>
                  <a:pt x="176832" y="243354"/>
                </a:lnTo>
                <a:lnTo>
                  <a:pt x="192910" y="265481"/>
                </a:lnTo>
                <a:lnTo>
                  <a:pt x="208979" y="287598"/>
                </a:lnTo>
                <a:lnTo>
                  <a:pt x="225057" y="309724"/>
                </a:lnTo>
                <a:lnTo>
                  <a:pt x="241135" y="331851"/>
                </a:lnTo>
                <a:lnTo>
                  <a:pt x="257204" y="353968"/>
                </a:lnTo>
                <a:lnTo>
                  <a:pt x="273282" y="376095"/>
                </a:lnTo>
                <a:lnTo>
                  <a:pt x="289360" y="398221"/>
                </a:lnTo>
                <a:lnTo>
                  <a:pt x="305429" y="420338"/>
                </a:lnTo>
                <a:lnTo>
                  <a:pt x="321507" y="442465"/>
                </a:lnTo>
                <a:lnTo>
                  <a:pt x="337585" y="464591"/>
                </a:lnTo>
                <a:lnTo>
                  <a:pt x="353663" y="486708"/>
                </a:lnTo>
                <a:lnTo>
                  <a:pt x="368741" y="509283"/>
                </a:lnTo>
                <a:lnTo>
                  <a:pt x="392582" y="521713"/>
                </a:lnTo>
                <a:lnTo>
                  <a:pt x="419167" y="528076"/>
                </a:lnTo>
                <a:lnTo>
                  <a:pt x="446113" y="532762"/>
                </a:lnTo>
                <a:lnTo>
                  <a:pt x="473192" y="536572"/>
                </a:lnTo>
                <a:lnTo>
                  <a:pt x="500348" y="539810"/>
                </a:lnTo>
                <a:lnTo>
                  <a:pt x="527542" y="542639"/>
                </a:lnTo>
                <a:lnTo>
                  <a:pt x="554774" y="545163"/>
                </a:lnTo>
                <a:lnTo>
                  <a:pt x="582025" y="547440"/>
                </a:lnTo>
                <a:lnTo>
                  <a:pt x="609295" y="549507"/>
                </a:lnTo>
                <a:lnTo>
                  <a:pt x="636575" y="551393"/>
                </a:lnTo>
                <a:lnTo>
                  <a:pt x="663873" y="553145"/>
                </a:lnTo>
                <a:lnTo>
                  <a:pt x="691172" y="554765"/>
                </a:lnTo>
                <a:lnTo>
                  <a:pt x="718471" y="556270"/>
                </a:lnTo>
                <a:lnTo>
                  <a:pt x="745788" y="557670"/>
                </a:lnTo>
                <a:lnTo>
                  <a:pt x="773097" y="558965"/>
                </a:lnTo>
                <a:lnTo>
                  <a:pt x="800424" y="560184"/>
                </a:lnTo>
                <a:lnTo>
                  <a:pt x="827742" y="561337"/>
                </a:lnTo>
                <a:lnTo>
                  <a:pt x="855069" y="562394"/>
                </a:lnTo>
                <a:lnTo>
                  <a:pt x="882396" y="563394"/>
                </a:lnTo>
                <a:lnTo>
                  <a:pt x="909733" y="564328"/>
                </a:lnTo>
                <a:lnTo>
                  <a:pt x="937060" y="565204"/>
                </a:lnTo>
                <a:lnTo>
                  <a:pt x="964397" y="566033"/>
                </a:lnTo>
                <a:lnTo>
                  <a:pt x="991733" y="566795"/>
                </a:lnTo>
                <a:lnTo>
                  <a:pt x="1019070" y="567509"/>
                </a:lnTo>
                <a:lnTo>
                  <a:pt x="1046407" y="568166"/>
                </a:lnTo>
                <a:lnTo>
                  <a:pt x="1073753" y="568785"/>
                </a:lnTo>
                <a:lnTo>
                  <a:pt x="1101090" y="569357"/>
                </a:lnTo>
                <a:lnTo>
                  <a:pt x="1128436" y="569890"/>
                </a:lnTo>
                <a:lnTo>
                  <a:pt x="1155773" y="570376"/>
                </a:lnTo>
                <a:lnTo>
                  <a:pt x="1183119" y="570824"/>
                </a:lnTo>
                <a:lnTo>
                  <a:pt x="1210466" y="571233"/>
                </a:lnTo>
                <a:lnTo>
                  <a:pt x="1237812" y="571595"/>
                </a:lnTo>
                <a:lnTo>
                  <a:pt x="1265149" y="571929"/>
                </a:lnTo>
                <a:lnTo>
                  <a:pt x="1292495" y="572214"/>
                </a:lnTo>
                <a:lnTo>
                  <a:pt x="1319841" y="572472"/>
                </a:lnTo>
                <a:lnTo>
                  <a:pt x="1347187" y="572691"/>
                </a:lnTo>
                <a:lnTo>
                  <a:pt x="1374534" y="572872"/>
                </a:lnTo>
                <a:lnTo>
                  <a:pt x="1401880" y="573014"/>
                </a:lnTo>
                <a:lnTo>
                  <a:pt x="1429226" y="573119"/>
                </a:lnTo>
                <a:lnTo>
                  <a:pt x="1456573" y="573205"/>
                </a:lnTo>
                <a:lnTo>
                  <a:pt x="1483928" y="573253"/>
                </a:lnTo>
                <a:lnTo>
                  <a:pt x="1511275" y="573262"/>
                </a:lnTo>
                <a:lnTo>
                  <a:pt x="1538621" y="573234"/>
                </a:lnTo>
                <a:lnTo>
                  <a:pt x="1565967" y="573167"/>
                </a:lnTo>
                <a:lnTo>
                  <a:pt x="1593313" y="573062"/>
                </a:lnTo>
                <a:lnTo>
                  <a:pt x="1620660" y="572948"/>
                </a:lnTo>
                <a:lnTo>
                  <a:pt x="1648006" y="572776"/>
                </a:lnTo>
                <a:lnTo>
                  <a:pt x="1675352" y="572576"/>
                </a:lnTo>
                <a:lnTo>
                  <a:pt x="1702699" y="572338"/>
                </a:lnTo>
                <a:lnTo>
                  <a:pt x="1730045" y="572072"/>
                </a:lnTo>
                <a:lnTo>
                  <a:pt x="1757391" y="571757"/>
                </a:lnTo>
                <a:lnTo>
                  <a:pt x="1784737" y="571414"/>
                </a:lnTo>
                <a:lnTo>
                  <a:pt x="1812074" y="571024"/>
                </a:lnTo>
                <a:lnTo>
                  <a:pt x="1839420" y="570595"/>
                </a:lnTo>
                <a:lnTo>
                  <a:pt x="1866767" y="570128"/>
                </a:lnTo>
                <a:lnTo>
                  <a:pt x="1894103" y="569624"/>
                </a:lnTo>
                <a:lnTo>
                  <a:pt x="1921450" y="569071"/>
                </a:lnTo>
                <a:lnTo>
                  <a:pt x="1948786" y="568481"/>
                </a:lnTo>
                <a:lnTo>
                  <a:pt x="1976123" y="567833"/>
                </a:lnTo>
                <a:lnTo>
                  <a:pt x="2003469" y="567147"/>
                </a:lnTo>
                <a:lnTo>
                  <a:pt x="2030806" y="566404"/>
                </a:lnTo>
                <a:lnTo>
                  <a:pt x="2058143" y="565614"/>
                </a:lnTo>
                <a:lnTo>
                  <a:pt x="2085470" y="564766"/>
                </a:lnTo>
                <a:lnTo>
                  <a:pt x="2112807" y="563861"/>
                </a:lnTo>
                <a:lnTo>
                  <a:pt x="2140134" y="562889"/>
                </a:lnTo>
                <a:lnTo>
                  <a:pt x="2167461" y="561851"/>
                </a:lnTo>
                <a:lnTo>
                  <a:pt x="2194789" y="560756"/>
                </a:lnTo>
                <a:lnTo>
                  <a:pt x="2222106" y="559575"/>
                </a:lnTo>
                <a:lnTo>
                  <a:pt x="2249424" y="558308"/>
                </a:lnTo>
                <a:lnTo>
                  <a:pt x="2276742" y="556955"/>
                </a:lnTo>
                <a:lnTo>
                  <a:pt x="2304050" y="555508"/>
                </a:lnTo>
                <a:lnTo>
                  <a:pt x="2331349" y="553945"/>
                </a:lnTo>
                <a:lnTo>
                  <a:pt x="2358647" y="552269"/>
                </a:lnTo>
                <a:lnTo>
                  <a:pt x="2385927" y="550440"/>
                </a:lnTo>
                <a:lnTo>
                  <a:pt x="2413206" y="548469"/>
                </a:lnTo>
                <a:lnTo>
                  <a:pt x="2440467" y="546297"/>
                </a:lnTo>
                <a:lnTo>
                  <a:pt x="2467708" y="543906"/>
                </a:lnTo>
                <a:lnTo>
                  <a:pt x="2494921" y="541230"/>
                </a:lnTo>
                <a:lnTo>
                  <a:pt x="2522106" y="538210"/>
                </a:lnTo>
                <a:lnTo>
                  <a:pt x="2549223" y="534705"/>
                </a:lnTo>
                <a:lnTo>
                  <a:pt x="2576246" y="530504"/>
                </a:lnTo>
                <a:lnTo>
                  <a:pt x="2603059" y="525123"/>
                </a:lnTo>
                <a:lnTo>
                  <a:pt x="2629119" y="516960"/>
                </a:lnTo>
                <a:lnTo>
                  <a:pt x="2647026" y="497481"/>
                </a:lnTo>
                <a:lnTo>
                  <a:pt x="2663095" y="475355"/>
                </a:lnTo>
                <a:lnTo>
                  <a:pt x="2679173" y="453238"/>
                </a:lnTo>
                <a:lnTo>
                  <a:pt x="2695251" y="431111"/>
                </a:lnTo>
                <a:lnTo>
                  <a:pt x="2711320" y="408984"/>
                </a:lnTo>
                <a:lnTo>
                  <a:pt x="2727398" y="386867"/>
                </a:lnTo>
                <a:lnTo>
                  <a:pt x="2743476" y="364741"/>
                </a:lnTo>
                <a:lnTo>
                  <a:pt x="2759554" y="342614"/>
                </a:lnTo>
                <a:lnTo>
                  <a:pt x="2775623" y="320497"/>
                </a:lnTo>
                <a:lnTo>
                  <a:pt x="2791701" y="298371"/>
                </a:lnTo>
                <a:lnTo>
                  <a:pt x="2807779" y="276244"/>
                </a:lnTo>
                <a:lnTo>
                  <a:pt x="2823848" y="254127"/>
                </a:lnTo>
                <a:lnTo>
                  <a:pt x="2839926" y="232000"/>
                </a:lnTo>
                <a:lnTo>
                  <a:pt x="2856005" y="209874"/>
                </a:lnTo>
                <a:lnTo>
                  <a:pt x="2872073" y="187757"/>
                </a:lnTo>
                <a:lnTo>
                  <a:pt x="2888151" y="165630"/>
                </a:lnTo>
                <a:lnTo>
                  <a:pt x="2904230" y="143504"/>
                </a:lnTo>
                <a:lnTo>
                  <a:pt x="2920308" y="121387"/>
                </a:lnTo>
                <a:lnTo>
                  <a:pt x="2936377" y="99260"/>
                </a:lnTo>
                <a:lnTo>
                  <a:pt x="2952455" y="77143"/>
                </a:lnTo>
                <a:lnTo>
                  <a:pt x="2968533" y="55016"/>
                </a:lnTo>
                <a:lnTo>
                  <a:pt x="2984602" y="32890"/>
                </a:lnTo>
                <a:lnTo>
                  <a:pt x="3000680" y="10773"/>
                </a:lnTo>
                <a:lnTo>
                  <a:pt x="2998394" y="8773"/>
                </a:lnTo>
                <a:lnTo>
                  <a:pt x="2972133" y="16269"/>
                </a:lnTo>
                <a:lnTo>
                  <a:pt x="2945225" y="21126"/>
                </a:lnTo>
                <a:lnTo>
                  <a:pt x="2918146" y="24917"/>
                </a:lnTo>
                <a:lnTo>
                  <a:pt x="2890980" y="28089"/>
                </a:lnTo>
                <a:lnTo>
                  <a:pt x="2863777" y="30842"/>
                </a:lnTo>
                <a:lnTo>
                  <a:pt x="2836535" y="33280"/>
                </a:lnTo>
                <a:lnTo>
                  <a:pt x="2809275" y="35481"/>
                </a:lnTo>
                <a:lnTo>
                  <a:pt x="2782005" y="37490"/>
                </a:lnTo>
                <a:lnTo>
                  <a:pt x="2754716" y="39338"/>
                </a:lnTo>
                <a:lnTo>
                  <a:pt x="2727427" y="41043"/>
                </a:lnTo>
                <a:lnTo>
                  <a:pt x="2700128" y="42634"/>
                </a:lnTo>
                <a:lnTo>
                  <a:pt x="2672820" y="44120"/>
                </a:lnTo>
                <a:lnTo>
                  <a:pt x="2645512" y="45520"/>
                </a:lnTo>
                <a:lnTo>
                  <a:pt x="2618194" y="46834"/>
                </a:lnTo>
                <a:lnTo>
                  <a:pt x="2590876" y="48073"/>
                </a:lnTo>
                <a:lnTo>
                  <a:pt x="2563549" y="49244"/>
                </a:lnTo>
                <a:lnTo>
                  <a:pt x="2536231" y="50349"/>
                </a:lnTo>
                <a:lnTo>
                  <a:pt x="2508904" y="51397"/>
                </a:lnTo>
                <a:lnTo>
                  <a:pt x="2481567" y="52397"/>
                </a:lnTo>
                <a:lnTo>
                  <a:pt x="2454240" y="53340"/>
                </a:lnTo>
                <a:lnTo>
                  <a:pt x="2426913" y="54245"/>
                </a:lnTo>
                <a:lnTo>
                  <a:pt x="2399576" y="55093"/>
                </a:lnTo>
                <a:lnTo>
                  <a:pt x="2372239" y="55912"/>
                </a:lnTo>
                <a:lnTo>
                  <a:pt x="2344903" y="56683"/>
                </a:lnTo>
                <a:lnTo>
                  <a:pt x="2317566" y="57417"/>
                </a:lnTo>
                <a:lnTo>
                  <a:pt x="2290229" y="58112"/>
                </a:lnTo>
                <a:lnTo>
                  <a:pt x="2262892" y="58779"/>
                </a:lnTo>
                <a:lnTo>
                  <a:pt x="2235546" y="59407"/>
                </a:lnTo>
                <a:lnTo>
                  <a:pt x="2208209" y="60017"/>
                </a:lnTo>
                <a:lnTo>
                  <a:pt x="2180873" y="60589"/>
                </a:lnTo>
                <a:lnTo>
                  <a:pt x="2153526" y="61131"/>
                </a:lnTo>
                <a:lnTo>
                  <a:pt x="2126180" y="61646"/>
                </a:lnTo>
                <a:lnTo>
                  <a:pt x="2098843" y="62132"/>
                </a:lnTo>
                <a:lnTo>
                  <a:pt x="2071497" y="62589"/>
                </a:lnTo>
                <a:lnTo>
                  <a:pt x="2044151" y="63017"/>
                </a:lnTo>
                <a:lnTo>
                  <a:pt x="2016814" y="63417"/>
                </a:lnTo>
                <a:lnTo>
                  <a:pt x="1989468" y="63818"/>
                </a:lnTo>
                <a:lnTo>
                  <a:pt x="1962121" y="64160"/>
                </a:lnTo>
                <a:lnTo>
                  <a:pt x="1934775" y="64513"/>
                </a:lnTo>
                <a:lnTo>
                  <a:pt x="1907429" y="64818"/>
                </a:lnTo>
                <a:lnTo>
                  <a:pt x="1880083" y="65113"/>
                </a:lnTo>
                <a:lnTo>
                  <a:pt x="1852746" y="65399"/>
                </a:lnTo>
                <a:lnTo>
                  <a:pt x="1825400" y="65627"/>
                </a:lnTo>
                <a:lnTo>
                  <a:pt x="1798053" y="65865"/>
                </a:lnTo>
                <a:lnTo>
                  <a:pt x="1770707" y="66065"/>
                </a:lnTo>
                <a:lnTo>
                  <a:pt x="1743361" y="66246"/>
                </a:lnTo>
                <a:lnTo>
                  <a:pt x="1716014" y="66427"/>
                </a:lnTo>
                <a:lnTo>
                  <a:pt x="1688659" y="66551"/>
                </a:lnTo>
                <a:lnTo>
                  <a:pt x="1661312" y="66685"/>
                </a:lnTo>
                <a:lnTo>
                  <a:pt x="1633966" y="66789"/>
                </a:lnTo>
                <a:lnTo>
                  <a:pt x="1606620" y="66866"/>
                </a:lnTo>
                <a:lnTo>
                  <a:pt x="1579274" y="66942"/>
                </a:lnTo>
                <a:lnTo>
                  <a:pt x="1551927" y="66980"/>
                </a:lnTo>
                <a:lnTo>
                  <a:pt x="1524581" y="66999"/>
                </a:lnTo>
                <a:lnTo>
                  <a:pt x="1497235" y="67018"/>
                </a:lnTo>
                <a:lnTo>
                  <a:pt x="1469888" y="66989"/>
                </a:lnTo>
                <a:lnTo>
                  <a:pt x="1442542" y="66961"/>
                </a:lnTo>
                <a:lnTo>
                  <a:pt x="1415196" y="66904"/>
                </a:lnTo>
                <a:lnTo>
                  <a:pt x="1387850" y="66827"/>
                </a:lnTo>
                <a:lnTo>
                  <a:pt x="1360503" y="66742"/>
                </a:lnTo>
                <a:lnTo>
                  <a:pt x="1333157" y="66618"/>
                </a:lnTo>
                <a:lnTo>
                  <a:pt x="1305811" y="66494"/>
                </a:lnTo>
                <a:lnTo>
                  <a:pt x="1278465" y="66332"/>
                </a:lnTo>
                <a:lnTo>
                  <a:pt x="1251118" y="66151"/>
                </a:lnTo>
                <a:lnTo>
                  <a:pt x="1223772" y="65970"/>
                </a:lnTo>
                <a:lnTo>
                  <a:pt x="1196426" y="65742"/>
                </a:lnTo>
                <a:lnTo>
                  <a:pt x="1169079" y="65503"/>
                </a:lnTo>
                <a:lnTo>
                  <a:pt x="1141733" y="65246"/>
                </a:lnTo>
                <a:lnTo>
                  <a:pt x="1114387" y="64961"/>
                </a:lnTo>
                <a:lnTo>
                  <a:pt x="1087041" y="64675"/>
                </a:lnTo>
                <a:lnTo>
                  <a:pt x="1059694" y="64332"/>
                </a:lnTo>
                <a:lnTo>
                  <a:pt x="1032348" y="63989"/>
                </a:lnTo>
                <a:lnTo>
                  <a:pt x="1005002" y="63617"/>
                </a:lnTo>
                <a:lnTo>
                  <a:pt x="977656" y="63208"/>
                </a:lnTo>
                <a:lnTo>
                  <a:pt x="950319" y="62808"/>
                </a:lnTo>
                <a:lnTo>
                  <a:pt x="922973" y="62341"/>
                </a:lnTo>
                <a:lnTo>
                  <a:pt x="895626" y="61874"/>
                </a:lnTo>
                <a:lnTo>
                  <a:pt x="868289" y="61379"/>
                </a:lnTo>
                <a:lnTo>
                  <a:pt x="840943" y="60855"/>
                </a:lnTo>
                <a:lnTo>
                  <a:pt x="813606" y="60293"/>
                </a:lnTo>
                <a:lnTo>
                  <a:pt x="786260" y="59712"/>
                </a:lnTo>
                <a:lnTo>
                  <a:pt x="758923" y="59093"/>
                </a:lnTo>
                <a:lnTo>
                  <a:pt x="731587" y="58445"/>
                </a:lnTo>
                <a:lnTo>
                  <a:pt x="704250" y="57760"/>
                </a:lnTo>
                <a:lnTo>
                  <a:pt x="676913" y="57036"/>
                </a:lnTo>
                <a:lnTo>
                  <a:pt x="649576" y="56283"/>
                </a:lnTo>
                <a:lnTo>
                  <a:pt x="622240" y="55493"/>
                </a:lnTo>
                <a:lnTo>
                  <a:pt x="594903" y="54654"/>
                </a:lnTo>
                <a:lnTo>
                  <a:pt x="567566" y="53778"/>
                </a:lnTo>
                <a:lnTo>
                  <a:pt x="540239" y="52854"/>
                </a:lnTo>
                <a:lnTo>
                  <a:pt x="512912" y="51883"/>
                </a:lnTo>
                <a:lnTo>
                  <a:pt x="485584" y="50864"/>
                </a:lnTo>
                <a:lnTo>
                  <a:pt x="458257" y="49787"/>
                </a:lnTo>
                <a:lnTo>
                  <a:pt x="430930" y="48644"/>
                </a:lnTo>
                <a:lnTo>
                  <a:pt x="403612" y="47444"/>
                </a:lnTo>
                <a:lnTo>
                  <a:pt x="376295" y="46168"/>
                </a:lnTo>
                <a:lnTo>
                  <a:pt x="348977" y="44815"/>
                </a:lnTo>
                <a:lnTo>
                  <a:pt x="321669" y="43377"/>
                </a:lnTo>
                <a:lnTo>
                  <a:pt x="294370" y="41834"/>
                </a:lnTo>
                <a:lnTo>
                  <a:pt x="267071" y="40176"/>
                </a:lnTo>
                <a:lnTo>
                  <a:pt x="239782" y="38405"/>
                </a:lnTo>
                <a:lnTo>
                  <a:pt x="212503" y="36481"/>
                </a:lnTo>
                <a:lnTo>
                  <a:pt x="185233" y="34376"/>
                </a:lnTo>
                <a:lnTo>
                  <a:pt x="157991" y="32061"/>
                </a:lnTo>
                <a:lnTo>
                  <a:pt x="130769" y="29470"/>
                </a:lnTo>
                <a:lnTo>
                  <a:pt x="103575" y="26518"/>
                </a:lnTo>
                <a:lnTo>
                  <a:pt x="76448" y="23070"/>
                </a:lnTo>
                <a:lnTo>
                  <a:pt x="49435" y="18812"/>
                </a:lnTo>
                <a:lnTo>
                  <a:pt x="22727" y="12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1E0B18E1-8EDA-4D5F-A451-2E2A752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4933" y="2425341"/>
            <a:ext cx="3008509" cy="190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071AD207-F5F2-4F90-9921-9B8C6471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2788" y="3181293"/>
            <a:ext cx="2272227" cy="573262"/>
          </a:xfrm>
          <a:custGeom xmlns:a="http://schemas.openxmlformats.org/drawingml/2006/main">
            <a:pathLst>
              <a:path w="2272227" h="573262">
                <a:moveTo>
                  <a:pt x="0" y="0"/>
                </a:moveTo>
                <a:lnTo>
                  <a:pt x="10487" y="18860"/>
                </a:lnTo>
                <a:lnTo>
                  <a:pt x="20974" y="37709"/>
                </a:lnTo>
                <a:lnTo>
                  <a:pt x="31461" y="56569"/>
                </a:lnTo>
                <a:lnTo>
                  <a:pt x="41948" y="75419"/>
                </a:lnTo>
                <a:lnTo>
                  <a:pt x="52435" y="94278"/>
                </a:lnTo>
                <a:lnTo>
                  <a:pt x="62922" y="113128"/>
                </a:lnTo>
                <a:lnTo>
                  <a:pt x="73409" y="131988"/>
                </a:lnTo>
                <a:lnTo>
                  <a:pt x="83896" y="150838"/>
                </a:lnTo>
                <a:lnTo>
                  <a:pt x="94383" y="169697"/>
                </a:lnTo>
                <a:lnTo>
                  <a:pt x="104870" y="188547"/>
                </a:lnTo>
                <a:lnTo>
                  <a:pt x="115357" y="207407"/>
                </a:lnTo>
                <a:lnTo>
                  <a:pt x="125844" y="226257"/>
                </a:lnTo>
                <a:lnTo>
                  <a:pt x="136341" y="245116"/>
                </a:lnTo>
                <a:lnTo>
                  <a:pt x="146828" y="263966"/>
                </a:lnTo>
                <a:lnTo>
                  <a:pt x="157315" y="282826"/>
                </a:lnTo>
                <a:lnTo>
                  <a:pt x="167802" y="301676"/>
                </a:lnTo>
                <a:lnTo>
                  <a:pt x="178289" y="320535"/>
                </a:lnTo>
                <a:lnTo>
                  <a:pt x="188776" y="339385"/>
                </a:lnTo>
                <a:lnTo>
                  <a:pt x="199263" y="358245"/>
                </a:lnTo>
                <a:lnTo>
                  <a:pt x="209750" y="377095"/>
                </a:lnTo>
                <a:lnTo>
                  <a:pt x="220237" y="395954"/>
                </a:lnTo>
                <a:lnTo>
                  <a:pt x="230724" y="414804"/>
                </a:lnTo>
                <a:lnTo>
                  <a:pt x="241211" y="433664"/>
                </a:lnTo>
                <a:lnTo>
                  <a:pt x="251698" y="452514"/>
                </a:lnTo>
                <a:lnTo>
                  <a:pt x="262185" y="471373"/>
                </a:lnTo>
                <a:lnTo>
                  <a:pt x="272672" y="490233"/>
                </a:lnTo>
                <a:lnTo>
                  <a:pt x="282302" y="509387"/>
                </a:lnTo>
                <a:lnTo>
                  <a:pt x="299637" y="521494"/>
                </a:lnTo>
                <a:lnTo>
                  <a:pt x="320173" y="528076"/>
                </a:lnTo>
                <a:lnTo>
                  <a:pt x="341195" y="532914"/>
                </a:lnTo>
                <a:lnTo>
                  <a:pt x="362407" y="536839"/>
                </a:lnTo>
                <a:lnTo>
                  <a:pt x="383724" y="540172"/>
                </a:lnTo>
                <a:lnTo>
                  <a:pt x="405108" y="543077"/>
                </a:lnTo>
                <a:lnTo>
                  <a:pt x="426520" y="545659"/>
                </a:lnTo>
                <a:lnTo>
                  <a:pt x="447970" y="547983"/>
                </a:lnTo>
                <a:lnTo>
                  <a:pt x="469449" y="550097"/>
                </a:lnTo>
                <a:lnTo>
                  <a:pt x="490938" y="552031"/>
                </a:lnTo>
                <a:lnTo>
                  <a:pt x="512435" y="553803"/>
                </a:lnTo>
                <a:lnTo>
                  <a:pt x="533943" y="555450"/>
                </a:lnTo>
                <a:lnTo>
                  <a:pt x="555469" y="556965"/>
                </a:lnTo>
                <a:lnTo>
                  <a:pt x="576996" y="558384"/>
                </a:lnTo>
                <a:lnTo>
                  <a:pt x="598532" y="559699"/>
                </a:lnTo>
                <a:lnTo>
                  <a:pt x="620078" y="560918"/>
                </a:lnTo>
                <a:lnTo>
                  <a:pt x="641623" y="562070"/>
                </a:lnTo>
                <a:lnTo>
                  <a:pt x="663169" y="563137"/>
                </a:lnTo>
                <a:lnTo>
                  <a:pt x="684724" y="564128"/>
                </a:lnTo>
                <a:lnTo>
                  <a:pt x="706279" y="565061"/>
                </a:lnTo>
                <a:lnTo>
                  <a:pt x="727834" y="565928"/>
                </a:lnTo>
                <a:lnTo>
                  <a:pt x="749389" y="566738"/>
                </a:lnTo>
                <a:lnTo>
                  <a:pt x="770954" y="567490"/>
                </a:lnTo>
                <a:lnTo>
                  <a:pt x="792518" y="568185"/>
                </a:lnTo>
                <a:lnTo>
                  <a:pt x="814083" y="568833"/>
                </a:lnTo>
                <a:lnTo>
                  <a:pt x="835647" y="569424"/>
                </a:lnTo>
                <a:lnTo>
                  <a:pt x="857221" y="569976"/>
                </a:lnTo>
                <a:lnTo>
                  <a:pt x="878786" y="570481"/>
                </a:lnTo>
                <a:lnTo>
                  <a:pt x="900360" y="570938"/>
                </a:lnTo>
                <a:lnTo>
                  <a:pt x="921934" y="571348"/>
                </a:lnTo>
                <a:lnTo>
                  <a:pt x="943499" y="571719"/>
                </a:lnTo>
                <a:lnTo>
                  <a:pt x="965073" y="572043"/>
                </a:lnTo>
                <a:lnTo>
                  <a:pt x="986647" y="572338"/>
                </a:lnTo>
                <a:lnTo>
                  <a:pt x="1008221" y="572586"/>
                </a:lnTo>
                <a:lnTo>
                  <a:pt x="1029795" y="572795"/>
                </a:lnTo>
                <a:lnTo>
                  <a:pt x="1051370" y="572967"/>
                </a:lnTo>
                <a:lnTo>
                  <a:pt x="1072944" y="573100"/>
                </a:lnTo>
                <a:lnTo>
                  <a:pt x="1094518" y="573186"/>
                </a:lnTo>
                <a:lnTo>
                  <a:pt x="1116101" y="573243"/>
                </a:lnTo>
                <a:lnTo>
                  <a:pt x="1137676" y="573262"/>
                </a:lnTo>
                <a:lnTo>
                  <a:pt x="1159250" y="573243"/>
                </a:lnTo>
                <a:lnTo>
                  <a:pt x="1180824" y="573176"/>
                </a:lnTo>
                <a:lnTo>
                  <a:pt x="1202398" y="573081"/>
                </a:lnTo>
                <a:lnTo>
                  <a:pt x="1223972" y="572948"/>
                </a:lnTo>
                <a:lnTo>
                  <a:pt x="1245546" y="572767"/>
                </a:lnTo>
                <a:lnTo>
                  <a:pt x="1267120" y="572557"/>
                </a:lnTo>
                <a:lnTo>
                  <a:pt x="1288694" y="572300"/>
                </a:lnTo>
                <a:lnTo>
                  <a:pt x="1310269" y="572014"/>
                </a:lnTo>
                <a:lnTo>
                  <a:pt x="1331843" y="571681"/>
                </a:lnTo>
                <a:lnTo>
                  <a:pt x="1353417" y="571300"/>
                </a:lnTo>
                <a:lnTo>
                  <a:pt x="1374981" y="570881"/>
                </a:lnTo>
                <a:lnTo>
                  <a:pt x="1396556" y="570424"/>
                </a:lnTo>
                <a:lnTo>
                  <a:pt x="1418130" y="569909"/>
                </a:lnTo>
                <a:lnTo>
                  <a:pt x="1439694" y="569357"/>
                </a:lnTo>
                <a:lnTo>
                  <a:pt x="1461259" y="568757"/>
                </a:lnTo>
                <a:lnTo>
                  <a:pt x="1482823" y="568109"/>
                </a:lnTo>
                <a:lnTo>
                  <a:pt x="1504388" y="567404"/>
                </a:lnTo>
                <a:lnTo>
                  <a:pt x="1525953" y="566642"/>
                </a:lnTo>
                <a:lnTo>
                  <a:pt x="1547508" y="565833"/>
                </a:lnTo>
                <a:lnTo>
                  <a:pt x="1569072" y="564956"/>
                </a:lnTo>
                <a:lnTo>
                  <a:pt x="1590627" y="564023"/>
                </a:lnTo>
                <a:lnTo>
                  <a:pt x="1612173" y="563013"/>
                </a:lnTo>
                <a:lnTo>
                  <a:pt x="1633728" y="561937"/>
                </a:lnTo>
                <a:lnTo>
                  <a:pt x="1655274" y="560784"/>
                </a:lnTo>
                <a:lnTo>
                  <a:pt x="1676810" y="559546"/>
                </a:lnTo>
                <a:lnTo>
                  <a:pt x="1698346" y="558222"/>
                </a:lnTo>
                <a:lnTo>
                  <a:pt x="1719872" y="556793"/>
                </a:lnTo>
                <a:lnTo>
                  <a:pt x="1741389" y="555260"/>
                </a:lnTo>
                <a:lnTo>
                  <a:pt x="1762906" y="553603"/>
                </a:lnTo>
                <a:lnTo>
                  <a:pt x="1784404" y="551812"/>
                </a:lnTo>
                <a:lnTo>
                  <a:pt x="1805892" y="549859"/>
                </a:lnTo>
                <a:lnTo>
                  <a:pt x="1827362" y="547726"/>
                </a:lnTo>
                <a:lnTo>
                  <a:pt x="1848803" y="545373"/>
                </a:lnTo>
                <a:lnTo>
                  <a:pt x="1870224" y="542754"/>
                </a:lnTo>
                <a:lnTo>
                  <a:pt x="1891598" y="539801"/>
                </a:lnTo>
                <a:lnTo>
                  <a:pt x="1912906" y="536419"/>
                </a:lnTo>
                <a:lnTo>
                  <a:pt x="1934099" y="532409"/>
                </a:lnTo>
                <a:lnTo>
                  <a:pt x="1955082" y="527418"/>
                </a:lnTo>
                <a:lnTo>
                  <a:pt x="1975514" y="520513"/>
                </a:lnTo>
                <a:lnTo>
                  <a:pt x="1991192" y="506949"/>
                </a:lnTo>
                <a:lnTo>
                  <a:pt x="2001364" y="488004"/>
                </a:lnTo>
                <a:lnTo>
                  <a:pt x="2011851" y="469154"/>
                </a:lnTo>
                <a:lnTo>
                  <a:pt x="2022338" y="450294"/>
                </a:lnTo>
                <a:lnTo>
                  <a:pt x="2032825" y="431444"/>
                </a:lnTo>
                <a:lnTo>
                  <a:pt x="2043313" y="412585"/>
                </a:lnTo>
                <a:lnTo>
                  <a:pt x="2053800" y="393735"/>
                </a:lnTo>
                <a:lnTo>
                  <a:pt x="2064287" y="374875"/>
                </a:lnTo>
                <a:lnTo>
                  <a:pt x="2074783" y="356025"/>
                </a:lnTo>
                <a:lnTo>
                  <a:pt x="2085270" y="337166"/>
                </a:lnTo>
                <a:lnTo>
                  <a:pt x="2095757" y="318316"/>
                </a:lnTo>
                <a:lnTo>
                  <a:pt x="2106244" y="299456"/>
                </a:lnTo>
                <a:lnTo>
                  <a:pt x="2116731" y="280607"/>
                </a:lnTo>
                <a:lnTo>
                  <a:pt x="2127218" y="261747"/>
                </a:lnTo>
                <a:lnTo>
                  <a:pt x="2137705" y="242897"/>
                </a:lnTo>
                <a:lnTo>
                  <a:pt x="2148192" y="224038"/>
                </a:lnTo>
                <a:lnTo>
                  <a:pt x="2158679" y="205188"/>
                </a:lnTo>
                <a:lnTo>
                  <a:pt x="2169166" y="186328"/>
                </a:lnTo>
                <a:lnTo>
                  <a:pt x="2179653" y="167478"/>
                </a:lnTo>
                <a:lnTo>
                  <a:pt x="2190140" y="148619"/>
                </a:lnTo>
                <a:lnTo>
                  <a:pt x="2200627" y="129759"/>
                </a:lnTo>
                <a:lnTo>
                  <a:pt x="2211114" y="110909"/>
                </a:lnTo>
                <a:lnTo>
                  <a:pt x="2221601" y="92050"/>
                </a:lnTo>
                <a:lnTo>
                  <a:pt x="2232089" y="73200"/>
                </a:lnTo>
                <a:lnTo>
                  <a:pt x="2242576" y="54340"/>
                </a:lnTo>
                <a:lnTo>
                  <a:pt x="2253063" y="35490"/>
                </a:lnTo>
                <a:lnTo>
                  <a:pt x="2263550" y="16631"/>
                </a:lnTo>
                <a:lnTo>
                  <a:pt x="2272227" y="2457"/>
                </a:lnTo>
                <a:lnTo>
                  <a:pt x="2254196" y="13497"/>
                </a:lnTo>
                <a:lnTo>
                  <a:pt x="2233422" y="19288"/>
                </a:lnTo>
                <a:lnTo>
                  <a:pt x="2212277" y="23574"/>
                </a:lnTo>
                <a:lnTo>
                  <a:pt x="2190988" y="27070"/>
                </a:lnTo>
                <a:lnTo>
                  <a:pt x="2169624" y="30051"/>
                </a:lnTo>
                <a:lnTo>
                  <a:pt x="2148202" y="32671"/>
                </a:lnTo>
                <a:lnTo>
                  <a:pt x="2126761" y="35023"/>
                </a:lnTo>
                <a:lnTo>
                  <a:pt x="2105292" y="37148"/>
                </a:lnTo>
                <a:lnTo>
                  <a:pt x="2083803" y="39100"/>
                </a:lnTo>
                <a:lnTo>
                  <a:pt x="2062305" y="40900"/>
                </a:lnTo>
                <a:lnTo>
                  <a:pt x="2040788" y="42558"/>
                </a:lnTo>
                <a:lnTo>
                  <a:pt x="2019271" y="44120"/>
                </a:lnTo>
                <a:lnTo>
                  <a:pt x="1997745" y="45577"/>
                </a:lnTo>
                <a:lnTo>
                  <a:pt x="1976218" y="46939"/>
                </a:lnTo>
                <a:lnTo>
                  <a:pt x="1954673" y="48225"/>
                </a:lnTo>
                <a:lnTo>
                  <a:pt x="1933137" y="49435"/>
                </a:lnTo>
                <a:lnTo>
                  <a:pt x="1911591" y="50578"/>
                </a:lnTo>
                <a:lnTo>
                  <a:pt x="1890046" y="51654"/>
                </a:lnTo>
                <a:lnTo>
                  <a:pt x="1868491" y="52683"/>
                </a:lnTo>
                <a:lnTo>
                  <a:pt x="1846936" y="53654"/>
                </a:lnTo>
                <a:lnTo>
                  <a:pt x="1825381" y="54578"/>
                </a:lnTo>
                <a:lnTo>
                  <a:pt x="1803825" y="55445"/>
                </a:lnTo>
                <a:lnTo>
                  <a:pt x="1782270" y="56274"/>
                </a:lnTo>
                <a:lnTo>
                  <a:pt x="1760706" y="57064"/>
                </a:lnTo>
                <a:lnTo>
                  <a:pt x="1739141" y="57817"/>
                </a:lnTo>
                <a:lnTo>
                  <a:pt x="1717577" y="58522"/>
                </a:lnTo>
                <a:lnTo>
                  <a:pt x="1696012" y="59198"/>
                </a:lnTo>
                <a:lnTo>
                  <a:pt x="1674447" y="59836"/>
                </a:lnTo>
                <a:lnTo>
                  <a:pt x="1652883" y="60446"/>
                </a:lnTo>
                <a:lnTo>
                  <a:pt x="1631318" y="61017"/>
                </a:lnTo>
                <a:lnTo>
                  <a:pt x="1609744" y="61560"/>
                </a:lnTo>
                <a:lnTo>
                  <a:pt x="1588179" y="62065"/>
                </a:lnTo>
                <a:lnTo>
                  <a:pt x="1566605" y="62551"/>
                </a:lnTo>
                <a:lnTo>
                  <a:pt x="1545041" y="63008"/>
                </a:lnTo>
                <a:lnTo>
                  <a:pt x="1523467" y="63437"/>
                </a:lnTo>
                <a:lnTo>
                  <a:pt x="1501892" y="63837"/>
                </a:lnTo>
                <a:lnTo>
                  <a:pt x="1480318" y="64218"/>
                </a:lnTo>
                <a:lnTo>
                  <a:pt x="1458744" y="64560"/>
                </a:lnTo>
                <a:lnTo>
                  <a:pt x="1437180" y="64884"/>
                </a:lnTo>
                <a:lnTo>
                  <a:pt x="1415606" y="65189"/>
                </a:lnTo>
                <a:lnTo>
                  <a:pt x="1394031" y="65465"/>
                </a:lnTo>
                <a:lnTo>
                  <a:pt x="1372457" y="65713"/>
                </a:lnTo>
                <a:lnTo>
                  <a:pt x="1350883" y="65951"/>
                </a:lnTo>
                <a:lnTo>
                  <a:pt x="1329309" y="66151"/>
                </a:lnTo>
                <a:lnTo>
                  <a:pt x="1307735" y="66332"/>
                </a:lnTo>
                <a:lnTo>
                  <a:pt x="1286161" y="66494"/>
                </a:lnTo>
                <a:lnTo>
                  <a:pt x="1264587" y="66637"/>
                </a:lnTo>
                <a:lnTo>
                  <a:pt x="1243013" y="66761"/>
                </a:lnTo>
                <a:lnTo>
                  <a:pt x="1221429" y="66837"/>
                </a:lnTo>
                <a:lnTo>
                  <a:pt x="1199855" y="66913"/>
                </a:lnTo>
                <a:lnTo>
                  <a:pt x="1178281" y="66980"/>
                </a:lnTo>
                <a:lnTo>
                  <a:pt x="1156706" y="67008"/>
                </a:lnTo>
                <a:lnTo>
                  <a:pt x="1135132" y="67018"/>
                </a:lnTo>
                <a:lnTo>
                  <a:pt x="1113558" y="67008"/>
                </a:lnTo>
                <a:lnTo>
                  <a:pt x="1091984" y="66970"/>
                </a:lnTo>
                <a:lnTo>
                  <a:pt x="1070410" y="66904"/>
                </a:lnTo>
                <a:lnTo>
                  <a:pt x="1048826" y="66827"/>
                </a:lnTo>
                <a:lnTo>
                  <a:pt x="1027252" y="66742"/>
                </a:lnTo>
                <a:lnTo>
                  <a:pt x="1005678" y="66627"/>
                </a:lnTo>
                <a:lnTo>
                  <a:pt x="984104" y="66475"/>
                </a:lnTo>
                <a:lnTo>
                  <a:pt x="962530" y="66313"/>
                </a:lnTo>
                <a:lnTo>
                  <a:pt x="940956" y="66132"/>
                </a:lnTo>
                <a:lnTo>
                  <a:pt x="919382" y="65923"/>
                </a:lnTo>
                <a:lnTo>
                  <a:pt x="897807" y="65694"/>
                </a:lnTo>
                <a:lnTo>
                  <a:pt x="876233" y="65437"/>
                </a:lnTo>
                <a:lnTo>
                  <a:pt x="854659" y="65151"/>
                </a:lnTo>
                <a:lnTo>
                  <a:pt x="833085" y="64846"/>
                </a:lnTo>
                <a:lnTo>
                  <a:pt x="811511" y="64522"/>
                </a:lnTo>
                <a:lnTo>
                  <a:pt x="789946" y="64170"/>
                </a:lnTo>
                <a:lnTo>
                  <a:pt x="768372" y="63789"/>
                </a:lnTo>
                <a:lnTo>
                  <a:pt x="746798" y="63389"/>
                </a:lnTo>
                <a:lnTo>
                  <a:pt x="725224" y="62951"/>
                </a:lnTo>
                <a:lnTo>
                  <a:pt x="703659" y="62494"/>
                </a:lnTo>
                <a:lnTo>
                  <a:pt x="682085" y="62008"/>
                </a:lnTo>
                <a:lnTo>
                  <a:pt x="660521" y="61493"/>
                </a:lnTo>
                <a:lnTo>
                  <a:pt x="638947" y="60950"/>
                </a:lnTo>
                <a:lnTo>
                  <a:pt x="617382" y="60369"/>
                </a:lnTo>
                <a:lnTo>
                  <a:pt x="595817" y="59769"/>
                </a:lnTo>
                <a:lnTo>
                  <a:pt x="574253" y="59122"/>
                </a:lnTo>
                <a:lnTo>
                  <a:pt x="552688" y="58445"/>
                </a:lnTo>
                <a:lnTo>
                  <a:pt x="531124" y="57731"/>
                </a:lnTo>
                <a:lnTo>
                  <a:pt x="509559" y="56979"/>
                </a:lnTo>
                <a:lnTo>
                  <a:pt x="487994" y="56178"/>
                </a:lnTo>
                <a:lnTo>
                  <a:pt x="466439" y="55350"/>
                </a:lnTo>
                <a:lnTo>
                  <a:pt x="444884" y="54464"/>
                </a:lnTo>
                <a:lnTo>
                  <a:pt x="423329" y="53540"/>
                </a:lnTo>
                <a:lnTo>
                  <a:pt x="401774" y="52568"/>
                </a:lnTo>
                <a:lnTo>
                  <a:pt x="380219" y="51530"/>
                </a:lnTo>
                <a:lnTo>
                  <a:pt x="358673" y="50444"/>
                </a:lnTo>
                <a:lnTo>
                  <a:pt x="337128" y="49301"/>
                </a:lnTo>
                <a:lnTo>
                  <a:pt x="315592" y="48082"/>
                </a:lnTo>
                <a:lnTo>
                  <a:pt x="294056" y="46787"/>
                </a:lnTo>
                <a:lnTo>
                  <a:pt x="272520" y="45406"/>
                </a:lnTo>
                <a:lnTo>
                  <a:pt x="250993" y="43939"/>
                </a:lnTo>
                <a:lnTo>
                  <a:pt x="229476" y="42377"/>
                </a:lnTo>
                <a:lnTo>
                  <a:pt x="207969" y="40691"/>
                </a:lnTo>
                <a:lnTo>
                  <a:pt x="186471" y="38881"/>
                </a:lnTo>
                <a:lnTo>
                  <a:pt x="164983" y="36909"/>
                </a:lnTo>
                <a:lnTo>
                  <a:pt x="143513" y="34757"/>
                </a:lnTo>
                <a:lnTo>
                  <a:pt x="122072" y="32385"/>
                </a:lnTo>
                <a:lnTo>
                  <a:pt x="100660" y="29718"/>
                </a:lnTo>
                <a:lnTo>
                  <a:pt x="79305" y="26680"/>
                </a:lnTo>
                <a:lnTo>
                  <a:pt x="58026" y="23117"/>
                </a:lnTo>
                <a:lnTo>
                  <a:pt x="36909" y="18707"/>
                </a:lnTo>
                <a:lnTo>
                  <a:pt x="16221" y="126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C1640FD7-08FD-456C-8E8E-1F338E2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2788" y="3085995"/>
            <a:ext cx="2272789" cy="190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6D485C6F-7E77-4A87-9F55-A9FEC6CC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4366" y="3841947"/>
            <a:ext cx="1706337" cy="573262"/>
          </a:xfrm>
          <a:custGeom xmlns:a="http://schemas.openxmlformats.org/drawingml/2006/main">
            <a:pathLst>
              <a:path w="1706337" h="573262">
                <a:moveTo>
                  <a:pt x="0" y="0"/>
                </a:moveTo>
                <a:lnTo>
                  <a:pt x="7687" y="15202"/>
                </a:lnTo>
                <a:lnTo>
                  <a:pt x="15383" y="30394"/>
                </a:lnTo>
                <a:lnTo>
                  <a:pt x="23070" y="45596"/>
                </a:lnTo>
                <a:lnTo>
                  <a:pt x="30756" y="60789"/>
                </a:lnTo>
                <a:lnTo>
                  <a:pt x="38443" y="75990"/>
                </a:lnTo>
                <a:lnTo>
                  <a:pt x="46139" y="91192"/>
                </a:lnTo>
                <a:lnTo>
                  <a:pt x="53826" y="106385"/>
                </a:lnTo>
                <a:lnTo>
                  <a:pt x="61512" y="121587"/>
                </a:lnTo>
                <a:lnTo>
                  <a:pt x="69209" y="136779"/>
                </a:lnTo>
                <a:lnTo>
                  <a:pt x="76895" y="151981"/>
                </a:lnTo>
                <a:lnTo>
                  <a:pt x="84582" y="167183"/>
                </a:lnTo>
                <a:lnTo>
                  <a:pt x="92269" y="182375"/>
                </a:lnTo>
                <a:lnTo>
                  <a:pt x="99965" y="197577"/>
                </a:lnTo>
                <a:lnTo>
                  <a:pt x="107652" y="212769"/>
                </a:lnTo>
                <a:lnTo>
                  <a:pt x="115338" y="227971"/>
                </a:lnTo>
                <a:lnTo>
                  <a:pt x="123025" y="243173"/>
                </a:lnTo>
                <a:lnTo>
                  <a:pt x="130721" y="258366"/>
                </a:lnTo>
                <a:lnTo>
                  <a:pt x="138408" y="273568"/>
                </a:lnTo>
                <a:lnTo>
                  <a:pt x="146094" y="288760"/>
                </a:lnTo>
                <a:lnTo>
                  <a:pt x="153791" y="303962"/>
                </a:lnTo>
                <a:lnTo>
                  <a:pt x="161477" y="319164"/>
                </a:lnTo>
                <a:lnTo>
                  <a:pt x="169164" y="334356"/>
                </a:lnTo>
                <a:lnTo>
                  <a:pt x="176851" y="349558"/>
                </a:lnTo>
                <a:lnTo>
                  <a:pt x="184547" y="364750"/>
                </a:lnTo>
                <a:lnTo>
                  <a:pt x="192234" y="379952"/>
                </a:lnTo>
                <a:lnTo>
                  <a:pt x="199920" y="395145"/>
                </a:lnTo>
                <a:lnTo>
                  <a:pt x="207616" y="410347"/>
                </a:lnTo>
                <a:lnTo>
                  <a:pt x="215303" y="425548"/>
                </a:lnTo>
                <a:lnTo>
                  <a:pt x="222990" y="440741"/>
                </a:lnTo>
                <a:lnTo>
                  <a:pt x="230676" y="455943"/>
                </a:lnTo>
                <a:lnTo>
                  <a:pt x="238373" y="471135"/>
                </a:lnTo>
                <a:lnTo>
                  <a:pt x="246059" y="486337"/>
                </a:lnTo>
                <a:lnTo>
                  <a:pt x="253746" y="501539"/>
                </a:lnTo>
                <a:lnTo>
                  <a:pt x="261490" y="516322"/>
                </a:lnTo>
                <a:lnTo>
                  <a:pt x="275977" y="525132"/>
                </a:lnTo>
                <a:lnTo>
                  <a:pt x="291922" y="531104"/>
                </a:lnTo>
                <a:lnTo>
                  <a:pt x="308305" y="535743"/>
                </a:lnTo>
                <a:lnTo>
                  <a:pt x="324898" y="539591"/>
                </a:lnTo>
                <a:lnTo>
                  <a:pt x="341605" y="542887"/>
                </a:lnTo>
                <a:lnTo>
                  <a:pt x="358397" y="545783"/>
                </a:lnTo>
                <a:lnTo>
                  <a:pt x="375228" y="548364"/>
                </a:lnTo>
                <a:lnTo>
                  <a:pt x="392106" y="550678"/>
                </a:lnTo>
                <a:lnTo>
                  <a:pt x="409004" y="552783"/>
                </a:lnTo>
                <a:lnTo>
                  <a:pt x="425929" y="554707"/>
                </a:lnTo>
                <a:lnTo>
                  <a:pt x="442874" y="556470"/>
                </a:lnTo>
                <a:lnTo>
                  <a:pt x="459829" y="558089"/>
                </a:lnTo>
                <a:lnTo>
                  <a:pt x="476793" y="559584"/>
                </a:lnTo>
                <a:lnTo>
                  <a:pt x="493766" y="560965"/>
                </a:lnTo>
                <a:lnTo>
                  <a:pt x="510750" y="562251"/>
                </a:lnTo>
                <a:lnTo>
                  <a:pt x="527742" y="563432"/>
                </a:lnTo>
                <a:lnTo>
                  <a:pt x="544744" y="564528"/>
                </a:lnTo>
                <a:lnTo>
                  <a:pt x="561746" y="565537"/>
                </a:lnTo>
                <a:lnTo>
                  <a:pt x="578749" y="566471"/>
                </a:lnTo>
                <a:lnTo>
                  <a:pt x="595760" y="567338"/>
                </a:lnTo>
                <a:lnTo>
                  <a:pt x="612772" y="568128"/>
                </a:lnTo>
                <a:lnTo>
                  <a:pt x="629793" y="568862"/>
                </a:lnTo>
                <a:lnTo>
                  <a:pt x="646814" y="569528"/>
                </a:lnTo>
                <a:lnTo>
                  <a:pt x="663835" y="570128"/>
                </a:lnTo>
                <a:lnTo>
                  <a:pt x="680857" y="570681"/>
                </a:lnTo>
                <a:lnTo>
                  <a:pt x="697878" y="571167"/>
                </a:lnTo>
                <a:lnTo>
                  <a:pt x="714908" y="571605"/>
                </a:lnTo>
                <a:lnTo>
                  <a:pt x="731939" y="571986"/>
                </a:lnTo>
                <a:lnTo>
                  <a:pt x="748970" y="572319"/>
                </a:lnTo>
                <a:lnTo>
                  <a:pt x="766001" y="572595"/>
                </a:lnTo>
                <a:lnTo>
                  <a:pt x="783031" y="572834"/>
                </a:lnTo>
                <a:lnTo>
                  <a:pt x="800062" y="573014"/>
                </a:lnTo>
                <a:lnTo>
                  <a:pt x="817093" y="573138"/>
                </a:lnTo>
                <a:lnTo>
                  <a:pt x="834123" y="573224"/>
                </a:lnTo>
                <a:lnTo>
                  <a:pt x="851154" y="573262"/>
                </a:lnTo>
                <a:lnTo>
                  <a:pt x="868185" y="573243"/>
                </a:lnTo>
                <a:lnTo>
                  <a:pt x="885225" y="573186"/>
                </a:lnTo>
                <a:lnTo>
                  <a:pt x="902256" y="573072"/>
                </a:lnTo>
                <a:lnTo>
                  <a:pt x="919286" y="572910"/>
                </a:lnTo>
                <a:lnTo>
                  <a:pt x="936317" y="572710"/>
                </a:lnTo>
                <a:lnTo>
                  <a:pt x="953348" y="572453"/>
                </a:lnTo>
                <a:lnTo>
                  <a:pt x="970378" y="572138"/>
                </a:lnTo>
                <a:lnTo>
                  <a:pt x="987409" y="571776"/>
                </a:lnTo>
                <a:lnTo>
                  <a:pt x="1004430" y="571367"/>
                </a:lnTo>
                <a:lnTo>
                  <a:pt x="1021461" y="570900"/>
                </a:lnTo>
                <a:lnTo>
                  <a:pt x="1038482" y="570376"/>
                </a:lnTo>
                <a:lnTo>
                  <a:pt x="1055503" y="569795"/>
                </a:lnTo>
                <a:lnTo>
                  <a:pt x="1072525" y="569157"/>
                </a:lnTo>
                <a:lnTo>
                  <a:pt x="1089546" y="568452"/>
                </a:lnTo>
                <a:lnTo>
                  <a:pt x="1106557" y="567690"/>
                </a:lnTo>
                <a:lnTo>
                  <a:pt x="1123569" y="566852"/>
                </a:lnTo>
                <a:lnTo>
                  <a:pt x="1140581" y="565956"/>
                </a:lnTo>
                <a:lnTo>
                  <a:pt x="1157583" y="564966"/>
                </a:lnTo>
                <a:lnTo>
                  <a:pt x="1174585" y="563918"/>
                </a:lnTo>
                <a:lnTo>
                  <a:pt x="1191578" y="562766"/>
                </a:lnTo>
                <a:lnTo>
                  <a:pt x="1208561" y="561527"/>
                </a:lnTo>
                <a:lnTo>
                  <a:pt x="1225544" y="560194"/>
                </a:lnTo>
                <a:lnTo>
                  <a:pt x="1242517" y="558746"/>
                </a:lnTo>
                <a:lnTo>
                  <a:pt x="1259472" y="557184"/>
                </a:lnTo>
                <a:lnTo>
                  <a:pt x="1276426" y="555488"/>
                </a:lnTo>
                <a:lnTo>
                  <a:pt x="1293352" y="553631"/>
                </a:lnTo>
                <a:lnTo>
                  <a:pt x="1310269" y="551612"/>
                </a:lnTo>
                <a:lnTo>
                  <a:pt x="1327156" y="549392"/>
                </a:lnTo>
                <a:lnTo>
                  <a:pt x="1344006" y="546926"/>
                </a:lnTo>
                <a:lnTo>
                  <a:pt x="1360818" y="544182"/>
                </a:lnTo>
                <a:lnTo>
                  <a:pt x="1377563" y="541068"/>
                </a:lnTo>
                <a:lnTo>
                  <a:pt x="1394212" y="537477"/>
                </a:lnTo>
                <a:lnTo>
                  <a:pt x="1410700" y="533229"/>
                </a:lnTo>
                <a:lnTo>
                  <a:pt x="1426883" y="527923"/>
                </a:lnTo>
                <a:lnTo>
                  <a:pt x="1442266" y="520665"/>
                </a:lnTo>
                <a:lnTo>
                  <a:pt x="1453305" y="508283"/>
                </a:lnTo>
                <a:lnTo>
                  <a:pt x="1460278" y="492881"/>
                </a:lnTo>
                <a:lnTo>
                  <a:pt x="1467964" y="477679"/>
                </a:lnTo>
                <a:lnTo>
                  <a:pt x="1475651" y="462486"/>
                </a:lnTo>
                <a:lnTo>
                  <a:pt x="1483347" y="447284"/>
                </a:lnTo>
                <a:lnTo>
                  <a:pt x="1491034" y="432092"/>
                </a:lnTo>
                <a:lnTo>
                  <a:pt x="1498721" y="416890"/>
                </a:lnTo>
                <a:lnTo>
                  <a:pt x="1506407" y="401688"/>
                </a:lnTo>
                <a:lnTo>
                  <a:pt x="1514104" y="386496"/>
                </a:lnTo>
                <a:lnTo>
                  <a:pt x="1521790" y="371294"/>
                </a:lnTo>
                <a:lnTo>
                  <a:pt x="1529477" y="356102"/>
                </a:lnTo>
                <a:lnTo>
                  <a:pt x="1537173" y="340900"/>
                </a:lnTo>
                <a:lnTo>
                  <a:pt x="1544860" y="325698"/>
                </a:lnTo>
                <a:lnTo>
                  <a:pt x="1552546" y="310505"/>
                </a:lnTo>
                <a:lnTo>
                  <a:pt x="1560233" y="295304"/>
                </a:lnTo>
                <a:lnTo>
                  <a:pt x="1567929" y="280111"/>
                </a:lnTo>
                <a:lnTo>
                  <a:pt x="1575616" y="264909"/>
                </a:lnTo>
                <a:lnTo>
                  <a:pt x="1583303" y="249707"/>
                </a:lnTo>
                <a:lnTo>
                  <a:pt x="1590999" y="234515"/>
                </a:lnTo>
                <a:lnTo>
                  <a:pt x="1598686" y="219313"/>
                </a:lnTo>
                <a:lnTo>
                  <a:pt x="1606372" y="204121"/>
                </a:lnTo>
                <a:lnTo>
                  <a:pt x="1614059" y="188919"/>
                </a:lnTo>
                <a:lnTo>
                  <a:pt x="1621755" y="173717"/>
                </a:lnTo>
                <a:lnTo>
                  <a:pt x="1629442" y="158525"/>
                </a:lnTo>
                <a:lnTo>
                  <a:pt x="1637128" y="143323"/>
                </a:lnTo>
                <a:lnTo>
                  <a:pt x="1644815" y="128130"/>
                </a:lnTo>
                <a:lnTo>
                  <a:pt x="1652511" y="112928"/>
                </a:lnTo>
                <a:lnTo>
                  <a:pt x="1660198" y="97727"/>
                </a:lnTo>
                <a:lnTo>
                  <a:pt x="1667885" y="82534"/>
                </a:lnTo>
                <a:lnTo>
                  <a:pt x="1675581" y="67332"/>
                </a:lnTo>
                <a:lnTo>
                  <a:pt x="1683268" y="52140"/>
                </a:lnTo>
                <a:lnTo>
                  <a:pt x="1690954" y="36938"/>
                </a:lnTo>
                <a:lnTo>
                  <a:pt x="1698641" y="21746"/>
                </a:lnTo>
                <a:lnTo>
                  <a:pt x="1706337" y="6544"/>
                </a:lnTo>
                <a:lnTo>
                  <a:pt x="1704823" y="8049"/>
                </a:lnTo>
                <a:lnTo>
                  <a:pt x="1689811" y="15954"/>
                </a:lnTo>
                <a:lnTo>
                  <a:pt x="1673600" y="21155"/>
                </a:lnTo>
                <a:lnTo>
                  <a:pt x="1657055" y="25194"/>
                </a:lnTo>
                <a:lnTo>
                  <a:pt x="1640357" y="28556"/>
                </a:lnTo>
                <a:lnTo>
                  <a:pt x="1623574" y="31471"/>
                </a:lnTo>
                <a:lnTo>
                  <a:pt x="1606744" y="34042"/>
                </a:lnTo>
                <a:lnTo>
                  <a:pt x="1589865" y="36357"/>
                </a:lnTo>
                <a:lnTo>
                  <a:pt x="1572968" y="38462"/>
                </a:lnTo>
                <a:lnTo>
                  <a:pt x="1556042" y="40386"/>
                </a:lnTo>
                <a:lnTo>
                  <a:pt x="1539097" y="42167"/>
                </a:lnTo>
                <a:lnTo>
                  <a:pt x="1522152" y="43825"/>
                </a:lnTo>
                <a:lnTo>
                  <a:pt x="1505188" y="45358"/>
                </a:lnTo>
                <a:lnTo>
                  <a:pt x="1488215" y="46806"/>
                </a:lnTo>
                <a:lnTo>
                  <a:pt x="1471241" y="48158"/>
                </a:lnTo>
                <a:lnTo>
                  <a:pt x="1454248" y="49425"/>
                </a:lnTo>
                <a:lnTo>
                  <a:pt x="1437265" y="50625"/>
                </a:lnTo>
                <a:lnTo>
                  <a:pt x="1420263" y="51749"/>
                </a:lnTo>
                <a:lnTo>
                  <a:pt x="1403271" y="52816"/>
                </a:lnTo>
                <a:lnTo>
                  <a:pt x="1386269" y="53826"/>
                </a:lnTo>
                <a:lnTo>
                  <a:pt x="1369257" y="54788"/>
                </a:lnTo>
                <a:lnTo>
                  <a:pt x="1352255" y="55693"/>
                </a:lnTo>
                <a:lnTo>
                  <a:pt x="1335243" y="56550"/>
                </a:lnTo>
                <a:lnTo>
                  <a:pt x="1318222" y="57360"/>
                </a:lnTo>
                <a:lnTo>
                  <a:pt x="1301210" y="58122"/>
                </a:lnTo>
                <a:lnTo>
                  <a:pt x="1284199" y="58855"/>
                </a:lnTo>
                <a:lnTo>
                  <a:pt x="1267177" y="59541"/>
                </a:lnTo>
                <a:lnTo>
                  <a:pt x="1250156" y="60188"/>
                </a:lnTo>
                <a:lnTo>
                  <a:pt x="1233135" y="60808"/>
                </a:lnTo>
                <a:lnTo>
                  <a:pt x="1216114" y="61379"/>
                </a:lnTo>
                <a:lnTo>
                  <a:pt x="1199083" y="61932"/>
                </a:lnTo>
                <a:lnTo>
                  <a:pt x="1182062" y="62446"/>
                </a:lnTo>
                <a:lnTo>
                  <a:pt x="1165041" y="62932"/>
                </a:lnTo>
                <a:lnTo>
                  <a:pt x="1148010" y="63389"/>
                </a:lnTo>
                <a:lnTo>
                  <a:pt x="1130979" y="63808"/>
                </a:lnTo>
                <a:lnTo>
                  <a:pt x="1113958" y="64199"/>
                </a:lnTo>
                <a:lnTo>
                  <a:pt x="1096928" y="64570"/>
                </a:lnTo>
                <a:lnTo>
                  <a:pt x="1079897" y="64903"/>
                </a:lnTo>
                <a:lnTo>
                  <a:pt x="1062866" y="65218"/>
                </a:lnTo>
                <a:lnTo>
                  <a:pt x="1045835" y="65503"/>
                </a:lnTo>
                <a:lnTo>
                  <a:pt x="1028805" y="65770"/>
                </a:lnTo>
                <a:lnTo>
                  <a:pt x="1011774" y="66008"/>
                </a:lnTo>
                <a:lnTo>
                  <a:pt x="994743" y="66218"/>
                </a:lnTo>
                <a:lnTo>
                  <a:pt x="977713" y="66399"/>
                </a:lnTo>
                <a:lnTo>
                  <a:pt x="960682" y="66561"/>
                </a:lnTo>
                <a:lnTo>
                  <a:pt x="943651" y="66694"/>
                </a:lnTo>
                <a:lnTo>
                  <a:pt x="926621" y="66808"/>
                </a:lnTo>
                <a:lnTo>
                  <a:pt x="909590" y="66894"/>
                </a:lnTo>
                <a:lnTo>
                  <a:pt x="892550" y="66961"/>
                </a:lnTo>
                <a:lnTo>
                  <a:pt x="875519" y="66999"/>
                </a:lnTo>
                <a:lnTo>
                  <a:pt x="858488" y="67018"/>
                </a:lnTo>
                <a:lnTo>
                  <a:pt x="841458" y="67008"/>
                </a:lnTo>
                <a:lnTo>
                  <a:pt x="824427" y="66980"/>
                </a:lnTo>
                <a:lnTo>
                  <a:pt x="807396" y="66923"/>
                </a:lnTo>
                <a:lnTo>
                  <a:pt x="790356" y="66846"/>
                </a:lnTo>
                <a:lnTo>
                  <a:pt x="773325" y="66751"/>
                </a:lnTo>
                <a:lnTo>
                  <a:pt x="756295" y="66618"/>
                </a:lnTo>
                <a:lnTo>
                  <a:pt x="739264" y="66465"/>
                </a:lnTo>
                <a:lnTo>
                  <a:pt x="722233" y="66294"/>
                </a:lnTo>
                <a:lnTo>
                  <a:pt x="705202" y="66094"/>
                </a:lnTo>
                <a:lnTo>
                  <a:pt x="688172" y="65875"/>
                </a:lnTo>
                <a:lnTo>
                  <a:pt x="671141" y="65627"/>
                </a:lnTo>
                <a:lnTo>
                  <a:pt x="654110" y="65351"/>
                </a:lnTo>
                <a:lnTo>
                  <a:pt x="637080" y="65046"/>
                </a:lnTo>
                <a:lnTo>
                  <a:pt x="620049" y="64722"/>
                </a:lnTo>
                <a:lnTo>
                  <a:pt x="603018" y="64360"/>
                </a:lnTo>
                <a:lnTo>
                  <a:pt x="585988" y="63979"/>
                </a:lnTo>
                <a:lnTo>
                  <a:pt x="568966" y="63570"/>
                </a:lnTo>
                <a:lnTo>
                  <a:pt x="551936" y="63132"/>
                </a:lnTo>
                <a:lnTo>
                  <a:pt x="534914" y="62655"/>
                </a:lnTo>
                <a:lnTo>
                  <a:pt x="517884" y="62160"/>
                </a:lnTo>
                <a:lnTo>
                  <a:pt x="500863" y="61627"/>
                </a:lnTo>
                <a:lnTo>
                  <a:pt x="483841" y="61065"/>
                </a:lnTo>
                <a:lnTo>
                  <a:pt x="466820" y="60465"/>
                </a:lnTo>
                <a:lnTo>
                  <a:pt x="449799" y="59827"/>
                </a:lnTo>
                <a:lnTo>
                  <a:pt x="432778" y="59150"/>
                </a:lnTo>
                <a:lnTo>
                  <a:pt x="415757" y="58445"/>
                </a:lnTo>
                <a:lnTo>
                  <a:pt x="398745" y="57693"/>
                </a:lnTo>
                <a:lnTo>
                  <a:pt x="381733" y="56902"/>
                </a:lnTo>
                <a:lnTo>
                  <a:pt x="364722" y="56064"/>
                </a:lnTo>
                <a:lnTo>
                  <a:pt x="347710" y="55178"/>
                </a:lnTo>
                <a:lnTo>
                  <a:pt x="330698" y="54254"/>
                </a:lnTo>
                <a:lnTo>
                  <a:pt x="313696" y="53264"/>
                </a:lnTo>
                <a:lnTo>
                  <a:pt x="296694" y="52226"/>
                </a:lnTo>
                <a:lnTo>
                  <a:pt x="279702" y="51121"/>
                </a:lnTo>
                <a:lnTo>
                  <a:pt x="262709" y="49949"/>
                </a:lnTo>
                <a:lnTo>
                  <a:pt x="245716" y="48711"/>
                </a:lnTo>
                <a:lnTo>
                  <a:pt x="228743" y="47396"/>
                </a:lnTo>
                <a:lnTo>
                  <a:pt x="211760" y="45996"/>
                </a:lnTo>
                <a:lnTo>
                  <a:pt x="194796" y="44501"/>
                </a:lnTo>
                <a:lnTo>
                  <a:pt x="177841" y="42891"/>
                </a:lnTo>
                <a:lnTo>
                  <a:pt x="160896" y="41167"/>
                </a:lnTo>
                <a:lnTo>
                  <a:pt x="143961" y="39310"/>
                </a:lnTo>
                <a:lnTo>
                  <a:pt x="127054" y="37281"/>
                </a:lnTo>
                <a:lnTo>
                  <a:pt x="110166" y="35062"/>
                </a:lnTo>
                <a:lnTo>
                  <a:pt x="93307" y="32614"/>
                </a:lnTo>
                <a:lnTo>
                  <a:pt x="76505" y="29861"/>
                </a:lnTo>
                <a:lnTo>
                  <a:pt x="59769" y="26708"/>
                </a:lnTo>
                <a:lnTo>
                  <a:pt x="43148" y="22993"/>
                </a:lnTo>
                <a:lnTo>
                  <a:pt x="26746" y="18383"/>
                </a:lnTo>
                <a:lnTo>
                  <a:pt x="10982" y="120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238D7CB3-065C-4673-A550-87188C6F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4347" y="3746649"/>
            <a:ext cx="1709671" cy="190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CFEED1DF-107A-4D0D-A466-F45B88F1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0494" y="4502591"/>
            <a:ext cx="1194787" cy="573253"/>
          </a:xfrm>
          <a:custGeom xmlns:a="http://schemas.openxmlformats.org/drawingml/2006/main">
            <a:pathLst>
              <a:path w="1194787" h="573253">
                <a:moveTo>
                  <a:pt x="0" y="0"/>
                </a:moveTo>
                <a:lnTo>
                  <a:pt x="6963" y="14630"/>
                </a:lnTo>
                <a:lnTo>
                  <a:pt x="13926" y="29270"/>
                </a:lnTo>
                <a:lnTo>
                  <a:pt x="20888" y="43901"/>
                </a:lnTo>
                <a:lnTo>
                  <a:pt x="27861" y="58531"/>
                </a:lnTo>
                <a:lnTo>
                  <a:pt x="34823" y="73171"/>
                </a:lnTo>
                <a:lnTo>
                  <a:pt x="41786" y="87801"/>
                </a:lnTo>
                <a:lnTo>
                  <a:pt x="48749" y="102432"/>
                </a:lnTo>
                <a:lnTo>
                  <a:pt x="55712" y="117062"/>
                </a:lnTo>
                <a:lnTo>
                  <a:pt x="62675" y="131702"/>
                </a:lnTo>
                <a:lnTo>
                  <a:pt x="69637" y="146333"/>
                </a:lnTo>
                <a:lnTo>
                  <a:pt x="76610" y="160963"/>
                </a:lnTo>
                <a:lnTo>
                  <a:pt x="83572" y="175603"/>
                </a:lnTo>
                <a:lnTo>
                  <a:pt x="90535" y="190233"/>
                </a:lnTo>
                <a:lnTo>
                  <a:pt x="97498" y="204864"/>
                </a:lnTo>
                <a:lnTo>
                  <a:pt x="104461" y="219504"/>
                </a:lnTo>
                <a:lnTo>
                  <a:pt x="111423" y="234134"/>
                </a:lnTo>
                <a:lnTo>
                  <a:pt x="118386" y="248764"/>
                </a:lnTo>
                <a:lnTo>
                  <a:pt x="125349" y="263404"/>
                </a:lnTo>
                <a:lnTo>
                  <a:pt x="132321" y="278035"/>
                </a:lnTo>
                <a:lnTo>
                  <a:pt x="139284" y="292665"/>
                </a:lnTo>
                <a:lnTo>
                  <a:pt x="146247" y="307296"/>
                </a:lnTo>
                <a:lnTo>
                  <a:pt x="153210" y="321935"/>
                </a:lnTo>
                <a:lnTo>
                  <a:pt x="160172" y="336566"/>
                </a:lnTo>
                <a:lnTo>
                  <a:pt x="167135" y="351196"/>
                </a:lnTo>
                <a:lnTo>
                  <a:pt x="174098" y="365836"/>
                </a:lnTo>
                <a:lnTo>
                  <a:pt x="181070" y="380467"/>
                </a:lnTo>
                <a:lnTo>
                  <a:pt x="188033" y="395097"/>
                </a:lnTo>
                <a:lnTo>
                  <a:pt x="194996" y="409737"/>
                </a:lnTo>
                <a:lnTo>
                  <a:pt x="201959" y="424367"/>
                </a:lnTo>
                <a:lnTo>
                  <a:pt x="208921" y="438998"/>
                </a:lnTo>
                <a:lnTo>
                  <a:pt x="215884" y="453628"/>
                </a:lnTo>
                <a:lnTo>
                  <a:pt x="222847" y="468268"/>
                </a:lnTo>
                <a:lnTo>
                  <a:pt x="229819" y="482898"/>
                </a:lnTo>
                <a:lnTo>
                  <a:pt x="236782" y="497529"/>
                </a:lnTo>
                <a:lnTo>
                  <a:pt x="242192" y="512636"/>
                </a:lnTo>
                <a:lnTo>
                  <a:pt x="252479" y="524904"/>
                </a:lnTo>
                <a:lnTo>
                  <a:pt x="266386" y="533171"/>
                </a:lnTo>
                <a:lnTo>
                  <a:pt x="281359" y="539353"/>
                </a:lnTo>
                <a:lnTo>
                  <a:pt x="296789" y="544316"/>
                </a:lnTo>
                <a:lnTo>
                  <a:pt x="312458" y="548450"/>
                </a:lnTo>
                <a:lnTo>
                  <a:pt x="328270" y="551974"/>
                </a:lnTo>
                <a:lnTo>
                  <a:pt x="344186" y="555031"/>
                </a:lnTo>
                <a:lnTo>
                  <a:pt x="360169" y="557708"/>
                </a:lnTo>
                <a:lnTo>
                  <a:pt x="376199" y="560060"/>
                </a:lnTo>
                <a:lnTo>
                  <a:pt x="392278" y="562156"/>
                </a:lnTo>
                <a:lnTo>
                  <a:pt x="408375" y="563994"/>
                </a:lnTo>
                <a:lnTo>
                  <a:pt x="424501" y="565633"/>
                </a:lnTo>
                <a:lnTo>
                  <a:pt x="440636" y="567071"/>
                </a:lnTo>
                <a:lnTo>
                  <a:pt x="456800" y="568338"/>
                </a:lnTo>
                <a:lnTo>
                  <a:pt x="472964" y="569433"/>
                </a:lnTo>
                <a:lnTo>
                  <a:pt x="489137" y="570386"/>
                </a:lnTo>
                <a:lnTo>
                  <a:pt x="505330" y="571186"/>
                </a:lnTo>
                <a:lnTo>
                  <a:pt x="521522" y="571852"/>
                </a:lnTo>
                <a:lnTo>
                  <a:pt x="537715" y="572386"/>
                </a:lnTo>
                <a:lnTo>
                  <a:pt x="553917" y="572786"/>
                </a:lnTo>
                <a:lnTo>
                  <a:pt x="570119" y="573072"/>
                </a:lnTo>
                <a:lnTo>
                  <a:pt x="586330" y="573224"/>
                </a:lnTo>
                <a:lnTo>
                  <a:pt x="602532" y="573253"/>
                </a:lnTo>
                <a:lnTo>
                  <a:pt x="618734" y="573167"/>
                </a:lnTo>
                <a:lnTo>
                  <a:pt x="634946" y="572948"/>
                </a:lnTo>
                <a:lnTo>
                  <a:pt x="651148" y="572614"/>
                </a:lnTo>
                <a:lnTo>
                  <a:pt x="667341" y="572148"/>
                </a:lnTo>
                <a:lnTo>
                  <a:pt x="683543" y="571557"/>
                </a:lnTo>
                <a:lnTo>
                  <a:pt x="699726" y="570824"/>
                </a:lnTo>
                <a:lnTo>
                  <a:pt x="715909" y="569957"/>
                </a:lnTo>
                <a:lnTo>
                  <a:pt x="732082" y="568938"/>
                </a:lnTo>
                <a:lnTo>
                  <a:pt x="748246" y="567757"/>
                </a:lnTo>
                <a:lnTo>
                  <a:pt x="764400" y="566414"/>
                </a:lnTo>
                <a:lnTo>
                  <a:pt x="780526" y="564880"/>
                </a:lnTo>
                <a:lnTo>
                  <a:pt x="796642" y="563147"/>
                </a:lnTo>
                <a:lnTo>
                  <a:pt x="812730" y="561194"/>
                </a:lnTo>
                <a:lnTo>
                  <a:pt x="828789" y="558984"/>
                </a:lnTo>
                <a:lnTo>
                  <a:pt x="844801" y="556489"/>
                </a:lnTo>
                <a:lnTo>
                  <a:pt x="860746" y="553631"/>
                </a:lnTo>
                <a:lnTo>
                  <a:pt x="876624" y="550374"/>
                </a:lnTo>
                <a:lnTo>
                  <a:pt x="892378" y="546573"/>
                </a:lnTo>
                <a:lnTo>
                  <a:pt x="907952" y="542087"/>
                </a:lnTo>
                <a:lnTo>
                  <a:pt x="923192" y="536610"/>
                </a:lnTo>
                <a:lnTo>
                  <a:pt x="937793" y="529600"/>
                </a:lnTo>
                <a:lnTo>
                  <a:pt x="950585" y="519760"/>
                </a:lnTo>
                <a:lnTo>
                  <a:pt x="956939" y="505235"/>
                </a:lnTo>
                <a:lnTo>
                  <a:pt x="963901" y="490595"/>
                </a:lnTo>
                <a:lnTo>
                  <a:pt x="970874" y="475964"/>
                </a:lnTo>
                <a:lnTo>
                  <a:pt x="977837" y="461334"/>
                </a:lnTo>
                <a:lnTo>
                  <a:pt x="984799" y="446703"/>
                </a:lnTo>
                <a:lnTo>
                  <a:pt x="991762" y="432064"/>
                </a:lnTo>
                <a:lnTo>
                  <a:pt x="998725" y="417433"/>
                </a:lnTo>
                <a:lnTo>
                  <a:pt x="1005688" y="402803"/>
                </a:lnTo>
                <a:lnTo>
                  <a:pt x="1012650" y="388163"/>
                </a:lnTo>
                <a:lnTo>
                  <a:pt x="1019623" y="373532"/>
                </a:lnTo>
                <a:lnTo>
                  <a:pt x="1026585" y="358902"/>
                </a:lnTo>
                <a:lnTo>
                  <a:pt x="1033548" y="344262"/>
                </a:lnTo>
                <a:lnTo>
                  <a:pt x="1040511" y="329632"/>
                </a:lnTo>
                <a:lnTo>
                  <a:pt x="1047474" y="315001"/>
                </a:lnTo>
                <a:lnTo>
                  <a:pt x="1054437" y="300361"/>
                </a:lnTo>
                <a:lnTo>
                  <a:pt x="1061399" y="285731"/>
                </a:lnTo>
                <a:lnTo>
                  <a:pt x="1068372" y="271101"/>
                </a:lnTo>
                <a:lnTo>
                  <a:pt x="1075334" y="256470"/>
                </a:lnTo>
                <a:lnTo>
                  <a:pt x="1082297" y="241830"/>
                </a:lnTo>
                <a:lnTo>
                  <a:pt x="1089260" y="227200"/>
                </a:lnTo>
                <a:lnTo>
                  <a:pt x="1096223" y="212569"/>
                </a:lnTo>
                <a:lnTo>
                  <a:pt x="1103186" y="197930"/>
                </a:lnTo>
                <a:lnTo>
                  <a:pt x="1110148" y="183299"/>
                </a:lnTo>
                <a:lnTo>
                  <a:pt x="1117121" y="168669"/>
                </a:lnTo>
                <a:lnTo>
                  <a:pt x="1124083" y="154029"/>
                </a:lnTo>
                <a:lnTo>
                  <a:pt x="1131046" y="139398"/>
                </a:lnTo>
                <a:lnTo>
                  <a:pt x="1138009" y="124768"/>
                </a:lnTo>
                <a:lnTo>
                  <a:pt x="1144972" y="110138"/>
                </a:lnTo>
                <a:lnTo>
                  <a:pt x="1151934" y="95498"/>
                </a:lnTo>
                <a:lnTo>
                  <a:pt x="1158897" y="80867"/>
                </a:lnTo>
                <a:lnTo>
                  <a:pt x="1165860" y="66237"/>
                </a:lnTo>
                <a:lnTo>
                  <a:pt x="1172832" y="51597"/>
                </a:lnTo>
                <a:lnTo>
                  <a:pt x="1179795" y="36967"/>
                </a:lnTo>
                <a:lnTo>
                  <a:pt x="1186758" y="22336"/>
                </a:lnTo>
                <a:lnTo>
                  <a:pt x="1193721" y="7696"/>
                </a:lnTo>
                <a:lnTo>
                  <a:pt x="1194787" y="7077"/>
                </a:lnTo>
                <a:lnTo>
                  <a:pt x="1181957" y="16774"/>
                </a:lnTo>
                <a:lnTo>
                  <a:pt x="1167032" y="23041"/>
                </a:lnTo>
                <a:lnTo>
                  <a:pt x="1151544" y="27832"/>
                </a:lnTo>
                <a:lnTo>
                  <a:pt x="1135828" y="31756"/>
                </a:lnTo>
                <a:lnTo>
                  <a:pt x="1119969" y="35119"/>
                </a:lnTo>
                <a:lnTo>
                  <a:pt x="1104033" y="38052"/>
                </a:lnTo>
                <a:lnTo>
                  <a:pt x="1088041" y="40662"/>
                </a:lnTo>
                <a:lnTo>
                  <a:pt x="1072010" y="43005"/>
                </a:lnTo>
                <a:lnTo>
                  <a:pt x="1055942" y="45139"/>
                </a:lnTo>
                <a:lnTo>
                  <a:pt x="1039854" y="47092"/>
                </a:lnTo>
                <a:lnTo>
                  <a:pt x="1023747" y="48873"/>
                </a:lnTo>
                <a:lnTo>
                  <a:pt x="1007621" y="50521"/>
                </a:lnTo>
                <a:lnTo>
                  <a:pt x="991495" y="52045"/>
                </a:lnTo>
                <a:lnTo>
                  <a:pt x="975350" y="53464"/>
                </a:lnTo>
                <a:lnTo>
                  <a:pt x="959196" y="54769"/>
                </a:lnTo>
                <a:lnTo>
                  <a:pt x="943032" y="55988"/>
                </a:lnTo>
                <a:lnTo>
                  <a:pt x="926868" y="57112"/>
                </a:lnTo>
                <a:lnTo>
                  <a:pt x="910695" y="58160"/>
                </a:lnTo>
                <a:lnTo>
                  <a:pt x="894521" y="59141"/>
                </a:lnTo>
                <a:lnTo>
                  <a:pt x="878338" y="60046"/>
                </a:lnTo>
                <a:lnTo>
                  <a:pt x="862155" y="60874"/>
                </a:lnTo>
                <a:lnTo>
                  <a:pt x="845963" y="61655"/>
                </a:lnTo>
                <a:lnTo>
                  <a:pt x="829780" y="62370"/>
                </a:lnTo>
                <a:lnTo>
                  <a:pt x="813587" y="63017"/>
                </a:lnTo>
                <a:lnTo>
                  <a:pt x="797385" y="63617"/>
                </a:lnTo>
                <a:lnTo>
                  <a:pt x="781193" y="64170"/>
                </a:lnTo>
                <a:lnTo>
                  <a:pt x="764991" y="64665"/>
                </a:lnTo>
                <a:lnTo>
                  <a:pt x="748798" y="65113"/>
                </a:lnTo>
                <a:lnTo>
                  <a:pt x="732596" y="65503"/>
                </a:lnTo>
                <a:lnTo>
                  <a:pt x="716394" y="65856"/>
                </a:lnTo>
                <a:lnTo>
                  <a:pt x="700183" y="66151"/>
                </a:lnTo>
                <a:lnTo>
                  <a:pt x="683981" y="66408"/>
                </a:lnTo>
                <a:lnTo>
                  <a:pt x="667779" y="66618"/>
                </a:lnTo>
                <a:lnTo>
                  <a:pt x="651577" y="66780"/>
                </a:lnTo>
                <a:lnTo>
                  <a:pt x="635365" y="66904"/>
                </a:lnTo>
                <a:lnTo>
                  <a:pt x="619163" y="66980"/>
                </a:lnTo>
                <a:lnTo>
                  <a:pt x="602952" y="67018"/>
                </a:lnTo>
                <a:lnTo>
                  <a:pt x="586750" y="67008"/>
                </a:lnTo>
                <a:lnTo>
                  <a:pt x="570548" y="66951"/>
                </a:lnTo>
                <a:lnTo>
                  <a:pt x="554336" y="66856"/>
                </a:lnTo>
                <a:lnTo>
                  <a:pt x="538134" y="66713"/>
                </a:lnTo>
                <a:lnTo>
                  <a:pt x="521932" y="66523"/>
                </a:lnTo>
                <a:lnTo>
                  <a:pt x="505720" y="66294"/>
                </a:lnTo>
                <a:lnTo>
                  <a:pt x="489518" y="66018"/>
                </a:lnTo>
                <a:lnTo>
                  <a:pt x="473316" y="65694"/>
                </a:lnTo>
                <a:lnTo>
                  <a:pt x="457114" y="65322"/>
                </a:lnTo>
                <a:lnTo>
                  <a:pt x="440912" y="64903"/>
                </a:lnTo>
                <a:lnTo>
                  <a:pt x="424720" y="64437"/>
                </a:lnTo>
                <a:lnTo>
                  <a:pt x="408518" y="63913"/>
                </a:lnTo>
                <a:lnTo>
                  <a:pt x="392325" y="63351"/>
                </a:lnTo>
                <a:lnTo>
                  <a:pt x="376133" y="62722"/>
                </a:lnTo>
                <a:lnTo>
                  <a:pt x="359940" y="62036"/>
                </a:lnTo>
                <a:lnTo>
                  <a:pt x="343748" y="61293"/>
                </a:lnTo>
                <a:lnTo>
                  <a:pt x="327565" y="60493"/>
                </a:lnTo>
                <a:lnTo>
                  <a:pt x="311382" y="59627"/>
                </a:lnTo>
                <a:lnTo>
                  <a:pt x="295199" y="58684"/>
                </a:lnTo>
                <a:lnTo>
                  <a:pt x="279025" y="57683"/>
                </a:lnTo>
                <a:lnTo>
                  <a:pt x="262861" y="56588"/>
                </a:lnTo>
                <a:lnTo>
                  <a:pt x="246698" y="55416"/>
                </a:lnTo>
                <a:lnTo>
                  <a:pt x="230534" y="54169"/>
                </a:lnTo>
                <a:lnTo>
                  <a:pt x="214389" y="52807"/>
                </a:lnTo>
                <a:lnTo>
                  <a:pt x="198253" y="51340"/>
                </a:lnTo>
                <a:lnTo>
                  <a:pt x="182118" y="49759"/>
                </a:lnTo>
                <a:lnTo>
                  <a:pt x="166002" y="48054"/>
                </a:lnTo>
                <a:lnTo>
                  <a:pt x="149904" y="46187"/>
                </a:lnTo>
                <a:lnTo>
                  <a:pt x="133826" y="44158"/>
                </a:lnTo>
                <a:lnTo>
                  <a:pt x="117777" y="41929"/>
                </a:lnTo>
                <a:lnTo>
                  <a:pt x="101756" y="39462"/>
                </a:lnTo>
                <a:lnTo>
                  <a:pt x="85792" y="36709"/>
                </a:lnTo>
                <a:lnTo>
                  <a:pt x="69885" y="33585"/>
                </a:lnTo>
                <a:lnTo>
                  <a:pt x="54092" y="29985"/>
                </a:lnTo>
                <a:lnTo>
                  <a:pt x="38462" y="25698"/>
                </a:lnTo>
                <a:lnTo>
                  <a:pt x="23184" y="20326"/>
                </a:lnTo>
                <a:lnTo>
                  <a:pt x="8839" y="128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7EF3A1C9-543A-4482-9DC3-DFE1C324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0494" y="4407303"/>
            <a:ext cx="1197378" cy="190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5BA71E59-C599-4BB4-A9B1-25DC5F23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975" y="2488121"/>
            <a:ext cx="1564424" cy="2635653"/>
          </a:xfrm>
          <a:custGeom xmlns:a="http://schemas.openxmlformats.org/drawingml/2006/main">
            <a:pathLst>
              <a:path w="1564424" h="2635653">
                <a:moveTo>
                  <a:pt x="0" y="0"/>
                </a:moveTo>
                <a:lnTo>
                  <a:pt x="143" y="32985"/>
                </a:lnTo>
                <a:lnTo>
                  <a:pt x="9649" y="64589"/>
                </a:lnTo>
                <a:lnTo>
                  <a:pt x="19164" y="96193"/>
                </a:lnTo>
                <a:lnTo>
                  <a:pt x="28680" y="127797"/>
                </a:lnTo>
                <a:lnTo>
                  <a:pt x="38195" y="159391"/>
                </a:lnTo>
                <a:lnTo>
                  <a:pt x="47701" y="190995"/>
                </a:lnTo>
                <a:lnTo>
                  <a:pt x="57217" y="222599"/>
                </a:lnTo>
                <a:lnTo>
                  <a:pt x="66732" y="254203"/>
                </a:lnTo>
                <a:lnTo>
                  <a:pt x="76248" y="285807"/>
                </a:lnTo>
                <a:lnTo>
                  <a:pt x="85754" y="317411"/>
                </a:lnTo>
                <a:lnTo>
                  <a:pt x="95269" y="349015"/>
                </a:lnTo>
                <a:lnTo>
                  <a:pt x="104785" y="380619"/>
                </a:lnTo>
                <a:lnTo>
                  <a:pt x="114300" y="412223"/>
                </a:lnTo>
                <a:lnTo>
                  <a:pt x="123806" y="443827"/>
                </a:lnTo>
                <a:lnTo>
                  <a:pt x="133321" y="475421"/>
                </a:lnTo>
                <a:lnTo>
                  <a:pt x="142837" y="507025"/>
                </a:lnTo>
                <a:lnTo>
                  <a:pt x="152352" y="538629"/>
                </a:lnTo>
                <a:lnTo>
                  <a:pt x="161868" y="570233"/>
                </a:lnTo>
                <a:lnTo>
                  <a:pt x="171374" y="601837"/>
                </a:lnTo>
                <a:lnTo>
                  <a:pt x="180613" y="633517"/>
                </a:lnTo>
                <a:lnTo>
                  <a:pt x="188462" y="665569"/>
                </a:lnTo>
                <a:lnTo>
                  <a:pt x="196244" y="697649"/>
                </a:lnTo>
                <a:lnTo>
                  <a:pt x="203568" y="729825"/>
                </a:lnTo>
                <a:lnTo>
                  <a:pt x="210884" y="762010"/>
                </a:lnTo>
                <a:lnTo>
                  <a:pt x="218199" y="794195"/>
                </a:lnTo>
                <a:lnTo>
                  <a:pt x="225523" y="826370"/>
                </a:lnTo>
                <a:lnTo>
                  <a:pt x="232839" y="858555"/>
                </a:lnTo>
                <a:lnTo>
                  <a:pt x="240163" y="890740"/>
                </a:lnTo>
                <a:lnTo>
                  <a:pt x="247479" y="922915"/>
                </a:lnTo>
                <a:lnTo>
                  <a:pt x="254803" y="955100"/>
                </a:lnTo>
                <a:lnTo>
                  <a:pt x="262118" y="987285"/>
                </a:lnTo>
                <a:lnTo>
                  <a:pt x="269443" y="1019461"/>
                </a:lnTo>
                <a:lnTo>
                  <a:pt x="276758" y="1051646"/>
                </a:lnTo>
                <a:lnTo>
                  <a:pt x="284074" y="1083831"/>
                </a:lnTo>
                <a:lnTo>
                  <a:pt x="291398" y="1116006"/>
                </a:lnTo>
                <a:lnTo>
                  <a:pt x="298714" y="1148191"/>
                </a:lnTo>
                <a:lnTo>
                  <a:pt x="306038" y="1180376"/>
                </a:lnTo>
                <a:lnTo>
                  <a:pt x="313353" y="1212552"/>
                </a:lnTo>
                <a:lnTo>
                  <a:pt x="320678" y="1244737"/>
                </a:lnTo>
                <a:lnTo>
                  <a:pt x="327993" y="1276922"/>
                </a:lnTo>
                <a:lnTo>
                  <a:pt x="335070" y="1309154"/>
                </a:lnTo>
                <a:lnTo>
                  <a:pt x="342014" y="1341425"/>
                </a:lnTo>
                <a:lnTo>
                  <a:pt x="348786" y="1373724"/>
                </a:lnTo>
                <a:lnTo>
                  <a:pt x="355454" y="1406042"/>
                </a:lnTo>
                <a:lnTo>
                  <a:pt x="362131" y="1438370"/>
                </a:lnTo>
                <a:lnTo>
                  <a:pt x="368798" y="1470689"/>
                </a:lnTo>
                <a:lnTo>
                  <a:pt x="375476" y="1503016"/>
                </a:lnTo>
                <a:lnTo>
                  <a:pt x="382143" y="1535335"/>
                </a:lnTo>
                <a:lnTo>
                  <a:pt x="388811" y="1567653"/>
                </a:lnTo>
                <a:lnTo>
                  <a:pt x="395488" y="1599981"/>
                </a:lnTo>
                <a:lnTo>
                  <a:pt x="402155" y="1632299"/>
                </a:lnTo>
                <a:lnTo>
                  <a:pt x="408832" y="1664627"/>
                </a:lnTo>
                <a:lnTo>
                  <a:pt x="415500" y="1696945"/>
                </a:lnTo>
                <a:lnTo>
                  <a:pt x="422177" y="1729273"/>
                </a:lnTo>
                <a:lnTo>
                  <a:pt x="428844" y="1761592"/>
                </a:lnTo>
                <a:lnTo>
                  <a:pt x="435521" y="1793910"/>
                </a:lnTo>
                <a:lnTo>
                  <a:pt x="442189" y="1826238"/>
                </a:lnTo>
                <a:lnTo>
                  <a:pt x="448866" y="1858556"/>
                </a:lnTo>
                <a:lnTo>
                  <a:pt x="455533" y="1890884"/>
                </a:lnTo>
                <a:lnTo>
                  <a:pt x="462210" y="1923202"/>
                </a:lnTo>
                <a:lnTo>
                  <a:pt x="468840" y="1955530"/>
                </a:lnTo>
                <a:lnTo>
                  <a:pt x="475317" y="1987896"/>
                </a:lnTo>
                <a:lnTo>
                  <a:pt x="481775" y="2020262"/>
                </a:lnTo>
                <a:lnTo>
                  <a:pt x="488166" y="2052638"/>
                </a:lnTo>
                <a:lnTo>
                  <a:pt x="494567" y="2085023"/>
                </a:lnTo>
                <a:lnTo>
                  <a:pt x="496929" y="2114083"/>
                </a:lnTo>
                <a:lnTo>
                  <a:pt x="463925" y="2114083"/>
                </a:lnTo>
                <a:lnTo>
                  <a:pt x="430921" y="2114083"/>
                </a:lnTo>
                <a:lnTo>
                  <a:pt x="397916" y="2114083"/>
                </a:lnTo>
                <a:lnTo>
                  <a:pt x="364912" y="2114083"/>
                </a:lnTo>
                <a:lnTo>
                  <a:pt x="331918" y="2114083"/>
                </a:lnTo>
                <a:lnTo>
                  <a:pt x="298914" y="2114083"/>
                </a:lnTo>
                <a:lnTo>
                  <a:pt x="265909" y="2114083"/>
                </a:lnTo>
                <a:lnTo>
                  <a:pt x="259147" y="2124875"/>
                </a:lnTo>
                <a:lnTo>
                  <a:pt x="282607" y="2148097"/>
                </a:lnTo>
                <a:lnTo>
                  <a:pt x="306057" y="2171309"/>
                </a:lnTo>
                <a:lnTo>
                  <a:pt x="329517" y="2194531"/>
                </a:lnTo>
                <a:lnTo>
                  <a:pt x="352968" y="2217744"/>
                </a:lnTo>
                <a:lnTo>
                  <a:pt x="376428" y="2240966"/>
                </a:lnTo>
                <a:lnTo>
                  <a:pt x="399888" y="2264178"/>
                </a:lnTo>
                <a:lnTo>
                  <a:pt x="423339" y="2287400"/>
                </a:lnTo>
                <a:lnTo>
                  <a:pt x="446799" y="2310613"/>
                </a:lnTo>
                <a:lnTo>
                  <a:pt x="470259" y="2333835"/>
                </a:lnTo>
                <a:lnTo>
                  <a:pt x="493709" y="2357047"/>
                </a:lnTo>
                <a:lnTo>
                  <a:pt x="517169" y="2380269"/>
                </a:lnTo>
                <a:lnTo>
                  <a:pt x="540620" y="2403481"/>
                </a:lnTo>
                <a:lnTo>
                  <a:pt x="564080" y="2426703"/>
                </a:lnTo>
                <a:lnTo>
                  <a:pt x="587540" y="2449916"/>
                </a:lnTo>
                <a:lnTo>
                  <a:pt x="610991" y="2473138"/>
                </a:lnTo>
                <a:lnTo>
                  <a:pt x="634451" y="2496350"/>
                </a:lnTo>
                <a:lnTo>
                  <a:pt x="657911" y="2519572"/>
                </a:lnTo>
                <a:lnTo>
                  <a:pt x="681361" y="2542784"/>
                </a:lnTo>
                <a:lnTo>
                  <a:pt x="704821" y="2566006"/>
                </a:lnTo>
                <a:lnTo>
                  <a:pt x="728281" y="2589219"/>
                </a:lnTo>
                <a:lnTo>
                  <a:pt x="751732" y="2612441"/>
                </a:lnTo>
                <a:lnTo>
                  <a:pt x="775192" y="2635653"/>
                </a:lnTo>
                <a:lnTo>
                  <a:pt x="798643" y="2626338"/>
                </a:lnTo>
                <a:lnTo>
                  <a:pt x="822103" y="2603125"/>
                </a:lnTo>
                <a:lnTo>
                  <a:pt x="845563" y="2579903"/>
                </a:lnTo>
                <a:lnTo>
                  <a:pt x="869013" y="2556691"/>
                </a:lnTo>
                <a:lnTo>
                  <a:pt x="892473" y="2533469"/>
                </a:lnTo>
                <a:lnTo>
                  <a:pt x="915934" y="2510257"/>
                </a:lnTo>
                <a:lnTo>
                  <a:pt x="939384" y="2487035"/>
                </a:lnTo>
                <a:lnTo>
                  <a:pt x="962844" y="2463822"/>
                </a:lnTo>
                <a:lnTo>
                  <a:pt x="986304" y="2440600"/>
                </a:lnTo>
                <a:lnTo>
                  <a:pt x="1009755" y="2417388"/>
                </a:lnTo>
                <a:lnTo>
                  <a:pt x="1033215" y="2394166"/>
                </a:lnTo>
                <a:lnTo>
                  <a:pt x="1056665" y="2370953"/>
                </a:lnTo>
                <a:lnTo>
                  <a:pt x="1080125" y="2347732"/>
                </a:lnTo>
                <a:lnTo>
                  <a:pt x="1103586" y="2324519"/>
                </a:lnTo>
                <a:lnTo>
                  <a:pt x="1127036" y="2301297"/>
                </a:lnTo>
                <a:lnTo>
                  <a:pt x="1150496" y="2278085"/>
                </a:lnTo>
                <a:lnTo>
                  <a:pt x="1173956" y="2254863"/>
                </a:lnTo>
                <a:lnTo>
                  <a:pt x="1197407" y="2231650"/>
                </a:lnTo>
                <a:lnTo>
                  <a:pt x="1220867" y="2208428"/>
                </a:lnTo>
                <a:lnTo>
                  <a:pt x="1244317" y="2185216"/>
                </a:lnTo>
                <a:lnTo>
                  <a:pt x="1267778" y="2161994"/>
                </a:lnTo>
                <a:lnTo>
                  <a:pt x="1291238" y="2138782"/>
                </a:lnTo>
                <a:lnTo>
                  <a:pt x="1314688" y="2115560"/>
                </a:lnTo>
                <a:lnTo>
                  <a:pt x="1285275" y="2114083"/>
                </a:lnTo>
                <a:lnTo>
                  <a:pt x="1252271" y="2114083"/>
                </a:lnTo>
                <a:lnTo>
                  <a:pt x="1219267" y="2114083"/>
                </a:lnTo>
                <a:lnTo>
                  <a:pt x="1186263" y="2114083"/>
                </a:lnTo>
                <a:lnTo>
                  <a:pt x="1153258" y="2114083"/>
                </a:lnTo>
                <a:lnTo>
                  <a:pt x="1120254" y="2114083"/>
                </a:lnTo>
                <a:lnTo>
                  <a:pt x="1087250" y="2114083"/>
                </a:lnTo>
                <a:lnTo>
                  <a:pt x="1066028" y="2104406"/>
                </a:lnTo>
                <a:lnTo>
                  <a:pt x="1072429" y="2072021"/>
                </a:lnTo>
                <a:lnTo>
                  <a:pt x="1078821" y="2039645"/>
                </a:lnTo>
                <a:lnTo>
                  <a:pt x="1085240" y="2007270"/>
                </a:lnTo>
                <a:lnTo>
                  <a:pt x="1091708" y="1974904"/>
                </a:lnTo>
                <a:lnTo>
                  <a:pt x="1098223" y="1942557"/>
                </a:lnTo>
                <a:lnTo>
                  <a:pt x="1104890" y="1910229"/>
                </a:lnTo>
                <a:lnTo>
                  <a:pt x="1111568" y="1877911"/>
                </a:lnTo>
                <a:lnTo>
                  <a:pt x="1118235" y="1845583"/>
                </a:lnTo>
                <a:lnTo>
                  <a:pt x="1124912" y="1813265"/>
                </a:lnTo>
                <a:lnTo>
                  <a:pt x="1131580" y="1780946"/>
                </a:lnTo>
                <a:lnTo>
                  <a:pt x="1138257" y="1748619"/>
                </a:lnTo>
                <a:lnTo>
                  <a:pt x="1144924" y="1716300"/>
                </a:lnTo>
                <a:lnTo>
                  <a:pt x="1151601" y="1683972"/>
                </a:lnTo>
                <a:lnTo>
                  <a:pt x="1158269" y="1651654"/>
                </a:lnTo>
                <a:lnTo>
                  <a:pt x="1164946" y="1619326"/>
                </a:lnTo>
                <a:lnTo>
                  <a:pt x="1171613" y="1587008"/>
                </a:lnTo>
                <a:lnTo>
                  <a:pt x="1178290" y="1554690"/>
                </a:lnTo>
                <a:lnTo>
                  <a:pt x="1184958" y="1522362"/>
                </a:lnTo>
                <a:lnTo>
                  <a:pt x="1191625" y="1490043"/>
                </a:lnTo>
                <a:lnTo>
                  <a:pt x="1198302" y="1457716"/>
                </a:lnTo>
                <a:lnTo>
                  <a:pt x="1204970" y="1425397"/>
                </a:lnTo>
                <a:lnTo>
                  <a:pt x="1211647" y="1393069"/>
                </a:lnTo>
                <a:lnTo>
                  <a:pt x="1218314" y="1360751"/>
                </a:lnTo>
                <a:lnTo>
                  <a:pt x="1225201" y="1328471"/>
                </a:lnTo>
                <a:lnTo>
                  <a:pt x="1232135" y="1296210"/>
                </a:lnTo>
                <a:lnTo>
                  <a:pt x="1239364" y="1264006"/>
                </a:lnTo>
                <a:lnTo>
                  <a:pt x="1246689" y="1231821"/>
                </a:lnTo>
                <a:lnTo>
                  <a:pt x="1254004" y="1199645"/>
                </a:lnTo>
                <a:lnTo>
                  <a:pt x="1261329" y="1167460"/>
                </a:lnTo>
                <a:lnTo>
                  <a:pt x="1268644" y="1135275"/>
                </a:lnTo>
                <a:lnTo>
                  <a:pt x="1275959" y="1103100"/>
                </a:lnTo>
                <a:lnTo>
                  <a:pt x="1283284" y="1070915"/>
                </a:lnTo>
                <a:lnTo>
                  <a:pt x="1290599" y="1038730"/>
                </a:lnTo>
                <a:lnTo>
                  <a:pt x="1297924" y="1006545"/>
                </a:lnTo>
                <a:lnTo>
                  <a:pt x="1305239" y="974369"/>
                </a:lnTo>
                <a:lnTo>
                  <a:pt x="1312564" y="942184"/>
                </a:lnTo>
                <a:lnTo>
                  <a:pt x="1319879" y="909999"/>
                </a:lnTo>
                <a:lnTo>
                  <a:pt x="1327204" y="877824"/>
                </a:lnTo>
                <a:lnTo>
                  <a:pt x="1334519" y="845639"/>
                </a:lnTo>
                <a:lnTo>
                  <a:pt x="1341834" y="813454"/>
                </a:lnTo>
                <a:lnTo>
                  <a:pt x="1349159" y="781279"/>
                </a:lnTo>
                <a:lnTo>
                  <a:pt x="1356474" y="749094"/>
                </a:lnTo>
                <a:lnTo>
                  <a:pt x="1363799" y="716909"/>
                </a:lnTo>
                <a:lnTo>
                  <a:pt x="1371257" y="684762"/>
                </a:lnTo>
                <a:lnTo>
                  <a:pt x="1379106" y="652710"/>
                </a:lnTo>
                <a:lnTo>
                  <a:pt x="1387354" y="620754"/>
                </a:lnTo>
                <a:lnTo>
                  <a:pt x="1396860" y="589159"/>
                </a:lnTo>
                <a:lnTo>
                  <a:pt x="1406376" y="557555"/>
                </a:lnTo>
                <a:lnTo>
                  <a:pt x="1415891" y="525951"/>
                </a:lnTo>
                <a:lnTo>
                  <a:pt x="1425407" y="494348"/>
                </a:lnTo>
                <a:lnTo>
                  <a:pt x="1434913" y="462744"/>
                </a:lnTo>
                <a:lnTo>
                  <a:pt x="1444428" y="431140"/>
                </a:lnTo>
                <a:lnTo>
                  <a:pt x="1453944" y="399536"/>
                </a:lnTo>
                <a:lnTo>
                  <a:pt x="1463459" y="367932"/>
                </a:lnTo>
                <a:lnTo>
                  <a:pt x="1472975" y="336328"/>
                </a:lnTo>
                <a:lnTo>
                  <a:pt x="1482481" y="304724"/>
                </a:lnTo>
                <a:lnTo>
                  <a:pt x="1491996" y="273129"/>
                </a:lnTo>
                <a:lnTo>
                  <a:pt x="1501511" y="241525"/>
                </a:lnTo>
                <a:lnTo>
                  <a:pt x="1511027" y="209921"/>
                </a:lnTo>
                <a:lnTo>
                  <a:pt x="1520533" y="178318"/>
                </a:lnTo>
                <a:lnTo>
                  <a:pt x="1530048" y="146714"/>
                </a:lnTo>
                <a:lnTo>
                  <a:pt x="1539564" y="115110"/>
                </a:lnTo>
                <a:lnTo>
                  <a:pt x="1549079" y="83506"/>
                </a:lnTo>
                <a:lnTo>
                  <a:pt x="1558585" y="51902"/>
                </a:lnTo>
                <a:lnTo>
                  <a:pt x="1564424" y="19755"/>
                </a:lnTo>
                <a:lnTo>
                  <a:pt x="1551175" y="0"/>
                </a:lnTo>
                <a:lnTo>
                  <a:pt x="1518171" y="0"/>
                </a:lnTo>
                <a:lnTo>
                  <a:pt x="1485167" y="0"/>
                </a:lnTo>
                <a:lnTo>
                  <a:pt x="1452162" y="0"/>
                </a:lnTo>
                <a:lnTo>
                  <a:pt x="1419168" y="0"/>
                </a:lnTo>
                <a:lnTo>
                  <a:pt x="1386164" y="0"/>
                </a:lnTo>
                <a:lnTo>
                  <a:pt x="1353160" y="0"/>
                </a:lnTo>
                <a:lnTo>
                  <a:pt x="1320155" y="0"/>
                </a:lnTo>
                <a:lnTo>
                  <a:pt x="1287151" y="0"/>
                </a:lnTo>
                <a:lnTo>
                  <a:pt x="1254147" y="0"/>
                </a:lnTo>
                <a:lnTo>
                  <a:pt x="1221143" y="0"/>
                </a:lnTo>
                <a:lnTo>
                  <a:pt x="1188139" y="0"/>
                </a:lnTo>
                <a:lnTo>
                  <a:pt x="1155135" y="0"/>
                </a:lnTo>
                <a:lnTo>
                  <a:pt x="1122131" y="0"/>
                </a:lnTo>
                <a:lnTo>
                  <a:pt x="1089127" y="0"/>
                </a:lnTo>
                <a:lnTo>
                  <a:pt x="1056122" y="0"/>
                </a:lnTo>
                <a:lnTo>
                  <a:pt x="1023118" y="0"/>
                </a:lnTo>
                <a:lnTo>
                  <a:pt x="990114" y="0"/>
                </a:lnTo>
                <a:lnTo>
                  <a:pt x="957110" y="0"/>
                </a:lnTo>
                <a:lnTo>
                  <a:pt x="924106" y="0"/>
                </a:lnTo>
                <a:lnTo>
                  <a:pt x="891102" y="0"/>
                </a:lnTo>
                <a:lnTo>
                  <a:pt x="858098" y="0"/>
                </a:lnTo>
                <a:lnTo>
                  <a:pt x="825094" y="0"/>
                </a:lnTo>
                <a:lnTo>
                  <a:pt x="792089" y="0"/>
                </a:lnTo>
                <a:lnTo>
                  <a:pt x="759085" y="0"/>
                </a:lnTo>
                <a:lnTo>
                  <a:pt x="726081" y="0"/>
                </a:lnTo>
                <a:lnTo>
                  <a:pt x="693077" y="0"/>
                </a:lnTo>
                <a:lnTo>
                  <a:pt x="660073" y="0"/>
                </a:lnTo>
                <a:lnTo>
                  <a:pt x="627069" y="0"/>
                </a:lnTo>
                <a:lnTo>
                  <a:pt x="594065" y="0"/>
                </a:lnTo>
                <a:lnTo>
                  <a:pt x="561061" y="0"/>
                </a:lnTo>
                <a:lnTo>
                  <a:pt x="528056" y="0"/>
                </a:lnTo>
                <a:lnTo>
                  <a:pt x="495052" y="0"/>
                </a:lnTo>
                <a:lnTo>
                  <a:pt x="462058" y="0"/>
                </a:lnTo>
                <a:lnTo>
                  <a:pt x="429054" y="0"/>
                </a:lnTo>
                <a:lnTo>
                  <a:pt x="396050" y="0"/>
                </a:lnTo>
                <a:lnTo>
                  <a:pt x="363045" y="0"/>
                </a:lnTo>
                <a:lnTo>
                  <a:pt x="330041" y="0"/>
                </a:lnTo>
                <a:lnTo>
                  <a:pt x="297037" y="0"/>
                </a:lnTo>
                <a:lnTo>
                  <a:pt x="264033" y="0"/>
                </a:lnTo>
                <a:lnTo>
                  <a:pt x="231029" y="0"/>
                </a:lnTo>
                <a:lnTo>
                  <a:pt x="198025" y="0"/>
                </a:lnTo>
                <a:lnTo>
                  <a:pt x="165021" y="0"/>
                </a:lnTo>
                <a:lnTo>
                  <a:pt x="132017" y="0"/>
                </a:lnTo>
                <a:lnTo>
                  <a:pt x="99012" y="0"/>
                </a:lnTo>
                <a:lnTo>
                  <a:pt x="66008" y="0"/>
                </a:lnTo>
                <a:lnTo>
                  <a:pt x="3300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61F3F1D1-33A3-44A7-90C8-22D56B7E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1455" y="2553148"/>
            <a:ext cx="2575474" cy="4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F4A0F4D9-1C92-4AD8-8299-635B3B1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6124" y="3213792"/>
            <a:ext cx="1926136" cy="4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B7BF164A-9E09-4F94-9D6E-21C4B7A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4977" y="3874446"/>
            <a:ext cx="1388421" cy="4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464570EC-1E59-43B7-98AC-5F2B9EA5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3522" y="4535091"/>
            <a:ext cx="891330" cy="46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1CA5307A-9808-4957-84CA-384F277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7729" y="1894437"/>
            <a:ext cx="374009" cy="374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2292ecdd24501">
            <a:extLst>
              <a:ext uri="{96DAC541-7B7A-43D3-8B79-37D633B846F1}">
                <asvg:svgBlip xmlns:asvg="http://schemas.microsoft.com/office/drawing/2016/SVG/main" r:embed="R6082ee6f93f54d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58036" y="1994745"/>
            <a:ext cx="173384" cy="173384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9255C43B-D936-461B-A06D-1E97A90A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6596" y="1715538"/>
            <a:ext cx="325193" cy="325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3601280144d04">
            <a:extLst>
              <a:ext uri="{96DAC541-7B7A-43D3-8B79-37D633B846F1}">
                <asvg:svgBlip xmlns:asvg="http://schemas.microsoft.com/office/drawing/2016/SVG/main" r:embed="Rf3c98f2dba3048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76904" y="1815856"/>
            <a:ext cx="124568" cy="124568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69043972-ECA5-4511-BA7D-58E2E7AD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6495" y="1861985"/>
            <a:ext cx="374009" cy="374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1bdc6e920448d">
            <a:extLst>
              <a:ext uri="{96DAC541-7B7A-43D3-8B79-37D633B846F1}">
                <asvg:svgBlip xmlns:asvg="http://schemas.microsoft.com/office/drawing/2016/SVG/main" r:embed="R957a757a33bf40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46803" y="1962302"/>
            <a:ext cx="173384" cy="1733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28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2026-09-07T23:53:29.8310000Z</dcterms:created>
  <dcterms:modified xsi:type="dcterms:W3CDTF">2026-09-07T23:53:29.8310000Z</dcterms:modified>
</coreProperties>
</file>