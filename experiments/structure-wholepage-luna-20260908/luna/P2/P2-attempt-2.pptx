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5b590dd4e54418" /><Relationship Type="http://schemas.openxmlformats.org/officeDocument/2006/relationships/extended-properties" Target="/docProps/app.xml" Id="Rde67a176d1af46c9" /><Relationship Type="http://schemas.openxmlformats.org/officeDocument/2006/relationships/officeDocument" Target="/ppt/presentation.xml" Id="Rf73add0e722545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3b530cc8714ee0"/>
  </p:sldMasterIdLst>
  <p:notesMasterIdLst>
    <p:notesMasterId xmlns:r="http://schemas.openxmlformats.org/officeDocument/2006/relationships" r:id="R1c831265e7cd4fc7"/>
  </p:notesMasterIdLst>
  <p:sldIdLst>
    <p:sldId xmlns:r="http://schemas.openxmlformats.org/officeDocument/2006/relationships" id="256" r:id="R2a8dc72229f547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c37896747e4fc9" /><Relationship Type="http://schemas.openxmlformats.org/officeDocument/2006/relationships/slideMaster" Target="/ppt/slideMasters/slideMaster1.xml" Id="Red3b530cc8714ee0" /><Relationship Type="http://schemas.openxmlformats.org/officeDocument/2006/relationships/notesMaster" Target="/ppt/notesMasters/notesMaster1.xml" Id="R1c831265e7cd4fc7" /><Relationship Type="http://schemas.openxmlformats.org/officeDocument/2006/relationships/presProps" Target="/ppt/presProps.xml" Id="R5413679893dc41a6" /><Relationship Type="http://schemas.openxmlformats.org/officeDocument/2006/relationships/tableStyles" Target="/ppt/tableStyles.xml" Id="R14dd7c66a19f4ad9" /><Relationship Type="http://schemas.openxmlformats.org/officeDocument/2006/relationships/slide" Target="/ppt/slides/slide1.xml" Id="R2a8dc72229f547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80d32662f444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6216c017bc46a1" /><Relationship Type="http://schemas.openxmlformats.org/officeDocument/2006/relationships/notesMaster" Target="/ppt/notesMasters/notesMaster1.xml" Id="R936d9e9d7eba49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a7848d3a346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2b4e0509d849df" /><Relationship Type="http://schemas.openxmlformats.org/officeDocument/2006/relationships/slideLayout" Target="/ppt/slideLayouts/slideLayout1.xml" Id="Ra9ac10d240f646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ac10d240f646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16c74a5fc4dd5" /><Relationship Type="http://schemas.openxmlformats.org/officeDocument/2006/relationships/image" Target="/ppt/media/image.png" Id="Rba3ed1e92f7a4105" /><Relationship Type="http://schemas.openxmlformats.org/officeDocument/2006/relationships/image" Target="/ppt/media/image.svg" Id="R1279a09b1b8c45f9" /><Relationship Type="http://schemas.openxmlformats.org/officeDocument/2006/relationships/image" Target="/ppt/media/image2.png" Id="Reb04ab187c4744e6" /><Relationship Type="http://schemas.openxmlformats.org/officeDocument/2006/relationships/image" Target="/ppt/media/image2.svg" Id="Rb8bbeaa065d74f63" /><Relationship Type="http://schemas.openxmlformats.org/officeDocument/2006/relationships/image" Target="/ppt/media/image3.png" Id="R1ec3b266e9f144f5" /><Relationship Type="http://schemas.openxmlformats.org/officeDocument/2006/relationships/image" Target="/ppt/media/image3.svg" Id="R2d905c94b251468d" /><Relationship Type="http://schemas.openxmlformats.org/officeDocument/2006/relationships/notesSlide" Target="/ppt/notesSlides/notesSlide1.xml" Id="R193ffabd7ece4f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paper">
            <a:extLst xmlns:a="http://schemas.openxmlformats.org/drawingml/2006/main">
              <a:ext uri="{FF2B5EF4-FFF2-40B4-BE49-F238E27FC236}">
                <a16:creationId xmlns:a16="http://schemas.microsoft.com/office/drawing/2014/main" id="{B4E7CC39-DD24-40A1-9269-8D43DE36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E2C96404-6C2C-4768-98C5-387B34C4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43B29FE-9DF6-4BDE-BFB2-D74455B8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反馈筛选：从线索收敛到纳入发布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7012AEF-4DA1-4E27-9300-B49930A2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4939BB6E-9CB8-4E23-8151-D7EA4E26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71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入口：访谈 · 工单 · 使用记录；四个阶段逐层收敛，最后纳入发布。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4D0861DB-337F-4C62-B1F1-BDC045A6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4714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准入依据：保留原始反馈 → 问题可重复观察 → 小样验证有效 → 责任人与交付范围明确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D7A80D-819F-48FC-8FBC-3CEB6069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8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3C36E76C-B5F8-4E51-A3F3-2F5A7EE6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243809" y="1925326"/>
            <a:ext cx="4800248" cy="341070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7BB9796A-3BEB-41B5-9588-F239590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5962" y="2455878"/>
            <a:ext cx="3107846" cy="593731"/>
          </a:xfrm>
          <a:custGeom xmlns:a="http://schemas.openxmlformats.org/drawingml/2006/main">
            <a:pathLst>
              <a:path w="3107846" h="593731">
                <a:moveTo>
                  <a:pt x="0" y="0"/>
                </a:moveTo>
                <a:lnTo>
                  <a:pt x="16650" y="22917"/>
                </a:lnTo>
                <a:lnTo>
                  <a:pt x="33299" y="45825"/>
                </a:lnTo>
                <a:lnTo>
                  <a:pt x="49949" y="68742"/>
                </a:lnTo>
                <a:lnTo>
                  <a:pt x="66599" y="91650"/>
                </a:lnTo>
                <a:lnTo>
                  <a:pt x="83249" y="114567"/>
                </a:lnTo>
                <a:lnTo>
                  <a:pt x="99898" y="137484"/>
                </a:lnTo>
                <a:lnTo>
                  <a:pt x="116548" y="160391"/>
                </a:lnTo>
                <a:lnTo>
                  <a:pt x="133198" y="183309"/>
                </a:lnTo>
                <a:lnTo>
                  <a:pt x="149847" y="206216"/>
                </a:lnTo>
                <a:lnTo>
                  <a:pt x="166497" y="229133"/>
                </a:lnTo>
                <a:lnTo>
                  <a:pt x="183147" y="252051"/>
                </a:lnTo>
                <a:lnTo>
                  <a:pt x="199796" y="274958"/>
                </a:lnTo>
                <a:lnTo>
                  <a:pt x="216446" y="297875"/>
                </a:lnTo>
                <a:lnTo>
                  <a:pt x="233096" y="320783"/>
                </a:lnTo>
                <a:lnTo>
                  <a:pt x="249746" y="343700"/>
                </a:lnTo>
                <a:lnTo>
                  <a:pt x="266395" y="366617"/>
                </a:lnTo>
                <a:lnTo>
                  <a:pt x="283045" y="389525"/>
                </a:lnTo>
                <a:lnTo>
                  <a:pt x="299695" y="412442"/>
                </a:lnTo>
                <a:lnTo>
                  <a:pt x="316344" y="435350"/>
                </a:lnTo>
                <a:lnTo>
                  <a:pt x="332994" y="458267"/>
                </a:lnTo>
                <a:lnTo>
                  <a:pt x="349644" y="481184"/>
                </a:lnTo>
                <a:lnTo>
                  <a:pt x="366293" y="504092"/>
                </a:lnTo>
                <a:lnTo>
                  <a:pt x="381914" y="527466"/>
                </a:lnTo>
                <a:lnTo>
                  <a:pt x="406603" y="540344"/>
                </a:lnTo>
                <a:lnTo>
                  <a:pt x="434140" y="546935"/>
                </a:lnTo>
                <a:lnTo>
                  <a:pt x="462048" y="551793"/>
                </a:lnTo>
                <a:lnTo>
                  <a:pt x="490090" y="555736"/>
                </a:lnTo>
                <a:lnTo>
                  <a:pt x="518217" y="559089"/>
                </a:lnTo>
                <a:lnTo>
                  <a:pt x="546383" y="562023"/>
                </a:lnTo>
                <a:lnTo>
                  <a:pt x="574586" y="564632"/>
                </a:lnTo>
                <a:lnTo>
                  <a:pt x="602818" y="566985"/>
                </a:lnTo>
                <a:lnTo>
                  <a:pt x="631060" y="569128"/>
                </a:lnTo>
                <a:lnTo>
                  <a:pt x="659311" y="571090"/>
                </a:lnTo>
                <a:lnTo>
                  <a:pt x="687581" y="572900"/>
                </a:lnTo>
                <a:lnTo>
                  <a:pt x="715851" y="574577"/>
                </a:lnTo>
                <a:lnTo>
                  <a:pt x="744131" y="576129"/>
                </a:lnTo>
                <a:lnTo>
                  <a:pt x="772420" y="577586"/>
                </a:lnTo>
                <a:lnTo>
                  <a:pt x="800710" y="578930"/>
                </a:lnTo>
                <a:lnTo>
                  <a:pt x="829008" y="580196"/>
                </a:lnTo>
                <a:lnTo>
                  <a:pt x="857307" y="581377"/>
                </a:lnTo>
                <a:lnTo>
                  <a:pt x="885606" y="582482"/>
                </a:lnTo>
                <a:lnTo>
                  <a:pt x="913914" y="583511"/>
                </a:lnTo>
                <a:lnTo>
                  <a:pt x="942223" y="584483"/>
                </a:lnTo>
                <a:lnTo>
                  <a:pt x="970531" y="585397"/>
                </a:lnTo>
                <a:lnTo>
                  <a:pt x="998839" y="586245"/>
                </a:lnTo>
                <a:lnTo>
                  <a:pt x="1027157" y="587035"/>
                </a:lnTo>
                <a:lnTo>
                  <a:pt x="1055465" y="587769"/>
                </a:lnTo>
                <a:lnTo>
                  <a:pt x="1083783" y="588464"/>
                </a:lnTo>
                <a:lnTo>
                  <a:pt x="1112101" y="589102"/>
                </a:lnTo>
                <a:lnTo>
                  <a:pt x="1140419" y="589693"/>
                </a:lnTo>
                <a:lnTo>
                  <a:pt x="1168737" y="590245"/>
                </a:lnTo>
                <a:lnTo>
                  <a:pt x="1197054" y="590750"/>
                </a:lnTo>
                <a:lnTo>
                  <a:pt x="1225372" y="591207"/>
                </a:lnTo>
                <a:lnTo>
                  <a:pt x="1253690" y="591626"/>
                </a:lnTo>
                <a:lnTo>
                  <a:pt x="1282017" y="592007"/>
                </a:lnTo>
                <a:lnTo>
                  <a:pt x="1310335" y="592350"/>
                </a:lnTo>
                <a:lnTo>
                  <a:pt x="1338663" y="592655"/>
                </a:lnTo>
                <a:lnTo>
                  <a:pt x="1366980" y="592912"/>
                </a:lnTo>
                <a:lnTo>
                  <a:pt x="1395308" y="593141"/>
                </a:lnTo>
                <a:lnTo>
                  <a:pt x="1423626" y="593331"/>
                </a:lnTo>
                <a:lnTo>
                  <a:pt x="1451953" y="593484"/>
                </a:lnTo>
                <a:lnTo>
                  <a:pt x="1480271" y="593588"/>
                </a:lnTo>
                <a:lnTo>
                  <a:pt x="1508598" y="593684"/>
                </a:lnTo>
                <a:lnTo>
                  <a:pt x="1536925" y="593722"/>
                </a:lnTo>
                <a:lnTo>
                  <a:pt x="1565243" y="593731"/>
                </a:lnTo>
                <a:lnTo>
                  <a:pt x="1593571" y="593703"/>
                </a:lnTo>
                <a:lnTo>
                  <a:pt x="1621888" y="593636"/>
                </a:lnTo>
                <a:lnTo>
                  <a:pt x="1650216" y="593531"/>
                </a:lnTo>
                <a:lnTo>
                  <a:pt x="1678543" y="593408"/>
                </a:lnTo>
                <a:lnTo>
                  <a:pt x="1706861" y="593236"/>
                </a:lnTo>
                <a:lnTo>
                  <a:pt x="1735188" y="593027"/>
                </a:lnTo>
                <a:lnTo>
                  <a:pt x="1763506" y="592779"/>
                </a:lnTo>
                <a:lnTo>
                  <a:pt x="1791833" y="592503"/>
                </a:lnTo>
                <a:lnTo>
                  <a:pt x="1820151" y="592179"/>
                </a:lnTo>
                <a:lnTo>
                  <a:pt x="1848469" y="591817"/>
                </a:lnTo>
                <a:lnTo>
                  <a:pt x="1876796" y="591417"/>
                </a:lnTo>
                <a:lnTo>
                  <a:pt x="1905114" y="590979"/>
                </a:lnTo>
                <a:lnTo>
                  <a:pt x="1933432" y="590493"/>
                </a:lnTo>
                <a:lnTo>
                  <a:pt x="1961750" y="589969"/>
                </a:lnTo>
                <a:lnTo>
                  <a:pt x="1990068" y="589397"/>
                </a:lnTo>
                <a:lnTo>
                  <a:pt x="2018386" y="588778"/>
                </a:lnTo>
                <a:lnTo>
                  <a:pt x="2046703" y="588112"/>
                </a:lnTo>
                <a:lnTo>
                  <a:pt x="2075021" y="587397"/>
                </a:lnTo>
                <a:lnTo>
                  <a:pt x="2103330" y="586635"/>
                </a:lnTo>
                <a:lnTo>
                  <a:pt x="2131647" y="585807"/>
                </a:lnTo>
                <a:lnTo>
                  <a:pt x="2159956" y="584930"/>
                </a:lnTo>
                <a:lnTo>
                  <a:pt x="2188264" y="583997"/>
                </a:lnTo>
                <a:lnTo>
                  <a:pt x="2216572" y="582997"/>
                </a:lnTo>
                <a:lnTo>
                  <a:pt x="2244871" y="581920"/>
                </a:lnTo>
                <a:lnTo>
                  <a:pt x="2273170" y="580777"/>
                </a:lnTo>
                <a:lnTo>
                  <a:pt x="2301469" y="579558"/>
                </a:lnTo>
                <a:lnTo>
                  <a:pt x="2329758" y="578253"/>
                </a:lnTo>
                <a:lnTo>
                  <a:pt x="2358047" y="576844"/>
                </a:lnTo>
                <a:lnTo>
                  <a:pt x="2386336" y="575348"/>
                </a:lnTo>
                <a:lnTo>
                  <a:pt x="2414616" y="573729"/>
                </a:lnTo>
                <a:lnTo>
                  <a:pt x="2442886" y="571986"/>
                </a:lnTo>
                <a:lnTo>
                  <a:pt x="2471147" y="570100"/>
                </a:lnTo>
                <a:lnTo>
                  <a:pt x="2499389" y="568052"/>
                </a:lnTo>
                <a:lnTo>
                  <a:pt x="2527630" y="565804"/>
                </a:lnTo>
                <a:lnTo>
                  <a:pt x="2555843" y="563328"/>
                </a:lnTo>
                <a:lnTo>
                  <a:pt x="2584028" y="560565"/>
                </a:lnTo>
                <a:lnTo>
                  <a:pt x="2612184" y="557432"/>
                </a:lnTo>
                <a:lnTo>
                  <a:pt x="2640273" y="553803"/>
                </a:lnTo>
                <a:lnTo>
                  <a:pt x="2668257" y="549450"/>
                </a:lnTo>
                <a:lnTo>
                  <a:pt x="2696023" y="543868"/>
                </a:lnTo>
                <a:lnTo>
                  <a:pt x="2723017" y="535419"/>
                </a:lnTo>
                <a:lnTo>
                  <a:pt x="2741562" y="515245"/>
                </a:lnTo>
                <a:lnTo>
                  <a:pt x="2758211" y="492338"/>
                </a:lnTo>
                <a:lnTo>
                  <a:pt x="2774861" y="469421"/>
                </a:lnTo>
                <a:lnTo>
                  <a:pt x="2791511" y="446503"/>
                </a:lnTo>
                <a:lnTo>
                  <a:pt x="2808161" y="423596"/>
                </a:lnTo>
                <a:lnTo>
                  <a:pt x="2824810" y="400679"/>
                </a:lnTo>
                <a:lnTo>
                  <a:pt x="2841460" y="377771"/>
                </a:lnTo>
                <a:lnTo>
                  <a:pt x="2858110" y="354854"/>
                </a:lnTo>
                <a:lnTo>
                  <a:pt x="2874759" y="331937"/>
                </a:lnTo>
                <a:lnTo>
                  <a:pt x="2891399" y="309029"/>
                </a:lnTo>
                <a:lnTo>
                  <a:pt x="2908049" y="286112"/>
                </a:lnTo>
                <a:lnTo>
                  <a:pt x="2924699" y="263204"/>
                </a:lnTo>
                <a:lnTo>
                  <a:pt x="2941349" y="240287"/>
                </a:lnTo>
                <a:lnTo>
                  <a:pt x="2957998" y="217370"/>
                </a:lnTo>
                <a:lnTo>
                  <a:pt x="2974648" y="194462"/>
                </a:lnTo>
                <a:lnTo>
                  <a:pt x="2991298" y="171545"/>
                </a:lnTo>
                <a:lnTo>
                  <a:pt x="3007947" y="148638"/>
                </a:lnTo>
                <a:lnTo>
                  <a:pt x="3024597" y="125720"/>
                </a:lnTo>
                <a:lnTo>
                  <a:pt x="3041247" y="102803"/>
                </a:lnTo>
                <a:lnTo>
                  <a:pt x="3057896" y="79896"/>
                </a:lnTo>
                <a:lnTo>
                  <a:pt x="3074546" y="56979"/>
                </a:lnTo>
                <a:lnTo>
                  <a:pt x="3091196" y="34071"/>
                </a:lnTo>
                <a:lnTo>
                  <a:pt x="3107846" y="11154"/>
                </a:lnTo>
                <a:lnTo>
                  <a:pt x="3105483" y="9077"/>
                </a:lnTo>
                <a:lnTo>
                  <a:pt x="3078280" y="16850"/>
                </a:lnTo>
                <a:lnTo>
                  <a:pt x="3050410" y="21879"/>
                </a:lnTo>
                <a:lnTo>
                  <a:pt x="3022359" y="25803"/>
                </a:lnTo>
                <a:lnTo>
                  <a:pt x="2994231" y="29089"/>
                </a:lnTo>
                <a:lnTo>
                  <a:pt x="2966047" y="31937"/>
                </a:lnTo>
                <a:lnTo>
                  <a:pt x="2937843" y="34471"/>
                </a:lnTo>
                <a:lnTo>
                  <a:pt x="2909611" y="36747"/>
                </a:lnTo>
                <a:lnTo>
                  <a:pt x="2881360" y="38833"/>
                </a:lnTo>
                <a:lnTo>
                  <a:pt x="2853099" y="40738"/>
                </a:lnTo>
                <a:lnTo>
                  <a:pt x="2824829" y="42510"/>
                </a:lnTo>
                <a:lnTo>
                  <a:pt x="2796559" y="44158"/>
                </a:lnTo>
                <a:lnTo>
                  <a:pt x="2768279" y="45701"/>
                </a:lnTo>
                <a:lnTo>
                  <a:pt x="2739990" y="47149"/>
                </a:lnTo>
                <a:lnTo>
                  <a:pt x="2711701" y="48511"/>
                </a:lnTo>
                <a:lnTo>
                  <a:pt x="2683402" y="49787"/>
                </a:lnTo>
                <a:lnTo>
                  <a:pt x="2655103" y="51006"/>
                </a:lnTo>
                <a:lnTo>
                  <a:pt x="2626804" y="52149"/>
                </a:lnTo>
                <a:lnTo>
                  <a:pt x="2598506" y="53235"/>
                </a:lnTo>
                <a:lnTo>
                  <a:pt x="2570197" y="54264"/>
                </a:lnTo>
                <a:lnTo>
                  <a:pt x="2541889" y="55245"/>
                </a:lnTo>
                <a:lnTo>
                  <a:pt x="2513581" y="56178"/>
                </a:lnTo>
                <a:lnTo>
                  <a:pt x="2485273" y="57064"/>
                </a:lnTo>
                <a:lnTo>
                  <a:pt x="2456964" y="57902"/>
                </a:lnTo>
                <a:lnTo>
                  <a:pt x="2428646" y="58703"/>
                </a:lnTo>
                <a:lnTo>
                  <a:pt x="2400338" y="59465"/>
                </a:lnTo>
                <a:lnTo>
                  <a:pt x="2372020" y="60188"/>
                </a:lnTo>
                <a:lnTo>
                  <a:pt x="2343702" y="60874"/>
                </a:lnTo>
                <a:lnTo>
                  <a:pt x="2315394" y="61532"/>
                </a:lnTo>
                <a:lnTo>
                  <a:pt x="2287076" y="62160"/>
                </a:lnTo>
                <a:lnTo>
                  <a:pt x="2258759" y="62751"/>
                </a:lnTo>
                <a:lnTo>
                  <a:pt x="2230441" y="63313"/>
                </a:lnTo>
                <a:lnTo>
                  <a:pt x="2202123" y="63846"/>
                </a:lnTo>
                <a:lnTo>
                  <a:pt x="2173805" y="64351"/>
                </a:lnTo>
                <a:lnTo>
                  <a:pt x="2145478" y="64827"/>
                </a:lnTo>
                <a:lnTo>
                  <a:pt x="2117160" y="65265"/>
                </a:lnTo>
                <a:lnTo>
                  <a:pt x="2088842" y="65684"/>
                </a:lnTo>
                <a:lnTo>
                  <a:pt x="2060515" y="66104"/>
                </a:lnTo>
                <a:lnTo>
                  <a:pt x="2032197" y="66456"/>
                </a:lnTo>
                <a:lnTo>
                  <a:pt x="2003879" y="66808"/>
                </a:lnTo>
                <a:lnTo>
                  <a:pt x="1975552" y="67132"/>
                </a:lnTo>
                <a:lnTo>
                  <a:pt x="1947234" y="67437"/>
                </a:lnTo>
                <a:lnTo>
                  <a:pt x="1918907" y="67732"/>
                </a:lnTo>
                <a:lnTo>
                  <a:pt x="1890589" y="67970"/>
                </a:lnTo>
                <a:lnTo>
                  <a:pt x="1862261" y="68209"/>
                </a:lnTo>
                <a:lnTo>
                  <a:pt x="1833944" y="68428"/>
                </a:lnTo>
                <a:lnTo>
                  <a:pt x="1805616" y="68609"/>
                </a:lnTo>
                <a:lnTo>
                  <a:pt x="1777298" y="68799"/>
                </a:lnTo>
                <a:lnTo>
                  <a:pt x="1748971" y="68932"/>
                </a:lnTo>
                <a:lnTo>
                  <a:pt x="1720653" y="69066"/>
                </a:lnTo>
                <a:lnTo>
                  <a:pt x="1692326" y="69171"/>
                </a:lnTo>
                <a:lnTo>
                  <a:pt x="1663998" y="69256"/>
                </a:lnTo>
                <a:lnTo>
                  <a:pt x="1635681" y="69332"/>
                </a:lnTo>
                <a:lnTo>
                  <a:pt x="1607353" y="69371"/>
                </a:lnTo>
                <a:lnTo>
                  <a:pt x="1579035" y="69399"/>
                </a:lnTo>
                <a:lnTo>
                  <a:pt x="1550708" y="69409"/>
                </a:lnTo>
                <a:lnTo>
                  <a:pt x="1522381" y="69380"/>
                </a:lnTo>
                <a:lnTo>
                  <a:pt x="1494063" y="69352"/>
                </a:lnTo>
                <a:lnTo>
                  <a:pt x="1465736" y="69294"/>
                </a:lnTo>
                <a:lnTo>
                  <a:pt x="1437408" y="69218"/>
                </a:lnTo>
                <a:lnTo>
                  <a:pt x="1409090" y="69132"/>
                </a:lnTo>
                <a:lnTo>
                  <a:pt x="1380763" y="68999"/>
                </a:lnTo>
                <a:lnTo>
                  <a:pt x="1352445" y="68866"/>
                </a:lnTo>
                <a:lnTo>
                  <a:pt x="1324118" y="68704"/>
                </a:lnTo>
                <a:lnTo>
                  <a:pt x="1295800" y="68513"/>
                </a:lnTo>
                <a:lnTo>
                  <a:pt x="1267473" y="68332"/>
                </a:lnTo>
                <a:lnTo>
                  <a:pt x="1239155" y="68085"/>
                </a:lnTo>
                <a:lnTo>
                  <a:pt x="1210828" y="67847"/>
                </a:lnTo>
                <a:lnTo>
                  <a:pt x="1182510" y="67580"/>
                </a:lnTo>
                <a:lnTo>
                  <a:pt x="1154182" y="67285"/>
                </a:lnTo>
                <a:lnTo>
                  <a:pt x="1125865" y="66980"/>
                </a:lnTo>
                <a:lnTo>
                  <a:pt x="1097537" y="66627"/>
                </a:lnTo>
                <a:lnTo>
                  <a:pt x="1069219" y="66275"/>
                </a:lnTo>
                <a:lnTo>
                  <a:pt x="1040902" y="65884"/>
                </a:lnTo>
                <a:lnTo>
                  <a:pt x="1012574" y="65465"/>
                </a:lnTo>
                <a:lnTo>
                  <a:pt x="984256" y="65046"/>
                </a:lnTo>
                <a:lnTo>
                  <a:pt x="955939" y="64570"/>
                </a:lnTo>
                <a:lnTo>
                  <a:pt x="927621" y="64084"/>
                </a:lnTo>
                <a:lnTo>
                  <a:pt x="899303" y="63570"/>
                </a:lnTo>
                <a:lnTo>
                  <a:pt x="870976" y="63027"/>
                </a:lnTo>
                <a:lnTo>
                  <a:pt x="842658" y="62446"/>
                </a:lnTo>
                <a:lnTo>
                  <a:pt x="814349" y="61846"/>
                </a:lnTo>
                <a:lnTo>
                  <a:pt x="786032" y="61208"/>
                </a:lnTo>
                <a:lnTo>
                  <a:pt x="757714" y="60531"/>
                </a:lnTo>
                <a:lnTo>
                  <a:pt x="729396" y="59817"/>
                </a:lnTo>
                <a:lnTo>
                  <a:pt x="701088" y="59074"/>
                </a:lnTo>
                <a:lnTo>
                  <a:pt x="672770" y="58293"/>
                </a:lnTo>
                <a:lnTo>
                  <a:pt x="644462" y="57474"/>
                </a:lnTo>
                <a:lnTo>
                  <a:pt x="616153" y="56607"/>
                </a:lnTo>
                <a:lnTo>
                  <a:pt x="587835" y="55702"/>
                </a:lnTo>
                <a:lnTo>
                  <a:pt x="559537" y="54750"/>
                </a:lnTo>
                <a:lnTo>
                  <a:pt x="531228" y="53740"/>
                </a:lnTo>
                <a:lnTo>
                  <a:pt x="502920" y="52683"/>
                </a:lnTo>
                <a:lnTo>
                  <a:pt x="474621" y="51559"/>
                </a:lnTo>
                <a:lnTo>
                  <a:pt x="446322" y="50387"/>
                </a:lnTo>
                <a:lnTo>
                  <a:pt x="418024" y="49139"/>
                </a:lnTo>
                <a:lnTo>
                  <a:pt x="389734" y="47815"/>
                </a:lnTo>
                <a:lnTo>
                  <a:pt x="361445" y="46415"/>
                </a:lnTo>
                <a:lnTo>
                  <a:pt x="333156" y="44929"/>
                </a:lnTo>
                <a:lnTo>
                  <a:pt x="304876" y="43329"/>
                </a:lnTo>
                <a:lnTo>
                  <a:pt x="276606" y="41615"/>
                </a:lnTo>
                <a:lnTo>
                  <a:pt x="248345" y="39776"/>
                </a:lnTo>
                <a:lnTo>
                  <a:pt x="220094" y="37786"/>
                </a:lnTo>
                <a:lnTo>
                  <a:pt x="191853" y="35604"/>
                </a:lnTo>
                <a:lnTo>
                  <a:pt x="163630" y="33204"/>
                </a:lnTo>
                <a:lnTo>
                  <a:pt x="135436" y="30528"/>
                </a:lnTo>
                <a:lnTo>
                  <a:pt x="107280" y="27470"/>
                </a:lnTo>
                <a:lnTo>
                  <a:pt x="79181" y="23889"/>
                </a:lnTo>
                <a:lnTo>
                  <a:pt x="51206" y="19488"/>
                </a:lnTo>
                <a:lnTo>
                  <a:pt x="23536" y="134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0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35B60522-993C-4FFF-A5B6-5AF1D177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5962" y="2357180"/>
            <a:ext cx="3115951" cy="1973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1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05F41BE9-608F-4236-AE07-8721CDC9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6952" y="3140126"/>
            <a:ext cx="2353380" cy="593731"/>
          </a:xfrm>
          <a:custGeom xmlns:a="http://schemas.openxmlformats.org/drawingml/2006/main">
            <a:pathLst>
              <a:path w="2353380" h="593731">
                <a:moveTo>
                  <a:pt x="0" y="0"/>
                </a:moveTo>
                <a:lnTo>
                  <a:pt x="10858" y="19526"/>
                </a:lnTo>
                <a:lnTo>
                  <a:pt x="21727" y="39053"/>
                </a:lnTo>
                <a:lnTo>
                  <a:pt x="32585" y="58588"/>
                </a:lnTo>
                <a:lnTo>
                  <a:pt x="43444" y="78115"/>
                </a:lnTo>
                <a:lnTo>
                  <a:pt x="54312" y="97641"/>
                </a:lnTo>
                <a:lnTo>
                  <a:pt x="65170" y="117167"/>
                </a:lnTo>
                <a:lnTo>
                  <a:pt x="76038" y="136703"/>
                </a:lnTo>
                <a:lnTo>
                  <a:pt x="86897" y="156229"/>
                </a:lnTo>
                <a:lnTo>
                  <a:pt x="97755" y="175755"/>
                </a:lnTo>
                <a:lnTo>
                  <a:pt x="108623" y="195282"/>
                </a:lnTo>
                <a:lnTo>
                  <a:pt x="119482" y="214808"/>
                </a:lnTo>
                <a:lnTo>
                  <a:pt x="130340" y="234344"/>
                </a:lnTo>
                <a:lnTo>
                  <a:pt x="141208" y="253870"/>
                </a:lnTo>
                <a:lnTo>
                  <a:pt x="152067" y="273396"/>
                </a:lnTo>
                <a:lnTo>
                  <a:pt x="162925" y="292922"/>
                </a:lnTo>
                <a:lnTo>
                  <a:pt x="173793" y="312449"/>
                </a:lnTo>
                <a:lnTo>
                  <a:pt x="184652" y="331984"/>
                </a:lnTo>
                <a:lnTo>
                  <a:pt x="195520" y="351511"/>
                </a:lnTo>
                <a:lnTo>
                  <a:pt x="206378" y="371037"/>
                </a:lnTo>
                <a:lnTo>
                  <a:pt x="217237" y="390563"/>
                </a:lnTo>
                <a:lnTo>
                  <a:pt x="228105" y="410099"/>
                </a:lnTo>
                <a:lnTo>
                  <a:pt x="238963" y="429625"/>
                </a:lnTo>
                <a:lnTo>
                  <a:pt x="249822" y="449151"/>
                </a:lnTo>
                <a:lnTo>
                  <a:pt x="260690" y="468678"/>
                </a:lnTo>
                <a:lnTo>
                  <a:pt x="271548" y="488204"/>
                </a:lnTo>
                <a:lnTo>
                  <a:pt x="282407" y="507740"/>
                </a:lnTo>
                <a:lnTo>
                  <a:pt x="292379" y="527580"/>
                </a:lnTo>
                <a:lnTo>
                  <a:pt x="310344" y="540125"/>
                </a:lnTo>
                <a:lnTo>
                  <a:pt x="331603" y="546935"/>
                </a:lnTo>
                <a:lnTo>
                  <a:pt x="353378" y="551955"/>
                </a:lnTo>
                <a:lnTo>
                  <a:pt x="375352" y="556012"/>
                </a:lnTo>
                <a:lnTo>
                  <a:pt x="397431" y="559470"/>
                </a:lnTo>
                <a:lnTo>
                  <a:pt x="419567" y="562480"/>
                </a:lnTo>
                <a:lnTo>
                  <a:pt x="441760" y="565147"/>
                </a:lnTo>
                <a:lnTo>
                  <a:pt x="463972" y="567557"/>
                </a:lnTo>
                <a:lnTo>
                  <a:pt x="486213" y="569747"/>
                </a:lnTo>
                <a:lnTo>
                  <a:pt x="508464" y="571748"/>
                </a:lnTo>
                <a:lnTo>
                  <a:pt x="530733" y="573576"/>
                </a:lnTo>
                <a:lnTo>
                  <a:pt x="553022" y="575291"/>
                </a:lnTo>
                <a:lnTo>
                  <a:pt x="575310" y="576863"/>
                </a:lnTo>
                <a:lnTo>
                  <a:pt x="597608" y="578329"/>
                </a:lnTo>
                <a:lnTo>
                  <a:pt x="619906" y="579692"/>
                </a:lnTo>
                <a:lnTo>
                  <a:pt x="642223" y="580958"/>
                </a:lnTo>
                <a:lnTo>
                  <a:pt x="664531" y="582139"/>
                </a:lnTo>
                <a:lnTo>
                  <a:pt x="686848" y="583254"/>
                </a:lnTo>
                <a:lnTo>
                  <a:pt x="709174" y="584283"/>
                </a:lnTo>
                <a:lnTo>
                  <a:pt x="731501" y="585245"/>
                </a:lnTo>
                <a:lnTo>
                  <a:pt x="753828" y="586140"/>
                </a:lnTo>
                <a:lnTo>
                  <a:pt x="776154" y="586978"/>
                </a:lnTo>
                <a:lnTo>
                  <a:pt x="798490" y="587759"/>
                </a:lnTo>
                <a:lnTo>
                  <a:pt x="820826" y="588474"/>
                </a:lnTo>
                <a:lnTo>
                  <a:pt x="843163" y="589150"/>
                </a:lnTo>
                <a:lnTo>
                  <a:pt x="865499" y="589759"/>
                </a:lnTo>
                <a:lnTo>
                  <a:pt x="887835" y="590331"/>
                </a:lnTo>
                <a:lnTo>
                  <a:pt x="910171" y="590855"/>
                </a:lnTo>
                <a:lnTo>
                  <a:pt x="932517" y="591331"/>
                </a:lnTo>
                <a:lnTo>
                  <a:pt x="954862" y="591750"/>
                </a:lnTo>
                <a:lnTo>
                  <a:pt x="977198" y="592141"/>
                </a:lnTo>
                <a:lnTo>
                  <a:pt x="999544" y="592474"/>
                </a:lnTo>
                <a:lnTo>
                  <a:pt x="1021890" y="592779"/>
                </a:lnTo>
                <a:lnTo>
                  <a:pt x="1044235" y="593036"/>
                </a:lnTo>
                <a:lnTo>
                  <a:pt x="1066581" y="593255"/>
                </a:lnTo>
                <a:lnTo>
                  <a:pt x="1088917" y="593427"/>
                </a:lnTo>
                <a:lnTo>
                  <a:pt x="1111263" y="593560"/>
                </a:lnTo>
                <a:lnTo>
                  <a:pt x="1133608" y="593665"/>
                </a:lnTo>
                <a:lnTo>
                  <a:pt x="1155954" y="593722"/>
                </a:lnTo>
                <a:lnTo>
                  <a:pt x="1178300" y="593731"/>
                </a:lnTo>
                <a:lnTo>
                  <a:pt x="1200655" y="593712"/>
                </a:lnTo>
                <a:lnTo>
                  <a:pt x="1223000" y="593646"/>
                </a:lnTo>
                <a:lnTo>
                  <a:pt x="1245346" y="593550"/>
                </a:lnTo>
                <a:lnTo>
                  <a:pt x="1267682" y="593408"/>
                </a:lnTo>
                <a:lnTo>
                  <a:pt x="1290028" y="593227"/>
                </a:lnTo>
                <a:lnTo>
                  <a:pt x="1312374" y="593007"/>
                </a:lnTo>
                <a:lnTo>
                  <a:pt x="1334719" y="592741"/>
                </a:lnTo>
                <a:lnTo>
                  <a:pt x="1357065" y="592436"/>
                </a:lnTo>
                <a:lnTo>
                  <a:pt x="1379411" y="592093"/>
                </a:lnTo>
                <a:lnTo>
                  <a:pt x="1401747" y="591712"/>
                </a:lnTo>
                <a:lnTo>
                  <a:pt x="1424092" y="591274"/>
                </a:lnTo>
                <a:lnTo>
                  <a:pt x="1446438" y="590798"/>
                </a:lnTo>
                <a:lnTo>
                  <a:pt x="1468774" y="590264"/>
                </a:lnTo>
                <a:lnTo>
                  <a:pt x="1491110" y="589693"/>
                </a:lnTo>
                <a:lnTo>
                  <a:pt x="1513446" y="589074"/>
                </a:lnTo>
                <a:lnTo>
                  <a:pt x="1535782" y="588397"/>
                </a:lnTo>
                <a:lnTo>
                  <a:pt x="1558119" y="587673"/>
                </a:lnTo>
                <a:lnTo>
                  <a:pt x="1580455" y="586883"/>
                </a:lnTo>
                <a:lnTo>
                  <a:pt x="1602781" y="586035"/>
                </a:lnTo>
                <a:lnTo>
                  <a:pt x="1625108" y="585130"/>
                </a:lnTo>
                <a:lnTo>
                  <a:pt x="1647434" y="584159"/>
                </a:lnTo>
                <a:lnTo>
                  <a:pt x="1669752" y="583121"/>
                </a:lnTo>
                <a:lnTo>
                  <a:pt x="1692069" y="582006"/>
                </a:lnTo>
                <a:lnTo>
                  <a:pt x="1714386" y="580806"/>
                </a:lnTo>
                <a:lnTo>
                  <a:pt x="1736693" y="579539"/>
                </a:lnTo>
                <a:lnTo>
                  <a:pt x="1759001" y="578158"/>
                </a:lnTo>
                <a:lnTo>
                  <a:pt x="1781299" y="576682"/>
                </a:lnTo>
                <a:lnTo>
                  <a:pt x="1803587" y="575091"/>
                </a:lnTo>
                <a:lnTo>
                  <a:pt x="1825866" y="573376"/>
                </a:lnTo>
                <a:lnTo>
                  <a:pt x="1848136" y="571519"/>
                </a:lnTo>
                <a:lnTo>
                  <a:pt x="1870386" y="569500"/>
                </a:lnTo>
                <a:lnTo>
                  <a:pt x="1892627" y="567290"/>
                </a:lnTo>
                <a:lnTo>
                  <a:pt x="1914839" y="564852"/>
                </a:lnTo>
                <a:lnTo>
                  <a:pt x="1937014" y="562137"/>
                </a:lnTo>
                <a:lnTo>
                  <a:pt x="1959150" y="559079"/>
                </a:lnTo>
                <a:lnTo>
                  <a:pt x="1981219" y="555574"/>
                </a:lnTo>
                <a:lnTo>
                  <a:pt x="2003174" y="551421"/>
                </a:lnTo>
                <a:lnTo>
                  <a:pt x="2024910" y="546249"/>
                </a:lnTo>
                <a:lnTo>
                  <a:pt x="2046065" y="539105"/>
                </a:lnTo>
                <a:lnTo>
                  <a:pt x="2062305" y="525056"/>
                </a:lnTo>
                <a:lnTo>
                  <a:pt x="2072840" y="505435"/>
                </a:lnTo>
                <a:lnTo>
                  <a:pt x="2083708" y="485908"/>
                </a:lnTo>
                <a:lnTo>
                  <a:pt x="2094567" y="466382"/>
                </a:lnTo>
                <a:lnTo>
                  <a:pt x="2105435" y="446856"/>
                </a:lnTo>
                <a:lnTo>
                  <a:pt x="2116293" y="427320"/>
                </a:lnTo>
                <a:lnTo>
                  <a:pt x="2127152" y="407794"/>
                </a:lnTo>
                <a:lnTo>
                  <a:pt x="2138020" y="388268"/>
                </a:lnTo>
                <a:lnTo>
                  <a:pt x="2148878" y="368741"/>
                </a:lnTo>
                <a:lnTo>
                  <a:pt x="2159737" y="349206"/>
                </a:lnTo>
                <a:lnTo>
                  <a:pt x="2170605" y="329679"/>
                </a:lnTo>
                <a:lnTo>
                  <a:pt x="2181463" y="310153"/>
                </a:lnTo>
                <a:lnTo>
                  <a:pt x="2192322" y="290627"/>
                </a:lnTo>
                <a:lnTo>
                  <a:pt x="2203190" y="271101"/>
                </a:lnTo>
                <a:lnTo>
                  <a:pt x="2214048" y="251565"/>
                </a:lnTo>
                <a:lnTo>
                  <a:pt x="2224916" y="232039"/>
                </a:lnTo>
                <a:lnTo>
                  <a:pt x="2235775" y="212512"/>
                </a:lnTo>
                <a:lnTo>
                  <a:pt x="2246633" y="192986"/>
                </a:lnTo>
                <a:lnTo>
                  <a:pt x="2257501" y="173460"/>
                </a:lnTo>
                <a:lnTo>
                  <a:pt x="2268360" y="153924"/>
                </a:lnTo>
                <a:lnTo>
                  <a:pt x="2279218" y="134398"/>
                </a:lnTo>
                <a:lnTo>
                  <a:pt x="2290086" y="114872"/>
                </a:lnTo>
                <a:lnTo>
                  <a:pt x="2300945" y="95345"/>
                </a:lnTo>
                <a:lnTo>
                  <a:pt x="2311803" y="75809"/>
                </a:lnTo>
                <a:lnTo>
                  <a:pt x="2322671" y="56283"/>
                </a:lnTo>
                <a:lnTo>
                  <a:pt x="2333530" y="36757"/>
                </a:lnTo>
                <a:lnTo>
                  <a:pt x="2344398" y="17231"/>
                </a:lnTo>
                <a:lnTo>
                  <a:pt x="2353380" y="2543"/>
                </a:lnTo>
                <a:lnTo>
                  <a:pt x="2334701" y="13983"/>
                </a:lnTo>
                <a:lnTo>
                  <a:pt x="2313184" y="19983"/>
                </a:lnTo>
                <a:lnTo>
                  <a:pt x="2291286" y="24413"/>
                </a:lnTo>
                <a:lnTo>
                  <a:pt x="2269236" y="28032"/>
                </a:lnTo>
                <a:lnTo>
                  <a:pt x="2247109" y="31128"/>
                </a:lnTo>
                <a:lnTo>
                  <a:pt x="2224926" y="33842"/>
                </a:lnTo>
                <a:lnTo>
                  <a:pt x="2202713" y="36271"/>
                </a:lnTo>
                <a:lnTo>
                  <a:pt x="2180482" y="38481"/>
                </a:lnTo>
                <a:lnTo>
                  <a:pt x="2158222" y="40500"/>
                </a:lnTo>
                <a:lnTo>
                  <a:pt x="2135953" y="42358"/>
                </a:lnTo>
                <a:lnTo>
                  <a:pt x="2113674" y="44082"/>
                </a:lnTo>
                <a:lnTo>
                  <a:pt x="2091385" y="45691"/>
                </a:lnTo>
                <a:lnTo>
                  <a:pt x="2069097" y="47196"/>
                </a:lnTo>
                <a:lnTo>
                  <a:pt x="2046789" y="48616"/>
                </a:lnTo>
                <a:lnTo>
                  <a:pt x="2024491" y="49949"/>
                </a:lnTo>
                <a:lnTo>
                  <a:pt x="2002174" y="51197"/>
                </a:lnTo>
                <a:lnTo>
                  <a:pt x="1979867" y="52378"/>
                </a:lnTo>
                <a:lnTo>
                  <a:pt x="1957540" y="53502"/>
                </a:lnTo>
                <a:lnTo>
                  <a:pt x="1935223" y="54559"/>
                </a:lnTo>
                <a:lnTo>
                  <a:pt x="1912896" y="55569"/>
                </a:lnTo>
                <a:lnTo>
                  <a:pt x="1890579" y="56521"/>
                </a:lnTo>
                <a:lnTo>
                  <a:pt x="1868243" y="57426"/>
                </a:lnTo>
                <a:lnTo>
                  <a:pt x="1845916" y="58283"/>
                </a:lnTo>
                <a:lnTo>
                  <a:pt x="1823590" y="59103"/>
                </a:lnTo>
                <a:lnTo>
                  <a:pt x="1801254" y="59874"/>
                </a:lnTo>
                <a:lnTo>
                  <a:pt x="1778918" y="60617"/>
                </a:lnTo>
                <a:lnTo>
                  <a:pt x="1756581" y="61312"/>
                </a:lnTo>
                <a:lnTo>
                  <a:pt x="1734245" y="61979"/>
                </a:lnTo>
                <a:lnTo>
                  <a:pt x="1711909" y="62598"/>
                </a:lnTo>
                <a:lnTo>
                  <a:pt x="1689573" y="63198"/>
                </a:lnTo>
                <a:lnTo>
                  <a:pt x="1667237" y="63751"/>
                </a:lnTo>
                <a:lnTo>
                  <a:pt x="1644901" y="64284"/>
                </a:lnTo>
                <a:lnTo>
                  <a:pt x="1622555" y="64789"/>
                </a:lnTo>
                <a:lnTo>
                  <a:pt x="1600219" y="65256"/>
                </a:lnTo>
                <a:lnTo>
                  <a:pt x="1577873" y="65703"/>
                </a:lnTo>
                <a:lnTo>
                  <a:pt x="1555528" y="66123"/>
                </a:lnTo>
                <a:lnTo>
                  <a:pt x="1533192" y="66504"/>
                </a:lnTo>
                <a:lnTo>
                  <a:pt x="1510846" y="66866"/>
                </a:lnTo>
                <a:lnTo>
                  <a:pt x="1488500" y="67199"/>
                </a:lnTo>
                <a:lnTo>
                  <a:pt x="1466164" y="67513"/>
                </a:lnTo>
                <a:lnTo>
                  <a:pt x="1443819" y="67799"/>
                </a:lnTo>
                <a:lnTo>
                  <a:pt x="1421473" y="68066"/>
                </a:lnTo>
                <a:lnTo>
                  <a:pt x="1399127" y="68304"/>
                </a:lnTo>
                <a:lnTo>
                  <a:pt x="1376782" y="68513"/>
                </a:lnTo>
                <a:lnTo>
                  <a:pt x="1354436" y="68704"/>
                </a:lnTo>
                <a:lnTo>
                  <a:pt x="1332090" y="68875"/>
                </a:lnTo>
                <a:lnTo>
                  <a:pt x="1309745" y="69018"/>
                </a:lnTo>
                <a:lnTo>
                  <a:pt x="1287399" y="69142"/>
                </a:lnTo>
                <a:lnTo>
                  <a:pt x="1265053" y="69228"/>
                </a:lnTo>
                <a:lnTo>
                  <a:pt x="1242708" y="69304"/>
                </a:lnTo>
                <a:lnTo>
                  <a:pt x="1220362" y="69371"/>
                </a:lnTo>
                <a:lnTo>
                  <a:pt x="1198016" y="69399"/>
                </a:lnTo>
                <a:lnTo>
                  <a:pt x="1175671" y="69409"/>
                </a:lnTo>
                <a:lnTo>
                  <a:pt x="1153325" y="69399"/>
                </a:lnTo>
                <a:lnTo>
                  <a:pt x="1130979" y="69361"/>
                </a:lnTo>
                <a:lnTo>
                  <a:pt x="1108634" y="69294"/>
                </a:lnTo>
                <a:lnTo>
                  <a:pt x="1086288" y="69218"/>
                </a:lnTo>
                <a:lnTo>
                  <a:pt x="1063943" y="69123"/>
                </a:lnTo>
                <a:lnTo>
                  <a:pt x="1041597" y="68999"/>
                </a:lnTo>
                <a:lnTo>
                  <a:pt x="1019251" y="68856"/>
                </a:lnTo>
                <a:lnTo>
                  <a:pt x="996906" y="68685"/>
                </a:lnTo>
                <a:lnTo>
                  <a:pt x="974560" y="68485"/>
                </a:lnTo>
                <a:lnTo>
                  <a:pt x="952214" y="68275"/>
                </a:lnTo>
                <a:lnTo>
                  <a:pt x="929869" y="68037"/>
                </a:lnTo>
                <a:lnTo>
                  <a:pt x="907532" y="67770"/>
                </a:lnTo>
                <a:lnTo>
                  <a:pt x="885187" y="67475"/>
                </a:lnTo>
                <a:lnTo>
                  <a:pt x="862841" y="67161"/>
                </a:lnTo>
                <a:lnTo>
                  <a:pt x="840496" y="66827"/>
                </a:lnTo>
                <a:lnTo>
                  <a:pt x="818159" y="66456"/>
                </a:lnTo>
                <a:lnTo>
                  <a:pt x="795814" y="66075"/>
                </a:lnTo>
                <a:lnTo>
                  <a:pt x="773468" y="65656"/>
                </a:lnTo>
                <a:lnTo>
                  <a:pt x="751132" y="65199"/>
                </a:lnTo>
                <a:lnTo>
                  <a:pt x="728786" y="64732"/>
                </a:lnTo>
                <a:lnTo>
                  <a:pt x="706450" y="64227"/>
                </a:lnTo>
                <a:lnTo>
                  <a:pt x="684105" y="63694"/>
                </a:lnTo>
                <a:lnTo>
                  <a:pt x="661768" y="63122"/>
                </a:lnTo>
                <a:lnTo>
                  <a:pt x="639432" y="62532"/>
                </a:lnTo>
                <a:lnTo>
                  <a:pt x="617096" y="61903"/>
                </a:lnTo>
                <a:lnTo>
                  <a:pt x="594760" y="61236"/>
                </a:lnTo>
                <a:lnTo>
                  <a:pt x="572424" y="60531"/>
                </a:lnTo>
                <a:lnTo>
                  <a:pt x="550088" y="59788"/>
                </a:lnTo>
                <a:lnTo>
                  <a:pt x="527761" y="59007"/>
                </a:lnTo>
                <a:lnTo>
                  <a:pt x="505425" y="58188"/>
                </a:lnTo>
                <a:lnTo>
                  <a:pt x="483098" y="57321"/>
                </a:lnTo>
                <a:lnTo>
                  <a:pt x="460772" y="56417"/>
                </a:lnTo>
                <a:lnTo>
                  <a:pt x="438445" y="55455"/>
                </a:lnTo>
                <a:lnTo>
                  <a:pt x="416119" y="54445"/>
                </a:lnTo>
                <a:lnTo>
                  <a:pt x="393802" y="53378"/>
                </a:lnTo>
                <a:lnTo>
                  <a:pt x="371485" y="52245"/>
                </a:lnTo>
                <a:lnTo>
                  <a:pt x="349167" y="51054"/>
                </a:lnTo>
                <a:lnTo>
                  <a:pt x="326860" y="49797"/>
                </a:lnTo>
                <a:lnTo>
                  <a:pt x="304552" y="48454"/>
                </a:lnTo>
                <a:lnTo>
                  <a:pt x="282254" y="47025"/>
                </a:lnTo>
                <a:lnTo>
                  <a:pt x="259966" y="45510"/>
                </a:lnTo>
                <a:lnTo>
                  <a:pt x="237677" y="43891"/>
                </a:lnTo>
                <a:lnTo>
                  <a:pt x="215398" y="42148"/>
                </a:lnTo>
                <a:lnTo>
                  <a:pt x="193129" y="40272"/>
                </a:lnTo>
                <a:lnTo>
                  <a:pt x="170879" y="38233"/>
                </a:lnTo>
                <a:lnTo>
                  <a:pt x="148647" y="36005"/>
                </a:lnTo>
                <a:lnTo>
                  <a:pt x="126435" y="33538"/>
                </a:lnTo>
                <a:lnTo>
                  <a:pt x="104261" y="30785"/>
                </a:lnTo>
                <a:lnTo>
                  <a:pt x="82134" y="27632"/>
                </a:lnTo>
                <a:lnTo>
                  <a:pt x="60093" y="23946"/>
                </a:lnTo>
                <a:lnTo>
                  <a:pt x="38224" y="19374"/>
                </a:lnTo>
                <a:lnTo>
                  <a:pt x="16802" y="130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040A14DC-FA67-4D7F-8CC2-BCEA2986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6952" y="3041428"/>
            <a:ext cx="2353961" cy="1973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68848304-0212-49B1-AE84-6FA3AB69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8589" y="3824373"/>
            <a:ext cx="1767278" cy="593731"/>
          </a:xfrm>
          <a:custGeom xmlns:a="http://schemas.openxmlformats.org/drawingml/2006/main">
            <a:pathLst>
              <a:path w="1767278" h="593731">
                <a:moveTo>
                  <a:pt x="0" y="0"/>
                </a:moveTo>
                <a:lnTo>
                  <a:pt x="7963" y="15745"/>
                </a:lnTo>
                <a:lnTo>
                  <a:pt x="15926" y="31480"/>
                </a:lnTo>
                <a:lnTo>
                  <a:pt x="23889" y="47225"/>
                </a:lnTo>
                <a:lnTo>
                  <a:pt x="31852" y="62960"/>
                </a:lnTo>
                <a:lnTo>
                  <a:pt x="39824" y="78705"/>
                </a:lnTo>
                <a:lnTo>
                  <a:pt x="47787" y="94440"/>
                </a:lnTo>
                <a:lnTo>
                  <a:pt x="55750" y="110185"/>
                </a:lnTo>
                <a:lnTo>
                  <a:pt x="63713" y="125930"/>
                </a:lnTo>
                <a:lnTo>
                  <a:pt x="71676" y="141665"/>
                </a:lnTo>
                <a:lnTo>
                  <a:pt x="79639" y="157410"/>
                </a:lnTo>
                <a:lnTo>
                  <a:pt x="87601" y="173145"/>
                </a:lnTo>
                <a:lnTo>
                  <a:pt x="95564" y="188890"/>
                </a:lnTo>
                <a:lnTo>
                  <a:pt x="103527" y="204635"/>
                </a:lnTo>
                <a:lnTo>
                  <a:pt x="111500" y="220370"/>
                </a:lnTo>
                <a:lnTo>
                  <a:pt x="119463" y="236115"/>
                </a:lnTo>
                <a:lnTo>
                  <a:pt x="127425" y="251851"/>
                </a:lnTo>
                <a:lnTo>
                  <a:pt x="135388" y="267595"/>
                </a:lnTo>
                <a:lnTo>
                  <a:pt x="143351" y="283331"/>
                </a:lnTo>
                <a:lnTo>
                  <a:pt x="151314" y="299075"/>
                </a:lnTo>
                <a:lnTo>
                  <a:pt x="159277" y="314820"/>
                </a:lnTo>
                <a:lnTo>
                  <a:pt x="167240" y="330556"/>
                </a:lnTo>
                <a:lnTo>
                  <a:pt x="175203" y="346300"/>
                </a:lnTo>
                <a:lnTo>
                  <a:pt x="183175" y="362036"/>
                </a:lnTo>
                <a:lnTo>
                  <a:pt x="191138" y="377781"/>
                </a:lnTo>
                <a:lnTo>
                  <a:pt x="199101" y="393525"/>
                </a:lnTo>
                <a:lnTo>
                  <a:pt x="207064" y="409261"/>
                </a:lnTo>
                <a:lnTo>
                  <a:pt x="215027" y="425006"/>
                </a:lnTo>
                <a:lnTo>
                  <a:pt x="222990" y="440741"/>
                </a:lnTo>
                <a:lnTo>
                  <a:pt x="230953" y="456486"/>
                </a:lnTo>
                <a:lnTo>
                  <a:pt x="238916" y="472221"/>
                </a:lnTo>
                <a:lnTo>
                  <a:pt x="246878" y="487966"/>
                </a:lnTo>
                <a:lnTo>
                  <a:pt x="254851" y="503711"/>
                </a:lnTo>
                <a:lnTo>
                  <a:pt x="262814" y="519446"/>
                </a:lnTo>
                <a:lnTo>
                  <a:pt x="270824" y="534762"/>
                </a:lnTo>
                <a:lnTo>
                  <a:pt x="285836" y="543887"/>
                </a:lnTo>
                <a:lnTo>
                  <a:pt x="302352" y="550078"/>
                </a:lnTo>
                <a:lnTo>
                  <a:pt x="319316" y="554879"/>
                </a:lnTo>
                <a:lnTo>
                  <a:pt x="336499" y="558860"/>
                </a:lnTo>
                <a:lnTo>
                  <a:pt x="353806" y="562280"/>
                </a:lnTo>
                <a:lnTo>
                  <a:pt x="371189" y="565280"/>
                </a:lnTo>
                <a:lnTo>
                  <a:pt x="388630" y="567947"/>
                </a:lnTo>
                <a:lnTo>
                  <a:pt x="406108" y="570347"/>
                </a:lnTo>
                <a:lnTo>
                  <a:pt x="423615" y="572529"/>
                </a:lnTo>
                <a:lnTo>
                  <a:pt x="441141" y="574510"/>
                </a:lnTo>
                <a:lnTo>
                  <a:pt x="458686" y="576348"/>
                </a:lnTo>
                <a:lnTo>
                  <a:pt x="476250" y="578015"/>
                </a:lnTo>
                <a:lnTo>
                  <a:pt x="493824" y="579577"/>
                </a:lnTo>
                <a:lnTo>
                  <a:pt x="511407" y="581006"/>
                </a:lnTo>
                <a:lnTo>
                  <a:pt x="528990" y="582330"/>
                </a:lnTo>
                <a:lnTo>
                  <a:pt x="546592" y="583549"/>
                </a:lnTo>
                <a:lnTo>
                  <a:pt x="564194" y="584692"/>
                </a:lnTo>
                <a:lnTo>
                  <a:pt x="581806" y="585740"/>
                </a:lnTo>
                <a:lnTo>
                  <a:pt x="599418" y="586702"/>
                </a:lnTo>
                <a:lnTo>
                  <a:pt x="617039" y="587607"/>
                </a:lnTo>
                <a:lnTo>
                  <a:pt x="634660" y="588426"/>
                </a:lnTo>
                <a:lnTo>
                  <a:pt x="652282" y="589178"/>
                </a:lnTo>
                <a:lnTo>
                  <a:pt x="669912" y="589864"/>
                </a:lnTo>
                <a:lnTo>
                  <a:pt x="687543" y="590493"/>
                </a:lnTo>
                <a:lnTo>
                  <a:pt x="705174" y="591055"/>
                </a:lnTo>
                <a:lnTo>
                  <a:pt x="722805" y="591569"/>
                </a:lnTo>
                <a:lnTo>
                  <a:pt x="740445" y="592026"/>
                </a:lnTo>
                <a:lnTo>
                  <a:pt x="758076" y="592417"/>
                </a:lnTo>
                <a:lnTo>
                  <a:pt x="775716" y="592760"/>
                </a:lnTo>
                <a:lnTo>
                  <a:pt x="793356" y="593046"/>
                </a:lnTo>
                <a:lnTo>
                  <a:pt x="810997" y="593293"/>
                </a:lnTo>
                <a:lnTo>
                  <a:pt x="828637" y="593474"/>
                </a:lnTo>
                <a:lnTo>
                  <a:pt x="846277" y="593608"/>
                </a:lnTo>
                <a:lnTo>
                  <a:pt x="863918" y="593693"/>
                </a:lnTo>
                <a:lnTo>
                  <a:pt x="881558" y="593731"/>
                </a:lnTo>
                <a:lnTo>
                  <a:pt x="899198" y="593722"/>
                </a:lnTo>
                <a:lnTo>
                  <a:pt x="916838" y="593655"/>
                </a:lnTo>
                <a:lnTo>
                  <a:pt x="934479" y="593541"/>
                </a:lnTo>
                <a:lnTo>
                  <a:pt x="952119" y="593369"/>
                </a:lnTo>
                <a:lnTo>
                  <a:pt x="969759" y="593160"/>
                </a:lnTo>
                <a:lnTo>
                  <a:pt x="987390" y="592893"/>
                </a:lnTo>
                <a:lnTo>
                  <a:pt x="1005030" y="592569"/>
                </a:lnTo>
                <a:lnTo>
                  <a:pt x="1022671" y="592198"/>
                </a:lnTo>
                <a:lnTo>
                  <a:pt x="1040301" y="591769"/>
                </a:lnTo>
                <a:lnTo>
                  <a:pt x="1057942" y="591293"/>
                </a:lnTo>
                <a:lnTo>
                  <a:pt x="1075573" y="590741"/>
                </a:lnTo>
                <a:lnTo>
                  <a:pt x="1093203" y="590140"/>
                </a:lnTo>
                <a:lnTo>
                  <a:pt x="1110834" y="589483"/>
                </a:lnTo>
                <a:lnTo>
                  <a:pt x="1128455" y="588759"/>
                </a:lnTo>
                <a:lnTo>
                  <a:pt x="1146077" y="587959"/>
                </a:lnTo>
                <a:lnTo>
                  <a:pt x="1163698" y="587102"/>
                </a:lnTo>
                <a:lnTo>
                  <a:pt x="1181319" y="586169"/>
                </a:lnTo>
                <a:lnTo>
                  <a:pt x="1198931" y="585149"/>
                </a:lnTo>
                <a:lnTo>
                  <a:pt x="1216533" y="584054"/>
                </a:lnTo>
                <a:lnTo>
                  <a:pt x="1234135" y="582863"/>
                </a:lnTo>
                <a:lnTo>
                  <a:pt x="1251728" y="581587"/>
                </a:lnTo>
                <a:lnTo>
                  <a:pt x="1269311" y="580196"/>
                </a:lnTo>
                <a:lnTo>
                  <a:pt x="1286894" y="578701"/>
                </a:lnTo>
                <a:lnTo>
                  <a:pt x="1304458" y="577082"/>
                </a:lnTo>
                <a:lnTo>
                  <a:pt x="1322013" y="575329"/>
                </a:lnTo>
                <a:lnTo>
                  <a:pt x="1339548" y="573405"/>
                </a:lnTo>
                <a:lnTo>
                  <a:pt x="1357065" y="571310"/>
                </a:lnTo>
                <a:lnTo>
                  <a:pt x="1374553" y="569014"/>
                </a:lnTo>
                <a:lnTo>
                  <a:pt x="1392012" y="566461"/>
                </a:lnTo>
                <a:lnTo>
                  <a:pt x="1409414" y="563613"/>
                </a:lnTo>
                <a:lnTo>
                  <a:pt x="1426759" y="560394"/>
                </a:lnTo>
                <a:lnTo>
                  <a:pt x="1444009" y="556679"/>
                </a:lnTo>
                <a:lnTo>
                  <a:pt x="1461087" y="552269"/>
                </a:lnTo>
                <a:lnTo>
                  <a:pt x="1477842" y="546783"/>
                </a:lnTo>
                <a:lnTo>
                  <a:pt x="1493777" y="539258"/>
                </a:lnTo>
                <a:lnTo>
                  <a:pt x="1505207" y="526437"/>
                </a:lnTo>
                <a:lnTo>
                  <a:pt x="1512427" y="510483"/>
                </a:lnTo>
                <a:lnTo>
                  <a:pt x="1520390" y="494738"/>
                </a:lnTo>
                <a:lnTo>
                  <a:pt x="1528353" y="479003"/>
                </a:lnTo>
                <a:lnTo>
                  <a:pt x="1536316" y="463258"/>
                </a:lnTo>
                <a:lnTo>
                  <a:pt x="1544288" y="447523"/>
                </a:lnTo>
                <a:lnTo>
                  <a:pt x="1552251" y="431778"/>
                </a:lnTo>
                <a:lnTo>
                  <a:pt x="1560214" y="416042"/>
                </a:lnTo>
                <a:lnTo>
                  <a:pt x="1568177" y="400298"/>
                </a:lnTo>
                <a:lnTo>
                  <a:pt x="1576140" y="384553"/>
                </a:lnTo>
                <a:lnTo>
                  <a:pt x="1584103" y="368818"/>
                </a:lnTo>
                <a:lnTo>
                  <a:pt x="1592066" y="353073"/>
                </a:lnTo>
                <a:lnTo>
                  <a:pt x="1600029" y="337337"/>
                </a:lnTo>
                <a:lnTo>
                  <a:pt x="1607991" y="321593"/>
                </a:lnTo>
                <a:lnTo>
                  <a:pt x="1615964" y="305848"/>
                </a:lnTo>
                <a:lnTo>
                  <a:pt x="1623927" y="290112"/>
                </a:lnTo>
                <a:lnTo>
                  <a:pt x="1631890" y="274368"/>
                </a:lnTo>
                <a:lnTo>
                  <a:pt x="1639853" y="258632"/>
                </a:lnTo>
                <a:lnTo>
                  <a:pt x="1647815" y="242888"/>
                </a:lnTo>
                <a:lnTo>
                  <a:pt x="1655778" y="227152"/>
                </a:lnTo>
                <a:lnTo>
                  <a:pt x="1663741" y="211407"/>
                </a:lnTo>
                <a:lnTo>
                  <a:pt x="1671704" y="195663"/>
                </a:lnTo>
                <a:lnTo>
                  <a:pt x="1679667" y="179927"/>
                </a:lnTo>
                <a:lnTo>
                  <a:pt x="1687640" y="164182"/>
                </a:lnTo>
                <a:lnTo>
                  <a:pt x="1695602" y="148447"/>
                </a:lnTo>
                <a:lnTo>
                  <a:pt x="1703565" y="132702"/>
                </a:lnTo>
                <a:lnTo>
                  <a:pt x="1711528" y="116967"/>
                </a:lnTo>
                <a:lnTo>
                  <a:pt x="1719491" y="101222"/>
                </a:lnTo>
                <a:lnTo>
                  <a:pt x="1727454" y="85477"/>
                </a:lnTo>
                <a:lnTo>
                  <a:pt x="1735417" y="69742"/>
                </a:lnTo>
                <a:lnTo>
                  <a:pt x="1743380" y="53997"/>
                </a:lnTo>
                <a:lnTo>
                  <a:pt x="1751343" y="38262"/>
                </a:lnTo>
                <a:lnTo>
                  <a:pt x="1759315" y="22517"/>
                </a:lnTo>
                <a:lnTo>
                  <a:pt x="1767278" y="6772"/>
                </a:lnTo>
                <a:lnTo>
                  <a:pt x="1765706" y="8334"/>
                </a:lnTo>
                <a:lnTo>
                  <a:pt x="1750162" y="16516"/>
                </a:lnTo>
                <a:lnTo>
                  <a:pt x="1733369" y="21908"/>
                </a:lnTo>
                <a:lnTo>
                  <a:pt x="1716234" y="26089"/>
                </a:lnTo>
                <a:lnTo>
                  <a:pt x="1698946" y="29575"/>
                </a:lnTo>
                <a:lnTo>
                  <a:pt x="1681563" y="32595"/>
                </a:lnTo>
                <a:lnTo>
                  <a:pt x="1664122" y="35252"/>
                </a:lnTo>
                <a:lnTo>
                  <a:pt x="1646644" y="37652"/>
                </a:lnTo>
                <a:lnTo>
                  <a:pt x="1629137" y="39834"/>
                </a:lnTo>
                <a:lnTo>
                  <a:pt x="1611611" y="41834"/>
                </a:lnTo>
                <a:lnTo>
                  <a:pt x="1594066" y="43672"/>
                </a:lnTo>
                <a:lnTo>
                  <a:pt x="1576511" y="45387"/>
                </a:lnTo>
                <a:lnTo>
                  <a:pt x="1558947" y="46977"/>
                </a:lnTo>
                <a:lnTo>
                  <a:pt x="1541364" y="48473"/>
                </a:lnTo>
                <a:lnTo>
                  <a:pt x="1523781" y="49873"/>
                </a:lnTo>
                <a:lnTo>
                  <a:pt x="1506188" y="51187"/>
                </a:lnTo>
                <a:lnTo>
                  <a:pt x="1488596" y="52426"/>
                </a:lnTo>
                <a:lnTo>
                  <a:pt x="1470993" y="53597"/>
                </a:lnTo>
                <a:lnTo>
                  <a:pt x="1453382" y="54702"/>
                </a:lnTo>
                <a:lnTo>
                  <a:pt x="1435770" y="55750"/>
                </a:lnTo>
                <a:lnTo>
                  <a:pt x="1418158" y="56740"/>
                </a:lnTo>
                <a:lnTo>
                  <a:pt x="1400546" y="57674"/>
                </a:lnTo>
                <a:lnTo>
                  <a:pt x="1382925" y="58569"/>
                </a:lnTo>
                <a:lnTo>
                  <a:pt x="1365304" y="59407"/>
                </a:lnTo>
                <a:lnTo>
                  <a:pt x="1347683" y="60198"/>
                </a:lnTo>
                <a:lnTo>
                  <a:pt x="1330061" y="60950"/>
                </a:lnTo>
                <a:lnTo>
                  <a:pt x="1312431" y="61665"/>
                </a:lnTo>
                <a:lnTo>
                  <a:pt x="1294800" y="62341"/>
                </a:lnTo>
                <a:lnTo>
                  <a:pt x="1277179" y="62979"/>
                </a:lnTo>
                <a:lnTo>
                  <a:pt x="1259548" y="63579"/>
                </a:lnTo>
                <a:lnTo>
                  <a:pt x="1241908" y="64141"/>
                </a:lnTo>
                <a:lnTo>
                  <a:pt x="1224277" y="64675"/>
                </a:lnTo>
                <a:lnTo>
                  <a:pt x="1206646" y="65180"/>
                </a:lnTo>
                <a:lnTo>
                  <a:pt x="1189015" y="65646"/>
                </a:lnTo>
                <a:lnTo>
                  <a:pt x="1171375" y="66084"/>
                </a:lnTo>
                <a:lnTo>
                  <a:pt x="1153744" y="66494"/>
                </a:lnTo>
                <a:lnTo>
                  <a:pt x="1136104" y="66875"/>
                </a:lnTo>
                <a:lnTo>
                  <a:pt x="1118464" y="67227"/>
                </a:lnTo>
                <a:lnTo>
                  <a:pt x="1100833" y="67551"/>
                </a:lnTo>
                <a:lnTo>
                  <a:pt x="1083193" y="67847"/>
                </a:lnTo>
                <a:lnTo>
                  <a:pt x="1065552" y="68113"/>
                </a:lnTo>
                <a:lnTo>
                  <a:pt x="1047912" y="68361"/>
                </a:lnTo>
                <a:lnTo>
                  <a:pt x="1030272" y="68580"/>
                </a:lnTo>
                <a:lnTo>
                  <a:pt x="1012631" y="68771"/>
                </a:lnTo>
                <a:lnTo>
                  <a:pt x="994991" y="68932"/>
                </a:lnTo>
                <a:lnTo>
                  <a:pt x="977351" y="69075"/>
                </a:lnTo>
                <a:lnTo>
                  <a:pt x="959710" y="69190"/>
                </a:lnTo>
                <a:lnTo>
                  <a:pt x="942070" y="69285"/>
                </a:lnTo>
                <a:lnTo>
                  <a:pt x="924430" y="69352"/>
                </a:lnTo>
                <a:lnTo>
                  <a:pt x="906790" y="69399"/>
                </a:lnTo>
                <a:lnTo>
                  <a:pt x="889149" y="69409"/>
                </a:lnTo>
                <a:lnTo>
                  <a:pt x="871509" y="69399"/>
                </a:lnTo>
                <a:lnTo>
                  <a:pt x="853869" y="69371"/>
                </a:lnTo>
                <a:lnTo>
                  <a:pt x="836228" y="69313"/>
                </a:lnTo>
                <a:lnTo>
                  <a:pt x="818588" y="69237"/>
                </a:lnTo>
                <a:lnTo>
                  <a:pt x="800948" y="69132"/>
                </a:lnTo>
                <a:lnTo>
                  <a:pt x="783307" y="68999"/>
                </a:lnTo>
                <a:lnTo>
                  <a:pt x="765667" y="68847"/>
                </a:lnTo>
                <a:lnTo>
                  <a:pt x="748027" y="68666"/>
                </a:lnTo>
                <a:lnTo>
                  <a:pt x="730387" y="68456"/>
                </a:lnTo>
                <a:lnTo>
                  <a:pt x="712746" y="68228"/>
                </a:lnTo>
                <a:lnTo>
                  <a:pt x="695106" y="67970"/>
                </a:lnTo>
                <a:lnTo>
                  <a:pt x="677466" y="67685"/>
                </a:lnTo>
                <a:lnTo>
                  <a:pt x="659835" y="67370"/>
                </a:lnTo>
                <a:lnTo>
                  <a:pt x="642195" y="67027"/>
                </a:lnTo>
                <a:lnTo>
                  <a:pt x="624554" y="66665"/>
                </a:lnTo>
                <a:lnTo>
                  <a:pt x="606923" y="66265"/>
                </a:lnTo>
                <a:lnTo>
                  <a:pt x="589283" y="65837"/>
                </a:lnTo>
                <a:lnTo>
                  <a:pt x="571652" y="65380"/>
                </a:lnTo>
                <a:lnTo>
                  <a:pt x="554012" y="64894"/>
                </a:lnTo>
                <a:lnTo>
                  <a:pt x="536381" y="64379"/>
                </a:lnTo>
                <a:lnTo>
                  <a:pt x="518751" y="63827"/>
                </a:lnTo>
                <a:lnTo>
                  <a:pt x="501120" y="63246"/>
                </a:lnTo>
                <a:lnTo>
                  <a:pt x="483489" y="62617"/>
                </a:lnTo>
                <a:lnTo>
                  <a:pt x="465858" y="61960"/>
                </a:lnTo>
                <a:lnTo>
                  <a:pt x="448237" y="61265"/>
                </a:lnTo>
                <a:lnTo>
                  <a:pt x="430606" y="60531"/>
                </a:lnTo>
                <a:lnTo>
                  <a:pt x="412985" y="59750"/>
                </a:lnTo>
                <a:lnTo>
                  <a:pt x="395364" y="58931"/>
                </a:lnTo>
                <a:lnTo>
                  <a:pt x="377742" y="58064"/>
                </a:lnTo>
                <a:lnTo>
                  <a:pt x="360121" y="57150"/>
                </a:lnTo>
                <a:lnTo>
                  <a:pt x="342509" y="56188"/>
                </a:lnTo>
                <a:lnTo>
                  <a:pt x="324898" y="55169"/>
                </a:lnTo>
                <a:lnTo>
                  <a:pt x="307296" y="54092"/>
                </a:lnTo>
                <a:lnTo>
                  <a:pt x="289693" y="52940"/>
                </a:lnTo>
                <a:lnTo>
                  <a:pt x="272091" y="51730"/>
                </a:lnTo>
                <a:lnTo>
                  <a:pt x="254498" y="50444"/>
                </a:lnTo>
                <a:lnTo>
                  <a:pt x="236906" y="49082"/>
                </a:lnTo>
                <a:lnTo>
                  <a:pt x="219323" y="47635"/>
                </a:lnTo>
                <a:lnTo>
                  <a:pt x="201759" y="46091"/>
                </a:lnTo>
                <a:lnTo>
                  <a:pt x="184194" y="44425"/>
                </a:lnTo>
                <a:lnTo>
                  <a:pt x="166640" y="42643"/>
                </a:lnTo>
                <a:lnTo>
                  <a:pt x="149104" y="40710"/>
                </a:lnTo>
                <a:lnTo>
                  <a:pt x="131588" y="38614"/>
                </a:lnTo>
                <a:lnTo>
                  <a:pt x="114100" y="36319"/>
                </a:lnTo>
                <a:lnTo>
                  <a:pt x="96641" y="33776"/>
                </a:lnTo>
                <a:lnTo>
                  <a:pt x="79238" y="30918"/>
                </a:lnTo>
                <a:lnTo>
                  <a:pt x="61903" y="27661"/>
                </a:lnTo>
                <a:lnTo>
                  <a:pt x="44682" y="23813"/>
                </a:lnTo>
                <a:lnTo>
                  <a:pt x="27708" y="19040"/>
                </a:lnTo>
                <a:lnTo>
                  <a:pt x="11373" y="124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1A02120B-E032-4DF6-B331-A89845A0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8570" y="3725675"/>
            <a:ext cx="1770736" cy="1973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40E0EF93-B789-4B81-B2DB-D9B3A426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3860" y="4508621"/>
            <a:ext cx="1237459" cy="593731"/>
          </a:xfrm>
          <a:custGeom xmlns:a="http://schemas.openxmlformats.org/drawingml/2006/main">
            <a:pathLst>
              <a:path w="1237459" h="593731">
                <a:moveTo>
                  <a:pt x="0" y="0"/>
                </a:moveTo>
                <a:lnTo>
                  <a:pt x="7210" y="15154"/>
                </a:lnTo>
                <a:lnTo>
                  <a:pt x="14421" y="30309"/>
                </a:lnTo>
                <a:lnTo>
                  <a:pt x="21641" y="45472"/>
                </a:lnTo>
                <a:lnTo>
                  <a:pt x="28851" y="60627"/>
                </a:lnTo>
                <a:lnTo>
                  <a:pt x="36062" y="75781"/>
                </a:lnTo>
                <a:lnTo>
                  <a:pt x="43272" y="90935"/>
                </a:lnTo>
                <a:lnTo>
                  <a:pt x="50492" y="106089"/>
                </a:lnTo>
                <a:lnTo>
                  <a:pt x="57702" y="121244"/>
                </a:lnTo>
                <a:lnTo>
                  <a:pt x="64913" y="136408"/>
                </a:lnTo>
                <a:lnTo>
                  <a:pt x="72123" y="151562"/>
                </a:lnTo>
                <a:lnTo>
                  <a:pt x="79343" y="166716"/>
                </a:lnTo>
                <a:lnTo>
                  <a:pt x="86554" y="181870"/>
                </a:lnTo>
                <a:lnTo>
                  <a:pt x="93764" y="197025"/>
                </a:lnTo>
                <a:lnTo>
                  <a:pt x="100975" y="212179"/>
                </a:lnTo>
                <a:lnTo>
                  <a:pt x="108194" y="227343"/>
                </a:lnTo>
                <a:lnTo>
                  <a:pt x="115405" y="242497"/>
                </a:lnTo>
                <a:lnTo>
                  <a:pt x="122615" y="257651"/>
                </a:lnTo>
                <a:lnTo>
                  <a:pt x="129826" y="272806"/>
                </a:lnTo>
                <a:lnTo>
                  <a:pt x="137046" y="287960"/>
                </a:lnTo>
                <a:lnTo>
                  <a:pt x="144256" y="303114"/>
                </a:lnTo>
                <a:lnTo>
                  <a:pt x="151467" y="318278"/>
                </a:lnTo>
                <a:lnTo>
                  <a:pt x="158687" y="333432"/>
                </a:lnTo>
                <a:lnTo>
                  <a:pt x="165897" y="348586"/>
                </a:lnTo>
                <a:lnTo>
                  <a:pt x="173107" y="363741"/>
                </a:lnTo>
                <a:lnTo>
                  <a:pt x="180318" y="378895"/>
                </a:lnTo>
                <a:lnTo>
                  <a:pt x="187538" y="394059"/>
                </a:lnTo>
                <a:lnTo>
                  <a:pt x="194748" y="409213"/>
                </a:lnTo>
                <a:lnTo>
                  <a:pt x="201959" y="424367"/>
                </a:lnTo>
                <a:lnTo>
                  <a:pt x="209169" y="439522"/>
                </a:lnTo>
                <a:lnTo>
                  <a:pt x="216389" y="454676"/>
                </a:lnTo>
                <a:lnTo>
                  <a:pt x="223599" y="469830"/>
                </a:lnTo>
                <a:lnTo>
                  <a:pt x="230810" y="484994"/>
                </a:lnTo>
                <a:lnTo>
                  <a:pt x="238020" y="500148"/>
                </a:lnTo>
                <a:lnTo>
                  <a:pt x="245240" y="515303"/>
                </a:lnTo>
                <a:lnTo>
                  <a:pt x="250841" y="530943"/>
                </a:lnTo>
                <a:lnTo>
                  <a:pt x="261499" y="543649"/>
                </a:lnTo>
                <a:lnTo>
                  <a:pt x="275901" y="552212"/>
                </a:lnTo>
                <a:lnTo>
                  <a:pt x="291408" y="558622"/>
                </a:lnTo>
                <a:lnTo>
                  <a:pt x="307391" y="563756"/>
                </a:lnTo>
                <a:lnTo>
                  <a:pt x="323612" y="568033"/>
                </a:lnTo>
                <a:lnTo>
                  <a:pt x="339995" y="571691"/>
                </a:lnTo>
                <a:lnTo>
                  <a:pt x="356483" y="574853"/>
                </a:lnTo>
                <a:lnTo>
                  <a:pt x="373037" y="577625"/>
                </a:lnTo>
                <a:lnTo>
                  <a:pt x="389639" y="580063"/>
                </a:lnTo>
                <a:lnTo>
                  <a:pt x="406279" y="582225"/>
                </a:lnTo>
                <a:lnTo>
                  <a:pt x="422958" y="584140"/>
                </a:lnTo>
                <a:lnTo>
                  <a:pt x="439655" y="585826"/>
                </a:lnTo>
                <a:lnTo>
                  <a:pt x="456381" y="587321"/>
                </a:lnTo>
                <a:lnTo>
                  <a:pt x="473107" y="588635"/>
                </a:lnTo>
                <a:lnTo>
                  <a:pt x="489852" y="589769"/>
                </a:lnTo>
                <a:lnTo>
                  <a:pt x="506616" y="590760"/>
                </a:lnTo>
                <a:lnTo>
                  <a:pt x="523380" y="591588"/>
                </a:lnTo>
                <a:lnTo>
                  <a:pt x="540144" y="592274"/>
                </a:lnTo>
                <a:lnTo>
                  <a:pt x="556917" y="592826"/>
                </a:lnTo>
                <a:lnTo>
                  <a:pt x="573700" y="593246"/>
                </a:lnTo>
                <a:lnTo>
                  <a:pt x="590483" y="593531"/>
                </a:lnTo>
                <a:lnTo>
                  <a:pt x="607266" y="593693"/>
                </a:lnTo>
                <a:lnTo>
                  <a:pt x="624049" y="593731"/>
                </a:lnTo>
                <a:lnTo>
                  <a:pt x="640832" y="593636"/>
                </a:lnTo>
                <a:lnTo>
                  <a:pt x="657616" y="593417"/>
                </a:lnTo>
                <a:lnTo>
                  <a:pt x="674399" y="593065"/>
                </a:lnTo>
                <a:lnTo>
                  <a:pt x="691182" y="592588"/>
                </a:lnTo>
                <a:lnTo>
                  <a:pt x="707955" y="591969"/>
                </a:lnTo>
                <a:lnTo>
                  <a:pt x="724719" y="591217"/>
                </a:lnTo>
                <a:lnTo>
                  <a:pt x="741483" y="590312"/>
                </a:lnTo>
                <a:lnTo>
                  <a:pt x="758228" y="589255"/>
                </a:lnTo>
                <a:lnTo>
                  <a:pt x="774973" y="588035"/>
                </a:lnTo>
                <a:lnTo>
                  <a:pt x="791699" y="586635"/>
                </a:lnTo>
                <a:lnTo>
                  <a:pt x="808406" y="585054"/>
                </a:lnTo>
                <a:lnTo>
                  <a:pt x="825094" y="583263"/>
                </a:lnTo>
                <a:lnTo>
                  <a:pt x="841753" y="581235"/>
                </a:lnTo>
                <a:lnTo>
                  <a:pt x="858383" y="578949"/>
                </a:lnTo>
                <a:lnTo>
                  <a:pt x="874967" y="576358"/>
                </a:lnTo>
                <a:lnTo>
                  <a:pt x="891492" y="573405"/>
                </a:lnTo>
                <a:lnTo>
                  <a:pt x="907933" y="570024"/>
                </a:lnTo>
                <a:lnTo>
                  <a:pt x="924249" y="566099"/>
                </a:lnTo>
                <a:lnTo>
                  <a:pt x="940375" y="561451"/>
                </a:lnTo>
                <a:lnTo>
                  <a:pt x="956167" y="555774"/>
                </a:lnTo>
                <a:lnTo>
                  <a:pt x="971283" y="548507"/>
                </a:lnTo>
                <a:lnTo>
                  <a:pt x="984533" y="538324"/>
                </a:lnTo>
                <a:lnTo>
                  <a:pt x="991114" y="523275"/>
                </a:lnTo>
                <a:lnTo>
                  <a:pt x="998334" y="508121"/>
                </a:lnTo>
                <a:lnTo>
                  <a:pt x="1005545" y="492966"/>
                </a:lnTo>
                <a:lnTo>
                  <a:pt x="1012755" y="477812"/>
                </a:lnTo>
                <a:lnTo>
                  <a:pt x="1019966" y="462648"/>
                </a:lnTo>
                <a:lnTo>
                  <a:pt x="1027186" y="447494"/>
                </a:lnTo>
                <a:lnTo>
                  <a:pt x="1034396" y="432340"/>
                </a:lnTo>
                <a:lnTo>
                  <a:pt x="1041606" y="417185"/>
                </a:lnTo>
                <a:lnTo>
                  <a:pt x="1048817" y="402031"/>
                </a:lnTo>
                <a:lnTo>
                  <a:pt x="1056037" y="386877"/>
                </a:lnTo>
                <a:lnTo>
                  <a:pt x="1063247" y="371713"/>
                </a:lnTo>
                <a:lnTo>
                  <a:pt x="1070458" y="356559"/>
                </a:lnTo>
                <a:lnTo>
                  <a:pt x="1077668" y="341405"/>
                </a:lnTo>
                <a:lnTo>
                  <a:pt x="1084888" y="326250"/>
                </a:lnTo>
                <a:lnTo>
                  <a:pt x="1092098" y="311096"/>
                </a:lnTo>
                <a:lnTo>
                  <a:pt x="1099309" y="295942"/>
                </a:lnTo>
                <a:lnTo>
                  <a:pt x="1106519" y="280778"/>
                </a:lnTo>
                <a:lnTo>
                  <a:pt x="1113739" y="265624"/>
                </a:lnTo>
                <a:lnTo>
                  <a:pt x="1120950" y="250469"/>
                </a:lnTo>
                <a:lnTo>
                  <a:pt x="1128160" y="235315"/>
                </a:lnTo>
                <a:lnTo>
                  <a:pt x="1135370" y="220161"/>
                </a:lnTo>
                <a:lnTo>
                  <a:pt x="1142590" y="204997"/>
                </a:lnTo>
                <a:lnTo>
                  <a:pt x="1149801" y="189843"/>
                </a:lnTo>
                <a:lnTo>
                  <a:pt x="1157011" y="174689"/>
                </a:lnTo>
                <a:lnTo>
                  <a:pt x="1164222" y="159534"/>
                </a:lnTo>
                <a:lnTo>
                  <a:pt x="1171442" y="144380"/>
                </a:lnTo>
                <a:lnTo>
                  <a:pt x="1178652" y="129226"/>
                </a:lnTo>
                <a:lnTo>
                  <a:pt x="1185863" y="114062"/>
                </a:lnTo>
                <a:lnTo>
                  <a:pt x="1193073" y="98908"/>
                </a:lnTo>
                <a:lnTo>
                  <a:pt x="1200293" y="83753"/>
                </a:lnTo>
                <a:lnTo>
                  <a:pt x="1207503" y="68599"/>
                </a:lnTo>
                <a:lnTo>
                  <a:pt x="1214714" y="53445"/>
                </a:lnTo>
                <a:lnTo>
                  <a:pt x="1221924" y="38290"/>
                </a:lnTo>
                <a:lnTo>
                  <a:pt x="1229144" y="23127"/>
                </a:lnTo>
                <a:lnTo>
                  <a:pt x="1236355" y="7972"/>
                </a:lnTo>
                <a:lnTo>
                  <a:pt x="1237459" y="7334"/>
                </a:lnTo>
                <a:lnTo>
                  <a:pt x="1224172" y="17364"/>
                </a:lnTo>
                <a:lnTo>
                  <a:pt x="1208703" y="23870"/>
                </a:lnTo>
                <a:lnTo>
                  <a:pt x="1192673" y="28823"/>
                </a:lnTo>
                <a:lnTo>
                  <a:pt x="1176395" y="32899"/>
                </a:lnTo>
                <a:lnTo>
                  <a:pt x="1159974" y="36366"/>
                </a:lnTo>
                <a:lnTo>
                  <a:pt x="1143467" y="39414"/>
                </a:lnTo>
                <a:lnTo>
                  <a:pt x="1126903" y="42110"/>
                </a:lnTo>
                <a:lnTo>
                  <a:pt x="1110291" y="44548"/>
                </a:lnTo>
                <a:lnTo>
                  <a:pt x="1093651" y="46758"/>
                </a:lnTo>
                <a:lnTo>
                  <a:pt x="1076992" y="48768"/>
                </a:lnTo>
                <a:lnTo>
                  <a:pt x="1060313" y="50616"/>
                </a:lnTo>
                <a:lnTo>
                  <a:pt x="1043616" y="52330"/>
                </a:lnTo>
                <a:lnTo>
                  <a:pt x="1026900" y="53912"/>
                </a:lnTo>
                <a:lnTo>
                  <a:pt x="1010183" y="55369"/>
                </a:lnTo>
                <a:lnTo>
                  <a:pt x="993448" y="56721"/>
                </a:lnTo>
                <a:lnTo>
                  <a:pt x="976713" y="57988"/>
                </a:lnTo>
                <a:lnTo>
                  <a:pt x="959968" y="59150"/>
                </a:lnTo>
                <a:lnTo>
                  <a:pt x="943223" y="60246"/>
                </a:lnTo>
                <a:lnTo>
                  <a:pt x="926468" y="61255"/>
                </a:lnTo>
                <a:lnTo>
                  <a:pt x="909704" y="62189"/>
                </a:lnTo>
                <a:lnTo>
                  <a:pt x="892950" y="63056"/>
                </a:lnTo>
                <a:lnTo>
                  <a:pt x="876176" y="63856"/>
                </a:lnTo>
                <a:lnTo>
                  <a:pt x="859412" y="64599"/>
                </a:lnTo>
                <a:lnTo>
                  <a:pt x="842639" y="65275"/>
                </a:lnTo>
                <a:lnTo>
                  <a:pt x="825865" y="65894"/>
                </a:lnTo>
                <a:lnTo>
                  <a:pt x="809092" y="66465"/>
                </a:lnTo>
                <a:lnTo>
                  <a:pt x="792318" y="66980"/>
                </a:lnTo>
                <a:lnTo>
                  <a:pt x="775535" y="67437"/>
                </a:lnTo>
                <a:lnTo>
                  <a:pt x="758752" y="67847"/>
                </a:lnTo>
                <a:lnTo>
                  <a:pt x="741978" y="68199"/>
                </a:lnTo>
                <a:lnTo>
                  <a:pt x="725195" y="68513"/>
                </a:lnTo>
                <a:lnTo>
                  <a:pt x="708412" y="68780"/>
                </a:lnTo>
                <a:lnTo>
                  <a:pt x="691629" y="68999"/>
                </a:lnTo>
                <a:lnTo>
                  <a:pt x="674846" y="69171"/>
                </a:lnTo>
                <a:lnTo>
                  <a:pt x="658063" y="69294"/>
                </a:lnTo>
                <a:lnTo>
                  <a:pt x="641271" y="69371"/>
                </a:lnTo>
                <a:lnTo>
                  <a:pt x="624488" y="69409"/>
                </a:lnTo>
                <a:lnTo>
                  <a:pt x="607705" y="69399"/>
                </a:lnTo>
                <a:lnTo>
                  <a:pt x="590921" y="69342"/>
                </a:lnTo>
                <a:lnTo>
                  <a:pt x="574138" y="69237"/>
                </a:lnTo>
                <a:lnTo>
                  <a:pt x="557355" y="69094"/>
                </a:lnTo>
                <a:lnTo>
                  <a:pt x="540572" y="68904"/>
                </a:lnTo>
                <a:lnTo>
                  <a:pt x="523789" y="68656"/>
                </a:lnTo>
                <a:lnTo>
                  <a:pt x="507006" y="68380"/>
                </a:lnTo>
                <a:lnTo>
                  <a:pt x="490223" y="68047"/>
                </a:lnTo>
                <a:lnTo>
                  <a:pt x="473440" y="67656"/>
                </a:lnTo>
                <a:lnTo>
                  <a:pt x="456667" y="67218"/>
                </a:lnTo>
                <a:lnTo>
                  <a:pt x="439884" y="66732"/>
                </a:lnTo>
                <a:lnTo>
                  <a:pt x="423110" y="66199"/>
                </a:lnTo>
                <a:lnTo>
                  <a:pt x="406336" y="65608"/>
                </a:lnTo>
                <a:lnTo>
                  <a:pt x="389563" y="64961"/>
                </a:lnTo>
                <a:lnTo>
                  <a:pt x="372789" y="64246"/>
                </a:lnTo>
                <a:lnTo>
                  <a:pt x="356025" y="63484"/>
                </a:lnTo>
                <a:lnTo>
                  <a:pt x="339261" y="62655"/>
                </a:lnTo>
                <a:lnTo>
                  <a:pt x="322497" y="61751"/>
                </a:lnTo>
                <a:lnTo>
                  <a:pt x="305743" y="60779"/>
                </a:lnTo>
                <a:lnTo>
                  <a:pt x="288989" y="59741"/>
                </a:lnTo>
                <a:lnTo>
                  <a:pt x="272244" y="58607"/>
                </a:lnTo>
                <a:lnTo>
                  <a:pt x="255508" y="57398"/>
                </a:lnTo>
                <a:lnTo>
                  <a:pt x="238773" y="56102"/>
                </a:lnTo>
                <a:lnTo>
                  <a:pt x="222047" y="54693"/>
                </a:lnTo>
                <a:lnTo>
                  <a:pt x="205330" y="53178"/>
                </a:lnTo>
                <a:lnTo>
                  <a:pt x="188624" y="51530"/>
                </a:lnTo>
                <a:lnTo>
                  <a:pt x="171936" y="49768"/>
                </a:lnTo>
                <a:lnTo>
                  <a:pt x="155258" y="47835"/>
                </a:lnTo>
                <a:lnTo>
                  <a:pt x="138608" y="45730"/>
                </a:lnTo>
                <a:lnTo>
                  <a:pt x="121987" y="43424"/>
                </a:lnTo>
                <a:lnTo>
                  <a:pt x="105394" y="40872"/>
                </a:lnTo>
                <a:lnTo>
                  <a:pt x="88849" y="38014"/>
                </a:lnTo>
                <a:lnTo>
                  <a:pt x="72380" y="34785"/>
                </a:lnTo>
                <a:lnTo>
                  <a:pt x="56017" y="31051"/>
                </a:lnTo>
                <a:lnTo>
                  <a:pt x="39834" y="26613"/>
                </a:lnTo>
                <a:lnTo>
                  <a:pt x="24003" y="21050"/>
                </a:lnTo>
                <a:lnTo>
                  <a:pt x="9154" y="132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7DCDFFFA-EE6E-4DA2-9351-6458EBF9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3870" y="4409923"/>
            <a:ext cx="1240145" cy="1973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928801F8-2491-4CE0-9B5A-187B1C64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3789" y="2422198"/>
            <a:ext cx="1620298" cy="2729789"/>
          </a:xfrm>
          <a:custGeom xmlns:a="http://schemas.openxmlformats.org/drawingml/2006/main">
            <a:pathLst>
              <a:path w="1620298" h="2729789">
                <a:moveTo>
                  <a:pt x="0" y="0"/>
                </a:moveTo>
                <a:lnTo>
                  <a:pt x="143" y="34166"/>
                </a:lnTo>
                <a:lnTo>
                  <a:pt x="9992" y="66894"/>
                </a:lnTo>
                <a:lnTo>
                  <a:pt x="19850" y="99622"/>
                </a:lnTo>
                <a:lnTo>
                  <a:pt x="29699" y="132359"/>
                </a:lnTo>
                <a:lnTo>
                  <a:pt x="39557" y="165087"/>
                </a:lnTo>
                <a:lnTo>
                  <a:pt x="49406" y="197815"/>
                </a:lnTo>
                <a:lnTo>
                  <a:pt x="59265" y="230553"/>
                </a:lnTo>
                <a:lnTo>
                  <a:pt x="69113" y="263281"/>
                </a:lnTo>
                <a:lnTo>
                  <a:pt x="78972" y="296018"/>
                </a:lnTo>
                <a:lnTo>
                  <a:pt x="88821" y="328746"/>
                </a:lnTo>
                <a:lnTo>
                  <a:pt x="98669" y="361474"/>
                </a:lnTo>
                <a:lnTo>
                  <a:pt x="108528" y="394211"/>
                </a:lnTo>
                <a:lnTo>
                  <a:pt x="118377" y="426939"/>
                </a:lnTo>
                <a:lnTo>
                  <a:pt x="128235" y="459677"/>
                </a:lnTo>
                <a:lnTo>
                  <a:pt x="138084" y="492404"/>
                </a:lnTo>
                <a:lnTo>
                  <a:pt x="147942" y="525132"/>
                </a:lnTo>
                <a:lnTo>
                  <a:pt x="157791" y="557870"/>
                </a:lnTo>
                <a:lnTo>
                  <a:pt x="167640" y="590598"/>
                </a:lnTo>
                <a:lnTo>
                  <a:pt x="177498" y="623335"/>
                </a:lnTo>
                <a:lnTo>
                  <a:pt x="187061" y="656139"/>
                </a:lnTo>
                <a:lnTo>
                  <a:pt x="195196" y="689343"/>
                </a:lnTo>
                <a:lnTo>
                  <a:pt x="203254" y="722557"/>
                </a:lnTo>
                <a:lnTo>
                  <a:pt x="210836" y="755894"/>
                </a:lnTo>
                <a:lnTo>
                  <a:pt x="218418" y="789222"/>
                </a:lnTo>
                <a:lnTo>
                  <a:pt x="226000" y="822550"/>
                </a:lnTo>
                <a:lnTo>
                  <a:pt x="233572" y="855888"/>
                </a:lnTo>
                <a:lnTo>
                  <a:pt x="241154" y="889216"/>
                </a:lnTo>
                <a:lnTo>
                  <a:pt x="248736" y="922553"/>
                </a:lnTo>
                <a:lnTo>
                  <a:pt x="256318" y="955881"/>
                </a:lnTo>
                <a:lnTo>
                  <a:pt x="263900" y="989209"/>
                </a:lnTo>
                <a:lnTo>
                  <a:pt x="271482" y="1022547"/>
                </a:lnTo>
                <a:lnTo>
                  <a:pt x="279063" y="1055875"/>
                </a:lnTo>
                <a:lnTo>
                  <a:pt x="286645" y="1089203"/>
                </a:lnTo>
                <a:lnTo>
                  <a:pt x="294227" y="1122540"/>
                </a:lnTo>
                <a:lnTo>
                  <a:pt x="301809" y="1155868"/>
                </a:lnTo>
                <a:lnTo>
                  <a:pt x="309382" y="1189196"/>
                </a:lnTo>
                <a:lnTo>
                  <a:pt x="316963" y="1222534"/>
                </a:lnTo>
                <a:lnTo>
                  <a:pt x="324545" y="1255862"/>
                </a:lnTo>
                <a:lnTo>
                  <a:pt x="332127" y="1289190"/>
                </a:lnTo>
                <a:lnTo>
                  <a:pt x="339709" y="1322527"/>
                </a:lnTo>
                <a:lnTo>
                  <a:pt x="347043" y="1355912"/>
                </a:lnTo>
                <a:lnTo>
                  <a:pt x="354225" y="1389326"/>
                </a:lnTo>
                <a:lnTo>
                  <a:pt x="361245" y="1422787"/>
                </a:lnTo>
                <a:lnTo>
                  <a:pt x="368151" y="1456258"/>
                </a:lnTo>
                <a:lnTo>
                  <a:pt x="375056" y="1489739"/>
                </a:lnTo>
                <a:lnTo>
                  <a:pt x="381972" y="1523219"/>
                </a:lnTo>
                <a:lnTo>
                  <a:pt x="388877" y="1556690"/>
                </a:lnTo>
                <a:lnTo>
                  <a:pt x="395792" y="1590170"/>
                </a:lnTo>
                <a:lnTo>
                  <a:pt x="402698" y="1623641"/>
                </a:lnTo>
                <a:lnTo>
                  <a:pt x="409613" y="1657121"/>
                </a:lnTo>
                <a:lnTo>
                  <a:pt x="416519" y="1690602"/>
                </a:lnTo>
                <a:lnTo>
                  <a:pt x="423434" y="1724073"/>
                </a:lnTo>
                <a:lnTo>
                  <a:pt x="430340" y="1757553"/>
                </a:lnTo>
                <a:lnTo>
                  <a:pt x="437255" y="1791033"/>
                </a:lnTo>
                <a:lnTo>
                  <a:pt x="444160" y="1824504"/>
                </a:lnTo>
                <a:lnTo>
                  <a:pt x="451075" y="1857985"/>
                </a:lnTo>
                <a:lnTo>
                  <a:pt x="457981" y="1891455"/>
                </a:lnTo>
                <a:lnTo>
                  <a:pt x="464896" y="1924936"/>
                </a:lnTo>
                <a:lnTo>
                  <a:pt x="471802" y="1958416"/>
                </a:lnTo>
                <a:lnTo>
                  <a:pt x="478717" y="1991887"/>
                </a:lnTo>
                <a:lnTo>
                  <a:pt x="485584" y="2025377"/>
                </a:lnTo>
                <a:lnTo>
                  <a:pt x="492290" y="2058895"/>
                </a:lnTo>
                <a:lnTo>
                  <a:pt x="498977" y="2092414"/>
                </a:lnTo>
                <a:lnTo>
                  <a:pt x="505606" y="2125951"/>
                </a:lnTo>
                <a:lnTo>
                  <a:pt x="512226" y="2159479"/>
                </a:lnTo>
                <a:lnTo>
                  <a:pt x="514683" y="2189588"/>
                </a:lnTo>
                <a:lnTo>
                  <a:pt x="480498" y="2189588"/>
                </a:lnTo>
                <a:lnTo>
                  <a:pt x="446313" y="2189588"/>
                </a:lnTo>
                <a:lnTo>
                  <a:pt x="412128" y="2189588"/>
                </a:lnTo>
                <a:lnTo>
                  <a:pt x="377952" y="2189588"/>
                </a:lnTo>
                <a:lnTo>
                  <a:pt x="343767" y="2189588"/>
                </a:lnTo>
                <a:lnTo>
                  <a:pt x="309582" y="2189588"/>
                </a:lnTo>
                <a:lnTo>
                  <a:pt x="275406" y="2189588"/>
                </a:lnTo>
                <a:lnTo>
                  <a:pt x="268405" y="2200770"/>
                </a:lnTo>
                <a:lnTo>
                  <a:pt x="292694" y="2224811"/>
                </a:lnTo>
                <a:lnTo>
                  <a:pt x="316992" y="2248862"/>
                </a:lnTo>
                <a:lnTo>
                  <a:pt x="341281" y="2272903"/>
                </a:lnTo>
                <a:lnTo>
                  <a:pt x="365579" y="2296954"/>
                </a:lnTo>
                <a:lnTo>
                  <a:pt x="389877" y="2320995"/>
                </a:lnTo>
                <a:lnTo>
                  <a:pt x="414166" y="2345045"/>
                </a:lnTo>
                <a:lnTo>
                  <a:pt x="438464" y="2369087"/>
                </a:lnTo>
                <a:lnTo>
                  <a:pt x="462753" y="2393137"/>
                </a:lnTo>
                <a:lnTo>
                  <a:pt x="487051" y="2417188"/>
                </a:lnTo>
                <a:lnTo>
                  <a:pt x="511340" y="2441229"/>
                </a:lnTo>
                <a:lnTo>
                  <a:pt x="535638" y="2465280"/>
                </a:lnTo>
                <a:lnTo>
                  <a:pt x="559937" y="2489321"/>
                </a:lnTo>
                <a:lnTo>
                  <a:pt x="584225" y="2513371"/>
                </a:lnTo>
                <a:lnTo>
                  <a:pt x="608524" y="2537412"/>
                </a:lnTo>
                <a:lnTo>
                  <a:pt x="632812" y="2561463"/>
                </a:lnTo>
                <a:lnTo>
                  <a:pt x="657111" y="2585504"/>
                </a:lnTo>
                <a:lnTo>
                  <a:pt x="681409" y="2609555"/>
                </a:lnTo>
                <a:lnTo>
                  <a:pt x="705698" y="2633605"/>
                </a:lnTo>
                <a:lnTo>
                  <a:pt x="729996" y="2657646"/>
                </a:lnTo>
                <a:lnTo>
                  <a:pt x="754285" y="2681697"/>
                </a:lnTo>
                <a:lnTo>
                  <a:pt x="778583" y="2705738"/>
                </a:lnTo>
                <a:lnTo>
                  <a:pt x="802872" y="2729789"/>
                </a:lnTo>
                <a:lnTo>
                  <a:pt x="827170" y="2720140"/>
                </a:lnTo>
                <a:lnTo>
                  <a:pt x="851468" y="2696089"/>
                </a:lnTo>
                <a:lnTo>
                  <a:pt x="875757" y="2672048"/>
                </a:lnTo>
                <a:lnTo>
                  <a:pt x="900055" y="2647998"/>
                </a:lnTo>
                <a:lnTo>
                  <a:pt x="924344" y="2623947"/>
                </a:lnTo>
                <a:lnTo>
                  <a:pt x="948642" y="2599906"/>
                </a:lnTo>
                <a:lnTo>
                  <a:pt x="972941" y="2575855"/>
                </a:lnTo>
                <a:lnTo>
                  <a:pt x="997229" y="2551814"/>
                </a:lnTo>
                <a:lnTo>
                  <a:pt x="1021528" y="2527764"/>
                </a:lnTo>
                <a:lnTo>
                  <a:pt x="1045816" y="2503722"/>
                </a:lnTo>
                <a:lnTo>
                  <a:pt x="1070115" y="2479672"/>
                </a:lnTo>
                <a:lnTo>
                  <a:pt x="1094403" y="2455631"/>
                </a:lnTo>
                <a:lnTo>
                  <a:pt x="1118702" y="2431580"/>
                </a:lnTo>
                <a:lnTo>
                  <a:pt x="1143000" y="2407529"/>
                </a:lnTo>
                <a:lnTo>
                  <a:pt x="1167289" y="2383488"/>
                </a:lnTo>
                <a:lnTo>
                  <a:pt x="1191587" y="2359438"/>
                </a:lnTo>
                <a:lnTo>
                  <a:pt x="1215876" y="2335397"/>
                </a:lnTo>
                <a:lnTo>
                  <a:pt x="1240174" y="2311346"/>
                </a:lnTo>
                <a:lnTo>
                  <a:pt x="1264463" y="2287305"/>
                </a:lnTo>
                <a:lnTo>
                  <a:pt x="1288761" y="2263254"/>
                </a:lnTo>
                <a:lnTo>
                  <a:pt x="1313059" y="2239204"/>
                </a:lnTo>
                <a:lnTo>
                  <a:pt x="1337348" y="2215163"/>
                </a:lnTo>
                <a:lnTo>
                  <a:pt x="1361646" y="2191112"/>
                </a:lnTo>
                <a:lnTo>
                  <a:pt x="1331176" y="2189588"/>
                </a:lnTo>
                <a:lnTo>
                  <a:pt x="1296991" y="2189588"/>
                </a:lnTo>
                <a:lnTo>
                  <a:pt x="1262815" y="2189588"/>
                </a:lnTo>
                <a:lnTo>
                  <a:pt x="1228630" y="2189588"/>
                </a:lnTo>
                <a:lnTo>
                  <a:pt x="1194445" y="2189588"/>
                </a:lnTo>
                <a:lnTo>
                  <a:pt x="1160259" y="2189588"/>
                </a:lnTo>
                <a:lnTo>
                  <a:pt x="1126084" y="2189588"/>
                </a:lnTo>
                <a:lnTo>
                  <a:pt x="1104100" y="2179558"/>
                </a:lnTo>
                <a:lnTo>
                  <a:pt x="1110729" y="2146021"/>
                </a:lnTo>
                <a:lnTo>
                  <a:pt x="1117349" y="2112493"/>
                </a:lnTo>
                <a:lnTo>
                  <a:pt x="1123998" y="2078955"/>
                </a:lnTo>
                <a:lnTo>
                  <a:pt x="1130694" y="2045437"/>
                </a:lnTo>
                <a:lnTo>
                  <a:pt x="1137447" y="2011928"/>
                </a:lnTo>
                <a:lnTo>
                  <a:pt x="1144353" y="1978457"/>
                </a:lnTo>
                <a:lnTo>
                  <a:pt x="1151268" y="1944976"/>
                </a:lnTo>
                <a:lnTo>
                  <a:pt x="1158173" y="1911506"/>
                </a:lnTo>
                <a:lnTo>
                  <a:pt x="1165088" y="1878025"/>
                </a:lnTo>
                <a:lnTo>
                  <a:pt x="1171994" y="1844545"/>
                </a:lnTo>
                <a:lnTo>
                  <a:pt x="1178909" y="1811074"/>
                </a:lnTo>
                <a:lnTo>
                  <a:pt x="1185815" y="1777594"/>
                </a:lnTo>
                <a:lnTo>
                  <a:pt x="1192730" y="1744113"/>
                </a:lnTo>
                <a:lnTo>
                  <a:pt x="1199636" y="1710642"/>
                </a:lnTo>
                <a:lnTo>
                  <a:pt x="1206551" y="1677162"/>
                </a:lnTo>
                <a:lnTo>
                  <a:pt x="1213456" y="1643691"/>
                </a:lnTo>
                <a:lnTo>
                  <a:pt x="1220372" y="1610211"/>
                </a:lnTo>
                <a:lnTo>
                  <a:pt x="1227277" y="1576730"/>
                </a:lnTo>
                <a:lnTo>
                  <a:pt x="1234192" y="1543260"/>
                </a:lnTo>
                <a:lnTo>
                  <a:pt x="1241098" y="1509779"/>
                </a:lnTo>
                <a:lnTo>
                  <a:pt x="1248004" y="1476299"/>
                </a:lnTo>
                <a:lnTo>
                  <a:pt x="1254919" y="1442828"/>
                </a:lnTo>
                <a:lnTo>
                  <a:pt x="1261824" y="1409348"/>
                </a:lnTo>
                <a:lnTo>
                  <a:pt x="1268959" y="1375915"/>
                </a:lnTo>
                <a:lnTo>
                  <a:pt x="1276140" y="1342501"/>
                </a:lnTo>
                <a:lnTo>
                  <a:pt x="1283627" y="1309145"/>
                </a:lnTo>
                <a:lnTo>
                  <a:pt x="1291209" y="1275817"/>
                </a:lnTo>
                <a:lnTo>
                  <a:pt x="1298791" y="1242489"/>
                </a:lnTo>
                <a:lnTo>
                  <a:pt x="1306373" y="1209151"/>
                </a:lnTo>
                <a:lnTo>
                  <a:pt x="1313955" y="1175823"/>
                </a:lnTo>
                <a:lnTo>
                  <a:pt x="1321537" y="1142495"/>
                </a:lnTo>
                <a:lnTo>
                  <a:pt x="1329119" y="1109158"/>
                </a:lnTo>
                <a:lnTo>
                  <a:pt x="1336700" y="1075830"/>
                </a:lnTo>
                <a:lnTo>
                  <a:pt x="1344273" y="1042502"/>
                </a:lnTo>
                <a:lnTo>
                  <a:pt x="1351855" y="1009164"/>
                </a:lnTo>
                <a:lnTo>
                  <a:pt x="1359437" y="975836"/>
                </a:lnTo>
                <a:lnTo>
                  <a:pt x="1367018" y="942508"/>
                </a:lnTo>
                <a:lnTo>
                  <a:pt x="1374600" y="909171"/>
                </a:lnTo>
                <a:lnTo>
                  <a:pt x="1382182" y="875843"/>
                </a:lnTo>
                <a:lnTo>
                  <a:pt x="1389764" y="842505"/>
                </a:lnTo>
                <a:lnTo>
                  <a:pt x="1397346" y="809177"/>
                </a:lnTo>
                <a:lnTo>
                  <a:pt x="1404928" y="775849"/>
                </a:lnTo>
                <a:lnTo>
                  <a:pt x="1412500" y="742512"/>
                </a:lnTo>
                <a:lnTo>
                  <a:pt x="1420235" y="709222"/>
                </a:lnTo>
                <a:lnTo>
                  <a:pt x="1428369" y="676018"/>
                </a:lnTo>
                <a:lnTo>
                  <a:pt x="1436903" y="642928"/>
                </a:lnTo>
                <a:lnTo>
                  <a:pt x="1446752" y="610200"/>
                </a:lnTo>
                <a:lnTo>
                  <a:pt x="1456601" y="577463"/>
                </a:lnTo>
                <a:lnTo>
                  <a:pt x="1466459" y="544735"/>
                </a:lnTo>
                <a:lnTo>
                  <a:pt x="1476308" y="511997"/>
                </a:lnTo>
                <a:lnTo>
                  <a:pt x="1486167" y="479269"/>
                </a:lnTo>
                <a:lnTo>
                  <a:pt x="1496016" y="446542"/>
                </a:lnTo>
                <a:lnTo>
                  <a:pt x="1505874" y="413804"/>
                </a:lnTo>
                <a:lnTo>
                  <a:pt x="1515723" y="381076"/>
                </a:lnTo>
                <a:lnTo>
                  <a:pt x="1525581" y="348339"/>
                </a:lnTo>
                <a:lnTo>
                  <a:pt x="1535430" y="315611"/>
                </a:lnTo>
                <a:lnTo>
                  <a:pt x="1545279" y="282883"/>
                </a:lnTo>
                <a:lnTo>
                  <a:pt x="1555137" y="250146"/>
                </a:lnTo>
                <a:lnTo>
                  <a:pt x="1564986" y="217418"/>
                </a:lnTo>
                <a:lnTo>
                  <a:pt x="1574844" y="184680"/>
                </a:lnTo>
                <a:lnTo>
                  <a:pt x="1584693" y="151952"/>
                </a:lnTo>
                <a:lnTo>
                  <a:pt x="1594552" y="119224"/>
                </a:lnTo>
                <a:lnTo>
                  <a:pt x="1604401" y="86487"/>
                </a:lnTo>
                <a:lnTo>
                  <a:pt x="1614249" y="53759"/>
                </a:lnTo>
                <a:lnTo>
                  <a:pt x="1620298" y="20469"/>
                </a:lnTo>
                <a:lnTo>
                  <a:pt x="1606582" y="0"/>
                </a:lnTo>
                <a:lnTo>
                  <a:pt x="1572397" y="0"/>
                </a:lnTo>
                <a:lnTo>
                  <a:pt x="1538211" y="0"/>
                </a:lnTo>
                <a:lnTo>
                  <a:pt x="1504026" y="0"/>
                </a:lnTo>
                <a:lnTo>
                  <a:pt x="1469850" y="0"/>
                </a:lnTo>
                <a:lnTo>
                  <a:pt x="1435665" y="0"/>
                </a:lnTo>
                <a:lnTo>
                  <a:pt x="1401480" y="0"/>
                </a:lnTo>
                <a:lnTo>
                  <a:pt x="1367304" y="0"/>
                </a:lnTo>
                <a:lnTo>
                  <a:pt x="1333119" y="0"/>
                </a:lnTo>
                <a:lnTo>
                  <a:pt x="1298934" y="0"/>
                </a:lnTo>
                <a:lnTo>
                  <a:pt x="1264749" y="0"/>
                </a:lnTo>
                <a:lnTo>
                  <a:pt x="1230573" y="0"/>
                </a:lnTo>
                <a:lnTo>
                  <a:pt x="1196388" y="0"/>
                </a:lnTo>
                <a:lnTo>
                  <a:pt x="1162202" y="0"/>
                </a:lnTo>
                <a:lnTo>
                  <a:pt x="1128027" y="0"/>
                </a:lnTo>
                <a:lnTo>
                  <a:pt x="1093841" y="0"/>
                </a:lnTo>
                <a:lnTo>
                  <a:pt x="1059656" y="0"/>
                </a:lnTo>
                <a:lnTo>
                  <a:pt x="1025471" y="0"/>
                </a:lnTo>
                <a:lnTo>
                  <a:pt x="991295" y="0"/>
                </a:lnTo>
                <a:lnTo>
                  <a:pt x="957110" y="0"/>
                </a:lnTo>
                <a:lnTo>
                  <a:pt x="922925" y="0"/>
                </a:lnTo>
                <a:lnTo>
                  <a:pt x="888749" y="0"/>
                </a:lnTo>
                <a:lnTo>
                  <a:pt x="854564" y="0"/>
                </a:lnTo>
                <a:lnTo>
                  <a:pt x="820379" y="0"/>
                </a:lnTo>
                <a:lnTo>
                  <a:pt x="786194" y="0"/>
                </a:lnTo>
                <a:lnTo>
                  <a:pt x="752018" y="0"/>
                </a:lnTo>
                <a:lnTo>
                  <a:pt x="717833" y="0"/>
                </a:lnTo>
                <a:lnTo>
                  <a:pt x="683647" y="0"/>
                </a:lnTo>
                <a:lnTo>
                  <a:pt x="649472" y="0"/>
                </a:lnTo>
                <a:lnTo>
                  <a:pt x="615286" y="0"/>
                </a:lnTo>
                <a:lnTo>
                  <a:pt x="581101" y="0"/>
                </a:lnTo>
                <a:lnTo>
                  <a:pt x="546916" y="0"/>
                </a:lnTo>
                <a:lnTo>
                  <a:pt x="512740" y="0"/>
                </a:lnTo>
                <a:lnTo>
                  <a:pt x="478555" y="0"/>
                </a:lnTo>
                <a:lnTo>
                  <a:pt x="444370" y="0"/>
                </a:lnTo>
                <a:lnTo>
                  <a:pt x="410194" y="0"/>
                </a:lnTo>
                <a:lnTo>
                  <a:pt x="376009" y="0"/>
                </a:lnTo>
                <a:lnTo>
                  <a:pt x="341824" y="0"/>
                </a:lnTo>
                <a:lnTo>
                  <a:pt x="307638" y="0"/>
                </a:lnTo>
                <a:lnTo>
                  <a:pt x="273463" y="0"/>
                </a:lnTo>
                <a:lnTo>
                  <a:pt x="239278" y="0"/>
                </a:lnTo>
                <a:lnTo>
                  <a:pt x="205092" y="0"/>
                </a:lnTo>
                <a:lnTo>
                  <a:pt x="170917" y="0"/>
                </a:lnTo>
                <a:lnTo>
                  <a:pt x="136731" y="0"/>
                </a:lnTo>
                <a:lnTo>
                  <a:pt x="102546" y="0"/>
                </a:lnTo>
                <a:lnTo>
                  <a:pt x="68361" y="0"/>
                </a:lnTo>
                <a:lnTo>
                  <a:pt x="34185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8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B62D0168-D902-4990-A49B-63B1A238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0218" y="2489444"/>
            <a:ext cx="2667448" cy="482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19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16E2D0B3-D015-44F9-872C-9B991931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6489" y="3173759"/>
            <a:ext cx="1994897" cy="482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20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B48D2870-6FF5-47A3-A087-11A73878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952" y="3857920"/>
            <a:ext cx="1437980" cy="482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21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4B51D9AC-E02E-4F2F-BB13-D56D55A3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2346" y="4542234"/>
            <a:ext cx="923182" cy="482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2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33BD17DC-559F-429A-92DA-880D73E4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3855" y="1807369"/>
            <a:ext cx="387248" cy="3872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ed1e92f7a4105">
            <a:extLst>
              <a:ext uri="{96DAC541-7B7A-43D3-8B79-37D633B846F1}">
                <asvg:svgBlip xmlns:asvg="http://schemas.microsoft.com/office/drawing/2016/SVG/main" r:embed="R1279a09b1b8c45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6991" y="1910505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24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A33FE3BF-7A9D-44F0-A5E7-02D0D7CB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5536" y="1622079"/>
            <a:ext cx="336794" cy="3367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4ab187c4744e6">
            <a:extLst>
              <a:ext uri="{96DAC541-7B7A-43D3-8B79-37D633B846F1}">
                <asvg:svgBlip xmlns:asvg="http://schemas.microsoft.com/office/drawing/2016/SVG/main" r:embed="Rb8bbeaa065d74f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8672" y="1725216"/>
            <a:ext cx="130521" cy="130521"/>
          </a:xfrm>
          <a:prstGeom xmlns:a="http://schemas.openxmlformats.org/drawingml/2006/main" prst="rect">
            <a:avLst/>
          </a:prstGeom>
        </p:spPr>
      </p:pic>
      <p:sp>
        <p:nvSpPr>
          <p:cNvPr id="26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F23A1EC0-9865-45AD-AD95-FC1698A7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6620" y="1773736"/>
            <a:ext cx="387248" cy="3872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3b266e9f144f5">
            <a:extLst>
              <a:ext uri="{96DAC541-7B7A-43D3-8B79-37D633B846F1}">
                <asvg:svgBlip xmlns:asvg="http://schemas.microsoft.com/office/drawing/2016/SVG/main" r:embed="R2d905c94b25146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79756" y="1876873"/>
            <a:ext cx="180975" cy="180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45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2026-09-07T23:56:17.9790000Z</dcterms:created>
  <dcterms:modified xsi:type="dcterms:W3CDTF">2026-09-07T23:56:17.9790000Z</dcterms:modified>
</coreProperties>
</file>