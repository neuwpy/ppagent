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e80fc1df04166" /><Relationship Type="http://schemas.openxmlformats.org/officeDocument/2006/relationships/extended-properties" Target="/docProps/app.xml" Id="R5b2a04ebddd64b38" /><Relationship Type="http://schemas.openxmlformats.org/officeDocument/2006/relationships/officeDocument" Target="/ppt/presentation.xml" Id="R61eb62d2a4c441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f4b0b988bf4ba6"/>
  </p:sldMasterIdLst>
  <p:notesMasterIdLst>
    <p:notesMasterId xmlns:r="http://schemas.openxmlformats.org/officeDocument/2006/relationships" r:id="R6975f870bd7d4d4d"/>
  </p:notesMasterIdLst>
  <p:sldIdLst>
    <p:sldId xmlns:r="http://schemas.openxmlformats.org/officeDocument/2006/relationships" id="256" r:id="R1b00838ed51348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b93087d7c470d" /><Relationship Type="http://schemas.openxmlformats.org/officeDocument/2006/relationships/slideMaster" Target="/ppt/slideMasters/slideMaster1.xml" Id="R13f4b0b988bf4ba6" /><Relationship Type="http://schemas.openxmlformats.org/officeDocument/2006/relationships/notesMaster" Target="/ppt/notesMasters/notesMaster1.xml" Id="R6975f870bd7d4d4d" /><Relationship Type="http://schemas.openxmlformats.org/officeDocument/2006/relationships/presProps" Target="/ppt/presProps.xml" Id="Rb7d54848efdf4c5f" /><Relationship Type="http://schemas.openxmlformats.org/officeDocument/2006/relationships/tableStyles" Target="/ppt/tableStyles.xml" Id="R77a2e30f1836469e" /><Relationship Type="http://schemas.openxmlformats.org/officeDocument/2006/relationships/slide" Target="/ppt/slides/slide1.xml" Id="R1b00838ed513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f9d831779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a1b79c2f9e4663" /><Relationship Type="http://schemas.openxmlformats.org/officeDocument/2006/relationships/notesMaster" Target="/ppt/notesMasters/notesMaster1.xml" Id="Rfa778fec064b49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60749a95e4a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074c8a65ab4240" /><Relationship Type="http://schemas.openxmlformats.org/officeDocument/2006/relationships/slideLayout" Target="/ppt/slideLayouts/slideLayout1.xml" Id="Raafc067ae26348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c067ae26348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0aa79d734e68" /><Relationship Type="http://schemas.openxmlformats.org/officeDocument/2006/relationships/image" Target="/ppt/media/image.png" Id="Ra683bcabfcb7482b" /><Relationship Type="http://schemas.openxmlformats.org/officeDocument/2006/relationships/image" Target="/ppt/media/image.svg" Id="Rc2bce3834bb34898" /><Relationship Type="http://schemas.openxmlformats.org/officeDocument/2006/relationships/image" Target="/ppt/media/image2.png" Id="R99490242d0784c1f" /><Relationship Type="http://schemas.openxmlformats.org/officeDocument/2006/relationships/image" Target="/ppt/media/image2.svg" Id="R48dc539644614e42" /><Relationship Type="http://schemas.openxmlformats.org/officeDocument/2006/relationships/image" Target="/ppt/media/image3.png" Id="R2025c5b292044a99" /><Relationship Type="http://schemas.openxmlformats.org/officeDocument/2006/relationships/image" Target="/ppt/media/image3.svg" Id="Rb8946dbb44d74bc8" /><Relationship Type="http://schemas.openxmlformats.org/officeDocument/2006/relationships/notesSlide" Target="/ppt/notesSlides/notesSlide1.xml" Id="R49d9deccefe741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718986D-7308-460D-818C-51067CF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C18FF03B-B158-4C47-8559-7D3A7171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8F4BB8C-8B6F-40F5-96F1-6051313B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反馈筛选：从线索收敛到纳入发布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CFB2523-69A4-4597-B428-EBF977E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F5FD0E1D-AF26-4936-816D-7A210C2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入口：访谈 · 工单 · 使用记录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9C8D32C1-8250-4F00-8665-3E8B4113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3443B9FA-7634-483B-B405-D9C7072F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5FB8B817-BD76-43CC-9D03-6E13C08C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983B036E-B367-4B2C-B96D-860455FE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84A199-CD78-40C8-9D11-8A925094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D0085FB1-D4D2-4801-84E1-EEA9FD4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394237" y="1964817"/>
            <a:ext cx="4689900" cy="333230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4C9928D3-4862-4EB3-B2CB-44B44355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026" y="2483177"/>
            <a:ext cx="3036408" cy="580082"/>
          </a:xfrm>
          <a:custGeom xmlns:a="http://schemas.openxmlformats.org/drawingml/2006/main">
            <a:pathLst>
              <a:path w="3036408" h="580082">
                <a:moveTo>
                  <a:pt x="0" y="0"/>
                </a:moveTo>
                <a:lnTo>
                  <a:pt x="16269" y="22384"/>
                </a:lnTo>
                <a:lnTo>
                  <a:pt x="32537" y="44777"/>
                </a:lnTo>
                <a:lnTo>
                  <a:pt x="48797" y="67161"/>
                </a:lnTo>
                <a:lnTo>
                  <a:pt x="65065" y="89545"/>
                </a:lnTo>
                <a:lnTo>
                  <a:pt x="81334" y="111938"/>
                </a:lnTo>
                <a:lnTo>
                  <a:pt x="97603" y="134322"/>
                </a:lnTo>
                <a:lnTo>
                  <a:pt x="113871" y="156705"/>
                </a:lnTo>
                <a:lnTo>
                  <a:pt x="130131" y="179089"/>
                </a:lnTo>
                <a:lnTo>
                  <a:pt x="146399" y="201482"/>
                </a:lnTo>
                <a:lnTo>
                  <a:pt x="162668" y="223866"/>
                </a:lnTo>
                <a:lnTo>
                  <a:pt x="178937" y="246250"/>
                </a:lnTo>
                <a:lnTo>
                  <a:pt x="195205" y="268643"/>
                </a:lnTo>
                <a:lnTo>
                  <a:pt x="211465" y="291027"/>
                </a:lnTo>
                <a:lnTo>
                  <a:pt x="227733" y="313411"/>
                </a:lnTo>
                <a:lnTo>
                  <a:pt x="244002" y="335804"/>
                </a:lnTo>
                <a:lnTo>
                  <a:pt x="260271" y="358188"/>
                </a:lnTo>
                <a:lnTo>
                  <a:pt x="276539" y="380571"/>
                </a:lnTo>
                <a:lnTo>
                  <a:pt x="292799" y="402955"/>
                </a:lnTo>
                <a:lnTo>
                  <a:pt x="309067" y="425348"/>
                </a:lnTo>
                <a:lnTo>
                  <a:pt x="325336" y="447732"/>
                </a:lnTo>
                <a:lnTo>
                  <a:pt x="341605" y="470116"/>
                </a:lnTo>
                <a:lnTo>
                  <a:pt x="357873" y="492509"/>
                </a:lnTo>
                <a:lnTo>
                  <a:pt x="373132" y="515341"/>
                </a:lnTo>
                <a:lnTo>
                  <a:pt x="397259" y="527923"/>
                </a:lnTo>
                <a:lnTo>
                  <a:pt x="424158" y="534362"/>
                </a:lnTo>
                <a:lnTo>
                  <a:pt x="451418" y="539105"/>
                </a:lnTo>
                <a:lnTo>
                  <a:pt x="478822" y="542963"/>
                </a:lnTo>
                <a:lnTo>
                  <a:pt x="506301" y="546240"/>
                </a:lnTo>
                <a:lnTo>
                  <a:pt x="533829" y="549097"/>
                </a:lnTo>
                <a:lnTo>
                  <a:pt x="561384" y="551650"/>
                </a:lnTo>
                <a:lnTo>
                  <a:pt x="588959" y="553955"/>
                </a:lnTo>
                <a:lnTo>
                  <a:pt x="616553" y="556041"/>
                </a:lnTo>
                <a:lnTo>
                  <a:pt x="644157" y="557955"/>
                </a:lnTo>
                <a:lnTo>
                  <a:pt x="671770" y="559737"/>
                </a:lnTo>
                <a:lnTo>
                  <a:pt x="699392" y="561365"/>
                </a:lnTo>
                <a:lnTo>
                  <a:pt x="727024" y="562889"/>
                </a:lnTo>
                <a:lnTo>
                  <a:pt x="754666" y="564309"/>
                </a:lnTo>
                <a:lnTo>
                  <a:pt x="782307" y="565623"/>
                </a:lnTo>
                <a:lnTo>
                  <a:pt x="809949" y="566852"/>
                </a:lnTo>
                <a:lnTo>
                  <a:pt x="837600" y="568014"/>
                </a:lnTo>
                <a:lnTo>
                  <a:pt x="865251" y="569090"/>
                </a:lnTo>
                <a:lnTo>
                  <a:pt x="892902" y="570100"/>
                </a:lnTo>
                <a:lnTo>
                  <a:pt x="920563" y="571052"/>
                </a:lnTo>
                <a:lnTo>
                  <a:pt x="948214" y="571938"/>
                </a:lnTo>
                <a:lnTo>
                  <a:pt x="975874" y="572767"/>
                </a:lnTo>
                <a:lnTo>
                  <a:pt x="1003544" y="573538"/>
                </a:lnTo>
                <a:lnTo>
                  <a:pt x="1031205" y="574262"/>
                </a:lnTo>
                <a:lnTo>
                  <a:pt x="1058866" y="574929"/>
                </a:lnTo>
                <a:lnTo>
                  <a:pt x="1086536" y="575558"/>
                </a:lnTo>
                <a:lnTo>
                  <a:pt x="1114196" y="576139"/>
                </a:lnTo>
                <a:lnTo>
                  <a:pt x="1141867" y="576672"/>
                </a:lnTo>
                <a:lnTo>
                  <a:pt x="1169537" y="577167"/>
                </a:lnTo>
                <a:lnTo>
                  <a:pt x="1197207" y="577615"/>
                </a:lnTo>
                <a:lnTo>
                  <a:pt x="1224877" y="578025"/>
                </a:lnTo>
                <a:lnTo>
                  <a:pt x="1252547" y="578406"/>
                </a:lnTo>
                <a:lnTo>
                  <a:pt x="1280217" y="578739"/>
                </a:lnTo>
                <a:lnTo>
                  <a:pt x="1307887" y="579034"/>
                </a:lnTo>
                <a:lnTo>
                  <a:pt x="1335557" y="579282"/>
                </a:lnTo>
                <a:lnTo>
                  <a:pt x="1363228" y="579511"/>
                </a:lnTo>
                <a:lnTo>
                  <a:pt x="1390898" y="579692"/>
                </a:lnTo>
                <a:lnTo>
                  <a:pt x="1418568" y="579834"/>
                </a:lnTo>
                <a:lnTo>
                  <a:pt x="1446247" y="579939"/>
                </a:lnTo>
                <a:lnTo>
                  <a:pt x="1473918" y="580034"/>
                </a:lnTo>
                <a:lnTo>
                  <a:pt x="1501588" y="580073"/>
                </a:lnTo>
                <a:lnTo>
                  <a:pt x="1529258" y="580082"/>
                </a:lnTo>
                <a:lnTo>
                  <a:pt x="1556937" y="580053"/>
                </a:lnTo>
                <a:lnTo>
                  <a:pt x="1584608" y="579987"/>
                </a:lnTo>
                <a:lnTo>
                  <a:pt x="1612278" y="579892"/>
                </a:lnTo>
                <a:lnTo>
                  <a:pt x="1639948" y="579768"/>
                </a:lnTo>
                <a:lnTo>
                  <a:pt x="1667627" y="579596"/>
                </a:lnTo>
                <a:lnTo>
                  <a:pt x="1695298" y="579396"/>
                </a:lnTo>
                <a:lnTo>
                  <a:pt x="1722968" y="579158"/>
                </a:lnTo>
                <a:lnTo>
                  <a:pt x="1750638" y="578882"/>
                </a:lnTo>
                <a:lnTo>
                  <a:pt x="1778308" y="578568"/>
                </a:lnTo>
                <a:lnTo>
                  <a:pt x="1805978" y="578215"/>
                </a:lnTo>
                <a:lnTo>
                  <a:pt x="1833648" y="577825"/>
                </a:lnTo>
                <a:lnTo>
                  <a:pt x="1861318" y="577386"/>
                </a:lnTo>
                <a:lnTo>
                  <a:pt x="1888988" y="576920"/>
                </a:lnTo>
                <a:lnTo>
                  <a:pt x="1916659" y="576405"/>
                </a:lnTo>
                <a:lnTo>
                  <a:pt x="1944319" y="575853"/>
                </a:lnTo>
                <a:lnTo>
                  <a:pt x="1971989" y="575243"/>
                </a:lnTo>
                <a:lnTo>
                  <a:pt x="1999650" y="574596"/>
                </a:lnTo>
                <a:lnTo>
                  <a:pt x="2027320" y="573891"/>
                </a:lnTo>
                <a:lnTo>
                  <a:pt x="2054981" y="573148"/>
                </a:lnTo>
                <a:lnTo>
                  <a:pt x="2082641" y="572348"/>
                </a:lnTo>
                <a:lnTo>
                  <a:pt x="2110302" y="571490"/>
                </a:lnTo>
                <a:lnTo>
                  <a:pt x="2137953" y="570576"/>
                </a:lnTo>
                <a:lnTo>
                  <a:pt x="2165614" y="569595"/>
                </a:lnTo>
                <a:lnTo>
                  <a:pt x="2193265" y="568547"/>
                </a:lnTo>
                <a:lnTo>
                  <a:pt x="2220916" y="567423"/>
                </a:lnTo>
                <a:lnTo>
                  <a:pt x="2248557" y="566233"/>
                </a:lnTo>
                <a:lnTo>
                  <a:pt x="2276208" y="564956"/>
                </a:lnTo>
                <a:lnTo>
                  <a:pt x="2303840" y="563585"/>
                </a:lnTo>
                <a:lnTo>
                  <a:pt x="2331472" y="562127"/>
                </a:lnTo>
                <a:lnTo>
                  <a:pt x="2359104" y="560537"/>
                </a:lnTo>
                <a:lnTo>
                  <a:pt x="2386727" y="558841"/>
                </a:lnTo>
                <a:lnTo>
                  <a:pt x="2414330" y="556993"/>
                </a:lnTo>
                <a:lnTo>
                  <a:pt x="2441934" y="554993"/>
                </a:lnTo>
                <a:lnTo>
                  <a:pt x="2469518" y="552802"/>
                </a:lnTo>
                <a:lnTo>
                  <a:pt x="2497084" y="550374"/>
                </a:lnTo>
                <a:lnTo>
                  <a:pt x="2524630" y="547678"/>
                </a:lnTo>
                <a:lnTo>
                  <a:pt x="2552129" y="544611"/>
                </a:lnTo>
                <a:lnTo>
                  <a:pt x="2579570" y="541068"/>
                </a:lnTo>
                <a:lnTo>
                  <a:pt x="2606916" y="536819"/>
                </a:lnTo>
                <a:lnTo>
                  <a:pt x="2634044" y="531371"/>
                </a:lnTo>
                <a:lnTo>
                  <a:pt x="2660418" y="523113"/>
                </a:lnTo>
                <a:lnTo>
                  <a:pt x="2678535" y="503406"/>
                </a:lnTo>
                <a:lnTo>
                  <a:pt x="2694803" y="481013"/>
                </a:lnTo>
                <a:lnTo>
                  <a:pt x="2711063" y="458629"/>
                </a:lnTo>
                <a:lnTo>
                  <a:pt x="2727331" y="436245"/>
                </a:lnTo>
                <a:lnTo>
                  <a:pt x="2743600" y="413852"/>
                </a:lnTo>
                <a:lnTo>
                  <a:pt x="2759869" y="391468"/>
                </a:lnTo>
                <a:lnTo>
                  <a:pt x="2776137" y="369084"/>
                </a:lnTo>
                <a:lnTo>
                  <a:pt x="2792406" y="346700"/>
                </a:lnTo>
                <a:lnTo>
                  <a:pt x="2808665" y="324307"/>
                </a:lnTo>
                <a:lnTo>
                  <a:pt x="2824934" y="301923"/>
                </a:lnTo>
                <a:lnTo>
                  <a:pt x="2841203" y="279540"/>
                </a:lnTo>
                <a:lnTo>
                  <a:pt x="2857471" y="257146"/>
                </a:lnTo>
                <a:lnTo>
                  <a:pt x="2873731" y="234763"/>
                </a:lnTo>
                <a:lnTo>
                  <a:pt x="2889999" y="212379"/>
                </a:lnTo>
                <a:lnTo>
                  <a:pt x="2906268" y="189986"/>
                </a:lnTo>
                <a:lnTo>
                  <a:pt x="2922537" y="167602"/>
                </a:lnTo>
                <a:lnTo>
                  <a:pt x="2938805" y="145218"/>
                </a:lnTo>
                <a:lnTo>
                  <a:pt x="2955074" y="122834"/>
                </a:lnTo>
                <a:lnTo>
                  <a:pt x="2971333" y="100441"/>
                </a:lnTo>
                <a:lnTo>
                  <a:pt x="2987602" y="78057"/>
                </a:lnTo>
                <a:lnTo>
                  <a:pt x="3003871" y="55674"/>
                </a:lnTo>
                <a:lnTo>
                  <a:pt x="3020139" y="33280"/>
                </a:lnTo>
                <a:lnTo>
                  <a:pt x="3036408" y="10897"/>
                </a:lnTo>
                <a:lnTo>
                  <a:pt x="3034084" y="8877"/>
                </a:lnTo>
                <a:lnTo>
                  <a:pt x="3007519" y="16459"/>
                </a:lnTo>
                <a:lnTo>
                  <a:pt x="2980287" y="21374"/>
                </a:lnTo>
                <a:lnTo>
                  <a:pt x="2952883" y="25213"/>
                </a:lnTo>
                <a:lnTo>
                  <a:pt x="2925394" y="28423"/>
                </a:lnTo>
                <a:lnTo>
                  <a:pt x="2897867" y="31204"/>
                </a:lnTo>
                <a:lnTo>
                  <a:pt x="2870302" y="33680"/>
                </a:lnTo>
                <a:lnTo>
                  <a:pt x="2842717" y="35909"/>
                </a:lnTo>
                <a:lnTo>
                  <a:pt x="2815123" y="37938"/>
                </a:lnTo>
                <a:lnTo>
                  <a:pt x="2787510" y="39805"/>
                </a:lnTo>
                <a:lnTo>
                  <a:pt x="2759897" y="41529"/>
                </a:lnTo>
                <a:lnTo>
                  <a:pt x="2732265" y="43139"/>
                </a:lnTo>
                <a:lnTo>
                  <a:pt x="2704633" y="44644"/>
                </a:lnTo>
                <a:lnTo>
                  <a:pt x="2677001" y="46063"/>
                </a:lnTo>
                <a:lnTo>
                  <a:pt x="2649360" y="47387"/>
                </a:lnTo>
                <a:lnTo>
                  <a:pt x="2621718" y="48644"/>
                </a:lnTo>
                <a:lnTo>
                  <a:pt x="2594067" y="49835"/>
                </a:lnTo>
                <a:lnTo>
                  <a:pt x="2566416" y="50949"/>
                </a:lnTo>
                <a:lnTo>
                  <a:pt x="2538765" y="52007"/>
                </a:lnTo>
                <a:lnTo>
                  <a:pt x="2511114" y="53016"/>
                </a:lnTo>
                <a:lnTo>
                  <a:pt x="2483453" y="53978"/>
                </a:lnTo>
                <a:lnTo>
                  <a:pt x="2455802" y="54883"/>
                </a:lnTo>
                <a:lnTo>
                  <a:pt x="2428142" y="55750"/>
                </a:lnTo>
                <a:lnTo>
                  <a:pt x="2400481" y="56569"/>
                </a:lnTo>
                <a:lnTo>
                  <a:pt x="2372820" y="57350"/>
                </a:lnTo>
                <a:lnTo>
                  <a:pt x="2345160" y="58093"/>
                </a:lnTo>
                <a:lnTo>
                  <a:pt x="2317490" y="58807"/>
                </a:lnTo>
                <a:lnTo>
                  <a:pt x="2289829" y="59474"/>
                </a:lnTo>
                <a:lnTo>
                  <a:pt x="2262159" y="60122"/>
                </a:lnTo>
                <a:lnTo>
                  <a:pt x="2234498" y="60731"/>
                </a:lnTo>
                <a:lnTo>
                  <a:pt x="2206828" y="61303"/>
                </a:lnTo>
                <a:lnTo>
                  <a:pt x="2179168" y="61855"/>
                </a:lnTo>
                <a:lnTo>
                  <a:pt x="2151497" y="62379"/>
                </a:lnTo>
                <a:lnTo>
                  <a:pt x="2123827" y="62865"/>
                </a:lnTo>
                <a:lnTo>
                  <a:pt x="2096157" y="63332"/>
                </a:lnTo>
                <a:lnTo>
                  <a:pt x="2068487" y="63770"/>
                </a:lnTo>
                <a:lnTo>
                  <a:pt x="2040817" y="64170"/>
                </a:lnTo>
                <a:lnTo>
                  <a:pt x="2013147" y="64580"/>
                </a:lnTo>
                <a:lnTo>
                  <a:pt x="1985477" y="64932"/>
                </a:lnTo>
                <a:lnTo>
                  <a:pt x="1957807" y="65275"/>
                </a:lnTo>
                <a:lnTo>
                  <a:pt x="1930136" y="65589"/>
                </a:lnTo>
                <a:lnTo>
                  <a:pt x="1902466" y="65884"/>
                </a:lnTo>
                <a:lnTo>
                  <a:pt x="1874796" y="66170"/>
                </a:lnTo>
                <a:lnTo>
                  <a:pt x="1847126" y="66408"/>
                </a:lnTo>
                <a:lnTo>
                  <a:pt x="1819456" y="66646"/>
                </a:lnTo>
                <a:lnTo>
                  <a:pt x="1791786" y="66856"/>
                </a:lnTo>
                <a:lnTo>
                  <a:pt x="1764106" y="67037"/>
                </a:lnTo>
                <a:lnTo>
                  <a:pt x="1736436" y="67218"/>
                </a:lnTo>
                <a:lnTo>
                  <a:pt x="1708766" y="67351"/>
                </a:lnTo>
                <a:lnTo>
                  <a:pt x="1681096" y="67475"/>
                </a:lnTo>
                <a:lnTo>
                  <a:pt x="1653426" y="67589"/>
                </a:lnTo>
                <a:lnTo>
                  <a:pt x="1625746" y="67666"/>
                </a:lnTo>
                <a:lnTo>
                  <a:pt x="1598076" y="67742"/>
                </a:lnTo>
                <a:lnTo>
                  <a:pt x="1570406" y="67770"/>
                </a:lnTo>
                <a:lnTo>
                  <a:pt x="1542736" y="67799"/>
                </a:lnTo>
                <a:lnTo>
                  <a:pt x="1515056" y="67808"/>
                </a:lnTo>
                <a:lnTo>
                  <a:pt x="1487386" y="67789"/>
                </a:lnTo>
                <a:lnTo>
                  <a:pt x="1459716" y="67761"/>
                </a:lnTo>
                <a:lnTo>
                  <a:pt x="1432046" y="67704"/>
                </a:lnTo>
                <a:lnTo>
                  <a:pt x="1404366" y="67618"/>
                </a:lnTo>
                <a:lnTo>
                  <a:pt x="1376696" y="67542"/>
                </a:lnTo>
                <a:lnTo>
                  <a:pt x="1349026" y="67408"/>
                </a:lnTo>
                <a:lnTo>
                  <a:pt x="1321356" y="67285"/>
                </a:lnTo>
                <a:lnTo>
                  <a:pt x="1293676" y="67123"/>
                </a:lnTo>
                <a:lnTo>
                  <a:pt x="1266006" y="66942"/>
                </a:lnTo>
                <a:lnTo>
                  <a:pt x="1238336" y="66761"/>
                </a:lnTo>
                <a:lnTo>
                  <a:pt x="1210666" y="66523"/>
                </a:lnTo>
                <a:lnTo>
                  <a:pt x="1182995" y="66284"/>
                </a:lnTo>
                <a:lnTo>
                  <a:pt x="1155325" y="66027"/>
                </a:lnTo>
                <a:lnTo>
                  <a:pt x="1127655" y="65732"/>
                </a:lnTo>
                <a:lnTo>
                  <a:pt x="1099976" y="65446"/>
                </a:lnTo>
                <a:lnTo>
                  <a:pt x="1072305" y="65094"/>
                </a:lnTo>
                <a:lnTo>
                  <a:pt x="1044635" y="64751"/>
                </a:lnTo>
                <a:lnTo>
                  <a:pt x="1016965" y="64370"/>
                </a:lnTo>
                <a:lnTo>
                  <a:pt x="989295" y="63960"/>
                </a:lnTo>
                <a:lnTo>
                  <a:pt x="961634" y="63551"/>
                </a:lnTo>
                <a:lnTo>
                  <a:pt x="933964" y="63084"/>
                </a:lnTo>
                <a:lnTo>
                  <a:pt x="906294" y="62617"/>
                </a:lnTo>
                <a:lnTo>
                  <a:pt x="878624" y="62113"/>
                </a:lnTo>
                <a:lnTo>
                  <a:pt x="850954" y="61579"/>
                </a:lnTo>
                <a:lnTo>
                  <a:pt x="823293" y="61017"/>
                </a:lnTo>
                <a:lnTo>
                  <a:pt x="795623" y="60417"/>
                </a:lnTo>
                <a:lnTo>
                  <a:pt x="767963" y="59798"/>
                </a:lnTo>
                <a:lnTo>
                  <a:pt x="740293" y="59141"/>
                </a:lnTo>
                <a:lnTo>
                  <a:pt x="712632" y="58445"/>
                </a:lnTo>
                <a:lnTo>
                  <a:pt x="684971" y="57721"/>
                </a:lnTo>
                <a:lnTo>
                  <a:pt x="657301" y="56950"/>
                </a:lnTo>
                <a:lnTo>
                  <a:pt x="629641" y="56150"/>
                </a:lnTo>
                <a:lnTo>
                  <a:pt x="601980" y="55312"/>
                </a:lnTo>
                <a:lnTo>
                  <a:pt x="574329" y="54416"/>
                </a:lnTo>
                <a:lnTo>
                  <a:pt x="546668" y="53483"/>
                </a:lnTo>
                <a:lnTo>
                  <a:pt x="519017" y="52502"/>
                </a:lnTo>
                <a:lnTo>
                  <a:pt x="491357" y="51473"/>
                </a:lnTo>
                <a:lnTo>
                  <a:pt x="463706" y="50378"/>
                </a:lnTo>
                <a:lnTo>
                  <a:pt x="436064" y="49225"/>
                </a:lnTo>
                <a:lnTo>
                  <a:pt x="408413" y="48006"/>
                </a:lnTo>
                <a:lnTo>
                  <a:pt x="380771" y="46720"/>
                </a:lnTo>
                <a:lnTo>
                  <a:pt x="353139" y="45349"/>
                </a:lnTo>
                <a:lnTo>
                  <a:pt x="325498" y="43891"/>
                </a:lnTo>
                <a:lnTo>
                  <a:pt x="297875" y="42329"/>
                </a:lnTo>
                <a:lnTo>
                  <a:pt x="270253" y="40653"/>
                </a:lnTo>
                <a:lnTo>
                  <a:pt x="242640" y="38862"/>
                </a:lnTo>
                <a:lnTo>
                  <a:pt x="215036" y="36919"/>
                </a:lnTo>
                <a:lnTo>
                  <a:pt x="187442" y="34785"/>
                </a:lnTo>
                <a:lnTo>
                  <a:pt x="159868" y="32442"/>
                </a:lnTo>
                <a:lnTo>
                  <a:pt x="132321" y="29823"/>
                </a:lnTo>
                <a:lnTo>
                  <a:pt x="104813" y="26832"/>
                </a:lnTo>
                <a:lnTo>
                  <a:pt x="77362" y="23336"/>
                </a:lnTo>
                <a:lnTo>
                  <a:pt x="50025" y="19040"/>
                </a:lnTo>
                <a:lnTo>
                  <a:pt x="23003" y="13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D7DD893B-1102-4DA4-A1D9-6A2B27C5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026" y="2386746"/>
            <a:ext cx="3044323" cy="192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8A5B9129-5594-4C90-8039-220B5CD9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9253" y="3151699"/>
            <a:ext cx="2299278" cy="580082"/>
          </a:xfrm>
          <a:custGeom xmlns:a="http://schemas.openxmlformats.org/drawingml/2006/main">
            <a:pathLst>
              <a:path w="2299278" h="580082">
                <a:moveTo>
                  <a:pt x="0" y="0"/>
                </a:moveTo>
                <a:lnTo>
                  <a:pt x="10611" y="19079"/>
                </a:lnTo>
                <a:lnTo>
                  <a:pt x="21222" y="38157"/>
                </a:lnTo>
                <a:lnTo>
                  <a:pt x="31833" y="57236"/>
                </a:lnTo>
                <a:lnTo>
                  <a:pt x="42453" y="76314"/>
                </a:lnTo>
                <a:lnTo>
                  <a:pt x="53064" y="95393"/>
                </a:lnTo>
                <a:lnTo>
                  <a:pt x="63675" y="114481"/>
                </a:lnTo>
                <a:lnTo>
                  <a:pt x="74285" y="133560"/>
                </a:lnTo>
                <a:lnTo>
                  <a:pt x="84896" y="152638"/>
                </a:lnTo>
                <a:lnTo>
                  <a:pt x="95507" y="171717"/>
                </a:lnTo>
                <a:lnTo>
                  <a:pt x="106118" y="190795"/>
                </a:lnTo>
                <a:lnTo>
                  <a:pt x="116738" y="209874"/>
                </a:lnTo>
                <a:lnTo>
                  <a:pt x="127349" y="228952"/>
                </a:lnTo>
                <a:lnTo>
                  <a:pt x="137960" y="248031"/>
                </a:lnTo>
                <a:lnTo>
                  <a:pt x="148571" y="267110"/>
                </a:lnTo>
                <a:lnTo>
                  <a:pt x="159182" y="286188"/>
                </a:lnTo>
                <a:lnTo>
                  <a:pt x="169793" y="305267"/>
                </a:lnTo>
                <a:lnTo>
                  <a:pt x="180413" y="324345"/>
                </a:lnTo>
                <a:lnTo>
                  <a:pt x="191024" y="343433"/>
                </a:lnTo>
                <a:lnTo>
                  <a:pt x="201635" y="362512"/>
                </a:lnTo>
                <a:lnTo>
                  <a:pt x="212246" y="381591"/>
                </a:lnTo>
                <a:lnTo>
                  <a:pt x="222856" y="400669"/>
                </a:lnTo>
                <a:lnTo>
                  <a:pt x="233467" y="419748"/>
                </a:lnTo>
                <a:lnTo>
                  <a:pt x="244078" y="438826"/>
                </a:lnTo>
                <a:lnTo>
                  <a:pt x="254698" y="457905"/>
                </a:lnTo>
                <a:lnTo>
                  <a:pt x="265309" y="476983"/>
                </a:lnTo>
                <a:lnTo>
                  <a:pt x="275920" y="496062"/>
                </a:lnTo>
                <a:lnTo>
                  <a:pt x="285655" y="515455"/>
                </a:lnTo>
                <a:lnTo>
                  <a:pt x="303209" y="527704"/>
                </a:lnTo>
                <a:lnTo>
                  <a:pt x="323983" y="534362"/>
                </a:lnTo>
                <a:lnTo>
                  <a:pt x="345253" y="539258"/>
                </a:lnTo>
                <a:lnTo>
                  <a:pt x="366722" y="543230"/>
                </a:lnTo>
                <a:lnTo>
                  <a:pt x="388296" y="546602"/>
                </a:lnTo>
                <a:lnTo>
                  <a:pt x="409927" y="549545"/>
                </a:lnTo>
                <a:lnTo>
                  <a:pt x="431597" y="552155"/>
                </a:lnTo>
                <a:lnTo>
                  <a:pt x="453304" y="554507"/>
                </a:lnTo>
                <a:lnTo>
                  <a:pt x="475031" y="556651"/>
                </a:lnTo>
                <a:lnTo>
                  <a:pt x="496776" y="558603"/>
                </a:lnTo>
                <a:lnTo>
                  <a:pt x="518531" y="560394"/>
                </a:lnTo>
                <a:lnTo>
                  <a:pt x="540306" y="562061"/>
                </a:lnTo>
                <a:lnTo>
                  <a:pt x="562080" y="563594"/>
                </a:lnTo>
                <a:lnTo>
                  <a:pt x="583863" y="565033"/>
                </a:lnTo>
                <a:lnTo>
                  <a:pt x="605657" y="566357"/>
                </a:lnTo>
                <a:lnTo>
                  <a:pt x="627459" y="567604"/>
                </a:lnTo>
                <a:lnTo>
                  <a:pt x="649253" y="568757"/>
                </a:lnTo>
                <a:lnTo>
                  <a:pt x="671065" y="569843"/>
                </a:lnTo>
                <a:lnTo>
                  <a:pt x="692868" y="570843"/>
                </a:lnTo>
                <a:lnTo>
                  <a:pt x="714680" y="571786"/>
                </a:lnTo>
                <a:lnTo>
                  <a:pt x="736502" y="572672"/>
                </a:lnTo>
                <a:lnTo>
                  <a:pt x="758314" y="573491"/>
                </a:lnTo>
                <a:lnTo>
                  <a:pt x="780136" y="574243"/>
                </a:lnTo>
                <a:lnTo>
                  <a:pt x="801957" y="574948"/>
                </a:lnTo>
                <a:lnTo>
                  <a:pt x="823779" y="575605"/>
                </a:lnTo>
                <a:lnTo>
                  <a:pt x="845601" y="576205"/>
                </a:lnTo>
                <a:lnTo>
                  <a:pt x="867423" y="576758"/>
                </a:lnTo>
                <a:lnTo>
                  <a:pt x="889254" y="577272"/>
                </a:lnTo>
                <a:lnTo>
                  <a:pt x="911076" y="577729"/>
                </a:lnTo>
                <a:lnTo>
                  <a:pt x="932907" y="578148"/>
                </a:lnTo>
                <a:lnTo>
                  <a:pt x="954738" y="578529"/>
                </a:lnTo>
                <a:lnTo>
                  <a:pt x="976570" y="578853"/>
                </a:lnTo>
                <a:lnTo>
                  <a:pt x="998391" y="579149"/>
                </a:lnTo>
                <a:lnTo>
                  <a:pt x="1020223" y="579396"/>
                </a:lnTo>
                <a:lnTo>
                  <a:pt x="1042054" y="579615"/>
                </a:lnTo>
                <a:lnTo>
                  <a:pt x="1063885" y="579787"/>
                </a:lnTo>
                <a:lnTo>
                  <a:pt x="1085717" y="579920"/>
                </a:lnTo>
                <a:lnTo>
                  <a:pt x="1107548" y="580015"/>
                </a:lnTo>
                <a:lnTo>
                  <a:pt x="1129389" y="580073"/>
                </a:lnTo>
                <a:lnTo>
                  <a:pt x="1151220" y="580082"/>
                </a:lnTo>
                <a:lnTo>
                  <a:pt x="1173051" y="580063"/>
                </a:lnTo>
                <a:lnTo>
                  <a:pt x="1194883" y="580006"/>
                </a:lnTo>
                <a:lnTo>
                  <a:pt x="1216714" y="579901"/>
                </a:lnTo>
                <a:lnTo>
                  <a:pt x="1238545" y="579768"/>
                </a:lnTo>
                <a:lnTo>
                  <a:pt x="1260377" y="579587"/>
                </a:lnTo>
                <a:lnTo>
                  <a:pt x="1282208" y="579377"/>
                </a:lnTo>
                <a:lnTo>
                  <a:pt x="1304039" y="579120"/>
                </a:lnTo>
                <a:lnTo>
                  <a:pt x="1325870" y="578825"/>
                </a:lnTo>
                <a:lnTo>
                  <a:pt x="1347702" y="578482"/>
                </a:lnTo>
                <a:lnTo>
                  <a:pt x="1369524" y="578101"/>
                </a:lnTo>
                <a:lnTo>
                  <a:pt x="1391355" y="577682"/>
                </a:lnTo>
                <a:lnTo>
                  <a:pt x="1413186" y="577215"/>
                </a:lnTo>
                <a:lnTo>
                  <a:pt x="1435008" y="576701"/>
                </a:lnTo>
                <a:lnTo>
                  <a:pt x="1456830" y="576139"/>
                </a:lnTo>
                <a:lnTo>
                  <a:pt x="1478661" y="575529"/>
                </a:lnTo>
                <a:lnTo>
                  <a:pt x="1500483" y="574872"/>
                </a:lnTo>
                <a:lnTo>
                  <a:pt x="1522295" y="574157"/>
                </a:lnTo>
                <a:lnTo>
                  <a:pt x="1544117" y="573395"/>
                </a:lnTo>
                <a:lnTo>
                  <a:pt x="1565939" y="572567"/>
                </a:lnTo>
                <a:lnTo>
                  <a:pt x="1587751" y="571681"/>
                </a:lnTo>
                <a:lnTo>
                  <a:pt x="1609563" y="570728"/>
                </a:lnTo>
                <a:lnTo>
                  <a:pt x="1631366" y="569719"/>
                </a:lnTo>
                <a:lnTo>
                  <a:pt x="1653178" y="568623"/>
                </a:lnTo>
                <a:lnTo>
                  <a:pt x="1674971" y="567461"/>
                </a:lnTo>
                <a:lnTo>
                  <a:pt x="1696774" y="566214"/>
                </a:lnTo>
                <a:lnTo>
                  <a:pt x="1718558" y="564861"/>
                </a:lnTo>
                <a:lnTo>
                  <a:pt x="1740341" y="563423"/>
                </a:lnTo>
                <a:lnTo>
                  <a:pt x="1762125" y="561870"/>
                </a:lnTo>
                <a:lnTo>
                  <a:pt x="1783890" y="560194"/>
                </a:lnTo>
                <a:lnTo>
                  <a:pt x="1805645" y="558375"/>
                </a:lnTo>
                <a:lnTo>
                  <a:pt x="1827390" y="556403"/>
                </a:lnTo>
                <a:lnTo>
                  <a:pt x="1849117" y="554250"/>
                </a:lnTo>
                <a:lnTo>
                  <a:pt x="1870815" y="551869"/>
                </a:lnTo>
                <a:lnTo>
                  <a:pt x="1892484" y="549212"/>
                </a:lnTo>
                <a:lnTo>
                  <a:pt x="1914115" y="546230"/>
                </a:lnTo>
                <a:lnTo>
                  <a:pt x="1935671" y="542801"/>
                </a:lnTo>
                <a:lnTo>
                  <a:pt x="1957121" y="538744"/>
                </a:lnTo>
                <a:lnTo>
                  <a:pt x="1978362" y="533695"/>
                </a:lnTo>
                <a:lnTo>
                  <a:pt x="1999031" y="526713"/>
                </a:lnTo>
                <a:lnTo>
                  <a:pt x="2014890" y="512988"/>
                </a:lnTo>
                <a:lnTo>
                  <a:pt x="2025196" y="493814"/>
                </a:lnTo>
                <a:lnTo>
                  <a:pt x="2035807" y="474736"/>
                </a:lnTo>
                <a:lnTo>
                  <a:pt x="2046418" y="455657"/>
                </a:lnTo>
                <a:lnTo>
                  <a:pt x="2057029" y="436578"/>
                </a:lnTo>
                <a:lnTo>
                  <a:pt x="2067639" y="417500"/>
                </a:lnTo>
                <a:lnTo>
                  <a:pt x="2078250" y="398421"/>
                </a:lnTo>
                <a:lnTo>
                  <a:pt x="2088871" y="379343"/>
                </a:lnTo>
                <a:lnTo>
                  <a:pt x="2099481" y="360264"/>
                </a:lnTo>
                <a:lnTo>
                  <a:pt x="2110092" y="341186"/>
                </a:lnTo>
                <a:lnTo>
                  <a:pt x="2120703" y="322107"/>
                </a:lnTo>
                <a:lnTo>
                  <a:pt x="2131314" y="303019"/>
                </a:lnTo>
                <a:lnTo>
                  <a:pt x="2141925" y="283940"/>
                </a:lnTo>
                <a:lnTo>
                  <a:pt x="2152536" y="264862"/>
                </a:lnTo>
                <a:lnTo>
                  <a:pt x="2163156" y="245783"/>
                </a:lnTo>
                <a:lnTo>
                  <a:pt x="2173767" y="226705"/>
                </a:lnTo>
                <a:lnTo>
                  <a:pt x="2184378" y="207626"/>
                </a:lnTo>
                <a:lnTo>
                  <a:pt x="2194989" y="188547"/>
                </a:lnTo>
                <a:lnTo>
                  <a:pt x="2205599" y="169469"/>
                </a:lnTo>
                <a:lnTo>
                  <a:pt x="2216210" y="150390"/>
                </a:lnTo>
                <a:lnTo>
                  <a:pt x="2226821" y="131312"/>
                </a:lnTo>
                <a:lnTo>
                  <a:pt x="2237442" y="112233"/>
                </a:lnTo>
                <a:lnTo>
                  <a:pt x="2248052" y="93155"/>
                </a:lnTo>
                <a:lnTo>
                  <a:pt x="2258663" y="74066"/>
                </a:lnTo>
                <a:lnTo>
                  <a:pt x="2269274" y="54988"/>
                </a:lnTo>
                <a:lnTo>
                  <a:pt x="2279885" y="35909"/>
                </a:lnTo>
                <a:lnTo>
                  <a:pt x="2290496" y="16831"/>
                </a:lnTo>
                <a:lnTo>
                  <a:pt x="2299278" y="2486"/>
                </a:lnTo>
                <a:lnTo>
                  <a:pt x="2281028" y="13659"/>
                </a:lnTo>
                <a:lnTo>
                  <a:pt x="2260016" y="19526"/>
                </a:lnTo>
                <a:lnTo>
                  <a:pt x="2238613" y="23851"/>
                </a:lnTo>
                <a:lnTo>
                  <a:pt x="2217068" y="27384"/>
                </a:lnTo>
                <a:lnTo>
                  <a:pt x="2195455" y="30413"/>
                </a:lnTo>
                <a:lnTo>
                  <a:pt x="2173776" y="33061"/>
                </a:lnTo>
                <a:lnTo>
                  <a:pt x="2152079" y="35443"/>
                </a:lnTo>
                <a:lnTo>
                  <a:pt x="2130352" y="37595"/>
                </a:lnTo>
                <a:lnTo>
                  <a:pt x="2108606" y="39567"/>
                </a:lnTo>
                <a:lnTo>
                  <a:pt x="2086851" y="41386"/>
                </a:lnTo>
                <a:lnTo>
                  <a:pt x="2065087" y="43072"/>
                </a:lnTo>
                <a:lnTo>
                  <a:pt x="2043313" y="44644"/>
                </a:lnTo>
                <a:lnTo>
                  <a:pt x="2021529" y="46120"/>
                </a:lnTo>
                <a:lnTo>
                  <a:pt x="1999745" y="47501"/>
                </a:lnTo>
                <a:lnTo>
                  <a:pt x="1977952" y="48797"/>
                </a:lnTo>
                <a:lnTo>
                  <a:pt x="1956149" y="50025"/>
                </a:lnTo>
                <a:lnTo>
                  <a:pt x="1934347" y="51178"/>
                </a:lnTo>
                <a:lnTo>
                  <a:pt x="1912544" y="52273"/>
                </a:lnTo>
                <a:lnTo>
                  <a:pt x="1890732" y="53311"/>
                </a:lnTo>
                <a:lnTo>
                  <a:pt x="1868929" y="54293"/>
                </a:lnTo>
                <a:lnTo>
                  <a:pt x="1847117" y="55226"/>
                </a:lnTo>
                <a:lnTo>
                  <a:pt x="1825295" y="56112"/>
                </a:lnTo>
                <a:lnTo>
                  <a:pt x="1803483" y="56950"/>
                </a:lnTo>
                <a:lnTo>
                  <a:pt x="1781670" y="57741"/>
                </a:lnTo>
                <a:lnTo>
                  <a:pt x="1759849" y="58503"/>
                </a:lnTo>
                <a:lnTo>
                  <a:pt x="1738027" y="59217"/>
                </a:lnTo>
                <a:lnTo>
                  <a:pt x="1716205" y="59903"/>
                </a:lnTo>
                <a:lnTo>
                  <a:pt x="1694383" y="60550"/>
                </a:lnTo>
                <a:lnTo>
                  <a:pt x="1672561" y="61160"/>
                </a:lnTo>
                <a:lnTo>
                  <a:pt x="1650730" y="61741"/>
                </a:lnTo>
                <a:lnTo>
                  <a:pt x="1628908" y="62294"/>
                </a:lnTo>
                <a:lnTo>
                  <a:pt x="1607087" y="62808"/>
                </a:lnTo>
                <a:lnTo>
                  <a:pt x="1585255" y="63294"/>
                </a:lnTo>
                <a:lnTo>
                  <a:pt x="1563433" y="63760"/>
                </a:lnTo>
                <a:lnTo>
                  <a:pt x="1541602" y="64189"/>
                </a:lnTo>
                <a:lnTo>
                  <a:pt x="1519771" y="64599"/>
                </a:lnTo>
                <a:lnTo>
                  <a:pt x="1497940" y="64980"/>
                </a:lnTo>
                <a:lnTo>
                  <a:pt x="1476118" y="65332"/>
                </a:lnTo>
                <a:lnTo>
                  <a:pt x="1454287" y="65656"/>
                </a:lnTo>
                <a:lnTo>
                  <a:pt x="1432455" y="65961"/>
                </a:lnTo>
                <a:lnTo>
                  <a:pt x="1410624" y="66246"/>
                </a:lnTo>
                <a:lnTo>
                  <a:pt x="1388793" y="66504"/>
                </a:lnTo>
                <a:lnTo>
                  <a:pt x="1366961" y="66732"/>
                </a:lnTo>
                <a:lnTo>
                  <a:pt x="1345130" y="66942"/>
                </a:lnTo>
                <a:lnTo>
                  <a:pt x="1323299" y="67123"/>
                </a:lnTo>
                <a:lnTo>
                  <a:pt x="1301467" y="67285"/>
                </a:lnTo>
                <a:lnTo>
                  <a:pt x="1279636" y="67427"/>
                </a:lnTo>
                <a:lnTo>
                  <a:pt x="1257805" y="67551"/>
                </a:lnTo>
                <a:lnTo>
                  <a:pt x="1235974" y="67637"/>
                </a:lnTo>
                <a:lnTo>
                  <a:pt x="1214142" y="67713"/>
                </a:lnTo>
                <a:lnTo>
                  <a:pt x="1192311" y="67770"/>
                </a:lnTo>
                <a:lnTo>
                  <a:pt x="1170480" y="67808"/>
                </a:lnTo>
                <a:lnTo>
                  <a:pt x="1148648" y="67818"/>
                </a:lnTo>
                <a:lnTo>
                  <a:pt x="1126817" y="67808"/>
                </a:lnTo>
                <a:lnTo>
                  <a:pt x="1104976" y="67770"/>
                </a:lnTo>
                <a:lnTo>
                  <a:pt x="1083145" y="67704"/>
                </a:lnTo>
                <a:lnTo>
                  <a:pt x="1061314" y="67628"/>
                </a:lnTo>
                <a:lnTo>
                  <a:pt x="1039482" y="67542"/>
                </a:lnTo>
                <a:lnTo>
                  <a:pt x="1017651" y="67418"/>
                </a:lnTo>
                <a:lnTo>
                  <a:pt x="995820" y="67275"/>
                </a:lnTo>
                <a:lnTo>
                  <a:pt x="973988" y="67104"/>
                </a:lnTo>
                <a:lnTo>
                  <a:pt x="952157" y="66913"/>
                </a:lnTo>
                <a:lnTo>
                  <a:pt x="930326" y="66704"/>
                </a:lnTo>
                <a:lnTo>
                  <a:pt x="908495" y="66475"/>
                </a:lnTo>
                <a:lnTo>
                  <a:pt x="886663" y="66208"/>
                </a:lnTo>
                <a:lnTo>
                  <a:pt x="864832" y="65923"/>
                </a:lnTo>
                <a:lnTo>
                  <a:pt x="843001" y="65618"/>
                </a:lnTo>
                <a:lnTo>
                  <a:pt x="821179" y="65284"/>
                </a:lnTo>
                <a:lnTo>
                  <a:pt x="799348" y="64932"/>
                </a:lnTo>
                <a:lnTo>
                  <a:pt x="777516" y="64551"/>
                </a:lnTo>
                <a:lnTo>
                  <a:pt x="755685" y="64141"/>
                </a:lnTo>
                <a:lnTo>
                  <a:pt x="733863" y="63703"/>
                </a:lnTo>
                <a:lnTo>
                  <a:pt x="712032" y="63236"/>
                </a:lnTo>
                <a:lnTo>
                  <a:pt x="690210" y="62751"/>
                </a:lnTo>
                <a:lnTo>
                  <a:pt x="668379" y="62227"/>
                </a:lnTo>
                <a:lnTo>
                  <a:pt x="646557" y="61674"/>
                </a:lnTo>
                <a:lnTo>
                  <a:pt x="624735" y="61093"/>
                </a:lnTo>
                <a:lnTo>
                  <a:pt x="602913" y="60474"/>
                </a:lnTo>
                <a:lnTo>
                  <a:pt x="581082" y="59827"/>
                </a:lnTo>
                <a:lnTo>
                  <a:pt x="559260" y="59141"/>
                </a:lnTo>
                <a:lnTo>
                  <a:pt x="537448" y="58417"/>
                </a:lnTo>
                <a:lnTo>
                  <a:pt x="515626" y="57655"/>
                </a:lnTo>
                <a:lnTo>
                  <a:pt x="493805" y="56855"/>
                </a:lnTo>
                <a:lnTo>
                  <a:pt x="471992" y="56007"/>
                </a:lnTo>
                <a:lnTo>
                  <a:pt x="450180" y="55121"/>
                </a:lnTo>
                <a:lnTo>
                  <a:pt x="428368" y="54178"/>
                </a:lnTo>
                <a:lnTo>
                  <a:pt x="406556" y="53188"/>
                </a:lnTo>
                <a:lnTo>
                  <a:pt x="384753" y="52149"/>
                </a:lnTo>
                <a:lnTo>
                  <a:pt x="362941" y="51044"/>
                </a:lnTo>
                <a:lnTo>
                  <a:pt x="341147" y="49882"/>
                </a:lnTo>
                <a:lnTo>
                  <a:pt x="319345" y="48654"/>
                </a:lnTo>
                <a:lnTo>
                  <a:pt x="297551" y="47339"/>
                </a:lnTo>
                <a:lnTo>
                  <a:pt x="275768" y="45949"/>
                </a:lnTo>
                <a:lnTo>
                  <a:pt x="253984" y="44463"/>
                </a:lnTo>
                <a:lnTo>
                  <a:pt x="232210" y="42882"/>
                </a:lnTo>
                <a:lnTo>
                  <a:pt x="210445" y="41177"/>
                </a:lnTo>
                <a:lnTo>
                  <a:pt x="188690" y="39348"/>
                </a:lnTo>
                <a:lnTo>
                  <a:pt x="166945" y="37348"/>
                </a:lnTo>
                <a:lnTo>
                  <a:pt x="145228" y="35176"/>
                </a:lnTo>
                <a:lnTo>
                  <a:pt x="123530" y="32766"/>
                </a:lnTo>
                <a:lnTo>
                  <a:pt x="101860" y="30070"/>
                </a:lnTo>
                <a:lnTo>
                  <a:pt x="80248" y="27003"/>
                </a:lnTo>
                <a:lnTo>
                  <a:pt x="58712" y="23393"/>
                </a:lnTo>
                <a:lnTo>
                  <a:pt x="37348" y="18936"/>
                </a:lnTo>
                <a:lnTo>
                  <a:pt x="16412" y="12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8E5C9881-A8D9-4979-A223-59BFE146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9263" y="3055268"/>
            <a:ext cx="2299849" cy="192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3B30234E-E2AB-4A20-915B-B3AF4309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184" y="3820211"/>
            <a:ext cx="1726644" cy="580082"/>
          </a:xfrm>
          <a:custGeom xmlns:a="http://schemas.openxmlformats.org/drawingml/2006/main">
            <a:pathLst>
              <a:path w="1726644" h="580082">
                <a:moveTo>
                  <a:pt x="0" y="0"/>
                </a:moveTo>
                <a:lnTo>
                  <a:pt x="7782" y="15383"/>
                </a:lnTo>
                <a:lnTo>
                  <a:pt x="15564" y="30756"/>
                </a:lnTo>
                <a:lnTo>
                  <a:pt x="23346" y="46139"/>
                </a:lnTo>
                <a:lnTo>
                  <a:pt x="31128" y="61512"/>
                </a:lnTo>
                <a:lnTo>
                  <a:pt x="38900" y="76895"/>
                </a:lnTo>
                <a:lnTo>
                  <a:pt x="46682" y="92278"/>
                </a:lnTo>
                <a:lnTo>
                  <a:pt x="54464" y="107652"/>
                </a:lnTo>
                <a:lnTo>
                  <a:pt x="62246" y="123034"/>
                </a:lnTo>
                <a:lnTo>
                  <a:pt x="70028" y="138408"/>
                </a:lnTo>
                <a:lnTo>
                  <a:pt x="77810" y="153791"/>
                </a:lnTo>
                <a:lnTo>
                  <a:pt x="85592" y="169174"/>
                </a:lnTo>
                <a:lnTo>
                  <a:pt x="93374" y="184547"/>
                </a:lnTo>
                <a:lnTo>
                  <a:pt x="101155" y="199930"/>
                </a:lnTo>
                <a:lnTo>
                  <a:pt x="108928" y="215303"/>
                </a:lnTo>
                <a:lnTo>
                  <a:pt x="116710" y="230686"/>
                </a:lnTo>
                <a:lnTo>
                  <a:pt x="124492" y="246059"/>
                </a:lnTo>
                <a:lnTo>
                  <a:pt x="132274" y="261442"/>
                </a:lnTo>
                <a:lnTo>
                  <a:pt x="140056" y="276825"/>
                </a:lnTo>
                <a:lnTo>
                  <a:pt x="147838" y="292198"/>
                </a:lnTo>
                <a:lnTo>
                  <a:pt x="155619" y="307581"/>
                </a:lnTo>
                <a:lnTo>
                  <a:pt x="163401" y="322955"/>
                </a:lnTo>
                <a:lnTo>
                  <a:pt x="171183" y="338338"/>
                </a:lnTo>
                <a:lnTo>
                  <a:pt x="178956" y="353720"/>
                </a:lnTo>
                <a:lnTo>
                  <a:pt x="186738" y="369094"/>
                </a:lnTo>
                <a:lnTo>
                  <a:pt x="194520" y="384477"/>
                </a:lnTo>
                <a:lnTo>
                  <a:pt x="202301" y="399850"/>
                </a:lnTo>
                <a:lnTo>
                  <a:pt x="210083" y="415233"/>
                </a:lnTo>
                <a:lnTo>
                  <a:pt x="217865" y="430616"/>
                </a:lnTo>
                <a:lnTo>
                  <a:pt x="225647" y="445989"/>
                </a:lnTo>
                <a:lnTo>
                  <a:pt x="233429" y="461372"/>
                </a:lnTo>
                <a:lnTo>
                  <a:pt x="241211" y="476745"/>
                </a:lnTo>
                <a:lnTo>
                  <a:pt x="248993" y="492128"/>
                </a:lnTo>
                <a:lnTo>
                  <a:pt x="256765" y="507502"/>
                </a:lnTo>
                <a:lnTo>
                  <a:pt x="264595" y="522465"/>
                </a:lnTo>
                <a:lnTo>
                  <a:pt x="279263" y="531390"/>
                </a:lnTo>
                <a:lnTo>
                  <a:pt x="295399" y="537429"/>
                </a:lnTo>
                <a:lnTo>
                  <a:pt x="311982" y="542125"/>
                </a:lnTo>
                <a:lnTo>
                  <a:pt x="328765" y="546011"/>
                </a:lnTo>
                <a:lnTo>
                  <a:pt x="345672" y="549354"/>
                </a:lnTo>
                <a:lnTo>
                  <a:pt x="362664" y="552279"/>
                </a:lnTo>
                <a:lnTo>
                  <a:pt x="379695" y="554888"/>
                </a:lnTo>
                <a:lnTo>
                  <a:pt x="396773" y="557241"/>
                </a:lnTo>
                <a:lnTo>
                  <a:pt x="413871" y="559365"/>
                </a:lnTo>
                <a:lnTo>
                  <a:pt x="430997" y="561308"/>
                </a:lnTo>
                <a:lnTo>
                  <a:pt x="448142" y="563099"/>
                </a:lnTo>
                <a:lnTo>
                  <a:pt x="465296" y="564728"/>
                </a:lnTo>
                <a:lnTo>
                  <a:pt x="482470" y="566252"/>
                </a:lnTo>
                <a:lnTo>
                  <a:pt x="499643" y="567642"/>
                </a:lnTo>
                <a:lnTo>
                  <a:pt x="516836" y="568947"/>
                </a:lnTo>
                <a:lnTo>
                  <a:pt x="534029" y="570138"/>
                </a:lnTo>
                <a:lnTo>
                  <a:pt x="551231" y="571252"/>
                </a:lnTo>
                <a:lnTo>
                  <a:pt x="568433" y="572272"/>
                </a:lnTo>
                <a:lnTo>
                  <a:pt x="585645" y="573215"/>
                </a:lnTo>
                <a:lnTo>
                  <a:pt x="602856" y="574091"/>
                </a:lnTo>
                <a:lnTo>
                  <a:pt x="620068" y="574891"/>
                </a:lnTo>
                <a:lnTo>
                  <a:pt x="637289" y="575634"/>
                </a:lnTo>
                <a:lnTo>
                  <a:pt x="654510" y="576310"/>
                </a:lnTo>
                <a:lnTo>
                  <a:pt x="671732" y="576920"/>
                </a:lnTo>
                <a:lnTo>
                  <a:pt x="688962" y="577472"/>
                </a:lnTo>
                <a:lnTo>
                  <a:pt x="706193" y="577967"/>
                </a:lnTo>
                <a:lnTo>
                  <a:pt x="723424" y="578415"/>
                </a:lnTo>
                <a:lnTo>
                  <a:pt x="740654" y="578796"/>
                </a:lnTo>
                <a:lnTo>
                  <a:pt x="757885" y="579130"/>
                </a:lnTo>
                <a:lnTo>
                  <a:pt x="775116" y="579415"/>
                </a:lnTo>
                <a:lnTo>
                  <a:pt x="792347" y="579653"/>
                </a:lnTo>
                <a:lnTo>
                  <a:pt x="809587" y="579834"/>
                </a:lnTo>
                <a:lnTo>
                  <a:pt x="826818" y="579968"/>
                </a:lnTo>
                <a:lnTo>
                  <a:pt x="844058" y="580044"/>
                </a:lnTo>
                <a:lnTo>
                  <a:pt x="861289" y="580082"/>
                </a:lnTo>
                <a:lnTo>
                  <a:pt x="878519" y="580073"/>
                </a:lnTo>
                <a:lnTo>
                  <a:pt x="895760" y="580006"/>
                </a:lnTo>
                <a:lnTo>
                  <a:pt x="912990" y="579892"/>
                </a:lnTo>
                <a:lnTo>
                  <a:pt x="930231" y="579730"/>
                </a:lnTo>
                <a:lnTo>
                  <a:pt x="947461" y="579520"/>
                </a:lnTo>
                <a:lnTo>
                  <a:pt x="964692" y="579263"/>
                </a:lnTo>
                <a:lnTo>
                  <a:pt x="981932" y="578949"/>
                </a:lnTo>
                <a:lnTo>
                  <a:pt x="999163" y="578587"/>
                </a:lnTo>
                <a:lnTo>
                  <a:pt x="1016394" y="578168"/>
                </a:lnTo>
                <a:lnTo>
                  <a:pt x="1033615" y="577691"/>
                </a:lnTo>
                <a:lnTo>
                  <a:pt x="1050846" y="577167"/>
                </a:lnTo>
                <a:lnTo>
                  <a:pt x="1068067" y="576577"/>
                </a:lnTo>
                <a:lnTo>
                  <a:pt x="1085298" y="575929"/>
                </a:lnTo>
                <a:lnTo>
                  <a:pt x="1102519" y="575224"/>
                </a:lnTo>
                <a:lnTo>
                  <a:pt x="1119730" y="574443"/>
                </a:lnTo>
                <a:lnTo>
                  <a:pt x="1136952" y="573605"/>
                </a:lnTo>
                <a:lnTo>
                  <a:pt x="1154154" y="572691"/>
                </a:lnTo>
                <a:lnTo>
                  <a:pt x="1171365" y="571700"/>
                </a:lnTo>
                <a:lnTo>
                  <a:pt x="1188568" y="570624"/>
                </a:lnTo>
                <a:lnTo>
                  <a:pt x="1205760" y="569471"/>
                </a:lnTo>
                <a:lnTo>
                  <a:pt x="1222953" y="568214"/>
                </a:lnTo>
                <a:lnTo>
                  <a:pt x="1240136" y="566861"/>
                </a:lnTo>
                <a:lnTo>
                  <a:pt x="1257310" y="565404"/>
                </a:lnTo>
                <a:lnTo>
                  <a:pt x="1274474" y="563813"/>
                </a:lnTo>
                <a:lnTo>
                  <a:pt x="1291619" y="562099"/>
                </a:lnTo>
                <a:lnTo>
                  <a:pt x="1308754" y="560222"/>
                </a:lnTo>
                <a:lnTo>
                  <a:pt x="1325870" y="558175"/>
                </a:lnTo>
                <a:lnTo>
                  <a:pt x="1342949" y="555927"/>
                </a:lnTo>
                <a:lnTo>
                  <a:pt x="1360008" y="553441"/>
                </a:lnTo>
                <a:lnTo>
                  <a:pt x="1377020" y="550659"/>
                </a:lnTo>
                <a:lnTo>
                  <a:pt x="1393965" y="547507"/>
                </a:lnTo>
                <a:lnTo>
                  <a:pt x="1410805" y="543878"/>
                </a:lnTo>
                <a:lnTo>
                  <a:pt x="1427493" y="539572"/>
                </a:lnTo>
                <a:lnTo>
                  <a:pt x="1443866" y="534210"/>
                </a:lnTo>
                <a:lnTo>
                  <a:pt x="1459430" y="526866"/>
                </a:lnTo>
                <a:lnTo>
                  <a:pt x="1470603" y="514340"/>
                </a:lnTo>
                <a:lnTo>
                  <a:pt x="1477661" y="498748"/>
                </a:lnTo>
                <a:lnTo>
                  <a:pt x="1485443" y="483365"/>
                </a:lnTo>
                <a:lnTo>
                  <a:pt x="1493225" y="467992"/>
                </a:lnTo>
                <a:lnTo>
                  <a:pt x="1501007" y="452609"/>
                </a:lnTo>
                <a:lnTo>
                  <a:pt x="1508779" y="437236"/>
                </a:lnTo>
                <a:lnTo>
                  <a:pt x="1516561" y="421853"/>
                </a:lnTo>
                <a:lnTo>
                  <a:pt x="1524343" y="406470"/>
                </a:lnTo>
                <a:lnTo>
                  <a:pt x="1532125" y="391097"/>
                </a:lnTo>
                <a:lnTo>
                  <a:pt x="1539907" y="375714"/>
                </a:lnTo>
                <a:lnTo>
                  <a:pt x="1547689" y="360340"/>
                </a:lnTo>
                <a:lnTo>
                  <a:pt x="1555471" y="344957"/>
                </a:lnTo>
                <a:lnTo>
                  <a:pt x="1563253" y="329575"/>
                </a:lnTo>
                <a:lnTo>
                  <a:pt x="1571034" y="314201"/>
                </a:lnTo>
                <a:lnTo>
                  <a:pt x="1578807" y="298818"/>
                </a:lnTo>
                <a:lnTo>
                  <a:pt x="1586589" y="283445"/>
                </a:lnTo>
                <a:lnTo>
                  <a:pt x="1594371" y="268062"/>
                </a:lnTo>
                <a:lnTo>
                  <a:pt x="1602153" y="252689"/>
                </a:lnTo>
                <a:lnTo>
                  <a:pt x="1609935" y="237306"/>
                </a:lnTo>
                <a:lnTo>
                  <a:pt x="1617716" y="221923"/>
                </a:lnTo>
                <a:lnTo>
                  <a:pt x="1625498" y="206550"/>
                </a:lnTo>
                <a:lnTo>
                  <a:pt x="1633280" y="191167"/>
                </a:lnTo>
                <a:lnTo>
                  <a:pt x="1641062" y="175793"/>
                </a:lnTo>
                <a:lnTo>
                  <a:pt x="1648835" y="160411"/>
                </a:lnTo>
                <a:lnTo>
                  <a:pt x="1656617" y="145028"/>
                </a:lnTo>
                <a:lnTo>
                  <a:pt x="1664399" y="129654"/>
                </a:lnTo>
                <a:lnTo>
                  <a:pt x="1672180" y="114271"/>
                </a:lnTo>
                <a:lnTo>
                  <a:pt x="1679962" y="98898"/>
                </a:lnTo>
                <a:lnTo>
                  <a:pt x="1687744" y="83515"/>
                </a:lnTo>
                <a:lnTo>
                  <a:pt x="1695526" y="68132"/>
                </a:lnTo>
                <a:lnTo>
                  <a:pt x="1703308" y="52759"/>
                </a:lnTo>
                <a:lnTo>
                  <a:pt x="1711090" y="37376"/>
                </a:lnTo>
                <a:lnTo>
                  <a:pt x="1718862" y="22003"/>
                </a:lnTo>
                <a:lnTo>
                  <a:pt x="1726644" y="6620"/>
                </a:lnTo>
                <a:lnTo>
                  <a:pt x="1725120" y="8144"/>
                </a:lnTo>
                <a:lnTo>
                  <a:pt x="1709928" y="16145"/>
                </a:lnTo>
                <a:lnTo>
                  <a:pt x="1693526" y="21403"/>
                </a:lnTo>
                <a:lnTo>
                  <a:pt x="1676781" y="25489"/>
                </a:lnTo>
                <a:lnTo>
                  <a:pt x="1659884" y="28899"/>
                </a:lnTo>
                <a:lnTo>
                  <a:pt x="1642901" y="31842"/>
                </a:lnTo>
                <a:lnTo>
                  <a:pt x="1625870" y="34442"/>
                </a:lnTo>
                <a:lnTo>
                  <a:pt x="1608792" y="36786"/>
                </a:lnTo>
                <a:lnTo>
                  <a:pt x="1591685" y="38919"/>
                </a:lnTo>
                <a:lnTo>
                  <a:pt x="1574568" y="40872"/>
                </a:lnTo>
                <a:lnTo>
                  <a:pt x="1557423" y="42672"/>
                </a:lnTo>
                <a:lnTo>
                  <a:pt x="1540269" y="44339"/>
                </a:lnTo>
                <a:lnTo>
                  <a:pt x="1523105" y="45901"/>
                </a:lnTo>
                <a:lnTo>
                  <a:pt x="1505931" y="47358"/>
                </a:lnTo>
                <a:lnTo>
                  <a:pt x="1488748" y="48730"/>
                </a:lnTo>
                <a:lnTo>
                  <a:pt x="1471565" y="50016"/>
                </a:lnTo>
                <a:lnTo>
                  <a:pt x="1454372" y="51225"/>
                </a:lnTo>
                <a:lnTo>
                  <a:pt x="1437170" y="52368"/>
                </a:lnTo>
                <a:lnTo>
                  <a:pt x="1419968" y="53445"/>
                </a:lnTo>
                <a:lnTo>
                  <a:pt x="1402766" y="54473"/>
                </a:lnTo>
                <a:lnTo>
                  <a:pt x="1385564" y="55436"/>
                </a:lnTo>
                <a:lnTo>
                  <a:pt x="1368352" y="56350"/>
                </a:lnTo>
                <a:lnTo>
                  <a:pt x="1351140" y="57217"/>
                </a:lnTo>
                <a:lnTo>
                  <a:pt x="1333919" y="58036"/>
                </a:lnTo>
                <a:lnTo>
                  <a:pt x="1316698" y="58817"/>
                </a:lnTo>
                <a:lnTo>
                  <a:pt x="1299486" y="59550"/>
                </a:lnTo>
                <a:lnTo>
                  <a:pt x="1282265" y="60246"/>
                </a:lnTo>
                <a:lnTo>
                  <a:pt x="1265034" y="60903"/>
                </a:lnTo>
                <a:lnTo>
                  <a:pt x="1247813" y="61532"/>
                </a:lnTo>
                <a:lnTo>
                  <a:pt x="1230592" y="62113"/>
                </a:lnTo>
                <a:lnTo>
                  <a:pt x="1213361" y="62665"/>
                </a:lnTo>
                <a:lnTo>
                  <a:pt x="1196140" y="63189"/>
                </a:lnTo>
                <a:lnTo>
                  <a:pt x="1178909" y="63675"/>
                </a:lnTo>
                <a:lnTo>
                  <a:pt x="1161679" y="64141"/>
                </a:lnTo>
                <a:lnTo>
                  <a:pt x="1144448" y="64570"/>
                </a:lnTo>
                <a:lnTo>
                  <a:pt x="1127217" y="64970"/>
                </a:lnTo>
                <a:lnTo>
                  <a:pt x="1109986" y="65342"/>
                </a:lnTo>
                <a:lnTo>
                  <a:pt x="1092756" y="65684"/>
                </a:lnTo>
                <a:lnTo>
                  <a:pt x="1075525" y="65999"/>
                </a:lnTo>
                <a:lnTo>
                  <a:pt x="1058285" y="66284"/>
                </a:lnTo>
                <a:lnTo>
                  <a:pt x="1041054" y="66551"/>
                </a:lnTo>
                <a:lnTo>
                  <a:pt x="1023823" y="66789"/>
                </a:lnTo>
                <a:lnTo>
                  <a:pt x="1006592" y="67008"/>
                </a:lnTo>
                <a:lnTo>
                  <a:pt x="989352" y="67189"/>
                </a:lnTo>
                <a:lnTo>
                  <a:pt x="972122" y="67351"/>
                </a:lnTo>
                <a:lnTo>
                  <a:pt x="954881" y="67485"/>
                </a:lnTo>
                <a:lnTo>
                  <a:pt x="937651" y="67599"/>
                </a:lnTo>
                <a:lnTo>
                  <a:pt x="920410" y="67694"/>
                </a:lnTo>
                <a:lnTo>
                  <a:pt x="903180" y="67761"/>
                </a:lnTo>
                <a:lnTo>
                  <a:pt x="885949" y="67799"/>
                </a:lnTo>
                <a:lnTo>
                  <a:pt x="868709" y="67818"/>
                </a:lnTo>
                <a:lnTo>
                  <a:pt x="851478" y="67808"/>
                </a:lnTo>
                <a:lnTo>
                  <a:pt x="834238" y="67780"/>
                </a:lnTo>
                <a:lnTo>
                  <a:pt x="817007" y="67723"/>
                </a:lnTo>
                <a:lnTo>
                  <a:pt x="799767" y="67647"/>
                </a:lnTo>
                <a:lnTo>
                  <a:pt x="782536" y="67542"/>
                </a:lnTo>
                <a:lnTo>
                  <a:pt x="765296" y="67418"/>
                </a:lnTo>
                <a:lnTo>
                  <a:pt x="748065" y="67266"/>
                </a:lnTo>
                <a:lnTo>
                  <a:pt x="730825" y="67085"/>
                </a:lnTo>
                <a:lnTo>
                  <a:pt x="713594" y="66885"/>
                </a:lnTo>
                <a:lnTo>
                  <a:pt x="696363" y="66656"/>
                </a:lnTo>
                <a:lnTo>
                  <a:pt x="679133" y="66408"/>
                </a:lnTo>
                <a:lnTo>
                  <a:pt x="661892" y="66123"/>
                </a:lnTo>
                <a:lnTo>
                  <a:pt x="644662" y="65827"/>
                </a:lnTo>
                <a:lnTo>
                  <a:pt x="627431" y="65494"/>
                </a:lnTo>
                <a:lnTo>
                  <a:pt x="610200" y="65132"/>
                </a:lnTo>
                <a:lnTo>
                  <a:pt x="592969" y="64741"/>
                </a:lnTo>
                <a:lnTo>
                  <a:pt x="575739" y="64322"/>
                </a:lnTo>
                <a:lnTo>
                  <a:pt x="558508" y="63875"/>
                </a:lnTo>
                <a:lnTo>
                  <a:pt x="541277" y="63408"/>
                </a:lnTo>
                <a:lnTo>
                  <a:pt x="524056" y="62894"/>
                </a:lnTo>
                <a:lnTo>
                  <a:pt x="506825" y="62360"/>
                </a:lnTo>
                <a:lnTo>
                  <a:pt x="489595" y="61789"/>
                </a:lnTo>
                <a:lnTo>
                  <a:pt x="472373" y="61179"/>
                </a:lnTo>
                <a:lnTo>
                  <a:pt x="455152" y="60541"/>
                </a:lnTo>
                <a:lnTo>
                  <a:pt x="437931" y="59855"/>
                </a:lnTo>
                <a:lnTo>
                  <a:pt x="420710" y="59141"/>
                </a:lnTo>
                <a:lnTo>
                  <a:pt x="403489" y="58379"/>
                </a:lnTo>
                <a:lnTo>
                  <a:pt x="386277" y="57579"/>
                </a:lnTo>
                <a:lnTo>
                  <a:pt x="369056" y="56731"/>
                </a:lnTo>
                <a:lnTo>
                  <a:pt x="351844" y="55836"/>
                </a:lnTo>
                <a:lnTo>
                  <a:pt x="334642" y="54893"/>
                </a:lnTo>
                <a:lnTo>
                  <a:pt x="317430" y="53902"/>
                </a:lnTo>
                <a:lnTo>
                  <a:pt x="300228" y="52845"/>
                </a:lnTo>
                <a:lnTo>
                  <a:pt x="283026" y="51730"/>
                </a:lnTo>
                <a:lnTo>
                  <a:pt x="265833" y="50540"/>
                </a:lnTo>
                <a:lnTo>
                  <a:pt x="248650" y="49292"/>
                </a:lnTo>
                <a:lnTo>
                  <a:pt x="231458" y="47958"/>
                </a:lnTo>
                <a:lnTo>
                  <a:pt x="214284" y="46539"/>
                </a:lnTo>
                <a:lnTo>
                  <a:pt x="197120" y="45025"/>
                </a:lnTo>
                <a:lnTo>
                  <a:pt x="179956" y="43405"/>
                </a:lnTo>
                <a:lnTo>
                  <a:pt x="162811" y="41662"/>
                </a:lnTo>
                <a:lnTo>
                  <a:pt x="145675" y="39776"/>
                </a:lnTo>
                <a:lnTo>
                  <a:pt x="128568" y="37729"/>
                </a:lnTo>
                <a:lnTo>
                  <a:pt x="111481" y="35481"/>
                </a:lnTo>
                <a:lnTo>
                  <a:pt x="94421" y="32995"/>
                </a:lnTo>
                <a:lnTo>
                  <a:pt x="77410" y="30213"/>
                </a:lnTo>
                <a:lnTo>
                  <a:pt x="60474" y="27022"/>
                </a:lnTo>
                <a:lnTo>
                  <a:pt x="43653" y="23270"/>
                </a:lnTo>
                <a:lnTo>
                  <a:pt x="27070" y="18602"/>
                </a:lnTo>
                <a:lnTo>
                  <a:pt x="11106" y="121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F22496DB-4418-4727-910B-1D49375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175" y="3723780"/>
            <a:ext cx="1730026" cy="192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25899CBF-2A38-4967-A788-33EC9197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3369" y="4488732"/>
            <a:ext cx="1209008" cy="580082"/>
          </a:xfrm>
          <a:custGeom xmlns:a="http://schemas.openxmlformats.org/drawingml/2006/main">
            <a:pathLst>
              <a:path w="1209008" h="580082">
                <a:moveTo>
                  <a:pt x="0" y="0"/>
                </a:moveTo>
                <a:lnTo>
                  <a:pt x="7049" y="14811"/>
                </a:lnTo>
                <a:lnTo>
                  <a:pt x="14097" y="29613"/>
                </a:lnTo>
                <a:lnTo>
                  <a:pt x="21146" y="44425"/>
                </a:lnTo>
                <a:lnTo>
                  <a:pt x="28184" y="59226"/>
                </a:lnTo>
                <a:lnTo>
                  <a:pt x="35233" y="74038"/>
                </a:lnTo>
                <a:lnTo>
                  <a:pt x="42281" y="88849"/>
                </a:lnTo>
                <a:lnTo>
                  <a:pt x="49330" y="103651"/>
                </a:lnTo>
                <a:lnTo>
                  <a:pt x="56378" y="118462"/>
                </a:lnTo>
                <a:lnTo>
                  <a:pt x="63427" y="133264"/>
                </a:lnTo>
                <a:lnTo>
                  <a:pt x="70466" y="148076"/>
                </a:lnTo>
                <a:lnTo>
                  <a:pt x="77514" y="162887"/>
                </a:lnTo>
                <a:lnTo>
                  <a:pt x="84563" y="177689"/>
                </a:lnTo>
                <a:lnTo>
                  <a:pt x="91611" y="192500"/>
                </a:lnTo>
                <a:lnTo>
                  <a:pt x="98660" y="207302"/>
                </a:lnTo>
                <a:lnTo>
                  <a:pt x="105708" y="222113"/>
                </a:lnTo>
                <a:lnTo>
                  <a:pt x="112747" y="236925"/>
                </a:lnTo>
                <a:lnTo>
                  <a:pt x="119796" y="251727"/>
                </a:lnTo>
                <a:lnTo>
                  <a:pt x="126844" y="266538"/>
                </a:lnTo>
                <a:lnTo>
                  <a:pt x="133893" y="281340"/>
                </a:lnTo>
                <a:lnTo>
                  <a:pt x="140941" y="296151"/>
                </a:lnTo>
                <a:lnTo>
                  <a:pt x="147990" y="310953"/>
                </a:lnTo>
                <a:lnTo>
                  <a:pt x="155038" y="325765"/>
                </a:lnTo>
                <a:lnTo>
                  <a:pt x="162077" y="340576"/>
                </a:lnTo>
                <a:lnTo>
                  <a:pt x="169126" y="355378"/>
                </a:lnTo>
                <a:lnTo>
                  <a:pt x="176174" y="370189"/>
                </a:lnTo>
                <a:lnTo>
                  <a:pt x="183223" y="384991"/>
                </a:lnTo>
                <a:lnTo>
                  <a:pt x="190271" y="399802"/>
                </a:lnTo>
                <a:lnTo>
                  <a:pt x="197320" y="414614"/>
                </a:lnTo>
                <a:lnTo>
                  <a:pt x="204359" y="429416"/>
                </a:lnTo>
                <a:lnTo>
                  <a:pt x="211407" y="444227"/>
                </a:lnTo>
                <a:lnTo>
                  <a:pt x="218456" y="459029"/>
                </a:lnTo>
                <a:lnTo>
                  <a:pt x="225504" y="473840"/>
                </a:lnTo>
                <a:lnTo>
                  <a:pt x="232553" y="488652"/>
                </a:lnTo>
                <a:lnTo>
                  <a:pt x="239601" y="503453"/>
                </a:lnTo>
                <a:lnTo>
                  <a:pt x="245069" y="518741"/>
                </a:lnTo>
                <a:lnTo>
                  <a:pt x="255489" y="531152"/>
                </a:lnTo>
                <a:lnTo>
                  <a:pt x="269558" y="539515"/>
                </a:lnTo>
                <a:lnTo>
                  <a:pt x="284712" y="545783"/>
                </a:lnTo>
                <a:lnTo>
                  <a:pt x="300323" y="550793"/>
                </a:lnTo>
                <a:lnTo>
                  <a:pt x="316173" y="554974"/>
                </a:lnTo>
                <a:lnTo>
                  <a:pt x="332184" y="558546"/>
                </a:lnTo>
                <a:lnTo>
                  <a:pt x="348282" y="561642"/>
                </a:lnTo>
                <a:lnTo>
                  <a:pt x="364455" y="564347"/>
                </a:lnTo>
                <a:lnTo>
                  <a:pt x="380686" y="566728"/>
                </a:lnTo>
                <a:lnTo>
                  <a:pt x="396945" y="568843"/>
                </a:lnTo>
                <a:lnTo>
                  <a:pt x="413233" y="570709"/>
                </a:lnTo>
                <a:lnTo>
                  <a:pt x="429549" y="572357"/>
                </a:lnTo>
                <a:lnTo>
                  <a:pt x="445884" y="573824"/>
                </a:lnTo>
                <a:lnTo>
                  <a:pt x="462229" y="575100"/>
                </a:lnTo>
                <a:lnTo>
                  <a:pt x="478593" y="576215"/>
                </a:lnTo>
                <a:lnTo>
                  <a:pt x="494967" y="577177"/>
                </a:lnTo>
                <a:lnTo>
                  <a:pt x="511340" y="577987"/>
                </a:lnTo>
                <a:lnTo>
                  <a:pt x="527733" y="578663"/>
                </a:lnTo>
                <a:lnTo>
                  <a:pt x="544116" y="579196"/>
                </a:lnTo>
                <a:lnTo>
                  <a:pt x="560508" y="579606"/>
                </a:lnTo>
                <a:lnTo>
                  <a:pt x="576910" y="579892"/>
                </a:lnTo>
                <a:lnTo>
                  <a:pt x="593303" y="580044"/>
                </a:lnTo>
                <a:lnTo>
                  <a:pt x="609705" y="580082"/>
                </a:lnTo>
                <a:lnTo>
                  <a:pt x="626107" y="579987"/>
                </a:lnTo>
                <a:lnTo>
                  <a:pt x="642499" y="579777"/>
                </a:lnTo>
                <a:lnTo>
                  <a:pt x="658892" y="579434"/>
                </a:lnTo>
                <a:lnTo>
                  <a:pt x="675284" y="578958"/>
                </a:lnTo>
                <a:lnTo>
                  <a:pt x="691677" y="578358"/>
                </a:lnTo>
                <a:lnTo>
                  <a:pt x="708060" y="577625"/>
                </a:lnTo>
                <a:lnTo>
                  <a:pt x="724433" y="576739"/>
                </a:lnTo>
                <a:lnTo>
                  <a:pt x="740797" y="575710"/>
                </a:lnTo>
                <a:lnTo>
                  <a:pt x="757152" y="574519"/>
                </a:lnTo>
                <a:lnTo>
                  <a:pt x="773497" y="573148"/>
                </a:lnTo>
                <a:lnTo>
                  <a:pt x="789823" y="571605"/>
                </a:lnTo>
                <a:lnTo>
                  <a:pt x="806129" y="569852"/>
                </a:lnTo>
                <a:lnTo>
                  <a:pt x="822408" y="567871"/>
                </a:lnTo>
                <a:lnTo>
                  <a:pt x="838648" y="565642"/>
                </a:lnTo>
                <a:lnTo>
                  <a:pt x="854850" y="563108"/>
                </a:lnTo>
                <a:lnTo>
                  <a:pt x="870995" y="560222"/>
                </a:lnTo>
                <a:lnTo>
                  <a:pt x="887063" y="556917"/>
                </a:lnTo>
                <a:lnTo>
                  <a:pt x="902999" y="553079"/>
                </a:lnTo>
                <a:lnTo>
                  <a:pt x="918753" y="548545"/>
                </a:lnTo>
                <a:lnTo>
                  <a:pt x="934183" y="543001"/>
                </a:lnTo>
                <a:lnTo>
                  <a:pt x="948957" y="535905"/>
                </a:lnTo>
                <a:lnTo>
                  <a:pt x="961901" y="525942"/>
                </a:lnTo>
                <a:lnTo>
                  <a:pt x="968331" y="511245"/>
                </a:lnTo>
                <a:lnTo>
                  <a:pt x="975379" y="496443"/>
                </a:lnTo>
                <a:lnTo>
                  <a:pt x="982428" y="481632"/>
                </a:lnTo>
                <a:lnTo>
                  <a:pt x="989476" y="466820"/>
                </a:lnTo>
                <a:lnTo>
                  <a:pt x="996525" y="452018"/>
                </a:lnTo>
                <a:lnTo>
                  <a:pt x="1003573" y="437207"/>
                </a:lnTo>
                <a:lnTo>
                  <a:pt x="1010612" y="422405"/>
                </a:lnTo>
                <a:lnTo>
                  <a:pt x="1017661" y="407594"/>
                </a:lnTo>
                <a:lnTo>
                  <a:pt x="1024709" y="392782"/>
                </a:lnTo>
                <a:lnTo>
                  <a:pt x="1031758" y="377981"/>
                </a:lnTo>
                <a:lnTo>
                  <a:pt x="1038806" y="363169"/>
                </a:lnTo>
                <a:lnTo>
                  <a:pt x="1045855" y="348367"/>
                </a:lnTo>
                <a:lnTo>
                  <a:pt x="1052894" y="333556"/>
                </a:lnTo>
                <a:lnTo>
                  <a:pt x="1059942" y="318745"/>
                </a:lnTo>
                <a:lnTo>
                  <a:pt x="1066991" y="303943"/>
                </a:lnTo>
                <a:lnTo>
                  <a:pt x="1074039" y="289131"/>
                </a:lnTo>
                <a:lnTo>
                  <a:pt x="1081088" y="274330"/>
                </a:lnTo>
                <a:lnTo>
                  <a:pt x="1088136" y="259518"/>
                </a:lnTo>
                <a:lnTo>
                  <a:pt x="1095185" y="244716"/>
                </a:lnTo>
                <a:lnTo>
                  <a:pt x="1102223" y="229905"/>
                </a:lnTo>
                <a:lnTo>
                  <a:pt x="1109272" y="215094"/>
                </a:lnTo>
                <a:lnTo>
                  <a:pt x="1116320" y="200292"/>
                </a:lnTo>
                <a:lnTo>
                  <a:pt x="1123369" y="185480"/>
                </a:lnTo>
                <a:lnTo>
                  <a:pt x="1130417" y="170678"/>
                </a:lnTo>
                <a:lnTo>
                  <a:pt x="1137466" y="155867"/>
                </a:lnTo>
                <a:lnTo>
                  <a:pt x="1144505" y="141056"/>
                </a:lnTo>
                <a:lnTo>
                  <a:pt x="1151553" y="126254"/>
                </a:lnTo>
                <a:lnTo>
                  <a:pt x="1158602" y="111443"/>
                </a:lnTo>
                <a:lnTo>
                  <a:pt x="1165650" y="96641"/>
                </a:lnTo>
                <a:lnTo>
                  <a:pt x="1172699" y="81829"/>
                </a:lnTo>
                <a:lnTo>
                  <a:pt x="1179747" y="67018"/>
                </a:lnTo>
                <a:lnTo>
                  <a:pt x="1186786" y="52216"/>
                </a:lnTo>
                <a:lnTo>
                  <a:pt x="1193835" y="37405"/>
                </a:lnTo>
                <a:lnTo>
                  <a:pt x="1200883" y="22603"/>
                </a:lnTo>
                <a:lnTo>
                  <a:pt x="1207932" y="7791"/>
                </a:lnTo>
                <a:lnTo>
                  <a:pt x="1209008" y="7163"/>
                </a:lnTo>
                <a:lnTo>
                  <a:pt x="1196026" y="16974"/>
                </a:lnTo>
                <a:lnTo>
                  <a:pt x="1180919" y="23317"/>
                </a:lnTo>
                <a:lnTo>
                  <a:pt x="1165260" y="28165"/>
                </a:lnTo>
                <a:lnTo>
                  <a:pt x="1149353" y="32137"/>
                </a:lnTo>
                <a:lnTo>
                  <a:pt x="1133304" y="35538"/>
                </a:lnTo>
                <a:lnTo>
                  <a:pt x="1117178" y="38500"/>
                </a:lnTo>
                <a:lnTo>
                  <a:pt x="1100995" y="41148"/>
                </a:lnTo>
                <a:lnTo>
                  <a:pt x="1084774" y="43520"/>
                </a:lnTo>
                <a:lnTo>
                  <a:pt x="1068515" y="45682"/>
                </a:lnTo>
                <a:lnTo>
                  <a:pt x="1052236" y="47654"/>
                </a:lnTo>
                <a:lnTo>
                  <a:pt x="1035929" y="49454"/>
                </a:lnTo>
                <a:lnTo>
                  <a:pt x="1019623" y="51130"/>
                </a:lnTo>
                <a:lnTo>
                  <a:pt x="1003297" y="52664"/>
                </a:lnTo>
                <a:lnTo>
                  <a:pt x="986961" y="54092"/>
                </a:lnTo>
                <a:lnTo>
                  <a:pt x="970617" y="55416"/>
                </a:lnTo>
                <a:lnTo>
                  <a:pt x="954262" y="56655"/>
                </a:lnTo>
                <a:lnTo>
                  <a:pt x="937898" y="57798"/>
                </a:lnTo>
                <a:lnTo>
                  <a:pt x="921534" y="58855"/>
                </a:lnTo>
                <a:lnTo>
                  <a:pt x="905170" y="59846"/>
                </a:lnTo>
                <a:lnTo>
                  <a:pt x="888797" y="60760"/>
                </a:lnTo>
                <a:lnTo>
                  <a:pt x="872414" y="61608"/>
                </a:lnTo>
                <a:lnTo>
                  <a:pt x="856040" y="62389"/>
                </a:lnTo>
                <a:lnTo>
                  <a:pt x="839657" y="63113"/>
                </a:lnTo>
                <a:lnTo>
                  <a:pt x="823265" y="63770"/>
                </a:lnTo>
                <a:lnTo>
                  <a:pt x="806882" y="64379"/>
                </a:lnTo>
                <a:lnTo>
                  <a:pt x="790489" y="64932"/>
                </a:lnTo>
                <a:lnTo>
                  <a:pt x="774097" y="65437"/>
                </a:lnTo>
                <a:lnTo>
                  <a:pt x="757704" y="65884"/>
                </a:lnTo>
                <a:lnTo>
                  <a:pt x="741312" y="66284"/>
                </a:lnTo>
                <a:lnTo>
                  <a:pt x="724919" y="66637"/>
                </a:lnTo>
                <a:lnTo>
                  <a:pt x="708527" y="66942"/>
                </a:lnTo>
                <a:lnTo>
                  <a:pt x="692125" y="67199"/>
                </a:lnTo>
                <a:lnTo>
                  <a:pt x="675732" y="67418"/>
                </a:lnTo>
                <a:lnTo>
                  <a:pt x="659330" y="67580"/>
                </a:lnTo>
                <a:lnTo>
                  <a:pt x="642928" y="67704"/>
                </a:lnTo>
                <a:lnTo>
                  <a:pt x="626535" y="67780"/>
                </a:lnTo>
                <a:lnTo>
                  <a:pt x="610133" y="67818"/>
                </a:lnTo>
                <a:lnTo>
                  <a:pt x="593731" y="67808"/>
                </a:lnTo>
                <a:lnTo>
                  <a:pt x="577339" y="67751"/>
                </a:lnTo>
                <a:lnTo>
                  <a:pt x="560937" y="67647"/>
                </a:lnTo>
                <a:lnTo>
                  <a:pt x="544544" y="67504"/>
                </a:lnTo>
                <a:lnTo>
                  <a:pt x="528142" y="67313"/>
                </a:lnTo>
                <a:lnTo>
                  <a:pt x="511750" y="67085"/>
                </a:lnTo>
                <a:lnTo>
                  <a:pt x="495348" y="66799"/>
                </a:lnTo>
                <a:lnTo>
                  <a:pt x="478955" y="66475"/>
                </a:lnTo>
                <a:lnTo>
                  <a:pt x="462563" y="66104"/>
                </a:lnTo>
                <a:lnTo>
                  <a:pt x="446170" y="65675"/>
                </a:lnTo>
                <a:lnTo>
                  <a:pt x="429778" y="65199"/>
                </a:lnTo>
                <a:lnTo>
                  <a:pt x="413385" y="64675"/>
                </a:lnTo>
                <a:lnTo>
                  <a:pt x="396992" y="64103"/>
                </a:lnTo>
                <a:lnTo>
                  <a:pt x="380609" y="63465"/>
                </a:lnTo>
                <a:lnTo>
                  <a:pt x="364226" y="62770"/>
                </a:lnTo>
                <a:lnTo>
                  <a:pt x="347843" y="62027"/>
                </a:lnTo>
                <a:lnTo>
                  <a:pt x="331460" y="61217"/>
                </a:lnTo>
                <a:lnTo>
                  <a:pt x="315087" y="60331"/>
                </a:lnTo>
                <a:lnTo>
                  <a:pt x="298714" y="59379"/>
                </a:lnTo>
                <a:lnTo>
                  <a:pt x="282350" y="58369"/>
                </a:lnTo>
                <a:lnTo>
                  <a:pt x="265986" y="57264"/>
                </a:lnTo>
                <a:lnTo>
                  <a:pt x="249631" y="56083"/>
                </a:lnTo>
                <a:lnTo>
                  <a:pt x="233286" y="54807"/>
                </a:lnTo>
                <a:lnTo>
                  <a:pt x="216941" y="53435"/>
                </a:lnTo>
                <a:lnTo>
                  <a:pt x="200606" y="51959"/>
                </a:lnTo>
                <a:lnTo>
                  <a:pt x="184290" y="50349"/>
                </a:lnTo>
                <a:lnTo>
                  <a:pt x="167983" y="48625"/>
                </a:lnTo>
                <a:lnTo>
                  <a:pt x="151695" y="46739"/>
                </a:lnTo>
                <a:lnTo>
                  <a:pt x="135426" y="44682"/>
                </a:lnTo>
                <a:lnTo>
                  <a:pt x="119177" y="42424"/>
                </a:lnTo>
                <a:lnTo>
                  <a:pt x="102975" y="39929"/>
                </a:lnTo>
                <a:lnTo>
                  <a:pt x="86811" y="37148"/>
                </a:lnTo>
                <a:lnTo>
                  <a:pt x="70723" y="33985"/>
                </a:lnTo>
                <a:lnTo>
                  <a:pt x="54731" y="30337"/>
                </a:lnTo>
                <a:lnTo>
                  <a:pt x="38919" y="26003"/>
                </a:lnTo>
                <a:lnTo>
                  <a:pt x="23460" y="20564"/>
                </a:lnTo>
                <a:lnTo>
                  <a:pt x="8944" y="129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E857AC54-C6AA-42E1-B4B7-1FC9ECA5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3369" y="4392301"/>
            <a:ext cx="1211637" cy="192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BFA4C3FE-A210-4BF8-851C-187F83FE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7660" y="2450268"/>
            <a:ext cx="1583045" cy="2667038"/>
          </a:xfrm>
          <a:custGeom xmlns:a="http://schemas.openxmlformats.org/drawingml/2006/main">
            <a:pathLst>
              <a:path w="1583045" h="2667038">
                <a:moveTo>
                  <a:pt x="0" y="0"/>
                </a:moveTo>
                <a:lnTo>
                  <a:pt x="143" y="33376"/>
                </a:lnTo>
                <a:lnTo>
                  <a:pt x="9763" y="65351"/>
                </a:lnTo>
                <a:lnTo>
                  <a:pt x="19393" y="97336"/>
                </a:lnTo>
                <a:lnTo>
                  <a:pt x="29023" y="129311"/>
                </a:lnTo>
                <a:lnTo>
                  <a:pt x="38643" y="161296"/>
                </a:lnTo>
                <a:lnTo>
                  <a:pt x="48273" y="193272"/>
                </a:lnTo>
                <a:lnTo>
                  <a:pt x="57902" y="225247"/>
                </a:lnTo>
                <a:lnTo>
                  <a:pt x="67523" y="257232"/>
                </a:lnTo>
                <a:lnTo>
                  <a:pt x="77153" y="289208"/>
                </a:lnTo>
                <a:lnTo>
                  <a:pt x="86782" y="321193"/>
                </a:lnTo>
                <a:lnTo>
                  <a:pt x="96403" y="353168"/>
                </a:lnTo>
                <a:lnTo>
                  <a:pt x="106032" y="385143"/>
                </a:lnTo>
                <a:lnTo>
                  <a:pt x="115662" y="417128"/>
                </a:lnTo>
                <a:lnTo>
                  <a:pt x="125282" y="449104"/>
                </a:lnTo>
                <a:lnTo>
                  <a:pt x="134912" y="481089"/>
                </a:lnTo>
                <a:lnTo>
                  <a:pt x="144542" y="513064"/>
                </a:lnTo>
                <a:lnTo>
                  <a:pt x="154162" y="545040"/>
                </a:lnTo>
                <a:lnTo>
                  <a:pt x="163792" y="577025"/>
                </a:lnTo>
                <a:lnTo>
                  <a:pt x="173422" y="609000"/>
                </a:lnTo>
                <a:lnTo>
                  <a:pt x="182766" y="641061"/>
                </a:lnTo>
                <a:lnTo>
                  <a:pt x="190710" y="673494"/>
                </a:lnTo>
                <a:lnTo>
                  <a:pt x="198577" y="705955"/>
                </a:lnTo>
                <a:lnTo>
                  <a:pt x="205988" y="738511"/>
                </a:lnTo>
                <a:lnTo>
                  <a:pt x="213398" y="771077"/>
                </a:lnTo>
                <a:lnTo>
                  <a:pt x="220799" y="803643"/>
                </a:lnTo>
                <a:lnTo>
                  <a:pt x="228209" y="836209"/>
                </a:lnTo>
                <a:lnTo>
                  <a:pt x="235610" y="868775"/>
                </a:lnTo>
                <a:lnTo>
                  <a:pt x="243021" y="901341"/>
                </a:lnTo>
                <a:lnTo>
                  <a:pt x="250431" y="933907"/>
                </a:lnTo>
                <a:lnTo>
                  <a:pt x="257832" y="966473"/>
                </a:lnTo>
                <a:lnTo>
                  <a:pt x="265243" y="999039"/>
                </a:lnTo>
                <a:lnTo>
                  <a:pt x="272644" y="1031605"/>
                </a:lnTo>
                <a:lnTo>
                  <a:pt x="280054" y="1064162"/>
                </a:lnTo>
                <a:lnTo>
                  <a:pt x="287455" y="1096728"/>
                </a:lnTo>
                <a:lnTo>
                  <a:pt x="294865" y="1129294"/>
                </a:lnTo>
                <a:lnTo>
                  <a:pt x="302276" y="1161860"/>
                </a:lnTo>
                <a:lnTo>
                  <a:pt x="309677" y="1194425"/>
                </a:lnTo>
                <a:lnTo>
                  <a:pt x="317087" y="1226991"/>
                </a:lnTo>
                <a:lnTo>
                  <a:pt x="324488" y="1259557"/>
                </a:lnTo>
                <a:lnTo>
                  <a:pt x="331899" y="1292123"/>
                </a:lnTo>
                <a:lnTo>
                  <a:pt x="339061" y="1324737"/>
                </a:lnTo>
                <a:lnTo>
                  <a:pt x="346081" y="1357389"/>
                </a:lnTo>
                <a:lnTo>
                  <a:pt x="352939" y="1390079"/>
                </a:lnTo>
                <a:lnTo>
                  <a:pt x="359683" y="1422787"/>
                </a:lnTo>
                <a:lnTo>
                  <a:pt x="366436" y="1455487"/>
                </a:lnTo>
                <a:lnTo>
                  <a:pt x="373190" y="1488196"/>
                </a:lnTo>
                <a:lnTo>
                  <a:pt x="379943" y="1520904"/>
                </a:lnTo>
                <a:lnTo>
                  <a:pt x="386696" y="1553613"/>
                </a:lnTo>
                <a:lnTo>
                  <a:pt x="393440" y="1586322"/>
                </a:lnTo>
                <a:lnTo>
                  <a:pt x="400193" y="1619031"/>
                </a:lnTo>
                <a:lnTo>
                  <a:pt x="406946" y="1651730"/>
                </a:lnTo>
                <a:lnTo>
                  <a:pt x="413699" y="1684439"/>
                </a:lnTo>
                <a:lnTo>
                  <a:pt x="420453" y="1717148"/>
                </a:lnTo>
                <a:lnTo>
                  <a:pt x="427196" y="1749857"/>
                </a:lnTo>
                <a:lnTo>
                  <a:pt x="433949" y="1782566"/>
                </a:lnTo>
                <a:lnTo>
                  <a:pt x="440703" y="1815275"/>
                </a:lnTo>
                <a:lnTo>
                  <a:pt x="447456" y="1847974"/>
                </a:lnTo>
                <a:lnTo>
                  <a:pt x="454209" y="1880683"/>
                </a:lnTo>
                <a:lnTo>
                  <a:pt x="460953" y="1913392"/>
                </a:lnTo>
                <a:lnTo>
                  <a:pt x="467706" y="1946100"/>
                </a:lnTo>
                <a:lnTo>
                  <a:pt x="474421" y="1978809"/>
                </a:lnTo>
                <a:lnTo>
                  <a:pt x="480974" y="2011566"/>
                </a:lnTo>
                <a:lnTo>
                  <a:pt x="487509" y="2044313"/>
                </a:lnTo>
                <a:lnTo>
                  <a:pt x="493976" y="2077079"/>
                </a:lnTo>
                <a:lnTo>
                  <a:pt x="500453" y="2109835"/>
                </a:lnTo>
                <a:lnTo>
                  <a:pt x="502844" y="2139248"/>
                </a:lnTo>
                <a:lnTo>
                  <a:pt x="469449" y="2139248"/>
                </a:lnTo>
                <a:lnTo>
                  <a:pt x="436055" y="2139248"/>
                </a:lnTo>
                <a:lnTo>
                  <a:pt x="402660" y="2139248"/>
                </a:lnTo>
                <a:lnTo>
                  <a:pt x="369265" y="2139248"/>
                </a:lnTo>
                <a:lnTo>
                  <a:pt x="335861" y="2139248"/>
                </a:lnTo>
                <a:lnTo>
                  <a:pt x="302466" y="2139248"/>
                </a:lnTo>
                <a:lnTo>
                  <a:pt x="269072" y="2139248"/>
                </a:lnTo>
                <a:lnTo>
                  <a:pt x="262233" y="2150174"/>
                </a:lnTo>
                <a:lnTo>
                  <a:pt x="285969" y="2173672"/>
                </a:lnTo>
                <a:lnTo>
                  <a:pt x="309705" y="2197160"/>
                </a:lnTo>
                <a:lnTo>
                  <a:pt x="333442" y="2220659"/>
                </a:lnTo>
                <a:lnTo>
                  <a:pt x="357178" y="2244147"/>
                </a:lnTo>
                <a:lnTo>
                  <a:pt x="380914" y="2267645"/>
                </a:lnTo>
                <a:lnTo>
                  <a:pt x="404651" y="2291134"/>
                </a:lnTo>
                <a:lnTo>
                  <a:pt x="428377" y="2314632"/>
                </a:lnTo>
                <a:lnTo>
                  <a:pt x="452114" y="2338121"/>
                </a:lnTo>
                <a:lnTo>
                  <a:pt x="475850" y="2361619"/>
                </a:lnTo>
                <a:lnTo>
                  <a:pt x="499586" y="2385108"/>
                </a:lnTo>
                <a:lnTo>
                  <a:pt x="523323" y="2408606"/>
                </a:lnTo>
                <a:lnTo>
                  <a:pt x="547059" y="2432094"/>
                </a:lnTo>
                <a:lnTo>
                  <a:pt x="570795" y="2455593"/>
                </a:lnTo>
                <a:lnTo>
                  <a:pt x="594531" y="2479081"/>
                </a:lnTo>
                <a:lnTo>
                  <a:pt x="618268" y="2502579"/>
                </a:lnTo>
                <a:lnTo>
                  <a:pt x="642004" y="2526068"/>
                </a:lnTo>
                <a:lnTo>
                  <a:pt x="665740" y="2549566"/>
                </a:lnTo>
                <a:lnTo>
                  <a:pt x="689477" y="2573055"/>
                </a:lnTo>
                <a:lnTo>
                  <a:pt x="713213" y="2596553"/>
                </a:lnTo>
                <a:lnTo>
                  <a:pt x="736949" y="2620042"/>
                </a:lnTo>
                <a:lnTo>
                  <a:pt x="760686" y="2643540"/>
                </a:lnTo>
                <a:lnTo>
                  <a:pt x="784422" y="2667038"/>
                </a:lnTo>
                <a:lnTo>
                  <a:pt x="808158" y="2657608"/>
                </a:lnTo>
                <a:lnTo>
                  <a:pt x="831894" y="2634110"/>
                </a:lnTo>
                <a:lnTo>
                  <a:pt x="855631" y="2610622"/>
                </a:lnTo>
                <a:lnTo>
                  <a:pt x="879358" y="2587123"/>
                </a:lnTo>
                <a:lnTo>
                  <a:pt x="903094" y="2563635"/>
                </a:lnTo>
                <a:lnTo>
                  <a:pt x="926830" y="2540137"/>
                </a:lnTo>
                <a:lnTo>
                  <a:pt x="950566" y="2516648"/>
                </a:lnTo>
                <a:lnTo>
                  <a:pt x="974303" y="2493150"/>
                </a:lnTo>
                <a:lnTo>
                  <a:pt x="998039" y="2469652"/>
                </a:lnTo>
                <a:lnTo>
                  <a:pt x="1021775" y="2446163"/>
                </a:lnTo>
                <a:lnTo>
                  <a:pt x="1045512" y="2422665"/>
                </a:lnTo>
                <a:lnTo>
                  <a:pt x="1069248" y="2399176"/>
                </a:lnTo>
                <a:lnTo>
                  <a:pt x="1092984" y="2375678"/>
                </a:lnTo>
                <a:lnTo>
                  <a:pt x="1116721" y="2352189"/>
                </a:lnTo>
                <a:lnTo>
                  <a:pt x="1140457" y="2328691"/>
                </a:lnTo>
                <a:lnTo>
                  <a:pt x="1164193" y="2305202"/>
                </a:lnTo>
                <a:lnTo>
                  <a:pt x="1187929" y="2281704"/>
                </a:lnTo>
                <a:lnTo>
                  <a:pt x="1211666" y="2258216"/>
                </a:lnTo>
                <a:lnTo>
                  <a:pt x="1235402" y="2234717"/>
                </a:lnTo>
                <a:lnTo>
                  <a:pt x="1259138" y="2211229"/>
                </a:lnTo>
                <a:lnTo>
                  <a:pt x="1282875" y="2187731"/>
                </a:lnTo>
                <a:lnTo>
                  <a:pt x="1306611" y="2164242"/>
                </a:lnTo>
                <a:lnTo>
                  <a:pt x="1330338" y="2140744"/>
                </a:lnTo>
                <a:lnTo>
                  <a:pt x="1300572" y="2139248"/>
                </a:lnTo>
                <a:lnTo>
                  <a:pt x="1267177" y="2139248"/>
                </a:lnTo>
                <a:lnTo>
                  <a:pt x="1233783" y="2139248"/>
                </a:lnTo>
                <a:lnTo>
                  <a:pt x="1200388" y="2139248"/>
                </a:lnTo>
                <a:lnTo>
                  <a:pt x="1166984" y="2139248"/>
                </a:lnTo>
                <a:lnTo>
                  <a:pt x="1133589" y="2139248"/>
                </a:lnTo>
                <a:lnTo>
                  <a:pt x="1100195" y="2139248"/>
                </a:lnTo>
                <a:lnTo>
                  <a:pt x="1078725" y="2129457"/>
                </a:lnTo>
                <a:lnTo>
                  <a:pt x="1085193" y="2096691"/>
                </a:lnTo>
                <a:lnTo>
                  <a:pt x="1091670" y="2063925"/>
                </a:lnTo>
                <a:lnTo>
                  <a:pt x="1098156" y="2031168"/>
                </a:lnTo>
                <a:lnTo>
                  <a:pt x="1104710" y="1998421"/>
                </a:lnTo>
                <a:lnTo>
                  <a:pt x="1111301" y="1965684"/>
                </a:lnTo>
                <a:lnTo>
                  <a:pt x="1118045" y="1932975"/>
                </a:lnTo>
                <a:lnTo>
                  <a:pt x="1124798" y="1900266"/>
                </a:lnTo>
                <a:lnTo>
                  <a:pt x="1131551" y="1867557"/>
                </a:lnTo>
                <a:lnTo>
                  <a:pt x="1138304" y="1834848"/>
                </a:lnTo>
                <a:lnTo>
                  <a:pt x="1145057" y="1802140"/>
                </a:lnTo>
                <a:lnTo>
                  <a:pt x="1151801" y="1769440"/>
                </a:lnTo>
                <a:lnTo>
                  <a:pt x="1158554" y="1736731"/>
                </a:lnTo>
                <a:lnTo>
                  <a:pt x="1165308" y="1704023"/>
                </a:lnTo>
                <a:lnTo>
                  <a:pt x="1172061" y="1671314"/>
                </a:lnTo>
                <a:lnTo>
                  <a:pt x="1178814" y="1638605"/>
                </a:lnTo>
                <a:lnTo>
                  <a:pt x="1185558" y="1605905"/>
                </a:lnTo>
                <a:lnTo>
                  <a:pt x="1192311" y="1573197"/>
                </a:lnTo>
                <a:lnTo>
                  <a:pt x="1199064" y="1540488"/>
                </a:lnTo>
                <a:lnTo>
                  <a:pt x="1205817" y="1507779"/>
                </a:lnTo>
                <a:lnTo>
                  <a:pt x="1212571" y="1475070"/>
                </a:lnTo>
                <a:lnTo>
                  <a:pt x="1219314" y="1442361"/>
                </a:lnTo>
                <a:lnTo>
                  <a:pt x="1226068" y="1409662"/>
                </a:lnTo>
                <a:lnTo>
                  <a:pt x="1232821" y="1376953"/>
                </a:lnTo>
                <a:lnTo>
                  <a:pt x="1239784" y="1344292"/>
                </a:lnTo>
                <a:lnTo>
                  <a:pt x="1246803" y="1311640"/>
                </a:lnTo>
                <a:lnTo>
                  <a:pt x="1254119" y="1279055"/>
                </a:lnTo>
                <a:lnTo>
                  <a:pt x="1261529" y="1246489"/>
                </a:lnTo>
                <a:lnTo>
                  <a:pt x="1268930" y="1213923"/>
                </a:lnTo>
                <a:lnTo>
                  <a:pt x="1276340" y="1181357"/>
                </a:lnTo>
                <a:lnTo>
                  <a:pt x="1283751" y="1148791"/>
                </a:lnTo>
                <a:lnTo>
                  <a:pt x="1291152" y="1116225"/>
                </a:lnTo>
                <a:lnTo>
                  <a:pt x="1298562" y="1083659"/>
                </a:lnTo>
                <a:lnTo>
                  <a:pt x="1305963" y="1051093"/>
                </a:lnTo>
                <a:lnTo>
                  <a:pt x="1313374" y="1018537"/>
                </a:lnTo>
                <a:lnTo>
                  <a:pt x="1320784" y="985971"/>
                </a:lnTo>
                <a:lnTo>
                  <a:pt x="1328185" y="953405"/>
                </a:lnTo>
                <a:lnTo>
                  <a:pt x="1335596" y="920839"/>
                </a:lnTo>
                <a:lnTo>
                  <a:pt x="1342996" y="888273"/>
                </a:lnTo>
                <a:lnTo>
                  <a:pt x="1350407" y="855707"/>
                </a:lnTo>
                <a:lnTo>
                  <a:pt x="1357817" y="823141"/>
                </a:lnTo>
                <a:lnTo>
                  <a:pt x="1365218" y="790575"/>
                </a:lnTo>
                <a:lnTo>
                  <a:pt x="1372629" y="758009"/>
                </a:lnTo>
                <a:lnTo>
                  <a:pt x="1380030" y="725443"/>
                </a:lnTo>
                <a:lnTo>
                  <a:pt x="1387583" y="692915"/>
                </a:lnTo>
                <a:lnTo>
                  <a:pt x="1395527" y="660483"/>
                </a:lnTo>
                <a:lnTo>
                  <a:pt x="1403871" y="628145"/>
                </a:lnTo>
                <a:lnTo>
                  <a:pt x="1413491" y="596170"/>
                </a:lnTo>
                <a:lnTo>
                  <a:pt x="1423121" y="564185"/>
                </a:lnTo>
                <a:lnTo>
                  <a:pt x="1432750" y="532209"/>
                </a:lnTo>
                <a:lnTo>
                  <a:pt x="1442371" y="500234"/>
                </a:lnTo>
                <a:lnTo>
                  <a:pt x="1452001" y="468249"/>
                </a:lnTo>
                <a:lnTo>
                  <a:pt x="1461630" y="436274"/>
                </a:lnTo>
                <a:lnTo>
                  <a:pt x="1471251" y="404289"/>
                </a:lnTo>
                <a:lnTo>
                  <a:pt x="1480880" y="372313"/>
                </a:lnTo>
                <a:lnTo>
                  <a:pt x="1490510" y="340338"/>
                </a:lnTo>
                <a:lnTo>
                  <a:pt x="1500130" y="308353"/>
                </a:lnTo>
                <a:lnTo>
                  <a:pt x="1509760" y="276377"/>
                </a:lnTo>
                <a:lnTo>
                  <a:pt x="1519390" y="244392"/>
                </a:lnTo>
                <a:lnTo>
                  <a:pt x="1529010" y="212417"/>
                </a:lnTo>
                <a:lnTo>
                  <a:pt x="1538640" y="180442"/>
                </a:lnTo>
                <a:lnTo>
                  <a:pt x="1548260" y="148457"/>
                </a:lnTo>
                <a:lnTo>
                  <a:pt x="1557890" y="116481"/>
                </a:lnTo>
                <a:lnTo>
                  <a:pt x="1567520" y="84496"/>
                </a:lnTo>
                <a:lnTo>
                  <a:pt x="1577140" y="52521"/>
                </a:lnTo>
                <a:lnTo>
                  <a:pt x="1583045" y="19993"/>
                </a:lnTo>
                <a:lnTo>
                  <a:pt x="1569644" y="0"/>
                </a:lnTo>
                <a:lnTo>
                  <a:pt x="1536249" y="0"/>
                </a:lnTo>
                <a:lnTo>
                  <a:pt x="1502855" y="0"/>
                </a:lnTo>
                <a:lnTo>
                  <a:pt x="1469450" y="0"/>
                </a:lnTo>
                <a:lnTo>
                  <a:pt x="1436056" y="0"/>
                </a:lnTo>
                <a:lnTo>
                  <a:pt x="1402661" y="0"/>
                </a:lnTo>
                <a:lnTo>
                  <a:pt x="1369266" y="0"/>
                </a:lnTo>
                <a:lnTo>
                  <a:pt x="1335872" y="0"/>
                </a:lnTo>
                <a:lnTo>
                  <a:pt x="1302468" y="0"/>
                </a:lnTo>
                <a:lnTo>
                  <a:pt x="1269073" y="0"/>
                </a:lnTo>
                <a:lnTo>
                  <a:pt x="1235678" y="0"/>
                </a:lnTo>
                <a:lnTo>
                  <a:pt x="1202284" y="0"/>
                </a:lnTo>
                <a:lnTo>
                  <a:pt x="1168889" y="0"/>
                </a:lnTo>
                <a:lnTo>
                  <a:pt x="1135485" y="0"/>
                </a:lnTo>
                <a:lnTo>
                  <a:pt x="1102090" y="0"/>
                </a:lnTo>
                <a:lnTo>
                  <a:pt x="1068695" y="0"/>
                </a:lnTo>
                <a:lnTo>
                  <a:pt x="1035301" y="0"/>
                </a:lnTo>
                <a:lnTo>
                  <a:pt x="1001897" y="0"/>
                </a:lnTo>
                <a:lnTo>
                  <a:pt x="968502" y="0"/>
                </a:lnTo>
                <a:lnTo>
                  <a:pt x="935107" y="0"/>
                </a:lnTo>
                <a:lnTo>
                  <a:pt x="901713" y="0"/>
                </a:lnTo>
                <a:lnTo>
                  <a:pt x="868318" y="0"/>
                </a:lnTo>
                <a:lnTo>
                  <a:pt x="834914" y="0"/>
                </a:lnTo>
                <a:lnTo>
                  <a:pt x="801519" y="0"/>
                </a:lnTo>
                <a:lnTo>
                  <a:pt x="768125" y="0"/>
                </a:lnTo>
                <a:lnTo>
                  <a:pt x="734730" y="0"/>
                </a:lnTo>
                <a:lnTo>
                  <a:pt x="701335" y="0"/>
                </a:lnTo>
                <a:lnTo>
                  <a:pt x="667931" y="0"/>
                </a:lnTo>
                <a:lnTo>
                  <a:pt x="634536" y="0"/>
                </a:lnTo>
                <a:lnTo>
                  <a:pt x="601142" y="0"/>
                </a:lnTo>
                <a:lnTo>
                  <a:pt x="567747" y="0"/>
                </a:lnTo>
                <a:lnTo>
                  <a:pt x="534343" y="0"/>
                </a:lnTo>
                <a:lnTo>
                  <a:pt x="500948" y="0"/>
                </a:lnTo>
                <a:lnTo>
                  <a:pt x="467554" y="0"/>
                </a:lnTo>
                <a:lnTo>
                  <a:pt x="434159" y="0"/>
                </a:lnTo>
                <a:lnTo>
                  <a:pt x="400764" y="0"/>
                </a:lnTo>
                <a:lnTo>
                  <a:pt x="367360" y="0"/>
                </a:lnTo>
                <a:lnTo>
                  <a:pt x="333966" y="0"/>
                </a:lnTo>
                <a:lnTo>
                  <a:pt x="300571" y="0"/>
                </a:lnTo>
                <a:lnTo>
                  <a:pt x="267176" y="0"/>
                </a:lnTo>
                <a:lnTo>
                  <a:pt x="233782" y="0"/>
                </a:lnTo>
                <a:lnTo>
                  <a:pt x="200377" y="0"/>
                </a:lnTo>
                <a:lnTo>
                  <a:pt x="166983" y="0"/>
                </a:lnTo>
                <a:lnTo>
                  <a:pt x="133588" y="0"/>
                </a:lnTo>
                <a:lnTo>
                  <a:pt x="100193" y="0"/>
                </a:lnTo>
                <a:lnTo>
                  <a:pt x="66789" y="0"/>
                </a:lnTo>
                <a:lnTo>
                  <a:pt x="33395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8794D4BC-085A-4832-9359-22D53402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6120" y="2516086"/>
            <a:ext cx="2606126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A79C5B2D-919F-4938-8C47-6CB8DB2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4666" y="3184474"/>
            <a:ext cx="1949053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EEEA8E37-F933-4C01-9C3A-9577E29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6719" y="3853015"/>
            <a:ext cx="1404938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56889165-E79C-4B74-8596-D3E87A9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8236" y="4521546"/>
            <a:ext cx="901903" cy="47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DD1AE82D-E227-4E13-87C7-E7EDC12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4784" y="1849488"/>
            <a:ext cx="378466" cy="3784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3bcabfcb7482b">
            <a:extLst>
              <a:ext uri="{96DAC541-7B7A-43D3-8B79-37D633B846F1}">
                <asvg:svgBlip xmlns:asvg="http://schemas.microsoft.com/office/drawing/2016/SVG/main" r:embed="Rc2bce3834bb348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745987" y="1950691"/>
            <a:ext cx="176060" cy="176060"/>
          </a:xfrm>
          <a:prstGeom xmlns:a="http://schemas.openxmlformats.org/drawingml/2006/main" prst="rect">
            <a:avLst/>
          </a:prstGeom>
        </p:spPr>
      </p:pic>
      <p:sp>
        <p:nvSpPr>
          <p:cNvPr id="2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D02DA2F4-D0DA-4BAE-BDBA-CCE71CBD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4662" y="1668513"/>
            <a:ext cx="329060" cy="329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90242d0784c1f">
            <a:extLst>
              <a:ext uri="{96DAC541-7B7A-43D3-8B79-37D633B846F1}">
                <asvg:svgBlip xmlns:asvg="http://schemas.microsoft.com/office/drawing/2016/SVG/main" r:embed="R48dc539644614e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75865" y="1769716"/>
            <a:ext cx="126654" cy="126654"/>
          </a:xfrm>
          <a:prstGeom xmlns:a="http://schemas.openxmlformats.org/drawingml/2006/main" prst="rect">
            <a:avLst/>
          </a:prstGeom>
        </p:spPr>
      </p:pic>
      <p:sp>
        <p:nvSpPr>
          <p:cNvPr id="2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B808966E-3A07-4863-A1F3-4EAA1FA5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4972" y="1816598"/>
            <a:ext cx="378466" cy="3784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5c5b292044a99">
            <a:extLst>
              <a:ext uri="{96DAC541-7B7A-43D3-8B79-37D633B846F1}">
                <asvg:svgBlip xmlns:asvg="http://schemas.microsoft.com/office/drawing/2016/SVG/main" r:embed="Rb8946dbb44d74b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56175" y="1917802"/>
            <a:ext cx="176060" cy="1760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78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2026-09-07T23:56:35.7410000Z</dcterms:created>
  <dcterms:modified xsi:type="dcterms:W3CDTF">2026-09-07T23:56:35.7410000Z</dcterms:modified>
</coreProperties>
</file>