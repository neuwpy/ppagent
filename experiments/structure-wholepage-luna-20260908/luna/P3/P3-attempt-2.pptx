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373290106645ff" /><Relationship Type="http://schemas.openxmlformats.org/officeDocument/2006/relationships/extended-properties" Target="/docProps/app.xml" Id="R1131c87e9e384151" /><Relationship Type="http://schemas.openxmlformats.org/officeDocument/2006/relationships/officeDocument" Target="/ppt/presentation.xml" Id="R3088f892a97b43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5315e1666f4024"/>
  </p:sldMasterIdLst>
  <p:notesMasterIdLst>
    <p:notesMasterId xmlns:r="http://schemas.openxmlformats.org/officeDocument/2006/relationships" r:id="R5e5d484041e74855"/>
  </p:notesMasterIdLst>
  <p:sldIdLst>
    <p:sldId xmlns:r="http://schemas.openxmlformats.org/officeDocument/2006/relationships" id="256" r:id="R29753c5ef66845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de0379a8d54224" /><Relationship Type="http://schemas.openxmlformats.org/officeDocument/2006/relationships/slideMaster" Target="/ppt/slideMasters/slideMaster1.xml" Id="Rf35315e1666f4024" /><Relationship Type="http://schemas.openxmlformats.org/officeDocument/2006/relationships/notesMaster" Target="/ppt/notesMasters/notesMaster1.xml" Id="R5e5d484041e74855" /><Relationship Type="http://schemas.openxmlformats.org/officeDocument/2006/relationships/presProps" Target="/ppt/presProps.xml" Id="R02ed026f93de49e8" /><Relationship Type="http://schemas.openxmlformats.org/officeDocument/2006/relationships/tableStyles" Target="/ppt/tableStyles.xml" Id="R61ea162ff6484161" /><Relationship Type="http://schemas.openxmlformats.org/officeDocument/2006/relationships/slide" Target="/ppt/slides/slide1.xml" Id="R29753c5ef66845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58ea6aa98d4c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9f616ebf724809" /><Relationship Type="http://schemas.openxmlformats.org/officeDocument/2006/relationships/notesMaster" Target="/ppt/notesMasters/notesMaster1.xml" Id="Rebab6604099547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dac74f5a1a41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d453bf901940da" /><Relationship Type="http://schemas.openxmlformats.org/officeDocument/2006/relationships/slideLayout" Target="/ppt/slideLayouts/slideLayout1.xml" Id="Rdb04f7ccfe714d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04f7ccfe714d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611b4d7d3495c" /><Relationship Type="http://schemas.openxmlformats.org/officeDocument/2006/relationships/notesSlide" Target="/ppt/notesSlides/notesSlide1.xml" Id="Rf2e4fc2184734ff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4187400-D86C-4ED1-83E0-11357856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B0986427-9761-44DC-BD6C-86FE0A99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16379F2E-3CD1-43BC-901A-9DF11AA1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432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设备维护能力：从可查记录走向周期责任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0A78C08-10F7-4D10-99E3-01CD7299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BB151150-BBF6-453D-8481-5C67A6A2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150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下一步：从“故障原因与处理过程可查”走向“按周期检查并落实责任”。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C1F4CB8-3DCA-4676-99E5-47B5D182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7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E5387327-9786-41B1-87F3-3839CE5F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5762" y="3687004"/>
            <a:ext cx="1284475" cy="923220"/>
          </a:xfrm>
          <a:custGeom xmlns:a="http://schemas.openxmlformats.org/drawingml/2006/main">
            <a:pathLst>
              <a:path w="1284475" h="923220">
                <a:moveTo>
                  <a:pt x="76933" y="127759"/>
                </a:moveTo>
                <a:lnTo>
                  <a:pt x="95841" y="125730"/>
                </a:lnTo>
                <a:lnTo>
                  <a:pt x="114748" y="123701"/>
                </a:lnTo>
                <a:lnTo>
                  <a:pt x="133655" y="121672"/>
                </a:lnTo>
                <a:lnTo>
                  <a:pt x="152562" y="119644"/>
                </a:lnTo>
                <a:lnTo>
                  <a:pt x="171469" y="117615"/>
                </a:lnTo>
                <a:lnTo>
                  <a:pt x="190376" y="115595"/>
                </a:lnTo>
                <a:lnTo>
                  <a:pt x="209283" y="113567"/>
                </a:lnTo>
                <a:lnTo>
                  <a:pt x="228190" y="111538"/>
                </a:lnTo>
                <a:lnTo>
                  <a:pt x="247098" y="109509"/>
                </a:lnTo>
                <a:lnTo>
                  <a:pt x="266005" y="107480"/>
                </a:lnTo>
                <a:lnTo>
                  <a:pt x="284912" y="105451"/>
                </a:lnTo>
                <a:lnTo>
                  <a:pt x="303819" y="103422"/>
                </a:lnTo>
                <a:lnTo>
                  <a:pt x="322726" y="101394"/>
                </a:lnTo>
                <a:lnTo>
                  <a:pt x="341633" y="99365"/>
                </a:lnTo>
                <a:lnTo>
                  <a:pt x="360540" y="97336"/>
                </a:lnTo>
                <a:lnTo>
                  <a:pt x="379447" y="95307"/>
                </a:lnTo>
                <a:lnTo>
                  <a:pt x="398355" y="93288"/>
                </a:lnTo>
                <a:lnTo>
                  <a:pt x="417262" y="91259"/>
                </a:lnTo>
                <a:lnTo>
                  <a:pt x="436169" y="89230"/>
                </a:lnTo>
                <a:lnTo>
                  <a:pt x="455076" y="87201"/>
                </a:lnTo>
                <a:lnTo>
                  <a:pt x="473983" y="85173"/>
                </a:lnTo>
                <a:lnTo>
                  <a:pt x="492890" y="83144"/>
                </a:lnTo>
                <a:lnTo>
                  <a:pt x="511797" y="81115"/>
                </a:lnTo>
                <a:lnTo>
                  <a:pt x="530704" y="79086"/>
                </a:lnTo>
                <a:lnTo>
                  <a:pt x="549612" y="77057"/>
                </a:lnTo>
                <a:lnTo>
                  <a:pt x="568519" y="75028"/>
                </a:lnTo>
                <a:lnTo>
                  <a:pt x="587426" y="73009"/>
                </a:lnTo>
                <a:lnTo>
                  <a:pt x="606333" y="70980"/>
                </a:lnTo>
                <a:lnTo>
                  <a:pt x="625240" y="68951"/>
                </a:lnTo>
                <a:lnTo>
                  <a:pt x="644147" y="66923"/>
                </a:lnTo>
                <a:lnTo>
                  <a:pt x="663054" y="64894"/>
                </a:lnTo>
                <a:lnTo>
                  <a:pt x="681961" y="62865"/>
                </a:lnTo>
                <a:lnTo>
                  <a:pt x="700869" y="60836"/>
                </a:lnTo>
                <a:lnTo>
                  <a:pt x="719776" y="58807"/>
                </a:lnTo>
                <a:lnTo>
                  <a:pt x="738683" y="56779"/>
                </a:lnTo>
                <a:lnTo>
                  <a:pt x="757590" y="54750"/>
                </a:lnTo>
                <a:lnTo>
                  <a:pt x="776497" y="52721"/>
                </a:lnTo>
                <a:lnTo>
                  <a:pt x="795404" y="50702"/>
                </a:lnTo>
                <a:lnTo>
                  <a:pt x="814311" y="48673"/>
                </a:lnTo>
                <a:lnTo>
                  <a:pt x="833218" y="46644"/>
                </a:lnTo>
                <a:lnTo>
                  <a:pt x="852126" y="44615"/>
                </a:lnTo>
                <a:lnTo>
                  <a:pt x="871033" y="42586"/>
                </a:lnTo>
                <a:lnTo>
                  <a:pt x="889940" y="40557"/>
                </a:lnTo>
                <a:lnTo>
                  <a:pt x="908847" y="38529"/>
                </a:lnTo>
                <a:lnTo>
                  <a:pt x="927754" y="36500"/>
                </a:lnTo>
                <a:lnTo>
                  <a:pt x="946661" y="34471"/>
                </a:lnTo>
                <a:lnTo>
                  <a:pt x="965568" y="32442"/>
                </a:lnTo>
                <a:lnTo>
                  <a:pt x="984475" y="30423"/>
                </a:lnTo>
                <a:lnTo>
                  <a:pt x="1003383" y="28394"/>
                </a:lnTo>
                <a:lnTo>
                  <a:pt x="1022290" y="26365"/>
                </a:lnTo>
                <a:lnTo>
                  <a:pt x="1041197" y="24336"/>
                </a:lnTo>
                <a:lnTo>
                  <a:pt x="1060104" y="22308"/>
                </a:lnTo>
                <a:lnTo>
                  <a:pt x="1079011" y="20279"/>
                </a:lnTo>
                <a:lnTo>
                  <a:pt x="1097918" y="18250"/>
                </a:lnTo>
                <a:lnTo>
                  <a:pt x="1116825" y="16221"/>
                </a:lnTo>
                <a:lnTo>
                  <a:pt x="1135732" y="14192"/>
                </a:lnTo>
                <a:lnTo>
                  <a:pt x="1154640" y="12163"/>
                </a:lnTo>
                <a:lnTo>
                  <a:pt x="1173547" y="10144"/>
                </a:lnTo>
                <a:lnTo>
                  <a:pt x="1192463" y="8115"/>
                </a:lnTo>
                <a:lnTo>
                  <a:pt x="1211370" y="6086"/>
                </a:lnTo>
                <a:lnTo>
                  <a:pt x="1230278" y="4058"/>
                </a:lnTo>
                <a:lnTo>
                  <a:pt x="1249185" y="2029"/>
                </a:lnTo>
                <a:lnTo>
                  <a:pt x="1268092" y="0"/>
                </a:lnTo>
                <a:lnTo>
                  <a:pt x="1284475" y="514"/>
                </a:lnTo>
                <a:lnTo>
                  <a:pt x="1282646" y="19441"/>
                </a:lnTo>
                <a:lnTo>
                  <a:pt x="1280817" y="38367"/>
                </a:lnTo>
                <a:lnTo>
                  <a:pt x="1278979" y="57293"/>
                </a:lnTo>
                <a:lnTo>
                  <a:pt x="1277150" y="76229"/>
                </a:lnTo>
                <a:lnTo>
                  <a:pt x="1275321" y="95155"/>
                </a:lnTo>
                <a:lnTo>
                  <a:pt x="1273493" y="114081"/>
                </a:lnTo>
                <a:lnTo>
                  <a:pt x="1271654" y="133007"/>
                </a:lnTo>
                <a:lnTo>
                  <a:pt x="1269825" y="151933"/>
                </a:lnTo>
                <a:lnTo>
                  <a:pt x="1267997" y="170859"/>
                </a:lnTo>
                <a:lnTo>
                  <a:pt x="1266158" y="189786"/>
                </a:lnTo>
                <a:lnTo>
                  <a:pt x="1264329" y="208712"/>
                </a:lnTo>
                <a:lnTo>
                  <a:pt x="1262501" y="227638"/>
                </a:lnTo>
                <a:lnTo>
                  <a:pt x="1260662" y="246574"/>
                </a:lnTo>
                <a:lnTo>
                  <a:pt x="1258834" y="265500"/>
                </a:lnTo>
                <a:lnTo>
                  <a:pt x="1257005" y="284426"/>
                </a:lnTo>
                <a:lnTo>
                  <a:pt x="1255176" y="303352"/>
                </a:lnTo>
                <a:lnTo>
                  <a:pt x="1253338" y="322278"/>
                </a:lnTo>
                <a:lnTo>
                  <a:pt x="1251509" y="341205"/>
                </a:lnTo>
                <a:lnTo>
                  <a:pt x="1249680" y="360131"/>
                </a:lnTo>
                <a:lnTo>
                  <a:pt x="1247842" y="379057"/>
                </a:lnTo>
                <a:lnTo>
                  <a:pt x="1246013" y="397993"/>
                </a:lnTo>
                <a:lnTo>
                  <a:pt x="1244184" y="416919"/>
                </a:lnTo>
                <a:lnTo>
                  <a:pt x="1242346" y="435845"/>
                </a:lnTo>
                <a:lnTo>
                  <a:pt x="1240517" y="454771"/>
                </a:lnTo>
                <a:lnTo>
                  <a:pt x="1238688" y="473697"/>
                </a:lnTo>
                <a:lnTo>
                  <a:pt x="1236850" y="492623"/>
                </a:lnTo>
                <a:lnTo>
                  <a:pt x="1235021" y="511550"/>
                </a:lnTo>
                <a:lnTo>
                  <a:pt x="1233192" y="530476"/>
                </a:lnTo>
                <a:lnTo>
                  <a:pt x="1231363" y="549402"/>
                </a:lnTo>
                <a:lnTo>
                  <a:pt x="1229525" y="568338"/>
                </a:lnTo>
                <a:lnTo>
                  <a:pt x="1227696" y="587264"/>
                </a:lnTo>
                <a:lnTo>
                  <a:pt x="1225868" y="606190"/>
                </a:lnTo>
                <a:lnTo>
                  <a:pt x="1224029" y="625116"/>
                </a:lnTo>
                <a:lnTo>
                  <a:pt x="1222200" y="644042"/>
                </a:lnTo>
                <a:lnTo>
                  <a:pt x="1220372" y="662969"/>
                </a:lnTo>
                <a:lnTo>
                  <a:pt x="1218533" y="681895"/>
                </a:lnTo>
                <a:lnTo>
                  <a:pt x="1216704" y="700821"/>
                </a:lnTo>
                <a:lnTo>
                  <a:pt x="1214876" y="719747"/>
                </a:lnTo>
                <a:lnTo>
                  <a:pt x="1213047" y="738683"/>
                </a:lnTo>
                <a:lnTo>
                  <a:pt x="1211209" y="757609"/>
                </a:lnTo>
                <a:lnTo>
                  <a:pt x="1209380" y="776535"/>
                </a:lnTo>
                <a:lnTo>
                  <a:pt x="1207551" y="795461"/>
                </a:lnTo>
                <a:lnTo>
                  <a:pt x="1188644" y="797490"/>
                </a:lnTo>
                <a:lnTo>
                  <a:pt x="1169737" y="799519"/>
                </a:lnTo>
                <a:lnTo>
                  <a:pt x="1150830" y="801548"/>
                </a:lnTo>
                <a:lnTo>
                  <a:pt x="1131922" y="803577"/>
                </a:lnTo>
                <a:lnTo>
                  <a:pt x="1113015" y="805596"/>
                </a:lnTo>
                <a:lnTo>
                  <a:pt x="1094108" y="807625"/>
                </a:lnTo>
                <a:lnTo>
                  <a:pt x="1075201" y="809654"/>
                </a:lnTo>
                <a:lnTo>
                  <a:pt x="1056294" y="811682"/>
                </a:lnTo>
                <a:lnTo>
                  <a:pt x="1037387" y="813711"/>
                </a:lnTo>
                <a:lnTo>
                  <a:pt x="1018480" y="815740"/>
                </a:lnTo>
                <a:lnTo>
                  <a:pt x="999573" y="817769"/>
                </a:lnTo>
                <a:lnTo>
                  <a:pt x="980665" y="819798"/>
                </a:lnTo>
                <a:lnTo>
                  <a:pt x="961749" y="821827"/>
                </a:lnTo>
                <a:lnTo>
                  <a:pt x="942842" y="823855"/>
                </a:lnTo>
                <a:lnTo>
                  <a:pt x="923935" y="825875"/>
                </a:lnTo>
                <a:lnTo>
                  <a:pt x="905027" y="827903"/>
                </a:lnTo>
                <a:lnTo>
                  <a:pt x="886120" y="829932"/>
                </a:lnTo>
                <a:lnTo>
                  <a:pt x="867213" y="831961"/>
                </a:lnTo>
                <a:lnTo>
                  <a:pt x="848306" y="833990"/>
                </a:lnTo>
                <a:lnTo>
                  <a:pt x="829399" y="836019"/>
                </a:lnTo>
                <a:lnTo>
                  <a:pt x="810492" y="838048"/>
                </a:lnTo>
                <a:lnTo>
                  <a:pt x="791585" y="840076"/>
                </a:lnTo>
                <a:lnTo>
                  <a:pt x="772678" y="842105"/>
                </a:lnTo>
                <a:lnTo>
                  <a:pt x="753770" y="844134"/>
                </a:lnTo>
                <a:lnTo>
                  <a:pt x="734863" y="846163"/>
                </a:lnTo>
                <a:lnTo>
                  <a:pt x="715956" y="848182"/>
                </a:lnTo>
                <a:lnTo>
                  <a:pt x="697049" y="850211"/>
                </a:lnTo>
                <a:lnTo>
                  <a:pt x="678142" y="852240"/>
                </a:lnTo>
                <a:lnTo>
                  <a:pt x="659235" y="854269"/>
                </a:lnTo>
                <a:lnTo>
                  <a:pt x="640328" y="856298"/>
                </a:lnTo>
                <a:lnTo>
                  <a:pt x="621421" y="858326"/>
                </a:lnTo>
                <a:lnTo>
                  <a:pt x="602513" y="860355"/>
                </a:lnTo>
                <a:lnTo>
                  <a:pt x="583606" y="862384"/>
                </a:lnTo>
                <a:lnTo>
                  <a:pt x="564699" y="864413"/>
                </a:lnTo>
                <a:lnTo>
                  <a:pt x="545792" y="866442"/>
                </a:lnTo>
                <a:lnTo>
                  <a:pt x="526885" y="868461"/>
                </a:lnTo>
                <a:lnTo>
                  <a:pt x="507978" y="870490"/>
                </a:lnTo>
                <a:lnTo>
                  <a:pt x="489071" y="872519"/>
                </a:lnTo>
                <a:lnTo>
                  <a:pt x="470164" y="874547"/>
                </a:lnTo>
                <a:lnTo>
                  <a:pt x="451256" y="876576"/>
                </a:lnTo>
                <a:lnTo>
                  <a:pt x="432349" y="878605"/>
                </a:lnTo>
                <a:lnTo>
                  <a:pt x="413442" y="880634"/>
                </a:lnTo>
                <a:lnTo>
                  <a:pt x="394535" y="882663"/>
                </a:lnTo>
                <a:lnTo>
                  <a:pt x="375628" y="884692"/>
                </a:lnTo>
                <a:lnTo>
                  <a:pt x="356721" y="886720"/>
                </a:lnTo>
                <a:lnTo>
                  <a:pt x="337814" y="888749"/>
                </a:lnTo>
                <a:lnTo>
                  <a:pt x="318907" y="890768"/>
                </a:lnTo>
                <a:lnTo>
                  <a:pt x="299999" y="892797"/>
                </a:lnTo>
                <a:lnTo>
                  <a:pt x="281092" y="894826"/>
                </a:lnTo>
                <a:lnTo>
                  <a:pt x="262185" y="896855"/>
                </a:lnTo>
                <a:lnTo>
                  <a:pt x="243278" y="898884"/>
                </a:lnTo>
                <a:lnTo>
                  <a:pt x="224371" y="900913"/>
                </a:lnTo>
                <a:lnTo>
                  <a:pt x="205464" y="902941"/>
                </a:lnTo>
                <a:lnTo>
                  <a:pt x="186557" y="904970"/>
                </a:lnTo>
                <a:lnTo>
                  <a:pt x="167650" y="906999"/>
                </a:lnTo>
                <a:lnTo>
                  <a:pt x="148742" y="909028"/>
                </a:lnTo>
                <a:lnTo>
                  <a:pt x="129835" y="911047"/>
                </a:lnTo>
                <a:lnTo>
                  <a:pt x="110928" y="913076"/>
                </a:lnTo>
                <a:lnTo>
                  <a:pt x="92021" y="915105"/>
                </a:lnTo>
                <a:lnTo>
                  <a:pt x="73114" y="917134"/>
                </a:lnTo>
                <a:lnTo>
                  <a:pt x="54207" y="919163"/>
                </a:lnTo>
                <a:lnTo>
                  <a:pt x="35300" y="921191"/>
                </a:lnTo>
                <a:lnTo>
                  <a:pt x="16393" y="923220"/>
                </a:lnTo>
                <a:lnTo>
                  <a:pt x="0" y="922706"/>
                </a:lnTo>
                <a:lnTo>
                  <a:pt x="1829" y="903780"/>
                </a:lnTo>
                <a:lnTo>
                  <a:pt x="3667" y="884853"/>
                </a:lnTo>
                <a:lnTo>
                  <a:pt x="5496" y="865918"/>
                </a:lnTo>
                <a:lnTo>
                  <a:pt x="7325" y="846992"/>
                </a:lnTo>
                <a:lnTo>
                  <a:pt x="9163" y="828065"/>
                </a:lnTo>
                <a:lnTo>
                  <a:pt x="10992" y="809139"/>
                </a:lnTo>
                <a:lnTo>
                  <a:pt x="12821" y="790213"/>
                </a:lnTo>
                <a:lnTo>
                  <a:pt x="14649" y="771287"/>
                </a:lnTo>
                <a:lnTo>
                  <a:pt x="16488" y="752361"/>
                </a:lnTo>
                <a:lnTo>
                  <a:pt x="18317" y="733435"/>
                </a:lnTo>
                <a:lnTo>
                  <a:pt x="20145" y="714508"/>
                </a:lnTo>
                <a:lnTo>
                  <a:pt x="21984" y="695573"/>
                </a:lnTo>
                <a:lnTo>
                  <a:pt x="23813" y="676646"/>
                </a:lnTo>
                <a:lnTo>
                  <a:pt x="25641" y="657720"/>
                </a:lnTo>
                <a:lnTo>
                  <a:pt x="27480" y="638794"/>
                </a:lnTo>
                <a:lnTo>
                  <a:pt x="29308" y="619868"/>
                </a:lnTo>
                <a:lnTo>
                  <a:pt x="31137" y="600942"/>
                </a:lnTo>
                <a:lnTo>
                  <a:pt x="32966" y="582016"/>
                </a:lnTo>
                <a:lnTo>
                  <a:pt x="34804" y="563089"/>
                </a:lnTo>
                <a:lnTo>
                  <a:pt x="36633" y="544154"/>
                </a:lnTo>
                <a:lnTo>
                  <a:pt x="38462" y="525228"/>
                </a:lnTo>
                <a:lnTo>
                  <a:pt x="40300" y="506301"/>
                </a:lnTo>
                <a:lnTo>
                  <a:pt x="42129" y="487375"/>
                </a:lnTo>
                <a:lnTo>
                  <a:pt x="43958" y="468449"/>
                </a:lnTo>
                <a:lnTo>
                  <a:pt x="45796" y="449523"/>
                </a:lnTo>
                <a:lnTo>
                  <a:pt x="47625" y="430597"/>
                </a:lnTo>
                <a:lnTo>
                  <a:pt x="49454" y="411671"/>
                </a:lnTo>
                <a:lnTo>
                  <a:pt x="51283" y="392744"/>
                </a:lnTo>
                <a:lnTo>
                  <a:pt x="53121" y="373809"/>
                </a:lnTo>
                <a:lnTo>
                  <a:pt x="54950" y="354882"/>
                </a:lnTo>
                <a:lnTo>
                  <a:pt x="56779" y="335956"/>
                </a:lnTo>
                <a:lnTo>
                  <a:pt x="58617" y="317030"/>
                </a:lnTo>
                <a:lnTo>
                  <a:pt x="60446" y="298104"/>
                </a:lnTo>
                <a:lnTo>
                  <a:pt x="62274" y="279178"/>
                </a:lnTo>
                <a:lnTo>
                  <a:pt x="64113" y="260252"/>
                </a:lnTo>
                <a:lnTo>
                  <a:pt x="65942" y="241325"/>
                </a:lnTo>
                <a:lnTo>
                  <a:pt x="67770" y="222399"/>
                </a:lnTo>
                <a:lnTo>
                  <a:pt x="69599" y="203464"/>
                </a:lnTo>
                <a:lnTo>
                  <a:pt x="71438" y="184537"/>
                </a:lnTo>
                <a:lnTo>
                  <a:pt x="73266" y="165611"/>
                </a:lnTo>
                <a:lnTo>
                  <a:pt x="75095" y="146685"/>
                </a:lnTo>
                <a:lnTo>
                  <a:pt x="76933" y="127759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5BA16DCE-E9BD-41E6-81E3-44535A29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719" y="3198390"/>
            <a:ext cx="1284484" cy="924135"/>
          </a:xfrm>
          <a:custGeom xmlns:a="http://schemas.openxmlformats.org/drawingml/2006/main">
            <a:pathLst>
              <a:path w="1284484" h="924135">
                <a:moveTo>
                  <a:pt x="76933" y="128692"/>
                </a:moveTo>
                <a:lnTo>
                  <a:pt x="95841" y="126654"/>
                </a:lnTo>
                <a:lnTo>
                  <a:pt x="114748" y="124606"/>
                </a:lnTo>
                <a:lnTo>
                  <a:pt x="133655" y="122568"/>
                </a:lnTo>
                <a:lnTo>
                  <a:pt x="152562" y="120520"/>
                </a:lnTo>
                <a:lnTo>
                  <a:pt x="171469" y="118481"/>
                </a:lnTo>
                <a:lnTo>
                  <a:pt x="190376" y="116434"/>
                </a:lnTo>
                <a:lnTo>
                  <a:pt x="209283" y="114395"/>
                </a:lnTo>
                <a:lnTo>
                  <a:pt x="228190" y="112347"/>
                </a:lnTo>
                <a:lnTo>
                  <a:pt x="247098" y="110309"/>
                </a:lnTo>
                <a:lnTo>
                  <a:pt x="266005" y="108261"/>
                </a:lnTo>
                <a:lnTo>
                  <a:pt x="284902" y="106223"/>
                </a:lnTo>
                <a:lnTo>
                  <a:pt x="303809" y="104184"/>
                </a:lnTo>
                <a:lnTo>
                  <a:pt x="322717" y="102137"/>
                </a:lnTo>
                <a:lnTo>
                  <a:pt x="341624" y="100098"/>
                </a:lnTo>
                <a:lnTo>
                  <a:pt x="360531" y="98050"/>
                </a:lnTo>
                <a:lnTo>
                  <a:pt x="379438" y="96012"/>
                </a:lnTo>
                <a:lnTo>
                  <a:pt x="398345" y="93964"/>
                </a:lnTo>
                <a:lnTo>
                  <a:pt x="417252" y="91926"/>
                </a:lnTo>
                <a:lnTo>
                  <a:pt x="436159" y="89878"/>
                </a:lnTo>
                <a:lnTo>
                  <a:pt x="455066" y="87840"/>
                </a:lnTo>
                <a:lnTo>
                  <a:pt x="473974" y="85792"/>
                </a:lnTo>
                <a:lnTo>
                  <a:pt x="492881" y="83753"/>
                </a:lnTo>
                <a:lnTo>
                  <a:pt x="511788" y="81705"/>
                </a:lnTo>
                <a:lnTo>
                  <a:pt x="530695" y="79667"/>
                </a:lnTo>
                <a:lnTo>
                  <a:pt x="549602" y="77629"/>
                </a:lnTo>
                <a:lnTo>
                  <a:pt x="568509" y="75581"/>
                </a:lnTo>
                <a:lnTo>
                  <a:pt x="587416" y="73543"/>
                </a:lnTo>
                <a:lnTo>
                  <a:pt x="606323" y="71495"/>
                </a:lnTo>
                <a:lnTo>
                  <a:pt x="625231" y="69456"/>
                </a:lnTo>
                <a:lnTo>
                  <a:pt x="644138" y="67408"/>
                </a:lnTo>
                <a:lnTo>
                  <a:pt x="663035" y="65370"/>
                </a:lnTo>
                <a:lnTo>
                  <a:pt x="681942" y="63322"/>
                </a:lnTo>
                <a:lnTo>
                  <a:pt x="700850" y="61284"/>
                </a:lnTo>
                <a:lnTo>
                  <a:pt x="719757" y="59236"/>
                </a:lnTo>
                <a:lnTo>
                  <a:pt x="738664" y="57198"/>
                </a:lnTo>
                <a:lnTo>
                  <a:pt x="757571" y="55150"/>
                </a:lnTo>
                <a:lnTo>
                  <a:pt x="776478" y="53111"/>
                </a:lnTo>
                <a:lnTo>
                  <a:pt x="795385" y="51073"/>
                </a:lnTo>
                <a:lnTo>
                  <a:pt x="814292" y="49025"/>
                </a:lnTo>
                <a:lnTo>
                  <a:pt x="833199" y="46987"/>
                </a:lnTo>
                <a:lnTo>
                  <a:pt x="852106" y="44939"/>
                </a:lnTo>
                <a:lnTo>
                  <a:pt x="871014" y="42901"/>
                </a:lnTo>
                <a:lnTo>
                  <a:pt x="889921" y="40853"/>
                </a:lnTo>
                <a:lnTo>
                  <a:pt x="908828" y="38814"/>
                </a:lnTo>
                <a:lnTo>
                  <a:pt x="927735" y="36767"/>
                </a:lnTo>
                <a:lnTo>
                  <a:pt x="946642" y="34728"/>
                </a:lnTo>
                <a:lnTo>
                  <a:pt x="965549" y="32680"/>
                </a:lnTo>
                <a:lnTo>
                  <a:pt x="984456" y="30642"/>
                </a:lnTo>
                <a:lnTo>
                  <a:pt x="1003364" y="28594"/>
                </a:lnTo>
                <a:lnTo>
                  <a:pt x="1022261" y="26556"/>
                </a:lnTo>
                <a:lnTo>
                  <a:pt x="1041168" y="24517"/>
                </a:lnTo>
                <a:lnTo>
                  <a:pt x="1060075" y="22469"/>
                </a:lnTo>
                <a:lnTo>
                  <a:pt x="1078982" y="20431"/>
                </a:lnTo>
                <a:lnTo>
                  <a:pt x="1097890" y="18383"/>
                </a:lnTo>
                <a:lnTo>
                  <a:pt x="1116797" y="16345"/>
                </a:lnTo>
                <a:lnTo>
                  <a:pt x="1135704" y="14297"/>
                </a:lnTo>
                <a:lnTo>
                  <a:pt x="1154611" y="12259"/>
                </a:lnTo>
                <a:lnTo>
                  <a:pt x="1173518" y="10211"/>
                </a:lnTo>
                <a:lnTo>
                  <a:pt x="1192425" y="8172"/>
                </a:lnTo>
                <a:lnTo>
                  <a:pt x="1211332" y="6125"/>
                </a:lnTo>
                <a:lnTo>
                  <a:pt x="1230239" y="4086"/>
                </a:lnTo>
                <a:lnTo>
                  <a:pt x="1249147" y="2038"/>
                </a:lnTo>
                <a:lnTo>
                  <a:pt x="1268054" y="0"/>
                </a:lnTo>
                <a:lnTo>
                  <a:pt x="1284484" y="457"/>
                </a:lnTo>
                <a:lnTo>
                  <a:pt x="1282656" y="19383"/>
                </a:lnTo>
                <a:lnTo>
                  <a:pt x="1280827" y="38310"/>
                </a:lnTo>
                <a:lnTo>
                  <a:pt x="1278988" y="57245"/>
                </a:lnTo>
                <a:lnTo>
                  <a:pt x="1277160" y="76171"/>
                </a:lnTo>
                <a:lnTo>
                  <a:pt x="1275331" y="95098"/>
                </a:lnTo>
                <a:lnTo>
                  <a:pt x="1273493" y="114024"/>
                </a:lnTo>
                <a:lnTo>
                  <a:pt x="1271664" y="132959"/>
                </a:lnTo>
                <a:lnTo>
                  <a:pt x="1269835" y="151886"/>
                </a:lnTo>
                <a:lnTo>
                  <a:pt x="1267997" y="170812"/>
                </a:lnTo>
                <a:lnTo>
                  <a:pt x="1266168" y="189738"/>
                </a:lnTo>
                <a:lnTo>
                  <a:pt x="1264339" y="208664"/>
                </a:lnTo>
                <a:lnTo>
                  <a:pt x="1262501" y="227600"/>
                </a:lnTo>
                <a:lnTo>
                  <a:pt x="1260672" y="246526"/>
                </a:lnTo>
                <a:lnTo>
                  <a:pt x="1258843" y="265452"/>
                </a:lnTo>
                <a:lnTo>
                  <a:pt x="1257014" y="284378"/>
                </a:lnTo>
                <a:lnTo>
                  <a:pt x="1255176" y="303305"/>
                </a:lnTo>
                <a:lnTo>
                  <a:pt x="1253347" y="322240"/>
                </a:lnTo>
                <a:lnTo>
                  <a:pt x="1251518" y="341166"/>
                </a:lnTo>
                <a:lnTo>
                  <a:pt x="1249680" y="360093"/>
                </a:lnTo>
                <a:lnTo>
                  <a:pt x="1247851" y="379019"/>
                </a:lnTo>
                <a:lnTo>
                  <a:pt x="1246022" y="397955"/>
                </a:lnTo>
                <a:lnTo>
                  <a:pt x="1244184" y="416881"/>
                </a:lnTo>
                <a:lnTo>
                  <a:pt x="1242355" y="435807"/>
                </a:lnTo>
                <a:lnTo>
                  <a:pt x="1240526" y="454733"/>
                </a:lnTo>
                <a:lnTo>
                  <a:pt x="1238688" y="473659"/>
                </a:lnTo>
                <a:lnTo>
                  <a:pt x="1236859" y="492595"/>
                </a:lnTo>
                <a:lnTo>
                  <a:pt x="1235031" y="511521"/>
                </a:lnTo>
                <a:lnTo>
                  <a:pt x="1233192" y="530447"/>
                </a:lnTo>
                <a:lnTo>
                  <a:pt x="1231363" y="549373"/>
                </a:lnTo>
                <a:lnTo>
                  <a:pt x="1229535" y="568300"/>
                </a:lnTo>
                <a:lnTo>
                  <a:pt x="1227696" y="587235"/>
                </a:lnTo>
                <a:lnTo>
                  <a:pt x="1225868" y="606161"/>
                </a:lnTo>
                <a:lnTo>
                  <a:pt x="1224039" y="625088"/>
                </a:lnTo>
                <a:lnTo>
                  <a:pt x="1222210" y="644014"/>
                </a:lnTo>
                <a:lnTo>
                  <a:pt x="1220372" y="662950"/>
                </a:lnTo>
                <a:lnTo>
                  <a:pt x="1218543" y="681876"/>
                </a:lnTo>
                <a:lnTo>
                  <a:pt x="1216714" y="700802"/>
                </a:lnTo>
                <a:lnTo>
                  <a:pt x="1214876" y="719728"/>
                </a:lnTo>
                <a:lnTo>
                  <a:pt x="1213047" y="738654"/>
                </a:lnTo>
                <a:lnTo>
                  <a:pt x="1211218" y="757590"/>
                </a:lnTo>
                <a:lnTo>
                  <a:pt x="1209380" y="776516"/>
                </a:lnTo>
                <a:lnTo>
                  <a:pt x="1207551" y="795442"/>
                </a:lnTo>
                <a:lnTo>
                  <a:pt x="1188644" y="797490"/>
                </a:lnTo>
                <a:lnTo>
                  <a:pt x="1169737" y="799529"/>
                </a:lnTo>
                <a:lnTo>
                  <a:pt x="1150830" y="801567"/>
                </a:lnTo>
                <a:lnTo>
                  <a:pt x="1131922" y="803615"/>
                </a:lnTo>
                <a:lnTo>
                  <a:pt x="1113015" y="805653"/>
                </a:lnTo>
                <a:lnTo>
                  <a:pt x="1094108" y="807701"/>
                </a:lnTo>
                <a:lnTo>
                  <a:pt x="1075201" y="809739"/>
                </a:lnTo>
                <a:lnTo>
                  <a:pt x="1056294" y="811787"/>
                </a:lnTo>
                <a:lnTo>
                  <a:pt x="1037396" y="813826"/>
                </a:lnTo>
                <a:lnTo>
                  <a:pt x="1018489" y="815873"/>
                </a:lnTo>
                <a:lnTo>
                  <a:pt x="999582" y="817912"/>
                </a:lnTo>
                <a:lnTo>
                  <a:pt x="980675" y="819960"/>
                </a:lnTo>
                <a:lnTo>
                  <a:pt x="961768" y="821998"/>
                </a:lnTo>
                <a:lnTo>
                  <a:pt x="942861" y="824046"/>
                </a:lnTo>
                <a:lnTo>
                  <a:pt x="923954" y="826084"/>
                </a:lnTo>
                <a:lnTo>
                  <a:pt x="905046" y="828123"/>
                </a:lnTo>
                <a:lnTo>
                  <a:pt x="886139" y="830170"/>
                </a:lnTo>
                <a:lnTo>
                  <a:pt x="867232" y="832209"/>
                </a:lnTo>
                <a:lnTo>
                  <a:pt x="848325" y="834257"/>
                </a:lnTo>
                <a:lnTo>
                  <a:pt x="829418" y="836295"/>
                </a:lnTo>
                <a:lnTo>
                  <a:pt x="810511" y="838343"/>
                </a:lnTo>
                <a:lnTo>
                  <a:pt x="791604" y="840381"/>
                </a:lnTo>
                <a:lnTo>
                  <a:pt x="772697" y="842429"/>
                </a:lnTo>
                <a:lnTo>
                  <a:pt x="753789" y="844467"/>
                </a:lnTo>
                <a:lnTo>
                  <a:pt x="734882" y="846515"/>
                </a:lnTo>
                <a:lnTo>
                  <a:pt x="715975" y="848554"/>
                </a:lnTo>
                <a:lnTo>
                  <a:pt x="697078" y="850602"/>
                </a:lnTo>
                <a:lnTo>
                  <a:pt x="678170" y="852640"/>
                </a:lnTo>
                <a:lnTo>
                  <a:pt x="659263" y="854678"/>
                </a:lnTo>
                <a:lnTo>
                  <a:pt x="640356" y="856726"/>
                </a:lnTo>
                <a:lnTo>
                  <a:pt x="621449" y="858764"/>
                </a:lnTo>
                <a:lnTo>
                  <a:pt x="602542" y="860812"/>
                </a:lnTo>
                <a:lnTo>
                  <a:pt x="583635" y="862851"/>
                </a:lnTo>
                <a:lnTo>
                  <a:pt x="564728" y="864899"/>
                </a:lnTo>
                <a:lnTo>
                  <a:pt x="545821" y="866937"/>
                </a:lnTo>
                <a:lnTo>
                  <a:pt x="526913" y="868985"/>
                </a:lnTo>
                <a:lnTo>
                  <a:pt x="508006" y="871023"/>
                </a:lnTo>
                <a:lnTo>
                  <a:pt x="489099" y="873071"/>
                </a:lnTo>
                <a:lnTo>
                  <a:pt x="470192" y="875109"/>
                </a:lnTo>
                <a:lnTo>
                  <a:pt x="451285" y="877157"/>
                </a:lnTo>
                <a:lnTo>
                  <a:pt x="432378" y="879196"/>
                </a:lnTo>
                <a:lnTo>
                  <a:pt x="413471" y="881243"/>
                </a:lnTo>
                <a:lnTo>
                  <a:pt x="394564" y="883282"/>
                </a:lnTo>
                <a:lnTo>
                  <a:pt x="375656" y="885320"/>
                </a:lnTo>
                <a:lnTo>
                  <a:pt x="356749" y="887368"/>
                </a:lnTo>
                <a:lnTo>
                  <a:pt x="337852" y="889406"/>
                </a:lnTo>
                <a:lnTo>
                  <a:pt x="318945" y="891454"/>
                </a:lnTo>
                <a:lnTo>
                  <a:pt x="300038" y="893493"/>
                </a:lnTo>
                <a:lnTo>
                  <a:pt x="281130" y="895541"/>
                </a:lnTo>
                <a:lnTo>
                  <a:pt x="262223" y="897579"/>
                </a:lnTo>
                <a:lnTo>
                  <a:pt x="243316" y="899627"/>
                </a:lnTo>
                <a:lnTo>
                  <a:pt x="224409" y="901665"/>
                </a:lnTo>
                <a:lnTo>
                  <a:pt x="205502" y="903713"/>
                </a:lnTo>
                <a:lnTo>
                  <a:pt x="186595" y="905751"/>
                </a:lnTo>
                <a:lnTo>
                  <a:pt x="167688" y="907799"/>
                </a:lnTo>
                <a:lnTo>
                  <a:pt x="148781" y="909838"/>
                </a:lnTo>
                <a:lnTo>
                  <a:pt x="129873" y="911876"/>
                </a:lnTo>
                <a:lnTo>
                  <a:pt x="110966" y="913924"/>
                </a:lnTo>
                <a:lnTo>
                  <a:pt x="92059" y="915962"/>
                </a:lnTo>
                <a:lnTo>
                  <a:pt x="73152" y="918010"/>
                </a:lnTo>
                <a:lnTo>
                  <a:pt x="54245" y="920048"/>
                </a:lnTo>
                <a:lnTo>
                  <a:pt x="35338" y="922096"/>
                </a:lnTo>
                <a:lnTo>
                  <a:pt x="16431" y="924135"/>
                </a:lnTo>
                <a:lnTo>
                  <a:pt x="0" y="923677"/>
                </a:lnTo>
                <a:lnTo>
                  <a:pt x="1829" y="904751"/>
                </a:lnTo>
                <a:lnTo>
                  <a:pt x="3667" y="885825"/>
                </a:lnTo>
                <a:lnTo>
                  <a:pt x="5496" y="866899"/>
                </a:lnTo>
                <a:lnTo>
                  <a:pt x="7325" y="847963"/>
                </a:lnTo>
                <a:lnTo>
                  <a:pt x="9163" y="829037"/>
                </a:lnTo>
                <a:lnTo>
                  <a:pt x="10992" y="810111"/>
                </a:lnTo>
                <a:lnTo>
                  <a:pt x="12821" y="791185"/>
                </a:lnTo>
                <a:lnTo>
                  <a:pt x="14659" y="772249"/>
                </a:lnTo>
                <a:lnTo>
                  <a:pt x="16488" y="753323"/>
                </a:lnTo>
                <a:lnTo>
                  <a:pt x="18317" y="734397"/>
                </a:lnTo>
                <a:lnTo>
                  <a:pt x="20145" y="715470"/>
                </a:lnTo>
                <a:lnTo>
                  <a:pt x="21984" y="696544"/>
                </a:lnTo>
                <a:lnTo>
                  <a:pt x="23813" y="677609"/>
                </a:lnTo>
                <a:lnTo>
                  <a:pt x="25641" y="658682"/>
                </a:lnTo>
                <a:lnTo>
                  <a:pt x="27480" y="639756"/>
                </a:lnTo>
                <a:lnTo>
                  <a:pt x="29308" y="620830"/>
                </a:lnTo>
                <a:lnTo>
                  <a:pt x="31137" y="601904"/>
                </a:lnTo>
                <a:lnTo>
                  <a:pt x="32976" y="582968"/>
                </a:lnTo>
                <a:lnTo>
                  <a:pt x="34804" y="564042"/>
                </a:lnTo>
                <a:lnTo>
                  <a:pt x="36633" y="545116"/>
                </a:lnTo>
                <a:lnTo>
                  <a:pt x="38471" y="526190"/>
                </a:lnTo>
                <a:lnTo>
                  <a:pt x="40300" y="507254"/>
                </a:lnTo>
                <a:lnTo>
                  <a:pt x="42129" y="488328"/>
                </a:lnTo>
                <a:lnTo>
                  <a:pt x="43958" y="469402"/>
                </a:lnTo>
                <a:lnTo>
                  <a:pt x="45796" y="450475"/>
                </a:lnTo>
                <a:lnTo>
                  <a:pt x="47625" y="431549"/>
                </a:lnTo>
                <a:lnTo>
                  <a:pt x="49454" y="412613"/>
                </a:lnTo>
                <a:lnTo>
                  <a:pt x="51292" y="393687"/>
                </a:lnTo>
                <a:lnTo>
                  <a:pt x="53121" y="374761"/>
                </a:lnTo>
                <a:lnTo>
                  <a:pt x="54950" y="355835"/>
                </a:lnTo>
                <a:lnTo>
                  <a:pt x="56788" y="336899"/>
                </a:lnTo>
                <a:lnTo>
                  <a:pt x="58617" y="317973"/>
                </a:lnTo>
                <a:lnTo>
                  <a:pt x="60446" y="299047"/>
                </a:lnTo>
                <a:lnTo>
                  <a:pt x="62284" y="280121"/>
                </a:lnTo>
                <a:lnTo>
                  <a:pt x="64113" y="261195"/>
                </a:lnTo>
                <a:lnTo>
                  <a:pt x="65942" y="242259"/>
                </a:lnTo>
                <a:lnTo>
                  <a:pt x="67780" y="223333"/>
                </a:lnTo>
                <a:lnTo>
                  <a:pt x="69609" y="204407"/>
                </a:lnTo>
                <a:lnTo>
                  <a:pt x="71438" y="185480"/>
                </a:lnTo>
                <a:lnTo>
                  <a:pt x="73266" y="166554"/>
                </a:lnTo>
                <a:lnTo>
                  <a:pt x="75105" y="147618"/>
                </a:lnTo>
                <a:lnTo>
                  <a:pt x="76933" y="128692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FC3A8354-05A1-4D23-8908-3A56795D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8686" y="2710682"/>
            <a:ext cx="1283465" cy="923277"/>
          </a:xfrm>
          <a:custGeom xmlns:a="http://schemas.openxmlformats.org/drawingml/2006/main">
            <a:pathLst>
              <a:path w="1283465" h="923277">
                <a:moveTo>
                  <a:pt x="76876" y="127768"/>
                </a:moveTo>
                <a:lnTo>
                  <a:pt x="95774" y="125740"/>
                </a:lnTo>
                <a:lnTo>
                  <a:pt x="114662" y="123711"/>
                </a:lnTo>
                <a:lnTo>
                  <a:pt x="133560" y="121682"/>
                </a:lnTo>
                <a:lnTo>
                  <a:pt x="152457" y="119663"/>
                </a:lnTo>
                <a:lnTo>
                  <a:pt x="171345" y="117634"/>
                </a:lnTo>
                <a:lnTo>
                  <a:pt x="190243" y="115605"/>
                </a:lnTo>
                <a:lnTo>
                  <a:pt x="209140" y="113576"/>
                </a:lnTo>
                <a:lnTo>
                  <a:pt x="228029" y="111547"/>
                </a:lnTo>
                <a:lnTo>
                  <a:pt x="246926" y="109518"/>
                </a:lnTo>
                <a:lnTo>
                  <a:pt x="265824" y="107490"/>
                </a:lnTo>
                <a:lnTo>
                  <a:pt x="284712" y="105461"/>
                </a:lnTo>
                <a:lnTo>
                  <a:pt x="303609" y="103432"/>
                </a:lnTo>
                <a:lnTo>
                  <a:pt x="322507" y="101403"/>
                </a:lnTo>
                <a:lnTo>
                  <a:pt x="341395" y="99374"/>
                </a:lnTo>
                <a:lnTo>
                  <a:pt x="360293" y="97346"/>
                </a:lnTo>
                <a:lnTo>
                  <a:pt x="379190" y="95317"/>
                </a:lnTo>
                <a:lnTo>
                  <a:pt x="398078" y="93297"/>
                </a:lnTo>
                <a:lnTo>
                  <a:pt x="416976" y="91269"/>
                </a:lnTo>
                <a:lnTo>
                  <a:pt x="435864" y="89240"/>
                </a:lnTo>
                <a:lnTo>
                  <a:pt x="454762" y="87211"/>
                </a:lnTo>
                <a:lnTo>
                  <a:pt x="473659" y="85182"/>
                </a:lnTo>
                <a:lnTo>
                  <a:pt x="492547" y="83153"/>
                </a:lnTo>
                <a:lnTo>
                  <a:pt x="511445" y="81124"/>
                </a:lnTo>
                <a:lnTo>
                  <a:pt x="530342" y="79096"/>
                </a:lnTo>
                <a:lnTo>
                  <a:pt x="549231" y="77067"/>
                </a:lnTo>
                <a:lnTo>
                  <a:pt x="568128" y="75038"/>
                </a:lnTo>
                <a:lnTo>
                  <a:pt x="587026" y="73009"/>
                </a:lnTo>
                <a:lnTo>
                  <a:pt x="605914" y="70980"/>
                </a:lnTo>
                <a:lnTo>
                  <a:pt x="624811" y="68951"/>
                </a:lnTo>
                <a:lnTo>
                  <a:pt x="643709" y="66932"/>
                </a:lnTo>
                <a:lnTo>
                  <a:pt x="662597" y="64903"/>
                </a:lnTo>
                <a:lnTo>
                  <a:pt x="681495" y="62875"/>
                </a:lnTo>
                <a:lnTo>
                  <a:pt x="700383" y="60846"/>
                </a:lnTo>
                <a:lnTo>
                  <a:pt x="719280" y="58817"/>
                </a:lnTo>
                <a:lnTo>
                  <a:pt x="738178" y="56788"/>
                </a:lnTo>
                <a:lnTo>
                  <a:pt x="757066" y="54759"/>
                </a:lnTo>
                <a:lnTo>
                  <a:pt x="775964" y="52730"/>
                </a:lnTo>
                <a:lnTo>
                  <a:pt x="794861" y="50702"/>
                </a:lnTo>
                <a:lnTo>
                  <a:pt x="813749" y="48673"/>
                </a:lnTo>
                <a:lnTo>
                  <a:pt x="832647" y="46644"/>
                </a:lnTo>
                <a:lnTo>
                  <a:pt x="851545" y="44615"/>
                </a:lnTo>
                <a:lnTo>
                  <a:pt x="870433" y="42586"/>
                </a:lnTo>
                <a:lnTo>
                  <a:pt x="889330" y="40557"/>
                </a:lnTo>
                <a:lnTo>
                  <a:pt x="908228" y="38538"/>
                </a:lnTo>
                <a:lnTo>
                  <a:pt x="927116" y="36509"/>
                </a:lnTo>
                <a:lnTo>
                  <a:pt x="946013" y="34481"/>
                </a:lnTo>
                <a:lnTo>
                  <a:pt x="964911" y="32452"/>
                </a:lnTo>
                <a:lnTo>
                  <a:pt x="983799" y="30423"/>
                </a:lnTo>
                <a:lnTo>
                  <a:pt x="1002697" y="28394"/>
                </a:lnTo>
                <a:lnTo>
                  <a:pt x="1021594" y="26365"/>
                </a:lnTo>
                <a:lnTo>
                  <a:pt x="1040482" y="24336"/>
                </a:lnTo>
                <a:lnTo>
                  <a:pt x="1059380" y="22308"/>
                </a:lnTo>
                <a:lnTo>
                  <a:pt x="1078268" y="20279"/>
                </a:lnTo>
                <a:lnTo>
                  <a:pt x="1097166" y="18250"/>
                </a:lnTo>
                <a:lnTo>
                  <a:pt x="1116063" y="16221"/>
                </a:lnTo>
                <a:lnTo>
                  <a:pt x="1134951" y="14192"/>
                </a:lnTo>
                <a:lnTo>
                  <a:pt x="1153849" y="12173"/>
                </a:lnTo>
                <a:lnTo>
                  <a:pt x="1172747" y="10144"/>
                </a:lnTo>
                <a:lnTo>
                  <a:pt x="1191635" y="8115"/>
                </a:lnTo>
                <a:lnTo>
                  <a:pt x="1210532" y="6086"/>
                </a:lnTo>
                <a:lnTo>
                  <a:pt x="1229430" y="4058"/>
                </a:lnTo>
                <a:lnTo>
                  <a:pt x="1248318" y="2029"/>
                </a:lnTo>
                <a:lnTo>
                  <a:pt x="1267216" y="0"/>
                </a:lnTo>
                <a:lnTo>
                  <a:pt x="1283465" y="648"/>
                </a:lnTo>
                <a:lnTo>
                  <a:pt x="1281627" y="19564"/>
                </a:lnTo>
                <a:lnTo>
                  <a:pt x="1279798" y="38471"/>
                </a:lnTo>
                <a:lnTo>
                  <a:pt x="1277960" y="57388"/>
                </a:lnTo>
                <a:lnTo>
                  <a:pt x="1276131" y="76305"/>
                </a:lnTo>
                <a:lnTo>
                  <a:pt x="1274302" y="95221"/>
                </a:lnTo>
                <a:lnTo>
                  <a:pt x="1272464" y="114129"/>
                </a:lnTo>
                <a:lnTo>
                  <a:pt x="1270635" y="133045"/>
                </a:lnTo>
                <a:lnTo>
                  <a:pt x="1268797" y="151962"/>
                </a:lnTo>
                <a:lnTo>
                  <a:pt x="1266968" y="170879"/>
                </a:lnTo>
                <a:lnTo>
                  <a:pt x="1265139" y="189786"/>
                </a:lnTo>
                <a:lnTo>
                  <a:pt x="1263301" y="208702"/>
                </a:lnTo>
                <a:lnTo>
                  <a:pt x="1261472" y="227619"/>
                </a:lnTo>
                <a:lnTo>
                  <a:pt x="1259634" y="246536"/>
                </a:lnTo>
                <a:lnTo>
                  <a:pt x="1257805" y="265443"/>
                </a:lnTo>
                <a:lnTo>
                  <a:pt x="1255976" y="284359"/>
                </a:lnTo>
                <a:lnTo>
                  <a:pt x="1254138" y="303276"/>
                </a:lnTo>
                <a:lnTo>
                  <a:pt x="1252309" y="322193"/>
                </a:lnTo>
                <a:lnTo>
                  <a:pt x="1250471" y="341100"/>
                </a:lnTo>
                <a:lnTo>
                  <a:pt x="1248642" y="360016"/>
                </a:lnTo>
                <a:lnTo>
                  <a:pt x="1246813" y="378933"/>
                </a:lnTo>
                <a:lnTo>
                  <a:pt x="1244975" y="397850"/>
                </a:lnTo>
                <a:lnTo>
                  <a:pt x="1243146" y="416757"/>
                </a:lnTo>
                <a:lnTo>
                  <a:pt x="1241308" y="435674"/>
                </a:lnTo>
                <a:lnTo>
                  <a:pt x="1239479" y="454590"/>
                </a:lnTo>
                <a:lnTo>
                  <a:pt x="1237650" y="473497"/>
                </a:lnTo>
                <a:lnTo>
                  <a:pt x="1235812" y="492414"/>
                </a:lnTo>
                <a:lnTo>
                  <a:pt x="1233983" y="511331"/>
                </a:lnTo>
                <a:lnTo>
                  <a:pt x="1232144" y="530247"/>
                </a:lnTo>
                <a:lnTo>
                  <a:pt x="1230316" y="549154"/>
                </a:lnTo>
                <a:lnTo>
                  <a:pt x="1228487" y="568071"/>
                </a:lnTo>
                <a:lnTo>
                  <a:pt x="1226649" y="586988"/>
                </a:lnTo>
                <a:lnTo>
                  <a:pt x="1224820" y="605904"/>
                </a:lnTo>
                <a:lnTo>
                  <a:pt x="1222981" y="624811"/>
                </a:lnTo>
                <a:lnTo>
                  <a:pt x="1221153" y="643728"/>
                </a:lnTo>
                <a:lnTo>
                  <a:pt x="1219324" y="662645"/>
                </a:lnTo>
                <a:lnTo>
                  <a:pt x="1217486" y="681561"/>
                </a:lnTo>
                <a:lnTo>
                  <a:pt x="1215657" y="700469"/>
                </a:lnTo>
                <a:lnTo>
                  <a:pt x="1213818" y="719385"/>
                </a:lnTo>
                <a:lnTo>
                  <a:pt x="1211990" y="738302"/>
                </a:lnTo>
                <a:lnTo>
                  <a:pt x="1210161" y="757218"/>
                </a:lnTo>
                <a:lnTo>
                  <a:pt x="1208322" y="776126"/>
                </a:lnTo>
                <a:lnTo>
                  <a:pt x="1206017" y="794576"/>
                </a:lnTo>
                <a:lnTo>
                  <a:pt x="1187129" y="796623"/>
                </a:lnTo>
                <a:lnTo>
                  <a:pt x="1168232" y="798662"/>
                </a:lnTo>
                <a:lnTo>
                  <a:pt x="1149344" y="800710"/>
                </a:lnTo>
                <a:lnTo>
                  <a:pt x="1130446" y="802748"/>
                </a:lnTo>
                <a:lnTo>
                  <a:pt x="1111558" y="804796"/>
                </a:lnTo>
                <a:lnTo>
                  <a:pt x="1092670" y="806834"/>
                </a:lnTo>
                <a:lnTo>
                  <a:pt x="1073772" y="808882"/>
                </a:lnTo>
                <a:lnTo>
                  <a:pt x="1054884" y="810920"/>
                </a:lnTo>
                <a:lnTo>
                  <a:pt x="1035987" y="812959"/>
                </a:lnTo>
                <a:lnTo>
                  <a:pt x="1017099" y="815007"/>
                </a:lnTo>
                <a:lnTo>
                  <a:pt x="998201" y="817045"/>
                </a:lnTo>
                <a:lnTo>
                  <a:pt x="979313" y="819093"/>
                </a:lnTo>
                <a:lnTo>
                  <a:pt x="960415" y="821131"/>
                </a:lnTo>
                <a:lnTo>
                  <a:pt x="941527" y="823179"/>
                </a:lnTo>
                <a:lnTo>
                  <a:pt x="922630" y="825217"/>
                </a:lnTo>
                <a:lnTo>
                  <a:pt x="903742" y="827265"/>
                </a:lnTo>
                <a:lnTo>
                  <a:pt x="884844" y="829304"/>
                </a:lnTo>
                <a:lnTo>
                  <a:pt x="865956" y="831352"/>
                </a:lnTo>
                <a:lnTo>
                  <a:pt x="847058" y="833390"/>
                </a:lnTo>
                <a:lnTo>
                  <a:pt x="828170" y="835438"/>
                </a:lnTo>
                <a:lnTo>
                  <a:pt x="809273" y="837476"/>
                </a:lnTo>
                <a:lnTo>
                  <a:pt x="790385" y="839524"/>
                </a:lnTo>
                <a:lnTo>
                  <a:pt x="771487" y="841562"/>
                </a:lnTo>
                <a:lnTo>
                  <a:pt x="752599" y="843610"/>
                </a:lnTo>
                <a:lnTo>
                  <a:pt x="733701" y="845649"/>
                </a:lnTo>
                <a:lnTo>
                  <a:pt x="714813" y="847687"/>
                </a:lnTo>
                <a:lnTo>
                  <a:pt x="695916" y="849735"/>
                </a:lnTo>
                <a:lnTo>
                  <a:pt x="677027" y="851773"/>
                </a:lnTo>
                <a:lnTo>
                  <a:pt x="658130" y="853821"/>
                </a:lnTo>
                <a:lnTo>
                  <a:pt x="639242" y="855859"/>
                </a:lnTo>
                <a:lnTo>
                  <a:pt x="620344" y="857907"/>
                </a:lnTo>
                <a:lnTo>
                  <a:pt x="601456" y="859946"/>
                </a:lnTo>
                <a:lnTo>
                  <a:pt x="582568" y="861993"/>
                </a:lnTo>
                <a:lnTo>
                  <a:pt x="563670" y="864032"/>
                </a:lnTo>
                <a:lnTo>
                  <a:pt x="544782" y="866080"/>
                </a:lnTo>
                <a:lnTo>
                  <a:pt x="525885" y="868118"/>
                </a:lnTo>
                <a:lnTo>
                  <a:pt x="506997" y="870166"/>
                </a:lnTo>
                <a:lnTo>
                  <a:pt x="488099" y="872204"/>
                </a:lnTo>
                <a:lnTo>
                  <a:pt x="469211" y="874252"/>
                </a:lnTo>
                <a:lnTo>
                  <a:pt x="450313" y="876290"/>
                </a:lnTo>
                <a:lnTo>
                  <a:pt x="431425" y="878338"/>
                </a:lnTo>
                <a:lnTo>
                  <a:pt x="412528" y="880377"/>
                </a:lnTo>
                <a:lnTo>
                  <a:pt x="393640" y="882425"/>
                </a:lnTo>
                <a:lnTo>
                  <a:pt x="374742" y="884463"/>
                </a:lnTo>
                <a:lnTo>
                  <a:pt x="355854" y="886501"/>
                </a:lnTo>
                <a:lnTo>
                  <a:pt x="336956" y="888549"/>
                </a:lnTo>
                <a:lnTo>
                  <a:pt x="318068" y="890588"/>
                </a:lnTo>
                <a:lnTo>
                  <a:pt x="299171" y="892635"/>
                </a:lnTo>
                <a:lnTo>
                  <a:pt x="280283" y="894674"/>
                </a:lnTo>
                <a:lnTo>
                  <a:pt x="261385" y="896722"/>
                </a:lnTo>
                <a:lnTo>
                  <a:pt x="242497" y="898760"/>
                </a:lnTo>
                <a:lnTo>
                  <a:pt x="223599" y="900808"/>
                </a:lnTo>
                <a:lnTo>
                  <a:pt x="204711" y="902846"/>
                </a:lnTo>
                <a:lnTo>
                  <a:pt x="185814" y="904894"/>
                </a:lnTo>
                <a:lnTo>
                  <a:pt x="166926" y="906932"/>
                </a:lnTo>
                <a:lnTo>
                  <a:pt x="148038" y="908980"/>
                </a:lnTo>
                <a:lnTo>
                  <a:pt x="129140" y="911019"/>
                </a:lnTo>
                <a:lnTo>
                  <a:pt x="110252" y="913067"/>
                </a:lnTo>
                <a:lnTo>
                  <a:pt x="91354" y="915105"/>
                </a:lnTo>
                <a:lnTo>
                  <a:pt x="72466" y="917153"/>
                </a:lnTo>
                <a:lnTo>
                  <a:pt x="53569" y="919191"/>
                </a:lnTo>
                <a:lnTo>
                  <a:pt x="34681" y="921229"/>
                </a:lnTo>
                <a:lnTo>
                  <a:pt x="15783" y="923277"/>
                </a:lnTo>
                <a:lnTo>
                  <a:pt x="0" y="922172"/>
                </a:lnTo>
                <a:lnTo>
                  <a:pt x="1829" y="903265"/>
                </a:lnTo>
                <a:lnTo>
                  <a:pt x="3658" y="884349"/>
                </a:lnTo>
                <a:lnTo>
                  <a:pt x="5496" y="865432"/>
                </a:lnTo>
                <a:lnTo>
                  <a:pt x="7325" y="846515"/>
                </a:lnTo>
                <a:lnTo>
                  <a:pt x="9154" y="827608"/>
                </a:lnTo>
                <a:lnTo>
                  <a:pt x="10982" y="808692"/>
                </a:lnTo>
                <a:lnTo>
                  <a:pt x="12811" y="789775"/>
                </a:lnTo>
                <a:lnTo>
                  <a:pt x="14640" y="770858"/>
                </a:lnTo>
                <a:lnTo>
                  <a:pt x="16478" y="751942"/>
                </a:lnTo>
                <a:lnTo>
                  <a:pt x="18307" y="733034"/>
                </a:lnTo>
                <a:lnTo>
                  <a:pt x="20136" y="714118"/>
                </a:lnTo>
                <a:lnTo>
                  <a:pt x="21965" y="695201"/>
                </a:lnTo>
                <a:lnTo>
                  <a:pt x="23793" y="676285"/>
                </a:lnTo>
                <a:lnTo>
                  <a:pt x="25622" y="657377"/>
                </a:lnTo>
                <a:lnTo>
                  <a:pt x="27461" y="638461"/>
                </a:lnTo>
                <a:lnTo>
                  <a:pt x="29289" y="619544"/>
                </a:lnTo>
                <a:lnTo>
                  <a:pt x="31118" y="600627"/>
                </a:lnTo>
                <a:lnTo>
                  <a:pt x="32947" y="581720"/>
                </a:lnTo>
                <a:lnTo>
                  <a:pt x="34776" y="562804"/>
                </a:lnTo>
                <a:lnTo>
                  <a:pt x="36605" y="543887"/>
                </a:lnTo>
                <a:lnTo>
                  <a:pt x="38443" y="524970"/>
                </a:lnTo>
                <a:lnTo>
                  <a:pt x="40272" y="506063"/>
                </a:lnTo>
                <a:lnTo>
                  <a:pt x="42101" y="487147"/>
                </a:lnTo>
                <a:lnTo>
                  <a:pt x="43929" y="468230"/>
                </a:lnTo>
                <a:lnTo>
                  <a:pt x="45758" y="449313"/>
                </a:lnTo>
                <a:lnTo>
                  <a:pt x="47587" y="430397"/>
                </a:lnTo>
                <a:lnTo>
                  <a:pt x="49425" y="411490"/>
                </a:lnTo>
                <a:lnTo>
                  <a:pt x="51254" y="392573"/>
                </a:lnTo>
                <a:lnTo>
                  <a:pt x="53083" y="373656"/>
                </a:lnTo>
                <a:lnTo>
                  <a:pt x="54912" y="354740"/>
                </a:lnTo>
                <a:lnTo>
                  <a:pt x="56740" y="335832"/>
                </a:lnTo>
                <a:lnTo>
                  <a:pt x="58569" y="316916"/>
                </a:lnTo>
                <a:lnTo>
                  <a:pt x="60408" y="297999"/>
                </a:lnTo>
                <a:lnTo>
                  <a:pt x="62236" y="279083"/>
                </a:lnTo>
                <a:lnTo>
                  <a:pt x="64065" y="260175"/>
                </a:lnTo>
                <a:lnTo>
                  <a:pt x="65894" y="241259"/>
                </a:lnTo>
                <a:lnTo>
                  <a:pt x="67723" y="222342"/>
                </a:lnTo>
                <a:lnTo>
                  <a:pt x="69552" y="203425"/>
                </a:lnTo>
                <a:lnTo>
                  <a:pt x="71390" y="184518"/>
                </a:lnTo>
                <a:lnTo>
                  <a:pt x="73219" y="165602"/>
                </a:lnTo>
                <a:lnTo>
                  <a:pt x="75047" y="146685"/>
                </a:lnTo>
                <a:lnTo>
                  <a:pt x="76876" y="127768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BF3A5AC5-51C3-422F-846B-977371EE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4587" y="2222059"/>
            <a:ext cx="1284475" cy="923220"/>
          </a:xfrm>
          <a:custGeom xmlns:a="http://schemas.openxmlformats.org/drawingml/2006/main">
            <a:pathLst>
              <a:path w="1284475" h="923220">
                <a:moveTo>
                  <a:pt x="76933" y="127759"/>
                </a:moveTo>
                <a:lnTo>
                  <a:pt x="95841" y="125730"/>
                </a:lnTo>
                <a:lnTo>
                  <a:pt x="114748" y="123701"/>
                </a:lnTo>
                <a:lnTo>
                  <a:pt x="133655" y="121672"/>
                </a:lnTo>
                <a:lnTo>
                  <a:pt x="152562" y="119644"/>
                </a:lnTo>
                <a:lnTo>
                  <a:pt x="171469" y="117615"/>
                </a:lnTo>
                <a:lnTo>
                  <a:pt x="190376" y="115595"/>
                </a:lnTo>
                <a:lnTo>
                  <a:pt x="209283" y="113567"/>
                </a:lnTo>
                <a:lnTo>
                  <a:pt x="228190" y="111538"/>
                </a:lnTo>
                <a:lnTo>
                  <a:pt x="247098" y="109509"/>
                </a:lnTo>
                <a:lnTo>
                  <a:pt x="266005" y="107480"/>
                </a:lnTo>
                <a:lnTo>
                  <a:pt x="284912" y="105451"/>
                </a:lnTo>
                <a:lnTo>
                  <a:pt x="303819" y="103422"/>
                </a:lnTo>
                <a:lnTo>
                  <a:pt x="322726" y="101394"/>
                </a:lnTo>
                <a:lnTo>
                  <a:pt x="341633" y="99365"/>
                </a:lnTo>
                <a:lnTo>
                  <a:pt x="360540" y="97336"/>
                </a:lnTo>
                <a:lnTo>
                  <a:pt x="379447" y="95307"/>
                </a:lnTo>
                <a:lnTo>
                  <a:pt x="398355" y="93288"/>
                </a:lnTo>
                <a:lnTo>
                  <a:pt x="417262" y="91259"/>
                </a:lnTo>
                <a:lnTo>
                  <a:pt x="436169" y="89230"/>
                </a:lnTo>
                <a:lnTo>
                  <a:pt x="455076" y="87201"/>
                </a:lnTo>
                <a:lnTo>
                  <a:pt x="473983" y="85173"/>
                </a:lnTo>
                <a:lnTo>
                  <a:pt x="492890" y="83144"/>
                </a:lnTo>
                <a:lnTo>
                  <a:pt x="511797" y="81115"/>
                </a:lnTo>
                <a:lnTo>
                  <a:pt x="530704" y="79086"/>
                </a:lnTo>
                <a:lnTo>
                  <a:pt x="549612" y="77057"/>
                </a:lnTo>
                <a:lnTo>
                  <a:pt x="568519" y="75028"/>
                </a:lnTo>
                <a:lnTo>
                  <a:pt x="587426" y="73009"/>
                </a:lnTo>
                <a:lnTo>
                  <a:pt x="606333" y="70980"/>
                </a:lnTo>
                <a:lnTo>
                  <a:pt x="625240" y="68951"/>
                </a:lnTo>
                <a:lnTo>
                  <a:pt x="644147" y="66923"/>
                </a:lnTo>
                <a:lnTo>
                  <a:pt x="663054" y="64894"/>
                </a:lnTo>
                <a:lnTo>
                  <a:pt x="681961" y="62865"/>
                </a:lnTo>
                <a:lnTo>
                  <a:pt x="700869" y="60836"/>
                </a:lnTo>
                <a:lnTo>
                  <a:pt x="719776" y="58807"/>
                </a:lnTo>
                <a:lnTo>
                  <a:pt x="738683" y="56779"/>
                </a:lnTo>
                <a:lnTo>
                  <a:pt x="757590" y="54750"/>
                </a:lnTo>
                <a:lnTo>
                  <a:pt x="776497" y="52721"/>
                </a:lnTo>
                <a:lnTo>
                  <a:pt x="795404" y="50702"/>
                </a:lnTo>
                <a:lnTo>
                  <a:pt x="814311" y="48673"/>
                </a:lnTo>
                <a:lnTo>
                  <a:pt x="833218" y="46644"/>
                </a:lnTo>
                <a:lnTo>
                  <a:pt x="852126" y="44615"/>
                </a:lnTo>
                <a:lnTo>
                  <a:pt x="871033" y="42586"/>
                </a:lnTo>
                <a:lnTo>
                  <a:pt x="889940" y="40557"/>
                </a:lnTo>
                <a:lnTo>
                  <a:pt x="908847" y="38529"/>
                </a:lnTo>
                <a:lnTo>
                  <a:pt x="927754" y="36500"/>
                </a:lnTo>
                <a:lnTo>
                  <a:pt x="946661" y="34471"/>
                </a:lnTo>
                <a:lnTo>
                  <a:pt x="965568" y="32442"/>
                </a:lnTo>
                <a:lnTo>
                  <a:pt x="984475" y="30423"/>
                </a:lnTo>
                <a:lnTo>
                  <a:pt x="1003383" y="28394"/>
                </a:lnTo>
                <a:lnTo>
                  <a:pt x="1022290" y="26365"/>
                </a:lnTo>
                <a:lnTo>
                  <a:pt x="1041197" y="24336"/>
                </a:lnTo>
                <a:lnTo>
                  <a:pt x="1060104" y="22308"/>
                </a:lnTo>
                <a:lnTo>
                  <a:pt x="1079011" y="20279"/>
                </a:lnTo>
                <a:lnTo>
                  <a:pt x="1097918" y="18250"/>
                </a:lnTo>
                <a:lnTo>
                  <a:pt x="1116825" y="16221"/>
                </a:lnTo>
                <a:lnTo>
                  <a:pt x="1135732" y="14192"/>
                </a:lnTo>
                <a:lnTo>
                  <a:pt x="1154640" y="12163"/>
                </a:lnTo>
                <a:lnTo>
                  <a:pt x="1173547" y="10144"/>
                </a:lnTo>
                <a:lnTo>
                  <a:pt x="1192454" y="8115"/>
                </a:lnTo>
                <a:lnTo>
                  <a:pt x="1211361" y="6086"/>
                </a:lnTo>
                <a:lnTo>
                  <a:pt x="1230268" y="4058"/>
                </a:lnTo>
                <a:lnTo>
                  <a:pt x="1249185" y="2029"/>
                </a:lnTo>
                <a:lnTo>
                  <a:pt x="1268092" y="0"/>
                </a:lnTo>
                <a:lnTo>
                  <a:pt x="1284475" y="514"/>
                </a:lnTo>
                <a:lnTo>
                  <a:pt x="1282646" y="19441"/>
                </a:lnTo>
                <a:lnTo>
                  <a:pt x="1280817" y="38367"/>
                </a:lnTo>
                <a:lnTo>
                  <a:pt x="1278979" y="57293"/>
                </a:lnTo>
                <a:lnTo>
                  <a:pt x="1277150" y="76229"/>
                </a:lnTo>
                <a:lnTo>
                  <a:pt x="1275321" y="95155"/>
                </a:lnTo>
                <a:lnTo>
                  <a:pt x="1273493" y="114081"/>
                </a:lnTo>
                <a:lnTo>
                  <a:pt x="1271654" y="133007"/>
                </a:lnTo>
                <a:lnTo>
                  <a:pt x="1269825" y="151933"/>
                </a:lnTo>
                <a:lnTo>
                  <a:pt x="1267997" y="170859"/>
                </a:lnTo>
                <a:lnTo>
                  <a:pt x="1266158" y="189786"/>
                </a:lnTo>
                <a:lnTo>
                  <a:pt x="1264329" y="208712"/>
                </a:lnTo>
                <a:lnTo>
                  <a:pt x="1262501" y="227638"/>
                </a:lnTo>
                <a:lnTo>
                  <a:pt x="1260662" y="246574"/>
                </a:lnTo>
                <a:lnTo>
                  <a:pt x="1258834" y="265500"/>
                </a:lnTo>
                <a:lnTo>
                  <a:pt x="1257005" y="284426"/>
                </a:lnTo>
                <a:lnTo>
                  <a:pt x="1255166" y="303352"/>
                </a:lnTo>
                <a:lnTo>
                  <a:pt x="1253338" y="322278"/>
                </a:lnTo>
                <a:lnTo>
                  <a:pt x="1251509" y="341205"/>
                </a:lnTo>
                <a:lnTo>
                  <a:pt x="1249680" y="360131"/>
                </a:lnTo>
                <a:lnTo>
                  <a:pt x="1247842" y="379057"/>
                </a:lnTo>
                <a:lnTo>
                  <a:pt x="1246013" y="397983"/>
                </a:lnTo>
                <a:lnTo>
                  <a:pt x="1244184" y="416919"/>
                </a:lnTo>
                <a:lnTo>
                  <a:pt x="1242346" y="435845"/>
                </a:lnTo>
                <a:lnTo>
                  <a:pt x="1240517" y="454771"/>
                </a:lnTo>
                <a:lnTo>
                  <a:pt x="1238688" y="473697"/>
                </a:lnTo>
                <a:lnTo>
                  <a:pt x="1236859" y="492623"/>
                </a:lnTo>
                <a:lnTo>
                  <a:pt x="1235021" y="511550"/>
                </a:lnTo>
                <a:lnTo>
                  <a:pt x="1233192" y="530476"/>
                </a:lnTo>
                <a:lnTo>
                  <a:pt x="1231363" y="549402"/>
                </a:lnTo>
                <a:lnTo>
                  <a:pt x="1229525" y="568338"/>
                </a:lnTo>
                <a:lnTo>
                  <a:pt x="1227696" y="587264"/>
                </a:lnTo>
                <a:lnTo>
                  <a:pt x="1225868" y="606190"/>
                </a:lnTo>
                <a:lnTo>
                  <a:pt x="1224029" y="625116"/>
                </a:lnTo>
                <a:lnTo>
                  <a:pt x="1222200" y="644042"/>
                </a:lnTo>
                <a:lnTo>
                  <a:pt x="1220372" y="662969"/>
                </a:lnTo>
                <a:lnTo>
                  <a:pt x="1218533" y="681895"/>
                </a:lnTo>
                <a:lnTo>
                  <a:pt x="1216704" y="700821"/>
                </a:lnTo>
                <a:lnTo>
                  <a:pt x="1214876" y="719747"/>
                </a:lnTo>
                <a:lnTo>
                  <a:pt x="1213047" y="738683"/>
                </a:lnTo>
                <a:lnTo>
                  <a:pt x="1211209" y="757609"/>
                </a:lnTo>
                <a:lnTo>
                  <a:pt x="1209380" y="776535"/>
                </a:lnTo>
                <a:lnTo>
                  <a:pt x="1207551" y="795461"/>
                </a:lnTo>
                <a:lnTo>
                  <a:pt x="1188644" y="797490"/>
                </a:lnTo>
                <a:lnTo>
                  <a:pt x="1169737" y="799519"/>
                </a:lnTo>
                <a:lnTo>
                  <a:pt x="1150830" y="801548"/>
                </a:lnTo>
                <a:lnTo>
                  <a:pt x="1131922" y="803577"/>
                </a:lnTo>
                <a:lnTo>
                  <a:pt x="1113015" y="805596"/>
                </a:lnTo>
                <a:lnTo>
                  <a:pt x="1094108" y="807625"/>
                </a:lnTo>
                <a:lnTo>
                  <a:pt x="1075201" y="809654"/>
                </a:lnTo>
                <a:lnTo>
                  <a:pt x="1056294" y="811682"/>
                </a:lnTo>
                <a:lnTo>
                  <a:pt x="1037387" y="813711"/>
                </a:lnTo>
                <a:lnTo>
                  <a:pt x="1018480" y="815740"/>
                </a:lnTo>
                <a:lnTo>
                  <a:pt x="999573" y="817769"/>
                </a:lnTo>
                <a:lnTo>
                  <a:pt x="980665" y="819798"/>
                </a:lnTo>
                <a:lnTo>
                  <a:pt x="961749" y="821827"/>
                </a:lnTo>
                <a:lnTo>
                  <a:pt x="942851" y="823855"/>
                </a:lnTo>
                <a:lnTo>
                  <a:pt x="923935" y="825875"/>
                </a:lnTo>
                <a:lnTo>
                  <a:pt x="905027" y="827903"/>
                </a:lnTo>
                <a:lnTo>
                  <a:pt x="886120" y="829932"/>
                </a:lnTo>
                <a:lnTo>
                  <a:pt x="867213" y="831961"/>
                </a:lnTo>
                <a:lnTo>
                  <a:pt x="848306" y="833990"/>
                </a:lnTo>
                <a:lnTo>
                  <a:pt x="829399" y="836019"/>
                </a:lnTo>
                <a:lnTo>
                  <a:pt x="810492" y="838048"/>
                </a:lnTo>
                <a:lnTo>
                  <a:pt x="791585" y="840076"/>
                </a:lnTo>
                <a:lnTo>
                  <a:pt x="772678" y="842105"/>
                </a:lnTo>
                <a:lnTo>
                  <a:pt x="753770" y="844134"/>
                </a:lnTo>
                <a:lnTo>
                  <a:pt x="734863" y="846163"/>
                </a:lnTo>
                <a:lnTo>
                  <a:pt x="715956" y="848182"/>
                </a:lnTo>
                <a:lnTo>
                  <a:pt x="697049" y="850211"/>
                </a:lnTo>
                <a:lnTo>
                  <a:pt x="678142" y="852240"/>
                </a:lnTo>
                <a:lnTo>
                  <a:pt x="659235" y="854269"/>
                </a:lnTo>
                <a:lnTo>
                  <a:pt x="640328" y="856298"/>
                </a:lnTo>
                <a:lnTo>
                  <a:pt x="621421" y="858326"/>
                </a:lnTo>
                <a:lnTo>
                  <a:pt x="602513" y="860355"/>
                </a:lnTo>
                <a:lnTo>
                  <a:pt x="583606" y="862384"/>
                </a:lnTo>
                <a:lnTo>
                  <a:pt x="564699" y="864413"/>
                </a:lnTo>
                <a:lnTo>
                  <a:pt x="545792" y="866442"/>
                </a:lnTo>
                <a:lnTo>
                  <a:pt x="526885" y="868461"/>
                </a:lnTo>
                <a:lnTo>
                  <a:pt x="507978" y="870490"/>
                </a:lnTo>
                <a:lnTo>
                  <a:pt x="489071" y="872519"/>
                </a:lnTo>
                <a:lnTo>
                  <a:pt x="470164" y="874547"/>
                </a:lnTo>
                <a:lnTo>
                  <a:pt x="451256" y="876576"/>
                </a:lnTo>
                <a:lnTo>
                  <a:pt x="432349" y="878605"/>
                </a:lnTo>
                <a:lnTo>
                  <a:pt x="413442" y="880634"/>
                </a:lnTo>
                <a:lnTo>
                  <a:pt x="394535" y="882663"/>
                </a:lnTo>
                <a:lnTo>
                  <a:pt x="375628" y="884692"/>
                </a:lnTo>
                <a:lnTo>
                  <a:pt x="356721" y="886720"/>
                </a:lnTo>
                <a:lnTo>
                  <a:pt x="337814" y="888749"/>
                </a:lnTo>
                <a:lnTo>
                  <a:pt x="318907" y="890768"/>
                </a:lnTo>
                <a:lnTo>
                  <a:pt x="299999" y="892797"/>
                </a:lnTo>
                <a:lnTo>
                  <a:pt x="281092" y="894826"/>
                </a:lnTo>
                <a:lnTo>
                  <a:pt x="262185" y="896855"/>
                </a:lnTo>
                <a:lnTo>
                  <a:pt x="243278" y="898884"/>
                </a:lnTo>
                <a:lnTo>
                  <a:pt x="224371" y="900913"/>
                </a:lnTo>
                <a:lnTo>
                  <a:pt x="205464" y="902941"/>
                </a:lnTo>
                <a:lnTo>
                  <a:pt x="186557" y="904970"/>
                </a:lnTo>
                <a:lnTo>
                  <a:pt x="167650" y="906999"/>
                </a:lnTo>
                <a:lnTo>
                  <a:pt x="148742" y="909028"/>
                </a:lnTo>
                <a:lnTo>
                  <a:pt x="129835" y="911047"/>
                </a:lnTo>
                <a:lnTo>
                  <a:pt x="110928" y="913076"/>
                </a:lnTo>
                <a:lnTo>
                  <a:pt x="92021" y="915105"/>
                </a:lnTo>
                <a:lnTo>
                  <a:pt x="73114" y="917134"/>
                </a:lnTo>
                <a:lnTo>
                  <a:pt x="54207" y="919163"/>
                </a:lnTo>
                <a:lnTo>
                  <a:pt x="35300" y="921191"/>
                </a:lnTo>
                <a:lnTo>
                  <a:pt x="16393" y="923220"/>
                </a:lnTo>
                <a:lnTo>
                  <a:pt x="0" y="922706"/>
                </a:lnTo>
                <a:lnTo>
                  <a:pt x="1829" y="903780"/>
                </a:lnTo>
                <a:lnTo>
                  <a:pt x="3667" y="884853"/>
                </a:lnTo>
                <a:lnTo>
                  <a:pt x="5496" y="865918"/>
                </a:lnTo>
                <a:lnTo>
                  <a:pt x="7325" y="846992"/>
                </a:lnTo>
                <a:lnTo>
                  <a:pt x="9163" y="828065"/>
                </a:lnTo>
                <a:lnTo>
                  <a:pt x="10992" y="809139"/>
                </a:lnTo>
                <a:lnTo>
                  <a:pt x="12821" y="790213"/>
                </a:lnTo>
                <a:lnTo>
                  <a:pt x="14649" y="771287"/>
                </a:lnTo>
                <a:lnTo>
                  <a:pt x="16488" y="752361"/>
                </a:lnTo>
                <a:lnTo>
                  <a:pt x="18317" y="733435"/>
                </a:lnTo>
                <a:lnTo>
                  <a:pt x="20145" y="714508"/>
                </a:lnTo>
                <a:lnTo>
                  <a:pt x="21984" y="695573"/>
                </a:lnTo>
                <a:lnTo>
                  <a:pt x="23813" y="676646"/>
                </a:lnTo>
                <a:lnTo>
                  <a:pt x="25641" y="657720"/>
                </a:lnTo>
                <a:lnTo>
                  <a:pt x="27480" y="638794"/>
                </a:lnTo>
                <a:lnTo>
                  <a:pt x="29308" y="619868"/>
                </a:lnTo>
                <a:lnTo>
                  <a:pt x="31137" y="600942"/>
                </a:lnTo>
                <a:lnTo>
                  <a:pt x="32966" y="582016"/>
                </a:lnTo>
                <a:lnTo>
                  <a:pt x="34804" y="563089"/>
                </a:lnTo>
                <a:lnTo>
                  <a:pt x="36633" y="544154"/>
                </a:lnTo>
                <a:lnTo>
                  <a:pt x="38462" y="525228"/>
                </a:lnTo>
                <a:lnTo>
                  <a:pt x="40300" y="506301"/>
                </a:lnTo>
                <a:lnTo>
                  <a:pt x="42129" y="487375"/>
                </a:lnTo>
                <a:lnTo>
                  <a:pt x="43958" y="468449"/>
                </a:lnTo>
                <a:lnTo>
                  <a:pt x="45796" y="449523"/>
                </a:lnTo>
                <a:lnTo>
                  <a:pt x="47625" y="430597"/>
                </a:lnTo>
                <a:lnTo>
                  <a:pt x="49454" y="411671"/>
                </a:lnTo>
                <a:lnTo>
                  <a:pt x="51283" y="392744"/>
                </a:lnTo>
                <a:lnTo>
                  <a:pt x="53121" y="373809"/>
                </a:lnTo>
                <a:lnTo>
                  <a:pt x="54950" y="354882"/>
                </a:lnTo>
                <a:lnTo>
                  <a:pt x="56779" y="335956"/>
                </a:lnTo>
                <a:lnTo>
                  <a:pt x="58617" y="317030"/>
                </a:lnTo>
                <a:lnTo>
                  <a:pt x="60446" y="298104"/>
                </a:lnTo>
                <a:lnTo>
                  <a:pt x="62274" y="279178"/>
                </a:lnTo>
                <a:lnTo>
                  <a:pt x="64113" y="260252"/>
                </a:lnTo>
                <a:lnTo>
                  <a:pt x="65942" y="241325"/>
                </a:lnTo>
                <a:lnTo>
                  <a:pt x="67770" y="222399"/>
                </a:lnTo>
                <a:lnTo>
                  <a:pt x="69599" y="203464"/>
                </a:lnTo>
                <a:lnTo>
                  <a:pt x="71438" y="184537"/>
                </a:lnTo>
                <a:lnTo>
                  <a:pt x="73266" y="165611"/>
                </a:lnTo>
                <a:lnTo>
                  <a:pt x="75095" y="146685"/>
                </a:lnTo>
                <a:lnTo>
                  <a:pt x="76933" y="127759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8A7F7922-B79F-4B22-A2DD-902E8F32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7140" y="4250465"/>
            <a:ext cx="528638" cy="674913"/>
          </a:xfrm>
          <a:custGeom xmlns:a="http://schemas.openxmlformats.org/drawingml/2006/main">
            <a:pathLst>
              <a:path w="528638" h="674913">
                <a:moveTo>
                  <a:pt x="0" y="674913"/>
                </a:moveTo>
                <a:lnTo>
                  <a:pt x="0" y="655996"/>
                </a:lnTo>
                <a:lnTo>
                  <a:pt x="0" y="637089"/>
                </a:lnTo>
                <a:lnTo>
                  <a:pt x="0" y="618182"/>
                </a:lnTo>
                <a:lnTo>
                  <a:pt x="0" y="599275"/>
                </a:lnTo>
                <a:lnTo>
                  <a:pt x="0" y="580358"/>
                </a:lnTo>
                <a:lnTo>
                  <a:pt x="0" y="561451"/>
                </a:lnTo>
                <a:lnTo>
                  <a:pt x="0" y="542544"/>
                </a:lnTo>
                <a:lnTo>
                  <a:pt x="0" y="523637"/>
                </a:lnTo>
                <a:lnTo>
                  <a:pt x="0" y="504720"/>
                </a:lnTo>
                <a:lnTo>
                  <a:pt x="0" y="485813"/>
                </a:lnTo>
                <a:lnTo>
                  <a:pt x="0" y="466906"/>
                </a:lnTo>
                <a:lnTo>
                  <a:pt x="0" y="447999"/>
                </a:lnTo>
                <a:lnTo>
                  <a:pt x="0" y="429082"/>
                </a:lnTo>
                <a:lnTo>
                  <a:pt x="0" y="410175"/>
                </a:lnTo>
                <a:lnTo>
                  <a:pt x="0" y="391268"/>
                </a:lnTo>
                <a:lnTo>
                  <a:pt x="0" y="372361"/>
                </a:lnTo>
                <a:lnTo>
                  <a:pt x="0" y="353444"/>
                </a:lnTo>
                <a:lnTo>
                  <a:pt x="0" y="334537"/>
                </a:lnTo>
                <a:lnTo>
                  <a:pt x="0" y="315630"/>
                </a:lnTo>
                <a:lnTo>
                  <a:pt x="0" y="296723"/>
                </a:lnTo>
                <a:lnTo>
                  <a:pt x="0" y="277806"/>
                </a:lnTo>
                <a:lnTo>
                  <a:pt x="0" y="258899"/>
                </a:lnTo>
                <a:lnTo>
                  <a:pt x="0" y="239992"/>
                </a:lnTo>
                <a:lnTo>
                  <a:pt x="0" y="221085"/>
                </a:lnTo>
                <a:lnTo>
                  <a:pt x="0" y="202168"/>
                </a:lnTo>
                <a:lnTo>
                  <a:pt x="0" y="183261"/>
                </a:lnTo>
                <a:lnTo>
                  <a:pt x="5458" y="168326"/>
                </a:lnTo>
                <a:lnTo>
                  <a:pt x="23451" y="162525"/>
                </a:lnTo>
                <a:lnTo>
                  <a:pt x="41443" y="156715"/>
                </a:lnTo>
                <a:lnTo>
                  <a:pt x="59446" y="150914"/>
                </a:lnTo>
                <a:lnTo>
                  <a:pt x="77438" y="145104"/>
                </a:lnTo>
                <a:lnTo>
                  <a:pt x="95441" y="139303"/>
                </a:lnTo>
                <a:lnTo>
                  <a:pt x="113433" y="133502"/>
                </a:lnTo>
                <a:lnTo>
                  <a:pt x="131426" y="127692"/>
                </a:lnTo>
                <a:lnTo>
                  <a:pt x="149428" y="121891"/>
                </a:lnTo>
                <a:lnTo>
                  <a:pt x="167421" y="116091"/>
                </a:lnTo>
                <a:lnTo>
                  <a:pt x="185423" y="110280"/>
                </a:lnTo>
                <a:lnTo>
                  <a:pt x="203416" y="104480"/>
                </a:lnTo>
                <a:lnTo>
                  <a:pt x="221409" y="98669"/>
                </a:lnTo>
                <a:lnTo>
                  <a:pt x="239411" y="92869"/>
                </a:lnTo>
                <a:lnTo>
                  <a:pt x="257404" y="87068"/>
                </a:lnTo>
                <a:lnTo>
                  <a:pt x="275406" y="81258"/>
                </a:lnTo>
                <a:lnTo>
                  <a:pt x="293399" y="75457"/>
                </a:lnTo>
                <a:lnTo>
                  <a:pt x="311391" y="69656"/>
                </a:lnTo>
                <a:lnTo>
                  <a:pt x="329394" y="63846"/>
                </a:lnTo>
                <a:lnTo>
                  <a:pt x="347386" y="58045"/>
                </a:lnTo>
                <a:lnTo>
                  <a:pt x="365389" y="52235"/>
                </a:lnTo>
                <a:lnTo>
                  <a:pt x="383381" y="46434"/>
                </a:lnTo>
                <a:lnTo>
                  <a:pt x="401374" y="40634"/>
                </a:lnTo>
                <a:lnTo>
                  <a:pt x="419376" y="34823"/>
                </a:lnTo>
                <a:lnTo>
                  <a:pt x="437369" y="29023"/>
                </a:lnTo>
                <a:lnTo>
                  <a:pt x="455371" y="23222"/>
                </a:lnTo>
                <a:lnTo>
                  <a:pt x="473364" y="17412"/>
                </a:lnTo>
                <a:lnTo>
                  <a:pt x="491366" y="11611"/>
                </a:lnTo>
                <a:lnTo>
                  <a:pt x="509359" y="5801"/>
                </a:lnTo>
                <a:lnTo>
                  <a:pt x="527352" y="0"/>
                </a:lnTo>
                <a:lnTo>
                  <a:pt x="528638" y="17145"/>
                </a:lnTo>
                <a:lnTo>
                  <a:pt x="528638" y="36062"/>
                </a:lnTo>
                <a:lnTo>
                  <a:pt x="528638" y="54969"/>
                </a:lnTo>
                <a:lnTo>
                  <a:pt x="528638" y="73876"/>
                </a:lnTo>
                <a:lnTo>
                  <a:pt x="528638" y="92783"/>
                </a:lnTo>
                <a:lnTo>
                  <a:pt x="528638" y="111700"/>
                </a:lnTo>
                <a:lnTo>
                  <a:pt x="528638" y="130607"/>
                </a:lnTo>
                <a:lnTo>
                  <a:pt x="528638" y="149514"/>
                </a:lnTo>
                <a:lnTo>
                  <a:pt x="528638" y="168421"/>
                </a:lnTo>
                <a:lnTo>
                  <a:pt x="528638" y="187338"/>
                </a:lnTo>
                <a:lnTo>
                  <a:pt x="528638" y="206245"/>
                </a:lnTo>
                <a:lnTo>
                  <a:pt x="528638" y="225152"/>
                </a:lnTo>
                <a:lnTo>
                  <a:pt x="528638" y="244059"/>
                </a:lnTo>
                <a:lnTo>
                  <a:pt x="528638" y="262966"/>
                </a:lnTo>
                <a:lnTo>
                  <a:pt x="528638" y="281883"/>
                </a:lnTo>
                <a:lnTo>
                  <a:pt x="528638" y="300790"/>
                </a:lnTo>
                <a:lnTo>
                  <a:pt x="528638" y="319697"/>
                </a:lnTo>
                <a:lnTo>
                  <a:pt x="528638" y="338604"/>
                </a:lnTo>
                <a:lnTo>
                  <a:pt x="528638" y="357521"/>
                </a:lnTo>
                <a:lnTo>
                  <a:pt x="528638" y="376428"/>
                </a:lnTo>
                <a:lnTo>
                  <a:pt x="528638" y="395335"/>
                </a:lnTo>
                <a:lnTo>
                  <a:pt x="528638" y="414242"/>
                </a:lnTo>
                <a:lnTo>
                  <a:pt x="528638" y="433159"/>
                </a:lnTo>
                <a:lnTo>
                  <a:pt x="528638" y="452066"/>
                </a:lnTo>
                <a:lnTo>
                  <a:pt x="528638" y="470973"/>
                </a:lnTo>
                <a:lnTo>
                  <a:pt x="511969" y="478422"/>
                </a:lnTo>
                <a:lnTo>
                  <a:pt x="494309" y="485204"/>
                </a:lnTo>
                <a:lnTo>
                  <a:pt x="476660" y="491976"/>
                </a:lnTo>
                <a:lnTo>
                  <a:pt x="459000" y="498748"/>
                </a:lnTo>
                <a:lnTo>
                  <a:pt x="441350" y="505530"/>
                </a:lnTo>
                <a:lnTo>
                  <a:pt x="423691" y="512302"/>
                </a:lnTo>
                <a:lnTo>
                  <a:pt x="406041" y="519074"/>
                </a:lnTo>
                <a:lnTo>
                  <a:pt x="388391" y="525856"/>
                </a:lnTo>
                <a:lnTo>
                  <a:pt x="370732" y="532628"/>
                </a:lnTo>
                <a:lnTo>
                  <a:pt x="353082" y="539401"/>
                </a:lnTo>
                <a:lnTo>
                  <a:pt x="335423" y="546183"/>
                </a:lnTo>
                <a:lnTo>
                  <a:pt x="317773" y="552955"/>
                </a:lnTo>
                <a:lnTo>
                  <a:pt x="300114" y="559727"/>
                </a:lnTo>
                <a:lnTo>
                  <a:pt x="282464" y="566499"/>
                </a:lnTo>
                <a:lnTo>
                  <a:pt x="264814" y="573281"/>
                </a:lnTo>
                <a:lnTo>
                  <a:pt x="247155" y="580053"/>
                </a:lnTo>
                <a:lnTo>
                  <a:pt x="229505" y="586826"/>
                </a:lnTo>
                <a:lnTo>
                  <a:pt x="211846" y="593608"/>
                </a:lnTo>
                <a:lnTo>
                  <a:pt x="194196" y="600380"/>
                </a:lnTo>
                <a:lnTo>
                  <a:pt x="176536" y="607152"/>
                </a:lnTo>
                <a:lnTo>
                  <a:pt x="158887" y="613934"/>
                </a:lnTo>
                <a:lnTo>
                  <a:pt x="141227" y="620706"/>
                </a:lnTo>
                <a:lnTo>
                  <a:pt x="123577" y="627478"/>
                </a:lnTo>
                <a:lnTo>
                  <a:pt x="105928" y="634260"/>
                </a:lnTo>
                <a:lnTo>
                  <a:pt x="88268" y="641033"/>
                </a:lnTo>
                <a:lnTo>
                  <a:pt x="70618" y="647805"/>
                </a:lnTo>
                <a:lnTo>
                  <a:pt x="52959" y="654587"/>
                </a:lnTo>
                <a:lnTo>
                  <a:pt x="35309" y="661359"/>
                </a:lnTo>
                <a:lnTo>
                  <a:pt x="17650" y="668131"/>
                </a:lnTo>
                <a:lnTo>
                  <a:pt x="0" y="674913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2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AB50752A-2C33-41C7-B166-3AD8A87A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8318" y="4722495"/>
            <a:ext cx="2534279" cy="202883"/>
          </a:xfrm>
          <a:custGeom xmlns:a="http://schemas.openxmlformats.org/drawingml/2006/main">
            <a:pathLst>
              <a:path w="2534279" h="202883">
                <a:moveTo>
                  <a:pt x="0" y="202883"/>
                </a:moveTo>
                <a:lnTo>
                  <a:pt x="21431" y="202883"/>
                </a:lnTo>
                <a:lnTo>
                  <a:pt x="42863" y="202883"/>
                </a:lnTo>
                <a:lnTo>
                  <a:pt x="64294" y="202883"/>
                </a:lnTo>
                <a:lnTo>
                  <a:pt x="85725" y="202883"/>
                </a:lnTo>
                <a:lnTo>
                  <a:pt x="107156" y="202883"/>
                </a:lnTo>
                <a:lnTo>
                  <a:pt x="128578" y="202883"/>
                </a:lnTo>
                <a:lnTo>
                  <a:pt x="150009" y="202883"/>
                </a:lnTo>
                <a:lnTo>
                  <a:pt x="171440" y="202883"/>
                </a:lnTo>
                <a:lnTo>
                  <a:pt x="192872" y="202883"/>
                </a:lnTo>
                <a:lnTo>
                  <a:pt x="214303" y="202883"/>
                </a:lnTo>
                <a:lnTo>
                  <a:pt x="235734" y="202883"/>
                </a:lnTo>
                <a:lnTo>
                  <a:pt x="257165" y="202883"/>
                </a:lnTo>
                <a:lnTo>
                  <a:pt x="278597" y="202883"/>
                </a:lnTo>
                <a:lnTo>
                  <a:pt x="300028" y="202883"/>
                </a:lnTo>
                <a:lnTo>
                  <a:pt x="321459" y="202883"/>
                </a:lnTo>
                <a:lnTo>
                  <a:pt x="342890" y="202883"/>
                </a:lnTo>
                <a:lnTo>
                  <a:pt x="364312" y="202883"/>
                </a:lnTo>
                <a:lnTo>
                  <a:pt x="385743" y="202883"/>
                </a:lnTo>
                <a:lnTo>
                  <a:pt x="407175" y="202883"/>
                </a:lnTo>
                <a:lnTo>
                  <a:pt x="428606" y="202883"/>
                </a:lnTo>
                <a:lnTo>
                  <a:pt x="450037" y="202883"/>
                </a:lnTo>
                <a:lnTo>
                  <a:pt x="471468" y="202883"/>
                </a:lnTo>
                <a:lnTo>
                  <a:pt x="492900" y="202883"/>
                </a:lnTo>
                <a:lnTo>
                  <a:pt x="514331" y="202883"/>
                </a:lnTo>
                <a:lnTo>
                  <a:pt x="535762" y="202883"/>
                </a:lnTo>
                <a:lnTo>
                  <a:pt x="557193" y="202883"/>
                </a:lnTo>
                <a:lnTo>
                  <a:pt x="578615" y="202883"/>
                </a:lnTo>
                <a:lnTo>
                  <a:pt x="600046" y="202883"/>
                </a:lnTo>
                <a:lnTo>
                  <a:pt x="621478" y="202883"/>
                </a:lnTo>
                <a:lnTo>
                  <a:pt x="642909" y="202883"/>
                </a:lnTo>
                <a:lnTo>
                  <a:pt x="664340" y="202883"/>
                </a:lnTo>
                <a:lnTo>
                  <a:pt x="685771" y="202883"/>
                </a:lnTo>
                <a:lnTo>
                  <a:pt x="707203" y="202883"/>
                </a:lnTo>
                <a:lnTo>
                  <a:pt x="728634" y="202883"/>
                </a:lnTo>
                <a:lnTo>
                  <a:pt x="750065" y="202883"/>
                </a:lnTo>
                <a:lnTo>
                  <a:pt x="771496" y="202883"/>
                </a:lnTo>
                <a:lnTo>
                  <a:pt x="792928" y="202883"/>
                </a:lnTo>
                <a:lnTo>
                  <a:pt x="814349" y="202883"/>
                </a:lnTo>
                <a:lnTo>
                  <a:pt x="835781" y="202883"/>
                </a:lnTo>
                <a:lnTo>
                  <a:pt x="857212" y="202883"/>
                </a:lnTo>
                <a:lnTo>
                  <a:pt x="878643" y="202883"/>
                </a:lnTo>
                <a:lnTo>
                  <a:pt x="900074" y="202883"/>
                </a:lnTo>
                <a:lnTo>
                  <a:pt x="921506" y="202883"/>
                </a:lnTo>
                <a:lnTo>
                  <a:pt x="942937" y="202883"/>
                </a:lnTo>
                <a:lnTo>
                  <a:pt x="964368" y="202883"/>
                </a:lnTo>
                <a:lnTo>
                  <a:pt x="985799" y="202883"/>
                </a:lnTo>
                <a:lnTo>
                  <a:pt x="1007231" y="202883"/>
                </a:lnTo>
                <a:lnTo>
                  <a:pt x="1028662" y="202883"/>
                </a:lnTo>
                <a:lnTo>
                  <a:pt x="1050084" y="202883"/>
                </a:lnTo>
                <a:lnTo>
                  <a:pt x="1071515" y="202883"/>
                </a:lnTo>
                <a:lnTo>
                  <a:pt x="1092946" y="202883"/>
                </a:lnTo>
                <a:lnTo>
                  <a:pt x="1114377" y="202883"/>
                </a:lnTo>
                <a:lnTo>
                  <a:pt x="1135809" y="202883"/>
                </a:lnTo>
                <a:lnTo>
                  <a:pt x="1157240" y="202883"/>
                </a:lnTo>
                <a:lnTo>
                  <a:pt x="1178671" y="202883"/>
                </a:lnTo>
                <a:lnTo>
                  <a:pt x="1200102" y="202883"/>
                </a:lnTo>
                <a:lnTo>
                  <a:pt x="1221534" y="202883"/>
                </a:lnTo>
                <a:lnTo>
                  <a:pt x="1242965" y="202883"/>
                </a:lnTo>
                <a:lnTo>
                  <a:pt x="1264396" y="202883"/>
                </a:lnTo>
                <a:lnTo>
                  <a:pt x="1285818" y="202883"/>
                </a:lnTo>
                <a:lnTo>
                  <a:pt x="1307249" y="202883"/>
                </a:lnTo>
                <a:lnTo>
                  <a:pt x="1328680" y="202883"/>
                </a:lnTo>
                <a:lnTo>
                  <a:pt x="1350112" y="202883"/>
                </a:lnTo>
                <a:lnTo>
                  <a:pt x="1371543" y="202883"/>
                </a:lnTo>
                <a:lnTo>
                  <a:pt x="1392974" y="202883"/>
                </a:lnTo>
                <a:lnTo>
                  <a:pt x="1414405" y="202883"/>
                </a:lnTo>
                <a:lnTo>
                  <a:pt x="1435837" y="202883"/>
                </a:lnTo>
                <a:lnTo>
                  <a:pt x="1457268" y="202883"/>
                </a:lnTo>
                <a:lnTo>
                  <a:pt x="1478699" y="202883"/>
                </a:lnTo>
                <a:lnTo>
                  <a:pt x="1500121" y="202883"/>
                </a:lnTo>
                <a:lnTo>
                  <a:pt x="1521552" y="202883"/>
                </a:lnTo>
                <a:lnTo>
                  <a:pt x="1542983" y="202883"/>
                </a:lnTo>
                <a:lnTo>
                  <a:pt x="1564415" y="202883"/>
                </a:lnTo>
                <a:lnTo>
                  <a:pt x="1585846" y="202883"/>
                </a:lnTo>
                <a:lnTo>
                  <a:pt x="1607277" y="202883"/>
                </a:lnTo>
                <a:lnTo>
                  <a:pt x="1628708" y="202883"/>
                </a:lnTo>
                <a:lnTo>
                  <a:pt x="1650140" y="202883"/>
                </a:lnTo>
                <a:lnTo>
                  <a:pt x="1671571" y="202883"/>
                </a:lnTo>
                <a:lnTo>
                  <a:pt x="1693002" y="202883"/>
                </a:lnTo>
                <a:lnTo>
                  <a:pt x="1714433" y="202883"/>
                </a:lnTo>
                <a:lnTo>
                  <a:pt x="1735855" y="202883"/>
                </a:lnTo>
                <a:lnTo>
                  <a:pt x="1757286" y="202883"/>
                </a:lnTo>
                <a:lnTo>
                  <a:pt x="1778718" y="202883"/>
                </a:lnTo>
                <a:lnTo>
                  <a:pt x="1800149" y="202883"/>
                </a:lnTo>
                <a:lnTo>
                  <a:pt x="1821580" y="202883"/>
                </a:lnTo>
                <a:lnTo>
                  <a:pt x="1843011" y="202883"/>
                </a:lnTo>
                <a:lnTo>
                  <a:pt x="1864443" y="202883"/>
                </a:lnTo>
                <a:lnTo>
                  <a:pt x="1885874" y="202883"/>
                </a:lnTo>
                <a:lnTo>
                  <a:pt x="1907305" y="202883"/>
                </a:lnTo>
                <a:lnTo>
                  <a:pt x="1928736" y="202883"/>
                </a:lnTo>
                <a:lnTo>
                  <a:pt x="1950168" y="202883"/>
                </a:lnTo>
                <a:lnTo>
                  <a:pt x="1971589" y="202883"/>
                </a:lnTo>
                <a:lnTo>
                  <a:pt x="1993021" y="202883"/>
                </a:lnTo>
                <a:lnTo>
                  <a:pt x="2014080" y="200863"/>
                </a:lnTo>
                <a:lnTo>
                  <a:pt x="2034092" y="193186"/>
                </a:lnTo>
                <a:lnTo>
                  <a:pt x="2054095" y="185509"/>
                </a:lnTo>
                <a:lnTo>
                  <a:pt x="2074107" y="177832"/>
                </a:lnTo>
                <a:lnTo>
                  <a:pt x="2094109" y="170155"/>
                </a:lnTo>
                <a:lnTo>
                  <a:pt x="2114121" y="162468"/>
                </a:lnTo>
                <a:lnTo>
                  <a:pt x="2134124" y="154791"/>
                </a:lnTo>
                <a:lnTo>
                  <a:pt x="2154136" y="147114"/>
                </a:lnTo>
                <a:lnTo>
                  <a:pt x="2174138" y="139436"/>
                </a:lnTo>
                <a:lnTo>
                  <a:pt x="2194150" y="131759"/>
                </a:lnTo>
                <a:lnTo>
                  <a:pt x="2214153" y="124082"/>
                </a:lnTo>
                <a:lnTo>
                  <a:pt x="2234165" y="116405"/>
                </a:lnTo>
                <a:lnTo>
                  <a:pt x="2254167" y="108718"/>
                </a:lnTo>
                <a:lnTo>
                  <a:pt x="2274179" y="101041"/>
                </a:lnTo>
                <a:lnTo>
                  <a:pt x="2294182" y="93364"/>
                </a:lnTo>
                <a:lnTo>
                  <a:pt x="2314194" y="85687"/>
                </a:lnTo>
                <a:lnTo>
                  <a:pt x="2334197" y="78010"/>
                </a:lnTo>
                <a:lnTo>
                  <a:pt x="2354209" y="70333"/>
                </a:lnTo>
                <a:lnTo>
                  <a:pt x="2374211" y="62655"/>
                </a:lnTo>
                <a:lnTo>
                  <a:pt x="2394223" y="54969"/>
                </a:lnTo>
                <a:lnTo>
                  <a:pt x="2414235" y="47292"/>
                </a:lnTo>
                <a:lnTo>
                  <a:pt x="2434238" y="39614"/>
                </a:lnTo>
                <a:lnTo>
                  <a:pt x="2454250" y="31937"/>
                </a:lnTo>
                <a:lnTo>
                  <a:pt x="2474252" y="24260"/>
                </a:lnTo>
                <a:lnTo>
                  <a:pt x="2494264" y="16583"/>
                </a:lnTo>
                <a:lnTo>
                  <a:pt x="2514267" y="8896"/>
                </a:lnTo>
                <a:lnTo>
                  <a:pt x="2534279" y="1219"/>
                </a:lnTo>
                <a:lnTo>
                  <a:pt x="2519439" y="0"/>
                </a:lnTo>
                <a:lnTo>
                  <a:pt x="2498007" y="0"/>
                </a:lnTo>
                <a:lnTo>
                  <a:pt x="2476576" y="0"/>
                </a:lnTo>
                <a:lnTo>
                  <a:pt x="2455145" y="0"/>
                </a:lnTo>
                <a:lnTo>
                  <a:pt x="2433723" y="0"/>
                </a:lnTo>
                <a:lnTo>
                  <a:pt x="2412292" y="0"/>
                </a:lnTo>
                <a:lnTo>
                  <a:pt x="2390861" y="0"/>
                </a:lnTo>
                <a:lnTo>
                  <a:pt x="2369429" y="0"/>
                </a:lnTo>
                <a:lnTo>
                  <a:pt x="2347998" y="0"/>
                </a:lnTo>
                <a:lnTo>
                  <a:pt x="2326567" y="0"/>
                </a:lnTo>
                <a:lnTo>
                  <a:pt x="2305136" y="0"/>
                </a:lnTo>
                <a:lnTo>
                  <a:pt x="2283704" y="0"/>
                </a:lnTo>
                <a:lnTo>
                  <a:pt x="2262273" y="0"/>
                </a:lnTo>
                <a:lnTo>
                  <a:pt x="2240842" y="0"/>
                </a:lnTo>
                <a:lnTo>
                  <a:pt x="2219420" y="0"/>
                </a:lnTo>
                <a:lnTo>
                  <a:pt x="2197989" y="0"/>
                </a:lnTo>
                <a:lnTo>
                  <a:pt x="2176558" y="0"/>
                </a:lnTo>
                <a:lnTo>
                  <a:pt x="2155127" y="0"/>
                </a:lnTo>
                <a:lnTo>
                  <a:pt x="2133695" y="0"/>
                </a:lnTo>
                <a:lnTo>
                  <a:pt x="2112264" y="0"/>
                </a:lnTo>
                <a:lnTo>
                  <a:pt x="2090833" y="0"/>
                </a:lnTo>
                <a:lnTo>
                  <a:pt x="2069402" y="0"/>
                </a:lnTo>
                <a:lnTo>
                  <a:pt x="2047970" y="0"/>
                </a:lnTo>
                <a:lnTo>
                  <a:pt x="2026539" y="0"/>
                </a:lnTo>
                <a:lnTo>
                  <a:pt x="2005108" y="0"/>
                </a:lnTo>
                <a:lnTo>
                  <a:pt x="1983686" y="0"/>
                </a:lnTo>
                <a:lnTo>
                  <a:pt x="1962255" y="0"/>
                </a:lnTo>
                <a:lnTo>
                  <a:pt x="1940824" y="0"/>
                </a:lnTo>
                <a:lnTo>
                  <a:pt x="1919392" y="0"/>
                </a:lnTo>
                <a:lnTo>
                  <a:pt x="1897961" y="0"/>
                </a:lnTo>
                <a:lnTo>
                  <a:pt x="1876530" y="0"/>
                </a:lnTo>
                <a:lnTo>
                  <a:pt x="1855099" y="0"/>
                </a:lnTo>
                <a:lnTo>
                  <a:pt x="1833667" y="0"/>
                </a:lnTo>
                <a:lnTo>
                  <a:pt x="1812236" y="0"/>
                </a:lnTo>
                <a:lnTo>
                  <a:pt x="1790805" y="0"/>
                </a:lnTo>
                <a:lnTo>
                  <a:pt x="1769374" y="0"/>
                </a:lnTo>
                <a:lnTo>
                  <a:pt x="1747952" y="0"/>
                </a:lnTo>
                <a:lnTo>
                  <a:pt x="1726521" y="0"/>
                </a:lnTo>
                <a:lnTo>
                  <a:pt x="1705089" y="0"/>
                </a:lnTo>
                <a:lnTo>
                  <a:pt x="1683658" y="0"/>
                </a:lnTo>
                <a:lnTo>
                  <a:pt x="1662227" y="0"/>
                </a:lnTo>
                <a:lnTo>
                  <a:pt x="1640796" y="0"/>
                </a:lnTo>
                <a:lnTo>
                  <a:pt x="1619364" y="0"/>
                </a:lnTo>
                <a:lnTo>
                  <a:pt x="1597933" y="0"/>
                </a:lnTo>
                <a:lnTo>
                  <a:pt x="1576502" y="0"/>
                </a:lnTo>
                <a:lnTo>
                  <a:pt x="1555071" y="0"/>
                </a:lnTo>
                <a:lnTo>
                  <a:pt x="1533639" y="0"/>
                </a:lnTo>
                <a:lnTo>
                  <a:pt x="1512218" y="0"/>
                </a:lnTo>
                <a:lnTo>
                  <a:pt x="1490786" y="0"/>
                </a:lnTo>
                <a:lnTo>
                  <a:pt x="1469355" y="0"/>
                </a:lnTo>
                <a:lnTo>
                  <a:pt x="1447924" y="0"/>
                </a:lnTo>
                <a:lnTo>
                  <a:pt x="1426493" y="0"/>
                </a:lnTo>
                <a:lnTo>
                  <a:pt x="1405061" y="0"/>
                </a:lnTo>
                <a:lnTo>
                  <a:pt x="1383630" y="0"/>
                </a:lnTo>
                <a:lnTo>
                  <a:pt x="1362199" y="0"/>
                </a:lnTo>
                <a:lnTo>
                  <a:pt x="1340768" y="0"/>
                </a:lnTo>
                <a:lnTo>
                  <a:pt x="1319336" y="0"/>
                </a:lnTo>
                <a:lnTo>
                  <a:pt x="1297915" y="0"/>
                </a:lnTo>
                <a:lnTo>
                  <a:pt x="1276483" y="0"/>
                </a:lnTo>
                <a:lnTo>
                  <a:pt x="1255052" y="0"/>
                </a:lnTo>
                <a:lnTo>
                  <a:pt x="1233621" y="0"/>
                </a:lnTo>
                <a:lnTo>
                  <a:pt x="1212190" y="0"/>
                </a:lnTo>
                <a:lnTo>
                  <a:pt x="1190758" y="0"/>
                </a:lnTo>
                <a:lnTo>
                  <a:pt x="1169327" y="0"/>
                </a:lnTo>
                <a:lnTo>
                  <a:pt x="1147896" y="0"/>
                </a:lnTo>
                <a:lnTo>
                  <a:pt x="1126465" y="0"/>
                </a:lnTo>
                <a:lnTo>
                  <a:pt x="1105033" y="0"/>
                </a:lnTo>
                <a:lnTo>
                  <a:pt x="1083602" y="0"/>
                </a:lnTo>
                <a:lnTo>
                  <a:pt x="1062180" y="0"/>
                </a:lnTo>
                <a:lnTo>
                  <a:pt x="1040749" y="0"/>
                </a:lnTo>
                <a:lnTo>
                  <a:pt x="1019318" y="0"/>
                </a:lnTo>
                <a:lnTo>
                  <a:pt x="997887" y="0"/>
                </a:lnTo>
                <a:lnTo>
                  <a:pt x="976455" y="0"/>
                </a:lnTo>
                <a:lnTo>
                  <a:pt x="955024" y="0"/>
                </a:lnTo>
                <a:lnTo>
                  <a:pt x="933593" y="0"/>
                </a:lnTo>
                <a:lnTo>
                  <a:pt x="912162" y="0"/>
                </a:lnTo>
                <a:lnTo>
                  <a:pt x="890730" y="0"/>
                </a:lnTo>
                <a:lnTo>
                  <a:pt x="869299" y="0"/>
                </a:lnTo>
                <a:lnTo>
                  <a:pt x="847877" y="0"/>
                </a:lnTo>
                <a:lnTo>
                  <a:pt x="826446" y="0"/>
                </a:lnTo>
                <a:lnTo>
                  <a:pt x="805015" y="0"/>
                </a:lnTo>
                <a:lnTo>
                  <a:pt x="783584" y="0"/>
                </a:lnTo>
                <a:lnTo>
                  <a:pt x="762152" y="0"/>
                </a:lnTo>
                <a:lnTo>
                  <a:pt x="740721" y="0"/>
                </a:lnTo>
                <a:lnTo>
                  <a:pt x="719290" y="0"/>
                </a:lnTo>
                <a:lnTo>
                  <a:pt x="697859" y="0"/>
                </a:lnTo>
                <a:lnTo>
                  <a:pt x="676427" y="0"/>
                </a:lnTo>
                <a:lnTo>
                  <a:pt x="654996" y="0"/>
                </a:lnTo>
                <a:lnTo>
                  <a:pt x="634460" y="5886"/>
                </a:lnTo>
                <a:lnTo>
                  <a:pt x="613991" y="12240"/>
                </a:lnTo>
                <a:lnTo>
                  <a:pt x="593531" y="18593"/>
                </a:lnTo>
                <a:lnTo>
                  <a:pt x="573062" y="24946"/>
                </a:lnTo>
                <a:lnTo>
                  <a:pt x="552593" y="31299"/>
                </a:lnTo>
                <a:lnTo>
                  <a:pt x="532133" y="37662"/>
                </a:lnTo>
                <a:lnTo>
                  <a:pt x="511664" y="44015"/>
                </a:lnTo>
                <a:lnTo>
                  <a:pt x="491195" y="50368"/>
                </a:lnTo>
                <a:lnTo>
                  <a:pt x="470726" y="56721"/>
                </a:lnTo>
                <a:lnTo>
                  <a:pt x="450266" y="63075"/>
                </a:lnTo>
                <a:lnTo>
                  <a:pt x="429797" y="69437"/>
                </a:lnTo>
                <a:lnTo>
                  <a:pt x="409327" y="75790"/>
                </a:lnTo>
                <a:lnTo>
                  <a:pt x="388868" y="82144"/>
                </a:lnTo>
                <a:lnTo>
                  <a:pt x="368398" y="88497"/>
                </a:lnTo>
                <a:lnTo>
                  <a:pt x="347929" y="94850"/>
                </a:lnTo>
                <a:lnTo>
                  <a:pt x="327460" y="101203"/>
                </a:lnTo>
                <a:lnTo>
                  <a:pt x="307000" y="107566"/>
                </a:lnTo>
                <a:lnTo>
                  <a:pt x="286531" y="113919"/>
                </a:lnTo>
                <a:lnTo>
                  <a:pt x="266062" y="120272"/>
                </a:lnTo>
                <a:lnTo>
                  <a:pt x="245602" y="126625"/>
                </a:lnTo>
                <a:lnTo>
                  <a:pt x="225133" y="132979"/>
                </a:lnTo>
                <a:lnTo>
                  <a:pt x="204664" y="139332"/>
                </a:lnTo>
                <a:lnTo>
                  <a:pt x="184194" y="145694"/>
                </a:lnTo>
                <a:lnTo>
                  <a:pt x="163735" y="152048"/>
                </a:lnTo>
                <a:lnTo>
                  <a:pt x="143266" y="158401"/>
                </a:lnTo>
                <a:lnTo>
                  <a:pt x="122796" y="164754"/>
                </a:lnTo>
                <a:lnTo>
                  <a:pt x="102337" y="171107"/>
                </a:lnTo>
                <a:lnTo>
                  <a:pt x="81867" y="177460"/>
                </a:lnTo>
                <a:lnTo>
                  <a:pt x="61398" y="183823"/>
                </a:lnTo>
                <a:lnTo>
                  <a:pt x="40929" y="190176"/>
                </a:lnTo>
                <a:lnTo>
                  <a:pt x="20469" y="196529"/>
                </a:lnTo>
                <a:lnTo>
                  <a:pt x="0" y="202883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0B03F6B8-FE6B-44FB-99E1-CC707A8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4045" y="4722495"/>
            <a:ext cx="2332673" cy="202883"/>
          </a:xfrm>
          <a:custGeom xmlns:a="http://schemas.openxmlformats.org/drawingml/2006/main">
            <a:pathLst>
              <a:path w="2332673" h="202883">
                <a:moveTo>
                  <a:pt x="0" y="202883"/>
                </a:moveTo>
                <a:lnTo>
                  <a:pt x="18955" y="202883"/>
                </a:lnTo>
                <a:lnTo>
                  <a:pt x="37919" y="202883"/>
                </a:lnTo>
                <a:lnTo>
                  <a:pt x="56874" y="202883"/>
                </a:lnTo>
                <a:lnTo>
                  <a:pt x="75838" y="202883"/>
                </a:lnTo>
                <a:lnTo>
                  <a:pt x="94793" y="202883"/>
                </a:lnTo>
                <a:lnTo>
                  <a:pt x="113748" y="202883"/>
                </a:lnTo>
                <a:lnTo>
                  <a:pt x="132712" y="202883"/>
                </a:lnTo>
                <a:lnTo>
                  <a:pt x="151667" y="202883"/>
                </a:lnTo>
                <a:lnTo>
                  <a:pt x="170631" y="202883"/>
                </a:lnTo>
                <a:lnTo>
                  <a:pt x="189586" y="202883"/>
                </a:lnTo>
                <a:lnTo>
                  <a:pt x="208540" y="202883"/>
                </a:lnTo>
                <a:lnTo>
                  <a:pt x="227505" y="202883"/>
                </a:lnTo>
                <a:lnTo>
                  <a:pt x="246459" y="202883"/>
                </a:lnTo>
                <a:lnTo>
                  <a:pt x="265424" y="202883"/>
                </a:lnTo>
                <a:lnTo>
                  <a:pt x="284378" y="202883"/>
                </a:lnTo>
                <a:lnTo>
                  <a:pt x="303343" y="202883"/>
                </a:lnTo>
                <a:lnTo>
                  <a:pt x="322297" y="202883"/>
                </a:lnTo>
                <a:lnTo>
                  <a:pt x="341252" y="202883"/>
                </a:lnTo>
                <a:lnTo>
                  <a:pt x="360216" y="202883"/>
                </a:lnTo>
                <a:lnTo>
                  <a:pt x="379171" y="202883"/>
                </a:lnTo>
                <a:lnTo>
                  <a:pt x="398135" y="202883"/>
                </a:lnTo>
                <a:lnTo>
                  <a:pt x="417090" y="202883"/>
                </a:lnTo>
                <a:lnTo>
                  <a:pt x="436045" y="202883"/>
                </a:lnTo>
                <a:lnTo>
                  <a:pt x="455009" y="202883"/>
                </a:lnTo>
                <a:lnTo>
                  <a:pt x="473964" y="202883"/>
                </a:lnTo>
                <a:lnTo>
                  <a:pt x="492928" y="202883"/>
                </a:lnTo>
                <a:lnTo>
                  <a:pt x="511883" y="202883"/>
                </a:lnTo>
                <a:lnTo>
                  <a:pt x="530838" y="202883"/>
                </a:lnTo>
                <a:lnTo>
                  <a:pt x="549802" y="202883"/>
                </a:lnTo>
                <a:lnTo>
                  <a:pt x="568757" y="202883"/>
                </a:lnTo>
                <a:lnTo>
                  <a:pt x="587721" y="202883"/>
                </a:lnTo>
                <a:lnTo>
                  <a:pt x="606676" y="202883"/>
                </a:lnTo>
                <a:lnTo>
                  <a:pt x="625631" y="202883"/>
                </a:lnTo>
                <a:lnTo>
                  <a:pt x="644595" y="202883"/>
                </a:lnTo>
                <a:lnTo>
                  <a:pt x="663550" y="202883"/>
                </a:lnTo>
                <a:lnTo>
                  <a:pt x="682514" y="202883"/>
                </a:lnTo>
                <a:lnTo>
                  <a:pt x="701469" y="202883"/>
                </a:lnTo>
                <a:lnTo>
                  <a:pt x="720433" y="202883"/>
                </a:lnTo>
                <a:lnTo>
                  <a:pt x="739388" y="202883"/>
                </a:lnTo>
                <a:lnTo>
                  <a:pt x="758342" y="202883"/>
                </a:lnTo>
                <a:lnTo>
                  <a:pt x="777307" y="202883"/>
                </a:lnTo>
                <a:lnTo>
                  <a:pt x="796261" y="202883"/>
                </a:lnTo>
                <a:lnTo>
                  <a:pt x="815226" y="202883"/>
                </a:lnTo>
                <a:lnTo>
                  <a:pt x="834180" y="202883"/>
                </a:lnTo>
                <a:lnTo>
                  <a:pt x="853135" y="202883"/>
                </a:lnTo>
                <a:lnTo>
                  <a:pt x="872099" y="202883"/>
                </a:lnTo>
                <a:lnTo>
                  <a:pt x="891054" y="202883"/>
                </a:lnTo>
                <a:lnTo>
                  <a:pt x="910019" y="202883"/>
                </a:lnTo>
                <a:lnTo>
                  <a:pt x="928973" y="202883"/>
                </a:lnTo>
                <a:lnTo>
                  <a:pt x="947928" y="202883"/>
                </a:lnTo>
                <a:lnTo>
                  <a:pt x="966892" y="202883"/>
                </a:lnTo>
                <a:lnTo>
                  <a:pt x="985847" y="202883"/>
                </a:lnTo>
                <a:lnTo>
                  <a:pt x="1004811" y="202883"/>
                </a:lnTo>
                <a:lnTo>
                  <a:pt x="1023766" y="202883"/>
                </a:lnTo>
                <a:lnTo>
                  <a:pt x="1042721" y="202883"/>
                </a:lnTo>
                <a:lnTo>
                  <a:pt x="1061685" y="202883"/>
                </a:lnTo>
                <a:lnTo>
                  <a:pt x="1080640" y="202883"/>
                </a:lnTo>
                <a:lnTo>
                  <a:pt x="1099604" y="202883"/>
                </a:lnTo>
                <a:lnTo>
                  <a:pt x="1118559" y="202883"/>
                </a:lnTo>
                <a:lnTo>
                  <a:pt x="1137514" y="202883"/>
                </a:lnTo>
                <a:lnTo>
                  <a:pt x="1156478" y="202883"/>
                </a:lnTo>
                <a:lnTo>
                  <a:pt x="1175433" y="202883"/>
                </a:lnTo>
                <a:lnTo>
                  <a:pt x="1194397" y="202883"/>
                </a:lnTo>
                <a:lnTo>
                  <a:pt x="1213352" y="202883"/>
                </a:lnTo>
                <a:lnTo>
                  <a:pt x="1232316" y="202883"/>
                </a:lnTo>
                <a:lnTo>
                  <a:pt x="1251271" y="202883"/>
                </a:lnTo>
                <a:lnTo>
                  <a:pt x="1270225" y="202883"/>
                </a:lnTo>
                <a:lnTo>
                  <a:pt x="1289190" y="202883"/>
                </a:lnTo>
                <a:lnTo>
                  <a:pt x="1308144" y="202883"/>
                </a:lnTo>
                <a:lnTo>
                  <a:pt x="1327109" y="202883"/>
                </a:lnTo>
                <a:lnTo>
                  <a:pt x="1346063" y="202883"/>
                </a:lnTo>
                <a:lnTo>
                  <a:pt x="1365018" y="202883"/>
                </a:lnTo>
                <a:lnTo>
                  <a:pt x="1383983" y="202883"/>
                </a:lnTo>
                <a:lnTo>
                  <a:pt x="1402937" y="202883"/>
                </a:lnTo>
                <a:lnTo>
                  <a:pt x="1421902" y="202883"/>
                </a:lnTo>
                <a:lnTo>
                  <a:pt x="1440856" y="202883"/>
                </a:lnTo>
                <a:lnTo>
                  <a:pt x="1459811" y="202883"/>
                </a:lnTo>
                <a:lnTo>
                  <a:pt x="1478775" y="202883"/>
                </a:lnTo>
                <a:lnTo>
                  <a:pt x="1497730" y="202883"/>
                </a:lnTo>
                <a:lnTo>
                  <a:pt x="1516694" y="202883"/>
                </a:lnTo>
                <a:lnTo>
                  <a:pt x="1535649" y="202883"/>
                </a:lnTo>
                <a:lnTo>
                  <a:pt x="1554604" y="202883"/>
                </a:lnTo>
                <a:lnTo>
                  <a:pt x="1573568" y="202883"/>
                </a:lnTo>
                <a:lnTo>
                  <a:pt x="1592523" y="202883"/>
                </a:lnTo>
                <a:lnTo>
                  <a:pt x="1611487" y="202883"/>
                </a:lnTo>
                <a:lnTo>
                  <a:pt x="1630442" y="202883"/>
                </a:lnTo>
                <a:lnTo>
                  <a:pt x="1649406" y="202883"/>
                </a:lnTo>
                <a:lnTo>
                  <a:pt x="1668361" y="202883"/>
                </a:lnTo>
                <a:lnTo>
                  <a:pt x="1687316" y="202883"/>
                </a:lnTo>
                <a:lnTo>
                  <a:pt x="1706280" y="202883"/>
                </a:lnTo>
                <a:lnTo>
                  <a:pt x="1725235" y="202883"/>
                </a:lnTo>
                <a:lnTo>
                  <a:pt x="1744199" y="202883"/>
                </a:lnTo>
                <a:lnTo>
                  <a:pt x="1763154" y="202883"/>
                </a:lnTo>
                <a:lnTo>
                  <a:pt x="1782108" y="202883"/>
                </a:lnTo>
                <a:lnTo>
                  <a:pt x="1800835" y="201568"/>
                </a:lnTo>
                <a:lnTo>
                  <a:pt x="1818561" y="194853"/>
                </a:lnTo>
                <a:lnTo>
                  <a:pt x="1836287" y="188128"/>
                </a:lnTo>
                <a:lnTo>
                  <a:pt x="1854013" y="181413"/>
                </a:lnTo>
                <a:lnTo>
                  <a:pt x="1871739" y="174698"/>
                </a:lnTo>
                <a:lnTo>
                  <a:pt x="1889474" y="167973"/>
                </a:lnTo>
                <a:lnTo>
                  <a:pt x="1907200" y="161258"/>
                </a:lnTo>
                <a:lnTo>
                  <a:pt x="1924926" y="154534"/>
                </a:lnTo>
                <a:lnTo>
                  <a:pt x="1942652" y="147818"/>
                </a:lnTo>
                <a:lnTo>
                  <a:pt x="1960378" y="141103"/>
                </a:lnTo>
                <a:lnTo>
                  <a:pt x="1978114" y="134379"/>
                </a:lnTo>
                <a:lnTo>
                  <a:pt x="1995840" y="127664"/>
                </a:lnTo>
                <a:lnTo>
                  <a:pt x="2013566" y="120939"/>
                </a:lnTo>
                <a:lnTo>
                  <a:pt x="2031292" y="114224"/>
                </a:lnTo>
                <a:lnTo>
                  <a:pt x="2049028" y="107509"/>
                </a:lnTo>
                <a:lnTo>
                  <a:pt x="2066754" y="100784"/>
                </a:lnTo>
                <a:lnTo>
                  <a:pt x="2084480" y="94069"/>
                </a:lnTo>
                <a:lnTo>
                  <a:pt x="2102206" y="87344"/>
                </a:lnTo>
                <a:lnTo>
                  <a:pt x="2119932" y="80629"/>
                </a:lnTo>
                <a:lnTo>
                  <a:pt x="2137667" y="73904"/>
                </a:lnTo>
                <a:lnTo>
                  <a:pt x="2155393" y="67189"/>
                </a:lnTo>
                <a:lnTo>
                  <a:pt x="2173119" y="60474"/>
                </a:lnTo>
                <a:lnTo>
                  <a:pt x="2190845" y="53750"/>
                </a:lnTo>
                <a:lnTo>
                  <a:pt x="2208581" y="47034"/>
                </a:lnTo>
                <a:lnTo>
                  <a:pt x="2226307" y="40310"/>
                </a:lnTo>
                <a:lnTo>
                  <a:pt x="2244033" y="33595"/>
                </a:lnTo>
                <a:lnTo>
                  <a:pt x="2261759" y="26880"/>
                </a:lnTo>
                <a:lnTo>
                  <a:pt x="2279485" y="20155"/>
                </a:lnTo>
                <a:lnTo>
                  <a:pt x="2297220" y="13440"/>
                </a:lnTo>
                <a:lnTo>
                  <a:pt x="2314946" y="6715"/>
                </a:lnTo>
                <a:lnTo>
                  <a:pt x="23326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939305A5-A570-472D-AA0F-5DB5015D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0793" y="4722495"/>
            <a:ext cx="1685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7A4CCEBC-8F69-42B5-8EF8-E17A1B8B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5010" y="3776748"/>
            <a:ext cx="404813" cy="643804"/>
          </a:xfrm>
          <a:custGeom xmlns:a="http://schemas.openxmlformats.org/drawingml/2006/main">
            <a:pathLst>
              <a:path w="404813" h="643804">
                <a:moveTo>
                  <a:pt x="0" y="643804"/>
                </a:moveTo>
                <a:lnTo>
                  <a:pt x="0" y="624783"/>
                </a:lnTo>
                <a:lnTo>
                  <a:pt x="0" y="605761"/>
                </a:lnTo>
                <a:lnTo>
                  <a:pt x="0" y="586740"/>
                </a:lnTo>
                <a:lnTo>
                  <a:pt x="0" y="567719"/>
                </a:lnTo>
                <a:lnTo>
                  <a:pt x="0" y="548707"/>
                </a:lnTo>
                <a:lnTo>
                  <a:pt x="0" y="529685"/>
                </a:lnTo>
                <a:lnTo>
                  <a:pt x="0" y="510664"/>
                </a:lnTo>
                <a:lnTo>
                  <a:pt x="0" y="491642"/>
                </a:lnTo>
                <a:lnTo>
                  <a:pt x="0" y="472631"/>
                </a:lnTo>
                <a:lnTo>
                  <a:pt x="0" y="453609"/>
                </a:lnTo>
                <a:lnTo>
                  <a:pt x="0" y="434588"/>
                </a:lnTo>
                <a:lnTo>
                  <a:pt x="0" y="415566"/>
                </a:lnTo>
                <a:lnTo>
                  <a:pt x="0" y="396554"/>
                </a:lnTo>
                <a:lnTo>
                  <a:pt x="0" y="377533"/>
                </a:lnTo>
                <a:lnTo>
                  <a:pt x="0" y="358511"/>
                </a:lnTo>
                <a:lnTo>
                  <a:pt x="0" y="339490"/>
                </a:lnTo>
                <a:lnTo>
                  <a:pt x="0" y="320478"/>
                </a:lnTo>
                <a:lnTo>
                  <a:pt x="0" y="301457"/>
                </a:lnTo>
                <a:lnTo>
                  <a:pt x="0" y="282435"/>
                </a:lnTo>
                <a:lnTo>
                  <a:pt x="0" y="263414"/>
                </a:lnTo>
                <a:lnTo>
                  <a:pt x="0" y="244392"/>
                </a:lnTo>
                <a:lnTo>
                  <a:pt x="0" y="225381"/>
                </a:lnTo>
                <a:lnTo>
                  <a:pt x="0" y="206359"/>
                </a:lnTo>
                <a:lnTo>
                  <a:pt x="0" y="187338"/>
                </a:lnTo>
                <a:lnTo>
                  <a:pt x="0" y="168316"/>
                </a:lnTo>
                <a:lnTo>
                  <a:pt x="0" y="149304"/>
                </a:lnTo>
                <a:lnTo>
                  <a:pt x="9115" y="136779"/>
                </a:lnTo>
                <a:lnTo>
                  <a:pt x="27089" y="130559"/>
                </a:lnTo>
                <a:lnTo>
                  <a:pt x="45063" y="124339"/>
                </a:lnTo>
                <a:lnTo>
                  <a:pt x="63036" y="118120"/>
                </a:lnTo>
                <a:lnTo>
                  <a:pt x="81010" y="111909"/>
                </a:lnTo>
                <a:lnTo>
                  <a:pt x="98984" y="105689"/>
                </a:lnTo>
                <a:lnTo>
                  <a:pt x="116957" y="99470"/>
                </a:lnTo>
                <a:lnTo>
                  <a:pt x="134941" y="93259"/>
                </a:lnTo>
                <a:lnTo>
                  <a:pt x="152914" y="87039"/>
                </a:lnTo>
                <a:lnTo>
                  <a:pt x="170888" y="80820"/>
                </a:lnTo>
                <a:lnTo>
                  <a:pt x="188862" y="74600"/>
                </a:lnTo>
                <a:lnTo>
                  <a:pt x="206835" y="68390"/>
                </a:lnTo>
                <a:lnTo>
                  <a:pt x="224809" y="62170"/>
                </a:lnTo>
                <a:lnTo>
                  <a:pt x="242783" y="55950"/>
                </a:lnTo>
                <a:lnTo>
                  <a:pt x="260756" y="49740"/>
                </a:lnTo>
                <a:lnTo>
                  <a:pt x="278730" y="43520"/>
                </a:lnTo>
                <a:lnTo>
                  <a:pt x="296704" y="37300"/>
                </a:lnTo>
                <a:lnTo>
                  <a:pt x="314677" y="31090"/>
                </a:lnTo>
                <a:lnTo>
                  <a:pt x="332651" y="24870"/>
                </a:lnTo>
                <a:lnTo>
                  <a:pt x="350625" y="18650"/>
                </a:lnTo>
                <a:lnTo>
                  <a:pt x="368598" y="12430"/>
                </a:lnTo>
                <a:lnTo>
                  <a:pt x="386582" y="6220"/>
                </a:lnTo>
                <a:lnTo>
                  <a:pt x="404555" y="0"/>
                </a:lnTo>
                <a:lnTo>
                  <a:pt x="404813" y="18650"/>
                </a:lnTo>
                <a:lnTo>
                  <a:pt x="404813" y="37671"/>
                </a:lnTo>
                <a:lnTo>
                  <a:pt x="404813" y="56693"/>
                </a:lnTo>
                <a:lnTo>
                  <a:pt x="404813" y="75714"/>
                </a:lnTo>
                <a:lnTo>
                  <a:pt x="404813" y="94726"/>
                </a:lnTo>
                <a:lnTo>
                  <a:pt x="404813" y="113748"/>
                </a:lnTo>
                <a:lnTo>
                  <a:pt x="404813" y="132769"/>
                </a:lnTo>
                <a:lnTo>
                  <a:pt x="404813" y="151790"/>
                </a:lnTo>
                <a:lnTo>
                  <a:pt x="404813" y="170802"/>
                </a:lnTo>
                <a:lnTo>
                  <a:pt x="404813" y="189824"/>
                </a:lnTo>
                <a:lnTo>
                  <a:pt x="404813" y="208845"/>
                </a:lnTo>
                <a:lnTo>
                  <a:pt x="404813" y="227867"/>
                </a:lnTo>
                <a:lnTo>
                  <a:pt x="404813" y="246888"/>
                </a:lnTo>
                <a:lnTo>
                  <a:pt x="404813" y="265900"/>
                </a:lnTo>
                <a:lnTo>
                  <a:pt x="404813" y="284921"/>
                </a:lnTo>
                <a:lnTo>
                  <a:pt x="404813" y="303943"/>
                </a:lnTo>
                <a:lnTo>
                  <a:pt x="404813" y="322964"/>
                </a:lnTo>
                <a:lnTo>
                  <a:pt x="404813" y="341976"/>
                </a:lnTo>
                <a:lnTo>
                  <a:pt x="404813" y="360998"/>
                </a:lnTo>
                <a:lnTo>
                  <a:pt x="404813" y="380019"/>
                </a:lnTo>
                <a:lnTo>
                  <a:pt x="404813" y="399040"/>
                </a:lnTo>
                <a:lnTo>
                  <a:pt x="404813" y="418052"/>
                </a:lnTo>
                <a:lnTo>
                  <a:pt x="404813" y="437074"/>
                </a:lnTo>
                <a:lnTo>
                  <a:pt x="404813" y="456095"/>
                </a:lnTo>
                <a:lnTo>
                  <a:pt x="403146" y="474002"/>
                </a:lnTo>
                <a:lnTo>
                  <a:pt x="385620" y="481384"/>
                </a:lnTo>
                <a:lnTo>
                  <a:pt x="368084" y="488766"/>
                </a:lnTo>
                <a:lnTo>
                  <a:pt x="350558" y="496148"/>
                </a:lnTo>
                <a:lnTo>
                  <a:pt x="333032" y="503539"/>
                </a:lnTo>
                <a:lnTo>
                  <a:pt x="315506" y="510921"/>
                </a:lnTo>
                <a:lnTo>
                  <a:pt x="297980" y="518303"/>
                </a:lnTo>
                <a:lnTo>
                  <a:pt x="280445" y="525685"/>
                </a:lnTo>
                <a:lnTo>
                  <a:pt x="262919" y="533067"/>
                </a:lnTo>
                <a:lnTo>
                  <a:pt x="245393" y="540449"/>
                </a:lnTo>
                <a:lnTo>
                  <a:pt x="227867" y="547830"/>
                </a:lnTo>
                <a:lnTo>
                  <a:pt x="210341" y="555212"/>
                </a:lnTo>
                <a:lnTo>
                  <a:pt x="192805" y="562594"/>
                </a:lnTo>
                <a:lnTo>
                  <a:pt x="175279" y="569976"/>
                </a:lnTo>
                <a:lnTo>
                  <a:pt x="157753" y="577358"/>
                </a:lnTo>
                <a:lnTo>
                  <a:pt x="140227" y="584740"/>
                </a:lnTo>
                <a:lnTo>
                  <a:pt x="122692" y="592122"/>
                </a:lnTo>
                <a:lnTo>
                  <a:pt x="105166" y="599504"/>
                </a:lnTo>
                <a:lnTo>
                  <a:pt x="87640" y="606885"/>
                </a:lnTo>
                <a:lnTo>
                  <a:pt x="70114" y="614267"/>
                </a:lnTo>
                <a:lnTo>
                  <a:pt x="52588" y="621649"/>
                </a:lnTo>
                <a:lnTo>
                  <a:pt x="35052" y="629031"/>
                </a:lnTo>
                <a:lnTo>
                  <a:pt x="17526" y="636413"/>
                </a:lnTo>
                <a:lnTo>
                  <a:pt x="0" y="643804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E044CE7F-8A86-469F-BCC9-B6C98F0D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7140" y="4250055"/>
            <a:ext cx="2409168" cy="170498"/>
          </a:xfrm>
          <a:custGeom xmlns:a="http://schemas.openxmlformats.org/drawingml/2006/main">
            <a:pathLst>
              <a:path w="2409168" h="170498">
                <a:moveTo>
                  <a:pt x="0" y="170498"/>
                </a:moveTo>
                <a:lnTo>
                  <a:pt x="20364" y="170498"/>
                </a:lnTo>
                <a:lnTo>
                  <a:pt x="40719" y="170498"/>
                </a:lnTo>
                <a:lnTo>
                  <a:pt x="61084" y="170498"/>
                </a:lnTo>
                <a:lnTo>
                  <a:pt x="81448" y="170498"/>
                </a:lnTo>
                <a:lnTo>
                  <a:pt x="101803" y="170498"/>
                </a:lnTo>
                <a:lnTo>
                  <a:pt x="122168" y="170498"/>
                </a:lnTo>
                <a:lnTo>
                  <a:pt x="142523" y="170498"/>
                </a:lnTo>
                <a:lnTo>
                  <a:pt x="162887" y="170498"/>
                </a:lnTo>
                <a:lnTo>
                  <a:pt x="183251" y="170498"/>
                </a:lnTo>
                <a:lnTo>
                  <a:pt x="203606" y="170498"/>
                </a:lnTo>
                <a:lnTo>
                  <a:pt x="223971" y="170498"/>
                </a:lnTo>
                <a:lnTo>
                  <a:pt x="244335" y="170498"/>
                </a:lnTo>
                <a:lnTo>
                  <a:pt x="264690" y="170498"/>
                </a:lnTo>
                <a:lnTo>
                  <a:pt x="285055" y="170498"/>
                </a:lnTo>
                <a:lnTo>
                  <a:pt x="305410" y="170498"/>
                </a:lnTo>
                <a:lnTo>
                  <a:pt x="325774" y="170498"/>
                </a:lnTo>
                <a:lnTo>
                  <a:pt x="346139" y="170498"/>
                </a:lnTo>
                <a:lnTo>
                  <a:pt x="366493" y="170498"/>
                </a:lnTo>
                <a:lnTo>
                  <a:pt x="386858" y="170498"/>
                </a:lnTo>
                <a:lnTo>
                  <a:pt x="407222" y="170498"/>
                </a:lnTo>
                <a:lnTo>
                  <a:pt x="427577" y="170498"/>
                </a:lnTo>
                <a:lnTo>
                  <a:pt x="447942" y="170498"/>
                </a:lnTo>
                <a:lnTo>
                  <a:pt x="468297" y="170498"/>
                </a:lnTo>
                <a:lnTo>
                  <a:pt x="488661" y="170498"/>
                </a:lnTo>
                <a:lnTo>
                  <a:pt x="509026" y="170498"/>
                </a:lnTo>
                <a:lnTo>
                  <a:pt x="529380" y="170498"/>
                </a:lnTo>
                <a:lnTo>
                  <a:pt x="549745" y="170498"/>
                </a:lnTo>
                <a:lnTo>
                  <a:pt x="570109" y="170498"/>
                </a:lnTo>
                <a:lnTo>
                  <a:pt x="590464" y="170498"/>
                </a:lnTo>
                <a:lnTo>
                  <a:pt x="610829" y="170498"/>
                </a:lnTo>
                <a:lnTo>
                  <a:pt x="631193" y="170498"/>
                </a:lnTo>
                <a:lnTo>
                  <a:pt x="651548" y="170498"/>
                </a:lnTo>
                <a:lnTo>
                  <a:pt x="671913" y="170498"/>
                </a:lnTo>
                <a:lnTo>
                  <a:pt x="692267" y="170498"/>
                </a:lnTo>
                <a:lnTo>
                  <a:pt x="712632" y="170498"/>
                </a:lnTo>
                <a:lnTo>
                  <a:pt x="732996" y="170498"/>
                </a:lnTo>
                <a:lnTo>
                  <a:pt x="753351" y="170498"/>
                </a:lnTo>
                <a:lnTo>
                  <a:pt x="773716" y="170498"/>
                </a:lnTo>
                <a:lnTo>
                  <a:pt x="794080" y="170498"/>
                </a:lnTo>
                <a:lnTo>
                  <a:pt x="814435" y="170498"/>
                </a:lnTo>
                <a:lnTo>
                  <a:pt x="834800" y="170498"/>
                </a:lnTo>
                <a:lnTo>
                  <a:pt x="855155" y="170498"/>
                </a:lnTo>
                <a:lnTo>
                  <a:pt x="875519" y="170498"/>
                </a:lnTo>
                <a:lnTo>
                  <a:pt x="895883" y="170498"/>
                </a:lnTo>
                <a:lnTo>
                  <a:pt x="916238" y="170498"/>
                </a:lnTo>
                <a:lnTo>
                  <a:pt x="936603" y="170498"/>
                </a:lnTo>
                <a:lnTo>
                  <a:pt x="956967" y="170498"/>
                </a:lnTo>
                <a:lnTo>
                  <a:pt x="977322" y="170498"/>
                </a:lnTo>
                <a:lnTo>
                  <a:pt x="997687" y="170498"/>
                </a:lnTo>
                <a:lnTo>
                  <a:pt x="1018042" y="170498"/>
                </a:lnTo>
                <a:lnTo>
                  <a:pt x="1038406" y="170498"/>
                </a:lnTo>
                <a:lnTo>
                  <a:pt x="1058770" y="170498"/>
                </a:lnTo>
                <a:lnTo>
                  <a:pt x="1079125" y="170498"/>
                </a:lnTo>
                <a:lnTo>
                  <a:pt x="1099490" y="170498"/>
                </a:lnTo>
                <a:lnTo>
                  <a:pt x="1119854" y="170498"/>
                </a:lnTo>
                <a:lnTo>
                  <a:pt x="1140209" y="170498"/>
                </a:lnTo>
                <a:lnTo>
                  <a:pt x="1160574" y="170498"/>
                </a:lnTo>
                <a:lnTo>
                  <a:pt x="1180929" y="170498"/>
                </a:lnTo>
                <a:lnTo>
                  <a:pt x="1201293" y="170498"/>
                </a:lnTo>
                <a:lnTo>
                  <a:pt x="1221657" y="170498"/>
                </a:lnTo>
                <a:lnTo>
                  <a:pt x="1242012" y="170498"/>
                </a:lnTo>
                <a:lnTo>
                  <a:pt x="1262377" y="170498"/>
                </a:lnTo>
                <a:lnTo>
                  <a:pt x="1282741" y="170498"/>
                </a:lnTo>
                <a:lnTo>
                  <a:pt x="1303096" y="170498"/>
                </a:lnTo>
                <a:lnTo>
                  <a:pt x="1323461" y="170498"/>
                </a:lnTo>
                <a:lnTo>
                  <a:pt x="1343825" y="170498"/>
                </a:lnTo>
                <a:lnTo>
                  <a:pt x="1364180" y="170498"/>
                </a:lnTo>
                <a:lnTo>
                  <a:pt x="1384544" y="170498"/>
                </a:lnTo>
                <a:lnTo>
                  <a:pt x="1404899" y="170498"/>
                </a:lnTo>
                <a:lnTo>
                  <a:pt x="1425264" y="170498"/>
                </a:lnTo>
                <a:lnTo>
                  <a:pt x="1445628" y="170498"/>
                </a:lnTo>
                <a:lnTo>
                  <a:pt x="1465983" y="170498"/>
                </a:lnTo>
                <a:lnTo>
                  <a:pt x="1486348" y="170498"/>
                </a:lnTo>
                <a:lnTo>
                  <a:pt x="1506712" y="170498"/>
                </a:lnTo>
                <a:lnTo>
                  <a:pt x="1527067" y="170498"/>
                </a:lnTo>
                <a:lnTo>
                  <a:pt x="1547432" y="170498"/>
                </a:lnTo>
                <a:lnTo>
                  <a:pt x="1567786" y="170498"/>
                </a:lnTo>
                <a:lnTo>
                  <a:pt x="1588151" y="170498"/>
                </a:lnTo>
                <a:lnTo>
                  <a:pt x="1608515" y="170498"/>
                </a:lnTo>
                <a:lnTo>
                  <a:pt x="1628870" y="170498"/>
                </a:lnTo>
                <a:lnTo>
                  <a:pt x="1649235" y="170498"/>
                </a:lnTo>
                <a:lnTo>
                  <a:pt x="1669599" y="170498"/>
                </a:lnTo>
                <a:lnTo>
                  <a:pt x="1689954" y="170498"/>
                </a:lnTo>
                <a:lnTo>
                  <a:pt x="1710319" y="170498"/>
                </a:lnTo>
                <a:lnTo>
                  <a:pt x="1730673" y="170498"/>
                </a:lnTo>
                <a:lnTo>
                  <a:pt x="1751038" y="170498"/>
                </a:lnTo>
                <a:lnTo>
                  <a:pt x="1771402" y="170498"/>
                </a:lnTo>
                <a:lnTo>
                  <a:pt x="1791757" y="170498"/>
                </a:lnTo>
                <a:lnTo>
                  <a:pt x="1812122" y="170498"/>
                </a:lnTo>
                <a:lnTo>
                  <a:pt x="1832486" y="170498"/>
                </a:lnTo>
                <a:lnTo>
                  <a:pt x="1852841" y="170498"/>
                </a:lnTo>
                <a:lnTo>
                  <a:pt x="1873206" y="170498"/>
                </a:lnTo>
                <a:lnTo>
                  <a:pt x="1893560" y="170498"/>
                </a:lnTo>
                <a:lnTo>
                  <a:pt x="1913925" y="170498"/>
                </a:lnTo>
                <a:lnTo>
                  <a:pt x="1934289" y="170498"/>
                </a:lnTo>
                <a:lnTo>
                  <a:pt x="1954644" y="170498"/>
                </a:lnTo>
                <a:lnTo>
                  <a:pt x="1975009" y="170498"/>
                </a:lnTo>
                <a:lnTo>
                  <a:pt x="1995373" y="170498"/>
                </a:lnTo>
                <a:lnTo>
                  <a:pt x="2015119" y="167449"/>
                </a:lnTo>
                <a:lnTo>
                  <a:pt x="2033883" y="159544"/>
                </a:lnTo>
                <a:lnTo>
                  <a:pt x="2052647" y="151638"/>
                </a:lnTo>
                <a:lnTo>
                  <a:pt x="2071411" y="143732"/>
                </a:lnTo>
                <a:lnTo>
                  <a:pt x="2090176" y="135836"/>
                </a:lnTo>
                <a:lnTo>
                  <a:pt x="2108940" y="127930"/>
                </a:lnTo>
                <a:lnTo>
                  <a:pt x="2127704" y="120025"/>
                </a:lnTo>
                <a:lnTo>
                  <a:pt x="2146468" y="112128"/>
                </a:lnTo>
                <a:lnTo>
                  <a:pt x="2165233" y="104223"/>
                </a:lnTo>
                <a:lnTo>
                  <a:pt x="2183997" y="96317"/>
                </a:lnTo>
                <a:lnTo>
                  <a:pt x="2202761" y="88411"/>
                </a:lnTo>
                <a:lnTo>
                  <a:pt x="2221525" y="80515"/>
                </a:lnTo>
                <a:lnTo>
                  <a:pt x="2240290" y="72609"/>
                </a:lnTo>
                <a:lnTo>
                  <a:pt x="2259054" y="64703"/>
                </a:lnTo>
                <a:lnTo>
                  <a:pt x="2277818" y="56798"/>
                </a:lnTo>
                <a:lnTo>
                  <a:pt x="2296582" y="48901"/>
                </a:lnTo>
                <a:lnTo>
                  <a:pt x="2315347" y="40996"/>
                </a:lnTo>
                <a:lnTo>
                  <a:pt x="2334111" y="33090"/>
                </a:lnTo>
                <a:lnTo>
                  <a:pt x="2352875" y="25194"/>
                </a:lnTo>
                <a:lnTo>
                  <a:pt x="2371639" y="17288"/>
                </a:lnTo>
                <a:lnTo>
                  <a:pt x="2390404" y="9382"/>
                </a:lnTo>
                <a:lnTo>
                  <a:pt x="2409168" y="1476"/>
                </a:lnTo>
                <a:lnTo>
                  <a:pt x="2396138" y="0"/>
                </a:lnTo>
                <a:lnTo>
                  <a:pt x="2375773" y="0"/>
                </a:lnTo>
                <a:lnTo>
                  <a:pt x="2355409" y="0"/>
                </a:lnTo>
                <a:lnTo>
                  <a:pt x="2335054" y="0"/>
                </a:lnTo>
                <a:lnTo>
                  <a:pt x="2314689" y="0"/>
                </a:lnTo>
                <a:lnTo>
                  <a:pt x="2294325" y="0"/>
                </a:lnTo>
                <a:lnTo>
                  <a:pt x="2273970" y="0"/>
                </a:lnTo>
                <a:lnTo>
                  <a:pt x="2253605" y="0"/>
                </a:lnTo>
                <a:lnTo>
                  <a:pt x="2233251" y="0"/>
                </a:lnTo>
                <a:lnTo>
                  <a:pt x="2212886" y="0"/>
                </a:lnTo>
                <a:lnTo>
                  <a:pt x="2192522" y="0"/>
                </a:lnTo>
                <a:lnTo>
                  <a:pt x="2172167" y="0"/>
                </a:lnTo>
                <a:lnTo>
                  <a:pt x="2151802" y="0"/>
                </a:lnTo>
                <a:lnTo>
                  <a:pt x="2131438" y="0"/>
                </a:lnTo>
                <a:lnTo>
                  <a:pt x="2111083" y="0"/>
                </a:lnTo>
                <a:lnTo>
                  <a:pt x="2090718" y="0"/>
                </a:lnTo>
                <a:lnTo>
                  <a:pt x="2070364" y="0"/>
                </a:lnTo>
                <a:lnTo>
                  <a:pt x="2049999" y="0"/>
                </a:lnTo>
                <a:lnTo>
                  <a:pt x="2029635" y="0"/>
                </a:lnTo>
                <a:lnTo>
                  <a:pt x="2009280" y="0"/>
                </a:lnTo>
                <a:lnTo>
                  <a:pt x="1988915" y="0"/>
                </a:lnTo>
                <a:lnTo>
                  <a:pt x="1968551" y="0"/>
                </a:lnTo>
                <a:lnTo>
                  <a:pt x="1948196" y="0"/>
                </a:lnTo>
                <a:lnTo>
                  <a:pt x="1927831" y="0"/>
                </a:lnTo>
                <a:lnTo>
                  <a:pt x="1907477" y="0"/>
                </a:lnTo>
                <a:lnTo>
                  <a:pt x="1887112" y="0"/>
                </a:lnTo>
                <a:lnTo>
                  <a:pt x="1866748" y="0"/>
                </a:lnTo>
                <a:lnTo>
                  <a:pt x="1846393" y="0"/>
                </a:lnTo>
                <a:lnTo>
                  <a:pt x="1826028" y="0"/>
                </a:lnTo>
                <a:lnTo>
                  <a:pt x="1805664" y="0"/>
                </a:lnTo>
                <a:lnTo>
                  <a:pt x="1785309" y="0"/>
                </a:lnTo>
                <a:lnTo>
                  <a:pt x="1764944" y="0"/>
                </a:lnTo>
                <a:lnTo>
                  <a:pt x="1744589" y="0"/>
                </a:lnTo>
                <a:lnTo>
                  <a:pt x="1724225" y="0"/>
                </a:lnTo>
                <a:lnTo>
                  <a:pt x="1703861" y="0"/>
                </a:lnTo>
                <a:lnTo>
                  <a:pt x="1683506" y="0"/>
                </a:lnTo>
                <a:lnTo>
                  <a:pt x="1663141" y="0"/>
                </a:lnTo>
                <a:lnTo>
                  <a:pt x="1642777" y="0"/>
                </a:lnTo>
                <a:lnTo>
                  <a:pt x="1622422" y="0"/>
                </a:lnTo>
                <a:lnTo>
                  <a:pt x="1602057" y="0"/>
                </a:lnTo>
                <a:lnTo>
                  <a:pt x="1581693" y="0"/>
                </a:lnTo>
                <a:lnTo>
                  <a:pt x="1561338" y="0"/>
                </a:lnTo>
                <a:lnTo>
                  <a:pt x="1540974" y="0"/>
                </a:lnTo>
                <a:lnTo>
                  <a:pt x="1520619" y="0"/>
                </a:lnTo>
                <a:lnTo>
                  <a:pt x="1500254" y="0"/>
                </a:lnTo>
                <a:lnTo>
                  <a:pt x="1479890" y="0"/>
                </a:lnTo>
                <a:lnTo>
                  <a:pt x="1459535" y="0"/>
                </a:lnTo>
                <a:lnTo>
                  <a:pt x="1439170" y="0"/>
                </a:lnTo>
                <a:lnTo>
                  <a:pt x="1418806" y="0"/>
                </a:lnTo>
                <a:lnTo>
                  <a:pt x="1398451" y="0"/>
                </a:lnTo>
                <a:lnTo>
                  <a:pt x="1378087" y="0"/>
                </a:lnTo>
                <a:lnTo>
                  <a:pt x="1357732" y="0"/>
                </a:lnTo>
                <a:lnTo>
                  <a:pt x="1337367" y="0"/>
                </a:lnTo>
                <a:lnTo>
                  <a:pt x="1317003" y="0"/>
                </a:lnTo>
                <a:lnTo>
                  <a:pt x="1296648" y="0"/>
                </a:lnTo>
                <a:lnTo>
                  <a:pt x="1276283" y="0"/>
                </a:lnTo>
                <a:lnTo>
                  <a:pt x="1255919" y="0"/>
                </a:lnTo>
                <a:lnTo>
                  <a:pt x="1235564" y="0"/>
                </a:lnTo>
                <a:lnTo>
                  <a:pt x="1215200" y="0"/>
                </a:lnTo>
                <a:lnTo>
                  <a:pt x="1194845" y="0"/>
                </a:lnTo>
                <a:lnTo>
                  <a:pt x="1174480" y="0"/>
                </a:lnTo>
                <a:lnTo>
                  <a:pt x="1154116" y="0"/>
                </a:lnTo>
                <a:lnTo>
                  <a:pt x="1133761" y="0"/>
                </a:lnTo>
                <a:lnTo>
                  <a:pt x="1113396" y="0"/>
                </a:lnTo>
                <a:lnTo>
                  <a:pt x="1093032" y="0"/>
                </a:lnTo>
                <a:lnTo>
                  <a:pt x="1072677" y="0"/>
                </a:lnTo>
                <a:lnTo>
                  <a:pt x="1052312" y="0"/>
                </a:lnTo>
                <a:lnTo>
                  <a:pt x="1031958" y="0"/>
                </a:lnTo>
                <a:lnTo>
                  <a:pt x="1011593" y="0"/>
                </a:lnTo>
                <a:lnTo>
                  <a:pt x="991229" y="0"/>
                </a:lnTo>
                <a:lnTo>
                  <a:pt x="970874" y="0"/>
                </a:lnTo>
                <a:lnTo>
                  <a:pt x="950509" y="0"/>
                </a:lnTo>
                <a:lnTo>
                  <a:pt x="930145" y="0"/>
                </a:lnTo>
                <a:lnTo>
                  <a:pt x="909790" y="0"/>
                </a:lnTo>
                <a:lnTo>
                  <a:pt x="889425" y="0"/>
                </a:lnTo>
                <a:lnTo>
                  <a:pt x="869061" y="0"/>
                </a:lnTo>
                <a:lnTo>
                  <a:pt x="848706" y="0"/>
                </a:lnTo>
                <a:lnTo>
                  <a:pt x="828342" y="0"/>
                </a:lnTo>
                <a:lnTo>
                  <a:pt x="807987" y="0"/>
                </a:lnTo>
                <a:lnTo>
                  <a:pt x="787622" y="0"/>
                </a:lnTo>
                <a:lnTo>
                  <a:pt x="767258" y="0"/>
                </a:lnTo>
                <a:lnTo>
                  <a:pt x="746903" y="0"/>
                </a:lnTo>
                <a:lnTo>
                  <a:pt x="726538" y="0"/>
                </a:lnTo>
                <a:lnTo>
                  <a:pt x="706174" y="0"/>
                </a:lnTo>
                <a:lnTo>
                  <a:pt x="685819" y="0"/>
                </a:lnTo>
                <a:lnTo>
                  <a:pt x="665455" y="0"/>
                </a:lnTo>
                <a:lnTo>
                  <a:pt x="645100" y="0"/>
                </a:lnTo>
                <a:lnTo>
                  <a:pt x="624735" y="0"/>
                </a:lnTo>
                <a:lnTo>
                  <a:pt x="604371" y="0"/>
                </a:lnTo>
                <a:lnTo>
                  <a:pt x="584016" y="0"/>
                </a:lnTo>
                <a:lnTo>
                  <a:pt x="563651" y="0"/>
                </a:lnTo>
                <a:lnTo>
                  <a:pt x="543287" y="0"/>
                </a:lnTo>
                <a:lnTo>
                  <a:pt x="523208" y="1753"/>
                </a:lnTo>
                <a:lnTo>
                  <a:pt x="503825" y="8001"/>
                </a:lnTo>
                <a:lnTo>
                  <a:pt x="484451" y="14249"/>
                </a:lnTo>
                <a:lnTo>
                  <a:pt x="465068" y="20498"/>
                </a:lnTo>
                <a:lnTo>
                  <a:pt x="445694" y="26756"/>
                </a:lnTo>
                <a:lnTo>
                  <a:pt x="426320" y="33004"/>
                </a:lnTo>
                <a:lnTo>
                  <a:pt x="406937" y="39253"/>
                </a:lnTo>
                <a:lnTo>
                  <a:pt x="387563" y="45501"/>
                </a:lnTo>
                <a:lnTo>
                  <a:pt x="368179" y="51749"/>
                </a:lnTo>
                <a:lnTo>
                  <a:pt x="348806" y="57998"/>
                </a:lnTo>
                <a:lnTo>
                  <a:pt x="329422" y="64246"/>
                </a:lnTo>
                <a:lnTo>
                  <a:pt x="310048" y="70504"/>
                </a:lnTo>
                <a:lnTo>
                  <a:pt x="290674" y="76752"/>
                </a:lnTo>
                <a:lnTo>
                  <a:pt x="271291" y="83001"/>
                </a:lnTo>
                <a:lnTo>
                  <a:pt x="251917" y="89249"/>
                </a:lnTo>
                <a:lnTo>
                  <a:pt x="232534" y="95498"/>
                </a:lnTo>
                <a:lnTo>
                  <a:pt x="213160" y="101746"/>
                </a:lnTo>
                <a:lnTo>
                  <a:pt x="193777" y="108004"/>
                </a:lnTo>
                <a:lnTo>
                  <a:pt x="174403" y="114252"/>
                </a:lnTo>
                <a:lnTo>
                  <a:pt x="155019" y="120501"/>
                </a:lnTo>
                <a:lnTo>
                  <a:pt x="135646" y="126749"/>
                </a:lnTo>
                <a:lnTo>
                  <a:pt x="116272" y="132998"/>
                </a:lnTo>
                <a:lnTo>
                  <a:pt x="96888" y="139246"/>
                </a:lnTo>
                <a:lnTo>
                  <a:pt x="77514" y="145494"/>
                </a:lnTo>
                <a:lnTo>
                  <a:pt x="58131" y="151752"/>
                </a:lnTo>
                <a:lnTo>
                  <a:pt x="38757" y="158001"/>
                </a:lnTo>
                <a:lnTo>
                  <a:pt x="19374" y="164249"/>
                </a:lnTo>
                <a:lnTo>
                  <a:pt x="0" y="17049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B5249542-F06F-4476-87F9-170A2347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2868" y="4250055"/>
            <a:ext cx="2207895" cy="170498"/>
          </a:xfrm>
          <a:custGeom xmlns:a="http://schemas.openxmlformats.org/drawingml/2006/main">
            <a:pathLst>
              <a:path w="2207895" h="170498">
                <a:moveTo>
                  <a:pt x="0" y="170498"/>
                </a:moveTo>
                <a:lnTo>
                  <a:pt x="19002" y="170498"/>
                </a:lnTo>
                <a:lnTo>
                  <a:pt x="37995" y="170498"/>
                </a:lnTo>
                <a:lnTo>
                  <a:pt x="56998" y="170498"/>
                </a:lnTo>
                <a:lnTo>
                  <a:pt x="75990" y="170498"/>
                </a:lnTo>
                <a:lnTo>
                  <a:pt x="94993" y="170498"/>
                </a:lnTo>
                <a:lnTo>
                  <a:pt x="113995" y="170498"/>
                </a:lnTo>
                <a:lnTo>
                  <a:pt x="132988" y="170498"/>
                </a:lnTo>
                <a:lnTo>
                  <a:pt x="151990" y="170498"/>
                </a:lnTo>
                <a:lnTo>
                  <a:pt x="170983" y="170498"/>
                </a:lnTo>
                <a:lnTo>
                  <a:pt x="189986" y="170498"/>
                </a:lnTo>
                <a:lnTo>
                  <a:pt x="208979" y="170498"/>
                </a:lnTo>
                <a:lnTo>
                  <a:pt x="227981" y="170498"/>
                </a:lnTo>
                <a:lnTo>
                  <a:pt x="246983" y="170498"/>
                </a:lnTo>
                <a:lnTo>
                  <a:pt x="265976" y="170498"/>
                </a:lnTo>
                <a:lnTo>
                  <a:pt x="284978" y="170498"/>
                </a:lnTo>
                <a:lnTo>
                  <a:pt x="303971" y="170498"/>
                </a:lnTo>
                <a:lnTo>
                  <a:pt x="322974" y="170498"/>
                </a:lnTo>
                <a:lnTo>
                  <a:pt x="341976" y="170498"/>
                </a:lnTo>
                <a:lnTo>
                  <a:pt x="360969" y="170498"/>
                </a:lnTo>
                <a:lnTo>
                  <a:pt x="379971" y="170498"/>
                </a:lnTo>
                <a:lnTo>
                  <a:pt x="398964" y="170498"/>
                </a:lnTo>
                <a:lnTo>
                  <a:pt x="417967" y="170498"/>
                </a:lnTo>
                <a:lnTo>
                  <a:pt x="436969" y="170498"/>
                </a:lnTo>
                <a:lnTo>
                  <a:pt x="455962" y="170498"/>
                </a:lnTo>
                <a:lnTo>
                  <a:pt x="474964" y="170498"/>
                </a:lnTo>
                <a:lnTo>
                  <a:pt x="493957" y="170498"/>
                </a:lnTo>
                <a:lnTo>
                  <a:pt x="512959" y="170498"/>
                </a:lnTo>
                <a:lnTo>
                  <a:pt x="531962" y="170498"/>
                </a:lnTo>
                <a:lnTo>
                  <a:pt x="550955" y="170498"/>
                </a:lnTo>
                <a:lnTo>
                  <a:pt x="569957" y="170498"/>
                </a:lnTo>
                <a:lnTo>
                  <a:pt x="588950" y="170498"/>
                </a:lnTo>
                <a:lnTo>
                  <a:pt x="607952" y="170498"/>
                </a:lnTo>
                <a:lnTo>
                  <a:pt x="626945" y="170498"/>
                </a:lnTo>
                <a:lnTo>
                  <a:pt x="645947" y="170498"/>
                </a:lnTo>
                <a:lnTo>
                  <a:pt x="664950" y="170498"/>
                </a:lnTo>
                <a:lnTo>
                  <a:pt x="683943" y="170498"/>
                </a:lnTo>
                <a:lnTo>
                  <a:pt x="702945" y="170498"/>
                </a:lnTo>
                <a:lnTo>
                  <a:pt x="721938" y="170498"/>
                </a:lnTo>
                <a:lnTo>
                  <a:pt x="740940" y="170498"/>
                </a:lnTo>
                <a:lnTo>
                  <a:pt x="759943" y="170498"/>
                </a:lnTo>
                <a:lnTo>
                  <a:pt x="778935" y="170498"/>
                </a:lnTo>
                <a:lnTo>
                  <a:pt x="797938" y="170498"/>
                </a:lnTo>
                <a:lnTo>
                  <a:pt x="816931" y="170498"/>
                </a:lnTo>
                <a:lnTo>
                  <a:pt x="835933" y="170498"/>
                </a:lnTo>
                <a:lnTo>
                  <a:pt x="854935" y="170498"/>
                </a:lnTo>
                <a:lnTo>
                  <a:pt x="873928" y="170498"/>
                </a:lnTo>
                <a:lnTo>
                  <a:pt x="892931" y="170498"/>
                </a:lnTo>
                <a:lnTo>
                  <a:pt x="911924" y="170498"/>
                </a:lnTo>
                <a:lnTo>
                  <a:pt x="930926" y="170498"/>
                </a:lnTo>
                <a:lnTo>
                  <a:pt x="949919" y="170498"/>
                </a:lnTo>
                <a:lnTo>
                  <a:pt x="968921" y="170498"/>
                </a:lnTo>
                <a:lnTo>
                  <a:pt x="987923" y="170498"/>
                </a:lnTo>
                <a:lnTo>
                  <a:pt x="1006916" y="170498"/>
                </a:lnTo>
                <a:lnTo>
                  <a:pt x="1025919" y="170498"/>
                </a:lnTo>
                <a:lnTo>
                  <a:pt x="1044912" y="170498"/>
                </a:lnTo>
                <a:lnTo>
                  <a:pt x="1063914" y="170498"/>
                </a:lnTo>
                <a:lnTo>
                  <a:pt x="1082916" y="170498"/>
                </a:lnTo>
                <a:lnTo>
                  <a:pt x="1101909" y="170498"/>
                </a:lnTo>
                <a:lnTo>
                  <a:pt x="1120912" y="170498"/>
                </a:lnTo>
                <a:lnTo>
                  <a:pt x="1139904" y="170498"/>
                </a:lnTo>
                <a:lnTo>
                  <a:pt x="1158907" y="170498"/>
                </a:lnTo>
                <a:lnTo>
                  <a:pt x="1177909" y="170498"/>
                </a:lnTo>
                <a:lnTo>
                  <a:pt x="1196902" y="170498"/>
                </a:lnTo>
                <a:lnTo>
                  <a:pt x="1215904" y="170498"/>
                </a:lnTo>
                <a:lnTo>
                  <a:pt x="1234897" y="170498"/>
                </a:lnTo>
                <a:lnTo>
                  <a:pt x="1253900" y="170498"/>
                </a:lnTo>
                <a:lnTo>
                  <a:pt x="1272902" y="170498"/>
                </a:lnTo>
                <a:lnTo>
                  <a:pt x="1291895" y="170498"/>
                </a:lnTo>
                <a:lnTo>
                  <a:pt x="1310897" y="170498"/>
                </a:lnTo>
                <a:lnTo>
                  <a:pt x="1329890" y="170498"/>
                </a:lnTo>
                <a:lnTo>
                  <a:pt x="1348892" y="170498"/>
                </a:lnTo>
                <a:lnTo>
                  <a:pt x="1367885" y="170498"/>
                </a:lnTo>
                <a:lnTo>
                  <a:pt x="1386888" y="170498"/>
                </a:lnTo>
                <a:lnTo>
                  <a:pt x="1405890" y="170498"/>
                </a:lnTo>
                <a:lnTo>
                  <a:pt x="1424883" y="170498"/>
                </a:lnTo>
                <a:lnTo>
                  <a:pt x="1443885" y="170498"/>
                </a:lnTo>
                <a:lnTo>
                  <a:pt x="1462878" y="170498"/>
                </a:lnTo>
                <a:lnTo>
                  <a:pt x="1481880" y="170498"/>
                </a:lnTo>
                <a:lnTo>
                  <a:pt x="1500883" y="170498"/>
                </a:lnTo>
                <a:lnTo>
                  <a:pt x="1519876" y="170498"/>
                </a:lnTo>
                <a:lnTo>
                  <a:pt x="1538878" y="170498"/>
                </a:lnTo>
                <a:lnTo>
                  <a:pt x="1557871" y="170498"/>
                </a:lnTo>
                <a:lnTo>
                  <a:pt x="1576873" y="170498"/>
                </a:lnTo>
                <a:lnTo>
                  <a:pt x="1595876" y="170498"/>
                </a:lnTo>
                <a:lnTo>
                  <a:pt x="1614869" y="170498"/>
                </a:lnTo>
                <a:lnTo>
                  <a:pt x="1633871" y="170498"/>
                </a:lnTo>
                <a:lnTo>
                  <a:pt x="1652864" y="170498"/>
                </a:lnTo>
                <a:lnTo>
                  <a:pt x="1671866" y="170498"/>
                </a:lnTo>
                <a:lnTo>
                  <a:pt x="1690859" y="170498"/>
                </a:lnTo>
                <a:lnTo>
                  <a:pt x="1709861" y="170498"/>
                </a:lnTo>
                <a:lnTo>
                  <a:pt x="1728864" y="170498"/>
                </a:lnTo>
                <a:lnTo>
                  <a:pt x="1747857" y="170498"/>
                </a:lnTo>
                <a:lnTo>
                  <a:pt x="1766859" y="170498"/>
                </a:lnTo>
                <a:lnTo>
                  <a:pt x="1785852" y="170498"/>
                </a:lnTo>
                <a:lnTo>
                  <a:pt x="1804216" y="167269"/>
                </a:lnTo>
                <a:lnTo>
                  <a:pt x="1821761" y="159991"/>
                </a:lnTo>
                <a:lnTo>
                  <a:pt x="1839316" y="152724"/>
                </a:lnTo>
                <a:lnTo>
                  <a:pt x="1856870" y="145447"/>
                </a:lnTo>
                <a:lnTo>
                  <a:pt x="1874415" y="138179"/>
                </a:lnTo>
                <a:lnTo>
                  <a:pt x="1891970" y="130902"/>
                </a:lnTo>
                <a:lnTo>
                  <a:pt x="1909524" y="123635"/>
                </a:lnTo>
                <a:lnTo>
                  <a:pt x="1927069" y="116357"/>
                </a:lnTo>
                <a:lnTo>
                  <a:pt x="1944624" y="109090"/>
                </a:lnTo>
                <a:lnTo>
                  <a:pt x="1962179" y="101813"/>
                </a:lnTo>
                <a:lnTo>
                  <a:pt x="1979724" y="94545"/>
                </a:lnTo>
                <a:lnTo>
                  <a:pt x="1997278" y="87268"/>
                </a:lnTo>
                <a:lnTo>
                  <a:pt x="2014833" y="80000"/>
                </a:lnTo>
                <a:lnTo>
                  <a:pt x="2032378" y="72723"/>
                </a:lnTo>
                <a:lnTo>
                  <a:pt x="2049932" y="65456"/>
                </a:lnTo>
                <a:lnTo>
                  <a:pt x="2067487" y="58179"/>
                </a:lnTo>
                <a:lnTo>
                  <a:pt x="2085032" y="50911"/>
                </a:lnTo>
                <a:lnTo>
                  <a:pt x="2102587" y="43634"/>
                </a:lnTo>
                <a:lnTo>
                  <a:pt x="2120141" y="36366"/>
                </a:lnTo>
                <a:lnTo>
                  <a:pt x="2137686" y="29089"/>
                </a:lnTo>
                <a:lnTo>
                  <a:pt x="2155241" y="21822"/>
                </a:lnTo>
                <a:lnTo>
                  <a:pt x="2172795" y="14545"/>
                </a:lnTo>
                <a:lnTo>
                  <a:pt x="2190340" y="7277"/>
                </a:lnTo>
                <a:lnTo>
                  <a:pt x="22078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46524665-6E6F-46D5-99C3-005227DF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4838" y="4250055"/>
            <a:ext cx="1685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15281D77-F829-4AEB-A3D5-BE6243B5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3833" y="3307604"/>
            <a:ext cx="279083" cy="609076"/>
          </a:xfrm>
          <a:custGeom xmlns:a="http://schemas.openxmlformats.org/drawingml/2006/main">
            <a:pathLst>
              <a:path w="279083" h="609076">
                <a:moveTo>
                  <a:pt x="0" y="609076"/>
                </a:moveTo>
                <a:lnTo>
                  <a:pt x="0" y="590169"/>
                </a:lnTo>
                <a:lnTo>
                  <a:pt x="0" y="571262"/>
                </a:lnTo>
                <a:lnTo>
                  <a:pt x="0" y="552364"/>
                </a:lnTo>
                <a:lnTo>
                  <a:pt x="0" y="533457"/>
                </a:lnTo>
                <a:lnTo>
                  <a:pt x="0" y="514550"/>
                </a:lnTo>
                <a:lnTo>
                  <a:pt x="0" y="495643"/>
                </a:lnTo>
                <a:lnTo>
                  <a:pt x="0" y="476745"/>
                </a:lnTo>
                <a:lnTo>
                  <a:pt x="0" y="457838"/>
                </a:lnTo>
                <a:lnTo>
                  <a:pt x="0" y="438931"/>
                </a:lnTo>
                <a:lnTo>
                  <a:pt x="0" y="420024"/>
                </a:lnTo>
                <a:lnTo>
                  <a:pt x="0" y="401117"/>
                </a:lnTo>
                <a:lnTo>
                  <a:pt x="0" y="382219"/>
                </a:lnTo>
                <a:lnTo>
                  <a:pt x="0" y="363312"/>
                </a:lnTo>
                <a:lnTo>
                  <a:pt x="0" y="344405"/>
                </a:lnTo>
                <a:lnTo>
                  <a:pt x="0" y="325498"/>
                </a:lnTo>
                <a:lnTo>
                  <a:pt x="0" y="306600"/>
                </a:lnTo>
                <a:lnTo>
                  <a:pt x="0" y="287693"/>
                </a:lnTo>
                <a:lnTo>
                  <a:pt x="0" y="268786"/>
                </a:lnTo>
                <a:lnTo>
                  <a:pt x="0" y="249879"/>
                </a:lnTo>
                <a:lnTo>
                  <a:pt x="0" y="230981"/>
                </a:lnTo>
                <a:lnTo>
                  <a:pt x="0" y="212074"/>
                </a:lnTo>
                <a:lnTo>
                  <a:pt x="0" y="193167"/>
                </a:lnTo>
                <a:lnTo>
                  <a:pt x="0" y="174260"/>
                </a:lnTo>
                <a:lnTo>
                  <a:pt x="0" y="155353"/>
                </a:lnTo>
                <a:lnTo>
                  <a:pt x="0" y="136455"/>
                </a:lnTo>
                <a:lnTo>
                  <a:pt x="0" y="117548"/>
                </a:lnTo>
                <a:lnTo>
                  <a:pt x="6115" y="102822"/>
                </a:lnTo>
                <a:lnTo>
                  <a:pt x="23736" y="95964"/>
                </a:lnTo>
                <a:lnTo>
                  <a:pt x="41348" y="89116"/>
                </a:lnTo>
                <a:lnTo>
                  <a:pt x="58969" y="82258"/>
                </a:lnTo>
                <a:lnTo>
                  <a:pt x="76591" y="75400"/>
                </a:lnTo>
                <a:lnTo>
                  <a:pt x="94202" y="68551"/>
                </a:lnTo>
                <a:lnTo>
                  <a:pt x="111824" y="61693"/>
                </a:lnTo>
                <a:lnTo>
                  <a:pt x="129445" y="54835"/>
                </a:lnTo>
                <a:lnTo>
                  <a:pt x="147056" y="47987"/>
                </a:lnTo>
                <a:lnTo>
                  <a:pt x="164678" y="41129"/>
                </a:lnTo>
                <a:lnTo>
                  <a:pt x="182299" y="34271"/>
                </a:lnTo>
                <a:lnTo>
                  <a:pt x="199911" y="27422"/>
                </a:lnTo>
                <a:lnTo>
                  <a:pt x="217532" y="20564"/>
                </a:lnTo>
                <a:lnTo>
                  <a:pt x="235153" y="13706"/>
                </a:lnTo>
                <a:lnTo>
                  <a:pt x="252774" y="6858"/>
                </a:lnTo>
                <a:lnTo>
                  <a:pt x="270386" y="0"/>
                </a:lnTo>
                <a:lnTo>
                  <a:pt x="279083" y="6191"/>
                </a:lnTo>
                <a:lnTo>
                  <a:pt x="279083" y="25098"/>
                </a:lnTo>
                <a:lnTo>
                  <a:pt x="279083" y="44006"/>
                </a:lnTo>
                <a:lnTo>
                  <a:pt x="279083" y="62913"/>
                </a:lnTo>
                <a:lnTo>
                  <a:pt x="279083" y="81810"/>
                </a:lnTo>
                <a:lnTo>
                  <a:pt x="279083" y="100717"/>
                </a:lnTo>
                <a:lnTo>
                  <a:pt x="279083" y="119624"/>
                </a:lnTo>
                <a:lnTo>
                  <a:pt x="279083" y="138532"/>
                </a:lnTo>
                <a:lnTo>
                  <a:pt x="279083" y="157429"/>
                </a:lnTo>
                <a:lnTo>
                  <a:pt x="279083" y="176336"/>
                </a:lnTo>
                <a:lnTo>
                  <a:pt x="279083" y="195243"/>
                </a:lnTo>
                <a:lnTo>
                  <a:pt x="279083" y="214151"/>
                </a:lnTo>
                <a:lnTo>
                  <a:pt x="279083" y="233048"/>
                </a:lnTo>
                <a:lnTo>
                  <a:pt x="279083" y="251955"/>
                </a:lnTo>
                <a:lnTo>
                  <a:pt x="279083" y="270862"/>
                </a:lnTo>
                <a:lnTo>
                  <a:pt x="279083" y="289770"/>
                </a:lnTo>
                <a:lnTo>
                  <a:pt x="279083" y="308667"/>
                </a:lnTo>
                <a:lnTo>
                  <a:pt x="279083" y="327574"/>
                </a:lnTo>
                <a:lnTo>
                  <a:pt x="279083" y="346481"/>
                </a:lnTo>
                <a:lnTo>
                  <a:pt x="279083" y="365389"/>
                </a:lnTo>
                <a:lnTo>
                  <a:pt x="279083" y="384296"/>
                </a:lnTo>
                <a:lnTo>
                  <a:pt x="279083" y="403193"/>
                </a:lnTo>
                <a:lnTo>
                  <a:pt x="279083" y="422100"/>
                </a:lnTo>
                <a:lnTo>
                  <a:pt x="279083" y="441008"/>
                </a:lnTo>
                <a:lnTo>
                  <a:pt x="279083" y="459915"/>
                </a:lnTo>
                <a:lnTo>
                  <a:pt x="270358" y="473431"/>
                </a:lnTo>
                <a:lnTo>
                  <a:pt x="253460" y="481908"/>
                </a:lnTo>
                <a:lnTo>
                  <a:pt x="236563" y="490385"/>
                </a:lnTo>
                <a:lnTo>
                  <a:pt x="219666" y="498862"/>
                </a:lnTo>
                <a:lnTo>
                  <a:pt x="202768" y="507340"/>
                </a:lnTo>
                <a:lnTo>
                  <a:pt x="185871" y="515817"/>
                </a:lnTo>
                <a:lnTo>
                  <a:pt x="168973" y="524304"/>
                </a:lnTo>
                <a:lnTo>
                  <a:pt x="152076" y="532781"/>
                </a:lnTo>
                <a:lnTo>
                  <a:pt x="135179" y="541258"/>
                </a:lnTo>
                <a:lnTo>
                  <a:pt x="118281" y="549735"/>
                </a:lnTo>
                <a:lnTo>
                  <a:pt x="101384" y="558213"/>
                </a:lnTo>
                <a:lnTo>
                  <a:pt x="84487" y="566690"/>
                </a:lnTo>
                <a:lnTo>
                  <a:pt x="67589" y="575167"/>
                </a:lnTo>
                <a:lnTo>
                  <a:pt x="50692" y="583644"/>
                </a:lnTo>
                <a:lnTo>
                  <a:pt x="33795" y="592122"/>
                </a:lnTo>
                <a:lnTo>
                  <a:pt x="16897" y="600599"/>
                </a:lnTo>
                <a:lnTo>
                  <a:pt x="0" y="609076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0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F8D71834-15B4-4E03-9F9E-F21CCA9A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5010" y="3776663"/>
            <a:ext cx="2283600" cy="140018"/>
          </a:xfrm>
          <a:custGeom xmlns:a="http://schemas.openxmlformats.org/drawingml/2006/main">
            <a:pathLst>
              <a:path w="2283600" h="140018">
                <a:moveTo>
                  <a:pt x="0" y="140018"/>
                </a:moveTo>
                <a:lnTo>
                  <a:pt x="19298" y="140018"/>
                </a:lnTo>
                <a:lnTo>
                  <a:pt x="38605" y="140018"/>
                </a:lnTo>
                <a:lnTo>
                  <a:pt x="57902" y="140018"/>
                </a:lnTo>
                <a:lnTo>
                  <a:pt x="77210" y="140018"/>
                </a:lnTo>
                <a:lnTo>
                  <a:pt x="96507" y="140018"/>
                </a:lnTo>
                <a:lnTo>
                  <a:pt x="115814" y="140018"/>
                </a:lnTo>
                <a:lnTo>
                  <a:pt x="135112" y="140018"/>
                </a:lnTo>
                <a:lnTo>
                  <a:pt x="154419" y="140018"/>
                </a:lnTo>
                <a:lnTo>
                  <a:pt x="173717" y="140018"/>
                </a:lnTo>
                <a:lnTo>
                  <a:pt x="193024" y="140018"/>
                </a:lnTo>
                <a:lnTo>
                  <a:pt x="212322" y="140018"/>
                </a:lnTo>
                <a:lnTo>
                  <a:pt x="231629" y="140018"/>
                </a:lnTo>
                <a:lnTo>
                  <a:pt x="250927" y="140018"/>
                </a:lnTo>
                <a:lnTo>
                  <a:pt x="270224" y="140018"/>
                </a:lnTo>
                <a:lnTo>
                  <a:pt x="289531" y="140018"/>
                </a:lnTo>
                <a:lnTo>
                  <a:pt x="308829" y="140018"/>
                </a:lnTo>
                <a:lnTo>
                  <a:pt x="328136" y="140018"/>
                </a:lnTo>
                <a:lnTo>
                  <a:pt x="347434" y="140018"/>
                </a:lnTo>
                <a:lnTo>
                  <a:pt x="366741" y="140018"/>
                </a:lnTo>
                <a:lnTo>
                  <a:pt x="386039" y="140018"/>
                </a:lnTo>
                <a:lnTo>
                  <a:pt x="405346" y="140018"/>
                </a:lnTo>
                <a:lnTo>
                  <a:pt x="424644" y="140018"/>
                </a:lnTo>
                <a:lnTo>
                  <a:pt x="443951" y="140018"/>
                </a:lnTo>
                <a:lnTo>
                  <a:pt x="463248" y="140018"/>
                </a:lnTo>
                <a:lnTo>
                  <a:pt x="482556" y="140018"/>
                </a:lnTo>
                <a:lnTo>
                  <a:pt x="501853" y="140018"/>
                </a:lnTo>
                <a:lnTo>
                  <a:pt x="521151" y="140018"/>
                </a:lnTo>
                <a:lnTo>
                  <a:pt x="540458" y="140018"/>
                </a:lnTo>
                <a:lnTo>
                  <a:pt x="559756" y="140018"/>
                </a:lnTo>
                <a:lnTo>
                  <a:pt x="579063" y="140018"/>
                </a:lnTo>
                <a:lnTo>
                  <a:pt x="598361" y="140018"/>
                </a:lnTo>
                <a:lnTo>
                  <a:pt x="617668" y="140018"/>
                </a:lnTo>
                <a:lnTo>
                  <a:pt x="636965" y="140018"/>
                </a:lnTo>
                <a:lnTo>
                  <a:pt x="656273" y="140018"/>
                </a:lnTo>
                <a:lnTo>
                  <a:pt x="675570" y="140018"/>
                </a:lnTo>
                <a:lnTo>
                  <a:pt x="694877" y="140018"/>
                </a:lnTo>
                <a:lnTo>
                  <a:pt x="714175" y="140018"/>
                </a:lnTo>
                <a:lnTo>
                  <a:pt x="733482" y="140018"/>
                </a:lnTo>
                <a:lnTo>
                  <a:pt x="752780" y="140018"/>
                </a:lnTo>
                <a:lnTo>
                  <a:pt x="772087" y="140018"/>
                </a:lnTo>
                <a:lnTo>
                  <a:pt x="791385" y="140018"/>
                </a:lnTo>
                <a:lnTo>
                  <a:pt x="810682" y="140018"/>
                </a:lnTo>
                <a:lnTo>
                  <a:pt x="829989" y="140018"/>
                </a:lnTo>
                <a:lnTo>
                  <a:pt x="849287" y="140018"/>
                </a:lnTo>
                <a:lnTo>
                  <a:pt x="868594" y="140018"/>
                </a:lnTo>
                <a:lnTo>
                  <a:pt x="887892" y="140018"/>
                </a:lnTo>
                <a:lnTo>
                  <a:pt x="907199" y="140018"/>
                </a:lnTo>
                <a:lnTo>
                  <a:pt x="926497" y="140018"/>
                </a:lnTo>
                <a:lnTo>
                  <a:pt x="945804" y="140018"/>
                </a:lnTo>
                <a:lnTo>
                  <a:pt x="965102" y="140018"/>
                </a:lnTo>
                <a:lnTo>
                  <a:pt x="984409" y="140018"/>
                </a:lnTo>
                <a:lnTo>
                  <a:pt x="1003706" y="140018"/>
                </a:lnTo>
                <a:lnTo>
                  <a:pt x="1023014" y="140018"/>
                </a:lnTo>
                <a:lnTo>
                  <a:pt x="1042311" y="140018"/>
                </a:lnTo>
                <a:lnTo>
                  <a:pt x="1061609" y="140018"/>
                </a:lnTo>
                <a:lnTo>
                  <a:pt x="1080916" y="140018"/>
                </a:lnTo>
                <a:lnTo>
                  <a:pt x="1100214" y="140018"/>
                </a:lnTo>
                <a:lnTo>
                  <a:pt x="1119521" y="140018"/>
                </a:lnTo>
                <a:lnTo>
                  <a:pt x="1138819" y="140018"/>
                </a:lnTo>
                <a:lnTo>
                  <a:pt x="1158126" y="140018"/>
                </a:lnTo>
                <a:lnTo>
                  <a:pt x="1177423" y="140018"/>
                </a:lnTo>
                <a:lnTo>
                  <a:pt x="1196731" y="140018"/>
                </a:lnTo>
                <a:lnTo>
                  <a:pt x="1216028" y="140018"/>
                </a:lnTo>
                <a:lnTo>
                  <a:pt x="1235335" y="140018"/>
                </a:lnTo>
                <a:lnTo>
                  <a:pt x="1254633" y="140018"/>
                </a:lnTo>
                <a:lnTo>
                  <a:pt x="1273940" y="140018"/>
                </a:lnTo>
                <a:lnTo>
                  <a:pt x="1293238" y="140018"/>
                </a:lnTo>
                <a:lnTo>
                  <a:pt x="1312535" y="140018"/>
                </a:lnTo>
                <a:lnTo>
                  <a:pt x="1331843" y="140018"/>
                </a:lnTo>
                <a:lnTo>
                  <a:pt x="1351140" y="140018"/>
                </a:lnTo>
                <a:lnTo>
                  <a:pt x="1370447" y="140018"/>
                </a:lnTo>
                <a:lnTo>
                  <a:pt x="1389745" y="140018"/>
                </a:lnTo>
                <a:lnTo>
                  <a:pt x="1409052" y="140018"/>
                </a:lnTo>
                <a:lnTo>
                  <a:pt x="1428350" y="140018"/>
                </a:lnTo>
                <a:lnTo>
                  <a:pt x="1447657" y="140018"/>
                </a:lnTo>
                <a:lnTo>
                  <a:pt x="1466955" y="140018"/>
                </a:lnTo>
                <a:lnTo>
                  <a:pt x="1486262" y="140018"/>
                </a:lnTo>
                <a:lnTo>
                  <a:pt x="1505560" y="140018"/>
                </a:lnTo>
                <a:lnTo>
                  <a:pt x="1524867" y="140018"/>
                </a:lnTo>
                <a:lnTo>
                  <a:pt x="1544164" y="140018"/>
                </a:lnTo>
                <a:lnTo>
                  <a:pt x="1563462" y="140018"/>
                </a:lnTo>
                <a:lnTo>
                  <a:pt x="1582769" y="140018"/>
                </a:lnTo>
                <a:lnTo>
                  <a:pt x="1602067" y="140018"/>
                </a:lnTo>
                <a:lnTo>
                  <a:pt x="1621374" y="140018"/>
                </a:lnTo>
                <a:lnTo>
                  <a:pt x="1640672" y="140018"/>
                </a:lnTo>
                <a:lnTo>
                  <a:pt x="1659979" y="140018"/>
                </a:lnTo>
                <a:lnTo>
                  <a:pt x="1679277" y="140018"/>
                </a:lnTo>
                <a:lnTo>
                  <a:pt x="1698584" y="140018"/>
                </a:lnTo>
                <a:lnTo>
                  <a:pt x="1717881" y="140018"/>
                </a:lnTo>
                <a:lnTo>
                  <a:pt x="1737189" y="140018"/>
                </a:lnTo>
                <a:lnTo>
                  <a:pt x="1756486" y="140018"/>
                </a:lnTo>
                <a:lnTo>
                  <a:pt x="1775793" y="140018"/>
                </a:lnTo>
                <a:lnTo>
                  <a:pt x="1795091" y="140018"/>
                </a:lnTo>
                <a:lnTo>
                  <a:pt x="1814398" y="140018"/>
                </a:lnTo>
                <a:lnTo>
                  <a:pt x="1833696" y="140018"/>
                </a:lnTo>
                <a:lnTo>
                  <a:pt x="1852994" y="140018"/>
                </a:lnTo>
                <a:lnTo>
                  <a:pt x="1872301" y="140018"/>
                </a:lnTo>
                <a:lnTo>
                  <a:pt x="1891598" y="140018"/>
                </a:lnTo>
                <a:lnTo>
                  <a:pt x="1910906" y="140018"/>
                </a:lnTo>
                <a:lnTo>
                  <a:pt x="1930203" y="140018"/>
                </a:lnTo>
                <a:lnTo>
                  <a:pt x="1949510" y="140018"/>
                </a:lnTo>
                <a:lnTo>
                  <a:pt x="1968808" y="140018"/>
                </a:lnTo>
                <a:lnTo>
                  <a:pt x="1988115" y="140018"/>
                </a:lnTo>
                <a:lnTo>
                  <a:pt x="2007413" y="140018"/>
                </a:lnTo>
                <a:lnTo>
                  <a:pt x="2024815" y="131997"/>
                </a:lnTo>
                <a:lnTo>
                  <a:pt x="2042065" y="123339"/>
                </a:lnTo>
                <a:lnTo>
                  <a:pt x="2059324" y="114681"/>
                </a:lnTo>
                <a:lnTo>
                  <a:pt x="2076574" y="106023"/>
                </a:lnTo>
                <a:lnTo>
                  <a:pt x="2093824" y="97374"/>
                </a:lnTo>
                <a:lnTo>
                  <a:pt x="2111083" y="88716"/>
                </a:lnTo>
                <a:lnTo>
                  <a:pt x="2128333" y="80058"/>
                </a:lnTo>
                <a:lnTo>
                  <a:pt x="2145582" y="71399"/>
                </a:lnTo>
                <a:lnTo>
                  <a:pt x="2162832" y="62751"/>
                </a:lnTo>
                <a:lnTo>
                  <a:pt x="2180092" y="54092"/>
                </a:lnTo>
                <a:lnTo>
                  <a:pt x="2197341" y="45434"/>
                </a:lnTo>
                <a:lnTo>
                  <a:pt x="2214591" y="36776"/>
                </a:lnTo>
                <a:lnTo>
                  <a:pt x="2231850" y="28127"/>
                </a:lnTo>
                <a:lnTo>
                  <a:pt x="2249100" y="19469"/>
                </a:lnTo>
                <a:lnTo>
                  <a:pt x="2266350" y="10811"/>
                </a:lnTo>
                <a:lnTo>
                  <a:pt x="2283600" y="2162"/>
                </a:lnTo>
                <a:lnTo>
                  <a:pt x="2273417" y="0"/>
                </a:lnTo>
                <a:lnTo>
                  <a:pt x="2254110" y="0"/>
                </a:lnTo>
                <a:lnTo>
                  <a:pt x="2234813" y="0"/>
                </a:lnTo>
                <a:lnTo>
                  <a:pt x="2215505" y="0"/>
                </a:lnTo>
                <a:lnTo>
                  <a:pt x="2196208" y="0"/>
                </a:lnTo>
                <a:lnTo>
                  <a:pt x="2176901" y="0"/>
                </a:lnTo>
                <a:lnTo>
                  <a:pt x="2157603" y="0"/>
                </a:lnTo>
                <a:lnTo>
                  <a:pt x="2138296" y="0"/>
                </a:lnTo>
                <a:lnTo>
                  <a:pt x="2118998" y="0"/>
                </a:lnTo>
                <a:lnTo>
                  <a:pt x="2099691" y="0"/>
                </a:lnTo>
                <a:lnTo>
                  <a:pt x="2080393" y="0"/>
                </a:lnTo>
                <a:lnTo>
                  <a:pt x="2061096" y="0"/>
                </a:lnTo>
                <a:lnTo>
                  <a:pt x="2041789" y="0"/>
                </a:lnTo>
                <a:lnTo>
                  <a:pt x="2022491" y="0"/>
                </a:lnTo>
                <a:lnTo>
                  <a:pt x="2003184" y="0"/>
                </a:lnTo>
                <a:lnTo>
                  <a:pt x="1983886" y="0"/>
                </a:lnTo>
                <a:lnTo>
                  <a:pt x="1964579" y="0"/>
                </a:lnTo>
                <a:lnTo>
                  <a:pt x="1945281" y="0"/>
                </a:lnTo>
                <a:lnTo>
                  <a:pt x="1925974" y="0"/>
                </a:lnTo>
                <a:lnTo>
                  <a:pt x="1906676" y="0"/>
                </a:lnTo>
                <a:lnTo>
                  <a:pt x="1887369" y="0"/>
                </a:lnTo>
                <a:lnTo>
                  <a:pt x="1868072" y="0"/>
                </a:lnTo>
                <a:lnTo>
                  <a:pt x="1848764" y="0"/>
                </a:lnTo>
                <a:lnTo>
                  <a:pt x="1829467" y="0"/>
                </a:lnTo>
                <a:lnTo>
                  <a:pt x="1810169" y="0"/>
                </a:lnTo>
                <a:lnTo>
                  <a:pt x="1790862" y="0"/>
                </a:lnTo>
                <a:lnTo>
                  <a:pt x="1771564" y="0"/>
                </a:lnTo>
                <a:lnTo>
                  <a:pt x="1752257" y="0"/>
                </a:lnTo>
                <a:lnTo>
                  <a:pt x="1732959" y="0"/>
                </a:lnTo>
                <a:lnTo>
                  <a:pt x="1713652" y="0"/>
                </a:lnTo>
                <a:lnTo>
                  <a:pt x="1694355" y="0"/>
                </a:lnTo>
                <a:lnTo>
                  <a:pt x="1675047" y="0"/>
                </a:lnTo>
                <a:lnTo>
                  <a:pt x="1655750" y="0"/>
                </a:lnTo>
                <a:lnTo>
                  <a:pt x="1636443" y="0"/>
                </a:lnTo>
                <a:lnTo>
                  <a:pt x="1617145" y="0"/>
                </a:lnTo>
                <a:lnTo>
                  <a:pt x="1597847" y="0"/>
                </a:lnTo>
                <a:lnTo>
                  <a:pt x="1578540" y="0"/>
                </a:lnTo>
                <a:lnTo>
                  <a:pt x="1559243" y="0"/>
                </a:lnTo>
                <a:lnTo>
                  <a:pt x="1539935" y="0"/>
                </a:lnTo>
                <a:lnTo>
                  <a:pt x="1520638" y="0"/>
                </a:lnTo>
                <a:lnTo>
                  <a:pt x="1501331" y="0"/>
                </a:lnTo>
                <a:lnTo>
                  <a:pt x="1482033" y="0"/>
                </a:lnTo>
                <a:lnTo>
                  <a:pt x="1462726" y="0"/>
                </a:lnTo>
                <a:lnTo>
                  <a:pt x="1443428" y="0"/>
                </a:lnTo>
                <a:lnTo>
                  <a:pt x="1424121" y="0"/>
                </a:lnTo>
                <a:lnTo>
                  <a:pt x="1404823" y="0"/>
                </a:lnTo>
                <a:lnTo>
                  <a:pt x="1385516" y="0"/>
                </a:lnTo>
                <a:lnTo>
                  <a:pt x="1366218" y="0"/>
                </a:lnTo>
                <a:lnTo>
                  <a:pt x="1346911" y="0"/>
                </a:lnTo>
                <a:lnTo>
                  <a:pt x="1327614" y="0"/>
                </a:lnTo>
                <a:lnTo>
                  <a:pt x="1308306" y="0"/>
                </a:lnTo>
                <a:lnTo>
                  <a:pt x="1289009" y="0"/>
                </a:lnTo>
                <a:lnTo>
                  <a:pt x="1269711" y="0"/>
                </a:lnTo>
                <a:lnTo>
                  <a:pt x="1250404" y="0"/>
                </a:lnTo>
                <a:lnTo>
                  <a:pt x="1231106" y="0"/>
                </a:lnTo>
                <a:lnTo>
                  <a:pt x="1211799" y="0"/>
                </a:lnTo>
                <a:lnTo>
                  <a:pt x="1192501" y="0"/>
                </a:lnTo>
                <a:lnTo>
                  <a:pt x="1173194" y="0"/>
                </a:lnTo>
                <a:lnTo>
                  <a:pt x="1153897" y="0"/>
                </a:lnTo>
                <a:lnTo>
                  <a:pt x="1134589" y="0"/>
                </a:lnTo>
                <a:lnTo>
                  <a:pt x="1115292" y="0"/>
                </a:lnTo>
                <a:lnTo>
                  <a:pt x="1095985" y="0"/>
                </a:lnTo>
                <a:lnTo>
                  <a:pt x="1076687" y="0"/>
                </a:lnTo>
                <a:lnTo>
                  <a:pt x="1057389" y="0"/>
                </a:lnTo>
                <a:lnTo>
                  <a:pt x="1038082" y="0"/>
                </a:lnTo>
                <a:lnTo>
                  <a:pt x="1018784" y="0"/>
                </a:lnTo>
                <a:lnTo>
                  <a:pt x="999477" y="0"/>
                </a:lnTo>
                <a:lnTo>
                  <a:pt x="980180" y="0"/>
                </a:lnTo>
                <a:lnTo>
                  <a:pt x="960872" y="0"/>
                </a:lnTo>
                <a:lnTo>
                  <a:pt x="941575" y="0"/>
                </a:lnTo>
                <a:lnTo>
                  <a:pt x="922268" y="0"/>
                </a:lnTo>
                <a:lnTo>
                  <a:pt x="902970" y="0"/>
                </a:lnTo>
                <a:lnTo>
                  <a:pt x="883663" y="0"/>
                </a:lnTo>
                <a:lnTo>
                  <a:pt x="864365" y="0"/>
                </a:lnTo>
                <a:lnTo>
                  <a:pt x="845058" y="0"/>
                </a:lnTo>
                <a:lnTo>
                  <a:pt x="825760" y="0"/>
                </a:lnTo>
                <a:lnTo>
                  <a:pt x="806453" y="0"/>
                </a:lnTo>
                <a:lnTo>
                  <a:pt x="787156" y="0"/>
                </a:lnTo>
                <a:lnTo>
                  <a:pt x="767858" y="0"/>
                </a:lnTo>
                <a:lnTo>
                  <a:pt x="748551" y="0"/>
                </a:lnTo>
                <a:lnTo>
                  <a:pt x="729253" y="0"/>
                </a:lnTo>
                <a:lnTo>
                  <a:pt x="709946" y="0"/>
                </a:lnTo>
                <a:lnTo>
                  <a:pt x="690648" y="0"/>
                </a:lnTo>
                <a:lnTo>
                  <a:pt x="671341" y="0"/>
                </a:lnTo>
                <a:lnTo>
                  <a:pt x="652043" y="0"/>
                </a:lnTo>
                <a:lnTo>
                  <a:pt x="632736" y="0"/>
                </a:lnTo>
                <a:lnTo>
                  <a:pt x="613439" y="0"/>
                </a:lnTo>
                <a:lnTo>
                  <a:pt x="594131" y="0"/>
                </a:lnTo>
                <a:lnTo>
                  <a:pt x="574834" y="0"/>
                </a:lnTo>
                <a:lnTo>
                  <a:pt x="555527" y="0"/>
                </a:lnTo>
                <a:lnTo>
                  <a:pt x="536229" y="0"/>
                </a:lnTo>
                <a:lnTo>
                  <a:pt x="516931" y="0"/>
                </a:lnTo>
                <a:lnTo>
                  <a:pt x="497624" y="0"/>
                </a:lnTo>
                <a:lnTo>
                  <a:pt x="478326" y="0"/>
                </a:lnTo>
                <a:lnTo>
                  <a:pt x="459019" y="0"/>
                </a:lnTo>
                <a:lnTo>
                  <a:pt x="439722" y="0"/>
                </a:lnTo>
                <a:lnTo>
                  <a:pt x="420414" y="0"/>
                </a:lnTo>
                <a:lnTo>
                  <a:pt x="401317" y="1210"/>
                </a:lnTo>
                <a:lnTo>
                  <a:pt x="383076" y="7515"/>
                </a:lnTo>
                <a:lnTo>
                  <a:pt x="364836" y="13830"/>
                </a:lnTo>
                <a:lnTo>
                  <a:pt x="346596" y="20136"/>
                </a:lnTo>
                <a:lnTo>
                  <a:pt x="328355" y="26451"/>
                </a:lnTo>
                <a:lnTo>
                  <a:pt x="310105" y="32756"/>
                </a:lnTo>
                <a:lnTo>
                  <a:pt x="291865" y="39062"/>
                </a:lnTo>
                <a:lnTo>
                  <a:pt x="273625" y="45377"/>
                </a:lnTo>
                <a:lnTo>
                  <a:pt x="255384" y="51683"/>
                </a:lnTo>
                <a:lnTo>
                  <a:pt x="237144" y="57998"/>
                </a:lnTo>
                <a:lnTo>
                  <a:pt x="218904" y="64303"/>
                </a:lnTo>
                <a:lnTo>
                  <a:pt x="200663" y="70609"/>
                </a:lnTo>
                <a:lnTo>
                  <a:pt x="182413" y="76924"/>
                </a:lnTo>
                <a:lnTo>
                  <a:pt x="164173" y="83229"/>
                </a:lnTo>
                <a:lnTo>
                  <a:pt x="145933" y="89545"/>
                </a:lnTo>
                <a:lnTo>
                  <a:pt x="127692" y="95850"/>
                </a:lnTo>
                <a:lnTo>
                  <a:pt x="109452" y="102165"/>
                </a:lnTo>
                <a:lnTo>
                  <a:pt x="91211" y="108471"/>
                </a:lnTo>
                <a:lnTo>
                  <a:pt x="72971" y="114776"/>
                </a:lnTo>
                <a:lnTo>
                  <a:pt x="54721" y="121091"/>
                </a:lnTo>
                <a:lnTo>
                  <a:pt x="36481" y="127397"/>
                </a:lnTo>
                <a:lnTo>
                  <a:pt x="18240" y="133712"/>
                </a:lnTo>
                <a:lnTo>
                  <a:pt x="0" y="14001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6A367965-9692-43B1-9893-91849000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0738" y="3776663"/>
            <a:ext cx="2083118" cy="140018"/>
          </a:xfrm>
          <a:custGeom xmlns:a="http://schemas.openxmlformats.org/drawingml/2006/main">
            <a:pathLst>
              <a:path w="2083118" h="140018">
                <a:moveTo>
                  <a:pt x="0" y="140018"/>
                </a:moveTo>
                <a:lnTo>
                  <a:pt x="18888" y="140018"/>
                </a:lnTo>
                <a:lnTo>
                  <a:pt x="37776" y="140018"/>
                </a:lnTo>
                <a:lnTo>
                  <a:pt x="56664" y="140018"/>
                </a:lnTo>
                <a:lnTo>
                  <a:pt x="75552" y="140018"/>
                </a:lnTo>
                <a:lnTo>
                  <a:pt x="94450" y="140018"/>
                </a:lnTo>
                <a:lnTo>
                  <a:pt x="113338" y="140018"/>
                </a:lnTo>
                <a:lnTo>
                  <a:pt x="132226" y="140018"/>
                </a:lnTo>
                <a:lnTo>
                  <a:pt x="151114" y="140018"/>
                </a:lnTo>
                <a:lnTo>
                  <a:pt x="170002" y="140018"/>
                </a:lnTo>
                <a:lnTo>
                  <a:pt x="188890" y="140018"/>
                </a:lnTo>
                <a:lnTo>
                  <a:pt x="207778" y="140018"/>
                </a:lnTo>
                <a:lnTo>
                  <a:pt x="226666" y="140018"/>
                </a:lnTo>
                <a:lnTo>
                  <a:pt x="245555" y="140018"/>
                </a:lnTo>
                <a:lnTo>
                  <a:pt x="264443" y="140018"/>
                </a:lnTo>
                <a:lnTo>
                  <a:pt x="283340" y="140018"/>
                </a:lnTo>
                <a:lnTo>
                  <a:pt x="302228" y="140018"/>
                </a:lnTo>
                <a:lnTo>
                  <a:pt x="321116" y="140018"/>
                </a:lnTo>
                <a:lnTo>
                  <a:pt x="340004" y="140018"/>
                </a:lnTo>
                <a:lnTo>
                  <a:pt x="358892" y="140018"/>
                </a:lnTo>
                <a:lnTo>
                  <a:pt x="377781" y="140018"/>
                </a:lnTo>
                <a:lnTo>
                  <a:pt x="396669" y="140018"/>
                </a:lnTo>
                <a:lnTo>
                  <a:pt x="415557" y="140018"/>
                </a:lnTo>
                <a:lnTo>
                  <a:pt x="434445" y="140018"/>
                </a:lnTo>
                <a:lnTo>
                  <a:pt x="453342" y="140018"/>
                </a:lnTo>
                <a:lnTo>
                  <a:pt x="472230" y="140018"/>
                </a:lnTo>
                <a:lnTo>
                  <a:pt x="491119" y="140018"/>
                </a:lnTo>
                <a:lnTo>
                  <a:pt x="510007" y="140018"/>
                </a:lnTo>
                <a:lnTo>
                  <a:pt x="528895" y="140018"/>
                </a:lnTo>
                <a:lnTo>
                  <a:pt x="547783" y="140018"/>
                </a:lnTo>
                <a:lnTo>
                  <a:pt x="566671" y="140018"/>
                </a:lnTo>
                <a:lnTo>
                  <a:pt x="585559" y="140018"/>
                </a:lnTo>
                <a:lnTo>
                  <a:pt x="604447" y="140018"/>
                </a:lnTo>
                <a:lnTo>
                  <a:pt x="623345" y="140018"/>
                </a:lnTo>
                <a:lnTo>
                  <a:pt x="642233" y="140018"/>
                </a:lnTo>
                <a:lnTo>
                  <a:pt x="661121" y="140018"/>
                </a:lnTo>
                <a:lnTo>
                  <a:pt x="680009" y="140018"/>
                </a:lnTo>
                <a:lnTo>
                  <a:pt x="698897" y="140018"/>
                </a:lnTo>
                <a:lnTo>
                  <a:pt x="717785" y="140018"/>
                </a:lnTo>
                <a:lnTo>
                  <a:pt x="736673" y="140018"/>
                </a:lnTo>
                <a:lnTo>
                  <a:pt x="755561" y="140018"/>
                </a:lnTo>
                <a:lnTo>
                  <a:pt x="774449" y="140018"/>
                </a:lnTo>
                <a:lnTo>
                  <a:pt x="793337" y="140018"/>
                </a:lnTo>
                <a:lnTo>
                  <a:pt x="812235" y="140018"/>
                </a:lnTo>
                <a:lnTo>
                  <a:pt x="831123" y="140018"/>
                </a:lnTo>
                <a:lnTo>
                  <a:pt x="850011" y="140018"/>
                </a:lnTo>
                <a:lnTo>
                  <a:pt x="868899" y="140018"/>
                </a:lnTo>
                <a:lnTo>
                  <a:pt x="887787" y="140018"/>
                </a:lnTo>
                <a:lnTo>
                  <a:pt x="906675" y="140018"/>
                </a:lnTo>
                <a:lnTo>
                  <a:pt x="925563" y="140018"/>
                </a:lnTo>
                <a:lnTo>
                  <a:pt x="944451" y="140018"/>
                </a:lnTo>
                <a:lnTo>
                  <a:pt x="963339" y="140018"/>
                </a:lnTo>
                <a:lnTo>
                  <a:pt x="982237" y="140018"/>
                </a:lnTo>
                <a:lnTo>
                  <a:pt x="1001125" y="140018"/>
                </a:lnTo>
                <a:lnTo>
                  <a:pt x="1020013" y="140018"/>
                </a:lnTo>
                <a:lnTo>
                  <a:pt x="1038901" y="140018"/>
                </a:lnTo>
                <a:lnTo>
                  <a:pt x="1057789" y="140018"/>
                </a:lnTo>
                <a:lnTo>
                  <a:pt x="1076677" y="140018"/>
                </a:lnTo>
                <a:lnTo>
                  <a:pt x="1095566" y="140018"/>
                </a:lnTo>
                <a:lnTo>
                  <a:pt x="1114454" y="140018"/>
                </a:lnTo>
                <a:lnTo>
                  <a:pt x="1133342" y="140018"/>
                </a:lnTo>
                <a:lnTo>
                  <a:pt x="1152230" y="140018"/>
                </a:lnTo>
                <a:lnTo>
                  <a:pt x="1171127" y="140018"/>
                </a:lnTo>
                <a:lnTo>
                  <a:pt x="1190015" y="140018"/>
                </a:lnTo>
                <a:lnTo>
                  <a:pt x="1208903" y="140018"/>
                </a:lnTo>
                <a:lnTo>
                  <a:pt x="1227792" y="140018"/>
                </a:lnTo>
                <a:lnTo>
                  <a:pt x="1246680" y="140018"/>
                </a:lnTo>
                <a:lnTo>
                  <a:pt x="1265568" y="140018"/>
                </a:lnTo>
                <a:lnTo>
                  <a:pt x="1284456" y="140018"/>
                </a:lnTo>
                <a:lnTo>
                  <a:pt x="1303344" y="140018"/>
                </a:lnTo>
                <a:lnTo>
                  <a:pt x="1322241" y="140018"/>
                </a:lnTo>
                <a:lnTo>
                  <a:pt x="1341130" y="140018"/>
                </a:lnTo>
                <a:lnTo>
                  <a:pt x="1360018" y="140018"/>
                </a:lnTo>
                <a:lnTo>
                  <a:pt x="1378906" y="140018"/>
                </a:lnTo>
                <a:lnTo>
                  <a:pt x="1397794" y="140018"/>
                </a:lnTo>
                <a:lnTo>
                  <a:pt x="1416682" y="140018"/>
                </a:lnTo>
                <a:lnTo>
                  <a:pt x="1435570" y="140018"/>
                </a:lnTo>
                <a:lnTo>
                  <a:pt x="1454458" y="140018"/>
                </a:lnTo>
                <a:lnTo>
                  <a:pt x="1473346" y="140018"/>
                </a:lnTo>
                <a:lnTo>
                  <a:pt x="1492234" y="140018"/>
                </a:lnTo>
                <a:lnTo>
                  <a:pt x="1511132" y="140018"/>
                </a:lnTo>
                <a:lnTo>
                  <a:pt x="1530020" y="140018"/>
                </a:lnTo>
                <a:lnTo>
                  <a:pt x="1548908" y="140018"/>
                </a:lnTo>
                <a:lnTo>
                  <a:pt x="1567796" y="140018"/>
                </a:lnTo>
                <a:lnTo>
                  <a:pt x="1586684" y="140018"/>
                </a:lnTo>
                <a:lnTo>
                  <a:pt x="1605572" y="140018"/>
                </a:lnTo>
                <a:lnTo>
                  <a:pt x="1624460" y="140018"/>
                </a:lnTo>
                <a:lnTo>
                  <a:pt x="1643348" y="140018"/>
                </a:lnTo>
                <a:lnTo>
                  <a:pt x="1662236" y="140018"/>
                </a:lnTo>
                <a:lnTo>
                  <a:pt x="1681134" y="140018"/>
                </a:lnTo>
                <a:lnTo>
                  <a:pt x="1700022" y="140018"/>
                </a:lnTo>
                <a:lnTo>
                  <a:pt x="1718910" y="140018"/>
                </a:lnTo>
                <a:lnTo>
                  <a:pt x="1737798" y="140018"/>
                </a:lnTo>
                <a:lnTo>
                  <a:pt x="1756686" y="140018"/>
                </a:lnTo>
                <a:lnTo>
                  <a:pt x="1775574" y="140018"/>
                </a:lnTo>
                <a:lnTo>
                  <a:pt x="1794462" y="140018"/>
                </a:lnTo>
                <a:lnTo>
                  <a:pt x="1811722" y="132988"/>
                </a:lnTo>
                <a:lnTo>
                  <a:pt x="1828686" y="124673"/>
                </a:lnTo>
                <a:lnTo>
                  <a:pt x="1845650" y="116357"/>
                </a:lnTo>
                <a:lnTo>
                  <a:pt x="1862604" y="108052"/>
                </a:lnTo>
                <a:lnTo>
                  <a:pt x="1879568" y="99736"/>
                </a:lnTo>
                <a:lnTo>
                  <a:pt x="1896532" y="91430"/>
                </a:lnTo>
                <a:lnTo>
                  <a:pt x="1913496" y="83115"/>
                </a:lnTo>
                <a:lnTo>
                  <a:pt x="1930460" y="74800"/>
                </a:lnTo>
                <a:lnTo>
                  <a:pt x="1947424" y="66494"/>
                </a:lnTo>
                <a:lnTo>
                  <a:pt x="1964379" y="58179"/>
                </a:lnTo>
                <a:lnTo>
                  <a:pt x="1981343" y="49873"/>
                </a:lnTo>
                <a:lnTo>
                  <a:pt x="1998307" y="41558"/>
                </a:lnTo>
                <a:lnTo>
                  <a:pt x="2015271" y="33242"/>
                </a:lnTo>
                <a:lnTo>
                  <a:pt x="2032235" y="24936"/>
                </a:lnTo>
                <a:lnTo>
                  <a:pt x="2049189" y="16621"/>
                </a:lnTo>
                <a:lnTo>
                  <a:pt x="2066153" y="8315"/>
                </a:lnTo>
                <a:lnTo>
                  <a:pt x="20831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F0708DA2-B339-4D3C-BE8F-86F79CCD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8883" y="3776663"/>
            <a:ext cx="16849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E4C8FC7B-CE6C-42B9-9CFF-FBE16611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1703" y="3305842"/>
            <a:ext cx="155258" cy="252136"/>
          </a:xfrm>
          <a:custGeom xmlns:a="http://schemas.openxmlformats.org/drawingml/2006/main">
            <a:pathLst>
              <a:path w="155258" h="252136">
                <a:moveTo>
                  <a:pt x="0" y="106966"/>
                </a:moveTo>
                <a:lnTo>
                  <a:pt x="0" y="125625"/>
                </a:lnTo>
                <a:lnTo>
                  <a:pt x="0" y="144294"/>
                </a:lnTo>
                <a:lnTo>
                  <a:pt x="0" y="162954"/>
                </a:lnTo>
                <a:lnTo>
                  <a:pt x="0" y="181623"/>
                </a:lnTo>
                <a:lnTo>
                  <a:pt x="0" y="200282"/>
                </a:lnTo>
                <a:lnTo>
                  <a:pt x="0" y="218951"/>
                </a:lnTo>
                <a:lnTo>
                  <a:pt x="0" y="237611"/>
                </a:lnTo>
                <a:lnTo>
                  <a:pt x="2143" y="252136"/>
                </a:lnTo>
                <a:lnTo>
                  <a:pt x="17393" y="241383"/>
                </a:lnTo>
                <a:lnTo>
                  <a:pt x="32642" y="230619"/>
                </a:lnTo>
                <a:lnTo>
                  <a:pt x="47892" y="219856"/>
                </a:lnTo>
                <a:lnTo>
                  <a:pt x="63141" y="209102"/>
                </a:lnTo>
                <a:lnTo>
                  <a:pt x="78391" y="198339"/>
                </a:lnTo>
                <a:lnTo>
                  <a:pt x="93640" y="187585"/>
                </a:lnTo>
                <a:lnTo>
                  <a:pt x="108890" y="176822"/>
                </a:lnTo>
                <a:lnTo>
                  <a:pt x="124149" y="166068"/>
                </a:lnTo>
                <a:lnTo>
                  <a:pt x="139398" y="155305"/>
                </a:lnTo>
                <a:lnTo>
                  <a:pt x="154648" y="144542"/>
                </a:lnTo>
                <a:lnTo>
                  <a:pt x="155258" y="126197"/>
                </a:lnTo>
                <a:lnTo>
                  <a:pt x="155258" y="107537"/>
                </a:lnTo>
                <a:lnTo>
                  <a:pt x="155258" y="88868"/>
                </a:lnTo>
                <a:lnTo>
                  <a:pt x="155258" y="70209"/>
                </a:lnTo>
                <a:lnTo>
                  <a:pt x="155258" y="51549"/>
                </a:lnTo>
                <a:lnTo>
                  <a:pt x="155258" y="32880"/>
                </a:lnTo>
                <a:lnTo>
                  <a:pt x="155258" y="14221"/>
                </a:lnTo>
                <a:lnTo>
                  <a:pt x="152943" y="0"/>
                </a:lnTo>
                <a:lnTo>
                  <a:pt x="137646" y="10697"/>
                </a:lnTo>
                <a:lnTo>
                  <a:pt x="122358" y="21393"/>
                </a:lnTo>
                <a:lnTo>
                  <a:pt x="107061" y="32090"/>
                </a:lnTo>
                <a:lnTo>
                  <a:pt x="91764" y="42786"/>
                </a:lnTo>
                <a:lnTo>
                  <a:pt x="76467" y="53483"/>
                </a:lnTo>
                <a:lnTo>
                  <a:pt x="61179" y="64179"/>
                </a:lnTo>
                <a:lnTo>
                  <a:pt x="45882" y="74876"/>
                </a:lnTo>
                <a:lnTo>
                  <a:pt x="30585" y="85573"/>
                </a:lnTo>
                <a:lnTo>
                  <a:pt x="15297" y="96269"/>
                </a:lnTo>
                <a:lnTo>
                  <a:pt x="0" y="106966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4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DBA0F305-633F-476F-9C09-F8D0F599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3833" y="3304223"/>
            <a:ext cx="2157460" cy="108585"/>
          </a:xfrm>
          <a:custGeom xmlns:a="http://schemas.openxmlformats.org/drawingml/2006/main">
            <a:pathLst>
              <a:path w="2157460" h="108585">
                <a:moveTo>
                  <a:pt x="0" y="108585"/>
                </a:moveTo>
                <a:lnTo>
                  <a:pt x="19050" y="108585"/>
                </a:lnTo>
                <a:lnTo>
                  <a:pt x="38090" y="108585"/>
                </a:lnTo>
                <a:lnTo>
                  <a:pt x="57140" y="108585"/>
                </a:lnTo>
                <a:lnTo>
                  <a:pt x="76190" y="108585"/>
                </a:lnTo>
                <a:lnTo>
                  <a:pt x="95231" y="108585"/>
                </a:lnTo>
                <a:lnTo>
                  <a:pt x="114281" y="108585"/>
                </a:lnTo>
                <a:lnTo>
                  <a:pt x="133331" y="108585"/>
                </a:lnTo>
                <a:lnTo>
                  <a:pt x="152381" y="108585"/>
                </a:lnTo>
                <a:lnTo>
                  <a:pt x="171421" y="108585"/>
                </a:lnTo>
                <a:lnTo>
                  <a:pt x="190471" y="108585"/>
                </a:lnTo>
                <a:lnTo>
                  <a:pt x="209521" y="108585"/>
                </a:lnTo>
                <a:lnTo>
                  <a:pt x="228562" y="108585"/>
                </a:lnTo>
                <a:lnTo>
                  <a:pt x="247612" y="108585"/>
                </a:lnTo>
                <a:lnTo>
                  <a:pt x="266662" y="108585"/>
                </a:lnTo>
                <a:lnTo>
                  <a:pt x="285702" y="108585"/>
                </a:lnTo>
                <a:lnTo>
                  <a:pt x="304752" y="108585"/>
                </a:lnTo>
                <a:lnTo>
                  <a:pt x="323802" y="108585"/>
                </a:lnTo>
                <a:lnTo>
                  <a:pt x="342852" y="108585"/>
                </a:lnTo>
                <a:lnTo>
                  <a:pt x="361893" y="108585"/>
                </a:lnTo>
                <a:lnTo>
                  <a:pt x="380943" y="108585"/>
                </a:lnTo>
                <a:lnTo>
                  <a:pt x="399993" y="108585"/>
                </a:lnTo>
                <a:lnTo>
                  <a:pt x="419033" y="108585"/>
                </a:lnTo>
                <a:lnTo>
                  <a:pt x="438083" y="108585"/>
                </a:lnTo>
                <a:lnTo>
                  <a:pt x="457133" y="108585"/>
                </a:lnTo>
                <a:lnTo>
                  <a:pt x="476174" y="108585"/>
                </a:lnTo>
                <a:lnTo>
                  <a:pt x="495224" y="108585"/>
                </a:lnTo>
                <a:lnTo>
                  <a:pt x="514274" y="108585"/>
                </a:lnTo>
                <a:lnTo>
                  <a:pt x="533324" y="108585"/>
                </a:lnTo>
                <a:lnTo>
                  <a:pt x="552364" y="108585"/>
                </a:lnTo>
                <a:lnTo>
                  <a:pt x="571414" y="108585"/>
                </a:lnTo>
                <a:lnTo>
                  <a:pt x="590464" y="108585"/>
                </a:lnTo>
                <a:lnTo>
                  <a:pt x="609505" y="108585"/>
                </a:lnTo>
                <a:lnTo>
                  <a:pt x="628555" y="108585"/>
                </a:lnTo>
                <a:lnTo>
                  <a:pt x="647605" y="108585"/>
                </a:lnTo>
                <a:lnTo>
                  <a:pt x="666645" y="108585"/>
                </a:lnTo>
                <a:lnTo>
                  <a:pt x="685695" y="108585"/>
                </a:lnTo>
                <a:lnTo>
                  <a:pt x="704745" y="108585"/>
                </a:lnTo>
                <a:lnTo>
                  <a:pt x="723795" y="108585"/>
                </a:lnTo>
                <a:lnTo>
                  <a:pt x="742836" y="108585"/>
                </a:lnTo>
                <a:lnTo>
                  <a:pt x="761886" y="108585"/>
                </a:lnTo>
                <a:lnTo>
                  <a:pt x="780936" y="108585"/>
                </a:lnTo>
                <a:lnTo>
                  <a:pt x="799976" y="108585"/>
                </a:lnTo>
                <a:lnTo>
                  <a:pt x="819026" y="108585"/>
                </a:lnTo>
                <a:lnTo>
                  <a:pt x="838076" y="108585"/>
                </a:lnTo>
                <a:lnTo>
                  <a:pt x="857117" y="108585"/>
                </a:lnTo>
                <a:lnTo>
                  <a:pt x="876167" y="108585"/>
                </a:lnTo>
                <a:lnTo>
                  <a:pt x="895217" y="108585"/>
                </a:lnTo>
                <a:lnTo>
                  <a:pt x="914267" y="108585"/>
                </a:lnTo>
                <a:lnTo>
                  <a:pt x="933307" y="108585"/>
                </a:lnTo>
                <a:lnTo>
                  <a:pt x="952357" y="108585"/>
                </a:lnTo>
                <a:lnTo>
                  <a:pt x="971407" y="108585"/>
                </a:lnTo>
                <a:lnTo>
                  <a:pt x="990448" y="108585"/>
                </a:lnTo>
                <a:lnTo>
                  <a:pt x="1009498" y="108585"/>
                </a:lnTo>
                <a:lnTo>
                  <a:pt x="1028548" y="108585"/>
                </a:lnTo>
                <a:lnTo>
                  <a:pt x="1047588" y="108585"/>
                </a:lnTo>
                <a:lnTo>
                  <a:pt x="1066638" y="108585"/>
                </a:lnTo>
                <a:lnTo>
                  <a:pt x="1085688" y="108585"/>
                </a:lnTo>
                <a:lnTo>
                  <a:pt x="1104729" y="108585"/>
                </a:lnTo>
                <a:lnTo>
                  <a:pt x="1123779" y="108585"/>
                </a:lnTo>
                <a:lnTo>
                  <a:pt x="1142829" y="108585"/>
                </a:lnTo>
                <a:lnTo>
                  <a:pt x="1161879" y="108585"/>
                </a:lnTo>
                <a:lnTo>
                  <a:pt x="1180919" y="108585"/>
                </a:lnTo>
                <a:lnTo>
                  <a:pt x="1199969" y="108585"/>
                </a:lnTo>
                <a:lnTo>
                  <a:pt x="1219019" y="108585"/>
                </a:lnTo>
                <a:lnTo>
                  <a:pt x="1238060" y="108585"/>
                </a:lnTo>
                <a:lnTo>
                  <a:pt x="1257110" y="108585"/>
                </a:lnTo>
                <a:lnTo>
                  <a:pt x="1276160" y="108585"/>
                </a:lnTo>
                <a:lnTo>
                  <a:pt x="1295200" y="108585"/>
                </a:lnTo>
                <a:lnTo>
                  <a:pt x="1314250" y="108585"/>
                </a:lnTo>
                <a:lnTo>
                  <a:pt x="1333300" y="108585"/>
                </a:lnTo>
                <a:lnTo>
                  <a:pt x="1352350" y="108585"/>
                </a:lnTo>
                <a:lnTo>
                  <a:pt x="1371390" y="108585"/>
                </a:lnTo>
                <a:lnTo>
                  <a:pt x="1390440" y="108585"/>
                </a:lnTo>
                <a:lnTo>
                  <a:pt x="1409490" y="108585"/>
                </a:lnTo>
                <a:lnTo>
                  <a:pt x="1428531" y="108585"/>
                </a:lnTo>
                <a:lnTo>
                  <a:pt x="1447581" y="108585"/>
                </a:lnTo>
                <a:lnTo>
                  <a:pt x="1466631" y="108585"/>
                </a:lnTo>
                <a:lnTo>
                  <a:pt x="1485681" y="108585"/>
                </a:lnTo>
                <a:lnTo>
                  <a:pt x="1504721" y="108585"/>
                </a:lnTo>
                <a:lnTo>
                  <a:pt x="1523771" y="108585"/>
                </a:lnTo>
                <a:lnTo>
                  <a:pt x="1542821" y="108585"/>
                </a:lnTo>
                <a:lnTo>
                  <a:pt x="1561862" y="108585"/>
                </a:lnTo>
                <a:lnTo>
                  <a:pt x="1580912" y="108585"/>
                </a:lnTo>
                <a:lnTo>
                  <a:pt x="1599962" y="108585"/>
                </a:lnTo>
                <a:lnTo>
                  <a:pt x="1619002" y="108585"/>
                </a:lnTo>
                <a:lnTo>
                  <a:pt x="1638052" y="108585"/>
                </a:lnTo>
                <a:lnTo>
                  <a:pt x="1657102" y="108585"/>
                </a:lnTo>
                <a:lnTo>
                  <a:pt x="1676143" y="108585"/>
                </a:lnTo>
                <a:lnTo>
                  <a:pt x="1695193" y="108585"/>
                </a:lnTo>
                <a:lnTo>
                  <a:pt x="1714243" y="108585"/>
                </a:lnTo>
                <a:lnTo>
                  <a:pt x="1733293" y="108585"/>
                </a:lnTo>
                <a:lnTo>
                  <a:pt x="1752333" y="108585"/>
                </a:lnTo>
                <a:lnTo>
                  <a:pt x="1771383" y="108585"/>
                </a:lnTo>
                <a:lnTo>
                  <a:pt x="1790433" y="108585"/>
                </a:lnTo>
                <a:lnTo>
                  <a:pt x="1809474" y="108585"/>
                </a:lnTo>
                <a:lnTo>
                  <a:pt x="1828524" y="108585"/>
                </a:lnTo>
                <a:lnTo>
                  <a:pt x="1847574" y="108585"/>
                </a:lnTo>
                <a:lnTo>
                  <a:pt x="1866614" y="108585"/>
                </a:lnTo>
                <a:lnTo>
                  <a:pt x="1885664" y="108585"/>
                </a:lnTo>
                <a:lnTo>
                  <a:pt x="1904714" y="108585"/>
                </a:lnTo>
                <a:lnTo>
                  <a:pt x="1923764" y="108585"/>
                </a:lnTo>
                <a:lnTo>
                  <a:pt x="1942805" y="108585"/>
                </a:lnTo>
                <a:lnTo>
                  <a:pt x="1961855" y="108585"/>
                </a:lnTo>
                <a:lnTo>
                  <a:pt x="1980905" y="108585"/>
                </a:lnTo>
                <a:lnTo>
                  <a:pt x="1999945" y="108585"/>
                </a:lnTo>
                <a:lnTo>
                  <a:pt x="2016985" y="102213"/>
                </a:lnTo>
                <a:lnTo>
                  <a:pt x="2032597" y="91297"/>
                </a:lnTo>
                <a:lnTo>
                  <a:pt x="2048208" y="80372"/>
                </a:lnTo>
                <a:lnTo>
                  <a:pt x="2063810" y="69456"/>
                </a:lnTo>
                <a:lnTo>
                  <a:pt x="2079422" y="58541"/>
                </a:lnTo>
                <a:lnTo>
                  <a:pt x="2095033" y="47625"/>
                </a:lnTo>
                <a:lnTo>
                  <a:pt x="2110635" y="36709"/>
                </a:lnTo>
                <a:lnTo>
                  <a:pt x="2126247" y="25794"/>
                </a:lnTo>
                <a:lnTo>
                  <a:pt x="2141858" y="14878"/>
                </a:lnTo>
                <a:lnTo>
                  <a:pt x="2157460" y="3962"/>
                </a:lnTo>
                <a:lnTo>
                  <a:pt x="2150993" y="0"/>
                </a:lnTo>
                <a:lnTo>
                  <a:pt x="2131943" y="0"/>
                </a:lnTo>
                <a:lnTo>
                  <a:pt x="2112902" y="0"/>
                </a:lnTo>
                <a:lnTo>
                  <a:pt x="2093852" y="0"/>
                </a:lnTo>
                <a:lnTo>
                  <a:pt x="2074802" y="0"/>
                </a:lnTo>
                <a:lnTo>
                  <a:pt x="2055762" y="0"/>
                </a:lnTo>
                <a:lnTo>
                  <a:pt x="2036712" y="0"/>
                </a:lnTo>
                <a:lnTo>
                  <a:pt x="2017662" y="0"/>
                </a:lnTo>
                <a:lnTo>
                  <a:pt x="1998612" y="0"/>
                </a:lnTo>
                <a:lnTo>
                  <a:pt x="1979571" y="0"/>
                </a:lnTo>
                <a:lnTo>
                  <a:pt x="1960521" y="0"/>
                </a:lnTo>
                <a:lnTo>
                  <a:pt x="1941471" y="0"/>
                </a:lnTo>
                <a:lnTo>
                  <a:pt x="1922431" y="0"/>
                </a:lnTo>
                <a:lnTo>
                  <a:pt x="1903381" y="0"/>
                </a:lnTo>
                <a:lnTo>
                  <a:pt x="1884331" y="0"/>
                </a:lnTo>
                <a:lnTo>
                  <a:pt x="1865290" y="0"/>
                </a:lnTo>
                <a:lnTo>
                  <a:pt x="1846240" y="0"/>
                </a:lnTo>
                <a:lnTo>
                  <a:pt x="1827190" y="0"/>
                </a:lnTo>
                <a:lnTo>
                  <a:pt x="1808140" y="0"/>
                </a:lnTo>
                <a:lnTo>
                  <a:pt x="1789100" y="0"/>
                </a:lnTo>
                <a:lnTo>
                  <a:pt x="1770050" y="0"/>
                </a:lnTo>
                <a:lnTo>
                  <a:pt x="1751000" y="0"/>
                </a:lnTo>
                <a:lnTo>
                  <a:pt x="1731959" y="0"/>
                </a:lnTo>
                <a:lnTo>
                  <a:pt x="1712909" y="0"/>
                </a:lnTo>
                <a:lnTo>
                  <a:pt x="1693859" y="0"/>
                </a:lnTo>
                <a:lnTo>
                  <a:pt x="1674819" y="0"/>
                </a:lnTo>
                <a:lnTo>
                  <a:pt x="1655769" y="0"/>
                </a:lnTo>
                <a:lnTo>
                  <a:pt x="1636719" y="0"/>
                </a:lnTo>
                <a:lnTo>
                  <a:pt x="1617669" y="0"/>
                </a:lnTo>
                <a:lnTo>
                  <a:pt x="1598628" y="0"/>
                </a:lnTo>
                <a:lnTo>
                  <a:pt x="1579578" y="0"/>
                </a:lnTo>
                <a:lnTo>
                  <a:pt x="1560528" y="0"/>
                </a:lnTo>
                <a:lnTo>
                  <a:pt x="1541488" y="0"/>
                </a:lnTo>
                <a:lnTo>
                  <a:pt x="1522438" y="0"/>
                </a:lnTo>
                <a:lnTo>
                  <a:pt x="1503388" y="0"/>
                </a:lnTo>
                <a:lnTo>
                  <a:pt x="1484347" y="0"/>
                </a:lnTo>
                <a:lnTo>
                  <a:pt x="1465297" y="0"/>
                </a:lnTo>
                <a:lnTo>
                  <a:pt x="1446247" y="0"/>
                </a:lnTo>
                <a:lnTo>
                  <a:pt x="1427197" y="0"/>
                </a:lnTo>
                <a:lnTo>
                  <a:pt x="1408157" y="0"/>
                </a:lnTo>
                <a:lnTo>
                  <a:pt x="1389107" y="0"/>
                </a:lnTo>
                <a:lnTo>
                  <a:pt x="1370057" y="0"/>
                </a:lnTo>
                <a:lnTo>
                  <a:pt x="1351016" y="0"/>
                </a:lnTo>
                <a:lnTo>
                  <a:pt x="1331966" y="0"/>
                </a:lnTo>
                <a:lnTo>
                  <a:pt x="1312916" y="0"/>
                </a:lnTo>
                <a:lnTo>
                  <a:pt x="1293876" y="0"/>
                </a:lnTo>
                <a:lnTo>
                  <a:pt x="1274826" y="0"/>
                </a:lnTo>
                <a:lnTo>
                  <a:pt x="1255776" y="0"/>
                </a:lnTo>
                <a:lnTo>
                  <a:pt x="1236736" y="0"/>
                </a:lnTo>
                <a:lnTo>
                  <a:pt x="1217686" y="0"/>
                </a:lnTo>
                <a:lnTo>
                  <a:pt x="1198636" y="0"/>
                </a:lnTo>
                <a:lnTo>
                  <a:pt x="1179586" y="0"/>
                </a:lnTo>
                <a:lnTo>
                  <a:pt x="1160545" y="0"/>
                </a:lnTo>
                <a:lnTo>
                  <a:pt x="1141495" y="0"/>
                </a:lnTo>
                <a:lnTo>
                  <a:pt x="1122445" y="0"/>
                </a:lnTo>
                <a:lnTo>
                  <a:pt x="1103405" y="0"/>
                </a:lnTo>
                <a:lnTo>
                  <a:pt x="1084355" y="0"/>
                </a:lnTo>
                <a:lnTo>
                  <a:pt x="1065305" y="0"/>
                </a:lnTo>
                <a:lnTo>
                  <a:pt x="1046264" y="0"/>
                </a:lnTo>
                <a:lnTo>
                  <a:pt x="1027214" y="0"/>
                </a:lnTo>
                <a:lnTo>
                  <a:pt x="1008164" y="0"/>
                </a:lnTo>
                <a:lnTo>
                  <a:pt x="989114" y="0"/>
                </a:lnTo>
                <a:lnTo>
                  <a:pt x="970074" y="0"/>
                </a:lnTo>
                <a:lnTo>
                  <a:pt x="951024" y="0"/>
                </a:lnTo>
                <a:lnTo>
                  <a:pt x="931974" y="0"/>
                </a:lnTo>
                <a:lnTo>
                  <a:pt x="912933" y="0"/>
                </a:lnTo>
                <a:lnTo>
                  <a:pt x="893883" y="0"/>
                </a:lnTo>
                <a:lnTo>
                  <a:pt x="874833" y="0"/>
                </a:lnTo>
                <a:lnTo>
                  <a:pt x="855783" y="0"/>
                </a:lnTo>
                <a:lnTo>
                  <a:pt x="836743" y="0"/>
                </a:lnTo>
                <a:lnTo>
                  <a:pt x="817693" y="0"/>
                </a:lnTo>
                <a:lnTo>
                  <a:pt x="798643" y="0"/>
                </a:lnTo>
                <a:lnTo>
                  <a:pt x="779602" y="0"/>
                </a:lnTo>
                <a:lnTo>
                  <a:pt x="760552" y="0"/>
                </a:lnTo>
                <a:lnTo>
                  <a:pt x="741502" y="0"/>
                </a:lnTo>
                <a:lnTo>
                  <a:pt x="722462" y="0"/>
                </a:lnTo>
                <a:lnTo>
                  <a:pt x="703412" y="0"/>
                </a:lnTo>
                <a:lnTo>
                  <a:pt x="684362" y="0"/>
                </a:lnTo>
                <a:lnTo>
                  <a:pt x="665321" y="0"/>
                </a:lnTo>
                <a:lnTo>
                  <a:pt x="646271" y="0"/>
                </a:lnTo>
                <a:lnTo>
                  <a:pt x="627221" y="0"/>
                </a:lnTo>
                <a:lnTo>
                  <a:pt x="608171" y="0"/>
                </a:lnTo>
                <a:lnTo>
                  <a:pt x="589131" y="0"/>
                </a:lnTo>
                <a:lnTo>
                  <a:pt x="570081" y="0"/>
                </a:lnTo>
                <a:lnTo>
                  <a:pt x="551031" y="0"/>
                </a:lnTo>
                <a:lnTo>
                  <a:pt x="531990" y="0"/>
                </a:lnTo>
                <a:lnTo>
                  <a:pt x="512940" y="0"/>
                </a:lnTo>
                <a:lnTo>
                  <a:pt x="493890" y="0"/>
                </a:lnTo>
                <a:lnTo>
                  <a:pt x="474850" y="0"/>
                </a:lnTo>
                <a:lnTo>
                  <a:pt x="455800" y="0"/>
                </a:lnTo>
                <a:lnTo>
                  <a:pt x="436750" y="0"/>
                </a:lnTo>
                <a:lnTo>
                  <a:pt x="417700" y="0"/>
                </a:lnTo>
                <a:lnTo>
                  <a:pt x="398659" y="0"/>
                </a:lnTo>
                <a:lnTo>
                  <a:pt x="379609" y="0"/>
                </a:lnTo>
                <a:lnTo>
                  <a:pt x="360559" y="0"/>
                </a:lnTo>
                <a:lnTo>
                  <a:pt x="341519" y="0"/>
                </a:lnTo>
                <a:lnTo>
                  <a:pt x="322469" y="0"/>
                </a:lnTo>
                <a:lnTo>
                  <a:pt x="303419" y="0"/>
                </a:lnTo>
                <a:lnTo>
                  <a:pt x="284378" y="0"/>
                </a:lnTo>
                <a:lnTo>
                  <a:pt x="266262" y="4991"/>
                </a:lnTo>
                <a:lnTo>
                  <a:pt x="248517" y="11897"/>
                </a:lnTo>
                <a:lnTo>
                  <a:pt x="230762" y="18802"/>
                </a:lnTo>
                <a:lnTo>
                  <a:pt x="213008" y="25708"/>
                </a:lnTo>
                <a:lnTo>
                  <a:pt x="195263" y="32614"/>
                </a:lnTo>
                <a:lnTo>
                  <a:pt x="177508" y="39519"/>
                </a:lnTo>
                <a:lnTo>
                  <a:pt x="159753" y="46425"/>
                </a:lnTo>
                <a:lnTo>
                  <a:pt x="142008" y="53330"/>
                </a:lnTo>
                <a:lnTo>
                  <a:pt x="124254" y="60236"/>
                </a:lnTo>
                <a:lnTo>
                  <a:pt x="106509" y="67142"/>
                </a:lnTo>
                <a:lnTo>
                  <a:pt x="88754" y="74057"/>
                </a:lnTo>
                <a:lnTo>
                  <a:pt x="70999" y="80963"/>
                </a:lnTo>
                <a:lnTo>
                  <a:pt x="53254" y="87868"/>
                </a:lnTo>
                <a:lnTo>
                  <a:pt x="35500" y="94774"/>
                </a:lnTo>
                <a:lnTo>
                  <a:pt x="17755" y="101679"/>
                </a:lnTo>
                <a:lnTo>
                  <a:pt x="0" y="10858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5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7EED6754-2E05-49E9-BAA2-ECB4A90D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9560" y="3304223"/>
            <a:ext cx="1958340" cy="108585"/>
          </a:xfrm>
          <a:custGeom xmlns:a="http://schemas.openxmlformats.org/drawingml/2006/main">
            <a:pathLst>
              <a:path w="1958340" h="108585">
                <a:moveTo>
                  <a:pt x="0" y="108585"/>
                </a:moveTo>
                <a:lnTo>
                  <a:pt x="18964" y="108585"/>
                </a:lnTo>
                <a:lnTo>
                  <a:pt x="37929" y="108585"/>
                </a:lnTo>
                <a:lnTo>
                  <a:pt x="56893" y="108585"/>
                </a:lnTo>
                <a:lnTo>
                  <a:pt x="75867" y="108585"/>
                </a:lnTo>
                <a:lnTo>
                  <a:pt x="94831" y="108585"/>
                </a:lnTo>
                <a:lnTo>
                  <a:pt x="113795" y="108585"/>
                </a:lnTo>
                <a:lnTo>
                  <a:pt x="132759" y="108585"/>
                </a:lnTo>
                <a:lnTo>
                  <a:pt x="151724" y="108585"/>
                </a:lnTo>
                <a:lnTo>
                  <a:pt x="170688" y="108585"/>
                </a:lnTo>
                <a:lnTo>
                  <a:pt x="189652" y="108585"/>
                </a:lnTo>
                <a:lnTo>
                  <a:pt x="208617" y="108585"/>
                </a:lnTo>
                <a:lnTo>
                  <a:pt x="227590" y="108585"/>
                </a:lnTo>
                <a:lnTo>
                  <a:pt x="246555" y="108585"/>
                </a:lnTo>
                <a:lnTo>
                  <a:pt x="265519" y="108585"/>
                </a:lnTo>
                <a:lnTo>
                  <a:pt x="284483" y="108585"/>
                </a:lnTo>
                <a:lnTo>
                  <a:pt x="303447" y="108585"/>
                </a:lnTo>
                <a:lnTo>
                  <a:pt x="322412" y="108585"/>
                </a:lnTo>
                <a:lnTo>
                  <a:pt x="341376" y="108585"/>
                </a:lnTo>
                <a:lnTo>
                  <a:pt x="360340" y="108585"/>
                </a:lnTo>
                <a:lnTo>
                  <a:pt x="379314" y="108585"/>
                </a:lnTo>
                <a:lnTo>
                  <a:pt x="398278" y="108585"/>
                </a:lnTo>
                <a:lnTo>
                  <a:pt x="417243" y="108585"/>
                </a:lnTo>
                <a:lnTo>
                  <a:pt x="436207" y="108585"/>
                </a:lnTo>
                <a:lnTo>
                  <a:pt x="455171" y="108585"/>
                </a:lnTo>
                <a:lnTo>
                  <a:pt x="474135" y="108585"/>
                </a:lnTo>
                <a:lnTo>
                  <a:pt x="493100" y="108585"/>
                </a:lnTo>
                <a:lnTo>
                  <a:pt x="512064" y="108585"/>
                </a:lnTo>
                <a:lnTo>
                  <a:pt x="531038" y="108585"/>
                </a:lnTo>
                <a:lnTo>
                  <a:pt x="550002" y="108585"/>
                </a:lnTo>
                <a:lnTo>
                  <a:pt x="568966" y="108585"/>
                </a:lnTo>
                <a:lnTo>
                  <a:pt x="587931" y="108585"/>
                </a:lnTo>
                <a:lnTo>
                  <a:pt x="606895" y="108585"/>
                </a:lnTo>
                <a:lnTo>
                  <a:pt x="625859" y="108585"/>
                </a:lnTo>
                <a:lnTo>
                  <a:pt x="644823" y="108585"/>
                </a:lnTo>
                <a:lnTo>
                  <a:pt x="663797" y="108585"/>
                </a:lnTo>
                <a:lnTo>
                  <a:pt x="682762" y="108585"/>
                </a:lnTo>
                <a:lnTo>
                  <a:pt x="701726" y="108585"/>
                </a:lnTo>
                <a:lnTo>
                  <a:pt x="720690" y="108585"/>
                </a:lnTo>
                <a:lnTo>
                  <a:pt x="739654" y="108585"/>
                </a:lnTo>
                <a:lnTo>
                  <a:pt x="758619" y="108585"/>
                </a:lnTo>
                <a:lnTo>
                  <a:pt x="777583" y="108585"/>
                </a:lnTo>
                <a:lnTo>
                  <a:pt x="796547" y="108585"/>
                </a:lnTo>
                <a:lnTo>
                  <a:pt x="815521" y="108585"/>
                </a:lnTo>
                <a:lnTo>
                  <a:pt x="834485" y="108585"/>
                </a:lnTo>
                <a:lnTo>
                  <a:pt x="853450" y="108585"/>
                </a:lnTo>
                <a:lnTo>
                  <a:pt x="872414" y="108585"/>
                </a:lnTo>
                <a:lnTo>
                  <a:pt x="891378" y="108585"/>
                </a:lnTo>
                <a:lnTo>
                  <a:pt x="910342" y="108585"/>
                </a:lnTo>
                <a:lnTo>
                  <a:pt x="929307" y="108585"/>
                </a:lnTo>
                <a:lnTo>
                  <a:pt x="948271" y="108585"/>
                </a:lnTo>
                <a:lnTo>
                  <a:pt x="967245" y="108585"/>
                </a:lnTo>
                <a:lnTo>
                  <a:pt x="986209" y="108585"/>
                </a:lnTo>
                <a:lnTo>
                  <a:pt x="1005173" y="108585"/>
                </a:lnTo>
                <a:lnTo>
                  <a:pt x="1024138" y="108585"/>
                </a:lnTo>
                <a:lnTo>
                  <a:pt x="1043102" y="108585"/>
                </a:lnTo>
                <a:lnTo>
                  <a:pt x="1062066" y="108585"/>
                </a:lnTo>
                <a:lnTo>
                  <a:pt x="1081030" y="108585"/>
                </a:lnTo>
                <a:lnTo>
                  <a:pt x="1099995" y="108585"/>
                </a:lnTo>
                <a:lnTo>
                  <a:pt x="1118968" y="108585"/>
                </a:lnTo>
                <a:lnTo>
                  <a:pt x="1137933" y="108585"/>
                </a:lnTo>
                <a:lnTo>
                  <a:pt x="1156897" y="108585"/>
                </a:lnTo>
                <a:lnTo>
                  <a:pt x="1175861" y="108585"/>
                </a:lnTo>
                <a:lnTo>
                  <a:pt x="1194826" y="108585"/>
                </a:lnTo>
                <a:lnTo>
                  <a:pt x="1213790" y="108585"/>
                </a:lnTo>
                <a:lnTo>
                  <a:pt x="1232754" y="108585"/>
                </a:lnTo>
                <a:lnTo>
                  <a:pt x="1251718" y="108585"/>
                </a:lnTo>
                <a:lnTo>
                  <a:pt x="1270692" y="108585"/>
                </a:lnTo>
                <a:lnTo>
                  <a:pt x="1289656" y="108585"/>
                </a:lnTo>
                <a:lnTo>
                  <a:pt x="1308621" y="108585"/>
                </a:lnTo>
                <a:lnTo>
                  <a:pt x="1327585" y="108585"/>
                </a:lnTo>
                <a:lnTo>
                  <a:pt x="1346549" y="108585"/>
                </a:lnTo>
                <a:lnTo>
                  <a:pt x="1365514" y="108585"/>
                </a:lnTo>
                <a:lnTo>
                  <a:pt x="1384478" y="108585"/>
                </a:lnTo>
                <a:lnTo>
                  <a:pt x="1403452" y="108585"/>
                </a:lnTo>
                <a:lnTo>
                  <a:pt x="1422416" y="108585"/>
                </a:lnTo>
                <a:lnTo>
                  <a:pt x="1441380" y="108585"/>
                </a:lnTo>
                <a:lnTo>
                  <a:pt x="1460344" y="108585"/>
                </a:lnTo>
                <a:lnTo>
                  <a:pt x="1479309" y="108585"/>
                </a:lnTo>
                <a:lnTo>
                  <a:pt x="1498273" y="108585"/>
                </a:lnTo>
                <a:lnTo>
                  <a:pt x="1517237" y="108585"/>
                </a:lnTo>
                <a:lnTo>
                  <a:pt x="1536202" y="108585"/>
                </a:lnTo>
                <a:lnTo>
                  <a:pt x="1555175" y="108585"/>
                </a:lnTo>
                <a:lnTo>
                  <a:pt x="1574140" y="108585"/>
                </a:lnTo>
                <a:lnTo>
                  <a:pt x="1593104" y="108585"/>
                </a:lnTo>
                <a:lnTo>
                  <a:pt x="1612068" y="108585"/>
                </a:lnTo>
                <a:lnTo>
                  <a:pt x="1631032" y="108585"/>
                </a:lnTo>
                <a:lnTo>
                  <a:pt x="1649997" y="108585"/>
                </a:lnTo>
                <a:lnTo>
                  <a:pt x="1668961" y="108585"/>
                </a:lnTo>
                <a:lnTo>
                  <a:pt x="1687925" y="108585"/>
                </a:lnTo>
                <a:lnTo>
                  <a:pt x="1706899" y="108585"/>
                </a:lnTo>
                <a:lnTo>
                  <a:pt x="1725863" y="108585"/>
                </a:lnTo>
                <a:lnTo>
                  <a:pt x="1744828" y="108585"/>
                </a:lnTo>
                <a:lnTo>
                  <a:pt x="1763792" y="108585"/>
                </a:lnTo>
                <a:lnTo>
                  <a:pt x="1782756" y="108585"/>
                </a:lnTo>
                <a:lnTo>
                  <a:pt x="1800825" y="105632"/>
                </a:lnTo>
                <a:lnTo>
                  <a:pt x="1816570" y="95069"/>
                </a:lnTo>
                <a:lnTo>
                  <a:pt x="1832324" y="84506"/>
                </a:lnTo>
                <a:lnTo>
                  <a:pt x="1848079" y="73943"/>
                </a:lnTo>
                <a:lnTo>
                  <a:pt x="1863833" y="63379"/>
                </a:lnTo>
                <a:lnTo>
                  <a:pt x="1879578" y="52816"/>
                </a:lnTo>
                <a:lnTo>
                  <a:pt x="1895332" y="42253"/>
                </a:lnTo>
                <a:lnTo>
                  <a:pt x="1911086" y="31690"/>
                </a:lnTo>
                <a:lnTo>
                  <a:pt x="1926841" y="21126"/>
                </a:lnTo>
                <a:lnTo>
                  <a:pt x="1942586" y="10563"/>
                </a:lnTo>
                <a:lnTo>
                  <a:pt x="19583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6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3A65381F-1F9F-4DFE-9A5C-150201F2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2928" y="3304223"/>
            <a:ext cx="16849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1B20C736-49BC-4470-81F3-ED9D7367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1394" y="3852415"/>
            <a:ext cx="1073353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被动处理</a:t>
            </a:r>
          </a:p>
        </p:txBody>
      </p:sp>
      <p:sp>
        <p:nvSpPr>
          <p:cNvPr id="28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E14A1A33-2C05-475E-83F6-1765E78A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1394" y="4100513"/>
            <a:ext cx="1073353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故障后临时组织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抢修</a:t>
            </a:r>
          </a:p>
        </p:txBody>
      </p:sp>
      <p:sp>
        <p:nvSpPr>
          <p:cNvPr id="29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59017986-6D4A-42EE-908A-E01EC394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7354" y="4652963"/>
            <a:ext cx="341414" cy="3414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0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4250D49D-9C32-4644-B292-598E2678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7466" y="3363811"/>
            <a:ext cx="1073353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形成记录</a:t>
            </a:r>
          </a:p>
        </p:txBody>
      </p:sp>
      <p:sp>
        <p:nvSpPr>
          <p:cNvPr id="31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BDFD92BB-32CD-46BA-8F92-A9F76E45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7466" y="3611909"/>
            <a:ext cx="1073353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故障原因与处理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过程可查</a:t>
            </a:r>
          </a:p>
        </p:txBody>
      </p:sp>
      <p:sp>
        <p:nvSpPr>
          <p:cNvPr id="32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F48EBEC6-2EE8-4BE5-85AB-1DE024B6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3435" y="4164511"/>
            <a:ext cx="341414" cy="3414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3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20CDEF02-4DC2-4BD6-911E-C84FEDAA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3547" y="2875359"/>
            <a:ext cx="1073353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计划维护</a:t>
            </a:r>
          </a:p>
        </p:txBody>
      </p:sp>
      <p:sp>
        <p:nvSpPr>
          <p:cNvPr id="34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97163C0C-BC43-4A77-A82B-D0F85826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3547" y="3123457"/>
            <a:ext cx="1073353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按周期检查并落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实责任</a:t>
            </a:r>
          </a:p>
        </p:txBody>
      </p:sp>
      <p:sp>
        <p:nvSpPr>
          <p:cNvPr id="3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EF6F6B32-81EA-4568-A8B9-AC062289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9507" y="3675907"/>
            <a:ext cx="341414" cy="3414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6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E8C9D0AD-6ED7-40CA-8B6F-5E9D2070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9771" y="2386908"/>
            <a:ext cx="1073353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持续改善</a:t>
            </a:r>
          </a:p>
        </p:txBody>
      </p:sp>
      <p:sp>
        <p:nvSpPr>
          <p:cNvPr id="37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475CA17B-9FF0-4DA2-B500-2FB50D3E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9771" y="2635006"/>
            <a:ext cx="1073353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用复盘减少重复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</a:t>
            </a:r>
          </a:p>
        </p:txBody>
      </p:sp>
      <p:sp>
        <p:nvSpPr>
          <p:cNvPr id="38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21B6C276-3A14-4BE6-B259-8A0684E1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5588" y="3187456"/>
            <a:ext cx="341414" cy="3414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39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6C646897-B4DD-4940-AE0C-AE141D31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8039" y="4554741"/>
            <a:ext cx="431902" cy="232467"/>
          </a:xfrm>
          <a:prstGeom xmlns:a="http://schemas.openxmlformats.org/drawingml/2006/main" prst="roundRect">
            <a:avLst>
              <a:gd name="adj" fmla="val 45472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40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3AE648BE-3C3D-450E-AA15-84976CD7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0345" y="3577828"/>
            <a:ext cx="431902" cy="232467"/>
          </a:xfrm>
          <a:prstGeom xmlns:a="http://schemas.openxmlformats.org/drawingml/2006/main" prst="roundRect">
            <a:avLst>
              <a:gd name="adj" fmla="val 45472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16793140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2026-09-07T23:56:21.3640000Z</dcterms:created>
  <dcterms:modified xsi:type="dcterms:W3CDTF">2026-09-07T23:56:21.3640000Z</dcterms:modified>
</coreProperties>
</file>