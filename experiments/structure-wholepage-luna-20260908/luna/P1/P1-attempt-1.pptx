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a618627604d50" /><Relationship Type="http://schemas.openxmlformats.org/officeDocument/2006/relationships/extended-properties" Target="/docProps/app.xml" Id="R54de4f29e652487f" /><Relationship Type="http://schemas.openxmlformats.org/officeDocument/2006/relationships/officeDocument" Target="/ppt/presentation.xml" Id="R35f2a3082909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a9b389ea14134"/>
  </p:sldMasterIdLst>
  <p:notesMasterIdLst>
    <p:notesMasterId xmlns:r="http://schemas.openxmlformats.org/officeDocument/2006/relationships" r:id="Rfc94ca56d8d549ec"/>
  </p:notesMasterIdLst>
  <p:sldIdLst>
    <p:sldId xmlns:r="http://schemas.openxmlformats.org/officeDocument/2006/relationships" id="256" r:id="R276af56011dd4d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1eaa867b44f3b" /><Relationship Type="http://schemas.openxmlformats.org/officeDocument/2006/relationships/slideMaster" Target="/ppt/slideMasters/slideMaster1.xml" Id="R224a9b389ea14134" /><Relationship Type="http://schemas.openxmlformats.org/officeDocument/2006/relationships/notesMaster" Target="/ppt/notesMasters/notesMaster1.xml" Id="Rfc94ca56d8d549ec" /><Relationship Type="http://schemas.openxmlformats.org/officeDocument/2006/relationships/presProps" Target="/ppt/presProps.xml" Id="R5a1f114c201b48f7" /><Relationship Type="http://schemas.openxmlformats.org/officeDocument/2006/relationships/tableStyles" Target="/ppt/tableStyles.xml" Id="R784a40cf675c4afa" /><Relationship Type="http://schemas.openxmlformats.org/officeDocument/2006/relationships/slide" Target="/ppt/slides/slide1.xml" Id="R276af56011dd4d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35758cac7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79a80c27148a5" /><Relationship Type="http://schemas.openxmlformats.org/officeDocument/2006/relationships/notesMaster" Target="/ppt/notesMasters/notesMaster1.xml" Id="R7f79668d897a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8c2b6c921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34d29883e4165" /><Relationship Type="http://schemas.openxmlformats.org/officeDocument/2006/relationships/slideLayout" Target="/ppt/slideLayouts/slideLayout1.xml" Id="R5b86a07ba817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6a07ba817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bb365be744cf2" /><Relationship Type="http://schemas.openxmlformats.org/officeDocument/2006/relationships/image" Target="/ppt/media/image.png" Id="R0ce489e1ae104445" /><Relationship Type="http://schemas.openxmlformats.org/officeDocument/2006/relationships/image" Target="/ppt/media/image.svg" Id="R76e358ddbdb9455c" /><Relationship Type="http://schemas.openxmlformats.org/officeDocument/2006/relationships/image" Target="/ppt/media/image2.png" Id="R6418e5e620244e16" /><Relationship Type="http://schemas.openxmlformats.org/officeDocument/2006/relationships/image" Target="/ppt/media/image2.svg" Id="Rc0966085d2eb4c73" /><Relationship Type="http://schemas.openxmlformats.org/officeDocument/2006/relationships/image" Target="/ppt/media/image3.png" Id="R5663a0f73d8c419a" /><Relationship Type="http://schemas.openxmlformats.org/officeDocument/2006/relationships/image" Target="/ppt/media/image3.svg" Id="R11acc39f5e044e5b" /><Relationship Type="http://schemas.openxmlformats.org/officeDocument/2006/relationships/image" Target="/ppt/media/image4.png" Id="R179199950b3d4dcc" /><Relationship Type="http://schemas.openxmlformats.org/officeDocument/2006/relationships/image" Target="/ppt/media/image4.svg" Id="R020404f9d93842bc" /><Relationship Type="http://schemas.openxmlformats.org/officeDocument/2006/relationships/notesSlide" Target="/ppt/notesSlides/notesSlide1.xml" Id="Rdcf86ce3015a4a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0EB7EDCF-2D27-4C78-B299-F4CBEE0B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8B07972-7718-41CB-890E-A411CB8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271E6C3-913E-47DB-9A56-F71D526E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656FF6E-C89E-4541-B4E3-A1DB3169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BAFEB881-78A5-4F67-9A49-7CC8B2E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交接验收以接手者能独立继续工作为准，而不是以发送文件为准。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486281-D025-4679-954A-76D8E95C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2C197CA5-4E8C-4312-8F88-313898E0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863" y="3144326"/>
            <a:ext cx="1948901" cy="326536"/>
          </a:xfrm>
          <a:custGeom xmlns:a="http://schemas.openxmlformats.org/drawingml/2006/main">
            <a:pathLst>
              <a:path w="1948901" h="326536">
                <a:moveTo>
                  <a:pt x="1948301" y="0"/>
                </a:moveTo>
                <a:lnTo>
                  <a:pt x="1948901" y="12021"/>
                </a:lnTo>
                <a:lnTo>
                  <a:pt x="1948634" y="24060"/>
                </a:lnTo>
                <a:lnTo>
                  <a:pt x="1947691" y="36071"/>
                </a:lnTo>
                <a:lnTo>
                  <a:pt x="1946119" y="48063"/>
                </a:lnTo>
                <a:lnTo>
                  <a:pt x="1943948" y="60017"/>
                </a:lnTo>
                <a:lnTo>
                  <a:pt x="1941176" y="71923"/>
                </a:lnTo>
                <a:lnTo>
                  <a:pt x="1937795" y="83763"/>
                </a:lnTo>
                <a:lnTo>
                  <a:pt x="1933813" y="95536"/>
                </a:lnTo>
                <a:lnTo>
                  <a:pt x="1929203" y="107213"/>
                </a:lnTo>
                <a:lnTo>
                  <a:pt x="1923974" y="118777"/>
                </a:lnTo>
                <a:lnTo>
                  <a:pt x="1918087" y="130226"/>
                </a:lnTo>
                <a:lnTo>
                  <a:pt x="1911553" y="141532"/>
                </a:lnTo>
                <a:lnTo>
                  <a:pt x="1904343" y="152667"/>
                </a:lnTo>
                <a:lnTo>
                  <a:pt x="1896447" y="163620"/>
                </a:lnTo>
                <a:lnTo>
                  <a:pt x="1887855" y="174365"/>
                </a:lnTo>
                <a:lnTo>
                  <a:pt x="1878559" y="184880"/>
                </a:lnTo>
                <a:lnTo>
                  <a:pt x="1868557" y="195129"/>
                </a:lnTo>
                <a:lnTo>
                  <a:pt x="1857842" y="205083"/>
                </a:lnTo>
                <a:lnTo>
                  <a:pt x="1846431" y="214732"/>
                </a:lnTo>
                <a:lnTo>
                  <a:pt x="1834334" y="224038"/>
                </a:lnTo>
                <a:lnTo>
                  <a:pt x="1821561" y="232982"/>
                </a:lnTo>
                <a:lnTo>
                  <a:pt x="1808140" y="241535"/>
                </a:lnTo>
                <a:lnTo>
                  <a:pt x="1794091" y="249679"/>
                </a:lnTo>
                <a:lnTo>
                  <a:pt x="1779451" y="257404"/>
                </a:lnTo>
                <a:lnTo>
                  <a:pt x="1764259" y="264681"/>
                </a:lnTo>
                <a:lnTo>
                  <a:pt x="1748542" y="271510"/>
                </a:lnTo>
                <a:lnTo>
                  <a:pt x="1732359" y="277892"/>
                </a:lnTo>
                <a:lnTo>
                  <a:pt x="1715748" y="283816"/>
                </a:lnTo>
                <a:lnTo>
                  <a:pt x="1698736" y="289284"/>
                </a:lnTo>
                <a:lnTo>
                  <a:pt x="1681391" y="294303"/>
                </a:lnTo>
                <a:lnTo>
                  <a:pt x="1663732" y="298875"/>
                </a:lnTo>
                <a:lnTo>
                  <a:pt x="1645815" y="303019"/>
                </a:lnTo>
                <a:lnTo>
                  <a:pt x="1627661" y="306743"/>
                </a:lnTo>
                <a:lnTo>
                  <a:pt x="1609315" y="310067"/>
                </a:lnTo>
                <a:lnTo>
                  <a:pt x="1590799" y="312992"/>
                </a:lnTo>
                <a:lnTo>
                  <a:pt x="1572139" y="315544"/>
                </a:lnTo>
                <a:lnTo>
                  <a:pt x="1553375" y="317735"/>
                </a:lnTo>
                <a:lnTo>
                  <a:pt x="1534506" y="319583"/>
                </a:lnTo>
                <a:lnTo>
                  <a:pt x="1515570" y="321097"/>
                </a:lnTo>
                <a:lnTo>
                  <a:pt x="1496578" y="322307"/>
                </a:lnTo>
                <a:lnTo>
                  <a:pt x="1477547" y="323202"/>
                </a:lnTo>
                <a:lnTo>
                  <a:pt x="1458468" y="323631"/>
                </a:lnTo>
                <a:lnTo>
                  <a:pt x="1439380" y="323907"/>
                </a:lnTo>
                <a:lnTo>
                  <a:pt x="1420292" y="324136"/>
                </a:lnTo>
                <a:lnTo>
                  <a:pt x="1401204" y="324326"/>
                </a:lnTo>
                <a:lnTo>
                  <a:pt x="1382116" y="324498"/>
                </a:lnTo>
                <a:lnTo>
                  <a:pt x="1363028" y="324650"/>
                </a:lnTo>
                <a:lnTo>
                  <a:pt x="1343939" y="324783"/>
                </a:lnTo>
                <a:lnTo>
                  <a:pt x="1324851" y="324907"/>
                </a:lnTo>
                <a:lnTo>
                  <a:pt x="1305763" y="325022"/>
                </a:lnTo>
                <a:lnTo>
                  <a:pt x="1286675" y="325136"/>
                </a:lnTo>
                <a:lnTo>
                  <a:pt x="1267577" y="325241"/>
                </a:lnTo>
                <a:lnTo>
                  <a:pt x="1248489" y="325336"/>
                </a:lnTo>
                <a:lnTo>
                  <a:pt x="1229401" y="325422"/>
                </a:lnTo>
                <a:lnTo>
                  <a:pt x="1210313" y="325507"/>
                </a:lnTo>
                <a:lnTo>
                  <a:pt x="1191225" y="325593"/>
                </a:lnTo>
                <a:lnTo>
                  <a:pt x="1172137" y="325669"/>
                </a:lnTo>
                <a:lnTo>
                  <a:pt x="1153039" y="325736"/>
                </a:lnTo>
                <a:lnTo>
                  <a:pt x="1133951" y="325812"/>
                </a:lnTo>
                <a:lnTo>
                  <a:pt x="1114863" y="325869"/>
                </a:lnTo>
                <a:lnTo>
                  <a:pt x="1095775" y="325926"/>
                </a:lnTo>
                <a:lnTo>
                  <a:pt x="1076687" y="325993"/>
                </a:lnTo>
                <a:lnTo>
                  <a:pt x="1057589" y="326041"/>
                </a:lnTo>
                <a:lnTo>
                  <a:pt x="1038501" y="326098"/>
                </a:lnTo>
                <a:lnTo>
                  <a:pt x="1019413" y="326146"/>
                </a:lnTo>
                <a:lnTo>
                  <a:pt x="1000325" y="326193"/>
                </a:lnTo>
                <a:lnTo>
                  <a:pt x="981237" y="326231"/>
                </a:lnTo>
                <a:lnTo>
                  <a:pt x="962139" y="326269"/>
                </a:lnTo>
                <a:lnTo>
                  <a:pt x="943051" y="326307"/>
                </a:lnTo>
                <a:lnTo>
                  <a:pt x="923963" y="326336"/>
                </a:lnTo>
                <a:lnTo>
                  <a:pt x="904875" y="326374"/>
                </a:lnTo>
                <a:lnTo>
                  <a:pt x="885787" y="326403"/>
                </a:lnTo>
                <a:lnTo>
                  <a:pt x="866689" y="326422"/>
                </a:lnTo>
                <a:lnTo>
                  <a:pt x="847601" y="326450"/>
                </a:lnTo>
                <a:lnTo>
                  <a:pt x="828513" y="326469"/>
                </a:lnTo>
                <a:lnTo>
                  <a:pt x="809425" y="326488"/>
                </a:lnTo>
                <a:lnTo>
                  <a:pt x="790327" y="326498"/>
                </a:lnTo>
                <a:lnTo>
                  <a:pt x="771239" y="326517"/>
                </a:lnTo>
                <a:lnTo>
                  <a:pt x="752151" y="326527"/>
                </a:lnTo>
                <a:lnTo>
                  <a:pt x="733063" y="326536"/>
                </a:lnTo>
                <a:lnTo>
                  <a:pt x="713975" y="326536"/>
                </a:lnTo>
                <a:lnTo>
                  <a:pt x="694877" y="326536"/>
                </a:lnTo>
                <a:lnTo>
                  <a:pt x="675789" y="326536"/>
                </a:lnTo>
                <a:lnTo>
                  <a:pt x="656701" y="326536"/>
                </a:lnTo>
                <a:lnTo>
                  <a:pt x="637613" y="326527"/>
                </a:lnTo>
                <a:lnTo>
                  <a:pt x="618525" y="326517"/>
                </a:lnTo>
                <a:lnTo>
                  <a:pt x="599427" y="326498"/>
                </a:lnTo>
                <a:lnTo>
                  <a:pt x="580339" y="326488"/>
                </a:lnTo>
                <a:lnTo>
                  <a:pt x="561251" y="326469"/>
                </a:lnTo>
                <a:lnTo>
                  <a:pt x="542163" y="326441"/>
                </a:lnTo>
                <a:lnTo>
                  <a:pt x="523065" y="326412"/>
                </a:lnTo>
                <a:lnTo>
                  <a:pt x="503977" y="326384"/>
                </a:lnTo>
                <a:lnTo>
                  <a:pt x="484889" y="326355"/>
                </a:lnTo>
                <a:lnTo>
                  <a:pt x="465801" y="326307"/>
                </a:lnTo>
                <a:lnTo>
                  <a:pt x="446713" y="326269"/>
                </a:lnTo>
                <a:lnTo>
                  <a:pt x="427615" y="326222"/>
                </a:lnTo>
                <a:lnTo>
                  <a:pt x="408527" y="326165"/>
                </a:lnTo>
                <a:lnTo>
                  <a:pt x="389439" y="326117"/>
                </a:lnTo>
                <a:lnTo>
                  <a:pt x="370351" y="326060"/>
                </a:lnTo>
                <a:lnTo>
                  <a:pt x="351263" y="325984"/>
                </a:lnTo>
                <a:lnTo>
                  <a:pt x="332165" y="325917"/>
                </a:lnTo>
                <a:lnTo>
                  <a:pt x="313077" y="325831"/>
                </a:lnTo>
                <a:lnTo>
                  <a:pt x="293989" y="325745"/>
                </a:lnTo>
                <a:lnTo>
                  <a:pt x="274901" y="325650"/>
                </a:lnTo>
                <a:lnTo>
                  <a:pt x="255813" y="325555"/>
                </a:lnTo>
                <a:lnTo>
                  <a:pt x="236725" y="325441"/>
                </a:lnTo>
                <a:lnTo>
                  <a:pt x="217627" y="325317"/>
                </a:lnTo>
                <a:lnTo>
                  <a:pt x="198539" y="325184"/>
                </a:lnTo>
                <a:lnTo>
                  <a:pt x="179451" y="325031"/>
                </a:lnTo>
                <a:lnTo>
                  <a:pt x="160363" y="324879"/>
                </a:lnTo>
                <a:lnTo>
                  <a:pt x="141275" y="324698"/>
                </a:lnTo>
                <a:lnTo>
                  <a:pt x="122187" y="324498"/>
                </a:lnTo>
                <a:lnTo>
                  <a:pt x="103099" y="324269"/>
                </a:lnTo>
                <a:lnTo>
                  <a:pt x="84020" y="324002"/>
                </a:lnTo>
                <a:lnTo>
                  <a:pt x="64932" y="323698"/>
                </a:lnTo>
                <a:lnTo>
                  <a:pt x="45853" y="323326"/>
                </a:lnTo>
                <a:lnTo>
                  <a:pt x="26775" y="322831"/>
                </a:lnTo>
                <a:lnTo>
                  <a:pt x="7734" y="322050"/>
                </a:lnTo>
                <a:lnTo>
                  <a:pt x="3543" y="312268"/>
                </a:lnTo>
                <a:lnTo>
                  <a:pt x="3286" y="300238"/>
                </a:lnTo>
                <a:lnTo>
                  <a:pt x="3038" y="288207"/>
                </a:lnTo>
                <a:lnTo>
                  <a:pt x="2781" y="276177"/>
                </a:lnTo>
                <a:lnTo>
                  <a:pt x="2524" y="264138"/>
                </a:lnTo>
                <a:lnTo>
                  <a:pt x="2276" y="252108"/>
                </a:lnTo>
                <a:lnTo>
                  <a:pt x="2019" y="240078"/>
                </a:lnTo>
                <a:lnTo>
                  <a:pt x="1772" y="228048"/>
                </a:lnTo>
                <a:lnTo>
                  <a:pt x="1514" y="216017"/>
                </a:lnTo>
                <a:lnTo>
                  <a:pt x="1267" y="203987"/>
                </a:lnTo>
                <a:lnTo>
                  <a:pt x="1010" y="191948"/>
                </a:lnTo>
                <a:lnTo>
                  <a:pt x="762" y="179918"/>
                </a:lnTo>
                <a:lnTo>
                  <a:pt x="505" y="167888"/>
                </a:lnTo>
                <a:lnTo>
                  <a:pt x="257" y="155858"/>
                </a:lnTo>
                <a:lnTo>
                  <a:pt x="0" y="143828"/>
                </a:lnTo>
                <a:lnTo>
                  <a:pt x="7001" y="135950"/>
                </a:lnTo>
                <a:lnTo>
                  <a:pt x="26041" y="135084"/>
                </a:lnTo>
                <a:lnTo>
                  <a:pt x="45101" y="134341"/>
                </a:lnTo>
                <a:lnTo>
                  <a:pt x="64160" y="133731"/>
                </a:lnTo>
                <a:lnTo>
                  <a:pt x="83239" y="133226"/>
                </a:lnTo>
                <a:lnTo>
                  <a:pt x="102318" y="132826"/>
                </a:lnTo>
                <a:lnTo>
                  <a:pt x="121396" y="132512"/>
                </a:lnTo>
                <a:lnTo>
                  <a:pt x="140484" y="132283"/>
                </a:lnTo>
                <a:lnTo>
                  <a:pt x="159572" y="132131"/>
                </a:lnTo>
                <a:lnTo>
                  <a:pt x="178660" y="132045"/>
                </a:lnTo>
                <a:lnTo>
                  <a:pt x="197758" y="132017"/>
                </a:lnTo>
                <a:lnTo>
                  <a:pt x="216846" y="132055"/>
                </a:lnTo>
                <a:lnTo>
                  <a:pt x="235934" y="132140"/>
                </a:lnTo>
                <a:lnTo>
                  <a:pt x="255022" y="132274"/>
                </a:lnTo>
                <a:lnTo>
                  <a:pt x="274110" y="132455"/>
                </a:lnTo>
                <a:lnTo>
                  <a:pt x="293199" y="132683"/>
                </a:lnTo>
                <a:lnTo>
                  <a:pt x="312287" y="132940"/>
                </a:lnTo>
                <a:lnTo>
                  <a:pt x="331365" y="133236"/>
                </a:lnTo>
                <a:lnTo>
                  <a:pt x="350453" y="133569"/>
                </a:lnTo>
                <a:lnTo>
                  <a:pt x="369532" y="133931"/>
                </a:lnTo>
                <a:lnTo>
                  <a:pt x="388610" y="134322"/>
                </a:lnTo>
                <a:lnTo>
                  <a:pt x="407689" y="134731"/>
                </a:lnTo>
                <a:lnTo>
                  <a:pt x="426768" y="135169"/>
                </a:lnTo>
                <a:lnTo>
                  <a:pt x="445846" y="135636"/>
                </a:lnTo>
                <a:lnTo>
                  <a:pt x="464925" y="136112"/>
                </a:lnTo>
                <a:lnTo>
                  <a:pt x="483994" y="136617"/>
                </a:lnTo>
                <a:lnTo>
                  <a:pt x="503063" y="137141"/>
                </a:lnTo>
                <a:lnTo>
                  <a:pt x="522141" y="137674"/>
                </a:lnTo>
                <a:lnTo>
                  <a:pt x="541211" y="138227"/>
                </a:lnTo>
                <a:lnTo>
                  <a:pt x="560280" y="138789"/>
                </a:lnTo>
                <a:lnTo>
                  <a:pt x="579349" y="139360"/>
                </a:lnTo>
                <a:lnTo>
                  <a:pt x="598418" y="139951"/>
                </a:lnTo>
                <a:lnTo>
                  <a:pt x="617477" y="140541"/>
                </a:lnTo>
                <a:lnTo>
                  <a:pt x="636546" y="141141"/>
                </a:lnTo>
                <a:lnTo>
                  <a:pt x="655615" y="141751"/>
                </a:lnTo>
                <a:lnTo>
                  <a:pt x="674675" y="142370"/>
                </a:lnTo>
                <a:lnTo>
                  <a:pt x="693744" y="142989"/>
                </a:lnTo>
                <a:lnTo>
                  <a:pt x="712803" y="143608"/>
                </a:lnTo>
                <a:lnTo>
                  <a:pt x="731872" y="144237"/>
                </a:lnTo>
                <a:lnTo>
                  <a:pt x="750932" y="144856"/>
                </a:lnTo>
                <a:lnTo>
                  <a:pt x="770001" y="145485"/>
                </a:lnTo>
                <a:lnTo>
                  <a:pt x="789070" y="146104"/>
                </a:lnTo>
                <a:lnTo>
                  <a:pt x="808130" y="146723"/>
                </a:lnTo>
                <a:lnTo>
                  <a:pt x="827199" y="147342"/>
                </a:lnTo>
                <a:lnTo>
                  <a:pt x="846258" y="147952"/>
                </a:lnTo>
                <a:lnTo>
                  <a:pt x="865327" y="148561"/>
                </a:lnTo>
                <a:lnTo>
                  <a:pt x="884396" y="149162"/>
                </a:lnTo>
                <a:lnTo>
                  <a:pt x="903456" y="149752"/>
                </a:lnTo>
                <a:lnTo>
                  <a:pt x="922525" y="150333"/>
                </a:lnTo>
                <a:lnTo>
                  <a:pt x="941594" y="150905"/>
                </a:lnTo>
                <a:lnTo>
                  <a:pt x="960663" y="151467"/>
                </a:lnTo>
                <a:lnTo>
                  <a:pt x="979742" y="152009"/>
                </a:lnTo>
                <a:lnTo>
                  <a:pt x="998811" y="152533"/>
                </a:lnTo>
                <a:lnTo>
                  <a:pt x="1017880" y="153048"/>
                </a:lnTo>
                <a:lnTo>
                  <a:pt x="1036958" y="153543"/>
                </a:lnTo>
                <a:lnTo>
                  <a:pt x="1056037" y="154010"/>
                </a:lnTo>
                <a:lnTo>
                  <a:pt x="1075106" y="154467"/>
                </a:lnTo>
                <a:lnTo>
                  <a:pt x="1094184" y="154896"/>
                </a:lnTo>
                <a:lnTo>
                  <a:pt x="1113263" y="155296"/>
                </a:lnTo>
                <a:lnTo>
                  <a:pt x="1132351" y="155667"/>
                </a:lnTo>
                <a:lnTo>
                  <a:pt x="1151430" y="156010"/>
                </a:lnTo>
                <a:lnTo>
                  <a:pt x="1170518" y="156324"/>
                </a:lnTo>
                <a:lnTo>
                  <a:pt x="1189596" y="156601"/>
                </a:lnTo>
                <a:lnTo>
                  <a:pt x="1208684" y="156829"/>
                </a:lnTo>
                <a:lnTo>
                  <a:pt x="1227773" y="157029"/>
                </a:lnTo>
                <a:lnTo>
                  <a:pt x="1246861" y="157172"/>
                </a:lnTo>
                <a:lnTo>
                  <a:pt x="1265949" y="157277"/>
                </a:lnTo>
                <a:lnTo>
                  <a:pt x="1285046" y="157324"/>
                </a:lnTo>
                <a:lnTo>
                  <a:pt x="1304134" y="157315"/>
                </a:lnTo>
                <a:lnTo>
                  <a:pt x="1323223" y="157239"/>
                </a:lnTo>
                <a:lnTo>
                  <a:pt x="1342311" y="157086"/>
                </a:lnTo>
                <a:lnTo>
                  <a:pt x="1361399" y="156867"/>
                </a:lnTo>
                <a:lnTo>
                  <a:pt x="1380477" y="156562"/>
                </a:lnTo>
                <a:lnTo>
                  <a:pt x="1399565" y="156162"/>
                </a:lnTo>
                <a:lnTo>
                  <a:pt x="1418634" y="155658"/>
                </a:lnTo>
                <a:lnTo>
                  <a:pt x="1437704" y="155038"/>
                </a:lnTo>
                <a:lnTo>
                  <a:pt x="1456754" y="154295"/>
                </a:lnTo>
                <a:lnTo>
                  <a:pt x="1475794" y="153400"/>
                </a:lnTo>
                <a:lnTo>
                  <a:pt x="1494806" y="152333"/>
                </a:lnTo>
                <a:lnTo>
                  <a:pt x="1513789" y="151076"/>
                </a:lnTo>
                <a:lnTo>
                  <a:pt x="1532734" y="149600"/>
                </a:lnTo>
                <a:lnTo>
                  <a:pt x="1551623" y="147847"/>
                </a:lnTo>
                <a:lnTo>
                  <a:pt x="1570425" y="145780"/>
                </a:lnTo>
                <a:lnTo>
                  <a:pt x="1589113" y="143323"/>
                </a:lnTo>
                <a:lnTo>
                  <a:pt x="1607620" y="140370"/>
                </a:lnTo>
                <a:lnTo>
                  <a:pt x="1625832" y="136779"/>
                </a:lnTo>
                <a:lnTo>
                  <a:pt x="1643567" y="132331"/>
                </a:lnTo>
                <a:lnTo>
                  <a:pt x="1660408" y="126683"/>
                </a:lnTo>
                <a:lnTo>
                  <a:pt x="1675457" y="119320"/>
                </a:lnTo>
                <a:lnTo>
                  <a:pt x="1686697" y="109671"/>
                </a:lnTo>
                <a:lnTo>
                  <a:pt x="1691230" y="98069"/>
                </a:lnTo>
                <a:lnTo>
                  <a:pt x="1704023" y="92040"/>
                </a:lnTo>
                <a:lnTo>
                  <a:pt x="1721987" y="87973"/>
                </a:lnTo>
                <a:lnTo>
                  <a:pt x="1739713" y="83506"/>
                </a:lnTo>
                <a:lnTo>
                  <a:pt x="1757201" y="78686"/>
                </a:lnTo>
                <a:lnTo>
                  <a:pt x="1774469" y="73552"/>
                </a:lnTo>
                <a:lnTo>
                  <a:pt x="1791510" y="68132"/>
                </a:lnTo>
                <a:lnTo>
                  <a:pt x="1808321" y="62436"/>
                </a:lnTo>
                <a:lnTo>
                  <a:pt x="1824904" y="56464"/>
                </a:lnTo>
                <a:lnTo>
                  <a:pt x="1841240" y="50244"/>
                </a:lnTo>
                <a:lnTo>
                  <a:pt x="1857327" y="43767"/>
                </a:lnTo>
                <a:lnTo>
                  <a:pt x="1873167" y="37052"/>
                </a:lnTo>
                <a:lnTo>
                  <a:pt x="1888741" y="30089"/>
                </a:lnTo>
                <a:lnTo>
                  <a:pt x="1904048" y="22908"/>
                </a:lnTo>
                <a:lnTo>
                  <a:pt x="1919087" y="15488"/>
                </a:lnTo>
                <a:lnTo>
                  <a:pt x="1933832" y="7849"/>
                </a:lnTo>
                <a:lnTo>
                  <a:pt x="1948301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1CC0E765-568A-4B74-991F-6E9F459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2241652"/>
            <a:ext cx="1948463" cy="1228125"/>
          </a:xfrm>
          <a:custGeom xmlns:a="http://schemas.openxmlformats.org/drawingml/2006/main">
            <a:pathLst>
              <a:path w="1948463" h="1228125">
                <a:moveTo>
                  <a:pt x="0" y="1228125"/>
                </a:moveTo>
                <a:lnTo>
                  <a:pt x="31280" y="1228125"/>
                </a:lnTo>
                <a:lnTo>
                  <a:pt x="62570" y="1228125"/>
                </a:lnTo>
                <a:lnTo>
                  <a:pt x="93850" y="1228125"/>
                </a:lnTo>
                <a:lnTo>
                  <a:pt x="125139" y="1228125"/>
                </a:lnTo>
                <a:lnTo>
                  <a:pt x="156420" y="1228125"/>
                </a:lnTo>
                <a:lnTo>
                  <a:pt x="187709" y="1228125"/>
                </a:lnTo>
                <a:lnTo>
                  <a:pt x="218989" y="1228125"/>
                </a:lnTo>
                <a:lnTo>
                  <a:pt x="250279" y="1228125"/>
                </a:lnTo>
                <a:lnTo>
                  <a:pt x="281559" y="1228125"/>
                </a:lnTo>
                <a:lnTo>
                  <a:pt x="312849" y="1228125"/>
                </a:lnTo>
                <a:lnTo>
                  <a:pt x="344129" y="1228125"/>
                </a:lnTo>
                <a:lnTo>
                  <a:pt x="375418" y="1228125"/>
                </a:lnTo>
                <a:lnTo>
                  <a:pt x="406698" y="1228125"/>
                </a:lnTo>
                <a:lnTo>
                  <a:pt x="437988" y="1228125"/>
                </a:lnTo>
                <a:lnTo>
                  <a:pt x="469268" y="1228125"/>
                </a:lnTo>
                <a:lnTo>
                  <a:pt x="500558" y="1228125"/>
                </a:lnTo>
                <a:lnTo>
                  <a:pt x="531838" y="1228125"/>
                </a:lnTo>
                <a:lnTo>
                  <a:pt x="563118" y="1228125"/>
                </a:lnTo>
                <a:lnTo>
                  <a:pt x="594408" y="1228125"/>
                </a:lnTo>
                <a:lnTo>
                  <a:pt x="625688" y="1228125"/>
                </a:lnTo>
                <a:lnTo>
                  <a:pt x="656977" y="1228125"/>
                </a:lnTo>
                <a:lnTo>
                  <a:pt x="688257" y="1228125"/>
                </a:lnTo>
                <a:lnTo>
                  <a:pt x="719547" y="1228125"/>
                </a:lnTo>
                <a:lnTo>
                  <a:pt x="750827" y="1228125"/>
                </a:lnTo>
                <a:lnTo>
                  <a:pt x="782117" y="1228125"/>
                </a:lnTo>
                <a:lnTo>
                  <a:pt x="813397" y="1228125"/>
                </a:lnTo>
                <a:lnTo>
                  <a:pt x="844687" y="1228125"/>
                </a:lnTo>
                <a:lnTo>
                  <a:pt x="875967" y="1228125"/>
                </a:lnTo>
                <a:lnTo>
                  <a:pt x="907256" y="1228125"/>
                </a:lnTo>
                <a:lnTo>
                  <a:pt x="938536" y="1228125"/>
                </a:lnTo>
                <a:lnTo>
                  <a:pt x="969826" y="1228125"/>
                </a:lnTo>
                <a:lnTo>
                  <a:pt x="1001106" y="1228125"/>
                </a:lnTo>
                <a:lnTo>
                  <a:pt x="1032396" y="1228125"/>
                </a:lnTo>
                <a:lnTo>
                  <a:pt x="1063676" y="1228125"/>
                </a:lnTo>
                <a:lnTo>
                  <a:pt x="1094965" y="1228125"/>
                </a:lnTo>
                <a:lnTo>
                  <a:pt x="1126246" y="1228125"/>
                </a:lnTo>
                <a:lnTo>
                  <a:pt x="1157526" y="1228125"/>
                </a:lnTo>
                <a:lnTo>
                  <a:pt x="1188815" y="1228125"/>
                </a:lnTo>
                <a:lnTo>
                  <a:pt x="1220095" y="1228125"/>
                </a:lnTo>
                <a:lnTo>
                  <a:pt x="1251385" y="1228125"/>
                </a:lnTo>
                <a:lnTo>
                  <a:pt x="1282665" y="1228125"/>
                </a:lnTo>
                <a:lnTo>
                  <a:pt x="1313640" y="1225906"/>
                </a:lnTo>
                <a:lnTo>
                  <a:pt x="1344444" y="1222467"/>
                </a:lnTo>
                <a:lnTo>
                  <a:pt x="1375248" y="1219019"/>
                </a:lnTo>
                <a:lnTo>
                  <a:pt x="1406052" y="1215571"/>
                </a:lnTo>
                <a:lnTo>
                  <a:pt x="1436856" y="1212132"/>
                </a:lnTo>
                <a:lnTo>
                  <a:pt x="1467660" y="1208684"/>
                </a:lnTo>
                <a:lnTo>
                  <a:pt x="1498463" y="1205236"/>
                </a:lnTo>
                <a:lnTo>
                  <a:pt x="1529267" y="1201798"/>
                </a:lnTo>
                <a:lnTo>
                  <a:pt x="1552785" y="1189730"/>
                </a:lnTo>
                <a:lnTo>
                  <a:pt x="1574492" y="1175528"/>
                </a:lnTo>
                <a:lnTo>
                  <a:pt x="1596200" y="1161336"/>
                </a:lnTo>
                <a:lnTo>
                  <a:pt x="1617907" y="1147134"/>
                </a:lnTo>
                <a:lnTo>
                  <a:pt x="1639614" y="1132932"/>
                </a:lnTo>
                <a:lnTo>
                  <a:pt x="1661322" y="1118740"/>
                </a:lnTo>
                <a:lnTo>
                  <a:pt x="1683029" y="1104538"/>
                </a:lnTo>
                <a:lnTo>
                  <a:pt x="1704737" y="1090336"/>
                </a:lnTo>
                <a:lnTo>
                  <a:pt x="1726444" y="1076135"/>
                </a:lnTo>
                <a:lnTo>
                  <a:pt x="1748152" y="1061942"/>
                </a:lnTo>
                <a:lnTo>
                  <a:pt x="1769859" y="1047740"/>
                </a:lnTo>
                <a:lnTo>
                  <a:pt x="1791576" y="1033539"/>
                </a:lnTo>
                <a:lnTo>
                  <a:pt x="1813284" y="1019337"/>
                </a:lnTo>
                <a:lnTo>
                  <a:pt x="1834991" y="1005145"/>
                </a:lnTo>
                <a:lnTo>
                  <a:pt x="1856699" y="990943"/>
                </a:lnTo>
                <a:lnTo>
                  <a:pt x="1878406" y="976741"/>
                </a:lnTo>
                <a:lnTo>
                  <a:pt x="1900114" y="962549"/>
                </a:lnTo>
                <a:lnTo>
                  <a:pt x="1921821" y="948347"/>
                </a:lnTo>
                <a:lnTo>
                  <a:pt x="1943529" y="934145"/>
                </a:lnTo>
                <a:lnTo>
                  <a:pt x="1948463" y="915676"/>
                </a:lnTo>
                <a:lnTo>
                  <a:pt x="1948463" y="895960"/>
                </a:lnTo>
                <a:lnTo>
                  <a:pt x="1948463" y="876243"/>
                </a:lnTo>
                <a:lnTo>
                  <a:pt x="1948463" y="856526"/>
                </a:lnTo>
                <a:lnTo>
                  <a:pt x="1948463" y="836809"/>
                </a:lnTo>
                <a:lnTo>
                  <a:pt x="1948463" y="817083"/>
                </a:lnTo>
                <a:lnTo>
                  <a:pt x="1948463" y="797366"/>
                </a:lnTo>
                <a:lnTo>
                  <a:pt x="1948463" y="777650"/>
                </a:lnTo>
                <a:lnTo>
                  <a:pt x="1948463" y="757933"/>
                </a:lnTo>
                <a:lnTo>
                  <a:pt x="1948463" y="738207"/>
                </a:lnTo>
                <a:lnTo>
                  <a:pt x="1948463" y="718490"/>
                </a:lnTo>
                <a:lnTo>
                  <a:pt x="1948463" y="698773"/>
                </a:lnTo>
                <a:lnTo>
                  <a:pt x="1948463" y="679056"/>
                </a:lnTo>
                <a:lnTo>
                  <a:pt x="1948463" y="659330"/>
                </a:lnTo>
                <a:lnTo>
                  <a:pt x="1948463" y="639613"/>
                </a:lnTo>
                <a:lnTo>
                  <a:pt x="1948463" y="619897"/>
                </a:lnTo>
                <a:lnTo>
                  <a:pt x="1948463" y="600180"/>
                </a:lnTo>
                <a:lnTo>
                  <a:pt x="1948463" y="580463"/>
                </a:lnTo>
                <a:lnTo>
                  <a:pt x="1948463" y="560737"/>
                </a:lnTo>
                <a:lnTo>
                  <a:pt x="1948463" y="541020"/>
                </a:lnTo>
                <a:lnTo>
                  <a:pt x="1948463" y="521303"/>
                </a:lnTo>
                <a:lnTo>
                  <a:pt x="1948463" y="501586"/>
                </a:lnTo>
                <a:lnTo>
                  <a:pt x="1948463" y="481860"/>
                </a:lnTo>
                <a:lnTo>
                  <a:pt x="1948463" y="462143"/>
                </a:lnTo>
                <a:lnTo>
                  <a:pt x="1948463" y="442427"/>
                </a:lnTo>
                <a:lnTo>
                  <a:pt x="1948463" y="422710"/>
                </a:lnTo>
                <a:lnTo>
                  <a:pt x="1948463" y="402984"/>
                </a:lnTo>
                <a:lnTo>
                  <a:pt x="1948463" y="383267"/>
                </a:lnTo>
                <a:lnTo>
                  <a:pt x="1948463" y="363550"/>
                </a:lnTo>
                <a:lnTo>
                  <a:pt x="1948463" y="343833"/>
                </a:lnTo>
                <a:lnTo>
                  <a:pt x="1948463" y="324117"/>
                </a:lnTo>
                <a:lnTo>
                  <a:pt x="1948463" y="304390"/>
                </a:lnTo>
                <a:lnTo>
                  <a:pt x="1948463" y="284674"/>
                </a:lnTo>
                <a:lnTo>
                  <a:pt x="1948463" y="264957"/>
                </a:lnTo>
                <a:lnTo>
                  <a:pt x="1948463" y="245240"/>
                </a:lnTo>
                <a:lnTo>
                  <a:pt x="1948463" y="225514"/>
                </a:lnTo>
                <a:lnTo>
                  <a:pt x="1948463" y="205797"/>
                </a:lnTo>
                <a:lnTo>
                  <a:pt x="1948463" y="186080"/>
                </a:lnTo>
                <a:lnTo>
                  <a:pt x="1948463" y="166364"/>
                </a:lnTo>
                <a:lnTo>
                  <a:pt x="1948463" y="146637"/>
                </a:lnTo>
                <a:lnTo>
                  <a:pt x="1948463" y="126921"/>
                </a:lnTo>
                <a:lnTo>
                  <a:pt x="1948463" y="107204"/>
                </a:lnTo>
                <a:lnTo>
                  <a:pt x="1948463" y="87487"/>
                </a:lnTo>
                <a:lnTo>
                  <a:pt x="1948463" y="67770"/>
                </a:lnTo>
                <a:lnTo>
                  <a:pt x="1948463" y="48044"/>
                </a:lnTo>
                <a:lnTo>
                  <a:pt x="1948463" y="28327"/>
                </a:lnTo>
                <a:lnTo>
                  <a:pt x="1948463" y="8611"/>
                </a:lnTo>
                <a:lnTo>
                  <a:pt x="1930832" y="0"/>
                </a:lnTo>
                <a:lnTo>
                  <a:pt x="1899552" y="0"/>
                </a:lnTo>
                <a:lnTo>
                  <a:pt x="1868262" y="0"/>
                </a:lnTo>
                <a:lnTo>
                  <a:pt x="1836982" y="0"/>
                </a:lnTo>
                <a:lnTo>
                  <a:pt x="1805692" y="0"/>
                </a:lnTo>
                <a:lnTo>
                  <a:pt x="1774412" y="0"/>
                </a:lnTo>
                <a:lnTo>
                  <a:pt x="1743123" y="0"/>
                </a:lnTo>
                <a:lnTo>
                  <a:pt x="1711843" y="0"/>
                </a:lnTo>
                <a:lnTo>
                  <a:pt x="1680553" y="0"/>
                </a:lnTo>
                <a:lnTo>
                  <a:pt x="1649273" y="0"/>
                </a:lnTo>
                <a:lnTo>
                  <a:pt x="1617983" y="0"/>
                </a:lnTo>
                <a:lnTo>
                  <a:pt x="1586703" y="0"/>
                </a:lnTo>
                <a:lnTo>
                  <a:pt x="1555413" y="0"/>
                </a:lnTo>
                <a:lnTo>
                  <a:pt x="1524133" y="0"/>
                </a:lnTo>
                <a:lnTo>
                  <a:pt x="1492844" y="0"/>
                </a:lnTo>
                <a:lnTo>
                  <a:pt x="1461564" y="0"/>
                </a:lnTo>
                <a:lnTo>
                  <a:pt x="1430274" y="0"/>
                </a:lnTo>
                <a:lnTo>
                  <a:pt x="1398994" y="0"/>
                </a:lnTo>
                <a:lnTo>
                  <a:pt x="1367704" y="0"/>
                </a:lnTo>
                <a:lnTo>
                  <a:pt x="1336424" y="0"/>
                </a:lnTo>
                <a:lnTo>
                  <a:pt x="1305144" y="0"/>
                </a:lnTo>
                <a:lnTo>
                  <a:pt x="1273854" y="0"/>
                </a:lnTo>
                <a:lnTo>
                  <a:pt x="1242574" y="0"/>
                </a:lnTo>
                <a:lnTo>
                  <a:pt x="1211285" y="0"/>
                </a:lnTo>
                <a:lnTo>
                  <a:pt x="1180005" y="0"/>
                </a:lnTo>
                <a:lnTo>
                  <a:pt x="1148715" y="0"/>
                </a:lnTo>
                <a:lnTo>
                  <a:pt x="1117435" y="0"/>
                </a:lnTo>
                <a:lnTo>
                  <a:pt x="1086145" y="0"/>
                </a:lnTo>
                <a:lnTo>
                  <a:pt x="1054865" y="0"/>
                </a:lnTo>
                <a:lnTo>
                  <a:pt x="1023576" y="0"/>
                </a:lnTo>
                <a:lnTo>
                  <a:pt x="992295" y="0"/>
                </a:lnTo>
                <a:lnTo>
                  <a:pt x="961006" y="0"/>
                </a:lnTo>
                <a:lnTo>
                  <a:pt x="929726" y="0"/>
                </a:lnTo>
                <a:lnTo>
                  <a:pt x="898436" y="0"/>
                </a:lnTo>
                <a:lnTo>
                  <a:pt x="867156" y="0"/>
                </a:lnTo>
                <a:lnTo>
                  <a:pt x="835866" y="0"/>
                </a:lnTo>
                <a:lnTo>
                  <a:pt x="804586" y="0"/>
                </a:lnTo>
                <a:lnTo>
                  <a:pt x="773306" y="0"/>
                </a:lnTo>
                <a:lnTo>
                  <a:pt x="742017" y="0"/>
                </a:lnTo>
                <a:lnTo>
                  <a:pt x="710736" y="0"/>
                </a:lnTo>
                <a:lnTo>
                  <a:pt x="679447" y="0"/>
                </a:lnTo>
                <a:lnTo>
                  <a:pt x="648167" y="0"/>
                </a:lnTo>
                <a:lnTo>
                  <a:pt x="616877" y="0"/>
                </a:lnTo>
                <a:lnTo>
                  <a:pt x="585597" y="0"/>
                </a:lnTo>
                <a:lnTo>
                  <a:pt x="554307" y="0"/>
                </a:lnTo>
                <a:lnTo>
                  <a:pt x="523027" y="0"/>
                </a:lnTo>
                <a:lnTo>
                  <a:pt x="491738" y="0"/>
                </a:lnTo>
                <a:lnTo>
                  <a:pt x="460458" y="0"/>
                </a:lnTo>
                <a:lnTo>
                  <a:pt x="429168" y="0"/>
                </a:lnTo>
                <a:lnTo>
                  <a:pt x="397888" y="0"/>
                </a:lnTo>
                <a:lnTo>
                  <a:pt x="366598" y="0"/>
                </a:lnTo>
                <a:lnTo>
                  <a:pt x="335318" y="0"/>
                </a:lnTo>
                <a:lnTo>
                  <a:pt x="304028" y="0"/>
                </a:lnTo>
                <a:lnTo>
                  <a:pt x="272748" y="0"/>
                </a:lnTo>
                <a:lnTo>
                  <a:pt x="241468" y="0"/>
                </a:lnTo>
                <a:lnTo>
                  <a:pt x="210179" y="0"/>
                </a:lnTo>
                <a:lnTo>
                  <a:pt x="178899" y="0"/>
                </a:lnTo>
                <a:lnTo>
                  <a:pt x="147609" y="0"/>
                </a:lnTo>
                <a:lnTo>
                  <a:pt x="116329" y="0"/>
                </a:lnTo>
                <a:lnTo>
                  <a:pt x="85039" y="0"/>
                </a:lnTo>
                <a:lnTo>
                  <a:pt x="53759" y="0"/>
                </a:lnTo>
                <a:lnTo>
                  <a:pt x="22469" y="0"/>
                </a:lnTo>
                <a:lnTo>
                  <a:pt x="0" y="5553"/>
                </a:lnTo>
                <a:lnTo>
                  <a:pt x="0" y="25270"/>
                </a:lnTo>
                <a:lnTo>
                  <a:pt x="0" y="44996"/>
                </a:lnTo>
                <a:lnTo>
                  <a:pt x="0" y="64713"/>
                </a:lnTo>
                <a:lnTo>
                  <a:pt x="0" y="84430"/>
                </a:lnTo>
                <a:lnTo>
                  <a:pt x="0" y="104146"/>
                </a:lnTo>
                <a:lnTo>
                  <a:pt x="0" y="123873"/>
                </a:lnTo>
                <a:lnTo>
                  <a:pt x="0" y="143589"/>
                </a:lnTo>
                <a:lnTo>
                  <a:pt x="0" y="163306"/>
                </a:lnTo>
                <a:lnTo>
                  <a:pt x="0" y="183023"/>
                </a:lnTo>
                <a:lnTo>
                  <a:pt x="0" y="202749"/>
                </a:lnTo>
                <a:lnTo>
                  <a:pt x="0" y="222466"/>
                </a:lnTo>
                <a:lnTo>
                  <a:pt x="0" y="242183"/>
                </a:lnTo>
                <a:lnTo>
                  <a:pt x="0" y="261899"/>
                </a:lnTo>
                <a:lnTo>
                  <a:pt x="0" y="281616"/>
                </a:lnTo>
                <a:lnTo>
                  <a:pt x="0" y="301342"/>
                </a:lnTo>
                <a:lnTo>
                  <a:pt x="0" y="321059"/>
                </a:lnTo>
                <a:lnTo>
                  <a:pt x="0" y="340776"/>
                </a:lnTo>
                <a:lnTo>
                  <a:pt x="0" y="360493"/>
                </a:lnTo>
                <a:lnTo>
                  <a:pt x="0" y="380219"/>
                </a:lnTo>
                <a:lnTo>
                  <a:pt x="0" y="399936"/>
                </a:lnTo>
                <a:lnTo>
                  <a:pt x="0" y="419652"/>
                </a:lnTo>
                <a:lnTo>
                  <a:pt x="0" y="439369"/>
                </a:lnTo>
                <a:lnTo>
                  <a:pt x="0" y="459095"/>
                </a:lnTo>
                <a:lnTo>
                  <a:pt x="0" y="478812"/>
                </a:lnTo>
                <a:lnTo>
                  <a:pt x="0" y="498529"/>
                </a:lnTo>
                <a:lnTo>
                  <a:pt x="0" y="518246"/>
                </a:lnTo>
                <a:lnTo>
                  <a:pt x="0" y="537962"/>
                </a:lnTo>
                <a:lnTo>
                  <a:pt x="0" y="557689"/>
                </a:lnTo>
                <a:lnTo>
                  <a:pt x="0" y="577406"/>
                </a:lnTo>
                <a:lnTo>
                  <a:pt x="0" y="597122"/>
                </a:lnTo>
                <a:lnTo>
                  <a:pt x="0" y="616839"/>
                </a:lnTo>
                <a:lnTo>
                  <a:pt x="0" y="636565"/>
                </a:lnTo>
                <a:lnTo>
                  <a:pt x="0" y="656282"/>
                </a:lnTo>
                <a:lnTo>
                  <a:pt x="0" y="675999"/>
                </a:lnTo>
                <a:lnTo>
                  <a:pt x="0" y="695716"/>
                </a:lnTo>
                <a:lnTo>
                  <a:pt x="0" y="715442"/>
                </a:lnTo>
                <a:lnTo>
                  <a:pt x="0" y="735159"/>
                </a:lnTo>
                <a:lnTo>
                  <a:pt x="0" y="754875"/>
                </a:lnTo>
                <a:lnTo>
                  <a:pt x="0" y="774592"/>
                </a:lnTo>
                <a:lnTo>
                  <a:pt x="0" y="794309"/>
                </a:lnTo>
                <a:lnTo>
                  <a:pt x="0" y="814035"/>
                </a:lnTo>
                <a:lnTo>
                  <a:pt x="0" y="833752"/>
                </a:lnTo>
                <a:lnTo>
                  <a:pt x="0" y="853469"/>
                </a:lnTo>
                <a:lnTo>
                  <a:pt x="0" y="873185"/>
                </a:lnTo>
                <a:lnTo>
                  <a:pt x="0" y="892912"/>
                </a:lnTo>
                <a:lnTo>
                  <a:pt x="0" y="912628"/>
                </a:lnTo>
                <a:lnTo>
                  <a:pt x="0" y="932345"/>
                </a:lnTo>
                <a:lnTo>
                  <a:pt x="0" y="952062"/>
                </a:lnTo>
                <a:lnTo>
                  <a:pt x="0" y="971788"/>
                </a:lnTo>
                <a:lnTo>
                  <a:pt x="0" y="991505"/>
                </a:lnTo>
                <a:lnTo>
                  <a:pt x="0" y="1011222"/>
                </a:lnTo>
                <a:lnTo>
                  <a:pt x="0" y="1030938"/>
                </a:lnTo>
                <a:lnTo>
                  <a:pt x="0" y="1050655"/>
                </a:lnTo>
                <a:lnTo>
                  <a:pt x="0" y="1070381"/>
                </a:lnTo>
                <a:lnTo>
                  <a:pt x="0" y="1090098"/>
                </a:lnTo>
                <a:lnTo>
                  <a:pt x="0" y="1109815"/>
                </a:lnTo>
                <a:lnTo>
                  <a:pt x="0" y="1129532"/>
                </a:lnTo>
                <a:lnTo>
                  <a:pt x="0" y="1149258"/>
                </a:lnTo>
                <a:lnTo>
                  <a:pt x="0" y="1168975"/>
                </a:lnTo>
                <a:lnTo>
                  <a:pt x="0" y="1188691"/>
                </a:lnTo>
                <a:lnTo>
                  <a:pt x="0" y="1208408"/>
                </a:lnTo>
                <a:lnTo>
                  <a:pt x="0" y="1228125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8B2C15F6-0AF8-4920-A136-69EE5711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2241652"/>
            <a:ext cx="1948463" cy="211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1BCC6331-5C1A-4FF8-A1F0-706EAB18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6293" y="3172568"/>
            <a:ext cx="717871" cy="297437"/>
          </a:xfrm>
          <a:custGeom xmlns:a="http://schemas.openxmlformats.org/drawingml/2006/main">
            <a:pathLst>
              <a:path w="717871" h="297437">
                <a:moveTo>
                  <a:pt x="717871" y="0"/>
                </a:moveTo>
                <a:lnTo>
                  <a:pt x="717013" y="4934"/>
                </a:lnTo>
                <a:lnTo>
                  <a:pt x="715899" y="9849"/>
                </a:lnTo>
                <a:lnTo>
                  <a:pt x="714585" y="14735"/>
                </a:lnTo>
                <a:lnTo>
                  <a:pt x="713108" y="19612"/>
                </a:lnTo>
                <a:lnTo>
                  <a:pt x="711489" y="24470"/>
                </a:lnTo>
                <a:lnTo>
                  <a:pt x="709727" y="29308"/>
                </a:lnTo>
                <a:lnTo>
                  <a:pt x="707822" y="34128"/>
                </a:lnTo>
                <a:lnTo>
                  <a:pt x="705793" y="38919"/>
                </a:lnTo>
                <a:lnTo>
                  <a:pt x="703640" y="43691"/>
                </a:lnTo>
                <a:lnTo>
                  <a:pt x="701364" y="48444"/>
                </a:lnTo>
                <a:lnTo>
                  <a:pt x="698973" y="53178"/>
                </a:lnTo>
                <a:lnTo>
                  <a:pt x="696458" y="57874"/>
                </a:lnTo>
                <a:lnTo>
                  <a:pt x="693830" y="62560"/>
                </a:lnTo>
                <a:lnTo>
                  <a:pt x="691086" y="67208"/>
                </a:lnTo>
                <a:lnTo>
                  <a:pt x="688229" y="71828"/>
                </a:lnTo>
                <a:lnTo>
                  <a:pt x="685257" y="76429"/>
                </a:lnTo>
                <a:lnTo>
                  <a:pt x="682171" y="81001"/>
                </a:lnTo>
                <a:lnTo>
                  <a:pt x="678980" y="85535"/>
                </a:lnTo>
                <a:lnTo>
                  <a:pt x="675675" y="90040"/>
                </a:lnTo>
                <a:lnTo>
                  <a:pt x="672265" y="94507"/>
                </a:lnTo>
                <a:lnTo>
                  <a:pt x="668750" y="98955"/>
                </a:lnTo>
                <a:lnTo>
                  <a:pt x="665121" y="103356"/>
                </a:lnTo>
                <a:lnTo>
                  <a:pt x="661387" y="107728"/>
                </a:lnTo>
                <a:lnTo>
                  <a:pt x="657549" y="112062"/>
                </a:lnTo>
                <a:lnTo>
                  <a:pt x="653606" y="116357"/>
                </a:lnTo>
                <a:lnTo>
                  <a:pt x="649557" y="120615"/>
                </a:lnTo>
                <a:lnTo>
                  <a:pt x="645404" y="124825"/>
                </a:lnTo>
                <a:lnTo>
                  <a:pt x="641147" y="129007"/>
                </a:lnTo>
                <a:lnTo>
                  <a:pt x="636794" y="133140"/>
                </a:lnTo>
                <a:lnTo>
                  <a:pt x="632336" y="137236"/>
                </a:lnTo>
                <a:lnTo>
                  <a:pt x="627774" y="141284"/>
                </a:lnTo>
                <a:lnTo>
                  <a:pt x="623126" y="145285"/>
                </a:lnTo>
                <a:lnTo>
                  <a:pt x="618373" y="149238"/>
                </a:lnTo>
                <a:lnTo>
                  <a:pt x="613524" y="153152"/>
                </a:lnTo>
                <a:lnTo>
                  <a:pt x="608571" y="157010"/>
                </a:lnTo>
                <a:lnTo>
                  <a:pt x="603533" y="160830"/>
                </a:lnTo>
                <a:lnTo>
                  <a:pt x="598408" y="164592"/>
                </a:lnTo>
                <a:lnTo>
                  <a:pt x="593188" y="168307"/>
                </a:lnTo>
                <a:lnTo>
                  <a:pt x="587873" y="171974"/>
                </a:lnTo>
                <a:lnTo>
                  <a:pt x="582473" y="175584"/>
                </a:lnTo>
                <a:lnTo>
                  <a:pt x="576986" y="179137"/>
                </a:lnTo>
                <a:lnTo>
                  <a:pt x="571405" y="182642"/>
                </a:lnTo>
                <a:lnTo>
                  <a:pt x="565756" y="186099"/>
                </a:lnTo>
                <a:lnTo>
                  <a:pt x="560013" y="189500"/>
                </a:lnTo>
                <a:lnTo>
                  <a:pt x="554193" y="192843"/>
                </a:lnTo>
                <a:lnTo>
                  <a:pt x="548297" y="196129"/>
                </a:lnTo>
                <a:lnTo>
                  <a:pt x="542315" y="199358"/>
                </a:lnTo>
                <a:lnTo>
                  <a:pt x="536267" y="202530"/>
                </a:lnTo>
                <a:lnTo>
                  <a:pt x="530142" y="205654"/>
                </a:lnTo>
                <a:lnTo>
                  <a:pt x="523942" y="208712"/>
                </a:lnTo>
                <a:lnTo>
                  <a:pt x="517674" y="211722"/>
                </a:lnTo>
                <a:lnTo>
                  <a:pt x="511340" y="214665"/>
                </a:lnTo>
                <a:lnTo>
                  <a:pt x="504939" y="217561"/>
                </a:lnTo>
                <a:lnTo>
                  <a:pt x="498472" y="220389"/>
                </a:lnTo>
                <a:lnTo>
                  <a:pt x="491938" y="223161"/>
                </a:lnTo>
                <a:lnTo>
                  <a:pt x="485356" y="225876"/>
                </a:lnTo>
                <a:lnTo>
                  <a:pt x="478707" y="228533"/>
                </a:lnTo>
                <a:lnTo>
                  <a:pt x="472002" y="231143"/>
                </a:lnTo>
                <a:lnTo>
                  <a:pt x="465239" y="233686"/>
                </a:lnTo>
                <a:lnTo>
                  <a:pt x="458419" y="236172"/>
                </a:lnTo>
                <a:lnTo>
                  <a:pt x="451552" y="238601"/>
                </a:lnTo>
                <a:lnTo>
                  <a:pt x="444637" y="240973"/>
                </a:lnTo>
                <a:lnTo>
                  <a:pt x="437674" y="243288"/>
                </a:lnTo>
                <a:lnTo>
                  <a:pt x="430663" y="245545"/>
                </a:lnTo>
                <a:lnTo>
                  <a:pt x="423605" y="247745"/>
                </a:lnTo>
                <a:lnTo>
                  <a:pt x="416500" y="249888"/>
                </a:lnTo>
                <a:lnTo>
                  <a:pt x="409356" y="251984"/>
                </a:lnTo>
                <a:lnTo>
                  <a:pt x="402174" y="254013"/>
                </a:lnTo>
                <a:lnTo>
                  <a:pt x="394954" y="255994"/>
                </a:lnTo>
                <a:lnTo>
                  <a:pt x="387706" y="257918"/>
                </a:lnTo>
                <a:lnTo>
                  <a:pt x="380409" y="259794"/>
                </a:lnTo>
                <a:lnTo>
                  <a:pt x="373085" y="261614"/>
                </a:lnTo>
                <a:lnTo>
                  <a:pt x="365722" y="263376"/>
                </a:lnTo>
                <a:lnTo>
                  <a:pt x="358331" y="265090"/>
                </a:lnTo>
                <a:lnTo>
                  <a:pt x="350911" y="266757"/>
                </a:lnTo>
                <a:lnTo>
                  <a:pt x="343462" y="268367"/>
                </a:lnTo>
                <a:lnTo>
                  <a:pt x="335994" y="269929"/>
                </a:lnTo>
                <a:lnTo>
                  <a:pt x="328489" y="271434"/>
                </a:lnTo>
                <a:lnTo>
                  <a:pt x="320964" y="272901"/>
                </a:lnTo>
                <a:lnTo>
                  <a:pt x="313411" y="274310"/>
                </a:lnTo>
                <a:lnTo>
                  <a:pt x="305848" y="275673"/>
                </a:lnTo>
                <a:lnTo>
                  <a:pt x="298247" y="276987"/>
                </a:lnTo>
                <a:lnTo>
                  <a:pt x="290636" y="278254"/>
                </a:lnTo>
                <a:lnTo>
                  <a:pt x="283007" y="279473"/>
                </a:lnTo>
                <a:lnTo>
                  <a:pt x="275358" y="280654"/>
                </a:lnTo>
                <a:lnTo>
                  <a:pt x="267691" y="281778"/>
                </a:lnTo>
                <a:lnTo>
                  <a:pt x="260004" y="282864"/>
                </a:lnTo>
                <a:lnTo>
                  <a:pt x="252308" y="283912"/>
                </a:lnTo>
                <a:lnTo>
                  <a:pt x="244592" y="284902"/>
                </a:lnTo>
                <a:lnTo>
                  <a:pt x="236868" y="285855"/>
                </a:lnTo>
                <a:lnTo>
                  <a:pt x="229124" y="286769"/>
                </a:lnTo>
                <a:lnTo>
                  <a:pt x="221371" y="287645"/>
                </a:lnTo>
                <a:lnTo>
                  <a:pt x="213608" y="288465"/>
                </a:lnTo>
                <a:lnTo>
                  <a:pt x="205835" y="289255"/>
                </a:lnTo>
                <a:lnTo>
                  <a:pt x="198053" y="290008"/>
                </a:lnTo>
                <a:lnTo>
                  <a:pt x="190252" y="290713"/>
                </a:lnTo>
                <a:lnTo>
                  <a:pt x="182451" y="291389"/>
                </a:lnTo>
                <a:lnTo>
                  <a:pt x="174641" y="292017"/>
                </a:lnTo>
                <a:lnTo>
                  <a:pt x="166830" y="292608"/>
                </a:lnTo>
                <a:lnTo>
                  <a:pt x="159001" y="293170"/>
                </a:lnTo>
                <a:lnTo>
                  <a:pt x="151171" y="293684"/>
                </a:lnTo>
                <a:lnTo>
                  <a:pt x="143332" y="294170"/>
                </a:lnTo>
                <a:lnTo>
                  <a:pt x="135493" y="294618"/>
                </a:lnTo>
                <a:lnTo>
                  <a:pt x="127645" y="295027"/>
                </a:lnTo>
                <a:lnTo>
                  <a:pt x="119796" y="295408"/>
                </a:lnTo>
                <a:lnTo>
                  <a:pt x="111938" y="295751"/>
                </a:lnTo>
                <a:lnTo>
                  <a:pt x="104080" y="296066"/>
                </a:lnTo>
                <a:lnTo>
                  <a:pt x="96222" y="296342"/>
                </a:lnTo>
                <a:lnTo>
                  <a:pt x="88354" y="296589"/>
                </a:lnTo>
                <a:lnTo>
                  <a:pt x="80486" y="296799"/>
                </a:lnTo>
                <a:lnTo>
                  <a:pt x="72619" y="296980"/>
                </a:lnTo>
                <a:lnTo>
                  <a:pt x="64741" y="297132"/>
                </a:lnTo>
                <a:lnTo>
                  <a:pt x="56874" y="297256"/>
                </a:lnTo>
                <a:lnTo>
                  <a:pt x="48997" y="297342"/>
                </a:lnTo>
                <a:lnTo>
                  <a:pt x="41129" y="297399"/>
                </a:lnTo>
                <a:lnTo>
                  <a:pt x="33252" y="297437"/>
                </a:lnTo>
                <a:lnTo>
                  <a:pt x="25375" y="297437"/>
                </a:lnTo>
                <a:lnTo>
                  <a:pt x="17507" y="297409"/>
                </a:lnTo>
                <a:lnTo>
                  <a:pt x="9630" y="297351"/>
                </a:lnTo>
                <a:lnTo>
                  <a:pt x="1762" y="297275"/>
                </a:lnTo>
                <a:lnTo>
                  <a:pt x="0" y="297190"/>
                </a:lnTo>
                <a:lnTo>
                  <a:pt x="7868" y="297066"/>
                </a:lnTo>
                <a:lnTo>
                  <a:pt x="15735" y="296866"/>
                </a:lnTo>
                <a:lnTo>
                  <a:pt x="23603" y="296589"/>
                </a:lnTo>
                <a:lnTo>
                  <a:pt x="31461" y="296256"/>
                </a:lnTo>
                <a:lnTo>
                  <a:pt x="39310" y="295866"/>
                </a:lnTo>
                <a:lnTo>
                  <a:pt x="47149" y="295427"/>
                </a:lnTo>
                <a:lnTo>
                  <a:pt x="54988" y="294932"/>
                </a:lnTo>
                <a:lnTo>
                  <a:pt x="62808" y="294380"/>
                </a:lnTo>
                <a:lnTo>
                  <a:pt x="70628" y="293780"/>
                </a:lnTo>
                <a:lnTo>
                  <a:pt x="78429" y="293122"/>
                </a:lnTo>
                <a:lnTo>
                  <a:pt x="86230" y="292418"/>
                </a:lnTo>
                <a:lnTo>
                  <a:pt x="94012" y="291665"/>
                </a:lnTo>
                <a:lnTo>
                  <a:pt x="101775" y="290855"/>
                </a:lnTo>
                <a:lnTo>
                  <a:pt x="109528" y="289989"/>
                </a:lnTo>
                <a:lnTo>
                  <a:pt x="117272" y="289074"/>
                </a:lnTo>
                <a:lnTo>
                  <a:pt x="124997" y="288103"/>
                </a:lnTo>
                <a:lnTo>
                  <a:pt x="132693" y="287064"/>
                </a:lnTo>
                <a:lnTo>
                  <a:pt x="140379" y="285979"/>
                </a:lnTo>
                <a:lnTo>
                  <a:pt x="148038" y="284836"/>
                </a:lnTo>
                <a:lnTo>
                  <a:pt x="155677" y="283635"/>
                </a:lnTo>
                <a:lnTo>
                  <a:pt x="163297" y="282369"/>
                </a:lnTo>
                <a:lnTo>
                  <a:pt x="170879" y="281045"/>
                </a:lnTo>
                <a:lnTo>
                  <a:pt x="178441" y="279654"/>
                </a:lnTo>
                <a:lnTo>
                  <a:pt x="185966" y="278197"/>
                </a:lnTo>
                <a:lnTo>
                  <a:pt x="193462" y="276673"/>
                </a:lnTo>
                <a:lnTo>
                  <a:pt x="200920" y="275082"/>
                </a:lnTo>
                <a:lnTo>
                  <a:pt x="208340" y="273415"/>
                </a:lnTo>
                <a:lnTo>
                  <a:pt x="215713" y="271682"/>
                </a:lnTo>
                <a:lnTo>
                  <a:pt x="223047" y="269872"/>
                </a:lnTo>
                <a:lnTo>
                  <a:pt x="230334" y="267986"/>
                </a:lnTo>
                <a:lnTo>
                  <a:pt x="237563" y="266024"/>
                </a:lnTo>
                <a:lnTo>
                  <a:pt x="244745" y="263985"/>
                </a:lnTo>
                <a:lnTo>
                  <a:pt x="251860" y="261852"/>
                </a:lnTo>
                <a:lnTo>
                  <a:pt x="258909" y="259642"/>
                </a:lnTo>
                <a:lnTo>
                  <a:pt x="265881" y="257346"/>
                </a:lnTo>
                <a:lnTo>
                  <a:pt x="272786" y="254956"/>
                </a:lnTo>
                <a:lnTo>
                  <a:pt x="279606" y="252479"/>
                </a:lnTo>
                <a:lnTo>
                  <a:pt x="286341" y="249907"/>
                </a:lnTo>
                <a:lnTo>
                  <a:pt x="292979" y="247240"/>
                </a:lnTo>
                <a:lnTo>
                  <a:pt x="299523" y="244478"/>
                </a:lnTo>
                <a:lnTo>
                  <a:pt x="305953" y="241611"/>
                </a:lnTo>
                <a:lnTo>
                  <a:pt x="312268" y="238639"/>
                </a:lnTo>
                <a:lnTo>
                  <a:pt x="318449" y="235572"/>
                </a:lnTo>
                <a:lnTo>
                  <a:pt x="324507" y="232400"/>
                </a:lnTo>
                <a:lnTo>
                  <a:pt x="330422" y="229124"/>
                </a:lnTo>
                <a:lnTo>
                  <a:pt x="336185" y="225743"/>
                </a:lnTo>
                <a:lnTo>
                  <a:pt x="341786" y="222256"/>
                </a:lnTo>
                <a:lnTo>
                  <a:pt x="347224" y="218665"/>
                </a:lnTo>
                <a:lnTo>
                  <a:pt x="352482" y="214970"/>
                </a:lnTo>
                <a:lnTo>
                  <a:pt x="357549" y="211169"/>
                </a:lnTo>
                <a:lnTo>
                  <a:pt x="362417" y="207274"/>
                </a:lnTo>
                <a:lnTo>
                  <a:pt x="367084" y="203273"/>
                </a:lnTo>
                <a:lnTo>
                  <a:pt x="371532" y="199177"/>
                </a:lnTo>
                <a:lnTo>
                  <a:pt x="375761" y="194986"/>
                </a:lnTo>
                <a:lnTo>
                  <a:pt x="379752" y="190719"/>
                </a:lnTo>
                <a:lnTo>
                  <a:pt x="383524" y="186357"/>
                </a:lnTo>
                <a:lnTo>
                  <a:pt x="387048" y="181918"/>
                </a:lnTo>
                <a:lnTo>
                  <a:pt x="390325" y="177413"/>
                </a:lnTo>
                <a:lnTo>
                  <a:pt x="393363" y="172831"/>
                </a:lnTo>
                <a:lnTo>
                  <a:pt x="396154" y="168192"/>
                </a:lnTo>
                <a:lnTo>
                  <a:pt x="398697" y="163487"/>
                </a:lnTo>
                <a:lnTo>
                  <a:pt x="400983" y="158744"/>
                </a:lnTo>
                <a:lnTo>
                  <a:pt x="403031" y="153953"/>
                </a:lnTo>
                <a:lnTo>
                  <a:pt x="404832" y="149114"/>
                </a:lnTo>
                <a:lnTo>
                  <a:pt x="406394" y="144256"/>
                </a:lnTo>
                <a:lnTo>
                  <a:pt x="407727" y="139360"/>
                </a:lnTo>
                <a:lnTo>
                  <a:pt x="408823" y="134445"/>
                </a:lnTo>
                <a:lnTo>
                  <a:pt x="409699" y="129511"/>
                </a:lnTo>
                <a:lnTo>
                  <a:pt x="410347" y="124568"/>
                </a:lnTo>
                <a:lnTo>
                  <a:pt x="410794" y="119615"/>
                </a:lnTo>
                <a:lnTo>
                  <a:pt x="411023" y="114652"/>
                </a:lnTo>
                <a:lnTo>
                  <a:pt x="411061" y="109690"/>
                </a:lnTo>
                <a:lnTo>
                  <a:pt x="410909" y="104727"/>
                </a:lnTo>
                <a:lnTo>
                  <a:pt x="410566" y="99765"/>
                </a:lnTo>
                <a:lnTo>
                  <a:pt x="410042" y="94821"/>
                </a:lnTo>
                <a:lnTo>
                  <a:pt x="417328" y="93602"/>
                </a:lnTo>
                <a:lnTo>
                  <a:pt x="425006" y="92488"/>
                </a:lnTo>
                <a:lnTo>
                  <a:pt x="432654" y="91307"/>
                </a:lnTo>
                <a:lnTo>
                  <a:pt x="440274" y="90068"/>
                </a:lnTo>
                <a:lnTo>
                  <a:pt x="447875" y="88763"/>
                </a:lnTo>
                <a:lnTo>
                  <a:pt x="455457" y="87411"/>
                </a:lnTo>
                <a:lnTo>
                  <a:pt x="463010" y="86011"/>
                </a:lnTo>
                <a:lnTo>
                  <a:pt x="470535" y="84563"/>
                </a:lnTo>
                <a:lnTo>
                  <a:pt x="478041" y="83058"/>
                </a:lnTo>
                <a:lnTo>
                  <a:pt x="485527" y="81515"/>
                </a:lnTo>
                <a:lnTo>
                  <a:pt x="492985" y="79924"/>
                </a:lnTo>
                <a:lnTo>
                  <a:pt x="500415" y="78286"/>
                </a:lnTo>
                <a:lnTo>
                  <a:pt x="507816" y="76600"/>
                </a:lnTo>
                <a:lnTo>
                  <a:pt x="515198" y="74867"/>
                </a:lnTo>
                <a:lnTo>
                  <a:pt x="522551" y="73085"/>
                </a:lnTo>
                <a:lnTo>
                  <a:pt x="529876" y="71266"/>
                </a:lnTo>
                <a:lnTo>
                  <a:pt x="537172" y="69399"/>
                </a:lnTo>
                <a:lnTo>
                  <a:pt x="544439" y="67485"/>
                </a:lnTo>
                <a:lnTo>
                  <a:pt x="551669" y="65513"/>
                </a:lnTo>
                <a:lnTo>
                  <a:pt x="558870" y="63513"/>
                </a:lnTo>
                <a:lnTo>
                  <a:pt x="566033" y="61455"/>
                </a:lnTo>
                <a:lnTo>
                  <a:pt x="573167" y="59350"/>
                </a:lnTo>
                <a:lnTo>
                  <a:pt x="580263" y="57198"/>
                </a:lnTo>
                <a:lnTo>
                  <a:pt x="587321" y="54997"/>
                </a:lnTo>
                <a:lnTo>
                  <a:pt x="594341" y="52749"/>
                </a:lnTo>
                <a:lnTo>
                  <a:pt x="601323" y="50454"/>
                </a:lnTo>
                <a:lnTo>
                  <a:pt x="608257" y="48101"/>
                </a:lnTo>
                <a:lnTo>
                  <a:pt x="615153" y="45701"/>
                </a:lnTo>
                <a:lnTo>
                  <a:pt x="621992" y="43253"/>
                </a:lnTo>
                <a:lnTo>
                  <a:pt x="628793" y="40748"/>
                </a:lnTo>
                <a:lnTo>
                  <a:pt x="635546" y="38195"/>
                </a:lnTo>
                <a:lnTo>
                  <a:pt x="642252" y="35595"/>
                </a:lnTo>
                <a:lnTo>
                  <a:pt x="648900" y="32928"/>
                </a:lnTo>
                <a:lnTo>
                  <a:pt x="655491" y="30223"/>
                </a:lnTo>
                <a:lnTo>
                  <a:pt x="662026" y="27451"/>
                </a:lnTo>
                <a:lnTo>
                  <a:pt x="668503" y="24632"/>
                </a:lnTo>
                <a:lnTo>
                  <a:pt x="674922" y="21746"/>
                </a:lnTo>
                <a:lnTo>
                  <a:pt x="681266" y="18812"/>
                </a:lnTo>
                <a:lnTo>
                  <a:pt x="687553" y="15821"/>
                </a:lnTo>
                <a:lnTo>
                  <a:pt x="693763" y="12773"/>
                </a:lnTo>
                <a:lnTo>
                  <a:pt x="699907" y="9668"/>
                </a:lnTo>
                <a:lnTo>
                  <a:pt x="705974" y="6506"/>
                </a:lnTo>
                <a:lnTo>
                  <a:pt x="711965" y="3277"/>
                </a:lnTo>
                <a:lnTo>
                  <a:pt x="7178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637A6045-ED81-4F77-86DB-2435394D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694" y="3144326"/>
            <a:ext cx="1948901" cy="326536"/>
          </a:xfrm>
          <a:custGeom xmlns:a="http://schemas.openxmlformats.org/drawingml/2006/main">
            <a:pathLst>
              <a:path w="1948901" h="326536">
                <a:moveTo>
                  <a:pt x="1948301" y="0"/>
                </a:moveTo>
                <a:lnTo>
                  <a:pt x="1948901" y="12021"/>
                </a:lnTo>
                <a:lnTo>
                  <a:pt x="1948634" y="24060"/>
                </a:lnTo>
                <a:lnTo>
                  <a:pt x="1947691" y="36071"/>
                </a:lnTo>
                <a:lnTo>
                  <a:pt x="1946119" y="48063"/>
                </a:lnTo>
                <a:lnTo>
                  <a:pt x="1943948" y="60017"/>
                </a:lnTo>
                <a:lnTo>
                  <a:pt x="1941176" y="71923"/>
                </a:lnTo>
                <a:lnTo>
                  <a:pt x="1937795" y="83763"/>
                </a:lnTo>
                <a:lnTo>
                  <a:pt x="1933813" y="95536"/>
                </a:lnTo>
                <a:lnTo>
                  <a:pt x="1929203" y="107213"/>
                </a:lnTo>
                <a:lnTo>
                  <a:pt x="1923974" y="118777"/>
                </a:lnTo>
                <a:lnTo>
                  <a:pt x="1918087" y="130226"/>
                </a:lnTo>
                <a:lnTo>
                  <a:pt x="1911553" y="141532"/>
                </a:lnTo>
                <a:lnTo>
                  <a:pt x="1904343" y="152667"/>
                </a:lnTo>
                <a:lnTo>
                  <a:pt x="1896447" y="163620"/>
                </a:lnTo>
                <a:lnTo>
                  <a:pt x="1887855" y="174365"/>
                </a:lnTo>
                <a:lnTo>
                  <a:pt x="1878559" y="184880"/>
                </a:lnTo>
                <a:lnTo>
                  <a:pt x="1868557" y="195129"/>
                </a:lnTo>
                <a:lnTo>
                  <a:pt x="1857842" y="205083"/>
                </a:lnTo>
                <a:lnTo>
                  <a:pt x="1846431" y="214732"/>
                </a:lnTo>
                <a:lnTo>
                  <a:pt x="1834334" y="224038"/>
                </a:lnTo>
                <a:lnTo>
                  <a:pt x="1821561" y="232982"/>
                </a:lnTo>
                <a:lnTo>
                  <a:pt x="1808140" y="241535"/>
                </a:lnTo>
                <a:lnTo>
                  <a:pt x="1794091" y="249679"/>
                </a:lnTo>
                <a:lnTo>
                  <a:pt x="1779451" y="257404"/>
                </a:lnTo>
                <a:lnTo>
                  <a:pt x="1764259" y="264681"/>
                </a:lnTo>
                <a:lnTo>
                  <a:pt x="1748542" y="271510"/>
                </a:lnTo>
                <a:lnTo>
                  <a:pt x="1732359" y="277892"/>
                </a:lnTo>
                <a:lnTo>
                  <a:pt x="1715748" y="283816"/>
                </a:lnTo>
                <a:lnTo>
                  <a:pt x="1698736" y="289284"/>
                </a:lnTo>
                <a:lnTo>
                  <a:pt x="1681391" y="294303"/>
                </a:lnTo>
                <a:lnTo>
                  <a:pt x="1663732" y="298875"/>
                </a:lnTo>
                <a:lnTo>
                  <a:pt x="1645815" y="303019"/>
                </a:lnTo>
                <a:lnTo>
                  <a:pt x="1627661" y="306743"/>
                </a:lnTo>
                <a:lnTo>
                  <a:pt x="1609315" y="310067"/>
                </a:lnTo>
                <a:lnTo>
                  <a:pt x="1590799" y="312992"/>
                </a:lnTo>
                <a:lnTo>
                  <a:pt x="1572139" y="315544"/>
                </a:lnTo>
                <a:lnTo>
                  <a:pt x="1553375" y="317735"/>
                </a:lnTo>
                <a:lnTo>
                  <a:pt x="1534506" y="319583"/>
                </a:lnTo>
                <a:lnTo>
                  <a:pt x="1515570" y="321097"/>
                </a:lnTo>
                <a:lnTo>
                  <a:pt x="1496578" y="322307"/>
                </a:lnTo>
                <a:lnTo>
                  <a:pt x="1477547" y="323202"/>
                </a:lnTo>
                <a:lnTo>
                  <a:pt x="1458468" y="323631"/>
                </a:lnTo>
                <a:lnTo>
                  <a:pt x="1439380" y="323907"/>
                </a:lnTo>
                <a:lnTo>
                  <a:pt x="1420292" y="324136"/>
                </a:lnTo>
                <a:lnTo>
                  <a:pt x="1401204" y="324326"/>
                </a:lnTo>
                <a:lnTo>
                  <a:pt x="1382116" y="324498"/>
                </a:lnTo>
                <a:lnTo>
                  <a:pt x="1363028" y="324650"/>
                </a:lnTo>
                <a:lnTo>
                  <a:pt x="1343939" y="324783"/>
                </a:lnTo>
                <a:lnTo>
                  <a:pt x="1324851" y="324907"/>
                </a:lnTo>
                <a:lnTo>
                  <a:pt x="1305763" y="325022"/>
                </a:lnTo>
                <a:lnTo>
                  <a:pt x="1286675" y="325136"/>
                </a:lnTo>
                <a:lnTo>
                  <a:pt x="1267577" y="325241"/>
                </a:lnTo>
                <a:lnTo>
                  <a:pt x="1248489" y="325336"/>
                </a:lnTo>
                <a:lnTo>
                  <a:pt x="1229401" y="325422"/>
                </a:lnTo>
                <a:lnTo>
                  <a:pt x="1210313" y="325507"/>
                </a:lnTo>
                <a:lnTo>
                  <a:pt x="1191225" y="325593"/>
                </a:lnTo>
                <a:lnTo>
                  <a:pt x="1172137" y="325669"/>
                </a:lnTo>
                <a:lnTo>
                  <a:pt x="1153039" y="325736"/>
                </a:lnTo>
                <a:lnTo>
                  <a:pt x="1133951" y="325812"/>
                </a:lnTo>
                <a:lnTo>
                  <a:pt x="1114863" y="325869"/>
                </a:lnTo>
                <a:lnTo>
                  <a:pt x="1095775" y="325926"/>
                </a:lnTo>
                <a:lnTo>
                  <a:pt x="1076687" y="325993"/>
                </a:lnTo>
                <a:lnTo>
                  <a:pt x="1057589" y="326041"/>
                </a:lnTo>
                <a:lnTo>
                  <a:pt x="1038501" y="326098"/>
                </a:lnTo>
                <a:lnTo>
                  <a:pt x="1019413" y="326146"/>
                </a:lnTo>
                <a:lnTo>
                  <a:pt x="1000325" y="326193"/>
                </a:lnTo>
                <a:lnTo>
                  <a:pt x="981237" y="326231"/>
                </a:lnTo>
                <a:lnTo>
                  <a:pt x="962139" y="326269"/>
                </a:lnTo>
                <a:lnTo>
                  <a:pt x="943051" y="326307"/>
                </a:lnTo>
                <a:lnTo>
                  <a:pt x="923963" y="326336"/>
                </a:lnTo>
                <a:lnTo>
                  <a:pt x="904875" y="326374"/>
                </a:lnTo>
                <a:lnTo>
                  <a:pt x="885787" y="326403"/>
                </a:lnTo>
                <a:lnTo>
                  <a:pt x="866689" y="326422"/>
                </a:lnTo>
                <a:lnTo>
                  <a:pt x="847601" y="326450"/>
                </a:lnTo>
                <a:lnTo>
                  <a:pt x="828513" y="326469"/>
                </a:lnTo>
                <a:lnTo>
                  <a:pt x="809425" y="326488"/>
                </a:lnTo>
                <a:lnTo>
                  <a:pt x="790327" y="326498"/>
                </a:lnTo>
                <a:lnTo>
                  <a:pt x="771239" y="326517"/>
                </a:lnTo>
                <a:lnTo>
                  <a:pt x="752151" y="326527"/>
                </a:lnTo>
                <a:lnTo>
                  <a:pt x="733063" y="326536"/>
                </a:lnTo>
                <a:lnTo>
                  <a:pt x="713975" y="326536"/>
                </a:lnTo>
                <a:lnTo>
                  <a:pt x="694877" y="326536"/>
                </a:lnTo>
                <a:lnTo>
                  <a:pt x="675789" y="326536"/>
                </a:lnTo>
                <a:lnTo>
                  <a:pt x="656701" y="326536"/>
                </a:lnTo>
                <a:lnTo>
                  <a:pt x="637613" y="326527"/>
                </a:lnTo>
                <a:lnTo>
                  <a:pt x="618525" y="326517"/>
                </a:lnTo>
                <a:lnTo>
                  <a:pt x="599427" y="326498"/>
                </a:lnTo>
                <a:lnTo>
                  <a:pt x="580339" y="326488"/>
                </a:lnTo>
                <a:lnTo>
                  <a:pt x="561251" y="326469"/>
                </a:lnTo>
                <a:lnTo>
                  <a:pt x="542163" y="326441"/>
                </a:lnTo>
                <a:lnTo>
                  <a:pt x="523065" y="326412"/>
                </a:lnTo>
                <a:lnTo>
                  <a:pt x="503977" y="326384"/>
                </a:lnTo>
                <a:lnTo>
                  <a:pt x="484889" y="326355"/>
                </a:lnTo>
                <a:lnTo>
                  <a:pt x="465801" y="326307"/>
                </a:lnTo>
                <a:lnTo>
                  <a:pt x="446713" y="326269"/>
                </a:lnTo>
                <a:lnTo>
                  <a:pt x="427615" y="326222"/>
                </a:lnTo>
                <a:lnTo>
                  <a:pt x="408527" y="326165"/>
                </a:lnTo>
                <a:lnTo>
                  <a:pt x="389439" y="326117"/>
                </a:lnTo>
                <a:lnTo>
                  <a:pt x="370351" y="326060"/>
                </a:lnTo>
                <a:lnTo>
                  <a:pt x="351263" y="325984"/>
                </a:lnTo>
                <a:lnTo>
                  <a:pt x="332165" y="325917"/>
                </a:lnTo>
                <a:lnTo>
                  <a:pt x="313077" y="325831"/>
                </a:lnTo>
                <a:lnTo>
                  <a:pt x="293989" y="325745"/>
                </a:lnTo>
                <a:lnTo>
                  <a:pt x="274901" y="325650"/>
                </a:lnTo>
                <a:lnTo>
                  <a:pt x="255813" y="325555"/>
                </a:lnTo>
                <a:lnTo>
                  <a:pt x="236725" y="325441"/>
                </a:lnTo>
                <a:lnTo>
                  <a:pt x="217627" y="325317"/>
                </a:lnTo>
                <a:lnTo>
                  <a:pt x="198539" y="325184"/>
                </a:lnTo>
                <a:lnTo>
                  <a:pt x="179451" y="325031"/>
                </a:lnTo>
                <a:lnTo>
                  <a:pt x="160363" y="324879"/>
                </a:lnTo>
                <a:lnTo>
                  <a:pt x="141275" y="324698"/>
                </a:lnTo>
                <a:lnTo>
                  <a:pt x="122187" y="324498"/>
                </a:lnTo>
                <a:lnTo>
                  <a:pt x="103099" y="324269"/>
                </a:lnTo>
                <a:lnTo>
                  <a:pt x="84020" y="324002"/>
                </a:lnTo>
                <a:lnTo>
                  <a:pt x="64932" y="323698"/>
                </a:lnTo>
                <a:lnTo>
                  <a:pt x="45853" y="323326"/>
                </a:lnTo>
                <a:lnTo>
                  <a:pt x="26775" y="322831"/>
                </a:lnTo>
                <a:lnTo>
                  <a:pt x="7734" y="322050"/>
                </a:lnTo>
                <a:lnTo>
                  <a:pt x="3543" y="312268"/>
                </a:lnTo>
                <a:lnTo>
                  <a:pt x="3286" y="300238"/>
                </a:lnTo>
                <a:lnTo>
                  <a:pt x="3038" y="288207"/>
                </a:lnTo>
                <a:lnTo>
                  <a:pt x="2781" y="276177"/>
                </a:lnTo>
                <a:lnTo>
                  <a:pt x="2524" y="264138"/>
                </a:lnTo>
                <a:lnTo>
                  <a:pt x="2276" y="252108"/>
                </a:lnTo>
                <a:lnTo>
                  <a:pt x="2019" y="240078"/>
                </a:lnTo>
                <a:lnTo>
                  <a:pt x="1772" y="228048"/>
                </a:lnTo>
                <a:lnTo>
                  <a:pt x="1514" y="216017"/>
                </a:lnTo>
                <a:lnTo>
                  <a:pt x="1267" y="203987"/>
                </a:lnTo>
                <a:lnTo>
                  <a:pt x="1010" y="191948"/>
                </a:lnTo>
                <a:lnTo>
                  <a:pt x="762" y="179918"/>
                </a:lnTo>
                <a:lnTo>
                  <a:pt x="505" y="167888"/>
                </a:lnTo>
                <a:lnTo>
                  <a:pt x="257" y="155858"/>
                </a:lnTo>
                <a:lnTo>
                  <a:pt x="0" y="143828"/>
                </a:lnTo>
                <a:lnTo>
                  <a:pt x="7001" y="135950"/>
                </a:lnTo>
                <a:lnTo>
                  <a:pt x="26041" y="135084"/>
                </a:lnTo>
                <a:lnTo>
                  <a:pt x="45101" y="134341"/>
                </a:lnTo>
                <a:lnTo>
                  <a:pt x="64160" y="133731"/>
                </a:lnTo>
                <a:lnTo>
                  <a:pt x="83239" y="133226"/>
                </a:lnTo>
                <a:lnTo>
                  <a:pt x="102318" y="132826"/>
                </a:lnTo>
                <a:lnTo>
                  <a:pt x="121396" y="132512"/>
                </a:lnTo>
                <a:lnTo>
                  <a:pt x="140484" y="132283"/>
                </a:lnTo>
                <a:lnTo>
                  <a:pt x="159572" y="132131"/>
                </a:lnTo>
                <a:lnTo>
                  <a:pt x="178660" y="132045"/>
                </a:lnTo>
                <a:lnTo>
                  <a:pt x="197758" y="132017"/>
                </a:lnTo>
                <a:lnTo>
                  <a:pt x="216846" y="132055"/>
                </a:lnTo>
                <a:lnTo>
                  <a:pt x="235934" y="132140"/>
                </a:lnTo>
                <a:lnTo>
                  <a:pt x="255022" y="132274"/>
                </a:lnTo>
                <a:lnTo>
                  <a:pt x="274110" y="132455"/>
                </a:lnTo>
                <a:lnTo>
                  <a:pt x="293199" y="132683"/>
                </a:lnTo>
                <a:lnTo>
                  <a:pt x="312287" y="132940"/>
                </a:lnTo>
                <a:lnTo>
                  <a:pt x="331365" y="133236"/>
                </a:lnTo>
                <a:lnTo>
                  <a:pt x="350453" y="133569"/>
                </a:lnTo>
                <a:lnTo>
                  <a:pt x="369532" y="133931"/>
                </a:lnTo>
                <a:lnTo>
                  <a:pt x="388610" y="134322"/>
                </a:lnTo>
                <a:lnTo>
                  <a:pt x="407689" y="134731"/>
                </a:lnTo>
                <a:lnTo>
                  <a:pt x="426768" y="135169"/>
                </a:lnTo>
                <a:lnTo>
                  <a:pt x="445846" y="135636"/>
                </a:lnTo>
                <a:lnTo>
                  <a:pt x="464925" y="136112"/>
                </a:lnTo>
                <a:lnTo>
                  <a:pt x="483994" y="136617"/>
                </a:lnTo>
                <a:lnTo>
                  <a:pt x="503063" y="137141"/>
                </a:lnTo>
                <a:lnTo>
                  <a:pt x="522141" y="137674"/>
                </a:lnTo>
                <a:lnTo>
                  <a:pt x="541211" y="138227"/>
                </a:lnTo>
                <a:lnTo>
                  <a:pt x="560280" y="138789"/>
                </a:lnTo>
                <a:lnTo>
                  <a:pt x="579349" y="139360"/>
                </a:lnTo>
                <a:lnTo>
                  <a:pt x="598418" y="139951"/>
                </a:lnTo>
                <a:lnTo>
                  <a:pt x="617477" y="140541"/>
                </a:lnTo>
                <a:lnTo>
                  <a:pt x="636546" y="141141"/>
                </a:lnTo>
                <a:lnTo>
                  <a:pt x="655615" y="141751"/>
                </a:lnTo>
                <a:lnTo>
                  <a:pt x="674675" y="142370"/>
                </a:lnTo>
                <a:lnTo>
                  <a:pt x="693744" y="142989"/>
                </a:lnTo>
                <a:lnTo>
                  <a:pt x="712803" y="143608"/>
                </a:lnTo>
                <a:lnTo>
                  <a:pt x="731872" y="144237"/>
                </a:lnTo>
                <a:lnTo>
                  <a:pt x="750932" y="144856"/>
                </a:lnTo>
                <a:lnTo>
                  <a:pt x="770001" y="145485"/>
                </a:lnTo>
                <a:lnTo>
                  <a:pt x="789070" y="146104"/>
                </a:lnTo>
                <a:lnTo>
                  <a:pt x="808130" y="146723"/>
                </a:lnTo>
                <a:lnTo>
                  <a:pt x="827199" y="147342"/>
                </a:lnTo>
                <a:lnTo>
                  <a:pt x="846258" y="147952"/>
                </a:lnTo>
                <a:lnTo>
                  <a:pt x="865327" y="148561"/>
                </a:lnTo>
                <a:lnTo>
                  <a:pt x="884396" y="149162"/>
                </a:lnTo>
                <a:lnTo>
                  <a:pt x="903456" y="149752"/>
                </a:lnTo>
                <a:lnTo>
                  <a:pt x="922525" y="150333"/>
                </a:lnTo>
                <a:lnTo>
                  <a:pt x="941594" y="150905"/>
                </a:lnTo>
                <a:lnTo>
                  <a:pt x="960663" y="151467"/>
                </a:lnTo>
                <a:lnTo>
                  <a:pt x="979742" y="152009"/>
                </a:lnTo>
                <a:lnTo>
                  <a:pt x="998811" y="152533"/>
                </a:lnTo>
                <a:lnTo>
                  <a:pt x="1017880" y="153048"/>
                </a:lnTo>
                <a:lnTo>
                  <a:pt x="1036958" y="153543"/>
                </a:lnTo>
                <a:lnTo>
                  <a:pt x="1056037" y="154010"/>
                </a:lnTo>
                <a:lnTo>
                  <a:pt x="1075106" y="154467"/>
                </a:lnTo>
                <a:lnTo>
                  <a:pt x="1094184" y="154896"/>
                </a:lnTo>
                <a:lnTo>
                  <a:pt x="1113263" y="155296"/>
                </a:lnTo>
                <a:lnTo>
                  <a:pt x="1132351" y="155667"/>
                </a:lnTo>
                <a:lnTo>
                  <a:pt x="1151430" y="156010"/>
                </a:lnTo>
                <a:lnTo>
                  <a:pt x="1170518" y="156324"/>
                </a:lnTo>
                <a:lnTo>
                  <a:pt x="1189596" y="156601"/>
                </a:lnTo>
                <a:lnTo>
                  <a:pt x="1208684" y="156829"/>
                </a:lnTo>
                <a:lnTo>
                  <a:pt x="1227773" y="157029"/>
                </a:lnTo>
                <a:lnTo>
                  <a:pt x="1246861" y="157172"/>
                </a:lnTo>
                <a:lnTo>
                  <a:pt x="1265949" y="157277"/>
                </a:lnTo>
                <a:lnTo>
                  <a:pt x="1285046" y="157324"/>
                </a:lnTo>
                <a:lnTo>
                  <a:pt x="1304134" y="157315"/>
                </a:lnTo>
                <a:lnTo>
                  <a:pt x="1323223" y="157239"/>
                </a:lnTo>
                <a:lnTo>
                  <a:pt x="1342311" y="157086"/>
                </a:lnTo>
                <a:lnTo>
                  <a:pt x="1361399" y="156867"/>
                </a:lnTo>
                <a:lnTo>
                  <a:pt x="1380477" y="156562"/>
                </a:lnTo>
                <a:lnTo>
                  <a:pt x="1399565" y="156162"/>
                </a:lnTo>
                <a:lnTo>
                  <a:pt x="1418634" y="155658"/>
                </a:lnTo>
                <a:lnTo>
                  <a:pt x="1437704" y="155038"/>
                </a:lnTo>
                <a:lnTo>
                  <a:pt x="1456754" y="154295"/>
                </a:lnTo>
                <a:lnTo>
                  <a:pt x="1475794" y="153400"/>
                </a:lnTo>
                <a:lnTo>
                  <a:pt x="1494806" y="152333"/>
                </a:lnTo>
                <a:lnTo>
                  <a:pt x="1513789" y="151076"/>
                </a:lnTo>
                <a:lnTo>
                  <a:pt x="1532734" y="149600"/>
                </a:lnTo>
                <a:lnTo>
                  <a:pt x="1551623" y="147847"/>
                </a:lnTo>
                <a:lnTo>
                  <a:pt x="1570425" y="145780"/>
                </a:lnTo>
                <a:lnTo>
                  <a:pt x="1589113" y="143323"/>
                </a:lnTo>
                <a:lnTo>
                  <a:pt x="1607620" y="140370"/>
                </a:lnTo>
                <a:lnTo>
                  <a:pt x="1625832" y="136779"/>
                </a:lnTo>
                <a:lnTo>
                  <a:pt x="1643567" y="132331"/>
                </a:lnTo>
                <a:lnTo>
                  <a:pt x="1660408" y="126683"/>
                </a:lnTo>
                <a:lnTo>
                  <a:pt x="1675457" y="119320"/>
                </a:lnTo>
                <a:lnTo>
                  <a:pt x="1686697" y="109671"/>
                </a:lnTo>
                <a:lnTo>
                  <a:pt x="1691230" y="98069"/>
                </a:lnTo>
                <a:lnTo>
                  <a:pt x="1704023" y="92040"/>
                </a:lnTo>
                <a:lnTo>
                  <a:pt x="1721987" y="87973"/>
                </a:lnTo>
                <a:lnTo>
                  <a:pt x="1739713" y="83506"/>
                </a:lnTo>
                <a:lnTo>
                  <a:pt x="1757201" y="78686"/>
                </a:lnTo>
                <a:lnTo>
                  <a:pt x="1774469" y="73552"/>
                </a:lnTo>
                <a:lnTo>
                  <a:pt x="1791510" y="68132"/>
                </a:lnTo>
                <a:lnTo>
                  <a:pt x="1808321" y="62436"/>
                </a:lnTo>
                <a:lnTo>
                  <a:pt x="1824904" y="56464"/>
                </a:lnTo>
                <a:lnTo>
                  <a:pt x="1841240" y="50244"/>
                </a:lnTo>
                <a:lnTo>
                  <a:pt x="1857327" y="43767"/>
                </a:lnTo>
                <a:lnTo>
                  <a:pt x="1873167" y="37052"/>
                </a:lnTo>
                <a:lnTo>
                  <a:pt x="1888741" y="30089"/>
                </a:lnTo>
                <a:lnTo>
                  <a:pt x="1904048" y="22908"/>
                </a:lnTo>
                <a:lnTo>
                  <a:pt x="1919087" y="15488"/>
                </a:lnTo>
                <a:lnTo>
                  <a:pt x="1933832" y="7849"/>
                </a:lnTo>
                <a:lnTo>
                  <a:pt x="1948301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00585F08-B577-4FC5-8651-1FDEC050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2241652"/>
            <a:ext cx="1948463" cy="1228125"/>
          </a:xfrm>
          <a:custGeom xmlns:a="http://schemas.openxmlformats.org/drawingml/2006/main">
            <a:pathLst>
              <a:path w="1948463" h="1228125">
                <a:moveTo>
                  <a:pt x="0" y="1228125"/>
                </a:moveTo>
                <a:lnTo>
                  <a:pt x="31280" y="1228125"/>
                </a:lnTo>
                <a:lnTo>
                  <a:pt x="62570" y="1228125"/>
                </a:lnTo>
                <a:lnTo>
                  <a:pt x="93850" y="1228125"/>
                </a:lnTo>
                <a:lnTo>
                  <a:pt x="125139" y="1228125"/>
                </a:lnTo>
                <a:lnTo>
                  <a:pt x="156420" y="1228125"/>
                </a:lnTo>
                <a:lnTo>
                  <a:pt x="187709" y="1228125"/>
                </a:lnTo>
                <a:lnTo>
                  <a:pt x="218989" y="1228125"/>
                </a:lnTo>
                <a:lnTo>
                  <a:pt x="250279" y="1228125"/>
                </a:lnTo>
                <a:lnTo>
                  <a:pt x="281559" y="1228125"/>
                </a:lnTo>
                <a:lnTo>
                  <a:pt x="312849" y="1228125"/>
                </a:lnTo>
                <a:lnTo>
                  <a:pt x="344129" y="1228125"/>
                </a:lnTo>
                <a:lnTo>
                  <a:pt x="375418" y="1228125"/>
                </a:lnTo>
                <a:lnTo>
                  <a:pt x="406698" y="1228125"/>
                </a:lnTo>
                <a:lnTo>
                  <a:pt x="437988" y="1228125"/>
                </a:lnTo>
                <a:lnTo>
                  <a:pt x="469268" y="1228125"/>
                </a:lnTo>
                <a:lnTo>
                  <a:pt x="500558" y="1228125"/>
                </a:lnTo>
                <a:lnTo>
                  <a:pt x="531838" y="1228125"/>
                </a:lnTo>
                <a:lnTo>
                  <a:pt x="563118" y="1228125"/>
                </a:lnTo>
                <a:lnTo>
                  <a:pt x="594408" y="1228125"/>
                </a:lnTo>
                <a:lnTo>
                  <a:pt x="625688" y="1228125"/>
                </a:lnTo>
                <a:lnTo>
                  <a:pt x="656977" y="1228125"/>
                </a:lnTo>
                <a:lnTo>
                  <a:pt x="688257" y="1228125"/>
                </a:lnTo>
                <a:lnTo>
                  <a:pt x="719547" y="1228125"/>
                </a:lnTo>
                <a:lnTo>
                  <a:pt x="750827" y="1228125"/>
                </a:lnTo>
                <a:lnTo>
                  <a:pt x="782117" y="1228125"/>
                </a:lnTo>
                <a:lnTo>
                  <a:pt x="813397" y="1228125"/>
                </a:lnTo>
                <a:lnTo>
                  <a:pt x="844687" y="1228125"/>
                </a:lnTo>
                <a:lnTo>
                  <a:pt x="875967" y="1228125"/>
                </a:lnTo>
                <a:lnTo>
                  <a:pt x="907256" y="1228125"/>
                </a:lnTo>
                <a:lnTo>
                  <a:pt x="938536" y="1228125"/>
                </a:lnTo>
                <a:lnTo>
                  <a:pt x="969826" y="1228125"/>
                </a:lnTo>
                <a:lnTo>
                  <a:pt x="1001106" y="1228125"/>
                </a:lnTo>
                <a:lnTo>
                  <a:pt x="1032396" y="1228125"/>
                </a:lnTo>
                <a:lnTo>
                  <a:pt x="1063676" y="1228125"/>
                </a:lnTo>
                <a:lnTo>
                  <a:pt x="1094965" y="1228125"/>
                </a:lnTo>
                <a:lnTo>
                  <a:pt x="1126246" y="1228125"/>
                </a:lnTo>
                <a:lnTo>
                  <a:pt x="1157526" y="1228125"/>
                </a:lnTo>
                <a:lnTo>
                  <a:pt x="1188815" y="1228125"/>
                </a:lnTo>
                <a:lnTo>
                  <a:pt x="1220095" y="1228125"/>
                </a:lnTo>
                <a:lnTo>
                  <a:pt x="1251385" y="1228125"/>
                </a:lnTo>
                <a:lnTo>
                  <a:pt x="1282665" y="1228125"/>
                </a:lnTo>
                <a:lnTo>
                  <a:pt x="1313640" y="1225906"/>
                </a:lnTo>
                <a:lnTo>
                  <a:pt x="1344444" y="1222467"/>
                </a:lnTo>
                <a:lnTo>
                  <a:pt x="1375248" y="1219019"/>
                </a:lnTo>
                <a:lnTo>
                  <a:pt x="1406052" y="1215571"/>
                </a:lnTo>
                <a:lnTo>
                  <a:pt x="1436856" y="1212132"/>
                </a:lnTo>
                <a:lnTo>
                  <a:pt x="1467660" y="1208684"/>
                </a:lnTo>
                <a:lnTo>
                  <a:pt x="1498463" y="1205236"/>
                </a:lnTo>
                <a:lnTo>
                  <a:pt x="1529267" y="1201798"/>
                </a:lnTo>
                <a:lnTo>
                  <a:pt x="1552785" y="1189730"/>
                </a:lnTo>
                <a:lnTo>
                  <a:pt x="1574492" y="1175528"/>
                </a:lnTo>
                <a:lnTo>
                  <a:pt x="1596200" y="1161336"/>
                </a:lnTo>
                <a:lnTo>
                  <a:pt x="1617907" y="1147134"/>
                </a:lnTo>
                <a:lnTo>
                  <a:pt x="1639614" y="1132932"/>
                </a:lnTo>
                <a:lnTo>
                  <a:pt x="1661322" y="1118740"/>
                </a:lnTo>
                <a:lnTo>
                  <a:pt x="1683029" y="1104538"/>
                </a:lnTo>
                <a:lnTo>
                  <a:pt x="1704737" y="1090336"/>
                </a:lnTo>
                <a:lnTo>
                  <a:pt x="1726444" y="1076135"/>
                </a:lnTo>
                <a:lnTo>
                  <a:pt x="1748152" y="1061942"/>
                </a:lnTo>
                <a:lnTo>
                  <a:pt x="1769859" y="1047740"/>
                </a:lnTo>
                <a:lnTo>
                  <a:pt x="1791576" y="1033539"/>
                </a:lnTo>
                <a:lnTo>
                  <a:pt x="1813284" y="1019337"/>
                </a:lnTo>
                <a:lnTo>
                  <a:pt x="1834991" y="1005145"/>
                </a:lnTo>
                <a:lnTo>
                  <a:pt x="1856699" y="990943"/>
                </a:lnTo>
                <a:lnTo>
                  <a:pt x="1878406" y="976741"/>
                </a:lnTo>
                <a:lnTo>
                  <a:pt x="1900114" y="962549"/>
                </a:lnTo>
                <a:lnTo>
                  <a:pt x="1921821" y="948347"/>
                </a:lnTo>
                <a:lnTo>
                  <a:pt x="1943529" y="934145"/>
                </a:lnTo>
                <a:lnTo>
                  <a:pt x="1948463" y="915676"/>
                </a:lnTo>
                <a:lnTo>
                  <a:pt x="1948463" y="895960"/>
                </a:lnTo>
                <a:lnTo>
                  <a:pt x="1948463" y="876243"/>
                </a:lnTo>
                <a:lnTo>
                  <a:pt x="1948463" y="856526"/>
                </a:lnTo>
                <a:lnTo>
                  <a:pt x="1948463" y="836809"/>
                </a:lnTo>
                <a:lnTo>
                  <a:pt x="1948463" y="817083"/>
                </a:lnTo>
                <a:lnTo>
                  <a:pt x="1948463" y="797366"/>
                </a:lnTo>
                <a:lnTo>
                  <a:pt x="1948463" y="777650"/>
                </a:lnTo>
                <a:lnTo>
                  <a:pt x="1948463" y="757933"/>
                </a:lnTo>
                <a:lnTo>
                  <a:pt x="1948463" y="738207"/>
                </a:lnTo>
                <a:lnTo>
                  <a:pt x="1948463" y="718490"/>
                </a:lnTo>
                <a:lnTo>
                  <a:pt x="1948463" y="698773"/>
                </a:lnTo>
                <a:lnTo>
                  <a:pt x="1948463" y="679056"/>
                </a:lnTo>
                <a:lnTo>
                  <a:pt x="1948463" y="659330"/>
                </a:lnTo>
                <a:lnTo>
                  <a:pt x="1948463" y="639613"/>
                </a:lnTo>
                <a:lnTo>
                  <a:pt x="1948463" y="619897"/>
                </a:lnTo>
                <a:lnTo>
                  <a:pt x="1948463" y="600180"/>
                </a:lnTo>
                <a:lnTo>
                  <a:pt x="1948463" y="580463"/>
                </a:lnTo>
                <a:lnTo>
                  <a:pt x="1948463" y="560737"/>
                </a:lnTo>
                <a:lnTo>
                  <a:pt x="1948463" y="541020"/>
                </a:lnTo>
                <a:lnTo>
                  <a:pt x="1948463" y="521303"/>
                </a:lnTo>
                <a:lnTo>
                  <a:pt x="1948463" y="501586"/>
                </a:lnTo>
                <a:lnTo>
                  <a:pt x="1948463" y="481860"/>
                </a:lnTo>
                <a:lnTo>
                  <a:pt x="1948463" y="462143"/>
                </a:lnTo>
                <a:lnTo>
                  <a:pt x="1948463" y="442427"/>
                </a:lnTo>
                <a:lnTo>
                  <a:pt x="1948463" y="422710"/>
                </a:lnTo>
                <a:lnTo>
                  <a:pt x="1948463" y="402984"/>
                </a:lnTo>
                <a:lnTo>
                  <a:pt x="1948463" y="383267"/>
                </a:lnTo>
                <a:lnTo>
                  <a:pt x="1948463" y="363550"/>
                </a:lnTo>
                <a:lnTo>
                  <a:pt x="1948463" y="343833"/>
                </a:lnTo>
                <a:lnTo>
                  <a:pt x="1948463" y="324117"/>
                </a:lnTo>
                <a:lnTo>
                  <a:pt x="1948463" y="304390"/>
                </a:lnTo>
                <a:lnTo>
                  <a:pt x="1948463" y="284674"/>
                </a:lnTo>
                <a:lnTo>
                  <a:pt x="1948463" y="264957"/>
                </a:lnTo>
                <a:lnTo>
                  <a:pt x="1948463" y="245240"/>
                </a:lnTo>
                <a:lnTo>
                  <a:pt x="1948463" y="225514"/>
                </a:lnTo>
                <a:lnTo>
                  <a:pt x="1948463" y="205797"/>
                </a:lnTo>
                <a:lnTo>
                  <a:pt x="1948463" y="186080"/>
                </a:lnTo>
                <a:lnTo>
                  <a:pt x="1948463" y="166364"/>
                </a:lnTo>
                <a:lnTo>
                  <a:pt x="1948463" y="146637"/>
                </a:lnTo>
                <a:lnTo>
                  <a:pt x="1948463" y="126921"/>
                </a:lnTo>
                <a:lnTo>
                  <a:pt x="1948463" y="107204"/>
                </a:lnTo>
                <a:lnTo>
                  <a:pt x="1948463" y="87487"/>
                </a:lnTo>
                <a:lnTo>
                  <a:pt x="1948463" y="67770"/>
                </a:lnTo>
                <a:lnTo>
                  <a:pt x="1948463" y="48044"/>
                </a:lnTo>
                <a:lnTo>
                  <a:pt x="1948463" y="28327"/>
                </a:lnTo>
                <a:lnTo>
                  <a:pt x="1948463" y="8611"/>
                </a:lnTo>
                <a:lnTo>
                  <a:pt x="1930832" y="0"/>
                </a:lnTo>
                <a:lnTo>
                  <a:pt x="1899552" y="0"/>
                </a:lnTo>
                <a:lnTo>
                  <a:pt x="1868262" y="0"/>
                </a:lnTo>
                <a:lnTo>
                  <a:pt x="1836982" y="0"/>
                </a:lnTo>
                <a:lnTo>
                  <a:pt x="1805692" y="0"/>
                </a:lnTo>
                <a:lnTo>
                  <a:pt x="1774412" y="0"/>
                </a:lnTo>
                <a:lnTo>
                  <a:pt x="1743123" y="0"/>
                </a:lnTo>
                <a:lnTo>
                  <a:pt x="1711843" y="0"/>
                </a:lnTo>
                <a:lnTo>
                  <a:pt x="1680553" y="0"/>
                </a:lnTo>
                <a:lnTo>
                  <a:pt x="1649273" y="0"/>
                </a:lnTo>
                <a:lnTo>
                  <a:pt x="1617983" y="0"/>
                </a:lnTo>
                <a:lnTo>
                  <a:pt x="1586703" y="0"/>
                </a:lnTo>
                <a:lnTo>
                  <a:pt x="1555413" y="0"/>
                </a:lnTo>
                <a:lnTo>
                  <a:pt x="1524133" y="0"/>
                </a:lnTo>
                <a:lnTo>
                  <a:pt x="1492844" y="0"/>
                </a:lnTo>
                <a:lnTo>
                  <a:pt x="1461564" y="0"/>
                </a:lnTo>
                <a:lnTo>
                  <a:pt x="1430274" y="0"/>
                </a:lnTo>
                <a:lnTo>
                  <a:pt x="1398994" y="0"/>
                </a:lnTo>
                <a:lnTo>
                  <a:pt x="1367704" y="0"/>
                </a:lnTo>
                <a:lnTo>
                  <a:pt x="1336424" y="0"/>
                </a:lnTo>
                <a:lnTo>
                  <a:pt x="1305144" y="0"/>
                </a:lnTo>
                <a:lnTo>
                  <a:pt x="1273854" y="0"/>
                </a:lnTo>
                <a:lnTo>
                  <a:pt x="1242574" y="0"/>
                </a:lnTo>
                <a:lnTo>
                  <a:pt x="1211285" y="0"/>
                </a:lnTo>
                <a:lnTo>
                  <a:pt x="1180005" y="0"/>
                </a:lnTo>
                <a:lnTo>
                  <a:pt x="1148715" y="0"/>
                </a:lnTo>
                <a:lnTo>
                  <a:pt x="1117435" y="0"/>
                </a:lnTo>
                <a:lnTo>
                  <a:pt x="1086145" y="0"/>
                </a:lnTo>
                <a:lnTo>
                  <a:pt x="1054865" y="0"/>
                </a:lnTo>
                <a:lnTo>
                  <a:pt x="1023576" y="0"/>
                </a:lnTo>
                <a:lnTo>
                  <a:pt x="992295" y="0"/>
                </a:lnTo>
                <a:lnTo>
                  <a:pt x="961006" y="0"/>
                </a:lnTo>
                <a:lnTo>
                  <a:pt x="929726" y="0"/>
                </a:lnTo>
                <a:lnTo>
                  <a:pt x="898436" y="0"/>
                </a:lnTo>
                <a:lnTo>
                  <a:pt x="867156" y="0"/>
                </a:lnTo>
                <a:lnTo>
                  <a:pt x="835866" y="0"/>
                </a:lnTo>
                <a:lnTo>
                  <a:pt x="804586" y="0"/>
                </a:lnTo>
                <a:lnTo>
                  <a:pt x="773306" y="0"/>
                </a:lnTo>
                <a:lnTo>
                  <a:pt x="742017" y="0"/>
                </a:lnTo>
                <a:lnTo>
                  <a:pt x="710736" y="0"/>
                </a:lnTo>
                <a:lnTo>
                  <a:pt x="679447" y="0"/>
                </a:lnTo>
                <a:lnTo>
                  <a:pt x="648167" y="0"/>
                </a:lnTo>
                <a:lnTo>
                  <a:pt x="616877" y="0"/>
                </a:lnTo>
                <a:lnTo>
                  <a:pt x="585597" y="0"/>
                </a:lnTo>
                <a:lnTo>
                  <a:pt x="554307" y="0"/>
                </a:lnTo>
                <a:lnTo>
                  <a:pt x="523027" y="0"/>
                </a:lnTo>
                <a:lnTo>
                  <a:pt x="491738" y="0"/>
                </a:lnTo>
                <a:lnTo>
                  <a:pt x="460458" y="0"/>
                </a:lnTo>
                <a:lnTo>
                  <a:pt x="429168" y="0"/>
                </a:lnTo>
                <a:lnTo>
                  <a:pt x="397888" y="0"/>
                </a:lnTo>
                <a:lnTo>
                  <a:pt x="366598" y="0"/>
                </a:lnTo>
                <a:lnTo>
                  <a:pt x="335318" y="0"/>
                </a:lnTo>
                <a:lnTo>
                  <a:pt x="304028" y="0"/>
                </a:lnTo>
                <a:lnTo>
                  <a:pt x="272748" y="0"/>
                </a:lnTo>
                <a:lnTo>
                  <a:pt x="241468" y="0"/>
                </a:lnTo>
                <a:lnTo>
                  <a:pt x="210179" y="0"/>
                </a:lnTo>
                <a:lnTo>
                  <a:pt x="178899" y="0"/>
                </a:lnTo>
                <a:lnTo>
                  <a:pt x="147609" y="0"/>
                </a:lnTo>
                <a:lnTo>
                  <a:pt x="116329" y="0"/>
                </a:lnTo>
                <a:lnTo>
                  <a:pt x="85039" y="0"/>
                </a:lnTo>
                <a:lnTo>
                  <a:pt x="53759" y="0"/>
                </a:lnTo>
                <a:lnTo>
                  <a:pt x="22469" y="0"/>
                </a:lnTo>
                <a:lnTo>
                  <a:pt x="0" y="5553"/>
                </a:lnTo>
                <a:lnTo>
                  <a:pt x="0" y="25270"/>
                </a:lnTo>
                <a:lnTo>
                  <a:pt x="0" y="44996"/>
                </a:lnTo>
                <a:lnTo>
                  <a:pt x="0" y="64713"/>
                </a:lnTo>
                <a:lnTo>
                  <a:pt x="0" y="84430"/>
                </a:lnTo>
                <a:lnTo>
                  <a:pt x="0" y="104146"/>
                </a:lnTo>
                <a:lnTo>
                  <a:pt x="0" y="123873"/>
                </a:lnTo>
                <a:lnTo>
                  <a:pt x="0" y="143589"/>
                </a:lnTo>
                <a:lnTo>
                  <a:pt x="0" y="163306"/>
                </a:lnTo>
                <a:lnTo>
                  <a:pt x="0" y="183023"/>
                </a:lnTo>
                <a:lnTo>
                  <a:pt x="0" y="202749"/>
                </a:lnTo>
                <a:lnTo>
                  <a:pt x="0" y="222466"/>
                </a:lnTo>
                <a:lnTo>
                  <a:pt x="0" y="242183"/>
                </a:lnTo>
                <a:lnTo>
                  <a:pt x="0" y="261899"/>
                </a:lnTo>
                <a:lnTo>
                  <a:pt x="0" y="281616"/>
                </a:lnTo>
                <a:lnTo>
                  <a:pt x="0" y="301342"/>
                </a:lnTo>
                <a:lnTo>
                  <a:pt x="0" y="321059"/>
                </a:lnTo>
                <a:lnTo>
                  <a:pt x="0" y="340776"/>
                </a:lnTo>
                <a:lnTo>
                  <a:pt x="0" y="360493"/>
                </a:lnTo>
                <a:lnTo>
                  <a:pt x="0" y="380219"/>
                </a:lnTo>
                <a:lnTo>
                  <a:pt x="0" y="399936"/>
                </a:lnTo>
                <a:lnTo>
                  <a:pt x="0" y="419652"/>
                </a:lnTo>
                <a:lnTo>
                  <a:pt x="0" y="439369"/>
                </a:lnTo>
                <a:lnTo>
                  <a:pt x="0" y="459095"/>
                </a:lnTo>
                <a:lnTo>
                  <a:pt x="0" y="478812"/>
                </a:lnTo>
                <a:lnTo>
                  <a:pt x="0" y="498529"/>
                </a:lnTo>
                <a:lnTo>
                  <a:pt x="0" y="518246"/>
                </a:lnTo>
                <a:lnTo>
                  <a:pt x="0" y="537962"/>
                </a:lnTo>
                <a:lnTo>
                  <a:pt x="0" y="557689"/>
                </a:lnTo>
                <a:lnTo>
                  <a:pt x="0" y="577406"/>
                </a:lnTo>
                <a:lnTo>
                  <a:pt x="0" y="597122"/>
                </a:lnTo>
                <a:lnTo>
                  <a:pt x="0" y="616839"/>
                </a:lnTo>
                <a:lnTo>
                  <a:pt x="0" y="636565"/>
                </a:lnTo>
                <a:lnTo>
                  <a:pt x="0" y="656282"/>
                </a:lnTo>
                <a:lnTo>
                  <a:pt x="0" y="675999"/>
                </a:lnTo>
                <a:lnTo>
                  <a:pt x="0" y="695716"/>
                </a:lnTo>
                <a:lnTo>
                  <a:pt x="0" y="715442"/>
                </a:lnTo>
                <a:lnTo>
                  <a:pt x="0" y="735159"/>
                </a:lnTo>
                <a:lnTo>
                  <a:pt x="0" y="754875"/>
                </a:lnTo>
                <a:lnTo>
                  <a:pt x="0" y="774592"/>
                </a:lnTo>
                <a:lnTo>
                  <a:pt x="0" y="794309"/>
                </a:lnTo>
                <a:lnTo>
                  <a:pt x="0" y="814035"/>
                </a:lnTo>
                <a:lnTo>
                  <a:pt x="0" y="833752"/>
                </a:lnTo>
                <a:lnTo>
                  <a:pt x="0" y="853469"/>
                </a:lnTo>
                <a:lnTo>
                  <a:pt x="0" y="873185"/>
                </a:lnTo>
                <a:lnTo>
                  <a:pt x="0" y="892912"/>
                </a:lnTo>
                <a:lnTo>
                  <a:pt x="0" y="912628"/>
                </a:lnTo>
                <a:lnTo>
                  <a:pt x="0" y="932345"/>
                </a:lnTo>
                <a:lnTo>
                  <a:pt x="0" y="952062"/>
                </a:lnTo>
                <a:lnTo>
                  <a:pt x="0" y="971788"/>
                </a:lnTo>
                <a:lnTo>
                  <a:pt x="0" y="991505"/>
                </a:lnTo>
                <a:lnTo>
                  <a:pt x="0" y="1011222"/>
                </a:lnTo>
                <a:lnTo>
                  <a:pt x="0" y="1030938"/>
                </a:lnTo>
                <a:lnTo>
                  <a:pt x="0" y="1050655"/>
                </a:lnTo>
                <a:lnTo>
                  <a:pt x="0" y="1070381"/>
                </a:lnTo>
                <a:lnTo>
                  <a:pt x="0" y="1090098"/>
                </a:lnTo>
                <a:lnTo>
                  <a:pt x="0" y="1109815"/>
                </a:lnTo>
                <a:lnTo>
                  <a:pt x="0" y="1129532"/>
                </a:lnTo>
                <a:lnTo>
                  <a:pt x="0" y="1149258"/>
                </a:lnTo>
                <a:lnTo>
                  <a:pt x="0" y="1168975"/>
                </a:lnTo>
                <a:lnTo>
                  <a:pt x="0" y="1188691"/>
                </a:lnTo>
                <a:lnTo>
                  <a:pt x="0" y="1208408"/>
                </a:lnTo>
                <a:lnTo>
                  <a:pt x="0" y="1228125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288C7526-95BE-457E-8C1F-55F50BD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2241652"/>
            <a:ext cx="1948463" cy="211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4579696E-985B-4BE4-9EB4-298CED2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124" y="3172568"/>
            <a:ext cx="717871" cy="297437"/>
          </a:xfrm>
          <a:custGeom xmlns:a="http://schemas.openxmlformats.org/drawingml/2006/main">
            <a:pathLst>
              <a:path w="717871" h="297437">
                <a:moveTo>
                  <a:pt x="717871" y="0"/>
                </a:moveTo>
                <a:lnTo>
                  <a:pt x="717013" y="4934"/>
                </a:lnTo>
                <a:lnTo>
                  <a:pt x="715899" y="9849"/>
                </a:lnTo>
                <a:lnTo>
                  <a:pt x="714585" y="14735"/>
                </a:lnTo>
                <a:lnTo>
                  <a:pt x="713108" y="19612"/>
                </a:lnTo>
                <a:lnTo>
                  <a:pt x="711489" y="24470"/>
                </a:lnTo>
                <a:lnTo>
                  <a:pt x="709727" y="29308"/>
                </a:lnTo>
                <a:lnTo>
                  <a:pt x="707822" y="34128"/>
                </a:lnTo>
                <a:lnTo>
                  <a:pt x="705793" y="38919"/>
                </a:lnTo>
                <a:lnTo>
                  <a:pt x="703640" y="43691"/>
                </a:lnTo>
                <a:lnTo>
                  <a:pt x="701364" y="48444"/>
                </a:lnTo>
                <a:lnTo>
                  <a:pt x="698973" y="53178"/>
                </a:lnTo>
                <a:lnTo>
                  <a:pt x="696458" y="57874"/>
                </a:lnTo>
                <a:lnTo>
                  <a:pt x="693830" y="62560"/>
                </a:lnTo>
                <a:lnTo>
                  <a:pt x="691086" y="67208"/>
                </a:lnTo>
                <a:lnTo>
                  <a:pt x="688229" y="71828"/>
                </a:lnTo>
                <a:lnTo>
                  <a:pt x="685257" y="76429"/>
                </a:lnTo>
                <a:lnTo>
                  <a:pt x="682171" y="81001"/>
                </a:lnTo>
                <a:lnTo>
                  <a:pt x="678980" y="85535"/>
                </a:lnTo>
                <a:lnTo>
                  <a:pt x="675675" y="90040"/>
                </a:lnTo>
                <a:lnTo>
                  <a:pt x="672265" y="94507"/>
                </a:lnTo>
                <a:lnTo>
                  <a:pt x="668750" y="98955"/>
                </a:lnTo>
                <a:lnTo>
                  <a:pt x="665121" y="103356"/>
                </a:lnTo>
                <a:lnTo>
                  <a:pt x="661387" y="107728"/>
                </a:lnTo>
                <a:lnTo>
                  <a:pt x="657549" y="112062"/>
                </a:lnTo>
                <a:lnTo>
                  <a:pt x="653606" y="116357"/>
                </a:lnTo>
                <a:lnTo>
                  <a:pt x="649557" y="120615"/>
                </a:lnTo>
                <a:lnTo>
                  <a:pt x="645404" y="124825"/>
                </a:lnTo>
                <a:lnTo>
                  <a:pt x="641147" y="129007"/>
                </a:lnTo>
                <a:lnTo>
                  <a:pt x="636794" y="133140"/>
                </a:lnTo>
                <a:lnTo>
                  <a:pt x="632336" y="137236"/>
                </a:lnTo>
                <a:lnTo>
                  <a:pt x="627774" y="141284"/>
                </a:lnTo>
                <a:lnTo>
                  <a:pt x="623126" y="145285"/>
                </a:lnTo>
                <a:lnTo>
                  <a:pt x="618373" y="149238"/>
                </a:lnTo>
                <a:lnTo>
                  <a:pt x="613524" y="153152"/>
                </a:lnTo>
                <a:lnTo>
                  <a:pt x="608571" y="157010"/>
                </a:lnTo>
                <a:lnTo>
                  <a:pt x="603533" y="160830"/>
                </a:lnTo>
                <a:lnTo>
                  <a:pt x="598408" y="164592"/>
                </a:lnTo>
                <a:lnTo>
                  <a:pt x="593188" y="168307"/>
                </a:lnTo>
                <a:lnTo>
                  <a:pt x="587873" y="171974"/>
                </a:lnTo>
                <a:lnTo>
                  <a:pt x="582473" y="175584"/>
                </a:lnTo>
                <a:lnTo>
                  <a:pt x="576986" y="179137"/>
                </a:lnTo>
                <a:lnTo>
                  <a:pt x="571405" y="182642"/>
                </a:lnTo>
                <a:lnTo>
                  <a:pt x="565756" y="186099"/>
                </a:lnTo>
                <a:lnTo>
                  <a:pt x="560013" y="189500"/>
                </a:lnTo>
                <a:lnTo>
                  <a:pt x="554193" y="192843"/>
                </a:lnTo>
                <a:lnTo>
                  <a:pt x="548297" y="196129"/>
                </a:lnTo>
                <a:lnTo>
                  <a:pt x="542315" y="199358"/>
                </a:lnTo>
                <a:lnTo>
                  <a:pt x="536267" y="202530"/>
                </a:lnTo>
                <a:lnTo>
                  <a:pt x="530142" y="205654"/>
                </a:lnTo>
                <a:lnTo>
                  <a:pt x="523942" y="208712"/>
                </a:lnTo>
                <a:lnTo>
                  <a:pt x="517674" y="211722"/>
                </a:lnTo>
                <a:lnTo>
                  <a:pt x="511340" y="214665"/>
                </a:lnTo>
                <a:lnTo>
                  <a:pt x="504939" y="217561"/>
                </a:lnTo>
                <a:lnTo>
                  <a:pt x="498472" y="220389"/>
                </a:lnTo>
                <a:lnTo>
                  <a:pt x="491938" y="223161"/>
                </a:lnTo>
                <a:lnTo>
                  <a:pt x="485356" y="225876"/>
                </a:lnTo>
                <a:lnTo>
                  <a:pt x="478707" y="228533"/>
                </a:lnTo>
                <a:lnTo>
                  <a:pt x="472002" y="231143"/>
                </a:lnTo>
                <a:lnTo>
                  <a:pt x="465239" y="233686"/>
                </a:lnTo>
                <a:lnTo>
                  <a:pt x="458419" y="236172"/>
                </a:lnTo>
                <a:lnTo>
                  <a:pt x="451552" y="238601"/>
                </a:lnTo>
                <a:lnTo>
                  <a:pt x="444637" y="240973"/>
                </a:lnTo>
                <a:lnTo>
                  <a:pt x="437674" y="243288"/>
                </a:lnTo>
                <a:lnTo>
                  <a:pt x="430663" y="245545"/>
                </a:lnTo>
                <a:lnTo>
                  <a:pt x="423605" y="247745"/>
                </a:lnTo>
                <a:lnTo>
                  <a:pt x="416500" y="249888"/>
                </a:lnTo>
                <a:lnTo>
                  <a:pt x="409356" y="251984"/>
                </a:lnTo>
                <a:lnTo>
                  <a:pt x="402174" y="254013"/>
                </a:lnTo>
                <a:lnTo>
                  <a:pt x="394954" y="255994"/>
                </a:lnTo>
                <a:lnTo>
                  <a:pt x="387706" y="257918"/>
                </a:lnTo>
                <a:lnTo>
                  <a:pt x="380409" y="259794"/>
                </a:lnTo>
                <a:lnTo>
                  <a:pt x="373085" y="261614"/>
                </a:lnTo>
                <a:lnTo>
                  <a:pt x="365722" y="263376"/>
                </a:lnTo>
                <a:lnTo>
                  <a:pt x="358331" y="265090"/>
                </a:lnTo>
                <a:lnTo>
                  <a:pt x="350911" y="266757"/>
                </a:lnTo>
                <a:lnTo>
                  <a:pt x="343462" y="268367"/>
                </a:lnTo>
                <a:lnTo>
                  <a:pt x="335994" y="269929"/>
                </a:lnTo>
                <a:lnTo>
                  <a:pt x="328489" y="271434"/>
                </a:lnTo>
                <a:lnTo>
                  <a:pt x="320964" y="272901"/>
                </a:lnTo>
                <a:lnTo>
                  <a:pt x="313411" y="274310"/>
                </a:lnTo>
                <a:lnTo>
                  <a:pt x="305848" y="275673"/>
                </a:lnTo>
                <a:lnTo>
                  <a:pt x="298247" y="276987"/>
                </a:lnTo>
                <a:lnTo>
                  <a:pt x="290636" y="278254"/>
                </a:lnTo>
                <a:lnTo>
                  <a:pt x="283007" y="279473"/>
                </a:lnTo>
                <a:lnTo>
                  <a:pt x="275358" y="280654"/>
                </a:lnTo>
                <a:lnTo>
                  <a:pt x="267691" y="281778"/>
                </a:lnTo>
                <a:lnTo>
                  <a:pt x="260004" y="282864"/>
                </a:lnTo>
                <a:lnTo>
                  <a:pt x="252308" y="283912"/>
                </a:lnTo>
                <a:lnTo>
                  <a:pt x="244592" y="284902"/>
                </a:lnTo>
                <a:lnTo>
                  <a:pt x="236868" y="285855"/>
                </a:lnTo>
                <a:lnTo>
                  <a:pt x="229124" y="286769"/>
                </a:lnTo>
                <a:lnTo>
                  <a:pt x="221371" y="287645"/>
                </a:lnTo>
                <a:lnTo>
                  <a:pt x="213608" y="288465"/>
                </a:lnTo>
                <a:lnTo>
                  <a:pt x="205835" y="289255"/>
                </a:lnTo>
                <a:lnTo>
                  <a:pt x="198053" y="290008"/>
                </a:lnTo>
                <a:lnTo>
                  <a:pt x="190252" y="290713"/>
                </a:lnTo>
                <a:lnTo>
                  <a:pt x="182451" y="291389"/>
                </a:lnTo>
                <a:lnTo>
                  <a:pt x="174641" y="292017"/>
                </a:lnTo>
                <a:lnTo>
                  <a:pt x="166830" y="292608"/>
                </a:lnTo>
                <a:lnTo>
                  <a:pt x="159001" y="293170"/>
                </a:lnTo>
                <a:lnTo>
                  <a:pt x="151171" y="293684"/>
                </a:lnTo>
                <a:lnTo>
                  <a:pt x="143332" y="294170"/>
                </a:lnTo>
                <a:lnTo>
                  <a:pt x="135493" y="294618"/>
                </a:lnTo>
                <a:lnTo>
                  <a:pt x="127645" y="295027"/>
                </a:lnTo>
                <a:lnTo>
                  <a:pt x="119796" y="295408"/>
                </a:lnTo>
                <a:lnTo>
                  <a:pt x="111938" y="295751"/>
                </a:lnTo>
                <a:lnTo>
                  <a:pt x="104080" y="296066"/>
                </a:lnTo>
                <a:lnTo>
                  <a:pt x="96222" y="296342"/>
                </a:lnTo>
                <a:lnTo>
                  <a:pt x="88354" y="296589"/>
                </a:lnTo>
                <a:lnTo>
                  <a:pt x="80486" y="296799"/>
                </a:lnTo>
                <a:lnTo>
                  <a:pt x="72619" y="296980"/>
                </a:lnTo>
                <a:lnTo>
                  <a:pt x="64741" y="297132"/>
                </a:lnTo>
                <a:lnTo>
                  <a:pt x="56874" y="297256"/>
                </a:lnTo>
                <a:lnTo>
                  <a:pt x="48997" y="297342"/>
                </a:lnTo>
                <a:lnTo>
                  <a:pt x="41129" y="297399"/>
                </a:lnTo>
                <a:lnTo>
                  <a:pt x="33252" y="297437"/>
                </a:lnTo>
                <a:lnTo>
                  <a:pt x="25375" y="297437"/>
                </a:lnTo>
                <a:lnTo>
                  <a:pt x="17507" y="297409"/>
                </a:lnTo>
                <a:lnTo>
                  <a:pt x="9630" y="297351"/>
                </a:lnTo>
                <a:lnTo>
                  <a:pt x="1762" y="297275"/>
                </a:lnTo>
                <a:lnTo>
                  <a:pt x="0" y="297190"/>
                </a:lnTo>
                <a:lnTo>
                  <a:pt x="7868" y="297066"/>
                </a:lnTo>
                <a:lnTo>
                  <a:pt x="15735" y="296866"/>
                </a:lnTo>
                <a:lnTo>
                  <a:pt x="23603" y="296589"/>
                </a:lnTo>
                <a:lnTo>
                  <a:pt x="31461" y="296256"/>
                </a:lnTo>
                <a:lnTo>
                  <a:pt x="39310" y="295866"/>
                </a:lnTo>
                <a:lnTo>
                  <a:pt x="47149" y="295427"/>
                </a:lnTo>
                <a:lnTo>
                  <a:pt x="54988" y="294932"/>
                </a:lnTo>
                <a:lnTo>
                  <a:pt x="62808" y="294380"/>
                </a:lnTo>
                <a:lnTo>
                  <a:pt x="70628" y="293780"/>
                </a:lnTo>
                <a:lnTo>
                  <a:pt x="78429" y="293122"/>
                </a:lnTo>
                <a:lnTo>
                  <a:pt x="86230" y="292418"/>
                </a:lnTo>
                <a:lnTo>
                  <a:pt x="94012" y="291665"/>
                </a:lnTo>
                <a:lnTo>
                  <a:pt x="101775" y="290855"/>
                </a:lnTo>
                <a:lnTo>
                  <a:pt x="109528" y="289989"/>
                </a:lnTo>
                <a:lnTo>
                  <a:pt x="117272" y="289074"/>
                </a:lnTo>
                <a:lnTo>
                  <a:pt x="124997" y="288103"/>
                </a:lnTo>
                <a:lnTo>
                  <a:pt x="132693" y="287064"/>
                </a:lnTo>
                <a:lnTo>
                  <a:pt x="140379" y="285979"/>
                </a:lnTo>
                <a:lnTo>
                  <a:pt x="148038" y="284836"/>
                </a:lnTo>
                <a:lnTo>
                  <a:pt x="155677" y="283635"/>
                </a:lnTo>
                <a:lnTo>
                  <a:pt x="163297" y="282369"/>
                </a:lnTo>
                <a:lnTo>
                  <a:pt x="170879" y="281045"/>
                </a:lnTo>
                <a:lnTo>
                  <a:pt x="178441" y="279654"/>
                </a:lnTo>
                <a:lnTo>
                  <a:pt x="185966" y="278197"/>
                </a:lnTo>
                <a:lnTo>
                  <a:pt x="193462" y="276673"/>
                </a:lnTo>
                <a:lnTo>
                  <a:pt x="200920" y="275082"/>
                </a:lnTo>
                <a:lnTo>
                  <a:pt x="208340" y="273415"/>
                </a:lnTo>
                <a:lnTo>
                  <a:pt x="215713" y="271682"/>
                </a:lnTo>
                <a:lnTo>
                  <a:pt x="223047" y="269872"/>
                </a:lnTo>
                <a:lnTo>
                  <a:pt x="230334" y="267986"/>
                </a:lnTo>
                <a:lnTo>
                  <a:pt x="237563" y="266024"/>
                </a:lnTo>
                <a:lnTo>
                  <a:pt x="244745" y="263985"/>
                </a:lnTo>
                <a:lnTo>
                  <a:pt x="251860" y="261852"/>
                </a:lnTo>
                <a:lnTo>
                  <a:pt x="258909" y="259642"/>
                </a:lnTo>
                <a:lnTo>
                  <a:pt x="265881" y="257346"/>
                </a:lnTo>
                <a:lnTo>
                  <a:pt x="272786" y="254956"/>
                </a:lnTo>
                <a:lnTo>
                  <a:pt x="279606" y="252479"/>
                </a:lnTo>
                <a:lnTo>
                  <a:pt x="286341" y="249907"/>
                </a:lnTo>
                <a:lnTo>
                  <a:pt x="292979" y="247240"/>
                </a:lnTo>
                <a:lnTo>
                  <a:pt x="299523" y="244478"/>
                </a:lnTo>
                <a:lnTo>
                  <a:pt x="305953" y="241611"/>
                </a:lnTo>
                <a:lnTo>
                  <a:pt x="312268" y="238639"/>
                </a:lnTo>
                <a:lnTo>
                  <a:pt x="318449" y="235572"/>
                </a:lnTo>
                <a:lnTo>
                  <a:pt x="324507" y="232400"/>
                </a:lnTo>
                <a:lnTo>
                  <a:pt x="330422" y="229124"/>
                </a:lnTo>
                <a:lnTo>
                  <a:pt x="336185" y="225743"/>
                </a:lnTo>
                <a:lnTo>
                  <a:pt x="341786" y="222256"/>
                </a:lnTo>
                <a:lnTo>
                  <a:pt x="347224" y="218665"/>
                </a:lnTo>
                <a:lnTo>
                  <a:pt x="352482" y="214970"/>
                </a:lnTo>
                <a:lnTo>
                  <a:pt x="357549" y="211169"/>
                </a:lnTo>
                <a:lnTo>
                  <a:pt x="362417" y="207274"/>
                </a:lnTo>
                <a:lnTo>
                  <a:pt x="367084" y="203273"/>
                </a:lnTo>
                <a:lnTo>
                  <a:pt x="371532" y="199177"/>
                </a:lnTo>
                <a:lnTo>
                  <a:pt x="375761" y="194986"/>
                </a:lnTo>
                <a:lnTo>
                  <a:pt x="379752" y="190719"/>
                </a:lnTo>
                <a:lnTo>
                  <a:pt x="383524" y="186357"/>
                </a:lnTo>
                <a:lnTo>
                  <a:pt x="387048" y="181918"/>
                </a:lnTo>
                <a:lnTo>
                  <a:pt x="390325" y="177413"/>
                </a:lnTo>
                <a:lnTo>
                  <a:pt x="393363" y="172831"/>
                </a:lnTo>
                <a:lnTo>
                  <a:pt x="396154" y="168192"/>
                </a:lnTo>
                <a:lnTo>
                  <a:pt x="398697" y="163487"/>
                </a:lnTo>
                <a:lnTo>
                  <a:pt x="400983" y="158744"/>
                </a:lnTo>
                <a:lnTo>
                  <a:pt x="403031" y="153953"/>
                </a:lnTo>
                <a:lnTo>
                  <a:pt x="404832" y="149114"/>
                </a:lnTo>
                <a:lnTo>
                  <a:pt x="406394" y="144256"/>
                </a:lnTo>
                <a:lnTo>
                  <a:pt x="407727" y="139360"/>
                </a:lnTo>
                <a:lnTo>
                  <a:pt x="408823" y="134445"/>
                </a:lnTo>
                <a:lnTo>
                  <a:pt x="409699" y="129511"/>
                </a:lnTo>
                <a:lnTo>
                  <a:pt x="410347" y="124568"/>
                </a:lnTo>
                <a:lnTo>
                  <a:pt x="410794" y="119615"/>
                </a:lnTo>
                <a:lnTo>
                  <a:pt x="411023" y="114652"/>
                </a:lnTo>
                <a:lnTo>
                  <a:pt x="411061" y="109690"/>
                </a:lnTo>
                <a:lnTo>
                  <a:pt x="410909" y="104727"/>
                </a:lnTo>
                <a:lnTo>
                  <a:pt x="410566" y="99765"/>
                </a:lnTo>
                <a:lnTo>
                  <a:pt x="410042" y="94821"/>
                </a:lnTo>
                <a:lnTo>
                  <a:pt x="417328" y="93602"/>
                </a:lnTo>
                <a:lnTo>
                  <a:pt x="425006" y="92488"/>
                </a:lnTo>
                <a:lnTo>
                  <a:pt x="432654" y="91307"/>
                </a:lnTo>
                <a:lnTo>
                  <a:pt x="440274" y="90068"/>
                </a:lnTo>
                <a:lnTo>
                  <a:pt x="447875" y="88763"/>
                </a:lnTo>
                <a:lnTo>
                  <a:pt x="455457" y="87411"/>
                </a:lnTo>
                <a:lnTo>
                  <a:pt x="463010" y="86011"/>
                </a:lnTo>
                <a:lnTo>
                  <a:pt x="470535" y="84563"/>
                </a:lnTo>
                <a:lnTo>
                  <a:pt x="478041" y="83058"/>
                </a:lnTo>
                <a:lnTo>
                  <a:pt x="485527" y="81515"/>
                </a:lnTo>
                <a:lnTo>
                  <a:pt x="492985" y="79924"/>
                </a:lnTo>
                <a:lnTo>
                  <a:pt x="500415" y="78286"/>
                </a:lnTo>
                <a:lnTo>
                  <a:pt x="507816" y="76600"/>
                </a:lnTo>
                <a:lnTo>
                  <a:pt x="515198" y="74867"/>
                </a:lnTo>
                <a:lnTo>
                  <a:pt x="522551" y="73085"/>
                </a:lnTo>
                <a:lnTo>
                  <a:pt x="529876" y="71266"/>
                </a:lnTo>
                <a:lnTo>
                  <a:pt x="537172" y="69399"/>
                </a:lnTo>
                <a:lnTo>
                  <a:pt x="544439" y="67485"/>
                </a:lnTo>
                <a:lnTo>
                  <a:pt x="551669" y="65513"/>
                </a:lnTo>
                <a:lnTo>
                  <a:pt x="558870" y="63513"/>
                </a:lnTo>
                <a:lnTo>
                  <a:pt x="566033" y="61455"/>
                </a:lnTo>
                <a:lnTo>
                  <a:pt x="573167" y="59350"/>
                </a:lnTo>
                <a:lnTo>
                  <a:pt x="580263" y="57198"/>
                </a:lnTo>
                <a:lnTo>
                  <a:pt x="587321" y="54997"/>
                </a:lnTo>
                <a:lnTo>
                  <a:pt x="594341" y="52749"/>
                </a:lnTo>
                <a:lnTo>
                  <a:pt x="601323" y="50454"/>
                </a:lnTo>
                <a:lnTo>
                  <a:pt x="608257" y="48101"/>
                </a:lnTo>
                <a:lnTo>
                  <a:pt x="615153" y="45701"/>
                </a:lnTo>
                <a:lnTo>
                  <a:pt x="621992" y="43253"/>
                </a:lnTo>
                <a:lnTo>
                  <a:pt x="628793" y="40748"/>
                </a:lnTo>
                <a:lnTo>
                  <a:pt x="635546" y="38195"/>
                </a:lnTo>
                <a:lnTo>
                  <a:pt x="642252" y="35595"/>
                </a:lnTo>
                <a:lnTo>
                  <a:pt x="648900" y="32928"/>
                </a:lnTo>
                <a:lnTo>
                  <a:pt x="655491" y="30223"/>
                </a:lnTo>
                <a:lnTo>
                  <a:pt x="662026" y="27451"/>
                </a:lnTo>
                <a:lnTo>
                  <a:pt x="668503" y="24632"/>
                </a:lnTo>
                <a:lnTo>
                  <a:pt x="674922" y="21746"/>
                </a:lnTo>
                <a:lnTo>
                  <a:pt x="681266" y="18812"/>
                </a:lnTo>
                <a:lnTo>
                  <a:pt x="687553" y="15821"/>
                </a:lnTo>
                <a:lnTo>
                  <a:pt x="693763" y="12773"/>
                </a:lnTo>
                <a:lnTo>
                  <a:pt x="699907" y="9668"/>
                </a:lnTo>
                <a:lnTo>
                  <a:pt x="705974" y="6506"/>
                </a:lnTo>
                <a:lnTo>
                  <a:pt x="711965" y="3277"/>
                </a:lnTo>
                <a:lnTo>
                  <a:pt x="7178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4458B541-7530-458D-96B1-48BE86EF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863" y="4490476"/>
            <a:ext cx="1948901" cy="326536"/>
          </a:xfrm>
          <a:custGeom xmlns:a="http://schemas.openxmlformats.org/drawingml/2006/main">
            <a:pathLst>
              <a:path w="1948901" h="326536">
                <a:moveTo>
                  <a:pt x="1948301" y="0"/>
                </a:moveTo>
                <a:lnTo>
                  <a:pt x="1948901" y="12021"/>
                </a:lnTo>
                <a:lnTo>
                  <a:pt x="1948634" y="24060"/>
                </a:lnTo>
                <a:lnTo>
                  <a:pt x="1947691" y="36071"/>
                </a:lnTo>
                <a:lnTo>
                  <a:pt x="1946119" y="48063"/>
                </a:lnTo>
                <a:lnTo>
                  <a:pt x="1943948" y="60017"/>
                </a:lnTo>
                <a:lnTo>
                  <a:pt x="1941176" y="71923"/>
                </a:lnTo>
                <a:lnTo>
                  <a:pt x="1937795" y="83763"/>
                </a:lnTo>
                <a:lnTo>
                  <a:pt x="1933813" y="95536"/>
                </a:lnTo>
                <a:lnTo>
                  <a:pt x="1929203" y="107213"/>
                </a:lnTo>
                <a:lnTo>
                  <a:pt x="1923974" y="118777"/>
                </a:lnTo>
                <a:lnTo>
                  <a:pt x="1918087" y="130226"/>
                </a:lnTo>
                <a:lnTo>
                  <a:pt x="1911553" y="141532"/>
                </a:lnTo>
                <a:lnTo>
                  <a:pt x="1904343" y="152667"/>
                </a:lnTo>
                <a:lnTo>
                  <a:pt x="1896447" y="163620"/>
                </a:lnTo>
                <a:lnTo>
                  <a:pt x="1887855" y="174365"/>
                </a:lnTo>
                <a:lnTo>
                  <a:pt x="1878559" y="184880"/>
                </a:lnTo>
                <a:lnTo>
                  <a:pt x="1868557" y="195129"/>
                </a:lnTo>
                <a:lnTo>
                  <a:pt x="1857842" y="205083"/>
                </a:lnTo>
                <a:lnTo>
                  <a:pt x="1846431" y="214732"/>
                </a:lnTo>
                <a:lnTo>
                  <a:pt x="1834334" y="224038"/>
                </a:lnTo>
                <a:lnTo>
                  <a:pt x="1821561" y="232982"/>
                </a:lnTo>
                <a:lnTo>
                  <a:pt x="1808140" y="241535"/>
                </a:lnTo>
                <a:lnTo>
                  <a:pt x="1794091" y="249679"/>
                </a:lnTo>
                <a:lnTo>
                  <a:pt x="1779451" y="257404"/>
                </a:lnTo>
                <a:lnTo>
                  <a:pt x="1764259" y="264681"/>
                </a:lnTo>
                <a:lnTo>
                  <a:pt x="1748542" y="271510"/>
                </a:lnTo>
                <a:lnTo>
                  <a:pt x="1732359" y="277892"/>
                </a:lnTo>
                <a:lnTo>
                  <a:pt x="1715748" y="283816"/>
                </a:lnTo>
                <a:lnTo>
                  <a:pt x="1698736" y="289284"/>
                </a:lnTo>
                <a:lnTo>
                  <a:pt x="1681391" y="294303"/>
                </a:lnTo>
                <a:lnTo>
                  <a:pt x="1663732" y="298875"/>
                </a:lnTo>
                <a:lnTo>
                  <a:pt x="1645815" y="303019"/>
                </a:lnTo>
                <a:lnTo>
                  <a:pt x="1627661" y="306743"/>
                </a:lnTo>
                <a:lnTo>
                  <a:pt x="1609315" y="310067"/>
                </a:lnTo>
                <a:lnTo>
                  <a:pt x="1590799" y="312992"/>
                </a:lnTo>
                <a:lnTo>
                  <a:pt x="1572139" y="315544"/>
                </a:lnTo>
                <a:lnTo>
                  <a:pt x="1553375" y="317735"/>
                </a:lnTo>
                <a:lnTo>
                  <a:pt x="1534506" y="319583"/>
                </a:lnTo>
                <a:lnTo>
                  <a:pt x="1515570" y="321097"/>
                </a:lnTo>
                <a:lnTo>
                  <a:pt x="1496578" y="322307"/>
                </a:lnTo>
                <a:lnTo>
                  <a:pt x="1477547" y="323202"/>
                </a:lnTo>
                <a:lnTo>
                  <a:pt x="1458468" y="323631"/>
                </a:lnTo>
                <a:lnTo>
                  <a:pt x="1439380" y="323907"/>
                </a:lnTo>
                <a:lnTo>
                  <a:pt x="1420292" y="324136"/>
                </a:lnTo>
                <a:lnTo>
                  <a:pt x="1401204" y="324326"/>
                </a:lnTo>
                <a:lnTo>
                  <a:pt x="1382116" y="324498"/>
                </a:lnTo>
                <a:lnTo>
                  <a:pt x="1363028" y="324650"/>
                </a:lnTo>
                <a:lnTo>
                  <a:pt x="1343939" y="324783"/>
                </a:lnTo>
                <a:lnTo>
                  <a:pt x="1324851" y="324907"/>
                </a:lnTo>
                <a:lnTo>
                  <a:pt x="1305763" y="325022"/>
                </a:lnTo>
                <a:lnTo>
                  <a:pt x="1286675" y="325136"/>
                </a:lnTo>
                <a:lnTo>
                  <a:pt x="1267577" y="325241"/>
                </a:lnTo>
                <a:lnTo>
                  <a:pt x="1248489" y="325336"/>
                </a:lnTo>
                <a:lnTo>
                  <a:pt x="1229401" y="325422"/>
                </a:lnTo>
                <a:lnTo>
                  <a:pt x="1210313" y="325507"/>
                </a:lnTo>
                <a:lnTo>
                  <a:pt x="1191225" y="325593"/>
                </a:lnTo>
                <a:lnTo>
                  <a:pt x="1172137" y="325669"/>
                </a:lnTo>
                <a:lnTo>
                  <a:pt x="1153039" y="325736"/>
                </a:lnTo>
                <a:lnTo>
                  <a:pt x="1133951" y="325812"/>
                </a:lnTo>
                <a:lnTo>
                  <a:pt x="1114863" y="325869"/>
                </a:lnTo>
                <a:lnTo>
                  <a:pt x="1095775" y="325926"/>
                </a:lnTo>
                <a:lnTo>
                  <a:pt x="1076687" y="325993"/>
                </a:lnTo>
                <a:lnTo>
                  <a:pt x="1057589" y="326041"/>
                </a:lnTo>
                <a:lnTo>
                  <a:pt x="1038501" y="326098"/>
                </a:lnTo>
                <a:lnTo>
                  <a:pt x="1019413" y="326146"/>
                </a:lnTo>
                <a:lnTo>
                  <a:pt x="1000325" y="326193"/>
                </a:lnTo>
                <a:lnTo>
                  <a:pt x="981237" y="326231"/>
                </a:lnTo>
                <a:lnTo>
                  <a:pt x="962139" y="326269"/>
                </a:lnTo>
                <a:lnTo>
                  <a:pt x="943051" y="326307"/>
                </a:lnTo>
                <a:lnTo>
                  <a:pt x="923963" y="326336"/>
                </a:lnTo>
                <a:lnTo>
                  <a:pt x="904875" y="326374"/>
                </a:lnTo>
                <a:lnTo>
                  <a:pt x="885787" y="326403"/>
                </a:lnTo>
                <a:lnTo>
                  <a:pt x="866689" y="326422"/>
                </a:lnTo>
                <a:lnTo>
                  <a:pt x="847601" y="326450"/>
                </a:lnTo>
                <a:lnTo>
                  <a:pt x="828513" y="326469"/>
                </a:lnTo>
                <a:lnTo>
                  <a:pt x="809425" y="326488"/>
                </a:lnTo>
                <a:lnTo>
                  <a:pt x="790327" y="326498"/>
                </a:lnTo>
                <a:lnTo>
                  <a:pt x="771239" y="326517"/>
                </a:lnTo>
                <a:lnTo>
                  <a:pt x="752151" y="326527"/>
                </a:lnTo>
                <a:lnTo>
                  <a:pt x="733063" y="326536"/>
                </a:lnTo>
                <a:lnTo>
                  <a:pt x="713975" y="326536"/>
                </a:lnTo>
                <a:lnTo>
                  <a:pt x="694877" y="326536"/>
                </a:lnTo>
                <a:lnTo>
                  <a:pt x="675789" y="326536"/>
                </a:lnTo>
                <a:lnTo>
                  <a:pt x="656701" y="326536"/>
                </a:lnTo>
                <a:lnTo>
                  <a:pt x="637613" y="326527"/>
                </a:lnTo>
                <a:lnTo>
                  <a:pt x="618525" y="326517"/>
                </a:lnTo>
                <a:lnTo>
                  <a:pt x="599427" y="326498"/>
                </a:lnTo>
                <a:lnTo>
                  <a:pt x="580339" y="326488"/>
                </a:lnTo>
                <a:lnTo>
                  <a:pt x="561251" y="326469"/>
                </a:lnTo>
                <a:lnTo>
                  <a:pt x="542163" y="326441"/>
                </a:lnTo>
                <a:lnTo>
                  <a:pt x="523065" y="326412"/>
                </a:lnTo>
                <a:lnTo>
                  <a:pt x="503977" y="326384"/>
                </a:lnTo>
                <a:lnTo>
                  <a:pt x="484889" y="326355"/>
                </a:lnTo>
                <a:lnTo>
                  <a:pt x="465801" y="326307"/>
                </a:lnTo>
                <a:lnTo>
                  <a:pt x="446713" y="326269"/>
                </a:lnTo>
                <a:lnTo>
                  <a:pt x="427615" y="326222"/>
                </a:lnTo>
                <a:lnTo>
                  <a:pt x="408527" y="326165"/>
                </a:lnTo>
                <a:lnTo>
                  <a:pt x="389439" y="326117"/>
                </a:lnTo>
                <a:lnTo>
                  <a:pt x="370351" y="326060"/>
                </a:lnTo>
                <a:lnTo>
                  <a:pt x="351263" y="325984"/>
                </a:lnTo>
                <a:lnTo>
                  <a:pt x="332165" y="325917"/>
                </a:lnTo>
                <a:lnTo>
                  <a:pt x="313077" y="325831"/>
                </a:lnTo>
                <a:lnTo>
                  <a:pt x="293989" y="325745"/>
                </a:lnTo>
                <a:lnTo>
                  <a:pt x="274901" y="325650"/>
                </a:lnTo>
                <a:lnTo>
                  <a:pt x="255813" y="325555"/>
                </a:lnTo>
                <a:lnTo>
                  <a:pt x="236725" y="325441"/>
                </a:lnTo>
                <a:lnTo>
                  <a:pt x="217627" y="325317"/>
                </a:lnTo>
                <a:lnTo>
                  <a:pt x="198539" y="325184"/>
                </a:lnTo>
                <a:lnTo>
                  <a:pt x="179451" y="325031"/>
                </a:lnTo>
                <a:lnTo>
                  <a:pt x="160363" y="324879"/>
                </a:lnTo>
                <a:lnTo>
                  <a:pt x="141275" y="324698"/>
                </a:lnTo>
                <a:lnTo>
                  <a:pt x="122187" y="324498"/>
                </a:lnTo>
                <a:lnTo>
                  <a:pt x="103099" y="324269"/>
                </a:lnTo>
                <a:lnTo>
                  <a:pt x="84020" y="324002"/>
                </a:lnTo>
                <a:lnTo>
                  <a:pt x="64932" y="323698"/>
                </a:lnTo>
                <a:lnTo>
                  <a:pt x="45853" y="323326"/>
                </a:lnTo>
                <a:lnTo>
                  <a:pt x="26775" y="322831"/>
                </a:lnTo>
                <a:lnTo>
                  <a:pt x="7734" y="322050"/>
                </a:lnTo>
                <a:lnTo>
                  <a:pt x="3543" y="312268"/>
                </a:lnTo>
                <a:lnTo>
                  <a:pt x="3286" y="300238"/>
                </a:lnTo>
                <a:lnTo>
                  <a:pt x="3038" y="288207"/>
                </a:lnTo>
                <a:lnTo>
                  <a:pt x="2781" y="276177"/>
                </a:lnTo>
                <a:lnTo>
                  <a:pt x="2524" y="264138"/>
                </a:lnTo>
                <a:lnTo>
                  <a:pt x="2276" y="252108"/>
                </a:lnTo>
                <a:lnTo>
                  <a:pt x="2019" y="240078"/>
                </a:lnTo>
                <a:lnTo>
                  <a:pt x="1772" y="228048"/>
                </a:lnTo>
                <a:lnTo>
                  <a:pt x="1514" y="216017"/>
                </a:lnTo>
                <a:lnTo>
                  <a:pt x="1267" y="203987"/>
                </a:lnTo>
                <a:lnTo>
                  <a:pt x="1010" y="191948"/>
                </a:lnTo>
                <a:lnTo>
                  <a:pt x="762" y="179918"/>
                </a:lnTo>
                <a:lnTo>
                  <a:pt x="505" y="167888"/>
                </a:lnTo>
                <a:lnTo>
                  <a:pt x="257" y="155858"/>
                </a:lnTo>
                <a:lnTo>
                  <a:pt x="0" y="143828"/>
                </a:lnTo>
                <a:lnTo>
                  <a:pt x="7001" y="135950"/>
                </a:lnTo>
                <a:lnTo>
                  <a:pt x="26041" y="135084"/>
                </a:lnTo>
                <a:lnTo>
                  <a:pt x="45101" y="134341"/>
                </a:lnTo>
                <a:lnTo>
                  <a:pt x="64160" y="133731"/>
                </a:lnTo>
                <a:lnTo>
                  <a:pt x="83239" y="133226"/>
                </a:lnTo>
                <a:lnTo>
                  <a:pt x="102318" y="132826"/>
                </a:lnTo>
                <a:lnTo>
                  <a:pt x="121396" y="132512"/>
                </a:lnTo>
                <a:lnTo>
                  <a:pt x="140484" y="132283"/>
                </a:lnTo>
                <a:lnTo>
                  <a:pt x="159572" y="132131"/>
                </a:lnTo>
                <a:lnTo>
                  <a:pt x="178660" y="132045"/>
                </a:lnTo>
                <a:lnTo>
                  <a:pt x="197758" y="132017"/>
                </a:lnTo>
                <a:lnTo>
                  <a:pt x="216846" y="132055"/>
                </a:lnTo>
                <a:lnTo>
                  <a:pt x="235934" y="132140"/>
                </a:lnTo>
                <a:lnTo>
                  <a:pt x="255022" y="132274"/>
                </a:lnTo>
                <a:lnTo>
                  <a:pt x="274110" y="132455"/>
                </a:lnTo>
                <a:lnTo>
                  <a:pt x="293199" y="132683"/>
                </a:lnTo>
                <a:lnTo>
                  <a:pt x="312287" y="132940"/>
                </a:lnTo>
                <a:lnTo>
                  <a:pt x="331365" y="133236"/>
                </a:lnTo>
                <a:lnTo>
                  <a:pt x="350453" y="133569"/>
                </a:lnTo>
                <a:lnTo>
                  <a:pt x="369532" y="133931"/>
                </a:lnTo>
                <a:lnTo>
                  <a:pt x="388610" y="134322"/>
                </a:lnTo>
                <a:lnTo>
                  <a:pt x="407689" y="134731"/>
                </a:lnTo>
                <a:lnTo>
                  <a:pt x="426768" y="135169"/>
                </a:lnTo>
                <a:lnTo>
                  <a:pt x="445846" y="135636"/>
                </a:lnTo>
                <a:lnTo>
                  <a:pt x="464925" y="136112"/>
                </a:lnTo>
                <a:lnTo>
                  <a:pt x="483994" y="136617"/>
                </a:lnTo>
                <a:lnTo>
                  <a:pt x="503063" y="137141"/>
                </a:lnTo>
                <a:lnTo>
                  <a:pt x="522141" y="137674"/>
                </a:lnTo>
                <a:lnTo>
                  <a:pt x="541211" y="138227"/>
                </a:lnTo>
                <a:lnTo>
                  <a:pt x="560280" y="138789"/>
                </a:lnTo>
                <a:lnTo>
                  <a:pt x="579349" y="139360"/>
                </a:lnTo>
                <a:lnTo>
                  <a:pt x="598418" y="139951"/>
                </a:lnTo>
                <a:lnTo>
                  <a:pt x="617477" y="140541"/>
                </a:lnTo>
                <a:lnTo>
                  <a:pt x="636546" y="141141"/>
                </a:lnTo>
                <a:lnTo>
                  <a:pt x="655615" y="141751"/>
                </a:lnTo>
                <a:lnTo>
                  <a:pt x="674675" y="142370"/>
                </a:lnTo>
                <a:lnTo>
                  <a:pt x="693744" y="142989"/>
                </a:lnTo>
                <a:lnTo>
                  <a:pt x="712803" y="143608"/>
                </a:lnTo>
                <a:lnTo>
                  <a:pt x="731872" y="144237"/>
                </a:lnTo>
                <a:lnTo>
                  <a:pt x="750932" y="144856"/>
                </a:lnTo>
                <a:lnTo>
                  <a:pt x="770001" y="145485"/>
                </a:lnTo>
                <a:lnTo>
                  <a:pt x="789070" y="146104"/>
                </a:lnTo>
                <a:lnTo>
                  <a:pt x="808130" y="146723"/>
                </a:lnTo>
                <a:lnTo>
                  <a:pt x="827199" y="147342"/>
                </a:lnTo>
                <a:lnTo>
                  <a:pt x="846258" y="147952"/>
                </a:lnTo>
                <a:lnTo>
                  <a:pt x="865327" y="148561"/>
                </a:lnTo>
                <a:lnTo>
                  <a:pt x="884396" y="149162"/>
                </a:lnTo>
                <a:lnTo>
                  <a:pt x="903456" y="149752"/>
                </a:lnTo>
                <a:lnTo>
                  <a:pt x="922525" y="150333"/>
                </a:lnTo>
                <a:lnTo>
                  <a:pt x="941594" y="150905"/>
                </a:lnTo>
                <a:lnTo>
                  <a:pt x="960663" y="151467"/>
                </a:lnTo>
                <a:lnTo>
                  <a:pt x="979742" y="152009"/>
                </a:lnTo>
                <a:lnTo>
                  <a:pt x="998811" y="152533"/>
                </a:lnTo>
                <a:lnTo>
                  <a:pt x="1017880" y="153048"/>
                </a:lnTo>
                <a:lnTo>
                  <a:pt x="1036958" y="153543"/>
                </a:lnTo>
                <a:lnTo>
                  <a:pt x="1056037" y="154010"/>
                </a:lnTo>
                <a:lnTo>
                  <a:pt x="1075106" y="154467"/>
                </a:lnTo>
                <a:lnTo>
                  <a:pt x="1094184" y="154896"/>
                </a:lnTo>
                <a:lnTo>
                  <a:pt x="1113263" y="155296"/>
                </a:lnTo>
                <a:lnTo>
                  <a:pt x="1132351" y="155667"/>
                </a:lnTo>
                <a:lnTo>
                  <a:pt x="1151430" y="156010"/>
                </a:lnTo>
                <a:lnTo>
                  <a:pt x="1170518" y="156324"/>
                </a:lnTo>
                <a:lnTo>
                  <a:pt x="1189596" y="156601"/>
                </a:lnTo>
                <a:lnTo>
                  <a:pt x="1208684" y="156829"/>
                </a:lnTo>
                <a:lnTo>
                  <a:pt x="1227773" y="157029"/>
                </a:lnTo>
                <a:lnTo>
                  <a:pt x="1246861" y="157172"/>
                </a:lnTo>
                <a:lnTo>
                  <a:pt x="1265949" y="157277"/>
                </a:lnTo>
                <a:lnTo>
                  <a:pt x="1285046" y="157324"/>
                </a:lnTo>
                <a:lnTo>
                  <a:pt x="1304134" y="157315"/>
                </a:lnTo>
                <a:lnTo>
                  <a:pt x="1323223" y="157239"/>
                </a:lnTo>
                <a:lnTo>
                  <a:pt x="1342311" y="157086"/>
                </a:lnTo>
                <a:lnTo>
                  <a:pt x="1361399" y="156867"/>
                </a:lnTo>
                <a:lnTo>
                  <a:pt x="1380477" y="156562"/>
                </a:lnTo>
                <a:lnTo>
                  <a:pt x="1399565" y="156162"/>
                </a:lnTo>
                <a:lnTo>
                  <a:pt x="1418634" y="155658"/>
                </a:lnTo>
                <a:lnTo>
                  <a:pt x="1437704" y="155038"/>
                </a:lnTo>
                <a:lnTo>
                  <a:pt x="1456754" y="154295"/>
                </a:lnTo>
                <a:lnTo>
                  <a:pt x="1475794" y="153400"/>
                </a:lnTo>
                <a:lnTo>
                  <a:pt x="1494806" y="152333"/>
                </a:lnTo>
                <a:lnTo>
                  <a:pt x="1513789" y="151076"/>
                </a:lnTo>
                <a:lnTo>
                  <a:pt x="1532734" y="149600"/>
                </a:lnTo>
                <a:lnTo>
                  <a:pt x="1551623" y="147847"/>
                </a:lnTo>
                <a:lnTo>
                  <a:pt x="1570425" y="145780"/>
                </a:lnTo>
                <a:lnTo>
                  <a:pt x="1589113" y="143323"/>
                </a:lnTo>
                <a:lnTo>
                  <a:pt x="1607620" y="140370"/>
                </a:lnTo>
                <a:lnTo>
                  <a:pt x="1625832" y="136779"/>
                </a:lnTo>
                <a:lnTo>
                  <a:pt x="1643567" y="132331"/>
                </a:lnTo>
                <a:lnTo>
                  <a:pt x="1660408" y="126683"/>
                </a:lnTo>
                <a:lnTo>
                  <a:pt x="1675457" y="119320"/>
                </a:lnTo>
                <a:lnTo>
                  <a:pt x="1686697" y="109671"/>
                </a:lnTo>
                <a:lnTo>
                  <a:pt x="1691230" y="98069"/>
                </a:lnTo>
                <a:lnTo>
                  <a:pt x="1704023" y="92040"/>
                </a:lnTo>
                <a:lnTo>
                  <a:pt x="1721987" y="87973"/>
                </a:lnTo>
                <a:lnTo>
                  <a:pt x="1739713" y="83506"/>
                </a:lnTo>
                <a:lnTo>
                  <a:pt x="1757201" y="78686"/>
                </a:lnTo>
                <a:lnTo>
                  <a:pt x="1774469" y="73552"/>
                </a:lnTo>
                <a:lnTo>
                  <a:pt x="1791510" y="68132"/>
                </a:lnTo>
                <a:lnTo>
                  <a:pt x="1808321" y="62436"/>
                </a:lnTo>
                <a:lnTo>
                  <a:pt x="1824904" y="56464"/>
                </a:lnTo>
                <a:lnTo>
                  <a:pt x="1841240" y="50244"/>
                </a:lnTo>
                <a:lnTo>
                  <a:pt x="1857327" y="43767"/>
                </a:lnTo>
                <a:lnTo>
                  <a:pt x="1873167" y="37052"/>
                </a:lnTo>
                <a:lnTo>
                  <a:pt x="1888741" y="30089"/>
                </a:lnTo>
                <a:lnTo>
                  <a:pt x="1904048" y="22908"/>
                </a:lnTo>
                <a:lnTo>
                  <a:pt x="1919087" y="15488"/>
                </a:lnTo>
                <a:lnTo>
                  <a:pt x="1933832" y="7849"/>
                </a:lnTo>
                <a:lnTo>
                  <a:pt x="1948301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21E552B4-37F2-483B-80D9-E4C093A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3587801"/>
            <a:ext cx="1948463" cy="1228125"/>
          </a:xfrm>
          <a:custGeom xmlns:a="http://schemas.openxmlformats.org/drawingml/2006/main">
            <a:pathLst>
              <a:path w="1948463" h="1228125">
                <a:moveTo>
                  <a:pt x="0" y="1228125"/>
                </a:moveTo>
                <a:lnTo>
                  <a:pt x="31280" y="1228125"/>
                </a:lnTo>
                <a:lnTo>
                  <a:pt x="62570" y="1228125"/>
                </a:lnTo>
                <a:lnTo>
                  <a:pt x="93850" y="1228125"/>
                </a:lnTo>
                <a:lnTo>
                  <a:pt x="125139" y="1228125"/>
                </a:lnTo>
                <a:lnTo>
                  <a:pt x="156420" y="1228125"/>
                </a:lnTo>
                <a:lnTo>
                  <a:pt x="187709" y="1228125"/>
                </a:lnTo>
                <a:lnTo>
                  <a:pt x="218989" y="1228125"/>
                </a:lnTo>
                <a:lnTo>
                  <a:pt x="250279" y="1228125"/>
                </a:lnTo>
                <a:lnTo>
                  <a:pt x="281559" y="1228125"/>
                </a:lnTo>
                <a:lnTo>
                  <a:pt x="312849" y="1228125"/>
                </a:lnTo>
                <a:lnTo>
                  <a:pt x="344129" y="1228125"/>
                </a:lnTo>
                <a:lnTo>
                  <a:pt x="375418" y="1228125"/>
                </a:lnTo>
                <a:lnTo>
                  <a:pt x="406698" y="1228125"/>
                </a:lnTo>
                <a:lnTo>
                  <a:pt x="437988" y="1228125"/>
                </a:lnTo>
                <a:lnTo>
                  <a:pt x="469268" y="1228125"/>
                </a:lnTo>
                <a:lnTo>
                  <a:pt x="500558" y="1228125"/>
                </a:lnTo>
                <a:lnTo>
                  <a:pt x="531838" y="1228125"/>
                </a:lnTo>
                <a:lnTo>
                  <a:pt x="563118" y="1228125"/>
                </a:lnTo>
                <a:lnTo>
                  <a:pt x="594408" y="1228125"/>
                </a:lnTo>
                <a:lnTo>
                  <a:pt x="625688" y="1228125"/>
                </a:lnTo>
                <a:lnTo>
                  <a:pt x="656977" y="1228125"/>
                </a:lnTo>
                <a:lnTo>
                  <a:pt x="688257" y="1228125"/>
                </a:lnTo>
                <a:lnTo>
                  <a:pt x="719547" y="1228125"/>
                </a:lnTo>
                <a:lnTo>
                  <a:pt x="750827" y="1228125"/>
                </a:lnTo>
                <a:lnTo>
                  <a:pt x="782117" y="1228125"/>
                </a:lnTo>
                <a:lnTo>
                  <a:pt x="813397" y="1228125"/>
                </a:lnTo>
                <a:lnTo>
                  <a:pt x="844687" y="1228125"/>
                </a:lnTo>
                <a:lnTo>
                  <a:pt x="875967" y="1228125"/>
                </a:lnTo>
                <a:lnTo>
                  <a:pt x="907256" y="1228125"/>
                </a:lnTo>
                <a:lnTo>
                  <a:pt x="938536" y="1228125"/>
                </a:lnTo>
                <a:lnTo>
                  <a:pt x="969826" y="1228125"/>
                </a:lnTo>
                <a:lnTo>
                  <a:pt x="1001106" y="1228125"/>
                </a:lnTo>
                <a:lnTo>
                  <a:pt x="1032396" y="1228125"/>
                </a:lnTo>
                <a:lnTo>
                  <a:pt x="1063676" y="1228125"/>
                </a:lnTo>
                <a:lnTo>
                  <a:pt x="1094965" y="1228125"/>
                </a:lnTo>
                <a:lnTo>
                  <a:pt x="1126246" y="1228125"/>
                </a:lnTo>
                <a:lnTo>
                  <a:pt x="1157526" y="1228125"/>
                </a:lnTo>
                <a:lnTo>
                  <a:pt x="1188815" y="1228125"/>
                </a:lnTo>
                <a:lnTo>
                  <a:pt x="1220095" y="1228125"/>
                </a:lnTo>
                <a:lnTo>
                  <a:pt x="1251385" y="1228125"/>
                </a:lnTo>
                <a:lnTo>
                  <a:pt x="1282665" y="1228125"/>
                </a:lnTo>
                <a:lnTo>
                  <a:pt x="1313640" y="1225906"/>
                </a:lnTo>
                <a:lnTo>
                  <a:pt x="1344444" y="1222467"/>
                </a:lnTo>
                <a:lnTo>
                  <a:pt x="1375248" y="1219019"/>
                </a:lnTo>
                <a:lnTo>
                  <a:pt x="1406052" y="1215571"/>
                </a:lnTo>
                <a:lnTo>
                  <a:pt x="1436856" y="1212132"/>
                </a:lnTo>
                <a:lnTo>
                  <a:pt x="1467660" y="1208684"/>
                </a:lnTo>
                <a:lnTo>
                  <a:pt x="1498463" y="1205236"/>
                </a:lnTo>
                <a:lnTo>
                  <a:pt x="1529267" y="1201798"/>
                </a:lnTo>
                <a:lnTo>
                  <a:pt x="1552785" y="1189730"/>
                </a:lnTo>
                <a:lnTo>
                  <a:pt x="1574492" y="1175528"/>
                </a:lnTo>
                <a:lnTo>
                  <a:pt x="1596200" y="1161336"/>
                </a:lnTo>
                <a:lnTo>
                  <a:pt x="1617907" y="1147134"/>
                </a:lnTo>
                <a:lnTo>
                  <a:pt x="1639614" y="1132932"/>
                </a:lnTo>
                <a:lnTo>
                  <a:pt x="1661322" y="1118740"/>
                </a:lnTo>
                <a:lnTo>
                  <a:pt x="1683029" y="1104538"/>
                </a:lnTo>
                <a:lnTo>
                  <a:pt x="1704737" y="1090336"/>
                </a:lnTo>
                <a:lnTo>
                  <a:pt x="1726444" y="1076135"/>
                </a:lnTo>
                <a:lnTo>
                  <a:pt x="1748152" y="1061942"/>
                </a:lnTo>
                <a:lnTo>
                  <a:pt x="1769859" y="1047740"/>
                </a:lnTo>
                <a:lnTo>
                  <a:pt x="1791576" y="1033539"/>
                </a:lnTo>
                <a:lnTo>
                  <a:pt x="1813284" y="1019337"/>
                </a:lnTo>
                <a:lnTo>
                  <a:pt x="1834991" y="1005145"/>
                </a:lnTo>
                <a:lnTo>
                  <a:pt x="1856699" y="990943"/>
                </a:lnTo>
                <a:lnTo>
                  <a:pt x="1878406" y="976741"/>
                </a:lnTo>
                <a:lnTo>
                  <a:pt x="1900114" y="962549"/>
                </a:lnTo>
                <a:lnTo>
                  <a:pt x="1921821" y="948347"/>
                </a:lnTo>
                <a:lnTo>
                  <a:pt x="1943529" y="934145"/>
                </a:lnTo>
                <a:lnTo>
                  <a:pt x="1948463" y="915676"/>
                </a:lnTo>
                <a:lnTo>
                  <a:pt x="1948463" y="895960"/>
                </a:lnTo>
                <a:lnTo>
                  <a:pt x="1948463" y="876243"/>
                </a:lnTo>
                <a:lnTo>
                  <a:pt x="1948463" y="856526"/>
                </a:lnTo>
                <a:lnTo>
                  <a:pt x="1948463" y="836809"/>
                </a:lnTo>
                <a:lnTo>
                  <a:pt x="1948463" y="817083"/>
                </a:lnTo>
                <a:lnTo>
                  <a:pt x="1948463" y="797366"/>
                </a:lnTo>
                <a:lnTo>
                  <a:pt x="1948463" y="777650"/>
                </a:lnTo>
                <a:lnTo>
                  <a:pt x="1948463" y="757933"/>
                </a:lnTo>
                <a:lnTo>
                  <a:pt x="1948463" y="738207"/>
                </a:lnTo>
                <a:lnTo>
                  <a:pt x="1948463" y="718490"/>
                </a:lnTo>
                <a:lnTo>
                  <a:pt x="1948463" y="698773"/>
                </a:lnTo>
                <a:lnTo>
                  <a:pt x="1948463" y="679056"/>
                </a:lnTo>
                <a:lnTo>
                  <a:pt x="1948463" y="659330"/>
                </a:lnTo>
                <a:lnTo>
                  <a:pt x="1948463" y="639613"/>
                </a:lnTo>
                <a:lnTo>
                  <a:pt x="1948463" y="619897"/>
                </a:lnTo>
                <a:lnTo>
                  <a:pt x="1948463" y="600180"/>
                </a:lnTo>
                <a:lnTo>
                  <a:pt x="1948463" y="580463"/>
                </a:lnTo>
                <a:lnTo>
                  <a:pt x="1948463" y="560737"/>
                </a:lnTo>
                <a:lnTo>
                  <a:pt x="1948463" y="541020"/>
                </a:lnTo>
                <a:lnTo>
                  <a:pt x="1948463" y="521303"/>
                </a:lnTo>
                <a:lnTo>
                  <a:pt x="1948463" y="501586"/>
                </a:lnTo>
                <a:lnTo>
                  <a:pt x="1948463" y="481860"/>
                </a:lnTo>
                <a:lnTo>
                  <a:pt x="1948463" y="462143"/>
                </a:lnTo>
                <a:lnTo>
                  <a:pt x="1948463" y="442427"/>
                </a:lnTo>
                <a:lnTo>
                  <a:pt x="1948463" y="422710"/>
                </a:lnTo>
                <a:lnTo>
                  <a:pt x="1948463" y="402984"/>
                </a:lnTo>
                <a:lnTo>
                  <a:pt x="1948463" y="383267"/>
                </a:lnTo>
                <a:lnTo>
                  <a:pt x="1948463" y="363550"/>
                </a:lnTo>
                <a:lnTo>
                  <a:pt x="1948463" y="343833"/>
                </a:lnTo>
                <a:lnTo>
                  <a:pt x="1948463" y="324117"/>
                </a:lnTo>
                <a:lnTo>
                  <a:pt x="1948463" y="304390"/>
                </a:lnTo>
                <a:lnTo>
                  <a:pt x="1948463" y="284674"/>
                </a:lnTo>
                <a:lnTo>
                  <a:pt x="1948463" y="264957"/>
                </a:lnTo>
                <a:lnTo>
                  <a:pt x="1948463" y="245240"/>
                </a:lnTo>
                <a:lnTo>
                  <a:pt x="1948463" y="225514"/>
                </a:lnTo>
                <a:lnTo>
                  <a:pt x="1948463" y="205797"/>
                </a:lnTo>
                <a:lnTo>
                  <a:pt x="1948463" y="186080"/>
                </a:lnTo>
                <a:lnTo>
                  <a:pt x="1948463" y="166364"/>
                </a:lnTo>
                <a:lnTo>
                  <a:pt x="1948463" y="146637"/>
                </a:lnTo>
                <a:lnTo>
                  <a:pt x="1948463" y="126921"/>
                </a:lnTo>
                <a:lnTo>
                  <a:pt x="1948463" y="107204"/>
                </a:lnTo>
                <a:lnTo>
                  <a:pt x="1948463" y="87487"/>
                </a:lnTo>
                <a:lnTo>
                  <a:pt x="1948463" y="67770"/>
                </a:lnTo>
                <a:lnTo>
                  <a:pt x="1948463" y="48044"/>
                </a:lnTo>
                <a:lnTo>
                  <a:pt x="1948463" y="28327"/>
                </a:lnTo>
                <a:lnTo>
                  <a:pt x="1948463" y="8611"/>
                </a:lnTo>
                <a:lnTo>
                  <a:pt x="1930832" y="0"/>
                </a:lnTo>
                <a:lnTo>
                  <a:pt x="1899552" y="0"/>
                </a:lnTo>
                <a:lnTo>
                  <a:pt x="1868262" y="0"/>
                </a:lnTo>
                <a:lnTo>
                  <a:pt x="1836982" y="0"/>
                </a:lnTo>
                <a:lnTo>
                  <a:pt x="1805692" y="0"/>
                </a:lnTo>
                <a:lnTo>
                  <a:pt x="1774412" y="0"/>
                </a:lnTo>
                <a:lnTo>
                  <a:pt x="1743123" y="0"/>
                </a:lnTo>
                <a:lnTo>
                  <a:pt x="1711843" y="0"/>
                </a:lnTo>
                <a:lnTo>
                  <a:pt x="1680553" y="0"/>
                </a:lnTo>
                <a:lnTo>
                  <a:pt x="1649273" y="0"/>
                </a:lnTo>
                <a:lnTo>
                  <a:pt x="1617983" y="0"/>
                </a:lnTo>
                <a:lnTo>
                  <a:pt x="1586703" y="0"/>
                </a:lnTo>
                <a:lnTo>
                  <a:pt x="1555413" y="0"/>
                </a:lnTo>
                <a:lnTo>
                  <a:pt x="1524133" y="0"/>
                </a:lnTo>
                <a:lnTo>
                  <a:pt x="1492844" y="0"/>
                </a:lnTo>
                <a:lnTo>
                  <a:pt x="1461564" y="0"/>
                </a:lnTo>
                <a:lnTo>
                  <a:pt x="1430274" y="0"/>
                </a:lnTo>
                <a:lnTo>
                  <a:pt x="1398994" y="0"/>
                </a:lnTo>
                <a:lnTo>
                  <a:pt x="1367704" y="0"/>
                </a:lnTo>
                <a:lnTo>
                  <a:pt x="1336424" y="0"/>
                </a:lnTo>
                <a:lnTo>
                  <a:pt x="1305144" y="0"/>
                </a:lnTo>
                <a:lnTo>
                  <a:pt x="1273854" y="0"/>
                </a:lnTo>
                <a:lnTo>
                  <a:pt x="1242574" y="0"/>
                </a:lnTo>
                <a:lnTo>
                  <a:pt x="1211285" y="0"/>
                </a:lnTo>
                <a:lnTo>
                  <a:pt x="1180005" y="0"/>
                </a:lnTo>
                <a:lnTo>
                  <a:pt x="1148715" y="0"/>
                </a:lnTo>
                <a:lnTo>
                  <a:pt x="1117435" y="0"/>
                </a:lnTo>
                <a:lnTo>
                  <a:pt x="1086145" y="0"/>
                </a:lnTo>
                <a:lnTo>
                  <a:pt x="1054865" y="0"/>
                </a:lnTo>
                <a:lnTo>
                  <a:pt x="1023576" y="0"/>
                </a:lnTo>
                <a:lnTo>
                  <a:pt x="992295" y="0"/>
                </a:lnTo>
                <a:lnTo>
                  <a:pt x="961006" y="0"/>
                </a:lnTo>
                <a:lnTo>
                  <a:pt x="929726" y="0"/>
                </a:lnTo>
                <a:lnTo>
                  <a:pt x="898436" y="0"/>
                </a:lnTo>
                <a:lnTo>
                  <a:pt x="867156" y="0"/>
                </a:lnTo>
                <a:lnTo>
                  <a:pt x="835866" y="0"/>
                </a:lnTo>
                <a:lnTo>
                  <a:pt x="804586" y="0"/>
                </a:lnTo>
                <a:lnTo>
                  <a:pt x="773306" y="0"/>
                </a:lnTo>
                <a:lnTo>
                  <a:pt x="742017" y="0"/>
                </a:lnTo>
                <a:lnTo>
                  <a:pt x="710736" y="0"/>
                </a:lnTo>
                <a:lnTo>
                  <a:pt x="679447" y="0"/>
                </a:lnTo>
                <a:lnTo>
                  <a:pt x="648167" y="0"/>
                </a:lnTo>
                <a:lnTo>
                  <a:pt x="616877" y="0"/>
                </a:lnTo>
                <a:lnTo>
                  <a:pt x="585597" y="0"/>
                </a:lnTo>
                <a:lnTo>
                  <a:pt x="554307" y="0"/>
                </a:lnTo>
                <a:lnTo>
                  <a:pt x="523027" y="0"/>
                </a:lnTo>
                <a:lnTo>
                  <a:pt x="491738" y="0"/>
                </a:lnTo>
                <a:lnTo>
                  <a:pt x="460458" y="0"/>
                </a:lnTo>
                <a:lnTo>
                  <a:pt x="429168" y="0"/>
                </a:lnTo>
                <a:lnTo>
                  <a:pt x="397888" y="0"/>
                </a:lnTo>
                <a:lnTo>
                  <a:pt x="366598" y="0"/>
                </a:lnTo>
                <a:lnTo>
                  <a:pt x="335318" y="0"/>
                </a:lnTo>
                <a:lnTo>
                  <a:pt x="304028" y="0"/>
                </a:lnTo>
                <a:lnTo>
                  <a:pt x="272748" y="0"/>
                </a:lnTo>
                <a:lnTo>
                  <a:pt x="241468" y="0"/>
                </a:lnTo>
                <a:lnTo>
                  <a:pt x="210179" y="0"/>
                </a:lnTo>
                <a:lnTo>
                  <a:pt x="178899" y="0"/>
                </a:lnTo>
                <a:lnTo>
                  <a:pt x="147609" y="0"/>
                </a:lnTo>
                <a:lnTo>
                  <a:pt x="116329" y="0"/>
                </a:lnTo>
                <a:lnTo>
                  <a:pt x="85039" y="0"/>
                </a:lnTo>
                <a:lnTo>
                  <a:pt x="53759" y="0"/>
                </a:lnTo>
                <a:lnTo>
                  <a:pt x="22469" y="0"/>
                </a:lnTo>
                <a:lnTo>
                  <a:pt x="0" y="5553"/>
                </a:lnTo>
                <a:lnTo>
                  <a:pt x="0" y="25270"/>
                </a:lnTo>
                <a:lnTo>
                  <a:pt x="0" y="44996"/>
                </a:lnTo>
                <a:lnTo>
                  <a:pt x="0" y="64713"/>
                </a:lnTo>
                <a:lnTo>
                  <a:pt x="0" y="84430"/>
                </a:lnTo>
                <a:lnTo>
                  <a:pt x="0" y="104146"/>
                </a:lnTo>
                <a:lnTo>
                  <a:pt x="0" y="123873"/>
                </a:lnTo>
                <a:lnTo>
                  <a:pt x="0" y="143589"/>
                </a:lnTo>
                <a:lnTo>
                  <a:pt x="0" y="163306"/>
                </a:lnTo>
                <a:lnTo>
                  <a:pt x="0" y="183023"/>
                </a:lnTo>
                <a:lnTo>
                  <a:pt x="0" y="202749"/>
                </a:lnTo>
                <a:lnTo>
                  <a:pt x="0" y="222466"/>
                </a:lnTo>
                <a:lnTo>
                  <a:pt x="0" y="242183"/>
                </a:lnTo>
                <a:lnTo>
                  <a:pt x="0" y="261899"/>
                </a:lnTo>
                <a:lnTo>
                  <a:pt x="0" y="281616"/>
                </a:lnTo>
                <a:lnTo>
                  <a:pt x="0" y="301342"/>
                </a:lnTo>
                <a:lnTo>
                  <a:pt x="0" y="321059"/>
                </a:lnTo>
                <a:lnTo>
                  <a:pt x="0" y="340776"/>
                </a:lnTo>
                <a:lnTo>
                  <a:pt x="0" y="360493"/>
                </a:lnTo>
                <a:lnTo>
                  <a:pt x="0" y="380219"/>
                </a:lnTo>
                <a:lnTo>
                  <a:pt x="0" y="399936"/>
                </a:lnTo>
                <a:lnTo>
                  <a:pt x="0" y="419652"/>
                </a:lnTo>
                <a:lnTo>
                  <a:pt x="0" y="439369"/>
                </a:lnTo>
                <a:lnTo>
                  <a:pt x="0" y="459095"/>
                </a:lnTo>
                <a:lnTo>
                  <a:pt x="0" y="478812"/>
                </a:lnTo>
                <a:lnTo>
                  <a:pt x="0" y="498529"/>
                </a:lnTo>
                <a:lnTo>
                  <a:pt x="0" y="518246"/>
                </a:lnTo>
                <a:lnTo>
                  <a:pt x="0" y="537962"/>
                </a:lnTo>
                <a:lnTo>
                  <a:pt x="0" y="557689"/>
                </a:lnTo>
                <a:lnTo>
                  <a:pt x="0" y="577406"/>
                </a:lnTo>
                <a:lnTo>
                  <a:pt x="0" y="597122"/>
                </a:lnTo>
                <a:lnTo>
                  <a:pt x="0" y="616839"/>
                </a:lnTo>
                <a:lnTo>
                  <a:pt x="0" y="636565"/>
                </a:lnTo>
                <a:lnTo>
                  <a:pt x="0" y="656282"/>
                </a:lnTo>
                <a:lnTo>
                  <a:pt x="0" y="675999"/>
                </a:lnTo>
                <a:lnTo>
                  <a:pt x="0" y="695716"/>
                </a:lnTo>
                <a:lnTo>
                  <a:pt x="0" y="715442"/>
                </a:lnTo>
                <a:lnTo>
                  <a:pt x="0" y="735159"/>
                </a:lnTo>
                <a:lnTo>
                  <a:pt x="0" y="754875"/>
                </a:lnTo>
                <a:lnTo>
                  <a:pt x="0" y="774592"/>
                </a:lnTo>
                <a:lnTo>
                  <a:pt x="0" y="794309"/>
                </a:lnTo>
                <a:lnTo>
                  <a:pt x="0" y="814035"/>
                </a:lnTo>
                <a:lnTo>
                  <a:pt x="0" y="833752"/>
                </a:lnTo>
                <a:lnTo>
                  <a:pt x="0" y="853469"/>
                </a:lnTo>
                <a:lnTo>
                  <a:pt x="0" y="873185"/>
                </a:lnTo>
                <a:lnTo>
                  <a:pt x="0" y="892912"/>
                </a:lnTo>
                <a:lnTo>
                  <a:pt x="0" y="912628"/>
                </a:lnTo>
                <a:lnTo>
                  <a:pt x="0" y="932345"/>
                </a:lnTo>
                <a:lnTo>
                  <a:pt x="0" y="952062"/>
                </a:lnTo>
                <a:lnTo>
                  <a:pt x="0" y="971788"/>
                </a:lnTo>
                <a:lnTo>
                  <a:pt x="0" y="991505"/>
                </a:lnTo>
                <a:lnTo>
                  <a:pt x="0" y="1011222"/>
                </a:lnTo>
                <a:lnTo>
                  <a:pt x="0" y="1030938"/>
                </a:lnTo>
                <a:lnTo>
                  <a:pt x="0" y="1050655"/>
                </a:lnTo>
                <a:lnTo>
                  <a:pt x="0" y="1070381"/>
                </a:lnTo>
                <a:lnTo>
                  <a:pt x="0" y="1090098"/>
                </a:lnTo>
                <a:lnTo>
                  <a:pt x="0" y="1109815"/>
                </a:lnTo>
                <a:lnTo>
                  <a:pt x="0" y="1129532"/>
                </a:lnTo>
                <a:lnTo>
                  <a:pt x="0" y="1149258"/>
                </a:lnTo>
                <a:lnTo>
                  <a:pt x="0" y="1168975"/>
                </a:lnTo>
                <a:lnTo>
                  <a:pt x="0" y="1188691"/>
                </a:lnTo>
                <a:lnTo>
                  <a:pt x="0" y="1208408"/>
                </a:lnTo>
                <a:lnTo>
                  <a:pt x="0" y="1228125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59EB9DEF-0227-4A22-A8AF-DEC0CC16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3587801"/>
            <a:ext cx="1948463" cy="211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36D4D1A0-99CB-44FB-92D3-02E62BA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6293" y="4518727"/>
            <a:ext cx="717871" cy="297437"/>
          </a:xfrm>
          <a:custGeom xmlns:a="http://schemas.openxmlformats.org/drawingml/2006/main">
            <a:pathLst>
              <a:path w="717871" h="297437">
                <a:moveTo>
                  <a:pt x="717871" y="0"/>
                </a:moveTo>
                <a:lnTo>
                  <a:pt x="717013" y="4934"/>
                </a:lnTo>
                <a:lnTo>
                  <a:pt x="715899" y="9849"/>
                </a:lnTo>
                <a:lnTo>
                  <a:pt x="714585" y="14735"/>
                </a:lnTo>
                <a:lnTo>
                  <a:pt x="713108" y="19612"/>
                </a:lnTo>
                <a:lnTo>
                  <a:pt x="711489" y="24470"/>
                </a:lnTo>
                <a:lnTo>
                  <a:pt x="709727" y="29308"/>
                </a:lnTo>
                <a:lnTo>
                  <a:pt x="707822" y="34128"/>
                </a:lnTo>
                <a:lnTo>
                  <a:pt x="705793" y="38919"/>
                </a:lnTo>
                <a:lnTo>
                  <a:pt x="703640" y="43691"/>
                </a:lnTo>
                <a:lnTo>
                  <a:pt x="701364" y="48444"/>
                </a:lnTo>
                <a:lnTo>
                  <a:pt x="698973" y="53178"/>
                </a:lnTo>
                <a:lnTo>
                  <a:pt x="696458" y="57874"/>
                </a:lnTo>
                <a:lnTo>
                  <a:pt x="693830" y="62560"/>
                </a:lnTo>
                <a:lnTo>
                  <a:pt x="691086" y="67208"/>
                </a:lnTo>
                <a:lnTo>
                  <a:pt x="688229" y="71828"/>
                </a:lnTo>
                <a:lnTo>
                  <a:pt x="685257" y="76429"/>
                </a:lnTo>
                <a:lnTo>
                  <a:pt x="682171" y="81001"/>
                </a:lnTo>
                <a:lnTo>
                  <a:pt x="678980" y="85535"/>
                </a:lnTo>
                <a:lnTo>
                  <a:pt x="675675" y="90040"/>
                </a:lnTo>
                <a:lnTo>
                  <a:pt x="672265" y="94507"/>
                </a:lnTo>
                <a:lnTo>
                  <a:pt x="668750" y="98955"/>
                </a:lnTo>
                <a:lnTo>
                  <a:pt x="665121" y="103356"/>
                </a:lnTo>
                <a:lnTo>
                  <a:pt x="661387" y="107728"/>
                </a:lnTo>
                <a:lnTo>
                  <a:pt x="657549" y="112062"/>
                </a:lnTo>
                <a:lnTo>
                  <a:pt x="653606" y="116357"/>
                </a:lnTo>
                <a:lnTo>
                  <a:pt x="649557" y="120615"/>
                </a:lnTo>
                <a:lnTo>
                  <a:pt x="645404" y="124825"/>
                </a:lnTo>
                <a:lnTo>
                  <a:pt x="641147" y="129007"/>
                </a:lnTo>
                <a:lnTo>
                  <a:pt x="636794" y="133140"/>
                </a:lnTo>
                <a:lnTo>
                  <a:pt x="632336" y="137236"/>
                </a:lnTo>
                <a:lnTo>
                  <a:pt x="627774" y="141284"/>
                </a:lnTo>
                <a:lnTo>
                  <a:pt x="623126" y="145285"/>
                </a:lnTo>
                <a:lnTo>
                  <a:pt x="618373" y="149238"/>
                </a:lnTo>
                <a:lnTo>
                  <a:pt x="613524" y="153152"/>
                </a:lnTo>
                <a:lnTo>
                  <a:pt x="608571" y="157010"/>
                </a:lnTo>
                <a:lnTo>
                  <a:pt x="603533" y="160830"/>
                </a:lnTo>
                <a:lnTo>
                  <a:pt x="598408" y="164592"/>
                </a:lnTo>
                <a:lnTo>
                  <a:pt x="593188" y="168307"/>
                </a:lnTo>
                <a:lnTo>
                  <a:pt x="587873" y="171974"/>
                </a:lnTo>
                <a:lnTo>
                  <a:pt x="582473" y="175584"/>
                </a:lnTo>
                <a:lnTo>
                  <a:pt x="576986" y="179137"/>
                </a:lnTo>
                <a:lnTo>
                  <a:pt x="571405" y="182642"/>
                </a:lnTo>
                <a:lnTo>
                  <a:pt x="565756" y="186099"/>
                </a:lnTo>
                <a:lnTo>
                  <a:pt x="560013" y="189500"/>
                </a:lnTo>
                <a:lnTo>
                  <a:pt x="554193" y="192843"/>
                </a:lnTo>
                <a:lnTo>
                  <a:pt x="548297" y="196129"/>
                </a:lnTo>
                <a:lnTo>
                  <a:pt x="542315" y="199358"/>
                </a:lnTo>
                <a:lnTo>
                  <a:pt x="536267" y="202530"/>
                </a:lnTo>
                <a:lnTo>
                  <a:pt x="530142" y="205654"/>
                </a:lnTo>
                <a:lnTo>
                  <a:pt x="523942" y="208712"/>
                </a:lnTo>
                <a:lnTo>
                  <a:pt x="517674" y="211722"/>
                </a:lnTo>
                <a:lnTo>
                  <a:pt x="511340" y="214665"/>
                </a:lnTo>
                <a:lnTo>
                  <a:pt x="504939" y="217561"/>
                </a:lnTo>
                <a:lnTo>
                  <a:pt x="498472" y="220389"/>
                </a:lnTo>
                <a:lnTo>
                  <a:pt x="491938" y="223161"/>
                </a:lnTo>
                <a:lnTo>
                  <a:pt x="485356" y="225876"/>
                </a:lnTo>
                <a:lnTo>
                  <a:pt x="478707" y="228533"/>
                </a:lnTo>
                <a:lnTo>
                  <a:pt x="472002" y="231143"/>
                </a:lnTo>
                <a:lnTo>
                  <a:pt x="465239" y="233686"/>
                </a:lnTo>
                <a:lnTo>
                  <a:pt x="458419" y="236172"/>
                </a:lnTo>
                <a:lnTo>
                  <a:pt x="451552" y="238601"/>
                </a:lnTo>
                <a:lnTo>
                  <a:pt x="444637" y="240973"/>
                </a:lnTo>
                <a:lnTo>
                  <a:pt x="437674" y="243288"/>
                </a:lnTo>
                <a:lnTo>
                  <a:pt x="430663" y="245545"/>
                </a:lnTo>
                <a:lnTo>
                  <a:pt x="423605" y="247745"/>
                </a:lnTo>
                <a:lnTo>
                  <a:pt x="416500" y="249888"/>
                </a:lnTo>
                <a:lnTo>
                  <a:pt x="409356" y="251984"/>
                </a:lnTo>
                <a:lnTo>
                  <a:pt x="402174" y="254013"/>
                </a:lnTo>
                <a:lnTo>
                  <a:pt x="394954" y="255994"/>
                </a:lnTo>
                <a:lnTo>
                  <a:pt x="387706" y="257918"/>
                </a:lnTo>
                <a:lnTo>
                  <a:pt x="380409" y="259794"/>
                </a:lnTo>
                <a:lnTo>
                  <a:pt x="373085" y="261614"/>
                </a:lnTo>
                <a:lnTo>
                  <a:pt x="365722" y="263376"/>
                </a:lnTo>
                <a:lnTo>
                  <a:pt x="358331" y="265090"/>
                </a:lnTo>
                <a:lnTo>
                  <a:pt x="350911" y="266757"/>
                </a:lnTo>
                <a:lnTo>
                  <a:pt x="343462" y="268367"/>
                </a:lnTo>
                <a:lnTo>
                  <a:pt x="335994" y="269929"/>
                </a:lnTo>
                <a:lnTo>
                  <a:pt x="328489" y="271434"/>
                </a:lnTo>
                <a:lnTo>
                  <a:pt x="320964" y="272901"/>
                </a:lnTo>
                <a:lnTo>
                  <a:pt x="313411" y="274310"/>
                </a:lnTo>
                <a:lnTo>
                  <a:pt x="305848" y="275673"/>
                </a:lnTo>
                <a:lnTo>
                  <a:pt x="298247" y="276987"/>
                </a:lnTo>
                <a:lnTo>
                  <a:pt x="290636" y="278254"/>
                </a:lnTo>
                <a:lnTo>
                  <a:pt x="283007" y="279473"/>
                </a:lnTo>
                <a:lnTo>
                  <a:pt x="275358" y="280654"/>
                </a:lnTo>
                <a:lnTo>
                  <a:pt x="267691" y="281778"/>
                </a:lnTo>
                <a:lnTo>
                  <a:pt x="260004" y="282864"/>
                </a:lnTo>
                <a:lnTo>
                  <a:pt x="252308" y="283912"/>
                </a:lnTo>
                <a:lnTo>
                  <a:pt x="244592" y="284902"/>
                </a:lnTo>
                <a:lnTo>
                  <a:pt x="236868" y="285855"/>
                </a:lnTo>
                <a:lnTo>
                  <a:pt x="229124" y="286769"/>
                </a:lnTo>
                <a:lnTo>
                  <a:pt x="221371" y="287645"/>
                </a:lnTo>
                <a:lnTo>
                  <a:pt x="213608" y="288465"/>
                </a:lnTo>
                <a:lnTo>
                  <a:pt x="205835" y="289255"/>
                </a:lnTo>
                <a:lnTo>
                  <a:pt x="198053" y="290008"/>
                </a:lnTo>
                <a:lnTo>
                  <a:pt x="190252" y="290713"/>
                </a:lnTo>
                <a:lnTo>
                  <a:pt x="182451" y="291389"/>
                </a:lnTo>
                <a:lnTo>
                  <a:pt x="174641" y="292017"/>
                </a:lnTo>
                <a:lnTo>
                  <a:pt x="166830" y="292608"/>
                </a:lnTo>
                <a:lnTo>
                  <a:pt x="159001" y="293170"/>
                </a:lnTo>
                <a:lnTo>
                  <a:pt x="151171" y="293684"/>
                </a:lnTo>
                <a:lnTo>
                  <a:pt x="143332" y="294170"/>
                </a:lnTo>
                <a:lnTo>
                  <a:pt x="135493" y="294618"/>
                </a:lnTo>
                <a:lnTo>
                  <a:pt x="127645" y="295027"/>
                </a:lnTo>
                <a:lnTo>
                  <a:pt x="119796" y="295408"/>
                </a:lnTo>
                <a:lnTo>
                  <a:pt x="111938" y="295751"/>
                </a:lnTo>
                <a:lnTo>
                  <a:pt x="104080" y="296066"/>
                </a:lnTo>
                <a:lnTo>
                  <a:pt x="96222" y="296342"/>
                </a:lnTo>
                <a:lnTo>
                  <a:pt x="88354" y="296589"/>
                </a:lnTo>
                <a:lnTo>
                  <a:pt x="80486" y="296799"/>
                </a:lnTo>
                <a:lnTo>
                  <a:pt x="72619" y="296980"/>
                </a:lnTo>
                <a:lnTo>
                  <a:pt x="64741" y="297132"/>
                </a:lnTo>
                <a:lnTo>
                  <a:pt x="56874" y="297256"/>
                </a:lnTo>
                <a:lnTo>
                  <a:pt x="48997" y="297342"/>
                </a:lnTo>
                <a:lnTo>
                  <a:pt x="41129" y="297399"/>
                </a:lnTo>
                <a:lnTo>
                  <a:pt x="33252" y="297437"/>
                </a:lnTo>
                <a:lnTo>
                  <a:pt x="25375" y="297437"/>
                </a:lnTo>
                <a:lnTo>
                  <a:pt x="17507" y="297409"/>
                </a:lnTo>
                <a:lnTo>
                  <a:pt x="9630" y="297351"/>
                </a:lnTo>
                <a:lnTo>
                  <a:pt x="1762" y="297275"/>
                </a:lnTo>
                <a:lnTo>
                  <a:pt x="0" y="297190"/>
                </a:lnTo>
                <a:lnTo>
                  <a:pt x="7868" y="297066"/>
                </a:lnTo>
                <a:lnTo>
                  <a:pt x="15735" y="296866"/>
                </a:lnTo>
                <a:lnTo>
                  <a:pt x="23603" y="296589"/>
                </a:lnTo>
                <a:lnTo>
                  <a:pt x="31461" y="296256"/>
                </a:lnTo>
                <a:lnTo>
                  <a:pt x="39310" y="295866"/>
                </a:lnTo>
                <a:lnTo>
                  <a:pt x="47149" y="295427"/>
                </a:lnTo>
                <a:lnTo>
                  <a:pt x="54988" y="294932"/>
                </a:lnTo>
                <a:lnTo>
                  <a:pt x="62808" y="294380"/>
                </a:lnTo>
                <a:lnTo>
                  <a:pt x="70628" y="293780"/>
                </a:lnTo>
                <a:lnTo>
                  <a:pt x="78429" y="293122"/>
                </a:lnTo>
                <a:lnTo>
                  <a:pt x="86230" y="292418"/>
                </a:lnTo>
                <a:lnTo>
                  <a:pt x="94012" y="291665"/>
                </a:lnTo>
                <a:lnTo>
                  <a:pt x="101775" y="290855"/>
                </a:lnTo>
                <a:lnTo>
                  <a:pt x="109528" y="289989"/>
                </a:lnTo>
                <a:lnTo>
                  <a:pt x="117272" y="289074"/>
                </a:lnTo>
                <a:lnTo>
                  <a:pt x="124997" y="288103"/>
                </a:lnTo>
                <a:lnTo>
                  <a:pt x="132693" y="287064"/>
                </a:lnTo>
                <a:lnTo>
                  <a:pt x="140379" y="285979"/>
                </a:lnTo>
                <a:lnTo>
                  <a:pt x="148038" y="284836"/>
                </a:lnTo>
                <a:lnTo>
                  <a:pt x="155677" y="283635"/>
                </a:lnTo>
                <a:lnTo>
                  <a:pt x="163297" y="282369"/>
                </a:lnTo>
                <a:lnTo>
                  <a:pt x="170879" y="281045"/>
                </a:lnTo>
                <a:lnTo>
                  <a:pt x="178441" y="279654"/>
                </a:lnTo>
                <a:lnTo>
                  <a:pt x="185966" y="278197"/>
                </a:lnTo>
                <a:lnTo>
                  <a:pt x="193462" y="276673"/>
                </a:lnTo>
                <a:lnTo>
                  <a:pt x="200920" y="275082"/>
                </a:lnTo>
                <a:lnTo>
                  <a:pt x="208340" y="273415"/>
                </a:lnTo>
                <a:lnTo>
                  <a:pt x="215713" y="271682"/>
                </a:lnTo>
                <a:lnTo>
                  <a:pt x="223047" y="269872"/>
                </a:lnTo>
                <a:lnTo>
                  <a:pt x="230334" y="267986"/>
                </a:lnTo>
                <a:lnTo>
                  <a:pt x="237563" y="266024"/>
                </a:lnTo>
                <a:lnTo>
                  <a:pt x="244745" y="263985"/>
                </a:lnTo>
                <a:lnTo>
                  <a:pt x="251860" y="261852"/>
                </a:lnTo>
                <a:lnTo>
                  <a:pt x="258909" y="259642"/>
                </a:lnTo>
                <a:lnTo>
                  <a:pt x="265881" y="257346"/>
                </a:lnTo>
                <a:lnTo>
                  <a:pt x="272786" y="254956"/>
                </a:lnTo>
                <a:lnTo>
                  <a:pt x="279606" y="252479"/>
                </a:lnTo>
                <a:lnTo>
                  <a:pt x="286341" y="249907"/>
                </a:lnTo>
                <a:lnTo>
                  <a:pt x="292979" y="247240"/>
                </a:lnTo>
                <a:lnTo>
                  <a:pt x="299523" y="244478"/>
                </a:lnTo>
                <a:lnTo>
                  <a:pt x="305953" y="241611"/>
                </a:lnTo>
                <a:lnTo>
                  <a:pt x="312268" y="238639"/>
                </a:lnTo>
                <a:lnTo>
                  <a:pt x="318449" y="235572"/>
                </a:lnTo>
                <a:lnTo>
                  <a:pt x="324507" y="232400"/>
                </a:lnTo>
                <a:lnTo>
                  <a:pt x="330422" y="229124"/>
                </a:lnTo>
                <a:lnTo>
                  <a:pt x="336185" y="225743"/>
                </a:lnTo>
                <a:lnTo>
                  <a:pt x="341786" y="222256"/>
                </a:lnTo>
                <a:lnTo>
                  <a:pt x="347224" y="218665"/>
                </a:lnTo>
                <a:lnTo>
                  <a:pt x="352482" y="214970"/>
                </a:lnTo>
                <a:lnTo>
                  <a:pt x="357549" y="211169"/>
                </a:lnTo>
                <a:lnTo>
                  <a:pt x="362417" y="207274"/>
                </a:lnTo>
                <a:lnTo>
                  <a:pt x="367084" y="203273"/>
                </a:lnTo>
                <a:lnTo>
                  <a:pt x="371532" y="199177"/>
                </a:lnTo>
                <a:lnTo>
                  <a:pt x="375761" y="194986"/>
                </a:lnTo>
                <a:lnTo>
                  <a:pt x="379752" y="190719"/>
                </a:lnTo>
                <a:lnTo>
                  <a:pt x="383524" y="186357"/>
                </a:lnTo>
                <a:lnTo>
                  <a:pt x="387048" y="181918"/>
                </a:lnTo>
                <a:lnTo>
                  <a:pt x="390325" y="177413"/>
                </a:lnTo>
                <a:lnTo>
                  <a:pt x="393363" y="172831"/>
                </a:lnTo>
                <a:lnTo>
                  <a:pt x="396154" y="168192"/>
                </a:lnTo>
                <a:lnTo>
                  <a:pt x="398697" y="163487"/>
                </a:lnTo>
                <a:lnTo>
                  <a:pt x="400983" y="158744"/>
                </a:lnTo>
                <a:lnTo>
                  <a:pt x="403031" y="153953"/>
                </a:lnTo>
                <a:lnTo>
                  <a:pt x="404832" y="149114"/>
                </a:lnTo>
                <a:lnTo>
                  <a:pt x="406394" y="144256"/>
                </a:lnTo>
                <a:lnTo>
                  <a:pt x="407727" y="139360"/>
                </a:lnTo>
                <a:lnTo>
                  <a:pt x="408823" y="134445"/>
                </a:lnTo>
                <a:lnTo>
                  <a:pt x="409699" y="129511"/>
                </a:lnTo>
                <a:lnTo>
                  <a:pt x="410347" y="124568"/>
                </a:lnTo>
                <a:lnTo>
                  <a:pt x="410794" y="119615"/>
                </a:lnTo>
                <a:lnTo>
                  <a:pt x="411023" y="114652"/>
                </a:lnTo>
                <a:lnTo>
                  <a:pt x="411061" y="109690"/>
                </a:lnTo>
                <a:lnTo>
                  <a:pt x="410909" y="104727"/>
                </a:lnTo>
                <a:lnTo>
                  <a:pt x="410566" y="99765"/>
                </a:lnTo>
                <a:lnTo>
                  <a:pt x="410042" y="94821"/>
                </a:lnTo>
                <a:lnTo>
                  <a:pt x="417328" y="93602"/>
                </a:lnTo>
                <a:lnTo>
                  <a:pt x="425006" y="92488"/>
                </a:lnTo>
                <a:lnTo>
                  <a:pt x="432654" y="91307"/>
                </a:lnTo>
                <a:lnTo>
                  <a:pt x="440274" y="90068"/>
                </a:lnTo>
                <a:lnTo>
                  <a:pt x="447875" y="88763"/>
                </a:lnTo>
                <a:lnTo>
                  <a:pt x="455457" y="87411"/>
                </a:lnTo>
                <a:lnTo>
                  <a:pt x="463010" y="86011"/>
                </a:lnTo>
                <a:lnTo>
                  <a:pt x="470535" y="84563"/>
                </a:lnTo>
                <a:lnTo>
                  <a:pt x="478041" y="83058"/>
                </a:lnTo>
                <a:lnTo>
                  <a:pt x="485527" y="81515"/>
                </a:lnTo>
                <a:lnTo>
                  <a:pt x="492985" y="79924"/>
                </a:lnTo>
                <a:lnTo>
                  <a:pt x="500415" y="78286"/>
                </a:lnTo>
                <a:lnTo>
                  <a:pt x="507816" y="76600"/>
                </a:lnTo>
                <a:lnTo>
                  <a:pt x="515198" y="74867"/>
                </a:lnTo>
                <a:lnTo>
                  <a:pt x="522551" y="73085"/>
                </a:lnTo>
                <a:lnTo>
                  <a:pt x="529876" y="71266"/>
                </a:lnTo>
                <a:lnTo>
                  <a:pt x="537172" y="69399"/>
                </a:lnTo>
                <a:lnTo>
                  <a:pt x="544439" y="67485"/>
                </a:lnTo>
                <a:lnTo>
                  <a:pt x="551669" y="65513"/>
                </a:lnTo>
                <a:lnTo>
                  <a:pt x="558870" y="63513"/>
                </a:lnTo>
                <a:lnTo>
                  <a:pt x="566033" y="61455"/>
                </a:lnTo>
                <a:lnTo>
                  <a:pt x="573167" y="59350"/>
                </a:lnTo>
                <a:lnTo>
                  <a:pt x="580263" y="57198"/>
                </a:lnTo>
                <a:lnTo>
                  <a:pt x="587321" y="54997"/>
                </a:lnTo>
                <a:lnTo>
                  <a:pt x="594341" y="52749"/>
                </a:lnTo>
                <a:lnTo>
                  <a:pt x="601323" y="50454"/>
                </a:lnTo>
                <a:lnTo>
                  <a:pt x="608257" y="48101"/>
                </a:lnTo>
                <a:lnTo>
                  <a:pt x="615153" y="45701"/>
                </a:lnTo>
                <a:lnTo>
                  <a:pt x="621992" y="43253"/>
                </a:lnTo>
                <a:lnTo>
                  <a:pt x="628793" y="40748"/>
                </a:lnTo>
                <a:lnTo>
                  <a:pt x="635546" y="38195"/>
                </a:lnTo>
                <a:lnTo>
                  <a:pt x="642252" y="35595"/>
                </a:lnTo>
                <a:lnTo>
                  <a:pt x="648900" y="32928"/>
                </a:lnTo>
                <a:lnTo>
                  <a:pt x="655491" y="30223"/>
                </a:lnTo>
                <a:lnTo>
                  <a:pt x="662026" y="27451"/>
                </a:lnTo>
                <a:lnTo>
                  <a:pt x="668503" y="24632"/>
                </a:lnTo>
                <a:lnTo>
                  <a:pt x="674922" y="21746"/>
                </a:lnTo>
                <a:lnTo>
                  <a:pt x="681266" y="18812"/>
                </a:lnTo>
                <a:lnTo>
                  <a:pt x="687553" y="15821"/>
                </a:lnTo>
                <a:lnTo>
                  <a:pt x="693763" y="12773"/>
                </a:lnTo>
                <a:lnTo>
                  <a:pt x="699907" y="9668"/>
                </a:lnTo>
                <a:lnTo>
                  <a:pt x="705974" y="6506"/>
                </a:lnTo>
                <a:lnTo>
                  <a:pt x="711965" y="3277"/>
                </a:lnTo>
                <a:lnTo>
                  <a:pt x="7178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22E94A52-CDFD-44DC-8454-5DD609F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694" y="4490476"/>
            <a:ext cx="1948901" cy="326536"/>
          </a:xfrm>
          <a:custGeom xmlns:a="http://schemas.openxmlformats.org/drawingml/2006/main">
            <a:pathLst>
              <a:path w="1948901" h="326536">
                <a:moveTo>
                  <a:pt x="1948301" y="0"/>
                </a:moveTo>
                <a:lnTo>
                  <a:pt x="1948901" y="12021"/>
                </a:lnTo>
                <a:lnTo>
                  <a:pt x="1948634" y="24060"/>
                </a:lnTo>
                <a:lnTo>
                  <a:pt x="1947691" y="36071"/>
                </a:lnTo>
                <a:lnTo>
                  <a:pt x="1946119" y="48063"/>
                </a:lnTo>
                <a:lnTo>
                  <a:pt x="1943948" y="60017"/>
                </a:lnTo>
                <a:lnTo>
                  <a:pt x="1941176" y="71923"/>
                </a:lnTo>
                <a:lnTo>
                  <a:pt x="1937795" y="83763"/>
                </a:lnTo>
                <a:lnTo>
                  <a:pt x="1933813" y="95536"/>
                </a:lnTo>
                <a:lnTo>
                  <a:pt x="1929203" y="107213"/>
                </a:lnTo>
                <a:lnTo>
                  <a:pt x="1923974" y="118777"/>
                </a:lnTo>
                <a:lnTo>
                  <a:pt x="1918087" y="130226"/>
                </a:lnTo>
                <a:lnTo>
                  <a:pt x="1911553" y="141532"/>
                </a:lnTo>
                <a:lnTo>
                  <a:pt x="1904343" y="152667"/>
                </a:lnTo>
                <a:lnTo>
                  <a:pt x="1896447" y="163620"/>
                </a:lnTo>
                <a:lnTo>
                  <a:pt x="1887855" y="174365"/>
                </a:lnTo>
                <a:lnTo>
                  <a:pt x="1878559" y="184880"/>
                </a:lnTo>
                <a:lnTo>
                  <a:pt x="1868557" y="195129"/>
                </a:lnTo>
                <a:lnTo>
                  <a:pt x="1857842" y="205083"/>
                </a:lnTo>
                <a:lnTo>
                  <a:pt x="1846431" y="214732"/>
                </a:lnTo>
                <a:lnTo>
                  <a:pt x="1834334" y="224038"/>
                </a:lnTo>
                <a:lnTo>
                  <a:pt x="1821561" y="232982"/>
                </a:lnTo>
                <a:lnTo>
                  <a:pt x="1808140" y="241535"/>
                </a:lnTo>
                <a:lnTo>
                  <a:pt x="1794091" y="249679"/>
                </a:lnTo>
                <a:lnTo>
                  <a:pt x="1779451" y="257404"/>
                </a:lnTo>
                <a:lnTo>
                  <a:pt x="1764259" y="264681"/>
                </a:lnTo>
                <a:lnTo>
                  <a:pt x="1748542" y="271510"/>
                </a:lnTo>
                <a:lnTo>
                  <a:pt x="1732359" y="277892"/>
                </a:lnTo>
                <a:lnTo>
                  <a:pt x="1715748" y="283816"/>
                </a:lnTo>
                <a:lnTo>
                  <a:pt x="1698736" y="289284"/>
                </a:lnTo>
                <a:lnTo>
                  <a:pt x="1681391" y="294303"/>
                </a:lnTo>
                <a:lnTo>
                  <a:pt x="1663732" y="298875"/>
                </a:lnTo>
                <a:lnTo>
                  <a:pt x="1645815" y="303019"/>
                </a:lnTo>
                <a:lnTo>
                  <a:pt x="1627661" y="306743"/>
                </a:lnTo>
                <a:lnTo>
                  <a:pt x="1609315" y="310067"/>
                </a:lnTo>
                <a:lnTo>
                  <a:pt x="1590799" y="312992"/>
                </a:lnTo>
                <a:lnTo>
                  <a:pt x="1572139" y="315544"/>
                </a:lnTo>
                <a:lnTo>
                  <a:pt x="1553375" y="317735"/>
                </a:lnTo>
                <a:lnTo>
                  <a:pt x="1534506" y="319583"/>
                </a:lnTo>
                <a:lnTo>
                  <a:pt x="1515570" y="321097"/>
                </a:lnTo>
                <a:lnTo>
                  <a:pt x="1496578" y="322307"/>
                </a:lnTo>
                <a:lnTo>
                  <a:pt x="1477547" y="323202"/>
                </a:lnTo>
                <a:lnTo>
                  <a:pt x="1458468" y="323631"/>
                </a:lnTo>
                <a:lnTo>
                  <a:pt x="1439380" y="323907"/>
                </a:lnTo>
                <a:lnTo>
                  <a:pt x="1420292" y="324136"/>
                </a:lnTo>
                <a:lnTo>
                  <a:pt x="1401204" y="324326"/>
                </a:lnTo>
                <a:lnTo>
                  <a:pt x="1382116" y="324498"/>
                </a:lnTo>
                <a:lnTo>
                  <a:pt x="1363028" y="324650"/>
                </a:lnTo>
                <a:lnTo>
                  <a:pt x="1343939" y="324783"/>
                </a:lnTo>
                <a:lnTo>
                  <a:pt x="1324851" y="324907"/>
                </a:lnTo>
                <a:lnTo>
                  <a:pt x="1305763" y="325022"/>
                </a:lnTo>
                <a:lnTo>
                  <a:pt x="1286675" y="325136"/>
                </a:lnTo>
                <a:lnTo>
                  <a:pt x="1267577" y="325241"/>
                </a:lnTo>
                <a:lnTo>
                  <a:pt x="1248489" y="325336"/>
                </a:lnTo>
                <a:lnTo>
                  <a:pt x="1229401" y="325422"/>
                </a:lnTo>
                <a:lnTo>
                  <a:pt x="1210313" y="325507"/>
                </a:lnTo>
                <a:lnTo>
                  <a:pt x="1191225" y="325593"/>
                </a:lnTo>
                <a:lnTo>
                  <a:pt x="1172137" y="325669"/>
                </a:lnTo>
                <a:lnTo>
                  <a:pt x="1153039" y="325736"/>
                </a:lnTo>
                <a:lnTo>
                  <a:pt x="1133951" y="325812"/>
                </a:lnTo>
                <a:lnTo>
                  <a:pt x="1114863" y="325869"/>
                </a:lnTo>
                <a:lnTo>
                  <a:pt x="1095775" y="325926"/>
                </a:lnTo>
                <a:lnTo>
                  <a:pt x="1076687" y="325993"/>
                </a:lnTo>
                <a:lnTo>
                  <a:pt x="1057589" y="326041"/>
                </a:lnTo>
                <a:lnTo>
                  <a:pt x="1038501" y="326098"/>
                </a:lnTo>
                <a:lnTo>
                  <a:pt x="1019413" y="326146"/>
                </a:lnTo>
                <a:lnTo>
                  <a:pt x="1000325" y="326193"/>
                </a:lnTo>
                <a:lnTo>
                  <a:pt x="981237" y="326231"/>
                </a:lnTo>
                <a:lnTo>
                  <a:pt x="962139" y="326269"/>
                </a:lnTo>
                <a:lnTo>
                  <a:pt x="943051" y="326307"/>
                </a:lnTo>
                <a:lnTo>
                  <a:pt x="923963" y="326336"/>
                </a:lnTo>
                <a:lnTo>
                  <a:pt x="904875" y="326374"/>
                </a:lnTo>
                <a:lnTo>
                  <a:pt x="885787" y="326403"/>
                </a:lnTo>
                <a:lnTo>
                  <a:pt x="866689" y="326422"/>
                </a:lnTo>
                <a:lnTo>
                  <a:pt x="847601" y="326450"/>
                </a:lnTo>
                <a:lnTo>
                  <a:pt x="828513" y="326469"/>
                </a:lnTo>
                <a:lnTo>
                  <a:pt x="809425" y="326488"/>
                </a:lnTo>
                <a:lnTo>
                  <a:pt x="790327" y="326498"/>
                </a:lnTo>
                <a:lnTo>
                  <a:pt x="771239" y="326517"/>
                </a:lnTo>
                <a:lnTo>
                  <a:pt x="752151" y="326527"/>
                </a:lnTo>
                <a:lnTo>
                  <a:pt x="733063" y="326536"/>
                </a:lnTo>
                <a:lnTo>
                  <a:pt x="713975" y="326536"/>
                </a:lnTo>
                <a:lnTo>
                  <a:pt x="694877" y="326536"/>
                </a:lnTo>
                <a:lnTo>
                  <a:pt x="675789" y="326536"/>
                </a:lnTo>
                <a:lnTo>
                  <a:pt x="656701" y="326536"/>
                </a:lnTo>
                <a:lnTo>
                  <a:pt x="637613" y="326527"/>
                </a:lnTo>
                <a:lnTo>
                  <a:pt x="618525" y="326517"/>
                </a:lnTo>
                <a:lnTo>
                  <a:pt x="599427" y="326498"/>
                </a:lnTo>
                <a:lnTo>
                  <a:pt x="580339" y="326488"/>
                </a:lnTo>
                <a:lnTo>
                  <a:pt x="561251" y="326469"/>
                </a:lnTo>
                <a:lnTo>
                  <a:pt x="542163" y="326441"/>
                </a:lnTo>
                <a:lnTo>
                  <a:pt x="523065" y="326412"/>
                </a:lnTo>
                <a:lnTo>
                  <a:pt x="503977" y="326384"/>
                </a:lnTo>
                <a:lnTo>
                  <a:pt x="484889" y="326355"/>
                </a:lnTo>
                <a:lnTo>
                  <a:pt x="465801" y="326307"/>
                </a:lnTo>
                <a:lnTo>
                  <a:pt x="446713" y="326269"/>
                </a:lnTo>
                <a:lnTo>
                  <a:pt x="427615" y="326222"/>
                </a:lnTo>
                <a:lnTo>
                  <a:pt x="408527" y="326165"/>
                </a:lnTo>
                <a:lnTo>
                  <a:pt x="389439" y="326117"/>
                </a:lnTo>
                <a:lnTo>
                  <a:pt x="370351" y="326060"/>
                </a:lnTo>
                <a:lnTo>
                  <a:pt x="351263" y="325984"/>
                </a:lnTo>
                <a:lnTo>
                  <a:pt x="332165" y="325917"/>
                </a:lnTo>
                <a:lnTo>
                  <a:pt x="313077" y="325831"/>
                </a:lnTo>
                <a:lnTo>
                  <a:pt x="293989" y="325745"/>
                </a:lnTo>
                <a:lnTo>
                  <a:pt x="274901" y="325650"/>
                </a:lnTo>
                <a:lnTo>
                  <a:pt x="255813" y="325555"/>
                </a:lnTo>
                <a:lnTo>
                  <a:pt x="236725" y="325441"/>
                </a:lnTo>
                <a:lnTo>
                  <a:pt x="217627" y="325317"/>
                </a:lnTo>
                <a:lnTo>
                  <a:pt x="198539" y="325184"/>
                </a:lnTo>
                <a:lnTo>
                  <a:pt x="179451" y="325031"/>
                </a:lnTo>
                <a:lnTo>
                  <a:pt x="160363" y="324879"/>
                </a:lnTo>
                <a:lnTo>
                  <a:pt x="141275" y="324698"/>
                </a:lnTo>
                <a:lnTo>
                  <a:pt x="122187" y="324498"/>
                </a:lnTo>
                <a:lnTo>
                  <a:pt x="103099" y="324269"/>
                </a:lnTo>
                <a:lnTo>
                  <a:pt x="84020" y="324002"/>
                </a:lnTo>
                <a:lnTo>
                  <a:pt x="64932" y="323698"/>
                </a:lnTo>
                <a:lnTo>
                  <a:pt x="45853" y="323326"/>
                </a:lnTo>
                <a:lnTo>
                  <a:pt x="26775" y="322831"/>
                </a:lnTo>
                <a:lnTo>
                  <a:pt x="7734" y="322050"/>
                </a:lnTo>
                <a:lnTo>
                  <a:pt x="3543" y="312268"/>
                </a:lnTo>
                <a:lnTo>
                  <a:pt x="3286" y="300238"/>
                </a:lnTo>
                <a:lnTo>
                  <a:pt x="3038" y="288207"/>
                </a:lnTo>
                <a:lnTo>
                  <a:pt x="2781" y="276177"/>
                </a:lnTo>
                <a:lnTo>
                  <a:pt x="2524" y="264138"/>
                </a:lnTo>
                <a:lnTo>
                  <a:pt x="2276" y="252108"/>
                </a:lnTo>
                <a:lnTo>
                  <a:pt x="2019" y="240078"/>
                </a:lnTo>
                <a:lnTo>
                  <a:pt x="1772" y="228048"/>
                </a:lnTo>
                <a:lnTo>
                  <a:pt x="1514" y="216017"/>
                </a:lnTo>
                <a:lnTo>
                  <a:pt x="1267" y="203987"/>
                </a:lnTo>
                <a:lnTo>
                  <a:pt x="1010" y="191948"/>
                </a:lnTo>
                <a:lnTo>
                  <a:pt x="762" y="179918"/>
                </a:lnTo>
                <a:lnTo>
                  <a:pt x="505" y="167888"/>
                </a:lnTo>
                <a:lnTo>
                  <a:pt x="257" y="155858"/>
                </a:lnTo>
                <a:lnTo>
                  <a:pt x="0" y="143828"/>
                </a:lnTo>
                <a:lnTo>
                  <a:pt x="7001" y="135950"/>
                </a:lnTo>
                <a:lnTo>
                  <a:pt x="26041" y="135084"/>
                </a:lnTo>
                <a:lnTo>
                  <a:pt x="45101" y="134341"/>
                </a:lnTo>
                <a:lnTo>
                  <a:pt x="64160" y="133731"/>
                </a:lnTo>
                <a:lnTo>
                  <a:pt x="83239" y="133226"/>
                </a:lnTo>
                <a:lnTo>
                  <a:pt x="102318" y="132826"/>
                </a:lnTo>
                <a:lnTo>
                  <a:pt x="121396" y="132512"/>
                </a:lnTo>
                <a:lnTo>
                  <a:pt x="140484" y="132283"/>
                </a:lnTo>
                <a:lnTo>
                  <a:pt x="159572" y="132131"/>
                </a:lnTo>
                <a:lnTo>
                  <a:pt x="178660" y="132045"/>
                </a:lnTo>
                <a:lnTo>
                  <a:pt x="197758" y="132017"/>
                </a:lnTo>
                <a:lnTo>
                  <a:pt x="216846" y="132055"/>
                </a:lnTo>
                <a:lnTo>
                  <a:pt x="235934" y="132140"/>
                </a:lnTo>
                <a:lnTo>
                  <a:pt x="255022" y="132274"/>
                </a:lnTo>
                <a:lnTo>
                  <a:pt x="274110" y="132455"/>
                </a:lnTo>
                <a:lnTo>
                  <a:pt x="293199" y="132683"/>
                </a:lnTo>
                <a:lnTo>
                  <a:pt x="312287" y="132940"/>
                </a:lnTo>
                <a:lnTo>
                  <a:pt x="331365" y="133236"/>
                </a:lnTo>
                <a:lnTo>
                  <a:pt x="350453" y="133569"/>
                </a:lnTo>
                <a:lnTo>
                  <a:pt x="369532" y="133931"/>
                </a:lnTo>
                <a:lnTo>
                  <a:pt x="388610" y="134322"/>
                </a:lnTo>
                <a:lnTo>
                  <a:pt x="407689" y="134731"/>
                </a:lnTo>
                <a:lnTo>
                  <a:pt x="426768" y="135169"/>
                </a:lnTo>
                <a:lnTo>
                  <a:pt x="445846" y="135636"/>
                </a:lnTo>
                <a:lnTo>
                  <a:pt x="464925" y="136112"/>
                </a:lnTo>
                <a:lnTo>
                  <a:pt x="483994" y="136617"/>
                </a:lnTo>
                <a:lnTo>
                  <a:pt x="503063" y="137141"/>
                </a:lnTo>
                <a:lnTo>
                  <a:pt x="522141" y="137674"/>
                </a:lnTo>
                <a:lnTo>
                  <a:pt x="541211" y="138227"/>
                </a:lnTo>
                <a:lnTo>
                  <a:pt x="560280" y="138789"/>
                </a:lnTo>
                <a:lnTo>
                  <a:pt x="579349" y="139360"/>
                </a:lnTo>
                <a:lnTo>
                  <a:pt x="598418" y="139951"/>
                </a:lnTo>
                <a:lnTo>
                  <a:pt x="617477" y="140541"/>
                </a:lnTo>
                <a:lnTo>
                  <a:pt x="636546" y="141141"/>
                </a:lnTo>
                <a:lnTo>
                  <a:pt x="655615" y="141751"/>
                </a:lnTo>
                <a:lnTo>
                  <a:pt x="674675" y="142370"/>
                </a:lnTo>
                <a:lnTo>
                  <a:pt x="693744" y="142989"/>
                </a:lnTo>
                <a:lnTo>
                  <a:pt x="712803" y="143608"/>
                </a:lnTo>
                <a:lnTo>
                  <a:pt x="731872" y="144237"/>
                </a:lnTo>
                <a:lnTo>
                  <a:pt x="750932" y="144856"/>
                </a:lnTo>
                <a:lnTo>
                  <a:pt x="770001" y="145485"/>
                </a:lnTo>
                <a:lnTo>
                  <a:pt x="789070" y="146104"/>
                </a:lnTo>
                <a:lnTo>
                  <a:pt x="808130" y="146723"/>
                </a:lnTo>
                <a:lnTo>
                  <a:pt x="827199" y="147342"/>
                </a:lnTo>
                <a:lnTo>
                  <a:pt x="846258" y="147952"/>
                </a:lnTo>
                <a:lnTo>
                  <a:pt x="865327" y="148561"/>
                </a:lnTo>
                <a:lnTo>
                  <a:pt x="884396" y="149162"/>
                </a:lnTo>
                <a:lnTo>
                  <a:pt x="903456" y="149752"/>
                </a:lnTo>
                <a:lnTo>
                  <a:pt x="922525" y="150333"/>
                </a:lnTo>
                <a:lnTo>
                  <a:pt x="941594" y="150905"/>
                </a:lnTo>
                <a:lnTo>
                  <a:pt x="960663" y="151467"/>
                </a:lnTo>
                <a:lnTo>
                  <a:pt x="979742" y="152009"/>
                </a:lnTo>
                <a:lnTo>
                  <a:pt x="998811" y="152533"/>
                </a:lnTo>
                <a:lnTo>
                  <a:pt x="1017880" y="153048"/>
                </a:lnTo>
                <a:lnTo>
                  <a:pt x="1036958" y="153543"/>
                </a:lnTo>
                <a:lnTo>
                  <a:pt x="1056037" y="154010"/>
                </a:lnTo>
                <a:lnTo>
                  <a:pt x="1075106" y="154467"/>
                </a:lnTo>
                <a:lnTo>
                  <a:pt x="1094184" y="154896"/>
                </a:lnTo>
                <a:lnTo>
                  <a:pt x="1113263" y="155296"/>
                </a:lnTo>
                <a:lnTo>
                  <a:pt x="1132351" y="155667"/>
                </a:lnTo>
                <a:lnTo>
                  <a:pt x="1151430" y="156010"/>
                </a:lnTo>
                <a:lnTo>
                  <a:pt x="1170518" y="156324"/>
                </a:lnTo>
                <a:lnTo>
                  <a:pt x="1189596" y="156601"/>
                </a:lnTo>
                <a:lnTo>
                  <a:pt x="1208684" y="156829"/>
                </a:lnTo>
                <a:lnTo>
                  <a:pt x="1227773" y="157029"/>
                </a:lnTo>
                <a:lnTo>
                  <a:pt x="1246861" y="157172"/>
                </a:lnTo>
                <a:lnTo>
                  <a:pt x="1265949" y="157277"/>
                </a:lnTo>
                <a:lnTo>
                  <a:pt x="1285046" y="157324"/>
                </a:lnTo>
                <a:lnTo>
                  <a:pt x="1304134" y="157315"/>
                </a:lnTo>
                <a:lnTo>
                  <a:pt x="1323223" y="157239"/>
                </a:lnTo>
                <a:lnTo>
                  <a:pt x="1342311" y="157086"/>
                </a:lnTo>
                <a:lnTo>
                  <a:pt x="1361399" y="156867"/>
                </a:lnTo>
                <a:lnTo>
                  <a:pt x="1380477" y="156562"/>
                </a:lnTo>
                <a:lnTo>
                  <a:pt x="1399565" y="156162"/>
                </a:lnTo>
                <a:lnTo>
                  <a:pt x="1418634" y="155658"/>
                </a:lnTo>
                <a:lnTo>
                  <a:pt x="1437704" y="155038"/>
                </a:lnTo>
                <a:lnTo>
                  <a:pt x="1456754" y="154295"/>
                </a:lnTo>
                <a:lnTo>
                  <a:pt x="1475794" y="153400"/>
                </a:lnTo>
                <a:lnTo>
                  <a:pt x="1494806" y="152333"/>
                </a:lnTo>
                <a:lnTo>
                  <a:pt x="1513789" y="151076"/>
                </a:lnTo>
                <a:lnTo>
                  <a:pt x="1532734" y="149600"/>
                </a:lnTo>
                <a:lnTo>
                  <a:pt x="1551623" y="147847"/>
                </a:lnTo>
                <a:lnTo>
                  <a:pt x="1570425" y="145780"/>
                </a:lnTo>
                <a:lnTo>
                  <a:pt x="1589113" y="143323"/>
                </a:lnTo>
                <a:lnTo>
                  <a:pt x="1607620" y="140370"/>
                </a:lnTo>
                <a:lnTo>
                  <a:pt x="1625832" y="136779"/>
                </a:lnTo>
                <a:lnTo>
                  <a:pt x="1643567" y="132331"/>
                </a:lnTo>
                <a:lnTo>
                  <a:pt x="1660408" y="126683"/>
                </a:lnTo>
                <a:lnTo>
                  <a:pt x="1675457" y="119320"/>
                </a:lnTo>
                <a:lnTo>
                  <a:pt x="1686697" y="109671"/>
                </a:lnTo>
                <a:lnTo>
                  <a:pt x="1691230" y="98069"/>
                </a:lnTo>
                <a:lnTo>
                  <a:pt x="1704023" y="92040"/>
                </a:lnTo>
                <a:lnTo>
                  <a:pt x="1721987" y="87973"/>
                </a:lnTo>
                <a:lnTo>
                  <a:pt x="1739713" y="83506"/>
                </a:lnTo>
                <a:lnTo>
                  <a:pt x="1757201" y="78686"/>
                </a:lnTo>
                <a:lnTo>
                  <a:pt x="1774469" y="73552"/>
                </a:lnTo>
                <a:lnTo>
                  <a:pt x="1791510" y="68132"/>
                </a:lnTo>
                <a:lnTo>
                  <a:pt x="1808321" y="62436"/>
                </a:lnTo>
                <a:lnTo>
                  <a:pt x="1824904" y="56464"/>
                </a:lnTo>
                <a:lnTo>
                  <a:pt x="1841240" y="50244"/>
                </a:lnTo>
                <a:lnTo>
                  <a:pt x="1857327" y="43767"/>
                </a:lnTo>
                <a:lnTo>
                  <a:pt x="1873167" y="37052"/>
                </a:lnTo>
                <a:lnTo>
                  <a:pt x="1888741" y="30089"/>
                </a:lnTo>
                <a:lnTo>
                  <a:pt x="1904048" y="22908"/>
                </a:lnTo>
                <a:lnTo>
                  <a:pt x="1919087" y="15488"/>
                </a:lnTo>
                <a:lnTo>
                  <a:pt x="1933832" y="7849"/>
                </a:lnTo>
                <a:lnTo>
                  <a:pt x="1948301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2C807671-7DCE-4C0D-8C44-E63C7E8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3587801"/>
            <a:ext cx="1948463" cy="1228125"/>
          </a:xfrm>
          <a:custGeom xmlns:a="http://schemas.openxmlformats.org/drawingml/2006/main">
            <a:pathLst>
              <a:path w="1948463" h="1228125">
                <a:moveTo>
                  <a:pt x="0" y="1228125"/>
                </a:moveTo>
                <a:lnTo>
                  <a:pt x="31280" y="1228125"/>
                </a:lnTo>
                <a:lnTo>
                  <a:pt x="62570" y="1228125"/>
                </a:lnTo>
                <a:lnTo>
                  <a:pt x="93850" y="1228125"/>
                </a:lnTo>
                <a:lnTo>
                  <a:pt x="125139" y="1228125"/>
                </a:lnTo>
                <a:lnTo>
                  <a:pt x="156420" y="1228125"/>
                </a:lnTo>
                <a:lnTo>
                  <a:pt x="187709" y="1228125"/>
                </a:lnTo>
                <a:lnTo>
                  <a:pt x="218989" y="1228125"/>
                </a:lnTo>
                <a:lnTo>
                  <a:pt x="250279" y="1228125"/>
                </a:lnTo>
                <a:lnTo>
                  <a:pt x="281559" y="1228125"/>
                </a:lnTo>
                <a:lnTo>
                  <a:pt x="312849" y="1228125"/>
                </a:lnTo>
                <a:lnTo>
                  <a:pt x="344129" y="1228125"/>
                </a:lnTo>
                <a:lnTo>
                  <a:pt x="375418" y="1228125"/>
                </a:lnTo>
                <a:lnTo>
                  <a:pt x="406698" y="1228125"/>
                </a:lnTo>
                <a:lnTo>
                  <a:pt x="437988" y="1228125"/>
                </a:lnTo>
                <a:lnTo>
                  <a:pt x="469268" y="1228125"/>
                </a:lnTo>
                <a:lnTo>
                  <a:pt x="500558" y="1228125"/>
                </a:lnTo>
                <a:lnTo>
                  <a:pt x="531838" y="1228125"/>
                </a:lnTo>
                <a:lnTo>
                  <a:pt x="563118" y="1228125"/>
                </a:lnTo>
                <a:lnTo>
                  <a:pt x="594408" y="1228125"/>
                </a:lnTo>
                <a:lnTo>
                  <a:pt x="625688" y="1228125"/>
                </a:lnTo>
                <a:lnTo>
                  <a:pt x="656977" y="1228125"/>
                </a:lnTo>
                <a:lnTo>
                  <a:pt x="688257" y="1228125"/>
                </a:lnTo>
                <a:lnTo>
                  <a:pt x="719547" y="1228125"/>
                </a:lnTo>
                <a:lnTo>
                  <a:pt x="750827" y="1228125"/>
                </a:lnTo>
                <a:lnTo>
                  <a:pt x="782117" y="1228125"/>
                </a:lnTo>
                <a:lnTo>
                  <a:pt x="813397" y="1228125"/>
                </a:lnTo>
                <a:lnTo>
                  <a:pt x="844687" y="1228125"/>
                </a:lnTo>
                <a:lnTo>
                  <a:pt x="875967" y="1228125"/>
                </a:lnTo>
                <a:lnTo>
                  <a:pt x="907256" y="1228125"/>
                </a:lnTo>
                <a:lnTo>
                  <a:pt x="938536" y="1228125"/>
                </a:lnTo>
                <a:lnTo>
                  <a:pt x="969826" y="1228125"/>
                </a:lnTo>
                <a:lnTo>
                  <a:pt x="1001106" y="1228125"/>
                </a:lnTo>
                <a:lnTo>
                  <a:pt x="1032396" y="1228125"/>
                </a:lnTo>
                <a:lnTo>
                  <a:pt x="1063676" y="1228125"/>
                </a:lnTo>
                <a:lnTo>
                  <a:pt x="1094965" y="1228125"/>
                </a:lnTo>
                <a:lnTo>
                  <a:pt x="1126246" y="1228125"/>
                </a:lnTo>
                <a:lnTo>
                  <a:pt x="1157526" y="1228125"/>
                </a:lnTo>
                <a:lnTo>
                  <a:pt x="1188815" y="1228125"/>
                </a:lnTo>
                <a:lnTo>
                  <a:pt x="1220095" y="1228125"/>
                </a:lnTo>
                <a:lnTo>
                  <a:pt x="1251385" y="1228125"/>
                </a:lnTo>
                <a:lnTo>
                  <a:pt x="1282665" y="1228125"/>
                </a:lnTo>
                <a:lnTo>
                  <a:pt x="1313640" y="1225906"/>
                </a:lnTo>
                <a:lnTo>
                  <a:pt x="1344444" y="1222467"/>
                </a:lnTo>
                <a:lnTo>
                  <a:pt x="1375248" y="1219019"/>
                </a:lnTo>
                <a:lnTo>
                  <a:pt x="1406052" y="1215571"/>
                </a:lnTo>
                <a:lnTo>
                  <a:pt x="1436856" y="1212132"/>
                </a:lnTo>
                <a:lnTo>
                  <a:pt x="1467660" y="1208684"/>
                </a:lnTo>
                <a:lnTo>
                  <a:pt x="1498463" y="1205236"/>
                </a:lnTo>
                <a:lnTo>
                  <a:pt x="1529267" y="1201798"/>
                </a:lnTo>
                <a:lnTo>
                  <a:pt x="1552785" y="1189730"/>
                </a:lnTo>
                <a:lnTo>
                  <a:pt x="1574492" y="1175528"/>
                </a:lnTo>
                <a:lnTo>
                  <a:pt x="1596200" y="1161336"/>
                </a:lnTo>
                <a:lnTo>
                  <a:pt x="1617907" y="1147134"/>
                </a:lnTo>
                <a:lnTo>
                  <a:pt x="1639614" y="1132932"/>
                </a:lnTo>
                <a:lnTo>
                  <a:pt x="1661322" y="1118740"/>
                </a:lnTo>
                <a:lnTo>
                  <a:pt x="1683029" y="1104538"/>
                </a:lnTo>
                <a:lnTo>
                  <a:pt x="1704737" y="1090336"/>
                </a:lnTo>
                <a:lnTo>
                  <a:pt x="1726444" y="1076135"/>
                </a:lnTo>
                <a:lnTo>
                  <a:pt x="1748152" y="1061942"/>
                </a:lnTo>
                <a:lnTo>
                  <a:pt x="1769859" y="1047740"/>
                </a:lnTo>
                <a:lnTo>
                  <a:pt x="1791576" y="1033539"/>
                </a:lnTo>
                <a:lnTo>
                  <a:pt x="1813284" y="1019337"/>
                </a:lnTo>
                <a:lnTo>
                  <a:pt x="1834991" y="1005145"/>
                </a:lnTo>
                <a:lnTo>
                  <a:pt x="1856699" y="990943"/>
                </a:lnTo>
                <a:lnTo>
                  <a:pt x="1878406" y="976741"/>
                </a:lnTo>
                <a:lnTo>
                  <a:pt x="1900114" y="962549"/>
                </a:lnTo>
                <a:lnTo>
                  <a:pt x="1921821" y="948347"/>
                </a:lnTo>
                <a:lnTo>
                  <a:pt x="1943529" y="934145"/>
                </a:lnTo>
                <a:lnTo>
                  <a:pt x="1948463" y="915676"/>
                </a:lnTo>
                <a:lnTo>
                  <a:pt x="1948463" y="895960"/>
                </a:lnTo>
                <a:lnTo>
                  <a:pt x="1948463" y="876243"/>
                </a:lnTo>
                <a:lnTo>
                  <a:pt x="1948463" y="856526"/>
                </a:lnTo>
                <a:lnTo>
                  <a:pt x="1948463" y="836809"/>
                </a:lnTo>
                <a:lnTo>
                  <a:pt x="1948463" y="817083"/>
                </a:lnTo>
                <a:lnTo>
                  <a:pt x="1948463" y="797366"/>
                </a:lnTo>
                <a:lnTo>
                  <a:pt x="1948463" y="777650"/>
                </a:lnTo>
                <a:lnTo>
                  <a:pt x="1948463" y="757933"/>
                </a:lnTo>
                <a:lnTo>
                  <a:pt x="1948463" y="738207"/>
                </a:lnTo>
                <a:lnTo>
                  <a:pt x="1948463" y="718490"/>
                </a:lnTo>
                <a:lnTo>
                  <a:pt x="1948463" y="698773"/>
                </a:lnTo>
                <a:lnTo>
                  <a:pt x="1948463" y="679056"/>
                </a:lnTo>
                <a:lnTo>
                  <a:pt x="1948463" y="659330"/>
                </a:lnTo>
                <a:lnTo>
                  <a:pt x="1948463" y="639613"/>
                </a:lnTo>
                <a:lnTo>
                  <a:pt x="1948463" y="619897"/>
                </a:lnTo>
                <a:lnTo>
                  <a:pt x="1948463" y="600180"/>
                </a:lnTo>
                <a:lnTo>
                  <a:pt x="1948463" y="580463"/>
                </a:lnTo>
                <a:lnTo>
                  <a:pt x="1948463" y="560737"/>
                </a:lnTo>
                <a:lnTo>
                  <a:pt x="1948463" y="541020"/>
                </a:lnTo>
                <a:lnTo>
                  <a:pt x="1948463" y="521303"/>
                </a:lnTo>
                <a:lnTo>
                  <a:pt x="1948463" y="501586"/>
                </a:lnTo>
                <a:lnTo>
                  <a:pt x="1948463" y="481860"/>
                </a:lnTo>
                <a:lnTo>
                  <a:pt x="1948463" y="462143"/>
                </a:lnTo>
                <a:lnTo>
                  <a:pt x="1948463" y="442427"/>
                </a:lnTo>
                <a:lnTo>
                  <a:pt x="1948463" y="422710"/>
                </a:lnTo>
                <a:lnTo>
                  <a:pt x="1948463" y="402984"/>
                </a:lnTo>
                <a:lnTo>
                  <a:pt x="1948463" y="383267"/>
                </a:lnTo>
                <a:lnTo>
                  <a:pt x="1948463" y="363550"/>
                </a:lnTo>
                <a:lnTo>
                  <a:pt x="1948463" y="343833"/>
                </a:lnTo>
                <a:lnTo>
                  <a:pt x="1948463" y="324117"/>
                </a:lnTo>
                <a:lnTo>
                  <a:pt x="1948463" y="304390"/>
                </a:lnTo>
                <a:lnTo>
                  <a:pt x="1948463" y="284674"/>
                </a:lnTo>
                <a:lnTo>
                  <a:pt x="1948463" y="264957"/>
                </a:lnTo>
                <a:lnTo>
                  <a:pt x="1948463" y="245240"/>
                </a:lnTo>
                <a:lnTo>
                  <a:pt x="1948463" y="225514"/>
                </a:lnTo>
                <a:lnTo>
                  <a:pt x="1948463" y="205797"/>
                </a:lnTo>
                <a:lnTo>
                  <a:pt x="1948463" y="186080"/>
                </a:lnTo>
                <a:lnTo>
                  <a:pt x="1948463" y="166364"/>
                </a:lnTo>
                <a:lnTo>
                  <a:pt x="1948463" y="146637"/>
                </a:lnTo>
                <a:lnTo>
                  <a:pt x="1948463" y="126921"/>
                </a:lnTo>
                <a:lnTo>
                  <a:pt x="1948463" y="107204"/>
                </a:lnTo>
                <a:lnTo>
                  <a:pt x="1948463" y="87487"/>
                </a:lnTo>
                <a:lnTo>
                  <a:pt x="1948463" y="67770"/>
                </a:lnTo>
                <a:lnTo>
                  <a:pt x="1948463" y="48044"/>
                </a:lnTo>
                <a:lnTo>
                  <a:pt x="1948463" y="28327"/>
                </a:lnTo>
                <a:lnTo>
                  <a:pt x="1948463" y="8611"/>
                </a:lnTo>
                <a:lnTo>
                  <a:pt x="1930832" y="0"/>
                </a:lnTo>
                <a:lnTo>
                  <a:pt x="1899552" y="0"/>
                </a:lnTo>
                <a:lnTo>
                  <a:pt x="1868262" y="0"/>
                </a:lnTo>
                <a:lnTo>
                  <a:pt x="1836982" y="0"/>
                </a:lnTo>
                <a:lnTo>
                  <a:pt x="1805692" y="0"/>
                </a:lnTo>
                <a:lnTo>
                  <a:pt x="1774412" y="0"/>
                </a:lnTo>
                <a:lnTo>
                  <a:pt x="1743123" y="0"/>
                </a:lnTo>
                <a:lnTo>
                  <a:pt x="1711843" y="0"/>
                </a:lnTo>
                <a:lnTo>
                  <a:pt x="1680553" y="0"/>
                </a:lnTo>
                <a:lnTo>
                  <a:pt x="1649273" y="0"/>
                </a:lnTo>
                <a:lnTo>
                  <a:pt x="1617983" y="0"/>
                </a:lnTo>
                <a:lnTo>
                  <a:pt x="1586703" y="0"/>
                </a:lnTo>
                <a:lnTo>
                  <a:pt x="1555413" y="0"/>
                </a:lnTo>
                <a:lnTo>
                  <a:pt x="1524133" y="0"/>
                </a:lnTo>
                <a:lnTo>
                  <a:pt x="1492844" y="0"/>
                </a:lnTo>
                <a:lnTo>
                  <a:pt x="1461564" y="0"/>
                </a:lnTo>
                <a:lnTo>
                  <a:pt x="1430274" y="0"/>
                </a:lnTo>
                <a:lnTo>
                  <a:pt x="1398994" y="0"/>
                </a:lnTo>
                <a:lnTo>
                  <a:pt x="1367704" y="0"/>
                </a:lnTo>
                <a:lnTo>
                  <a:pt x="1336424" y="0"/>
                </a:lnTo>
                <a:lnTo>
                  <a:pt x="1305144" y="0"/>
                </a:lnTo>
                <a:lnTo>
                  <a:pt x="1273854" y="0"/>
                </a:lnTo>
                <a:lnTo>
                  <a:pt x="1242574" y="0"/>
                </a:lnTo>
                <a:lnTo>
                  <a:pt x="1211285" y="0"/>
                </a:lnTo>
                <a:lnTo>
                  <a:pt x="1180005" y="0"/>
                </a:lnTo>
                <a:lnTo>
                  <a:pt x="1148715" y="0"/>
                </a:lnTo>
                <a:lnTo>
                  <a:pt x="1117435" y="0"/>
                </a:lnTo>
                <a:lnTo>
                  <a:pt x="1086145" y="0"/>
                </a:lnTo>
                <a:lnTo>
                  <a:pt x="1054865" y="0"/>
                </a:lnTo>
                <a:lnTo>
                  <a:pt x="1023576" y="0"/>
                </a:lnTo>
                <a:lnTo>
                  <a:pt x="992295" y="0"/>
                </a:lnTo>
                <a:lnTo>
                  <a:pt x="961006" y="0"/>
                </a:lnTo>
                <a:lnTo>
                  <a:pt x="929726" y="0"/>
                </a:lnTo>
                <a:lnTo>
                  <a:pt x="898436" y="0"/>
                </a:lnTo>
                <a:lnTo>
                  <a:pt x="867156" y="0"/>
                </a:lnTo>
                <a:lnTo>
                  <a:pt x="835866" y="0"/>
                </a:lnTo>
                <a:lnTo>
                  <a:pt x="804586" y="0"/>
                </a:lnTo>
                <a:lnTo>
                  <a:pt x="773306" y="0"/>
                </a:lnTo>
                <a:lnTo>
                  <a:pt x="742017" y="0"/>
                </a:lnTo>
                <a:lnTo>
                  <a:pt x="710736" y="0"/>
                </a:lnTo>
                <a:lnTo>
                  <a:pt x="679447" y="0"/>
                </a:lnTo>
                <a:lnTo>
                  <a:pt x="648167" y="0"/>
                </a:lnTo>
                <a:lnTo>
                  <a:pt x="616877" y="0"/>
                </a:lnTo>
                <a:lnTo>
                  <a:pt x="585597" y="0"/>
                </a:lnTo>
                <a:lnTo>
                  <a:pt x="554307" y="0"/>
                </a:lnTo>
                <a:lnTo>
                  <a:pt x="523027" y="0"/>
                </a:lnTo>
                <a:lnTo>
                  <a:pt x="491738" y="0"/>
                </a:lnTo>
                <a:lnTo>
                  <a:pt x="460458" y="0"/>
                </a:lnTo>
                <a:lnTo>
                  <a:pt x="429168" y="0"/>
                </a:lnTo>
                <a:lnTo>
                  <a:pt x="397888" y="0"/>
                </a:lnTo>
                <a:lnTo>
                  <a:pt x="366598" y="0"/>
                </a:lnTo>
                <a:lnTo>
                  <a:pt x="335318" y="0"/>
                </a:lnTo>
                <a:lnTo>
                  <a:pt x="304028" y="0"/>
                </a:lnTo>
                <a:lnTo>
                  <a:pt x="272748" y="0"/>
                </a:lnTo>
                <a:lnTo>
                  <a:pt x="241468" y="0"/>
                </a:lnTo>
                <a:lnTo>
                  <a:pt x="210179" y="0"/>
                </a:lnTo>
                <a:lnTo>
                  <a:pt x="178899" y="0"/>
                </a:lnTo>
                <a:lnTo>
                  <a:pt x="147609" y="0"/>
                </a:lnTo>
                <a:lnTo>
                  <a:pt x="116329" y="0"/>
                </a:lnTo>
                <a:lnTo>
                  <a:pt x="85039" y="0"/>
                </a:lnTo>
                <a:lnTo>
                  <a:pt x="53759" y="0"/>
                </a:lnTo>
                <a:lnTo>
                  <a:pt x="22469" y="0"/>
                </a:lnTo>
                <a:lnTo>
                  <a:pt x="0" y="5553"/>
                </a:lnTo>
                <a:lnTo>
                  <a:pt x="0" y="25270"/>
                </a:lnTo>
                <a:lnTo>
                  <a:pt x="0" y="44996"/>
                </a:lnTo>
                <a:lnTo>
                  <a:pt x="0" y="64713"/>
                </a:lnTo>
                <a:lnTo>
                  <a:pt x="0" y="84430"/>
                </a:lnTo>
                <a:lnTo>
                  <a:pt x="0" y="104146"/>
                </a:lnTo>
                <a:lnTo>
                  <a:pt x="0" y="123873"/>
                </a:lnTo>
                <a:lnTo>
                  <a:pt x="0" y="143589"/>
                </a:lnTo>
                <a:lnTo>
                  <a:pt x="0" y="163306"/>
                </a:lnTo>
                <a:lnTo>
                  <a:pt x="0" y="183023"/>
                </a:lnTo>
                <a:lnTo>
                  <a:pt x="0" y="202749"/>
                </a:lnTo>
                <a:lnTo>
                  <a:pt x="0" y="222466"/>
                </a:lnTo>
                <a:lnTo>
                  <a:pt x="0" y="242183"/>
                </a:lnTo>
                <a:lnTo>
                  <a:pt x="0" y="261899"/>
                </a:lnTo>
                <a:lnTo>
                  <a:pt x="0" y="281616"/>
                </a:lnTo>
                <a:lnTo>
                  <a:pt x="0" y="301342"/>
                </a:lnTo>
                <a:lnTo>
                  <a:pt x="0" y="321059"/>
                </a:lnTo>
                <a:lnTo>
                  <a:pt x="0" y="340776"/>
                </a:lnTo>
                <a:lnTo>
                  <a:pt x="0" y="360493"/>
                </a:lnTo>
                <a:lnTo>
                  <a:pt x="0" y="380219"/>
                </a:lnTo>
                <a:lnTo>
                  <a:pt x="0" y="399936"/>
                </a:lnTo>
                <a:lnTo>
                  <a:pt x="0" y="419652"/>
                </a:lnTo>
                <a:lnTo>
                  <a:pt x="0" y="439369"/>
                </a:lnTo>
                <a:lnTo>
                  <a:pt x="0" y="459095"/>
                </a:lnTo>
                <a:lnTo>
                  <a:pt x="0" y="478812"/>
                </a:lnTo>
                <a:lnTo>
                  <a:pt x="0" y="498529"/>
                </a:lnTo>
                <a:lnTo>
                  <a:pt x="0" y="518246"/>
                </a:lnTo>
                <a:lnTo>
                  <a:pt x="0" y="537962"/>
                </a:lnTo>
                <a:lnTo>
                  <a:pt x="0" y="557689"/>
                </a:lnTo>
                <a:lnTo>
                  <a:pt x="0" y="577406"/>
                </a:lnTo>
                <a:lnTo>
                  <a:pt x="0" y="597122"/>
                </a:lnTo>
                <a:lnTo>
                  <a:pt x="0" y="616839"/>
                </a:lnTo>
                <a:lnTo>
                  <a:pt x="0" y="636565"/>
                </a:lnTo>
                <a:lnTo>
                  <a:pt x="0" y="656282"/>
                </a:lnTo>
                <a:lnTo>
                  <a:pt x="0" y="675999"/>
                </a:lnTo>
                <a:lnTo>
                  <a:pt x="0" y="695716"/>
                </a:lnTo>
                <a:lnTo>
                  <a:pt x="0" y="715442"/>
                </a:lnTo>
                <a:lnTo>
                  <a:pt x="0" y="735159"/>
                </a:lnTo>
                <a:lnTo>
                  <a:pt x="0" y="754875"/>
                </a:lnTo>
                <a:lnTo>
                  <a:pt x="0" y="774592"/>
                </a:lnTo>
                <a:lnTo>
                  <a:pt x="0" y="794309"/>
                </a:lnTo>
                <a:lnTo>
                  <a:pt x="0" y="814035"/>
                </a:lnTo>
                <a:lnTo>
                  <a:pt x="0" y="833752"/>
                </a:lnTo>
                <a:lnTo>
                  <a:pt x="0" y="853469"/>
                </a:lnTo>
                <a:lnTo>
                  <a:pt x="0" y="873185"/>
                </a:lnTo>
                <a:lnTo>
                  <a:pt x="0" y="892912"/>
                </a:lnTo>
                <a:lnTo>
                  <a:pt x="0" y="912628"/>
                </a:lnTo>
                <a:lnTo>
                  <a:pt x="0" y="932345"/>
                </a:lnTo>
                <a:lnTo>
                  <a:pt x="0" y="952062"/>
                </a:lnTo>
                <a:lnTo>
                  <a:pt x="0" y="971788"/>
                </a:lnTo>
                <a:lnTo>
                  <a:pt x="0" y="991505"/>
                </a:lnTo>
                <a:lnTo>
                  <a:pt x="0" y="1011222"/>
                </a:lnTo>
                <a:lnTo>
                  <a:pt x="0" y="1030938"/>
                </a:lnTo>
                <a:lnTo>
                  <a:pt x="0" y="1050655"/>
                </a:lnTo>
                <a:lnTo>
                  <a:pt x="0" y="1070381"/>
                </a:lnTo>
                <a:lnTo>
                  <a:pt x="0" y="1090098"/>
                </a:lnTo>
                <a:lnTo>
                  <a:pt x="0" y="1109815"/>
                </a:lnTo>
                <a:lnTo>
                  <a:pt x="0" y="1129532"/>
                </a:lnTo>
                <a:lnTo>
                  <a:pt x="0" y="1149258"/>
                </a:lnTo>
                <a:lnTo>
                  <a:pt x="0" y="1168975"/>
                </a:lnTo>
                <a:lnTo>
                  <a:pt x="0" y="1188691"/>
                </a:lnTo>
                <a:lnTo>
                  <a:pt x="0" y="1208408"/>
                </a:lnTo>
                <a:lnTo>
                  <a:pt x="0" y="1228125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D20514F6-153C-4033-B638-72CBCB0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3587801"/>
            <a:ext cx="1948463" cy="211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10990576-EF97-4FEF-9589-C1BA571D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124" y="4518727"/>
            <a:ext cx="717871" cy="297437"/>
          </a:xfrm>
          <a:custGeom xmlns:a="http://schemas.openxmlformats.org/drawingml/2006/main">
            <a:pathLst>
              <a:path w="717871" h="297437">
                <a:moveTo>
                  <a:pt x="717871" y="0"/>
                </a:moveTo>
                <a:lnTo>
                  <a:pt x="717013" y="4934"/>
                </a:lnTo>
                <a:lnTo>
                  <a:pt x="715899" y="9849"/>
                </a:lnTo>
                <a:lnTo>
                  <a:pt x="714585" y="14735"/>
                </a:lnTo>
                <a:lnTo>
                  <a:pt x="713108" y="19612"/>
                </a:lnTo>
                <a:lnTo>
                  <a:pt x="711489" y="24470"/>
                </a:lnTo>
                <a:lnTo>
                  <a:pt x="709727" y="29308"/>
                </a:lnTo>
                <a:lnTo>
                  <a:pt x="707822" y="34128"/>
                </a:lnTo>
                <a:lnTo>
                  <a:pt x="705793" y="38919"/>
                </a:lnTo>
                <a:lnTo>
                  <a:pt x="703640" y="43691"/>
                </a:lnTo>
                <a:lnTo>
                  <a:pt x="701364" y="48444"/>
                </a:lnTo>
                <a:lnTo>
                  <a:pt x="698973" y="53178"/>
                </a:lnTo>
                <a:lnTo>
                  <a:pt x="696458" y="57874"/>
                </a:lnTo>
                <a:lnTo>
                  <a:pt x="693830" y="62560"/>
                </a:lnTo>
                <a:lnTo>
                  <a:pt x="691086" y="67208"/>
                </a:lnTo>
                <a:lnTo>
                  <a:pt x="688229" y="71828"/>
                </a:lnTo>
                <a:lnTo>
                  <a:pt x="685257" y="76429"/>
                </a:lnTo>
                <a:lnTo>
                  <a:pt x="682171" y="81001"/>
                </a:lnTo>
                <a:lnTo>
                  <a:pt x="678980" y="85535"/>
                </a:lnTo>
                <a:lnTo>
                  <a:pt x="675675" y="90040"/>
                </a:lnTo>
                <a:lnTo>
                  <a:pt x="672265" y="94507"/>
                </a:lnTo>
                <a:lnTo>
                  <a:pt x="668750" y="98955"/>
                </a:lnTo>
                <a:lnTo>
                  <a:pt x="665121" y="103356"/>
                </a:lnTo>
                <a:lnTo>
                  <a:pt x="661387" y="107728"/>
                </a:lnTo>
                <a:lnTo>
                  <a:pt x="657549" y="112062"/>
                </a:lnTo>
                <a:lnTo>
                  <a:pt x="653606" y="116357"/>
                </a:lnTo>
                <a:lnTo>
                  <a:pt x="649557" y="120615"/>
                </a:lnTo>
                <a:lnTo>
                  <a:pt x="645404" y="124825"/>
                </a:lnTo>
                <a:lnTo>
                  <a:pt x="641147" y="129007"/>
                </a:lnTo>
                <a:lnTo>
                  <a:pt x="636794" y="133140"/>
                </a:lnTo>
                <a:lnTo>
                  <a:pt x="632336" y="137236"/>
                </a:lnTo>
                <a:lnTo>
                  <a:pt x="627774" y="141284"/>
                </a:lnTo>
                <a:lnTo>
                  <a:pt x="623126" y="145285"/>
                </a:lnTo>
                <a:lnTo>
                  <a:pt x="618373" y="149238"/>
                </a:lnTo>
                <a:lnTo>
                  <a:pt x="613524" y="153152"/>
                </a:lnTo>
                <a:lnTo>
                  <a:pt x="608571" y="157010"/>
                </a:lnTo>
                <a:lnTo>
                  <a:pt x="603533" y="160830"/>
                </a:lnTo>
                <a:lnTo>
                  <a:pt x="598408" y="164592"/>
                </a:lnTo>
                <a:lnTo>
                  <a:pt x="593188" y="168307"/>
                </a:lnTo>
                <a:lnTo>
                  <a:pt x="587873" y="171974"/>
                </a:lnTo>
                <a:lnTo>
                  <a:pt x="582473" y="175584"/>
                </a:lnTo>
                <a:lnTo>
                  <a:pt x="576986" y="179137"/>
                </a:lnTo>
                <a:lnTo>
                  <a:pt x="571405" y="182642"/>
                </a:lnTo>
                <a:lnTo>
                  <a:pt x="565756" y="186099"/>
                </a:lnTo>
                <a:lnTo>
                  <a:pt x="560013" y="189500"/>
                </a:lnTo>
                <a:lnTo>
                  <a:pt x="554193" y="192843"/>
                </a:lnTo>
                <a:lnTo>
                  <a:pt x="548297" y="196129"/>
                </a:lnTo>
                <a:lnTo>
                  <a:pt x="542315" y="199358"/>
                </a:lnTo>
                <a:lnTo>
                  <a:pt x="536267" y="202530"/>
                </a:lnTo>
                <a:lnTo>
                  <a:pt x="530142" y="205654"/>
                </a:lnTo>
                <a:lnTo>
                  <a:pt x="523942" y="208712"/>
                </a:lnTo>
                <a:lnTo>
                  <a:pt x="517674" y="211722"/>
                </a:lnTo>
                <a:lnTo>
                  <a:pt x="511340" y="214665"/>
                </a:lnTo>
                <a:lnTo>
                  <a:pt x="504939" y="217561"/>
                </a:lnTo>
                <a:lnTo>
                  <a:pt x="498472" y="220389"/>
                </a:lnTo>
                <a:lnTo>
                  <a:pt x="491938" y="223161"/>
                </a:lnTo>
                <a:lnTo>
                  <a:pt x="485356" y="225876"/>
                </a:lnTo>
                <a:lnTo>
                  <a:pt x="478707" y="228533"/>
                </a:lnTo>
                <a:lnTo>
                  <a:pt x="472002" y="231143"/>
                </a:lnTo>
                <a:lnTo>
                  <a:pt x="465239" y="233686"/>
                </a:lnTo>
                <a:lnTo>
                  <a:pt x="458419" y="236172"/>
                </a:lnTo>
                <a:lnTo>
                  <a:pt x="451552" y="238601"/>
                </a:lnTo>
                <a:lnTo>
                  <a:pt x="444637" y="240973"/>
                </a:lnTo>
                <a:lnTo>
                  <a:pt x="437674" y="243288"/>
                </a:lnTo>
                <a:lnTo>
                  <a:pt x="430663" y="245545"/>
                </a:lnTo>
                <a:lnTo>
                  <a:pt x="423605" y="247745"/>
                </a:lnTo>
                <a:lnTo>
                  <a:pt x="416500" y="249888"/>
                </a:lnTo>
                <a:lnTo>
                  <a:pt x="409356" y="251984"/>
                </a:lnTo>
                <a:lnTo>
                  <a:pt x="402174" y="254013"/>
                </a:lnTo>
                <a:lnTo>
                  <a:pt x="394954" y="255994"/>
                </a:lnTo>
                <a:lnTo>
                  <a:pt x="387706" y="257918"/>
                </a:lnTo>
                <a:lnTo>
                  <a:pt x="380409" y="259794"/>
                </a:lnTo>
                <a:lnTo>
                  <a:pt x="373085" y="261614"/>
                </a:lnTo>
                <a:lnTo>
                  <a:pt x="365722" y="263376"/>
                </a:lnTo>
                <a:lnTo>
                  <a:pt x="358331" y="265090"/>
                </a:lnTo>
                <a:lnTo>
                  <a:pt x="350911" y="266757"/>
                </a:lnTo>
                <a:lnTo>
                  <a:pt x="343462" y="268367"/>
                </a:lnTo>
                <a:lnTo>
                  <a:pt x="335994" y="269929"/>
                </a:lnTo>
                <a:lnTo>
                  <a:pt x="328489" y="271434"/>
                </a:lnTo>
                <a:lnTo>
                  <a:pt x="320964" y="272901"/>
                </a:lnTo>
                <a:lnTo>
                  <a:pt x="313411" y="274310"/>
                </a:lnTo>
                <a:lnTo>
                  <a:pt x="305848" y="275673"/>
                </a:lnTo>
                <a:lnTo>
                  <a:pt x="298247" y="276987"/>
                </a:lnTo>
                <a:lnTo>
                  <a:pt x="290636" y="278254"/>
                </a:lnTo>
                <a:lnTo>
                  <a:pt x="283007" y="279473"/>
                </a:lnTo>
                <a:lnTo>
                  <a:pt x="275358" y="280654"/>
                </a:lnTo>
                <a:lnTo>
                  <a:pt x="267691" y="281778"/>
                </a:lnTo>
                <a:lnTo>
                  <a:pt x="260004" y="282864"/>
                </a:lnTo>
                <a:lnTo>
                  <a:pt x="252308" y="283912"/>
                </a:lnTo>
                <a:lnTo>
                  <a:pt x="244592" y="284902"/>
                </a:lnTo>
                <a:lnTo>
                  <a:pt x="236868" y="285855"/>
                </a:lnTo>
                <a:lnTo>
                  <a:pt x="229124" y="286769"/>
                </a:lnTo>
                <a:lnTo>
                  <a:pt x="221371" y="287645"/>
                </a:lnTo>
                <a:lnTo>
                  <a:pt x="213608" y="288465"/>
                </a:lnTo>
                <a:lnTo>
                  <a:pt x="205835" y="289255"/>
                </a:lnTo>
                <a:lnTo>
                  <a:pt x="198053" y="290008"/>
                </a:lnTo>
                <a:lnTo>
                  <a:pt x="190252" y="290713"/>
                </a:lnTo>
                <a:lnTo>
                  <a:pt x="182451" y="291389"/>
                </a:lnTo>
                <a:lnTo>
                  <a:pt x="174641" y="292017"/>
                </a:lnTo>
                <a:lnTo>
                  <a:pt x="166830" y="292608"/>
                </a:lnTo>
                <a:lnTo>
                  <a:pt x="159001" y="293170"/>
                </a:lnTo>
                <a:lnTo>
                  <a:pt x="151171" y="293684"/>
                </a:lnTo>
                <a:lnTo>
                  <a:pt x="143332" y="294170"/>
                </a:lnTo>
                <a:lnTo>
                  <a:pt x="135493" y="294618"/>
                </a:lnTo>
                <a:lnTo>
                  <a:pt x="127645" y="295027"/>
                </a:lnTo>
                <a:lnTo>
                  <a:pt x="119796" y="295408"/>
                </a:lnTo>
                <a:lnTo>
                  <a:pt x="111938" y="295751"/>
                </a:lnTo>
                <a:lnTo>
                  <a:pt x="104080" y="296066"/>
                </a:lnTo>
                <a:lnTo>
                  <a:pt x="96222" y="296342"/>
                </a:lnTo>
                <a:lnTo>
                  <a:pt x="88354" y="296589"/>
                </a:lnTo>
                <a:lnTo>
                  <a:pt x="80486" y="296799"/>
                </a:lnTo>
                <a:lnTo>
                  <a:pt x="72619" y="296980"/>
                </a:lnTo>
                <a:lnTo>
                  <a:pt x="64741" y="297132"/>
                </a:lnTo>
                <a:lnTo>
                  <a:pt x="56874" y="297256"/>
                </a:lnTo>
                <a:lnTo>
                  <a:pt x="48997" y="297342"/>
                </a:lnTo>
                <a:lnTo>
                  <a:pt x="41129" y="297399"/>
                </a:lnTo>
                <a:lnTo>
                  <a:pt x="33252" y="297437"/>
                </a:lnTo>
                <a:lnTo>
                  <a:pt x="25375" y="297437"/>
                </a:lnTo>
                <a:lnTo>
                  <a:pt x="17507" y="297409"/>
                </a:lnTo>
                <a:lnTo>
                  <a:pt x="9630" y="297351"/>
                </a:lnTo>
                <a:lnTo>
                  <a:pt x="1762" y="297275"/>
                </a:lnTo>
                <a:lnTo>
                  <a:pt x="0" y="297190"/>
                </a:lnTo>
                <a:lnTo>
                  <a:pt x="7868" y="297066"/>
                </a:lnTo>
                <a:lnTo>
                  <a:pt x="15735" y="296866"/>
                </a:lnTo>
                <a:lnTo>
                  <a:pt x="23603" y="296589"/>
                </a:lnTo>
                <a:lnTo>
                  <a:pt x="31461" y="296256"/>
                </a:lnTo>
                <a:lnTo>
                  <a:pt x="39310" y="295866"/>
                </a:lnTo>
                <a:lnTo>
                  <a:pt x="47149" y="295427"/>
                </a:lnTo>
                <a:lnTo>
                  <a:pt x="54988" y="294932"/>
                </a:lnTo>
                <a:lnTo>
                  <a:pt x="62808" y="294380"/>
                </a:lnTo>
                <a:lnTo>
                  <a:pt x="70628" y="293780"/>
                </a:lnTo>
                <a:lnTo>
                  <a:pt x="78429" y="293122"/>
                </a:lnTo>
                <a:lnTo>
                  <a:pt x="86230" y="292418"/>
                </a:lnTo>
                <a:lnTo>
                  <a:pt x="94012" y="291665"/>
                </a:lnTo>
                <a:lnTo>
                  <a:pt x="101775" y="290855"/>
                </a:lnTo>
                <a:lnTo>
                  <a:pt x="109528" y="289989"/>
                </a:lnTo>
                <a:lnTo>
                  <a:pt x="117272" y="289074"/>
                </a:lnTo>
                <a:lnTo>
                  <a:pt x="124997" y="288103"/>
                </a:lnTo>
                <a:lnTo>
                  <a:pt x="132693" y="287064"/>
                </a:lnTo>
                <a:lnTo>
                  <a:pt x="140379" y="285979"/>
                </a:lnTo>
                <a:lnTo>
                  <a:pt x="148038" y="284836"/>
                </a:lnTo>
                <a:lnTo>
                  <a:pt x="155677" y="283635"/>
                </a:lnTo>
                <a:lnTo>
                  <a:pt x="163297" y="282369"/>
                </a:lnTo>
                <a:lnTo>
                  <a:pt x="170879" y="281045"/>
                </a:lnTo>
                <a:lnTo>
                  <a:pt x="178441" y="279654"/>
                </a:lnTo>
                <a:lnTo>
                  <a:pt x="185966" y="278197"/>
                </a:lnTo>
                <a:lnTo>
                  <a:pt x="193462" y="276673"/>
                </a:lnTo>
                <a:lnTo>
                  <a:pt x="200920" y="275082"/>
                </a:lnTo>
                <a:lnTo>
                  <a:pt x="208340" y="273415"/>
                </a:lnTo>
                <a:lnTo>
                  <a:pt x="215713" y="271682"/>
                </a:lnTo>
                <a:lnTo>
                  <a:pt x="223047" y="269872"/>
                </a:lnTo>
                <a:lnTo>
                  <a:pt x="230334" y="267986"/>
                </a:lnTo>
                <a:lnTo>
                  <a:pt x="237563" y="266024"/>
                </a:lnTo>
                <a:lnTo>
                  <a:pt x="244745" y="263985"/>
                </a:lnTo>
                <a:lnTo>
                  <a:pt x="251860" y="261852"/>
                </a:lnTo>
                <a:lnTo>
                  <a:pt x="258909" y="259642"/>
                </a:lnTo>
                <a:lnTo>
                  <a:pt x="265881" y="257346"/>
                </a:lnTo>
                <a:lnTo>
                  <a:pt x="272786" y="254956"/>
                </a:lnTo>
                <a:lnTo>
                  <a:pt x="279606" y="252479"/>
                </a:lnTo>
                <a:lnTo>
                  <a:pt x="286341" y="249907"/>
                </a:lnTo>
                <a:lnTo>
                  <a:pt x="292979" y="247240"/>
                </a:lnTo>
                <a:lnTo>
                  <a:pt x="299523" y="244478"/>
                </a:lnTo>
                <a:lnTo>
                  <a:pt x="305953" y="241611"/>
                </a:lnTo>
                <a:lnTo>
                  <a:pt x="312268" y="238639"/>
                </a:lnTo>
                <a:lnTo>
                  <a:pt x="318449" y="235572"/>
                </a:lnTo>
                <a:lnTo>
                  <a:pt x="324507" y="232400"/>
                </a:lnTo>
                <a:lnTo>
                  <a:pt x="330422" y="229124"/>
                </a:lnTo>
                <a:lnTo>
                  <a:pt x="336185" y="225743"/>
                </a:lnTo>
                <a:lnTo>
                  <a:pt x="341786" y="222256"/>
                </a:lnTo>
                <a:lnTo>
                  <a:pt x="347224" y="218665"/>
                </a:lnTo>
                <a:lnTo>
                  <a:pt x="352482" y="214970"/>
                </a:lnTo>
                <a:lnTo>
                  <a:pt x="357549" y="211169"/>
                </a:lnTo>
                <a:lnTo>
                  <a:pt x="362417" y="207274"/>
                </a:lnTo>
                <a:lnTo>
                  <a:pt x="367084" y="203273"/>
                </a:lnTo>
                <a:lnTo>
                  <a:pt x="371532" y="199177"/>
                </a:lnTo>
                <a:lnTo>
                  <a:pt x="375761" y="194986"/>
                </a:lnTo>
                <a:lnTo>
                  <a:pt x="379752" y="190719"/>
                </a:lnTo>
                <a:lnTo>
                  <a:pt x="383524" y="186357"/>
                </a:lnTo>
                <a:lnTo>
                  <a:pt x="387048" y="181918"/>
                </a:lnTo>
                <a:lnTo>
                  <a:pt x="390325" y="177413"/>
                </a:lnTo>
                <a:lnTo>
                  <a:pt x="393363" y="172831"/>
                </a:lnTo>
                <a:lnTo>
                  <a:pt x="396154" y="168192"/>
                </a:lnTo>
                <a:lnTo>
                  <a:pt x="398697" y="163487"/>
                </a:lnTo>
                <a:lnTo>
                  <a:pt x="400983" y="158744"/>
                </a:lnTo>
                <a:lnTo>
                  <a:pt x="403031" y="153953"/>
                </a:lnTo>
                <a:lnTo>
                  <a:pt x="404832" y="149114"/>
                </a:lnTo>
                <a:lnTo>
                  <a:pt x="406394" y="144256"/>
                </a:lnTo>
                <a:lnTo>
                  <a:pt x="407727" y="139360"/>
                </a:lnTo>
                <a:lnTo>
                  <a:pt x="408823" y="134445"/>
                </a:lnTo>
                <a:lnTo>
                  <a:pt x="409699" y="129511"/>
                </a:lnTo>
                <a:lnTo>
                  <a:pt x="410347" y="124568"/>
                </a:lnTo>
                <a:lnTo>
                  <a:pt x="410794" y="119615"/>
                </a:lnTo>
                <a:lnTo>
                  <a:pt x="411023" y="114652"/>
                </a:lnTo>
                <a:lnTo>
                  <a:pt x="411061" y="109690"/>
                </a:lnTo>
                <a:lnTo>
                  <a:pt x="410909" y="104727"/>
                </a:lnTo>
                <a:lnTo>
                  <a:pt x="410566" y="99765"/>
                </a:lnTo>
                <a:lnTo>
                  <a:pt x="410042" y="94821"/>
                </a:lnTo>
                <a:lnTo>
                  <a:pt x="417328" y="93602"/>
                </a:lnTo>
                <a:lnTo>
                  <a:pt x="425006" y="92488"/>
                </a:lnTo>
                <a:lnTo>
                  <a:pt x="432654" y="91307"/>
                </a:lnTo>
                <a:lnTo>
                  <a:pt x="440274" y="90068"/>
                </a:lnTo>
                <a:lnTo>
                  <a:pt x="447875" y="88763"/>
                </a:lnTo>
                <a:lnTo>
                  <a:pt x="455457" y="87411"/>
                </a:lnTo>
                <a:lnTo>
                  <a:pt x="463010" y="86011"/>
                </a:lnTo>
                <a:lnTo>
                  <a:pt x="470535" y="84563"/>
                </a:lnTo>
                <a:lnTo>
                  <a:pt x="478041" y="83058"/>
                </a:lnTo>
                <a:lnTo>
                  <a:pt x="485527" y="81515"/>
                </a:lnTo>
                <a:lnTo>
                  <a:pt x="492985" y="79924"/>
                </a:lnTo>
                <a:lnTo>
                  <a:pt x="500415" y="78286"/>
                </a:lnTo>
                <a:lnTo>
                  <a:pt x="507816" y="76600"/>
                </a:lnTo>
                <a:lnTo>
                  <a:pt x="515198" y="74867"/>
                </a:lnTo>
                <a:lnTo>
                  <a:pt x="522551" y="73085"/>
                </a:lnTo>
                <a:lnTo>
                  <a:pt x="529876" y="71266"/>
                </a:lnTo>
                <a:lnTo>
                  <a:pt x="537172" y="69399"/>
                </a:lnTo>
                <a:lnTo>
                  <a:pt x="544439" y="67485"/>
                </a:lnTo>
                <a:lnTo>
                  <a:pt x="551669" y="65513"/>
                </a:lnTo>
                <a:lnTo>
                  <a:pt x="558870" y="63513"/>
                </a:lnTo>
                <a:lnTo>
                  <a:pt x="566033" y="61455"/>
                </a:lnTo>
                <a:lnTo>
                  <a:pt x="573167" y="59350"/>
                </a:lnTo>
                <a:lnTo>
                  <a:pt x="580263" y="57198"/>
                </a:lnTo>
                <a:lnTo>
                  <a:pt x="587321" y="54997"/>
                </a:lnTo>
                <a:lnTo>
                  <a:pt x="594341" y="52749"/>
                </a:lnTo>
                <a:lnTo>
                  <a:pt x="601323" y="50454"/>
                </a:lnTo>
                <a:lnTo>
                  <a:pt x="608257" y="48101"/>
                </a:lnTo>
                <a:lnTo>
                  <a:pt x="615153" y="45701"/>
                </a:lnTo>
                <a:lnTo>
                  <a:pt x="621992" y="43253"/>
                </a:lnTo>
                <a:lnTo>
                  <a:pt x="628793" y="40748"/>
                </a:lnTo>
                <a:lnTo>
                  <a:pt x="635546" y="38195"/>
                </a:lnTo>
                <a:lnTo>
                  <a:pt x="642252" y="35595"/>
                </a:lnTo>
                <a:lnTo>
                  <a:pt x="648900" y="32928"/>
                </a:lnTo>
                <a:lnTo>
                  <a:pt x="655491" y="30223"/>
                </a:lnTo>
                <a:lnTo>
                  <a:pt x="662026" y="27451"/>
                </a:lnTo>
                <a:lnTo>
                  <a:pt x="668503" y="24632"/>
                </a:lnTo>
                <a:lnTo>
                  <a:pt x="674922" y="21746"/>
                </a:lnTo>
                <a:lnTo>
                  <a:pt x="681266" y="18812"/>
                </a:lnTo>
                <a:lnTo>
                  <a:pt x="687553" y="15821"/>
                </a:lnTo>
                <a:lnTo>
                  <a:pt x="693763" y="12773"/>
                </a:lnTo>
                <a:lnTo>
                  <a:pt x="699907" y="9668"/>
                </a:lnTo>
                <a:lnTo>
                  <a:pt x="705974" y="6506"/>
                </a:lnTo>
                <a:lnTo>
                  <a:pt x="711965" y="3277"/>
                </a:lnTo>
                <a:lnTo>
                  <a:pt x="7178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7EC8FC6B-B37F-4DF3-8CD6-C516497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4810" y="2241652"/>
            <a:ext cx="1295552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50E8CF0-9AA8-44DF-8D90-2909F00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0065" y="2530821"/>
            <a:ext cx="152593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9B84A15-0E67-439B-9363-176AB17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6632" y="2241652"/>
            <a:ext cx="1295552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267159A-0924-44F2-8961-67915C0C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896" y="2530821"/>
            <a:ext cx="152593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8216EAC4-FCAA-44DE-8A75-26428017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4810" y="3587801"/>
            <a:ext cx="1295552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F161C2C9-BD21-47C6-BA15-003B674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0065" y="3876970"/>
            <a:ext cx="152593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ECBCDD5D-2DC1-434B-BEBA-B653257A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6632" y="3587801"/>
            <a:ext cx="1295552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45C529D7-271C-427C-B959-5CBCD05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896" y="3876970"/>
            <a:ext cx="152593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96E783B-DF45-4E32-B5B6-22CDDC8F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2241652"/>
            <a:ext cx="419100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489e1ae104445">
            <a:extLst>
              <a:ext uri="{96DAC541-7B7A-43D3-8B79-37D633B846F1}">
                <asvg:svgBlip xmlns:asvg="http://schemas.microsoft.com/office/drawing/2016/SVG/main" r:embed="R76e358ddbdb945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10485" y="224686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B6D969F5-7063-4837-B9DD-5B5A60A0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2241652"/>
            <a:ext cx="419100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8e5e620244e16">
            <a:extLst>
              <a:ext uri="{96DAC541-7B7A-43D3-8B79-37D633B846F1}">
                <asvg:svgBlip xmlns:asvg="http://schemas.microsoft.com/office/drawing/2016/SVG/main" r:embed="Rc0966085d2eb4c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2307" y="224686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C9791E8-8397-4F42-ACC3-6261B75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710" y="3587801"/>
            <a:ext cx="419100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3a0f73d8c419a">
            <a:extLst>
              <a:ext uri="{96DAC541-7B7A-43D3-8B79-37D633B846F1}">
                <asvg:svgBlip xmlns:asvg="http://schemas.microsoft.com/office/drawing/2016/SVG/main" r:embed="R11acc39f5e044e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10485" y="359301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C52B721F-1A1B-4A6F-9B90-7AA8C44C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32" y="3587801"/>
            <a:ext cx="419100" cy="20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199950b3d4dcc">
            <a:extLst>
              <a:ext uri="{96DAC541-7B7A-43D3-8B79-37D633B846F1}">
                <asvg:svgBlip xmlns:asvg="http://schemas.microsoft.com/office/drawing/2016/SVG/main" r:embed="R020404f9d93842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2307" y="3593011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63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2026-09-07T23:54:02.2640000Z</dcterms:created>
  <dcterms:modified xsi:type="dcterms:W3CDTF">2026-09-07T23:54:02.2640000Z</dcterms:modified>
</coreProperties>
</file>