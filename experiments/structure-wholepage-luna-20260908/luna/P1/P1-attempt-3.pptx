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07d1532e7d4058" /><Relationship Type="http://schemas.openxmlformats.org/officeDocument/2006/relationships/extended-properties" Target="/docProps/app.xml" Id="R1a72800a931248c0" /><Relationship Type="http://schemas.openxmlformats.org/officeDocument/2006/relationships/officeDocument" Target="/ppt/presentation.xml" Id="R24243c93d963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33acc02e7d442c"/>
  </p:sldMasterIdLst>
  <p:notesMasterIdLst>
    <p:notesMasterId xmlns:r="http://schemas.openxmlformats.org/officeDocument/2006/relationships" r:id="R0ccec17015fd479e"/>
  </p:notesMasterIdLst>
  <p:sldIdLst>
    <p:sldId xmlns:r="http://schemas.openxmlformats.org/officeDocument/2006/relationships" id="256" r:id="R0f41b7c15b7342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d7a9b35834845" /><Relationship Type="http://schemas.openxmlformats.org/officeDocument/2006/relationships/slideMaster" Target="/ppt/slideMasters/slideMaster1.xml" Id="Ra433acc02e7d442c" /><Relationship Type="http://schemas.openxmlformats.org/officeDocument/2006/relationships/notesMaster" Target="/ppt/notesMasters/notesMaster1.xml" Id="R0ccec17015fd479e" /><Relationship Type="http://schemas.openxmlformats.org/officeDocument/2006/relationships/presProps" Target="/ppt/presProps.xml" Id="Rd1e609ce8b364211" /><Relationship Type="http://schemas.openxmlformats.org/officeDocument/2006/relationships/tableStyles" Target="/ppt/tableStyles.xml" Id="R993bf0589644484c" /><Relationship Type="http://schemas.openxmlformats.org/officeDocument/2006/relationships/slide" Target="/ppt/slides/slide1.xml" Id="R0f41b7c15b7342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d390ce3a6c45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c93cfd0f394641" /><Relationship Type="http://schemas.openxmlformats.org/officeDocument/2006/relationships/notesMaster" Target="/ppt/notesMasters/notesMaster1.xml" Id="R65952774792948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3e45b0d49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2604aacc042dc" /><Relationship Type="http://schemas.openxmlformats.org/officeDocument/2006/relationships/slideLayout" Target="/ppt/slideLayouts/slideLayout1.xml" Id="R0f8bcdc4d9eb49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8bcdc4d9eb49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6b645d3c44bb4" /><Relationship Type="http://schemas.openxmlformats.org/officeDocument/2006/relationships/image" Target="/ppt/media/image.png" Id="Rd0e1046b055f4285" /><Relationship Type="http://schemas.openxmlformats.org/officeDocument/2006/relationships/image" Target="/ppt/media/image.svg" Id="Ra4a82960565a4a65" /><Relationship Type="http://schemas.openxmlformats.org/officeDocument/2006/relationships/image" Target="/ppt/media/image2.png" Id="R5cd2c5e24f2342cc" /><Relationship Type="http://schemas.openxmlformats.org/officeDocument/2006/relationships/image" Target="/ppt/media/image2.svg" Id="Re80e4fa3ad4d417a" /><Relationship Type="http://schemas.openxmlformats.org/officeDocument/2006/relationships/image" Target="/ppt/media/image3.png" Id="R84fe6f4aa09d4ed3" /><Relationship Type="http://schemas.openxmlformats.org/officeDocument/2006/relationships/image" Target="/ppt/media/image3.svg" Id="Rbc3effbeec614f76" /><Relationship Type="http://schemas.openxmlformats.org/officeDocument/2006/relationships/image" Target="/ppt/media/image4.png" Id="Rde1ae8e77d064964" /><Relationship Type="http://schemas.openxmlformats.org/officeDocument/2006/relationships/image" Target="/ppt/media/image4.svg" Id="Re8d013765bc04c1a" /><Relationship Type="http://schemas.openxmlformats.org/officeDocument/2006/relationships/notesSlide" Target="/ppt/notesSlides/notesSlide1.xml" Id="R69d716719ca840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paper">
            <a:extLst xmlns:a="http://schemas.openxmlformats.org/drawingml/2006/main">
              <a:ext uri="{FF2B5EF4-FFF2-40B4-BE49-F238E27FC236}">
                <a16:creationId xmlns:a16="http://schemas.microsoft.com/office/drawing/2014/main" id="{6E65ACB9-13E4-4958-BB40-97C9E468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4DADFB15-BD99-430D-8FE1-2B9F0624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3A7E5CC-1E5E-4F51-A2A0-707AB31C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交接验收：接手者能独立继续工作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F58F5AE-95DB-4642-B69D-7976A102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19FF9782-8F09-4B3A-9266-5629B9E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763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验收看接手者能否独立继续工作：发送文件只是交接动作。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9F8C39-33E9-415C-BFA4-9818BC49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A5E7BA4E-FECA-497B-A16D-CE0B9DD1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367" y="3273428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34B37BA3-43A8-4181-B76E-427A6DF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237632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C3E2EC2D-2EB2-402F-9CE8-21251F81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237632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2623CF16-A2CA-40CD-B9E0-E5630670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372" y="3305842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3A676F7E-B698-4907-BC3F-7E7D2562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554" y="3273428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8B40D9D4-AA78-4FA6-B6BC-F335666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237632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20397389-16C3-4DE5-B536-F34096B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237632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DD6D59C3-DF6A-4FA6-9698-FE3AA14D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559" y="3305842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4EE349BC-EA55-42A9-BE11-E10FCBD6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367" y="4818116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554F7CE7-121D-419A-9473-1574358E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82320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8B7186BA-7CB1-4A32-8B75-9590FD5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82320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1B7ABA85-808C-4130-BEC2-4DC4331A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372" y="4850530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F08CAC98-4CB3-493C-BF10-C76C0F4A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554" y="4818116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E696DA61-DB8C-4A51-A401-A9A316AD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82320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BEF91842-7780-48C3-941C-8C915860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82320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0FBCE556-D401-46E1-AA21-13131F15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559" y="4850530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C8F17C26-2B20-41E8-AB16-4EC1231B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286" y="2237632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93A2C369-B5D1-4A44-991D-85F98471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533" y="2569521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7B206948-0B6C-45E8-A10F-8E5EE5B0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473" y="2237632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C14565D3-214F-427A-8492-4E99F626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720" y="2569521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B652A3A9-39E2-4FA3-B4D5-88F3A66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286" y="3782320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5E5BDCD-39A2-4018-B929-9ACA57E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533" y="4114209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2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F4EA3EA9-6C1A-464A-B93F-110ADE61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473" y="3782320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8B19714B-4EED-4E4C-AC32-27196A7C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720" y="4114209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161FACA0-4DDA-42E6-9B1C-B6E05DA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237632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1046b055f4285">
            <a:extLst>
              <a:ext uri="{96DAC541-7B7A-43D3-8B79-37D633B846F1}">
                <asvg:svgBlip xmlns:asvg="http://schemas.microsoft.com/office/drawing/2016/SVG/main" r:embed="Ra4a82960565a4a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1961" y="22574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6C6BB92C-F6FA-4866-99B1-61327D57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237632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2c5e24f2342cc">
            <a:extLst>
              <a:ext uri="{96DAC541-7B7A-43D3-8B79-37D633B846F1}">
                <asvg:svgBlip xmlns:asvg="http://schemas.microsoft.com/office/drawing/2016/SVG/main" r:embed="Re80e4fa3ad4d41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3148" y="22574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3319C7E8-F4B9-4A0E-9481-11DB00D6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82320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e6f4aa09d4ed3">
            <a:extLst>
              <a:ext uri="{96DAC541-7B7A-43D3-8B79-37D633B846F1}">
                <asvg:svgBlip xmlns:asvg="http://schemas.microsoft.com/office/drawing/2016/SVG/main" r:embed="Rbc3effbeec614f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1961" y="380211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10CD44B6-DC09-4C20-8215-CA2D2393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82320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ae8e77d064964">
            <a:extLst>
              <a:ext uri="{96DAC541-7B7A-43D3-8B79-37D633B846F1}">
                <asvg:svgBlip xmlns:asvg="http://schemas.microsoft.com/office/drawing/2016/SVG/main" r:embed="Re8d013765bc04c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3148" y="3802113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47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2026-09-07T23:56:30.1880000Z</dcterms:created>
  <dcterms:modified xsi:type="dcterms:W3CDTF">2026-09-07T23:56:30.1890000Z</dcterms:modified>
</coreProperties>
</file>