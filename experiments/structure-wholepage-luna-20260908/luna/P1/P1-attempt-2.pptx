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c17086f7694af7" /><Relationship Type="http://schemas.openxmlformats.org/officeDocument/2006/relationships/extended-properties" Target="/docProps/app.xml" Id="Rfaaf382c66714288" /><Relationship Type="http://schemas.openxmlformats.org/officeDocument/2006/relationships/officeDocument" Target="/ppt/presentation.xml" Id="Rd8d76ae035d64b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ccd9fbff9c45a5"/>
  </p:sldMasterIdLst>
  <p:notesMasterIdLst>
    <p:notesMasterId xmlns:r="http://schemas.openxmlformats.org/officeDocument/2006/relationships" r:id="R5d888b933cf047fa"/>
  </p:notesMasterIdLst>
  <p:sldIdLst>
    <p:sldId xmlns:r="http://schemas.openxmlformats.org/officeDocument/2006/relationships" id="256" r:id="R9541abbe17cd4d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d3a393245d4e05" /><Relationship Type="http://schemas.openxmlformats.org/officeDocument/2006/relationships/slideMaster" Target="/ppt/slideMasters/slideMaster1.xml" Id="Rf8ccd9fbff9c45a5" /><Relationship Type="http://schemas.openxmlformats.org/officeDocument/2006/relationships/notesMaster" Target="/ppt/notesMasters/notesMaster1.xml" Id="R5d888b933cf047fa" /><Relationship Type="http://schemas.openxmlformats.org/officeDocument/2006/relationships/presProps" Target="/ppt/presProps.xml" Id="Rabe3c5cd35574b29" /><Relationship Type="http://schemas.openxmlformats.org/officeDocument/2006/relationships/tableStyles" Target="/ppt/tableStyles.xml" Id="R58b7d1c19bb34e9c" /><Relationship Type="http://schemas.openxmlformats.org/officeDocument/2006/relationships/slide" Target="/ppt/slides/slide1.xml" Id="R9541abbe17cd4d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d74241dbb349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9c6bfce94e484e" /><Relationship Type="http://schemas.openxmlformats.org/officeDocument/2006/relationships/notesMaster" Target="/ppt/notesMasters/notesMaster1.xml" Id="R17872df9d4cf4d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2205adeaa4d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b19176c8ce493b" /><Relationship Type="http://schemas.openxmlformats.org/officeDocument/2006/relationships/slideLayout" Target="/ppt/slideLayouts/slideLayout1.xml" Id="R2cb90aab6e3449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b90aab6e3449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8713770ce43f5" /><Relationship Type="http://schemas.openxmlformats.org/officeDocument/2006/relationships/image" Target="/ppt/media/image.png" Id="R9e9131a04f744bfd" /><Relationship Type="http://schemas.openxmlformats.org/officeDocument/2006/relationships/image" Target="/ppt/media/image.svg" Id="R8f6ead84a8654605" /><Relationship Type="http://schemas.openxmlformats.org/officeDocument/2006/relationships/image" Target="/ppt/media/image2.png" Id="Rc6e007f0385e4b76" /><Relationship Type="http://schemas.openxmlformats.org/officeDocument/2006/relationships/image" Target="/ppt/media/image2.svg" Id="R20b3fa1de59e4dee" /><Relationship Type="http://schemas.openxmlformats.org/officeDocument/2006/relationships/image" Target="/ppt/media/image3.png" Id="R556e7c13c4f14db1" /><Relationship Type="http://schemas.openxmlformats.org/officeDocument/2006/relationships/image" Target="/ppt/media/image3.svg" Id="R19004217418b4086" /><Relationship Type="http://schemas.openxmlformats.org/officeDocument/2006/relationships/image" Target="/ppt/media/image4.png" Id="R1bb231a778614c3d" /><Relationship Type="http://schemas.openxmlformats.org/officeDocument/2006/relationships/image" Target="/ppt/media/image4.svg" Id="R6abdd306bf8045de" /><Relationship Type="http://schemas.openxmlformats.org/officeDocument/2006/relationships/notesSlide" Target="/ppt/notesSlides/notesSlide1.xml" Id="R4653ec02462f444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age-paper">
            <a:extLst xmlns:a="http://schemas.openxmlformats.org/drawingml/2006/main">
              <a:ext uri="{FF2B5EF4-FFF2-40B4-BE49-F238E27FC236}">
                <a16:creationId xmlns:a16="http://schemas.microsoft.com/office/drawing/2014/main" id="{386713BC-4F46-4DCA-81AF-41A117B0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2A864C42-365E-4C82-9E77-3F24FBFC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299D993-EEA8-4EEA-B4D2-E3F98D4F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交接验收：接手者能独立继续工作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FB61FED-B701-4716-9141-2D40A92E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D619173E-91B4-43B6-A9F4-92FF990D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7687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验收看接手者能独立继续工作，而不是以发送文件为准。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A4601A5-7863-4F17-B978-1386577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59A9DA7D-1646-453B-A281-FA25D082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1743" y="3017711"/>
            <a:ext cx="2204495" cy="369351"/>
          </a:xfrm>
          <a:custGeom xmlns:a="http://schemas.openxmlformats.org/drawingml/2006/main">
            <a:pathLst>
              <a:path w="2204495" h="369351">
                <a:moveTo>
                  <a:pt x="2203818" y="0"/>
                </a:moveTo>
                <a:lnTo>
                  <a:pt x="2204495" y="13602"/>
                </a:lnTo>
                <a:lnTo>
                  <a:pt x="2204199" y="27213"/>
                </a:lnTo>
                <a:lnTo>
                  <a:pt x="2203123" y="40805"/>
                </a:lnTo>
                <a:lnTo>
                  <a:pt x="2201351" y="54369"/>
                </a:lnTo>
                <a:lnTo>
                  <a:pt x="2198894" y="67885"/>
                </a:lnTo>
                <a:lnTo>
                  <a:pt x="2195751" y="81353"/>
                </a:lnTo>
                <a:lnTo>
                  <a:pt x="2191931" y="94745"/>
                </a:lnTo>
                <a:lnTo>
                  <a:pt x="2187426" y="108061"/>
                </a:lnTo>
                <a:lnTo>
                  <a:pt x="2182225" y="121263"/>
                </a:lnTo>
                <a:lnTo>
                  <a:pt x="2176301" y="134360"/>
                </a:lnTo>
                <a:lnTo>
                  <a:pt x="2169643" y="147304"/>
                </a:lnTo>
                <a:lnTo>
                  <a:pt x="2162251" y="160087"/>
                </a:lnTo>
                <a:lnTo>
                  <a:pt x="2154088" y="172688"/>
                </a:lnTo>
                <a:lnTo>
                  <a:pt x="2145163" y="185080"/>
                </a:lnTo>
                <a:lnTo>
                  <a:pt x="2135438" y="197234"/>
                </a:lnTo>
                <a:lnTo>
                  <a:pt x="2124923" y="209121"/>
                </a:lnTo>
                <a:lnTo>
                  <a:pt x="2113607" y="220713"/>
                </a:lnTo>
                <a:lnTo>
                  <a:pt x="2101501" y="231981"/>
                </a:lnTo>
                <a:lnTo>
                  <a:pt x="2088594" y="242888"/>
                </a:lnTo>
                <a:lnTo>
                  <a:pt x="2074907" y="253413"/>
                </a:lnTo>
                <a:lnTo>
                  <a:pt x="2060458" y="263528"/>
                </a:lnTo>
                <a:lnTo>
                  <a:pt x="2045275" y="273206"/>
                </a:lnTo>
                <a:lnTo>
                  <a:pt x="2029387" y="282416"/>
                </a:lnTo>
                <a:lnTo>
                  <a:pt x="2012823" y="291151"/>
                </a:lnTo>
                <a:lnTo>
                  <a:pt x="1995630" y="299390"/>
                </a:lnTo>
                <a:lnTo>
                  <a:pt x="1977866" y="307115"/>
                </a:lnTo>
                <a:lnTo>
                  <a:pt x="1959559" y="314335"/>
                </a:lnTo>
                <a:lnTo>
                  <a:pt x="1940757" y="321031"/>
                </a:lnTo>
                <a:lnTo>
                  <a:pt x="1921526" y="327212"/>
                </a:lnTo>
                <a:lnTo>
                  <a:pt x="1901904" y="332889"/>
                </a:lnTo>
                <a:lnTo>
                  <a:pt x="1881930" y="338071"/>
                </a:lnTo>
                <a:lnTo>
                  <a:pt x="1861661" y="342757"/>
                </a:lnTo>
                <a:lnTo>
                  <a:pt x="1841125" y="346967"/>
                </a:lnTo>
                <a:lnTo>
                  <a:pt x="1820370" y="350720"/>
                </a:lnTo>
                <a:lnTo>
                  <a:pt x="1799434" y="354035"/>
                </a:lnTo>
                <a:lnTo>
                  <a:pt x="1778327" y="356921"/>
                </a:lnTo>
                <a:lnTo>
                  <a:pt x="1757096" y="359397"/>
                </a:lnTo>
                <a:lnTo>
                  <a:pt x="1735760" y="361483"/>
                </a:lnTo>
                <a:lnTo>
                  <a:pt x="1714338" y="363207"/>
                </a:lnTo>
                <a:lnTo>
                  <a:pt x="1692850" y="364569"/>
                </a:lnTo>
                <a:lnTo>
                  <a:pt x="1671323" y="365579"/>
                </a:lnTo>
                <a:lnTo>
                  <a:pt x="1649740" y="366065"/>
                </a:lnTo>
                <a:lnTo>
                  <a:pt x="1628156" y="366379"/>
                </a:lnTo>
                <a:lnTo>
                  <a:pt x="1606563" y="366636"/>
                </a:lnTo>
                <a:lnTo>
                  <a:pt x="1584970" y="366855"/>
                </a:lnTo>
                <a:lnTo>
                  <a:pt x="1563376" y="367046"/>
                </a:lnTo>
                <a:lnTo>
                  <a:pt x="1541793" y="367217"/>
                </a:lnTo>
                <a:lnTo>
                  <a:pt x="1520200" y="367370"/>
                </a:lnTo>
                <a:lnTo>
                  <a:pt x="1498606" y="367513"/>
                </a:lnTo>
                <a:lnTo>
                  <a:pt x="1477013" y="367636"/>
                </a:lnTo>
                <a:lnTo>
                  <a:pt x="1455420" y="367770"/>
                </a:lnTo>
                <a:lnTo>
                  <a:pt x="1433827" y="367884"/>
                </a:lnTo>
                <a:lnTo>
                  <a:pt x="1412234" y="367989"/>
                </a:lnTo>
                <a:lnTo>
                  <a:pt x="1390640" y="368094"/>
                </a:lnTo>
                <a:lnTo>
                  <a:pt x="1369047" y="368189"/>
                </a:lnTo>
                <a:lnTo>
                  <a:pt x="1347454" y="368284"/>
                </a:lnTo>
                <a:lnTo>
                  <a:pt x="1325861" y="368370"/>
                </a:lnTo>
                <a:lnTo>
                  <a:pt x="1304268" y="368446"/>
                </a:lnTo>
                <a:lnTo>
                  <a:pt x="1282675" y="368532"/>
                </a:lnTo>
                <a:lnTo>
                  <a:pt x="1261081" y="368598"/>
                </a:lnTo>
                <a:lnTo>
                  <a:pt x="1239479" y="368665"/>
                </a:lnTo>
                <a:lnTo>
                  <a:pt x="1217886" y="368732"/>
                </a:lnTo>
                <a:lnTo>
                  <a:pt x="1196292" y="368798"/>
                </a:lnTo>
                <a:lnTo>
                  <a:pt x="1174699" y="368856"/>
                </a:lnTo>
                <a:lnTo>
                  <a:pt x="1153106" y="368903"/>
                </a:lnTo>
                <a:lnTo>
                  <a:pt x="1131513" y="368960"/>
                </a:lnTo>
                <a:lnTo>
                  <a:pt x="1109920" y="369008"/>
                </a:lnTo>
                <a:lnTo>
                  <a:pt x="1088327" y="369046"/>
                </a:lnTo>
                <a:lnTo>
                  <a:pt x="1066733" y="369094"/>
                </a:lnTo>
                <a:lnTo>
                  <a:pt x="1045140" y="369132"/>
                </a:lnTo>
                <a:lnTo>
                  <a:pt x="1023547" y="369160"/>
                </a:lnTo>
                <a:lnTo>
                  <a:pt x="1001954" y="369199"/>
                </a:lnTo>
                <a:lnTo>
                  <a:pt x="980361" y="369227"/>
                </a:lnTo>
                <a:lnTo>
                  <a:pt x="958767" y="369256"/>
                </a:lnTo>
                <a:lnTo>
                  <a:pt x="937174" y="369275"/>
                </a:lnTo>
                <a:lnTo>
                  <a:pt x="915581" y="369294"/>
                </a:lnTo>
                <a:lnTo>
                  <a:pt x="893978" y="369313"/>
                </a:lnTo>
                <a:lnTo>
                  <a:pt x="872385" y="369332"/>
                </a:lnTo>
                <a:lnTo>
                  <a:pt x="850792" y="369341"/>
                </a:lnTo>
                <a:lnTo>
                  <a:pt x="829199" y="369351"/>
                </a:lnTo>
                <a:lnTo>
                  <a:pt x="807606" y="369351"/>
                </a:lnTo>
                <a:lnTo>
                  <a:pt x="786013" y="369351"/>
                </a:lnTo>
                <a:lnTo>
                  <a:pt x="764419" y="369351"/>
                </a:lnTo>
                <a:lnTo>
                  <a:pt x="742826" y="369351"/>
                </a:lnTo>
                <a:lnTo>
                  <a:pt x="721233" y="369341"/>
                </a:lnTo>
                <a:lnTo>
                  <a:pt x="699640" y="369332"/>
                </a:lnTo>
                <a:lnTo>
                  <a:pt x="678047" y="369313"/>
                </a:lnTo>
                <a:lnTo>
                  <a:pt x="656453" y="369294"/>
                </a:lnTo>
                <a:lnTo>
                  <a:pt x="634860" y="369275"/>
                </a:lnTo>
                <a:lnTo>
                  <a:pt x="613267" y="369246"/>
                </a:lnTo>
                <a:lnTo>
                  <a:pt x="591664" y="369218"/>
                </a:lnTo>
                <a:lnTo>
                  <a:pt x="570071" y="369179"/>
                </a:lnTo>
                <a:lnTo>
                  <a:pt x="548478" y="369141"/>
                </a:lnTo>
                <a:lnTo>
                  <a:pt x="526885" y="369094"/>
                </a:lnTo>
                <a:lnTo>
                  <a:pt x="505292" y="369046"/>
                </a:lnTo>
                <a:lnTo>
                  <a:pt x="483699" y="368999"/>
                </a:lnTo>
                <a:lnTo>
                  <a:pt x="462105" y="368932"/>
                </a:lnTo>
                <a:lnTo>
                  <a:pt x="440512" y="368875"/>
                </a:lnTo>
                <a:lnTo>
                  <a:pt x="418919" y="368808"/>
                </a:lnTo>
                <a:lnTo>
                  <a:pt x="397326" y="368732"/>
                </a:lnTo>
                <a:lnTo>
                  <a:pt x="375733" y="368646"/>
                </a:lnTo>
                <a:lnTo>
                  <a:pt x="354140" y="368560"/>
                </a:lnTo>
                <a:lnTo>
                  <a:pt x="332546" y="368456"/>
                </a:lnTo>
                <a:lnTo>
                  <a:pt x="310953" y="368351"/>
                </a:lnTo>
                <a:lnTo>
                  <a:pt x="289360" y="368236"/>
                </a:lnTo>
                <a:lnTo>
                  <a:pt x="267767" y="368113"/>
                </a:lnTo>
                <a:lnTo>
                  <a:pt x="246174" y="367970"/>
                </a:lnTo>
                <a:lnTo>
                  <a:pt x="224580" y="367817"/>
                </a:lnTo>
                <a:lnTo>
                  <a:pt x="202987" y="367655"/>
                </a:lnTo>
                <a:lnTo>
                  <a:pt x="181394" y="367475"/>
                </a:lnTo>
                <a:lnTo>
                  <a:pt x="159801" y="367265"/>
                </a:lnTo>
                <a:lnTo>
                  <a:pt x="138217" y="367046"/>
                </a:lnTo>
                <a:lnTo>
                  <a:pt x="116624" y="366789"/>
                </a:lnTo>
                <a:lnTo>
                  <a:pt x="95040" y="366493"/>
                </a:lnTo>
                <a:lnTo>
                  <a:pt x="73447" y="366141"/>
                </a:lnTo>
                <a:lnTo>
                  <a:pt x="51864" y="365722"/>
                </a:lnTo>
                <a:lnTo>
                  <a:pt x="30290" y="365160"/>
                </a:lnTo>
                <a:lnTo>
                  <a:pt x="8744" y="364274"/>
                </a:lnTo>
                <a:lnTo>
                  <a:pt x="4001" y="353216"/>
                </a:lnTo>
                <a:lnTo>
                  <a:pt x="3715" y="339604"/>
                </a:lnTo>
                <a:lnTo>
                  <a:pt x="3429" y="325993"/>
                </a:lnTo>
                <a:lnTo>
                  <a:pt x="3143" y="312382"/>
                </a:lnTo>
                <a:lnTo>
                  <a:pt x="2858" y="298780"/>
                </a:lnTo>
                <a:lnTo>
                  <a:pt x="2572" y="285169"/>
                </a:lnTo>
                <a:lnTo>
                  <a:pt x="2286" y="271558"/>
                </a:lnTo>
                <a:lnTo>
                  <a:pt x="2000" y="257947"/>
                </a:lnTo>
                <a:lnTo>
                  <a:pt x="1715" y="244335"/>
                </a:lnTo>
                <a:lnTo>
                  <a:pt x="1429" y="230734"/>
                </a:lnTo>
                <a:lnTo>
                  <a:pt x="1143" y="217122"/>
                </a:lnTo>
                <a:lnTo>
                  <a:pt x="857" y="203511"/>
                </a:lnTo>
                <a:lnTo>
                  <a:pt x="572" y="189900"/>
                </a:lnTo>
                <a:lnTo>
                  <a:pt x="286" y="176289"/>
                </a:lnTo>
                <a:lnTo>
                  <a:pt x="0" y="162687"/>
                </a:lnTo>
                <a:lnTo>
                  <a:pt x="7925" y="153781"/>
                </a:lnTo>
                <a:lnTo>
                  <a:pt x="29461" y="152791"/>
                </a:lnTo>
                <a:lnTo>
                  <a:pt x="51016" y="151962"/>
                </a:lnTo>
                <a:lnTo>
                  <a:pt x="72581" y="151267"/>
                </a:lnTo>
                <a:lnTo>
                  <a:pt x="94155" y="150695"/>
                </a:lnTo>
                <a:lnTo>
                  <a:pt x="115738" y="150247"/>
                </a:lnTo>
                <a:lnTo>
                  <a:pt x="137322" y="149895"/>
                </a:lnTo>
                <a:lnTo>
                  <a:pt x="158915" y="149628"/>
                </a:lnTo>
                <a:lnTo>
                  <a:pt x="180499" y="149457"/>
                </a:lnTo>
                <a:lnTo>
                  <a:pt x="202092" y="149362"/>
                </a:lnTo>
                <a:lnTo>
                  <a:pt x="223695" y="149333"/>
                </a:lnTo>
                <a:lnTo>
                  <a:pt x="245288" y="149371"/>
                </a:lnTo>
                <a:lnTo>
                  <a:pt x="266881" y="149466"/>
                </a:lnTo>
                <a:lnTo>
                  <a:pt x="288474" y="149619"/>
                </a:lnTo>
                <a:lnTo>
                  <a:pt x="310058" y="149819"/>
                </a:lnTo>
                <a:lnTo>
                  <a:pt x="331651" y="150076"/>
                </a:lnTo>
                <a:lnTo>
                  <a:pt x="353244" y="150371"/>
                </a:lnTo>
                <a:lnTo>
                  <a:pt x="374828" y="150705"/>
                </a:lnTo>
                <a:lnTo>
                  <a:pt x="396411" y="151076"/>
                </a:lnTo>
                <a:lnTo>
                  <a:pt x="417995" y="151486"/>
                </a:lnTo>
                <a:lnTo>
                  <a:pt x="439579" y="151924"/>
                </a:lnTo>
                <a:lnTo>
                  <a:pt x="461162" y="152400"/>
                </a:lnTo>
                <a:lnTo>
                  <a:pt x="482737" y="152895"/>
                </a:lnTo>
                <a:lnTo>
                  <a:pt x="504320" y="153419"/>
                </a:lnTo>
                <a:lnTo>
                  <a:pt x="525894" y="153962"/>
                </a:lnTo>
                <a:lnTo>
                  <a:pt x="547468" y="154534"/>
                </a:lnTo>
                <a:lnTo>
                  <a:pt x="569043" y="155124"/>
                </a:lnTo>
                <a:lnTo>
                  <a:pt x="590617" y="155724"/>
                </a:lnTo>
                <a:lnTo>
                  <a:pt x="612191" y="156353"/>
                </a:lnTo>
                <a:lnTo>
                  <a:pt x="633755" y="156982"/>
                </a:lnTo>
                <a:lnTo>
                  <a:pt x="655330" y="157639"/>
                </a:lnTo>
                <a:lnTo>
                  <a:pt x="676894" y="158296"/>
                </a:lnTo>
                <a:lnTo>
                  <a:pt x="698459" y="158972"/>
                </a:lnTo>
                <a:lnTo>
                  <a:pt x="720033" y="159649"/>
                </a:lnTo>
                <a:lnTo>
                  <a:pt x="741597" y="160334"/>
                </a:lnTo>
                <a:lnTo>
                  <a:pt x="763162" y="161039"/>
                </a:lnTo>
                <a:lnTo>
                  <a:pt x="784727" y="161735"/>
                </a:lnTo>
                <a:lnTo>
                  <a:pt x="806291" y="162439"/>
                </a:lnTo>
                <a:lnTo>
                  <a:pt x="827856" y="163144"/>
                </a:lnTo>
                <a:lnTo>
                  <a:pt x="849420" y="163849"/>
                </a:lnTo>
                <a:lnTo>
                  <a:pt x="870985" y="164554"/>
                </a:lnTo>
                <a:lnTo>
                  <a:pt x="892550" y="165259"/>
                </a:lnTo>
                <a:lnTo>
                  <a:pt x="914114" y="165964"/>
                </a:lnTo>
                <a:lnTo>
                  <a:pt x="935679" y="166659"/>
                </a:lnTo>
                <a:lnTo>
                  <a:pt x="957243" y="167354"/>
                </a:lnTo>
                <a:lnTo>
                  <a:pt x="978818" y="168040"/>
                </a:lnTo>
                <a:lnTo>
                  <a:pt x="1000382" y="168716"/>
                </a:lnTo>
                <a:lnTo>
                  <a:pt x="1021947" y="169393"/>
                </a:lnTo>
                <a:lnTo>
                  <a:pt x="1043521" y="170040"/>
                </a:lnTo>
                <a:lnTo>
                  <a:pt x="1065086" y="170688"/>
                </a:lnTo>
                <a:lnTo>
                  <a:pt x="1086660" y="171326"/>
                </a:lnTo>
                <a:lnTo>
                  <a:pt x="1108234" y="171936"/>
                </a:lnTo>
                <a:lnTo>
                  <a:pt x="1129798" y="172536"/>
                </a:lnTo>
                <a:lnTo>
                  <a:pt x="1151372" y="173117"/>
                </a:lnTo>
                <a:lnTo>
                  <a:pt x="1172956" y="173669"/>
                </a:lnTo>
                <a:lnTo>
                  <a:pt x="1194530" y="174212"/>
                </a:lnTo>
                <a:lnTo>
                  <a:pt x="1216104" y="174717"/>
                </a:lnTo>
                <a:lnTo>
                  <a:pt x="1237688" y="175203"/>
                </a:lnTo>
                <a:lnTo>
                  <a:pt x="1259272" y="175660"/>
                </a:lnTo>
                <a:lnTo>
                  <a:pt x="1280855" y="176079"/>
                </a:lnTo>
                <a:lnTo>
                  <a:pt x="1302439" y="176470"/>
                </a:lnTo>
                <a:lnTo>
                  <a:pt x="1324023" y="176822"/>
                </a:lnTo>
                <a:lnTo>
                  <a:pt x="1345616" y="177127"/>
                </a:lnTo>
                <a:lnTo>
                  <a:pt x="1367199" y="177394"/>
                </a:lnTo>
                <a:lnTo>
                  <a:pt x="1388793" y="177613"/>
                </a:lnTo>
                <a:lnTo>
                  <a:pt x="1410386" y="177784"/>
                </a:lnTo>
                <a:lnTo>
                  <a:pt x="1431979" y="177898"/>
                </a:lnTo>
                <a:lnTo>
                  <a:pt x="1453572" y="177946"/>
                </a:lnTo>
                <a:lnTo>
                  <a:pt x="1475165" y="177937"/>
                </a:lnTo>
                <a:lnTo>
                  <a:pt x="1496758" y="177851"/>
                </a:lnTo>
                <a:lnTo>
                  <a:pt x="1518352" y="177689"/>
                </a:lnTo>
                <a:lnTo>
                  <a:pt x="1539945" y="177441"/>
                </a:lnTo>
                <a:lnTo>
                  <a:pt x="1561529" y="177089"/>
                </a:lnTo>
                <a:lnTo>
                  <a:pt x="1583112" y="176641"/>
                </a:lnTo>
                <a:lnTo>
                  <a:pt x="1604686" y="176070"/>
                </a:lnTo>
                <a:lnTo>
                  <a:pt x="1626251" y="175374"/>
                </a:lnTo>
                <a:lnTo>
                  <a:pt x="1647806" y="174527"/>
                </a:lnTo>
                <a:lnTo>
                  <a:pt x="1669342" y="173517"/>
                </a:lnTo>
                <a:lnTo>
                  <a:pt x="1690849" y="172307"/>
                </a:lnTo>
                <a:lnTo>
                  <a:pt x="1712319" y="170888"/>
                </a:lnTo>
                <a:lnTo>
                  <a:pt x="1733750" y="169212"/>
                </a:lnTo>
                <a:lnTo>
                  <a:pt x="1755115" y="167240"/>
                </a:lnTo>
                <a:lnTo>
                  <a:pt x="1776384" y="164897"/>
                </a:lnTo>
                <a:lnTo>
                  <a:pt x="1797529" y="162116"/>
                </a:lnTo>
                <a:lnTo>
                  <a:pt x="1818456" y="158772"/>
                </a:lnTo>
                <a:lnTo>
                  <a:pt x="1839058" y="154715"/>
                </a:lnTo>
                <a:lnTo>
                  <a:pt x="1859118" y="149685"/>
                </a:lnTo>
                <a:lnTo>
                  <a:pt x="1878168" y="143294"/>
                </a:lnTo>
                <a:lnTo>
                  <a:pt x="1895189" y="134960"/>
                </a:lnTo>
                <a:lnTo>
                  <a:pt x="1907905" y="124044"/>
                </a:lnTo>
                <a:lnTo>
                  <a:pt x="1913030" y="110928"/>
                </a:lnTo>
                <a:lnTo>
                  <a:pt x="1927508" y="104108"/>
                </a:lnTo>
                <a:lnTo>
                  <a:pt x="1947824" y="99508"/>
                </a:lnTo>
                <a:lnTo>
                  <a:pt x="1967875" y="94450"/>
                </a:lnTo>
                <a:lnTo>
                  <a:pt x="1987658" y="89002"/>
                </a:lnTo>
                <a:lnTo>
                  <a:pt x="2007194" y="83201"/>
                </a:lnTo>
                <a:lnTo>
                  <a:pt x="2026463" y="77067"/>
                </a:lnTo>
                <a:lnTo>
                  <a:pt x="2045484" y="70618"/>
                </a:lnTo>
                <a:lnTo>
                  <a:pt x="2064239" y="63875"/>
                </a:lnTo>
                <a:lnTo>
                  <a:pt x="2082717" y="56826"/>
                </a:lnTo>
                <a:lnTo>
                  <a:pt x="2100910" y="49511"/>
                </a:lnTo>
                <a:lnTo>
                  <a:pt x="2118827" y="41910"/>
                </a:lnTo>
                <a:lnTo>
                  <a:pt x="2136448" y="34042"/>
                </a:lnTo>
                <a:lnTo>
                  <a:pt x="2153764" y="25908"/>
                </a:lnTo>
                <a:lnTo>
                  <a:pt x="2170767" y="17526"/>
                </a:lnTo>
                <a:lnTo>
                  <a:pt x="2187454" y="8887"/>
                </a:lnTo>
                <a:lnTo>
                  <a:pt x="2203818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D1C96902-6CA9-454F-8267-B346747F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1571" y="1996678"/>
            <a:ext cx="2203999" cy="1389164"/>
          </a:xfrm>
          <a:custGeom xmlns:a="http://schemas.openxmlformats.org/drawingml/2006/main">
            <a:pathLst>
              <a:path w="2203999" h="1389164">
                <a:moveTo>
                  <a:pt x="0" y="1389164"/>
                </a:moveTo>
                <a:lnTo>
                  <a:pt x="35385" y="1389164"/>
                </a:lnTo>
                <a:lnTo>
                  <a:pt x="70771" y="1389164"/>
                </a:lnTo>
                <a:lnTo>
                  <a:pt x="106166" y="1389164"/>
                </a:lnTo>
                <a:lnTo>
                  <a:pt x="141551" y="1389164"/>
                </a:lnTo>
                <a:lnTo>
                  <a:pt x="176936" y="1389164"/>
                </a:lnTo>
                <a:lnTo>
                  <a:pt x="212322" y="1389164"/>
                </a:lnTo>
                <a:lnTo>
                  <a:pt x="247717" y="1389164"/>
                </a:lnTo>
                <a:lnTo>
                  <a:pt x="283102" y="1389164"/>
                </a:lnTo>
                <a:lnTo>
                  <a:pt x="318487" y="1389164"/>
                </a:lnTo>
                <a:lnTo>
                  <a:pt x="353873" y="1389164"/>
                </a:lnTo>
                <a:lnTo>
                  <a:pt x="389258" y="1389164"/>
                </a:lnTo>
                <a:lnTo>
                  <a:pt x="424653" y="1389164"/>
                </a:lnTo>
                <a:lnTo>
                  <a:pt x="460038" y="1389164"/>
                </a:lnTo>
                <a:lnTo>
                  <a:pt x="495424" y="1389164"/>
                </a:lnTo>
                <a:lnTo>
                  <a:pt x="530809" y="1389164"/>
                </a:lnTo>
                <a:lnTo>
                  <a:pt x="566204" y="1389164"/>
                </a:lnTo>
                <a:lnTo>
                  <a:pt x="601589" y="1389164"/>
                </a:lnTo>
                <a:lnTo>
                  <a:pt x="636975" y="1389164"/>
                </a:lnTo>
                <a:lnTo>
                  <a:pt x="672360" y="1389164"/>
                </a:lnTo>
                <a:lnTo>
                  <a:pt x="707755" y="1389164"/>
                </a:lnTo>
                <a:lnTo>
                  <a:pt x="743141" y="1389164"/>
                </a:lnTo>
                <a:lnTo>
                  <a:pt x="778526" y="1389164"/>
                </a:lnTo>
                <a:lnTo>
                  <a:pt x="813911" y="1389164"/>
                </a:lnTo>
                <a:lnTo>
                  <a:pt x="849297" y="1389164"/>
                </a:lnTo>
                <a:lnTo>
                  <a:pt x="884692" y="1389164"/>
                </a:lnTo>
                <a:lnTo>
                  <a:pt x="920077" y="1389164"/>
                </a:lnTo>
                <a:lnTo>
                  <a:pt x="955462" y="1389164"/>
                </a:lnTo>
                <a:lnTo>
                  <a:pt x="990848" y="1389164"/>
                </a:lnTo>
                <a:lnTo>
                  <a:pt x="1026243" y="1389164"/>
                </a:lnTo>
                <a:lnTo>
                  <a:pt x="1061628" y="1389164"/>
                </a:lnTo>
                <a:lnTo>
                  <a:pt x="1097013" y="1389164"/>
                </a:lnTo>
                <a:lnTo>
                  <a:pt x="1132399" y="1389164"/>
                </a:lnTo>
                <a:lnTo>
                  <a:pt x="1167784" y="1389164"/>
                </a:lnTo>
                <a:lnTo>
                  <a:pt x="1203179" y="1389164"/>
                </a:lnTo>
                <a:lnTo>
                  <a:pt x="1238564" y="1389164"/>
                </a:lnTo>
                <a:lnTo>
                  <a:pt x="1273950" y="1389164"/>
                </a:lnTo>
                <a:lnTo>
                  <a:pt x="1309335" y="1389164"/>
                </a:lnTo>
                <a:lnTo>
                  <a:pt x="1344730" y="1389164"/>
                </a:lnTo>
                <a:lnTo>
                  <a:pt x="1380115" y="1389164"/>
                </a:lnTo>
                <a:lnTo>
                  <a:pt x="1415501" y="1389164"/>
                </a:lnTo>
                <a:lnTo>
                  <a:pt x="1450886" y="1389164"/>
                </a:lnTo>
                <a:lnTo>
                  <a:pt x="1485929" y="1386650"/>
                </a:lnTo>
                <a:lnTo>
                  <a:pt x="1520771" y="1382754"/>
                </a:lnTo>
                <a:lnTo>
                  <a:pt x="1555613" y="1378858"/>
                </a:lnTo>
                <a:lnTo>
                  <a:pt x="1590456" y="1374962"/>
                </a:lnTo>
                <a:lnTo>
                  <a:pt x="1625298" y="1371067"/>
                </a:lnTo>
                <a:lnTo>
                  <a:pt x="1660141" y="1367171"/>
                </a:lnTo>
                <a:lnTo>
                  <a:pt x="1694983" y="1363266"/>
                </a:lnTo>
                <a:lnTo>
                  <a:pt x="1729826" y="1359370"/>
                </a:lnTo>
                <a:lnTo>
                  <a:pt x="1756429" y="1345730"/>
                </a:lnTo>
                <a:lnTo>
                  <a:pt x="1780985" y="1329671"/>
                </a:lnTo>
                <a:lnTo>
                  <a:pt x="1805540" y="1313602"/>
                </a:lnTo>
                <a:lnTo>
                  <a:pt x="1830095" y="1297543"/>
                </a:lnTo>
                <a:lnTo>
                  <a:pt x="1854651" y="1281484"/>
                </a:lnTo>
                <a:lnTo>
                  <a:pt x="1879206" y="1265425"/>
                </a:lnTo>
                <a:lnTo>
                  <a:pt x="1903762" y="1249366"/>
                </a:lnTo>
                <a:lnTo>
                  <a:pt x="1928317" y="1233307"/>
                </a:lnTo>
                <a:lnTo>
                  <a:pt x="1952873" y="1217238"/>
                </a:lnTo>
                <a:lnTo>
                  <a:pt x="1977428" y="1201179"/>
                </a:lnTo>
                <a:lnTo>
                  <a:pt x="2001984" y="1185120"/>
                </a:lnTo>
                <a:lnTo>
                  <a:pt x="2026529" y="1169060"/>
                </a:lnTo>
                <a:lnTo>
                  <a:pt x="2051085" y="1153001"/>
                </a:lnTo>
                <a:lnTo>
                  <a:pt x="2075640" y="1136933"/>
                </a:lnTo>
                <a:lnTo>
                  <a:pt x="2100196" y="1120873"/>
                </a:lnTo>
                <a:lnTo>
                  <a:pt x="2124751" y="1104814"/>
                </a:lnTo>
                <a:lnTo>
                  <a:pt x="2149307" y="1088755"/>
                </a:lnTo>
                <a:lnTo>
                  <a:pt x="2173862" y="1072696"/>
                </a:lnTo>
                <a:lnTo>
                  <a:pt x="2198418" y="1056627"/>
                </a:lnTo>
                <a:lnTo>
                  <a:pt x="2203999" y="1035749"/>
                </a:lnTo>
                <a:lnTo>
                  <a:pt x="2203999" y="1013441"/>
                </a:lnTo>
                <a:lnTo>
                  <a:pt x="2203999" y="991133"/>
                </a:lnTo>
                <a:lnTo>
                  <a:pt x="2203999" y="968835"/>
                </a:lnTo>
                <a:lnTo>
                  <a:pt x="2203999" y="946528"/>
                </a:lnTo>
                <a:lnTo>
                  <a:pt x="2203999" y="924220"/>
                </a:lnTo>
                <a:lnTo>
                  <a:pt x="2203999" y="901913"/>
                </a:lnTo>
                <a:lnTo>
                  <a:pt x="2203999" y="879615"/>
                </a:lnTo>
                <a:lnTo>
                  <a:pt x="2203999" y="857307"/>
                </a:lnTo>
                <a:lnTo>
                  <a:pt x="2203999" y="835000"/>
                </a:lnTo>
                <a:lnTo>
                  <a:pt x="2203999" y="812702"/>
                </a:lnTo>
                <a:lnTo>
                  <a:pt x="2203999" y="790394"/>
                </a:lnTo>
                <a:lnTo>
                  <a:pt x="2203999" y="768086"/>
                </a:lnTo>
                <a:lnTo>
                  <a:pt x="2203999" y="745788"/>
                </a:lnTo>
                <a:lnTo>
                  <a:pt x="2203999" y="723481"/>
                </a:lnTo>
                <a:lnTo>
                  <a:pt x="2203999" y="701173"/>
                </a:lnTo>
                <a:lnTo>
                  <a:pt x="2203999" y="678875"/>
                </a:lnTo>
                <a:lnTo>
                  <a:pt x="2203999" y="656568"/>
                </a:lnTo>
                <a:lnTo>
                  <a:pt x="2203999" y="634260"/>
                </a:lnTo>
                <a:lnTo>
                  <a:pt x="2203999" y="611962"/>
                </a:lnTo>
                <a:lnTo>
                  <a:pt x="2203999" y="589655"/>
                </a:lnTo>
                <a:lnTo>
                  <a:pt x="2203999" y="567347"/>
                </a:lnTo>
                <a:lnTo>
                  <a:pt x="2203999" y="545049"/>
                </a:lnTo>
                <a:lnTo>
                  <a:pt x="2203999" y="522742"/>
                </a:lnTo>
                <a:lnTo>
                  <a:pt x="2203999" y="500434"/>
                </a:lnTo>
                <a:lnTo>
                  <a:pt x="2203999" y="478136"/>
                </a:lnTo>
                <a:lnTo>
                  <a:pt x="2203999" y="455828"/>
                </a:lnTo>
                <a:lnTo>
                  <a:pt x="2203999" y="433521"/>
                </a:lnTo>
                <a:lnTo>
                  <a:pt x="2203999" y="411223"/>
                </a:lnTo>
                <a:lnTo>
                  <a:pt x="2203999" y="388915"/>
                </a:lnTo>
                <a:lnTo>
                  <a:pt x="2203999" y="366608"/>
                </a:lnTo>
                <a:lnTo>
                  <a:pt x="2203999" y="344310"/>
                </a:lnTo>
                <a:lnTo>
                  <a:pt x="2203999" y="322002"/>
                </a:lnTo>
                <a:lnTo>
                  <a:pt x="2203999" y="299695"/>
                </a:lnTo>
                <a:lnTo>
                  <a:pt x="2203999" y="277387"/>
                </a:lnTo>
                <a:lnTo>
                  <a:pt x="2203999" y="255089"/>
                </a:lnTo>
                <a:lnTo>
                  <a:pt x="2203999" y="232781"/>
                </a:lnTo>
                <a:lnTo>
                  <a:pt x="2203999" y="210474"/>
                </a:lnTo>
                <a:lnTo>
                  <a:pt x="2203999" y="188176"/>
                </a:lnTo>
                <a:lnTo>
                  <a:pt x="2203999" y="165868"/>
                </a:lnTo>
                <a:lnTo>
                  <a:pt x="2203999" y="143561"/>
                </a:lnTo>
                <a:lnTo>
                  <a:pt x="2203999" y="121263"/>
                </a:lnTo>
                <a:lnTo>
                  <a:pt x="2203999" y="98955"/>
                </a:lnTo>
                <a:lnTo>
                  <a:pt x="2203999" y="76648"/>
                </a:lnTo>
                <a:lnTo>
                  <a:pt x="2203999" y="54350"/>
                </a:lnTo>
                <a:lnTo>
                  <a:pt x="2203999" y="32042"/>
                </a:lnTo>
                <a:lnTo>
                  <a:pt x="2203999" y="9735"/>
                </a:lnTo>
                <a:lnTo>
                  <a:pt x="2184054" y="0"/>
                </a:lnTo>
                <a:lnTo>
                  <a:pt x="2148669" y="0"/>
                </a:lnTo>
                <a:lnTo>
                  <a:pt x="2113283" y="0"/>
                </a:lnTo>
                <a:lnTo>
                  <a:pt x="2077898" y="0"/>
                </a:lnTo>
                <a:lnTo>
                  <a:pt x="2042512" y="0"/>
                </a:lnTo>
                <a:lnTo>
                  <a:pt x="2007118" y="0"/>
                </a:lnTo>
                <a:lnTo>
                  <a:pt x="1971732" y="0"/>
                </a:lnTo>
                <a:lnTo>
                  <a:pt x="1936347" y="0"/>
                </a:lnTo>
                <a:lnTo>
                  <a:pt x="1900961" y="0"/>
                </a:lnTo>
                <a:lnTo>
                  <a:pt x="1865567" y="0"/>
                </a:lnTo>
                <a:lnTo>
                  <a:pt x="1830181" y="0"/>
                </a:lnTo>
                <a:lnTo>
                  <a:pt x="1794796" y="0"/>
                </a:lnTo>
                <a:lnTo>
                  <a:pt x="1759410" y="0"/>
                </a:lnTo>
                <a:lnTo>
                  <a:pt x="1724015" y="0"/>
                </a:lnTo>
                <a:lnTo>
                  <a:pt x="1688630" y="0"/>
                </a:lnTo>
                <a:lnTo>
                  <a:pt x="1653245" y="0"/>
                </a:lnTo>
                <a:lnTo>
                  <a:pt x="1617859" y="0"/>
                </a:lnTo>
                <a:lnTo>
                  <a:pt x="1582474" y="0"/>
                </a:lnTo>
                <a:lnTo>
                  <a:pt x="1547079" y="0"/>
                </a:lnTo>
                <a:lnTo>
                  <a:pt x="1511694" y="0"/>
                </a:lnTo>
                <a:lnTo>
                  <a:pt x="1476308" y="0"/>
                </a:lnTo>
                <a:lnTo>
                  <a:pt x="1440923" y="0"/>
                </a:lnTo>
                <a:lnTo>
                  <a:pt x="1405528" y="0"/>
                </a:lnTo>
                <a:lnTo>
                  <a:pt x="1370143" y="0"/>
                </a:lnTo>
                <a:lnTo>
                  <a:pt x="1334757" y="0"/>
                </a:lnTo>
                <a:lnTo>
                  <a:pt x="1299372" y="0"/>
                </a:lnTo>
                <a:lnTo>
                  <a:pt x="1263987" y="0"/>
                </a:lnTo>
                <a:lnTo>
                  <a:pt x="1228592" y="0"/>
                </a:lnTo>
                <a:lnTo>
                  <a:pt x="1193206" y="0"/>
                </a:lnTo>
                <a:lnTo>
                  <a:pt x="1157821" y="0"/>
                </a:lnTo>
                <a:lnTo>
                  <a:pt x="1122436" y="0"/>
                </a:lnTo>
                <a:lnTo>
                  <a:pt x="1087041" y="0"/>
                </a:lnTo>
                <a:lnTo>
                  <a:pt x="1051655" y="0"/>
                </a:lnTo>
                <a:lnTo>
                  <a:pt x="1016270" y="0"/>
                </a:lnTo>
                <a:lnTo>
                  <a:pt x="980885" y="0"/>
                </a:lnTo>
                <a:lnTo>
                  <a:pt x="945490" y="0"/>
                </a:lnTo>
                <a:lnTo>
                  <a:pt x="910104" y="0"/>
                </a:lnTo>
                <a:lnTo>
                  <a:pt x="874719" y="0"/>
                </a:lnTo>
                <a:lnTo>
                  <a:pt x="839333" y="0"/>
                </a:lnTo>
                <a:lnTo>
                  <a:pt x="803948" y="0"/>
                </a:lnTo>
                <a:lnTo>
                  <a:pt x="768553" y="0"/>
                </a:lnTo>
                <a:lnTo>
                  <a:pt x="733168" y="0"/>
                </a:lnTo>
                <a:lnTo>
                  <a:pt x="697782" y="0"/>
                </a:lnTo>
                <a:lnTo>
                  <a:pt x="662397" y="0"/>
                </a:lnTo>
                <a:lnTo>
                  <a:pt x="627002" y="0"/>
                </a:lnTo>
                <a:lnTo>
                  <a:pt x="591617" y="0"/>
                </a:lnTo>
                <a:lnTo>
                  <a:pt x="556231" y="0"/>
                </a:lnTo>
                <a:lnTo>
                  <a:pt x="520846" y="0"/>
                </a:lnTo>
                <a:lnTo>
                  <a:pt x="485461" y="0"/>
                </a:lnTo>
                <a:lnTo>
                  <a:pt x="450066" y="0"/>
                </a:lnTo>
                <a:lnTo>
                  <a:pt x="414680" y="0"/>
                </a:lnTo>
                <a:lnTo>
                  <a:pt x="379295" y="0"/>
                </a:lnTo>
                <a:lnTo>
                  <a:pt x="343910" y="0"/>
                </a:lnTo>
                <a:lnTo>
                  <a:pt x="308515" y="0"/>
                </a:lnTo>
                <a:lnTo>
                  <a:pt x="273129" y="0"/>
                </a:lnTo>
                <a:lnTo>
                  <a:pt x="237744" y="0"/>
                </a:lnTo>
                <a:lnTo>
                  <a:pt x="202359" y="0"/>
                </a:lnTo>
                <a:lnTo>
                  <a:pt x="166973" y="0"/>
                </a:lnTo>
                <a:lnTo>
                  <a:pt x="131578" y="0"/>
                </a:lnTo>
                <a:lnTo>
                  <a:pt x="96193" y="0"/>
                </a:lnTo>
                <a:lnTo>
                  <a:pt x="60808" y="0"/>
                </a:lnTo>
                <a:lnTo>
                  <a:pt x="25422" y="0"/>
                </a:lnTo>
                <a:lnTo>
                  <a:pt x="0" y="6287"/>
                </a:lnTo>
                <a:lnTo>
                  <a:pt x="0" y="28585"/>
                </a:lnTo>
                <a:lnTo>
                  <a:pt x="0" y="50892"/>
                </a:lnTo>
                <a:lnTo>
                  <a:pt x="0" y="73200"/>
                </a:lnTo>
                <a:lnTo>
                  <a:pt x="0" y="95498"/>
                </a:lnTo>
                <a:lnTo>
                  <a:pt x="0" y="117805"/>
                </a:lnTo>
                <a:lnTo>
                  <a:pt x="0" y="140113"/>
                </a:lnTo>
                <a:lnTo>
                  <a:pt x="0" y="162411"/>
                </a:lnTo>
                <a:lnTo>
                  <a:pt x="0" y="184718"/>
                </a:lnTo>
                <a:lnTo>
                  <a:pt x="0" y="207026"/>
                </a:lnTo>
                <a:lnTo>
                  <a:pt x="0" y="229324"/>
                </a:lnTo>
                <a:lnTo>
                  <a:pt x="0" y="251631"/>
                </a:lnTo>
                <a:lnTo>
                  <a:pt x="0" y="273939"/>
                </a:lnTo>
                <a:lnTo>
                  <a:pt x="0" y="296237"/>
                </a:lnTo>
                <a:lnTo>
                  <a:pt x="0" y="318545"/>
                </a:lnTo>
                <a:lnTo>
                  <a:pt x="0" y="340852"/>
                </a:lnTo>
                <a:lnTo>
                  <a:pt x="0" y="363160"/>
                </a:lnTo>
                <a:lnTo>
                  <a:pt x="0" y="385458"/>
                </a:lnTo>
                <a:lnTo>
                  <a:pt x="0" y="407765"/>
                </a:lnTo>
                <a:lnTo>
                  <a:pt x="0" y="430073"/>
                </a:lnTo>
                <a:lnTo>
                  <a:pt x="0" y="452371"/>
                </a:lnTo>
                <a:lnTo>
                  <a:pt x="0" y="474678"/>
                </a:lnTo>
                <a:lnTo>
                  <a:pt x="0" y="496986"/>
                </a:lnTo>
                <a:lnTo>
                  <a:pt x="0" y="519284"/>
                </a:lnTo>
                <a:lnTo>
                  <a:pt x="0" y="541592"/>
                </a:lnTo>
                <a:lnTo>
                  <a:pt x="0" y="563899"/>
                </a:lnTo>
                <a:lnTo>
                  <a:pt x="0" y="586197"/>
                </a:lnTo>
                <a:lnTo>
                  <a:pt x="0" y="608505"/>
                </a:lnTo>
                <a:lnTo>
                  <a:pt x="0" y="630812"/>
                </a:lnTo>
                <a:lnTo>
                  <a:pt x="0" y="653110"/>
                </a:lnTo>
                <a:lnTo>
                  <a:pt x="0" y="675418"/>
                </a:lnTo>
                <a:lnTo>
                  <a:pt x="0" y="697725"/>
                </a:lnTo>
                <a:lnTo>
                  <a:pt x="0" y="720023"/>
                </a:lnTo>
                <a:lnTo>
                  <a:pt x="0" y="742331"/>
                </a:lnTo>
                <a:lnTo>
                  <a:pt x="0" y="764638"/>
                </a:lnTo>
                <a:lnTo>
                  <a:pt x="0" y="786936"/>
                </a:lnTo>
                <a:lnTo>
                  <a:pt x="0" y="809244"/>
                </a:lnTo>
                <a:lnTo>
                  <a:pt x="0" y="831552"/>
                </a:lnTo>
                <a:lnTo>
                  <a:pt x="0" y="853850"/>
                </a:lnTo>
                <a:lnTo>
                  <a:pt x="0" y="876157"/>
                </a:lnTo>
                <a:lnTo>
                  <a:pt x="0" y="898465"/>
                </a:lnTo>
                <a:lnTo>
                  <a:pt x="0" y="920763"/>
                </a:lnTo>
                <a:lnTo>
                  <a:pt x="0" y="943070"/>
                </a:lnTo>
                <a:lnTo>
                  <a:pt x="0" y="965378"/>
                </a:lnTo>
                <a:lnTo>
                  <a:pt x="0" y="987685"/>
                </a:lnTo>
                <a:lnTo>
                  <a:pt x="0" y="1009983"/>
                </a:lnTo>
                <a:lnTo>
                  <a:pt x="0" y="1032291"/>
                </a:lnTo>
                <a:lnTo>
                  <a:pt x="0" y="1054598"/>
                </a:lnTo>
                <a:lnTo>
                  <a:pt x="0" y="1076897"/>
                </a:lnTo>
                <a:lnTo>
                  <a:pt x="0" y="1099204"/>
                </a:lnTo>
                <a:lnTo>
                  <a:pt x="0" y="1121512"/>
                </a:lnTo>
                <a:lnTo>
                  <a:pt x="0" y="1143810"/>
                </a:lnTo>
                <a:lnTo>
                  <a:pt x="0" y="1166117"/>
                </a:lnTo>
                <a:lnTo>
                  <a:pt x="0" y="1188425"/>
                </a:lnTo>
                <a:lnTo>
                  <a:pt x="0" y="1210723"/>
                </a:lnTo>
                <a:lnTo>
                  <a:pt x="0" y="1233030"/>
                </a:lnTo>
                <a:lnTo>
                  <a:pt x="0" y="1255338"/>
                </a:lnTo>
                <a:lnTo>
                  <a:pt x="0" y="1277636"/>
                </a:lnTo>
                <a:lnTo>
                  <a:pt x="0" y="1299943"/>
                </a:lnTo>
                <a:lnTo>
                  <a:pt x="0" y="1322251"/>
                </a:lnTo>
                <a:lnTo>
                  <a:pt x="0" y="1344549"/>
                </a:lnTo>
                <a:lnTo>
                  <a:pt x="0" y="1366857"/>
                </a:lnTo>
                <a:lnTo>
                  <a:pt x="0" y="138916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9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F34121DE-6971-42FE-866E-79262A48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1571" y="1996678"/>
            <a:ext cx="2203999" cy="238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94D8F734-A5D6-41F1-9F96-CBB042BF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3545" y="3049667"/>
            <a:ext cx="812016" cy="336433"/>
          </a:xfrm>
          <a:custGeom xmlns:a="http://schemas.openxmlformats.org/drawingml/2006/main">
            <a:pathLst>
              <a:path w="812016" h="336433">
                <a:moveTo>
                  <a:pt x="812016" y="0"/>
                </a:moveTo>
                <a:lnTo>
                  <a:pt x="811054" y="5582"/>
                </a:lnTo>
                <a:lnTo>
                  <a:pt x="809787" y="11135"/>
                </a:lnTo>
                <a:lnTo>
                  <a:pt x="808301" y="16669"/>
                </a:lnTo>
                <a:lnTo>
                  <a:pt x="806634" y="22184"/>
                </a:lnTo>
                <a:lnTo>
                  <a:pt x="804796" y="27680"/>
                </a:lnTo>
                <a:lnTo>
                  <a:pt x="802805" y="33147"/>
                </a:lnTo>
                <a:lnTo>
                  <a:pt x="800652" y="38595"/>
                </a:lnTo>
                <a:lnTo>
                  <a:pt x="798357" y="44025"/>
                </a:lnTo>
                <a:lnTo>
                  <a:pt x="795928" y="49425"/>
                </a:lnTo>
                <a:lnTo>
                  <a:pt x="793347" y="54797"/>
                </a:lnTo>
                <a:lnTo>
                  <a:pt x="790642" y="60150"/>
                </a:lnTo>
                <a:lnTo>
                  <a:pt x="787794" y="65465"/>
                </a:lnTo>
                <a:lnTo>
                  <a:pt x="784822" y="70761"/>
                </a:lnTo>
                <a:lnTo>
                  <a:pt x="781717" y="76019"/>
                </a:lnTo>
                <a:lnTo>
                  <a:pt x="778488" y="81248"/>
                </a:lnTo>
                <a:lnTo>
                  <a:pt x="775125" y="86449"/>
                </a:lnTo>
                <a:lnTo>
                  <a:pt x="771639" y="91621"/>
                </a:lnTo>
                <a:lnTo>
                  <a:pt x="768029" y="96745"/>
                </a:lnTo>
                <a:lnTo>
                  <a:pt x="764296" y="101841"/>
                </a:lnTo>
                <a:lnTo>
                  <a:pt x="760428" y="106909"/>
                </a:lnTo>
                <a:lnTo>
                  <a:pt x="756447" y="111928"/>
                </a:lnTo>
                <a:lnTo>
                  <a:pt x="752351" y="116910"/>
                </a:lnTo>
                <a:lnTo>
                  <a:pt x="748122" y="121853"/>
                </a:lnTo>
                <a:lnTo>
                  <a:pt x="743788" y="126749"/>
                </a:lnTo>
                <a:lnTo>
                  <a:pt x="739321" y="131607"/>
                </a:lnTo>
                <a:lnTo>
                  <a:pt x="734739" y="136427"/>
                </a:lnTo>
                <a:lnTo>
                  <a:pt x="730044" y="141199"/>
                </a:lnTo>
                <a:lnTo>
                  <a:pt x="725234" y="145923"/>
                </a:lnTo>
                <a:lnTo>
                  <a:pt x="720309" y="150600"/>
                </a:lnTo>
                <a:lnTo>
                  <a:pt x="715261" y="155229"/>
                </a:lnTo>
                <a:lnTo>
                  <a:pt x="710108" y="159801"/>
                </a:lnTo>
                <a:lnTo>
                  <a:pt x="704840" y="164335"/>
                </a:lnTo>
                <a:lnTo>
                  <a:pt x="699468" y="168812"/>
                </a:lnTo>
                <a:lnTo>
                  <a:pt x="693982" y="173231"/>
                </a:lnTo>
                <a:lnTo>
                  <a:pt x="688391" y="177603"/>
                </a:lnTo>
                <a:lnTo>
                  <a:pt x="682695" y="181918"/>
                </a:lnTo>
                <a:lnTo>
                  <a:pt x="676885" y="186176"/>
                </a:lnTo>
                <a:lnTo>
                  <a:pt x="670979" y="190376"/>
                </a:lnTo>
                <a:lnTo>
                  <a:pt x="664969" y="194520"/>
                </a:lnTo>
                <a:lnTo>
                  <a:pt x="658863" y="198606"/>
                </a:lnTo>
                <a:lnTo>
                  <a:pt x="652653" y="202625"/>
                </a:lnTo>
                <a:lnTo>
                  <a:pt x="646347" y="206597"/>
                </a:lnTo>
                <a:lnTo>
                  <a:pt x="639947" y="210503"/>
                </a:lnTo>
                <a:lnTo>
                  <a:pt x="633460" y="214341"/>
                </a:lnTo>
                <a:lnTo>
                  <a:pt x="626869" y="218123"/>
                </a:lnTo>
                <a:lnTo>
                  <a:pt x="620201" y="221847"/>
                </a:lnTo>
                <a:lnTo>
                  <a:pt x="613439" y="225495"/>
                </a:lnTo>
                <a:lnTo>
                  <a:pt x="606600" y="229086"/>
                </a:lnTo>
                <a:lnTo>
                  <a:pt x="599665" y="232620"/>
                </a:lnTo>
                <a:lnTo>
                  <a:pt x="592655" y="236077"/>
                </a:lnTo>
                <a:lnTo>
                  <a:pt x="585568" y="239478"/>
                </a:lnTo>
                <a:lnTo>
                  <a:pt x="578406" y="242811"/>
                </a:lnTo>
                <a:lnTo>
                  <a:pt x="571157" y="246078"/>
                </a:lnTo>
                <a:lnTo>
                  <a:pt x="563842" y="249288"/>
                </a:lnTo>
                <a:lnTo>
                  <a:pt x="556460" y="252422"/>
                </a:lnTo>
                <a:lnTo>
                  <a:pt x="549002" y="255499"/>
                </a:lnTo>
                <a:lnTo>
                  <a:pt x="541487" y="258499"/>
                </a:lnTo>
                <a:lnTo>
                  <a:pt x="533895" y="261442"/>
                </a:lnTo>
                <a:lnTo>
                  <a:pt x="526247" y="264319"/>
                </a:lnTo>
                <a:lnTo>
                  <a:pt x="518541" y="267138"/>
                </a:lnTo>
                <a:lnTo>
                  <a:pt x="510778" y="269881"/>
                </a:lnTo>
                <a:lnTo>
                  <a:pt x="502949" y="272567"/>
                </a:lnTo>
                <a:lnTo>
                  <a:pt x="495071" y="275187"/>
                </a:lnTo>
                <a:lnTo>
                  <a:pt x="487137" y="277739"/>
                </a:lnTo>
                <a:lnTo>
                  <a:pt x="479155" y="280226"/>
                </a:lnTo>
                <a:lnTo>
                  <a:pt x="471126" y="282654"/>
                </a:lnTo>
                <a:lnTo>
                  <a:pt x="463048" y="285017"/>
                </a:lnTo>
                <a:lnTo>
                  <a:pt x="454924" y="287322"/>
                </a:lnTo>
                <a:lnTo>
                  <a:pt x="446761" y="289560"/>
                </a:lnTo>
                <a:lnTo>
                  <a:pt x="438550" y="291741"/>
                </a:lnTo>
                <a:lnTo>
                  <a:pt x="430301" y="293856"/>
                </a:lnTo>
                <a:lnTo>
                  <a:pt x="422015" y="295913"/>
                </a:lnTo>
                <a:lnTo>
                  <a:pt x="413690" y="297913"/>
                </a:lnTo>
                <a:lnTo>
                  <a:pt x="405327" y="299857"/>
                </a:lnTo>
                <a:lnTo>
                  <a:pt x="396935" y="301733"/>
                </a:lnTo>
                <a:lnTo>
                  <a:pt x="388515" y="303552"/>
                </a:lnTo>
                <a:lnTo>
                  <a:pt x="380057" y="305314"/>
                </a:lnTo>
                <a:lnTo>
                  <a:pt x="371570" y="307029"/>
                </a:lnTo>
                <a:lnTo>
                  <a:pt x="363055" y="308677"/>
                </a:lnTo>
                <a:lnTo>
                  <a:pt x="354521" y="310277"/>
                </a:lnTo>
                <a:lnTo>
                  <a:pt x="345958" y="311820"/>
                </a:lnTo>
                <a:lnTo>
                  <a:pt x="337366" y="313306"/>
                </a:lnTo>
                <a:lnTo>
                  <a:pt x="328755" y="314735"/>
                </a:lnTo>
                <a:lnTo>
                  <a:pt x="320126" y="316116"/>
                </a:lnTo>
                <a:lnTo>
                  <a:pt x="311468" y="317449"/>
                </a:lnTo>
                <a:lnTo>
                  <a:pt x="302800" y="318726"/>
                </a:lnTo>
                <a:lnTo>
                  <a:pt x="294103" y="319954"/>
                </a:lnTo>
                <a:lnTo>
                  <a:pt x="285398" y="321135"/>
                </a:lnTo>
                <a:lnTo>
                  <a:pt x="276673" y="322259"/>
                </a:lnTo>
                <a:lnTo>
                  <a:pt x="267929" y="323345"/>
                </a:lnTo>
                <a:lnTo>
                  <a:pt x="259175" y="324374"/>
                </a:lnTo>
                <a:lnTo>
                  <a:pt x="250403" y="325355"/>
                </a:lnTo>
                <a:lnTo>
                  <a:pt x="241621" y="326298"/>
                </a:lnTo>
                <a:lnTo>
                  <a:pt x="232829" y="327184"/>
                </a:lnTo>
                <a:lnTo>
                  <a:pt x="224028" y="328031"/>
                </a:lnTo>
                <a:lnTo>
                  <a:pt x="215208" y="328832"/>
                </a:lnTo>
                <a:lnTo>
                  <a:pt x="206378" y="329594"/>
                </a:lnTo>
                <a:lnTo>
                  <a:pt x="197548" y="330308"/>
                </a:lnTo>
                <a:lnTo>
                  <a:pt x="188709" y="330975"/>
                </a:lnTo>
                <a:lnTo>
                  <a:pt x="179851" y="331603"/>
                </a:lnTo>
                <a:lnTo>
                  <a:pt x="170993" y="332194"/>
                </a:lnTo>
                <a:lnTo>
                  <a:pt x="162135" y="332737"/>
                </a:lnTo>
                <a:lnTo>
                  <a:pt x="153257" y="333251"/>
                </a:lnTo>
                <a:lnTo>
                  <a:pt x="144389" y="333718"/>
                </a:lnTo>
                <a:lnTo>
                  <a:pt x="135503" y="334147"/>
                </a:lnTo>
                <a:lnTo>
                  <a:pt x="126616" y="334537"/>
                </a:lnTo>
                <a:lnTo>
                  <a:pt x="117729" y="334889"/>
                </a:lnTo>
                <a:lnTo>
                  <a:pt x="108833" y="335204"/>
                </a:lnTo>
                <a:lnTo>
                  <a:pt x="99936" y="335480"/>
                </a:lnTo>
                <a:lnTo>
                  <a:pt x="91040" y="335718"/>
                </a:lnTo>
                <a:lnTo>
                  <a:pt x="82144" y="335918"/>
                </a:lnTo>
                <a:lnTo>
                  <a:pt x="73238" y="336090"/>
                </a:lnTo>
                <a:lnTo>
                  <a:pt x="64332" y="336233"/>
                </a:lnTo>
                <a:lnTo>
                  <a:pt x="55426" y="336328"/>
                </a:lnTo>
                <a:lnTo>
                  <a:pt x="46520" y="336394"/>
                </a:lnTo>
                <a:lnTo>
                  <a:pt x="37614" y="336433"/>
                </a:lnTo>
                <a:lnTo>
                  <a:pt x="28708" y="336433"/>
                </a:lnTo>
                <a:lnTo>
                  <a:pt x="19802" y="336404"/>
                </a:lnTo>
                <a:lnTo>
                  <a:pt x="10897" y="336347"/>
                </a:lnTo>
                <a:lnTo>
                  <a:pt x="1991" y="336252"/>
                </a:lnTo>
                <a:lnTo>
                  <a:pt x="0" y="336156"/>
                </a:lnTo>
                <a:lnTo>
                  <a:pt x="8906" y="336023"/>
                </a:lnTo>
                <a:lnTo>
                  <a:pt x="17802" y="335785"/>
                </a:lnTo>
                <a:lnTo>
                  <a:pt x="26699" y="335480"/>
                </a:lnTo>
                <a:lnTo>
                  <a:pt x="35585" y="335099"/>
                </a:lnTo>
                <a:lnTo>
                  <a:pt x="44463" y="334661"/>
                </a:lnTo>
                <a:lnTo>
                  <a:pt x="53330" y="334166"/>
                </a:lnTo>
                <a:lnTo>
                  <a:pt x="62198" y="333594"/>
                </a:lnTo>
                <a:lnTo>
                  <a:pt x="71047" y="332975"/>
                </a:lnTo>
                <a:lnTo>
                  <a:pt x="79886" y="332299"/>
                </a:lnTo>
                <a:lnTo>
                  <a:pt x="88716" y="331556"/>
                </a:lnTo>
                <a:lnTo>
                  <a:pt x="97536" y="330765"/>
                </a:lnTo>
                <a:lnTo>
                  <a:pt x="106337" y="329908"/>
                </a:lnTo>
                <a:lnTo>
                  <a:pt x="115129" y="328994"/>
                </a:lnTo>
                <a:lnTo>
                  <a:pt x="123901" y="328012"/>
                </a:lnTo>
                <a:lnTo>
                  <a:pt x="132655" y="326974"/>
                </a:lnTo>
                <a:lnTo>
                  <a:pt x="141389" y="325879"/>
                </a:lnTo>
                <a:lnTo>
                  <a:pt x="150095" y="324707"/>
                </a:lnTo>
                <a:lnTo>
                  <a:pt x="158791" y="323479"/>
                </a:lnTo>
                <a:lnTo>
                  <a:pt x="167459" y="322183"/>
                </a:lnTo>
                <a:lnTo>
                  <a:pt x="176098" y="320821"/>
                </a:lnTo>
                <a:lnTo>
                  <a:pt x="184709" y="319392"/>
                </a:lnTo>
                <a:lnTo>
                  <a:pt x="193291" y="317897"/>
                </a:lnTo>
                <a:lnTo>
                  <a:pt x="201844" y="316316"/>
                </a:lnTo>
                <a:lnTo>
                  <a:pt x="210360" y="314668"/>
                </a:lnTo>
                <a:lnTo>
                  <a:pt x="218837" y="312953"/>
                </a:lnTo>
                <a:lnTo>
                  <a:pt x="227267" y="311144"/>
                </a:lnTo>
                <a:lnTo>
                  <a:pt x="235668" y="309267"/>
                </a:lnTo>
                <a:lnTo>
                  <a:pt x="244011" y="307305"/>
                </a:lnTo>
                <a:lnTo>
                  <a:pt x="252298" y="305257"/>
                </a:lnTo>
                <a:lnTo>
                  <a:pt x="260547" y="303133"/>
                </a:lnTo>
                <a:lnTo>
                  <a:pt x="268719" y="300904"/>
                </a:lnTo>
                <a:lnTo>
                  <a:pt x="276835" y="298599"/>
                </a:lnTo>
                <a:lnTo>
                  <a:pt x="284883" y="296189"/>
                </a:lnTo>
                <a:lnTo>
                  <a:pt x="292856" y="293684"/>
                </a:lnTo>
                <a:lnTo>
                  <a:pt x="300752" y="291084"/>
                </a:lnTo>
                <a:lnTo>
                  <a:pt x="308562" y="288388"/>
                </a:lnTo>
                <a:lnTo>
                  <a:pt x="316278" y="285588"/>
                </a:lnTo>
                <a:lnTo>
                  <a:pt x="323898" y="282673"/>
                </a:lnTo>
                <a:lnTo>
                  <a:pt x="331403" y="279654"/>
                </a:lnTo>
                <a:lnTo>
                  <a:pt x="338804" y="276530"/>
                </a:lnTo>
                <a:lnTo>
                  <a:pt x="346072" y="273291"/>
                </a:lnTo>
                <a:lnTo>
                  <a:pt x="353216" y="269929"/>
                </a:lnTo>
                <a:lnTo>
                  <a:pt x="360216" y="266462"/>
                </a:lnTo>
                <a:lnTo>
                  <a:pt x="367065" y="262871"/>
                </a:lnTo>
                <a:lnTo>
                  <a:pt x="373761" y="259166"/>
                </a:lnTo>
                <a:lnTo>
                  <a:pt x="380276" y="255346"/>
                </a:lnTo>
                <a:lnTo>
                  <a:pt x="386620" y="251403"/>
                </a:lnTo>
                <a:lnTo>
                  <a:pt x="392763" y="247336"/>
                </a:lnTo>
                <a:lnTo>
                  <a:pt x="398707" y="243154"/>
                </a:lnTo>
                <a:lnTo>
                  <a:pt x="404441" y="238858"/>
                </a:lnTo>
                <a:lnTo>
                  <a:pt x="409946" y="234448"/>
                </a:lnTo>
                <a:lnTo>
                  <a:pt x="415223" y="229924"/>
                </a:lnTo>
                <a:lnTo>
                  <a:pt x="420253" y="225295"/>
                </a:lnTo>
                <a:lnTo>
                  <a:pt x="425034" y="220561"/>
                </a:lnTo>
                <a:lnTo>
                  <a:pt x="429558" y="215722"/>
                </a:lnTo>
                <a:lnTo>
                  <a:pt x="433816" y="210788"/>
                </a:lnTo>
                <a:lnTo>
                  <a:pt x="437807" y="205769"/>
                </a:lnTo>
                <a:lnTo>
                  <a:pt x="441522" y="200673"/>
                </a:lnTo>
                <a:lnTo>
                  <a:pt x="444951" y="195491"/>
                </a:lnTo>
                <a:lnTo>
                  <a:pt x="448113" y="190243"/>
                </a:lnTo>
                <a:lnTo>
                  <a:pt x="450980" y="184928"/>
                </a:lnTo>
                <a:lnTo>
                  <a:pt x="453571" y="179556"/>
                </a:lnTo>
                <a:lnTo>
                  <a:pt x="455886" y="174136"/>
                </a:lnTo>
                <a:lnTo>
                  <a:pt x="457933" y="168669"/>
                </a:lnTo>
                <a:lnTo>
                  <a:pt x="459696" y="163173"/>
                </a:lnTo>
                <a:lnTo>
                  <a:pt x="461201" y="157639"/>
                </a:lnTo>
                <a:lnTo>
                  <a:pt x="462439" y="152076"/>
                </a:lnTo>
                <a:lnTo>
                  <a:pt x="463429" y="146495"/>
                </a:lnTo>
                <a:lnTo>
                  <a:pt x="464163" y="140903"/>
                </a:lnTo>
                <a:lnTo>
                  <a:pt x="464668" y="135293"/>
                </a:lnTo>
                <a:lnTo>
                  <a:pt x="464934" y="129683"/>
                </a:lnTo>
                <a:lnTo>
                  <a:pt x="464972" y="124073"/>
                </a:lnTo>
                <a:lnTo>
                  <a:pt x="464791" y="118462"/>
                </a:lnTo>
                <a:lnTo>
                  <a:pt x="464410" y="112852"/>
                </a:lnTo>
                <a:lnTo>
                  <a:pt x="463820" y="107252"/>
                </a:lnTo>
                <a:lnTo>
                  <a:pt x="472069" y="105880"/>
                </a:lnTo>
                <a:lnTo>
                  <a:pt x="480746" y="104623"/>
                </a:lnTo>
                <a:lnTo>
                  <a:pt x="489395" y="103280"/>
                </a:lnTo>
                <a:lnTo>
                  <a:pt x="498015" y="101879"/>
                </a:lnTo>
                <a:lnTo>
                  <a:pt x="506616" y="100403"/>
                </a:lnTo>
                <a:lnTo>
                  <a:pt x="515188" y="98879"/>
                </a:lnTo>
                <a:lnTo>
                  <a:pt x="523732" y="97288"/>
                </a:lnTo>
                <a:lnTo>
                  <a:pt x="532247" y="95650"/>
                </a:lnTo>
                <a:lnTo>
                  <a:pt x="540734" y="93955"/>
                </a:lnTo>
                <a:lnTo>
                  <a:pt x="549202" y="92202"/>
                </a:lnTo>
                <a:lnTo>
                  <a:pt x="557632" y="90402"/>
                </a:lnTo>
                <a:lnTo>
                  <a:pt x="566042" y="88544"/>
                </a:lnTo>
                <a:lnTo>
                  <a:pt x="574424" y="86639"/>
                </a:lnTo>
                <a:lnTo>
                  <a:pt x="582768" y="84677"/>
                </a:lnTo>
                <a:lnTo>
                  <a:pt x="591083" y="82667"/>
                </a:lnTo>
                <a:lnTo>
                  <a:pt x="599370" y="80610"/>
                </a:lnTo>
                <a:lnTo>
                  <a:pt x="607619" y="78496"/>
                </a:lnTo>
                <a:lnTo>
                  <a:pt x="615839" y="76324"/>
                </a:lnTo>
                <a:lnTo>
                  <a:pt x="624021" y="74105"/>
                </a:lnTo>
                <a:lnTo>
                  <a:pt x="632165" y="71838"/>
                </a:lnTo>
                <a:lnTo>
                  <a:pt x="640271" y="69513"/>
                </a:lnTo>
                <a:lnTo>
                  <a:pt x="648338" y="67132"/>
                </a:lnTo>
                <a:lnTo>
                  <a:pt x="656358" y="64694"/>
                </a:lnTo>
                <a:lnTo>
                  <a:pt x="664350" y="62208"/>
                </a:lnTo>
                <a:lnTo>
                  <a:pt x="672284" y="59665"/>
                </a:lnTo>
                <a:lnTo>
                  <a:pt x="680180" y="57064"/>
                </a:lnTo>
                <a:lnTo>
                  <a:pt x="688029" y="54407"/>
                </a:lnTo>
                <a:lnTo>
                  <a:pt x="695820" y="51692"/>
                </a:lnTo>
                <a:lnTo>
                  <a:pt x="703574" y="48920"/>
                </a:lnTo>
                <a:lnTo>
                  <a:pt x="711260" y="46091"/>
                </a:lnTo>
                <a:lnTo>
                  <a:pt x="718899" y="43205"/>
                </a:lnTo>
                <a:lnTo>
                  <a:pt x="726481" y="40262"/>
                </a:lnTo>
                <a:lnTo>
                  <a:pt x="734006" y="37252"/>
                </a:lnTo>
                <a:lnTo>
                  <a:pt x="741464" y="34176"/>
                </a:lnTo>
                <a:lnTo>
                  <a:pt x="748856" y="31051"/>
                </a:lnTo>
                <a:lnTo>
                  <a:pt x="756180" y="27861"/>
                </a:lnTo>
                <a:lnTo>
                  <a:pt x="763438" y="24603"/>
                </a:lnTo>
                <a:lnTo>
                  <a:pt x="770620" y="21279"/>
                </a:lnTo>
                <a:lnTo>
                  <a:pt x="777726" y="17897"/>
                </a:lnTo>
                <a:lnTo>
                  <a:pt x="784755" y="14449"/>
                </a:lnTo>
                <a:lnTo>
                  <a:pt x="791699" y="10935"/>
                </a:lnTo>
                <a:lnTo>
                  <a:pt x="798566" y="7353"/>
                </a:lnTo>
                <a:lnTo>
                  <a:pt x="805339" y="3715"/>
                </a:lnTo>
                <a:lnTo>
                  <a:pt x="81201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1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71ED482D-1EE8-4B53-A795-191DFD9B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6315" y="3017711"/>
            <a:ext cx="2204495" cy="369351"/>
          </a:xfrm>
          <a:custGeom xmlns:a="http://schemas.openxmlformats.org/drawingml/2006/main">
            <a:pathLst>
              <a:path w="2204495" h="369351">
                <a:moveTo>
                  <a:pt x="2203818" y="0"/>
                </a:moveTo>
                <a:lnTo>
                  <a:pt x="2204495" y="13602"/>
                </a:lnTo>
                <a:lnTo>
                  <a:pt x="2204199" y="27213"/>
                </a:lnTo>
                <a:lnTo>
                  <a:pt x="2203123" y="40805"/>
                </a:lnTo>
                <a:lnTo>
                  <a:pt x="2201351" y="54369"/>
                </a:lnTo>
                <a:lnTo>
                  <a:pt x="2198894" y="67885"/>
                </a:lnTo>
                <a:lnTo>
                  <a:pt x="2195751" y="81353"/>
                </a:lnTo>
                <a:lnTo>
                  <a:pt x="2191931" y="94745"/>
                </a:lnTo>
                <a:lnTo>
                  <a:pt x="2187426" y="108061"/>
                </a:lnTo>
                <a:lnTo>
                  <a:pt x="2182225" y="121263"/>
                </a:lnTo>
                <a:lnTo>
                  <a:pt x="2176301" y="134360"/>
                </a:lnTo>
                <a:lnTo>
                  <a:pt x="2169643" y="147304"/>
                </a:lnTo>
                <a:lnTo>
                  <a:pt x="2162251" y="160087"/>
                </a:lnTo>
                <a:lnTo>
                  <a:pt x="2154088" y="172688"/>
                </a:lnTo>
                <a:lnTo>
                  <a:pt x="2145163" y="185080"/>
                </a:lnTo>
                <a:lnTo>
                  <a:pt x="2135438" y="197234"/>
                </a:lnTo>
                <a:lnTo>
                  <a:pt x="2124923" y="209121"/>
                </a:lnTo>
                <a:lnTo>
                  <a:pt x="2113607" y="220713"/>
                </a:lnTo>
                <a:lnTo>
                  <a:pt x="2101501" y="231981"/>
                </a:lnTo>
                <a:lnTo>
                  <a:pt x="2088594" y="242888"/>
                </a:lnTo>
                <a:lnTo>
                  <a:pt x="2074907" y="253413"/>
                </a:lnTo>
                <a:lnTo>
                  <a:pt x="2060458" y="263528"/>
                </a:lnTo>
                <a:lnTo>
                  <a:pt x="2045275" y="273206"/>
                </a:lnTo>
                <a:lnTo>
                  <a:pt x="2029387" y="282416"/>
                </a:lnTo>
                <a:lnTo>
                  <a:pt x="2012823" y="291151"/>
                </a:lnTo>
                <a:lnTo>
                  <a:pt x="1995630" y="299390"/>
                </a:lnTo>
                <a:lnTo>
                  <a:pt x="1977866" y="307115"/>
                </a:lnTo>
                <a:lnTo>
                  <a:pt x="1959559" y="314335"/>
                </a:lnTo>
                <a:lnTo>
                  <a:pt x="1940757" y="321031"/>
                </a:lnTo>
                <a:lnTo>
                  <a:pt x="1921526" y="327212"/>
                </a:lnTo>
                <a:lnTo>
                  <a:pt x="1901904" y="332889"/>
                </a:lnTo>
                <a:lnTo>
                  <a:pt x="1881930" y="338071"/>
                </a:lnTo>
                <a:lnTo>
                  <a:pt x="1861661" y="342757"/>
                </a:lnTo>
                <a:lnTo>
                  <a:pt x="1841125" y="346967"/>
                </a:lnTo>
                <a:lnTo>
                  <a:pt x="1820370" y="350720"/>
                </a:lnTo>
                <a:lnTo>
                  <a:pt x="1799434" y="354035"/>
                </a:lnTo>
                <a:lnTo>
                  <a:pt x="1778327" y="356921"/>
                </a:lnTo>
                <a:lnTo>
                  <a:pt x="1757096" y="359397"/>
                </a:lnTo>
                <a:lnTo>
                  <a:pt x="1735760" y="361483"/>
                </a:lnTo>
                <a:lnTo>
                  <a:pt x="1714338" y="363207"/>
                </a:lnTo>
                <a:lnTo>
                  <a:pt x="1692850" y="364569"/>
                </a:lnTo>
                <a:lnTo>
                  <a:pt x="1671323" y="365579"/>
                </a:lnTo>
                <a:lnTo>
                  <a:pt x="1649740" y="366065"/>
                </a:lnTo>
                <a:lnTo>
                  <a:pt x="1628156" y="366379"/>
                </a:lnTo>
                <a:lnTo>
                  <a:pt x="1606563" y="366636"/>
                </a:lnTo>
                <a:lnTo>
                  <a:pt x="1584970" y="366855"/>
                </a:lnTo>
                <a:lnTo>
                  <a:pt x="1563376" y="367046"/>
                </a:lnTo>
                <a:lnTo>
                  <a:pt x="1541793" y="367217"/>
                </a:lnTo>
                <a:lnTo>
                  <a:pt x="1520200" y="367370"/>
                </a:lnTo>
                <a:lnTo>
                  <a:pt x="1498606" y="367513"/>
                </a:lnTo>
                <a:lnTo>
                  <a:pt x="1477013" y="367636"/>
                </a:lnTo>
                <a:lnTo>
                  <a:pt x="1455420" y="367770"/>
                </a:lnTo>
                <a:lnTo>
                  <a:pt x="1433827" y="367884"/>
                </a:lnTo>
                <a:lnTo>
                  <a:pt x="1412234" y="367989"/>
                </a:lnTo>
                <a:lnTo>
                  <a:pt x="1390640" y="368094"/>
                </a:lnTo>
                <a:lnTo>
                  <a:pt x="1369047" y="368189"/>
                </a:lnTo>
                <a:lnTo>
                  <a:pt x="1347454" y="368284"/>
                </a:lnTo>
                <a:lnTo>
                  <a:pt x="1325861" y="368370"/>
                </a:lnTo>
                <a:lnTo>
                  <a:pt x="1304268" y="368446"/>
                </a:lnTo>
                <a:lnTo>
                  <a:pt x="1282675" y="368532"/>
                </a:lnTo>
                <a:lnTo>
                  <a:pt x="1261081" y="368598"/>
                </a:lnTo>
                <a:lnTo>
                  <a:pt x="1239479" y="368665"/>
                </a:lnTo>
                <a:lnTo>
                  <a:pt x="1217886" y="368732"/>
                </a:lnTo>
                <a:lnTo>
                  <a:pt x="1196292" y="368798"/>
                </a:lnTo>
                <a:lnTo>
                  <a:pt x="1174699" y="368856"/>
                </a:lnTo>
                <a:lnTo>
                  <a:pt x="1153106" y="368903"/>
                </a:lnTo>
                <a:lnTo>
                  <a:pt x="1131513" y="368960"/>
                </a:lnTo>
                <a:lnTo>
                  <a:pt x="1109920" y="369008"/>
                </a:lnTo>
                <a:lnTo>
                  <a:pt x="1088327" y="369046"/>
                </a:lnTo>
                <a:lnTo>
                  <a:pt x="1066733" y="369094"/>
                </a:lnTo>
                <a:lnTo>
                  <a:pt x="1045140" y="369132"/>
                </a:lnTo>
                <a:lnTo>
                  <a:pt x="1023547" y="369160"/>
                </a:lnTo>
                <a:lnTo>
                  <a:pt x="1001954" y="369199"/>
                </a:lnTo>
                <a:lnTo>
                  <a:pt x="980361" y="369227"/>
                </a:lnTo>
                <a:lnTo>
                  <a:pt x="958767" y="369256"/>
                </a:lnTo>
                <a:lnTo>
                  <a:pt x="937174" y="369275"/>
                </a:lnTo>
                <a:lnTo>
                  <a:pt x="915581" y="369294"/>
                </a:lnTo>
                <a:lnTo>
                  <a:pt x="893978" y="369313"/>
                </a:lnTo>
                <a:lnTo>
                  <a:pt x="872385" y="369332"/>
                </a:lnTo>
                <a:lnTo>
                  <a:pt x="850792" y="369341"/>
                </a:lnTo>
                <a:lnTo>
                  <a:pt x="829199" y="369351"/>
                </a:lnTo>
                <a:lnTo>
                  <a:pt x="807606" y="369351"/>
                </a:lnTo>
                <a:lnTo>
                  <a:pt x="786013" y="369351"/>
                </a:lnTo>
                <a:lnTo>
                  <a:pt x="764419" y="369351"/>
                </a:lnTo>
                <a:lnTo>
                  <a:pt x="742826" y="369351"/>
                </a:lnTo>
                <a:lnTo>
                  <a:pt x="721233" y="369341"/>
                </a:lnTo>
                <a:lnTo>
                  <a:pt x="699640" y="369332"/>
                </a:lnTo>
                <a:lnTo>
                  <a:pt x="678047" y="369313"/>
                </a:lnTo>
                <a:lnTo>
                  <a:pt x="656453" y="369294"/>
                </a:lnTo>
                <a:lnTo>
                  <a:pt x="634860" y="369275"/>
                </a:lnTo>
                <a:lnTo>
                  <a:pt x="613267" y="369246"/>
                </a:lnTo>
                <a:lnTo>
                  <a:pt x="591664" y="369218"/>
                </a:lnTo>
                <a:lnTo>
                  <a:pt x="570071" y="369179"/>
                </a:lnTo>
                <a:lnTo>
                  <a:pt x="548478" y="369141"/>
                </a:lnTo>
                <a:lnTo>
                  <a:pt x="526885" y="369094"/>
                </a:lnTo>
                <a:lnTo>
                  <a:pt x="505292" y="369046"/>
                </a:lnTo>
                <a:lnTo>
                  <a:pt x="483699" y="368999"/>
                </a:lnTo>
                <a:lnTo>
                  <a:pt x="462105" y="368932"/>
                </a:lnTo>
                <a:lnTo>
                  <a:pt x="440512" y="368875"/>
                </a:lnTo>
                <a:lnTo>
                  <a:pt x="418919" y="368808"/>
                </a:lnTo>
                <a:lnTo>
                  <a:pt x="397326" y="368732"/>
                </a:lnTo>
                <a:lnTo>
                  <a:pt x="375733" y="368646"/>
                </a:lnTo>
                <a:lnTo>
                  <a:pt x="354140" y="368560"/>
                </a:lnTo>
                <a:lnTo>
                  <a:pt x="332546" y="368456"/>
                </a:lnTo>
                <a:lnTo>
                  <a:pt x="310953" y="368351"/>
                </a:lnTo>
                <a:lnTo>
                  <a:pt x="289360" y="368236"/>
                </a:lnTo>
                <a:lnTo>
                  <a:pt x="267767" y="368113"/>
                </a:lnTo>
                <a:lnTo>
                  <a:pt x="246174" y="367970"/>
                </a:lnTo>
                <a:lnTo>
                  <a:pt x="224580" y="367817"/>
                </a:lnTo>
                <a:lnTo>
                  <a:pt x="202987" y="367655"/>
                </a:lnTo>
                <a:lnTo>
                  <a:pt x="181394" y="367475"/>
                </a:lnTo>
                <a:lnTo>
                  <a:pt x="159801" y="367265"/>
                </a:lnTo>
                <a:lnTo>
                  <a:pt x="138217" y="367046"/>
                </a:lnTo>
                <a:lnTo>
                  <a:pt x="116624" y="366789"/>
                </a:lnTo>
                <a:lnTo>
                  <a:pt x="95040" y="366493"/>
                </a:lnTo>
                <a:lnTo>
                  <a:pt x="73447" y="366141"/>
                </a:lnTo>
                <a:lnTo>
                  <a:pt x="51864" y="365722"/>
                </a:lnTo>
                <a:lnTo>
                  <a:pt x="30290" y="365160"/>
                </a:lnTo>
                <a:lnTo>
                  <a:pt x="8744" y="364274"/>
                </a:lnTo>
                <a:lnTo>
                  <a:pt x="4001" y="353216"/>
                </a:lnTo>
                <a:lnTo>
                  <a:pt x="3715" y="339604"/>
                </a:lnTo>
                <a:lnTo>
                  <a:pt x="3429" y="325993"/>
                </a:lnTo>
                <a:lnTo>
                  <a:pt x="3143" y="312382"/>
                </a:lnTo>
                <a:lnTo>
                  <a:pt x="2858" y="298780"/>
                </a:lnTo>
                <a:lnTo>
                  <a:pt x="2572" y="285169"/>
                </a:lnTo>
                <a:lnTo>
                  <a:pt x="2286" y="271558"/>
                </a:lnTo>
                <a:lnTo>
                  <a:pt x="2000" y="257947"/>
                </a:lnTo>
                <a:lnTo>
                  <a:pt x="1715" y="244335"/>
                </a:lnTo>
                <a:lnTo>
                  <a:pt x="1429" y="230734"/>
                </a:lnTo>
                <a:lnTo>
                  <a:pt x="1143" y="217122"/>
                </a:lnTo>
                <a:lnTo>
                  <a:pt x="857" y="203511"/>
                </a:lnTo>
                <a:lnTo>
                  <a:pt x="572" y="189900"/>
                </a:lnTo>
                <a:lnTo>
                  <a:pt x="286" y="176289"/>
                </a:lnTo>
                <a:lnTo>
                  <a:pt x="0" y="162687"/>
                </a:lnTo>
                <a:lnTo>
                  <a:pt x="7925" y="153781"/>
                </a:lnTo>
                <a:lnTo>
                  <a:pt x="29461" y="152791"/>
                </a:lnTo>
                <a:lnTo>
                  <a:pt x="51016" y="151962"/>
                </a:lnTo>
                <a:lnTo>
                  <a:pt x="72581" y="151267"/>
                </a:lnTo>
                <a:lnTo>
                  <a:pt x="94155" y="150695"/>
                </a:lnTo>
                <a:lnTo>
                  <a:pt x="115738" y="150247"/>
                </a:lnTo>
                <a:lnTo>
                  <a:pt x="137322" y="149895"/>
                </a:lnTo>
                <a:lnTo>
                  <a:pt x="158915" y="149628"/>
                </a:lnTo>
                <a:lnTo>
                  <a:pt x="180499" y="149457"/>
                </a:lnTo>
                <a:lnTo>
                  <a:pt x="202092" y="149362"/>
                </a:lnTo>
                <a:lnTo>
                  <a:pt x="223695" y="149333"/>
                </a:lnTo>
                <a:lnTo>
                  <a:pt x="245288" y="149371"/>
                </a:lnTo>
                <a:lnTo>
                  <a:pt x="266881" y="149466"/>
                </a:lnTo>
                <a:lnTo>
                  <a:pt x="288474" y="149619"/>
                </a:lnTo>
                <a:lnTo>
                  <a:pt x="310058" y="149819"/>
                </a:lnTo>
                <a:lnTo>
                  <a:pt x="331651" y="150076"/>
                </a:lnTo>
                <a:lnTo>
                  <a:pt x="353244" y="150371"/>
                </a:lnTo>
                <a:lnTo>
                  <a:pt x="374828" y="150705"/>
                </a:lnTo>
                <a:lnTo>
                  <a:pt x="396411" y="151076"/>
                </a:lnTo>
                <a:lnTo>
                  <a:pt x="417995" y="151486"/>
                </a:lnTo>
                <a:lnTo>
                  <a:pt x="439579" y="151924"/>
                </a:lnTo>
                <a:lnTo>
                  <a:pt x="461162" y="152400"/>
                </a:lnTo>
                <a:lnTo>
                  <a:pt x="482737" y="152895"/>
                </a:lnTo>
                <a:lnTo>
                  <a:pt x="504320" y="153419"/>
                </a:lnTo>
                <a:lnTo>
                  <a:pt x="525894" y="153962"/>
                </a:lnTo>
                <a:lnTo>
                  <a:pt x="547468" y="154534"/>
                </a:lnTo>
                <a:lnTo>
                  <a:pt x="569043" y="155124"/>
                </a:lnTo>
                <a:lnTo>
                  <a:pt x="590617" y="155724"/>
                </a:lnTo>
                <a:lnTo>
                  <a:pt x="612191" y="156353"/>
                </a:lnTo>
                <a:lnTo>
                  <a:pt x="633755" y="156982"/>
                </a:lnTo>
                <a:lnTo>
                  <a:pt x="655330" y="157639"/>
                </a:lnTo>
                <a:lnTo>
                  <a:pt x="676894" y="158296"/>
                </a:lnTo>
                <a:lnTo>
                  <a:pt x="698459" y="158972"/>
                </a:lnTo>
                <a:lnTo>
                  <a:pt x="720033" y="159649"/>
                </a:lnTo>
                <a:lnTo>
                  <a:pt x="741597" y="160334"/>
                </a:lnTo>
                <a:lnTo>
                  <a:pt x="763162" y="161039"/>
                </a:lnTo>
                <a:lnTo>
                  <a:pt x="784727" y="161735"/>
                </a:lnTo>
                <a:lnTo>
                  <a:pt x="806291" y="162439"/>
                </a:lnTo>
                <a:lnTo>
                  <a:pt x="827856" y="163144"/>
                </a:lnTo>
                <a:lnTo>
                  <a:pt x="849420" y="163849"/>
                </a:lnTo>
                <a:lnTo>
                  <a:pt x="870985" y="164554"/>
                </a:lnTo>
                <a:lnTo>
                  <a:pt x="892550" y="165259"/>
                </a:lnTo>
                <a:lnTo>
                  <a:pt x="914114" y="165964"/>
                </a:lnTo>
                <a:lnTo>
                  <a:pt x="935679" y="166659"/>
                </a:lnTo>
                <a:lnTo>
                  <a:pt x="957243" y="167354"/>
                </a:lnTo>
                <a:lnTo>
                  <a:pt x="978818" y="168040"/>
                </a:lnTo>
                <a:lnTo>
                  <a:pt x="1000382" y="168716"/>
                </a:lnTo>
                <a:lnTo>
                  <a:pt x="1021947" y="169393"/>
                </a:lnTo>
                <a:lnTo>
                  <a:pt x="1043521" y="170040"/>
                </a:lnTo>
                <a:lnTo>
                  <a:pt x="1065086" y="170688"/>
                </a:lnTo>
                <a:lnTo>
                  <a:pt x="1086660" y="171326"/>
                </a:lnTo>
                <a:lnTo>
                  <a:pt x="1108234" y="171936"/>
                </a:lnTo>
                <a:lnTo>
                  <a:pt x="1129798" y="172536"/>
                </a:lnTo>
                <a:lnTo>
                  <a:pt x="1151372" y="173117"/>
                </a:lnTo>
                <a:lnTo>
                  <a:pt x="1172956" y="173669"/>
                </a:lnTo>
                <a:lnTo>
                  <a:pt x="1194530" y="174212"/>
                </a:lnTo>
                <a:lnTo>
                  <a:pt x="1216104" y="174717"/>
                </a:lnTo>
                <a:lnTo>
                  <a:pt x="1237688" y="175203"/>
                </a:lnTo>
                <a:lnTo>
                  <a:pt x="1259272" y="175660"/>
                </a:lnTo>
                <a:lnTo>
                  <a:pt x="1280855" y="176079"/>
                </a:lnTo>
                <a:lnTo>
                  <a:pt x="1302439" y="176470"/>
                </a:lnTo>
                <a:lnTo>
                  <a:pt x="1324023" y="176822"/>
                </a:lnTo>
                <a:lnTo>
                  <a:pt x="1345616" y="177127"/>
                </a:lnTo>
                <a:lnTo>
                  <a:pt x="1367199" y="177394"/>
                </a:lnTo>
                <a:lnTo>
                  <a:pt x="1388793" y="177613"/>
                </a:lnTo>
                <a:lnTo>
                  <a:pt x="1410386" y="177784"/>
                </a:lnTo>
                <a:lnTo>
                  <a:pt x="1431979" y="177898"/>
                </a:lnTo>
                <a:lnTo>
                  <a:pt x="1453572" y="177946"/>
                </a:lnTo>
                <a:lnTo>
                  <a:pt x="1475165" y="177937"/>
                </a:lnTo>
                <a:lnTo>
                  <a:pt x="1496758" y="177851"/>
                </a:lnTo>
                <a:lnTo>
                  <a:pt x="1518352" y="177689"/>
                </a:lnTo>
                <a:lnTo>
                  <a:pt x="1539945" y="177441"/>
                </a:lnTo>
                <a:lnTo>
                  <a:pt x="1561529" y="177089"/>
                </a:lnTo>
                <a:lnTo>
                  <a:pt x="1583112" y="176641"/>
                </a:lnTo>
                <a:lnTo>
                  <a:pt x="1604686" y="176070"/>
                </a:lnTo>
                <a:lnTo>
                  <a:pt x="1626251" y="175374"/>
                </a:lnTo>
                <a:lnTo>
                  <a:pt x="1647806" y="174527"/>
                </a:lnTo>
                <a:lnTo>
                  <a:pt x="1669342" y="173517"/>
                </a:lnTo>
                <a:lnTo>
                  <a:pt x="1690849" y="172307"/>
                </a:lnTo>
                <a:lnTo>
                  <a:pt x="1712319" y="170888"/>
                </a:lnTo>
                <a:lnTo>
                  <a:pt x="1733750" y="169212"/>
                </a:lnTo>
                <a:lnTo>
                  <a:pt x="1755115" y="167240"/>
                </a:lnTo>
                <a:lnTo>
                  <a:pt x="1776384" y="164897"/>
                </a:lnTo>
                <a:lnTo>
                  <a:pt x="1797529" y="162116"/>
                </a:lnTo>
                <a:lnTo>
                  <a:pt x="1818456" y="158772"/>
                </a:lnTo>
                <a:lnTo>
                  <a:pt x="1839058" y="154715"/>
                </a:lnTo>
                <a:lnTo>
                  <a:pt x="1859118" y="149685"/>
                </a:lnTo>
                <a:lnTo>
                  <a:pt x="1878168" y="143294"/>
                </a:lnTo>
                <a:lnTo>
                  <a:pt x="1895189" y="134960"/>
                </a:lnTo>
                <a:lnTo>
                  <a:pt x="1907905" y="124044"/>
                </a:lnTo>
                <a:lnTo>
                  <a:pt x="1913030" y="110928"/>
                </a:lnTo>
                <a:lnTo>
                  <a:pt x="1927508" y="104108"/>
                </a:lnTo>
                <a:lnTo>
                  <a:pt x="1947824" y="99508"/>
                </a:lnTo>
                <a:lnTo>
                  <a:pt x="1967875" y="94450"/>
                </a:lnTo>
                <a:lnTo>
                  <a:pt x="1987658" y="89002"/>
                </a:lnTo>
                <a:lnTo>
                  <a:pt x="2007194" y="83201"/>
                </a:lnTo>
                <a:lnTo>
                  <a:pt x="2026463" y="77067"/>
                </a:lnTo>
                <a:lnTo>
                  <a:pt x="2045484" y="70618"/>
                </a:lnTo>
                <a:lnTo>
                  <a:pt x="2064239" y="63875"/>
                </a:lnTo>
                <a:lnTo>
                  <a:pt x="2082717" y="56826"/>
                </a:lnTo>
                <a:lnTo>
                  <a:pt x="2100910" y="49511"/>
                </a:lnTo>
                <a:lnTo>
                  <a:pt x="2118827" y="41910"/>
                </a:lnTo>
                <a:lnTo>
                  <a:pt x="2136448" y="34042"/>
                </a:lnTo>
                <a:lnTo>
                  <a:pt x="2153764" y="25908"/>
                </a:lnTo>
                <a:lnTo>
                  <a:pt x="2170767" y="17526"/>
                </a:lnTo>
                <a:lnTo>
                  <a:pt x="2187454" y="8887"/>
                </a:lnTo>
                <a:lnTo>
                  <a:pt x="2203818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8DAD99A1-BDD2-4203-9C9A-EB3F3E03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6144" y="1996678"/>
            <a:ext cx="2203999" cy="1389164"/>
          </a:xfrm>
          <a:custGeom xmlns:a="http://schemas.openxmlformats.org/drawingml/2006/main">
            <a:pathLst>
              <a:path w="2203999" h="1389164">
                <a:moveTo>
                  <a:pt x="0" y="1389164"/>
                </a:moveTo>
                <a:lnTo>
                  <a:pt x="35385" y="1389164"/>
                </a:lnTo>
                <a:lnTo>
                  <a:pt x="70771" y="1389164"/>
                </a:lnTo>
                <a:lnTo>
                  <a:pt x="106166" y="1389164"/>
                </a:lnTo>
                <a:lnTo>
                  <a:pt x="141551" y="1389164"/>
                </a:lnTo>
                <a:lnTo>
                  <a:pt x="176936" y="1389164"/>
                </a:lnTo>
                <a:lnTo>
                  <a:pt x="212322" y="1389164"/>
                </a:lnTo>
                <a:lnTo>
                  <a:pt x="247717" y="1389164"/>
                </a:lnTo>
                <a:lnTo>
                  <a:pt x="283102" y="1389164"/>
                </a:lnTo>
                <a:lnTo>
                  <a:pt x="318487" y="1389164"/>
                </a:lnTo>
                <a:lnTo>
                  <a:pt x="353873" y="1389164"/>
                </a:lnTo>
                <a:lnTo>
                  <a:pt x="389258" y="1389164"/>
                </a:lnTo>
                <a:lnTo>
                  <a:pt x="424653" y="1389164"/>
                </a:lnTo>
                <a:lnTo>
                  <a:pt x="460038" y="1389164"/>
                </a:lnTo>
                <a:lnTo>
                  <a:pt x="495424" y="1389164"/>
                </a:lnTo>
                <a:lnTo>
                  <a:pt x="530809" y="1389164"/>
                </a:lnTo>
                <a:lnTo>
                  <a:pt x="566204" y="1389164"/>
                </a:lnTo>
                <a:lnTo>
                  <a:pt x="601589" y="1389164"/>
                </a:lnTo>
                <a:lnTo>
                  <a:pt x="636975" y="1389164"/>
                </a:lnTo>
                <a:lnTo>
                  <a:pt x="672360" y="1389164"/>
                </a:lnTo>
                <a:lnTo>
                  <a:pt x="707755" y="1389164"/>
                </a:lnTo>
                <a:lnTo>
                  <a:pt x="743141" y="1389164"/>
                </a:lnTo>
                <a:lnTo>
                  <a:pt x="778526" y="1389164"/>
                </a:lnTo>
                <a:lnTo>
                  <a:pt x="813911" y="1389164"/>
                </a:lnTo>
                <a:lnTo>
                  <a:pt x="849297" y="1389164"/>
                </a:lnTo>
                <a:lnTo>
                  <a:pt x="884692" y="1389164"/>
                </a:lnTo>
                <a:lnTo>
                  <a:pt x="920077" y="1389164"/>
                </a:lnTo>
                <a:lnTo>
                  <a:pt x="955462" y="1389164"/>
                </a:lnTo>
                <a:lnTo>
                  <a:pt x="990848" y="1389164"/>
                </a:lnTo>
                <a:lnTo>
                  <a:pt x="1026243" y="1389164"/>
                </a:lnTo>
                <a:lnTo>
                  <a:pt x="1061628" y="1389164"/>
                </a:lnTo>
                <a:lnTo>
                  <a:pt x="1097013" y="1389164"/>
                </a:lnTo>
                <a:lnTo>
                  <a:pt x="1132399" y="1389164"/>
                </a:lnTo>
                <a:lnTo>
                  <a:pt x="1167784" y="1389164"/>
                </a:lnTo>
                <a:lnTo>
                  <a:pt x="1203179" y="1389164"/>
                </a:lnTo>
                <a:lnTo>
                  <a:pt x="1238564" y="1389164"/>
                </a:lnTo>
                <a:lnTo>
                  <a:pt x="1273950" y="1389164"/>
                </a:lnTo>
                <a:lnTo>
                  <a:pt x="1309335" y="1389164"/>
                </a:lnTo>
                <a:lnTo>
                  <a:pt x="1344730" y="1389164"/>
                </a:lnTo>
                <a:lnTo>
                  <a:pt x="1380115" y="1389164"/>
                </a:lnTo>
                <a:lnTo>
                  <a:pt x="1415501" y="1389164"/>
                </a:lnTo>
                <a:lnTo>
                  <a:pt x="1450886" y="1389164"/>
                </a:lnTo>
                <a:lnTo>
                  <a:pt x="1485929" y="1386650"/>
                </a:lnTo>
                <a:lnTo>
                  <a:pt x="1520771" y="1382754"/>
                </a:lnTo>
                <a:lnTo>
                  <a:pt x="1555613" y="1378858"/>
                </a:lnTo>
                <a:lnTo>
                  <a:pt x="1590456" y="1374962"/>
                </a:lnTo>
                <a:lnTo>
                  <a:pt x="1625298" y="1371067"/>
                </a:lnTo>
                <a:lnTo>
                  <a:pt x="1660141" y="1367171"/>
                </a:lnTo>
                <a:lnTo>
                  <a:pt x="1694983" y="1363266"/>
                </a:lnTo>
                <a:lnTo>
                  <a:pt x="1729826" y="1359370"/>
                </a:lnTo>
                <a:lnTo>
                  <a:pt x="1756429" y="1345730"/>
                </a:lnTo>
                <a:lnTo>
                  <a:pt x="1780985" y="1329671"/>
                </a:lnTo>
                <a:lnTo>
                  <a:pt x="1805540" y="1313602"/>
                </a:lnTo>
                <a:lnTo>
                  <a:pt x="1830095" y="1297543"/>
                </a:lnTo>
                <a:lnTo>
                  <a:pt x="1854651" y="1281484"/>
                </a:lnTo>
                <a:lnTo>
                  <a:pt x="1879206" y="1265425"/>
                </a:lnTo>
                <a:lnTo>
                  <a:pt x="1903762" y="1249366"/>
                </a:lnTo>
                <a:lnTo>
                  <a:pt x="1928317" y="1233307"/>
                </a:lnTo>
                <a:lnTo>
                  <a:pt x="1952873" y="1217238"/>
                </a:lnTo>
                <a:lnTo>
                  <a:pt x="1977428" y="1201179"/>
                </a:lnTo>
                <a:lnTo>
                  <a:pt x="2001984" y="1185120"/>
                </a:lnTo>
                <a:lnTo>
                  <a:pt x="2026529" y="1169060"/>
                </a:lnTo>
                <a:lnTo>
                  <a:pt x="2051085" y="1153001"/>
                </a:lnTo>
                <a:lnTo>
                  <a:pt x="2075640" y="1136933"/>
                </a:lnTo>
                <a:lnTo>
                  <a:pt x="2100196" y="1120873"/>
                </a:lnTo>
                <a:lnTo>
                  <a:pt x="2124751" y="1104814"/>
                </a:lnTo>
                <a:lnTo>
                  <a:pt x="2149307" y="1088755"/>
                </a:lnTo>
                <a:lnTo>
                  <a:pt x="2173862" y="1072696"/>
                </a:lnTo>
                <a:lnTo>
                  <a:pt x="2198418" y="1056627"/>
                </a:lnTo>
                <a:lnTo>
                  <a:pt x="2203999" y="1035749"/>
                </a:lnTo>
                <a:lnTo>
                  <a:pt x="2203999" y="1013441"/>
                </a:lnTo>
                <a:lnTo>
                  <a:pt x="2203999" y="991133"/>
                </a:lnTo>
                <a:lnTo>
                  <a:pt x="2203999" y="968835"/>
                </a:lnTo>
                <a:lnTo>
                  <a:pt x="2203999" y="946528"/>
                </a:lnTo>
                <a:lnTo>
                  <a:pt x="2203999" y="924220"/>
                </a:lnTo>
                <a:lnTo>
                  <a:pt x="2203999" y="901913"/>
                </a:lnTo>
                <a:lnTo>
                  <a:pt x="2203999" y="879615"/>
                </a:lnTo>
                <a:lnTo>
                  <a:pt x="2203999" y="857307"/>
                </a:lnTo>
                <a:lnTo>
                  <a:pt x="2203999" y="835000"/>
                </a:lnTo>
                <a:lnTo>
                  <a:pt x="2203999" y="812702"/>
                </a:lnTo>
                <a:lnTo>
                  <a:pt x="2203999" y="790394"/>
                </a:lnTo>
                <a:lnTo>
                  <a:pt x="2203999" y="768086"/>
                </a:lnTo>
                <a:lnTo>
                  <a:pt x="2203999" y="745788"/>
                </a:lnTo>
                <a:lnTo>
                  <a:pt x="2203999" y="723481"/>
                </a:lnTo>
                <a:lnTo>
                  <a:pt x="2203999" y="701173"/>
                </a:lnTo>
                <a:lnTo>
                  <a:pt x="2203999" y="678875"/>
                </a:lnTo>
                <a:lnTo>
                  <a:pt x="2203999" y="656568"/>
                </a:lnTo>
                <a:lnTo>
                  <a:pt x="2203999" y="634260"/>
                </a:lnTo>
                <a:lnTo>
                  <a:pt x="2203999" y="611962"/>
                </a:lnTo>
                <a:lnTo>
                  <a:pt x="2203999" y="589655"/>
                </a:lnTo>
                <a:lnTo>
                  <a:pt x="2203999" y="567347"/>
                </a:lnTo>
                <a:lnTo>
                  <a:pt x="2203999" y="545049"/>
                </a:lnTo>
                <a:lnTo>
                  <a:pt x="2203999" y="522742"/>
                </a:lnTo>
                <a:lnTo>
                  <a:pt x="2203999" y="500434"/>
                </a:lnTo>
                <a:lnTo>
                  <a:pt x="2203999" y="478136"/>
                </a:lnTo>
                <a:lnTo>
                  <a:pt x="2203999" y="455828"/>
                </a:lnTo>
                <a:lnTo>
                  <a:pt x="2203999" y="433521"/>
                </a:lnTo>
                <a:lnTo>
                  <a:pt x="2203999" y="411223"/>
                </a:lnTo>
                <a:lnTo>
                  <a:pt x="2203999" y="388915"/>
                </a:lnTo>
                <a:lnTo>
                  <a:pt x="2203999" y="366608"/>
                </a:lnTo>
                <a:lnTo>
                  <a:pt x="2203999" y="344310"/>
                </a:lnTo>
                <a:lnTo>
                  <a:pt x="2203999" y="322002"/>
                </a:lnTo>
                <a:lnTo>
                  <a:pt x="2203999" y="299695"/>
                </a:lnTo>
                <a:lnTo>
                  <a:pt x="2203999" y="277387"/>
                </a:lnTo>
                <a:lnTo>
                  <a:pt x="2203999" y="255089"/>
                </a:lnTo>
                <a:lnTo>
                  <a:pt x="2203999" y="232781"/>
                </a:lnTo>
                <a:lnTo>
                  <a:pt x="2203999" y="210474"/>
                </a:lnTo>
                <a:lnTo>
                  <a:pt x="2203999" y="188176"/>
                </a:lnTo>
                <a:lnTo>
                  <a:pt x="2203999" y="165868"/>
                </a:lnTo>
                <a:lnTo>
                  <a:pt x="2203999" y="143561"/>
                </a:lnTo>
                <a:lnTo>
                  <a:pt x="2203999" y="121263"/>
                </a:lnTo>
                <a:lnTo>
                  <a:pt x="2203999" y="98955"/>
                </a:lnTo>
                <a:lnTo>
                  <a:pt x="2203999" y="76648"/>
                </a:lnTo>
                <a:lnTo>
                  <a:pt x="2203999" y="54350"/>
                </a:lnTo>
                <a:lnTo>
                  <a:pt x="2203999" y="32042"/>
                </a:lnTo>
                <a:lnTo>
                  <a:pt x="2203999" y="9735"/>
                </a:lnTo>
                <a:lnTo>
                  <a:pt x="2184054" y="0"/>
                </a:lnTo>
                <a:lnTo>
                  <a:pt x="2148669" y="0"/>
                </a:lnTo>
                <a:lnTo>
                  <a:pt x="2113283" y="0"/>
                </a:lnTo>
                <a:lnTo>
                  <a:pt x="2077898" y="0"/>
                </a:lnTo>
                <a:lnTo>
                  <a:pt x="2042512" y="0"/>
                </a:lnTo>
                <a:lnTo>
                  <a:pt x="2007118" y="0"/>
                </a:lnTo>
                <a:lnTo>
                  <a:pt x="1971732" y="0"/>
                </a:lnTo>
                <a:lnTo>
                  <a:pt x="1936347" y="0"/>
                </a:lnTo>
                <a:lnTo>
                  <a:pt x="1900961" y="0"/>
                </a:lnTo>
                <a:lnTo>
                  <a:pt x="1865567" y="0"/>
                </a:lnTo>
                <a:lnTo>
                  <a:pt x="1830181" y="0"/>
                </a:lnTo>
                <a:lnTo>
                  <a:pt x="1794796" y="0"/>
                </a:lnTo>
                <a:lnTo>
                  <a:pt x="1759410" y="0"/>
                </a:lnTo>
                <a:lnTo>
                  <a:pt x="1724015" y="0"/>
                </a:lnTo>
                <a:lnTo>
                  <a:pt x="1688630" y="0"/>
                </a:lnTo>
                <a:lnTo>
                  <a:pt x="1653245" y="0"/>
                </a:lnTo>
                <a:lnTo>
                  <a:pt x="1617859" y="0"/>
                </a:lnTo>
                <a:lnTo>
                  <a:pt x="1582474" y="0"/>
                </a:lnTo>
                <a:lnTo>
                  <a:pt x="1547079" y="0"/>
                </a:lnTo>
                <a:lnTo>
                  <a:pt x="1511694" y="0"/>
                </a:lnTo>
                <a:lnTo>
                  <a:pt x="1476308" y="0"/>
                </a:lnTo>
                <a:lnTo>
                  <a:pt x="1440923" y="0"/>
                </a:lnTo>
                <a:lnTo>
                  <a:pt x="1405528" y="0"/>
                </a:lnTo>
                <a:lnTo>
                  <a:pt x="1370143" y="0"/>
                </a:lnTo>
                <a:lnTo>
                  <a:pt x="1334757" y="0"/>
                </a:lnTo>
                <a:lnTo>
                  <a:pt x="1299372" y="0"/>
                </a:lnTo>
                <a:lnTo>
                  <a:pt x="1263987" y="0"/>
                </a:lnTo>
                <a:lnTo>
                  <a:pt x="1228592" y="0"/>
                </a:lnTo>
                <a:lnTo>
                  <a:pt x="1193206" y="0"/>
                </a:lnTo>
                <a:lnTo>
                  <a:pt x="1157821" y="0"/>
                </a:lnTo>
                <a:lnTo>
                  <a:pt x="1122436" y="0"/>
                </a:lnTo>
                <a:lnTo>
                  <a:pt x="1087041" y="0"/>
                </a:lnTo>
                <a:lnTo>
                  <a:pt x="1051655" y="0"/>
                </a:lnTo>
                <a:lnTo>
                  <a:pt x="1016270" y="0"/>
                </a:lnTo>
                <a:lnTo>
                  <a:pt x="980885" y="0"/>
                </a:lnTo>
                <a:lnTo>
                  <a:pt x="945490" y="0"/>
                </a:lnTo>
                <a:lnTo>
                  <a:pt x="910104" y="0"/>
                </a:lnTo>
                <a:lnTo>
                  <a:pt x="874719" y="0"/>
                </a:lnTo>
                <a:lnTo>
                  <a:pt x="839333" y="0"/>
                </a:lnTo>
                <a:lnTo>
                  <a:pt x="803948" y="0"/>
                </a:lnTo>
                <a:lnTo>
                  <a:pt x="768553" y="0"/>
                </a:lnTo>
                <a:lnTo>
                  <a:pt x="733168" y="0"/>
                </a:lnTo>
                <a:lnTo>
                  <a:pt x="697782" y="0"/>
                </a:lnTo>
                <a:lnTo>
                  <a:pt x="662397" y="0"/>
                </a:lnTo>
                <a:lnTo>
                  <a:pt x="627002" y="0"/>
                </a:lnTo>
                <a:lnTo>
                  <a:pt x="591617" y="0"/>
                </a:lnTo>
                <a:lnTo>
                  <a:pt x="556231" y="0"/>
                </a:lnTo>
                <a:lnTo>
                  <a:pt x="520846" y="0"/>
                </a:lnTo>
                <a:lnTo>
                  <a:pt x="485461" y="0"/>
                </a:lnTo>
                <a:lnTo>
                  <a:pt x="450066" y="0"/>
                </a:lnTo>
                <a:lnTo>
                  <a:pt x="414680" y="0"/>
                </a:lnTo>
                <a:lnTo>
                  <a:pt x="379295" y="0"/>
                </a:lnTo>
                <a:lnTo>
                  <a:pt x="343910" y="0"/>
                </a:lnTo>
                <a:lnTo>
                  <a:pt x="308515" y="0"/>
                </a:lnTo>
                <a:lnTo>
                  <a:pt x="273129" y="0"/>
                </a:lnTo>
                <a:lnTo>
                  <a:pt x="237744" y="0"/>
                </a:lnTo>
                <a:lnTo>
                  <a:pt x="202359" y="0"/>
                </a:lnTo>
                <a:lnTo>
                  <a:pt x="166973" y="0"/>
                </a:lnTo>
                <a:lnTo>
                  <a:pt x="131578" y="0"/>
                </a:lnTo>
                <a:lnTo>
                  <a:pt x="96193" y="0"/>
                </a:lnTo>
                <a:lnTo>
                  <a:pt x="60808" y="0"/>
                </a:lnTo>
                <a:lnTo>
                  <a:pt x="25422" y="0"/>
                </a:lnTo>
                <a:lnTo>
                  <a:pt x="0" y="6287"/>
                </a:lnTo>
                <a:lnTo>
                  <a:pt x="0" y="28585"/>
                </a:lnTo>
                <a:lnTo>
                  <a:pt x="0" y="50892"/>
                </a:lnTo>
                <a:lnTo>
                  <a:pt x="0" y="73200"/>
                </a:lnTo>
                <a:lnTo>
                  <a:pt x="0" y="95498"/>
                </a:lnTo>
                <a:lnTo>
                  <a:pt x="0" y="117805"/>
                </a:lnTo>
                <a:lnTo>
                  <a:pt x="0" y="140113"/>
                </a:lnTo>
                <a:lnTo>
                  <a:pt x="0" y="162411"/>
                </a:lnTo>
                <a:lnTo>
                  <a:pt x="0" y="184718"/>
                </a:lnTo>
                <a:lnTo>
                  <a:pt x="0" y="207026"/>
                </a:lnTo>
                <a:lnTo>
                  <a:pt x="0" y="229324"/>
                </a:lnTo>
                <a:lnTo>
                  <a:pt x="0" y="251631"/>
                </a:lnTo>
                <a:lnTo>
                  <a:pt x="0" y="273939"/>
                </a:lnTo>
                <a:lnTo>
                  <a:pt x="0" y="296237"/>
                </a:lnTo>
                <a:lnTo>
                  <a:pt x="0" y="318545"/>
                </a:lnTo>
                <a:lnTo>
                  <a:pt x="0" y="340852"/>
                </a:lnTo>
                <a:lnTo>
                  <a:pt x="0" y="363160"/>
                </a:lnTo>
                <a:lnTo>
                  <a:pt x="0" y="385458"/>
                </a:lnTo>
                <a:lnTo>
                  <a:pt x="0" y="407765"/>
                </a:lnTo>
                <a:lnTo>
                  <a:pt x="0" y="430073"/>
                </a:lnTo>
                <a:lnTo>
                  <a:pt x="0" y="452371"/>
                </a:lnTo>
                <a:lnTo>
                  <a:pt x="0" y="474678"/>
                </a:lnTo>
                <a:lnTo>
                  <a:pt x="0" y="496986"/>
                </a:lnTo>
                <a:lnTo>
                  <a:pt x="0" y="519284"/>
                </a:lnTo>
                <a:lnTo>
                  <a:pt x="0" y="541592"/>
                </a:lnTo>
                <a:lnTo>
                  <a:pt x="0" y="563899"/>
                </a:lnTo>
                <a:lnTo>
                  <a:pt x="0" y="586197"/>
                </a:lnTo>
                <a:lnTo>
                  <a:pt x="0" y="608505"/>
                </a:lnTo>
                <a:lnTo>
                  <a:pt x="0" y="630812"/>
                </a:lnTo>
                <a:lnTo>
                  <a:pt x="0" y="653110"/>
                </a:lnTo>
                <a:lnTo>
                  <a:pt x="0" y="675418"/>
                </a:lnTo>
                <a:lnTo>
                  <a:pt x="0" y="697725"/>
                </a:lnTo>
                <a:lnTo>
                  <a:pt x="0" y="720023"/>
                </a:lnTo>
                <a:lnTo>
                  <a:pt x="0" y="742331"/>
                </a:lnTo>
                <a:lnTo>
                  <a:pt x="0" y="764638"/>
                </a:lnTo>
                <a:lnTo>
                  <a:pt x="0" y="786936"/>
                </a:lnTo>
                <a:lnTo>
                  <a:pt x="0" y="809244"/>
                </a:lnTo>
                <a:lnTo>
                  <a:pt x="0" y="831552"/>
                </a:lnTo>
                <a:lnTo>
                  <a:pt x="0" y="853850"/>
                </a:lnTo>
                <a:lnTo>
                  <a:pt x="0" y="876157"/>
                </a:lnTo>
                <a:lnTo>
                  <a:pt x="0" y="898465"/>
                </a:lnTo>
                <a:lnTo>
                  <a:pt x="0" y="920763"/>
                </a:lnTo>
                <a:lnTo>
                  <a:pt x="0" y="943070"/>
                </a:lnTo>
                <a:lnTo>
                  <a:pt x="0" y="965378"/>
                </a:lnTo>
                <a:lnTo>
                  <a:pt x="0" y="987685"/>
                </a:lnTo>
                <a:lnTo>
                  <a:pt x="0" y="1009983"/>
                </a:lnTo>
                <a:lnTo>
                  <a:pt x="0" y="1032291"/>
                </a:lnTo>
                <a:lnTo>
                  <a:pt x="0" y="1054598"/>
                </a:lnTo>
                <a:lnTo>
                  <a:pt x="0" y="1076897"/>
                </a:lnTo>
                <a:lnTo>
                  <a:pt x="0" y="1099204"/>
                </a:lnTo>
                <a:lnTo>
                  <a:pt x="0" y="1121512"/>
                </a:lnTo>
                <a:lnTo>
                  <a:pt x="0" y="1143810"/>
                </a:lnTo>
                <a:lnTo>
                  <a:pt x="0" y="1166117"/>
                </a:lnTo>
                <a:lnTo>
                  <a:pt x="0" y="1188425"/>
                </a:lnTo>
                <a:lnTo>
                  <a:pt x="0" y="1210723"/>
                </a:lnTo>
                <a:lnTo>
                  <a:pt x="0" y="1233030"/>
                </a:lnTo>
                <a:lnTo>
                  <a:pt x="0" y="1255338"/>
                </a:lnTo>
                <a:lnTo>
                  <a:pt x="0" y="1277636"/>
                </a:lnTo>
                <a:lnTo>
                  <a:pt x="0" y="1299943"/>
                </a:lnTo>
                <a:lnTo>
                  <a:pt x="0" y="1322251"/>
                </a:lnTo>
                <a:lnTo>
                  <a:pt x="0" y="1344549"/>
                </a:lnTo>
                <a:lnTo>
                  <a:pt x="0" y="1366857"/>
                </a:lnTo>
                <a:lnTo>
                  <a:pt x="0" y="138916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3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B243D781-049D-456D-8931-238C7A70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6144" y="1996678"/>
            <a:ext cx="2203999" cy="238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3C6D8F45-68BD-4C47-B3CA-D798FD55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118" y="3049667"/>
            <a:ext cx="812016" cy="336433"/>
          </a:xfrm>
          <a:custGeom xmlns:a="http://schemas.openxmlformats.org/drawingml/2006/main">
            <a:pathLst>
              <a:path w="812016" h="336433">
                <a:moveTo>
                  <a:pt x="812016" y="0"/>
                </a:moveTo>
                <a:lnTo>
                  <a:pt x="811054" y="5582"/>
                </a:lnTo>
                <a:lnTo>
                  <a:pt x="809787" y="11135"/>
                </a:lnTo>
                <a:lnTo>
                  <a:pt x="808301" y="16669"/>
                </a:lnTo>
                <a:lnTo>
                  <a:pt x="806634" y="22184"/>
                </a:lnTo>
                <a:lnTo>
                  <a:pt x="804796" y="27680"/>
                </a:lnTo>
                <a:lnTo>
                  <a:pt x="802805" y="33147"/>
                </a:lnTo>
                <a:lnTo>
                  <a:pt x="800652" y="38595"/>
                </a:lnTo>
                <a:lnTo>
                  <a:pt x="798357" y="44025"/>
                </a:lnTo>
                <a:lnTo>
                  <a:pt x="795928" y="49425"/>
                </a:lnTo>
                <a:lnTo>
                  <a:pt x="793347" y="54797"/>
                </a:lnTo>
                <a:lnTo>
                  <a:pt x="790642" y="60150"/>
                </a:lnTo>
                <a:lnTo>
                  <a:pt x="787794" y="65465"/>
                </a:lnTo>
                <a:lnTo>
                  <a:pt x="784822" y="70761"/>
                </a:lnTo>
                <a:lnTo>
                  <a:pt x="781717" y="76019"/>
                </a:lnTo>
                <a:lnTo>
                  <a:pt x="778488" y="81248"/>
                </a:lnTo>
                <a:lnTo>
                  <a:pt x="775125" y="86449"/>
                </a:lnTo>
                <a:lnTo>
                  <a:pt x="771639" y="91621"/>
                </a:lnTo>
                <a:lnTo>
                  <a:pt x="768029" y="96745"/>
                </a:lnTo>
                <a:lnTo>
                  <a:pt x="764296" y="101841"/>
                </a:lnTo>
                <a:lnTo>
                  <a:pt x="760428" y="106909"/>
                </a:lnTo>
                <a:lnTo>
                  <a:pt x="756447" y="111928"/>
                </a:lnTo>
                <a:lnTo>
                  <a:pt x="752351" y="116910"/>
                </a:lnTo>
                <a:lnTo>
                  <a:pt x="748122" y="121853"/>
                </a:lnTo>
                <a:lnTo>
                  <a:pt x="743788" y="126749"/>
                </a:lnTo>
                <a:lnTo>
                  <a:pt x="739321" y="131607"/>
                </a:lnTo>
                <a:lnTo>
                  <a:pt x="734739" y="136427"/>
                </a:lnTo>
                <a:lnTo>
                  <a:pt x="730044" y="141199"/>
                </a:lnTo>
                <a:lnTo>
                  <a:pt x="725234" y="145923"/>
                </a:lnTo>
                <a:lnTo>
                  <a:pt x="720309" y="150600"/>
                </a:lnTo>
                <a:lnTo>
                  <a:pt x="715261" y="155229"/>
                </a:lnTo>
                <a:lnTo>
                  <a:pt x="710108" y="159801"/>
                </a:lnTo>
                <a:lnTo>
                  <a:pt x="704840" y="164335"/>
                </a:lnTo>
                <a:lnTo>
                  <a:pt x="699468" y="168812"/>
                </a:lnTo>
                <a:lnTo>
                  <a:pt x="693982" y="173231"/>
                </a:lnTo>
                <a:lnTo>
                  <a:pt x="688391" y="177603"/>
                </a:lnTo>
                <a:lnTo>
                  <a:pt x="682695" y="181918"/>
                </a:lnTo>
                <a:lnTo>
                  <a:pt x="676885" y="186176"/>
                </a:lnTo>
                <a:lnTo>
                  <a:pt x="670979" y="190376"/>
                </a:lnTo>
                <a:lnTo>
                  <a:pt x="664969" y="194520"/>
                </a:lnTo>
                <a:lnTo>
                  <a:pt x="658863" y="198606"/>
                </a:lnTo>
                <a:lnTo>
                  <a:pt x="652653" y="202625"/>
                </a:lnTo>
                <a:lnTo>
                  <a:pt x="646347" y="206597"/>
                </a:lnTo>
                <a:lnTo>
                  <a:pt x="639947" y="210503"/>
                </a:lnTo>
                <a:lnTo>
                  <a:pt x="633460" y="214341"/>
                </a:lnTo>
                <a:lnTo>
                  <a:pt x="626869" y="218123"/>
                </a:lnTo>
                <a:lnTo>
                  <a:pt x="620201" y="221847"/>
                </a:lnTo>
                <a:lnTo>
                  <a:pt x="613439" y="225495"/>
                </a:lnTo>
                <a:lnTo>
                  <a:pt x="606600" y="229086"/>
                </a:lnTo>
                <a:lnTo>
                  <a:pt x="599665" y="232620"/>
                </a:lnTo>
                <a:lnTo>
                  <a:pt x="592655" y="236077"/>
                </a:lnTo>
                <a:lnTo>
                  <a:pt x="585568" y="239478"/>
                </a:lnTo>
                <a:lnTo>
                  <a:pt x="578406" y="242811"/>
                </a:lnTo>
                <a:lnTo>
                  <a:pt x="571157" y="246078"/>
                </a:lnTo>
                <a:lnTo>
                  <a:pt x="563842" y="249288"/>
                </a:lnTo>
                <a:lnTo>
                  <a:pt x="556460" y="252422"/>
                </a:lnTo>
                <a:lnTo>
                  <a:pt x="549002" y="255499"/>
                </a:lnTo>
                <a:lnTo>
                  <a:pt x="541487" y="258499"/>
                </a:lnTo>
                <a:lnTo>
                  <a:pt x="533895" y="261442"/>
                </a:lnTo>
                <a:lnTo>
                  <a:pt x="526247" y="264319"/>
                </a:lnTo>
                <a:lnTo>
                  <a:pt x="518541" y="267138"/>
                </a:lnTo>
                <a:lnTo>
                  <a:pt x="510778" y="269881"/>
                </a:lnTo>
                <a:lnTo>
                  <a:pt x="502949" y="272567"/>
                </a:lnTo>
                <a:lnTo>
                  <a:pt x="495071" y="275187"/>
                </a:lnTo>
                <a:lnTo>
                  <a:pt x="487137" y="277739"/>
                </a:lnTo>
                <a:lnTo>
                  <a:pt x="479155" y="280226"/>
                </a:lnTo>
                <a:lnTo>
                  <a:pt x="471126" y="282654"/>
                </a:lnTo>
                <a:lnTo>
                  <a:pt x="463048" y="285017"/>
                </a:lnTo>
                <a:lnTo>
                  <a:pt x="454924" y="287322"/>
                </a:lnTo>
                <a:lnTo>
                  <a:pt x="446761" y="289560"/>
                </a:lnTo>
                <a:lnTo>
                  <a:pt x="438550" y="291741"/>
                </a:lnTo>
                <a:lnTo>
                  <a:pt x="430301" y="293856"/>
                </a:lnTo>
                <a:lnTo>
                  <a:pt x="422015" y="295913"/>
                </a:lnTo>
                <a:lnTo>
                  <a:pt x="413690" y="297913"/>
                </a:lnTo>
                <a:lnTo>
                  <a:pt x="405327" y="299857"/>
                </a:lnTo>
                <a:lnTo>
                  <a:pt x="396935" y="301733"/>
                </a:lnTo>
                <a:lnTo>
                  <a:pt x="388515" y="303552"/>
                </a:lnTo>
                <a:lnTo>
                  <a:pt x="380057" y="305314"/>
                </a:lnTo>
                <a:lnTo>
                  <a:pt x="371570" y="307029"/>
                </a:lnTo>
                <a:lnTo>
                  <a:pt x="363055" y="308677"/>
                </a:lnTo>
                <a:lnTo>
                  <a:pt x="354521" y="310277"/>
                </a:lnTo>
                <a:lnTo>
                  <a:pt x="345958" y="311820"/>
                </a:lnTo>
                <a:lnTo>
                  <a:pt x="337366" y="313306"/>
                </a:lnTo>
                <a:lnTo>
                  <a:pt x="328755" y="314735"/>
                </a:lnTo>
                <a:lnTo>
                  <a:pt x="320126" y="316116"/>
                </a:lnTo>
                <a:lnTo>
                  <a:pt x="311468" y="317449"/>
                </a:lnTo>
                <a:lnTo>
                  <a:pt x="302800" y="318726"/>
                </a:lnTo>
                <a:lnTo>
                  <a:pt x="294103" y="319954"/>
                </a:lnTo>
                <a:lnTo>
                  <a:pt x="285398" y="321135"/>
                </a:lnTo>
                <a:lnTo>
                  <a:pt x="276673" y="322259"/>
                </a:lnTo>
                <a:lnTo>
                  <a:pt x="267929" y="323345"/>
                </a:lnTo>
                <a:lnTo>
                  <a:pt x="259175" y="324374"/>
                </a:lnTo>
                <a:lnTo>
                  <a:pt x="250403" y="325355"/>
                </a:lnTo>
                <a:lnTo>
                  <a:pt x="241621" y="326298"/>
                </a:lnTo>
                <a:lnTo>
                  <a:pt x="232829" y="327184"/>
                </a:lnTo>
                <a:lnTo>
                  <a:pt x="224028" y="328031"/>
                </a:lnTo>
                <a:lnTo>
                  <a:pt x="215208" y="328832"/>
                </a:lnTo>
                <a:lnTo>
                  <a:pt x="206378" y="329594"/>
                </a:lnTo>
                <a:lnTo>
                  <a:pt x="197548" y="330308"/>
                </a:lnTo>
                <a:lnTo>
                  <a:pt x="188709" y="330975"/>
                </a:lnTo>
                <a:lnTo>
                  <a:pt x="179851" y="331603"/>
                </a:lnTo>
                <a:lnTo>
                  <a:pt x="170993" y="332194"/>
                </a:lnTo>
                <a:lnTo>
                  <a:pt x="162135" y="332737"/>
                </a:lnTo>
                <a:lnTo>
                  <a:pt x="153257" y="333251"/>
                </a:lnTo>
                <a:lnTo>
                  <a:pt x="144389" y="333718"/>
                </a:lnTo>
                <a:lnTo>
                  <a:pt x="135503" y="334147"/>
                </a:lnTo>
                <a:lnTo>
                  <a:pt x="126616" y="334537"/>
                </a:lnTo>
                <a:lnTo>
                  <a:pt x="117729" y="334889"/>
                </a:lnTo>
                <a:lnTo>
                  <a:pt x="108833" y="335204"/>
                </a:lnTo>
                <a:lnTo>
                  <a:pt x="99936" y="335480"/>
                </a:lnTo>
                <a:lnTo>
                  <a:pt x="91040" y="335718"/>
                </a:lnTo>
                <a:lnTo>
                  <a:pt x="82144" y="335918"/>
                </a:lnTo>
                <a:lnTo>
                  <a:pt x="73238" y="336090"/>
                </a:lnTo>
                <a:lnTo>
                  <a:pt x="64332" y="336233"/>
                </a:lnTo>
                <a:lnTo>
                  <a:pt x="55426" y="336328"/>
                </a:lnTo>
                <a:lnTo>
                  <a:pt x="46520" y="336394"/>
                </a:lnTo>
                <a:lnTo>
                  <a:pt x="37614" y="336433"/>
                </a:lnTo>
                <a:lnTo>
                  <a:pt x="28708" y="336433"/>
                </a:lnTo>
                <a:lnTo>
                  <a:pt x="19802" y="336404"/>
                </a:lnTo>
                <a:lnTo>
                  <a:pt x="10897" y="336347"/>
                </a:lnTo>
                <a:lnTo>
                  <a:pt x="1991" y="336252"/>
                </a:lnTo>
                <a:lnTo>
                  <a:pt x="0" y="336156"/>
                </a:lnTo>
                <a:lnTo>
                  <a:pt x="8906" y="336023"/>
                </a:lnTo>
                <a:lnTo>
                  <a:pt x="17802" y="335785"/>
                </a:lnTo>
                <a:lnTo>
                  <a:pt x="26699" y="335480"/>
                </a:lnTo>
                <a:lnTo>
                  <a:pt x="35585" y="335099"/>
                </a:lnTo>
                <a:lnTo>
                  <a:pt x="44463" y="334661"/>
                </a:lnTo>
                <a:lnTo>
                  <a:pt x="53330" y="334166"/>
                </a:lnTo>
                <a:lnTo>
                  <a:pt x="62198" y="333594"/>
                </a:lnTo>
                <a:lnTo>
                  <a:pt x="71047" y="332975"/>
                </a:lnTo>
                <a:lnTo>
                  <a:pt x="79886" y="332299"/>
                </a:lnTo>
                <a:lnTo>
                  <a:pt x="88716" y="331556"/>
                </a:lnTo>
                <a:lnTo>
                  <a:pt x="97536" y="330765"/>
                </a:lnTo>
                <a:lnTo>
                  <a:pt x="106337" y="329908"/>
                </a:lnTo>
                <a:lnTo>
                  <a:pt x="115129" y="328994"/>
                </a:lnTo>
                <a:lnTo>
                  <a:pt x="123901" y="328012"/>
                </a:lnTo>
                <a:lnTo>
                  <a:pt x="132655" y="326974"/>
                </a:lnTo>
                <a:lnTo>
                  <a:pt x="141389" y="325879"/>
                </a:lnTo>
                <a:lnTo>
                  <a:pt x="150095" y="324707"/>
                </a:lnTo>
                <a:lnTo>
                  <a:pt x="158791" y="323479"/>
                </a:lnTo>
                <a:lnTo>
                  <a:pt x="167459" y="322183"/>
                </a:lnTo>
                <a:lnTo>
                  <a:pt x="176098" y="320821"/>
                </a:lnTo>
                <a:lnTo>
                  <a:pt x="184709" y="319392"/>
                </a:lnTo>
                <a:lnTo>
                  <a:pt x="193291" y="317897"/>
                </a:lnTo>
                <a:lnTo>
                  <a:pt x="201844" y="316316"/>
                </a:lnTo>
                <a:lnTo>
                  <a:pt x="210360" y="314668"/>
                </a:lnTo>
                <a:lnTo>
                  <a:pt x="218837" y="312953"/>
                </a:lnTo>
                <a:lnTo>
                  <a:pt x="227267" y="311144"/>
                </a:lnTo>
                <a:lnTo>
                  <a:pt x="235668" y="309267"/>
                </a:lnTo>
                <a:lnTo>
                  <a:pt x="244011" y="307305"/>
                </a:lnTo>
                <a:lnTo>
                  <a:pt x="252298" y="305257"/>
                </a:lnTo>
                <a:lnTo>
                  <a:pt x="260547" y="303133"/>
                </a:lnTo>
                <a:lnTo>
                  <a:pt x="268719" y="300904"/>
                </a:lnTo>
                <a:lnTo>
                  <a:pt x="276835" y="298599"/>
                </a:lnTo>
                <a:lnTo>
                  <a:pt x="284883" y="296189"/>
                </a:lnTo>
                <a:lnTo>
                  <a:pt x="292856" y="293684"/>
                </a:lnTo>
                <a:lnTo>
                  <a:pt x="300752" y="291084"/>
                </a:lnTo>
                <a:lnTo>
                  <a:pt x="308562" y="288388"/>
                </a:lnTo>
                <a:lnTo>
                  <a:pt x="316278" y="285588"/>
                </a:lnTo>
                <a:lnTo>
                  <a:pt x="323898" y="282673"/>
                </a:lnTo>
                <a:lnTo>
                  <a:pt x="331403" y="279654"/>
                </a:lnTo>
                <a:lnTo>
                  <a:pt x="338804" y="276530"/>
                </a:lnTo>
                <a:lnTo>
                  <a:pt x="346072" y="273291"/>
                </a:lnTo>
                <a:lnTo>
                  <a:pt x="353216" y="269929"/>
                </a:lnTo>
                <a:lnTo>
                  <a:pt x="360216" y="266462"/>
                </a:lnTo>
                <a:lnTo>
                  <a:pt x="367065" y="262871"/>
                </a:lnTo>
                <a:lnTo>
                  <a:pt x="373761" y="259166"/>
                </a:lnTo>
                <a:lnTo>
                  <a:pt x="380276" y="255346"/>
                </a:lnTo>
                <a:lnTo>
                  <a:pt x="386620" y="251403"/>
                </a:lnTo>
                <a:lnTo>
                  <a:pt x="392763" y="247336"/>
                </a:lnTo>
                <a:lnTo>
                  <a:pt x="398707" y="243154"/>
                </a:lnTo>
                <a:lnTo>
                  <a:pt x="404441" y="238858"/>
                </a:lnTo>
                <a:lnTo>
                  <a:pt x="409946" y="234448"/>
                </a:lnTo>
                <a:lnTo>
                  <a:pt x="415223" y="229924"/>
                </a:lnTo>
                <a:lnTo>
                  <a:pt x="420253" y="225295"/>
                </a:lnTo>
                <a:lnTo>
                  <a:pt x="425034" y="220561"/>
                </a:lnTo>
                <a:lnTo>
                  <a:pt x="429558" y="215722"/>
                </a:lnTo>
                <a:lnTo>
                  <a:pt x="433816" y="210788"/>
                </a:lnTo>
                <a:lnTo>
                  <a:pt x="437807" y="205769"/>
                </a:lnTo>
                <a:lnTo>
                  <a:pt x="441522" y="200673"/>
                </a:lnTo>
                <a:lnTo>
                  <a:pt x="444951" y="195491"/>
                </a:lnTo>
                <a:lnTo>
                  <a:pt x="448113" y="190243"/>
                </a:lnTo>
                <a:lnTo>
                  <a:pt x="450980" y="184928"/>
                </a:lnTo>
                <a:lnTo>
                  <a:pt x="453571" y="179556"/>
                </a:lnTo>
                <a:lnTo>
                  <a:pt x="455886" y="174136"/>
                </a:lnTo>
                <a:lnTo>
                  <a:pt x="457933" y="168669"/>
                </a:lnTo>
                <a:lnTo>
                  <a:pt x="459696" y="163173"/>
                </a:lnTo>
                <a:lnTo>
                  <a:pt x="461201" y="157639"/>
                </a:lnTo>
                <a:lnTo>
                  <a:pt x="462439" y="152076"/>
                </a:lnTo>
                <a:lnTo>
                  <a:pt x="463429" y="146495"/>
                </a:lnTo>
                <a:lnTo>
                  <a:pt x="464163" y="140903"/>
                </a:lnTo>
                <a:lnTo>
                  <a:pt x="464668" y="135293"/>
                </a:lnTo>
                <a:lnTo>
                  <a:pt x="464934" y="129683"/>
                </a:lnTo>
                <a:lnTo>
                  <a:pt x="464972" y="124073"/>
                </a:lnTo>
                <a:lnTo>
                  <a:pt x="464791" y="118462"/>
                </a:lnTo>
                <a:lnTo>
                  <a:pt x="464410" y="112852"/>
                </a:lnTo>
                <a:lnTo>
                  <a:pt x="463820" y="107252"/>
                </a:lnTo>
                <a:lnTo>
                  <a:pt x="472069" y="105880"/>
                </a:lnTo>
                <a:lnTo>
                  <a:pt x="480746" y="104623"/>
                </a:lnTo>
                <a:lnTo>
                  <a:pt x="489395" y="103280"/>
                </a:lnTo>
                <a:lnTo>
                  <a:pt x="498015" y="101879"/>
                </a:lnTo>
                <a:lnTo>
                  <a:pt x="506616" y="100403"/>
                </a:lnTo>
                <a:lnTo>
                  <a:pt x="515188" y="98879"/>
                </a:lnTo>
                <a:lnTo>
                  <a:pt x="523732" y="97288"/>
                </a:lnTo>
                <a:lnTo>
                  <a:pt x="532247" y="95650"/>
                </a:lnTo>
                <a:lnTo>
                  <a:pt x="540734" y="93955"/>
                </a:lnTo>
                <a:lnTo>
                  <a:pt x="549202" y="92202"/>
                </a:lnTo>
                <a:lnTo>
                  <a:pt x="557632" y="90402"/>
                </a:lnTo>
                <a:lnTo>
                  <a:pt x="566042" y="88544"/>
                </a:lnTo>
                <a:lnTo>
                  <a:pt x="574424" y="86639"/>
                </a:lnTo>
                <a:lnTo>
                  <a:pt x="582768" y="84677"/>
                </a:lnTo>
                <a:lnTo>
                  <a:pt x="591083" y="82667"/>
                </a:lnTo>
                <a:lnTo>
                  <a:pt x="599370" y="80610"/>
                </a:lnTo>
                <a:lnTo>
                  <a:pt x="607619" y="78496"/>
                </a:lnTo>
                <a:lnTo>
                  <a:pt x="615839" y="76324"/>
                </a:lnTo>
                <a:lnTo>
                  <a:pt x="624021" y="74105"/>
                </a:lnTo>
                <a:lnTo>
                  <a:pt x="632165" y="71838"/>
                </a:lnTo>
                <a:lnTo>
                  <a:pt x="640271" y="69513"/>
                </a:lnTo>
                <a:lnTo>
                  <a:pt x="648338" y="67132"/>
                </a:lnTo>
                <a:lnTo>
                  <a:pt x="656358" y="64694"/>
                </a:lnTo>
                <a:lnTo>
                  <a:pt x="664350" y="62208"/>
                </a:lnTo>
                <a:lnTo>
                  <a:pt x="672284" y="59665"/>
                </a:lnTo>
                <a:lnTo>
                  <a:pt x="680180" y="57064"/>
                </a:lnTo>
                <a:lnTo>
                  <a:pt x="688029" y="54407"/>
                </a:lnTo>
                <a:lnTo>
                  <a:pt x="695820" y="51692"/>
                </a:lnTo>
                <a:lnTo>
                  <a:pt x="703574" y="48920"/>
                </a:lnTo>
                <a:lnTo>
                  <a:pt x="711260" y="46091"/>
                </a:lnTo>
                <a:lnTo>
                  <a:pt x="718899" y="43205"/>
                </a:lnTo>
                <a:lnTo>
                  <a:pt x="726481" y="40262"/>
                </a:lnTo>
                <a:lnTo>
                  <a:pt x="734006" y="37252"/>
                </a:lnTo>
                <a:lnTo>
                  <a:pt x="741464" y="34176"/>
                </a:lnTo>
                <a:lnTo>
                  <a:pt x="748856" y="31051"/>
                </a:lnTo>
                <a:lnTo>
                  <a:pt x="756180" y="27861"/>
                </a:lnTo>
                <a:lnTo>
                  <a:pt x="763438" y="24603"/>
                </a:lnTo>
                <a:lnTo>
                  <a:pt x="770620" y="21279"/>
                </a:lnTo>
                <a:lnTo>
                  <a:pt x="777726" y="17897"/>
                </a:lnTo>
                <a:lnTo>
                  <a:pt x="784755" y="14449"/>
                </a:lnTo>
                <a:lnTo>
                  <a:pt x="791699" y="10935"/>
                </a:lnTo>
                <a:lnTo>
                  <a:pt x="798566" y="7353"/>
                </a:lnTo>
                <a:lnTo>
                  <a:pt x="805339" y="3715"/>
                </a:lnTo>
                <a:lnTo>
                  <a:pt x="81201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5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A969115C-9AB5-400D-864D-85A73155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1743" y="4540377"/>
            <a:ext cx="2204495" cy="369351"/>
          </a:xfrm>
          <a:custGeom xmlns:a="http://schemas.openxmlformats.org/drawingml/2006/main">
            <a:pathLst>
              <a:path w="2204495" h="369351">
                <a:moveTo>
                  <a:pt x="2203818" y="0"/>
                </a:moveTo>
                <a:lnTo>
                  <a:pt x="2204495" y="13602"/>
                </a:lnTo>
                <a:lnTo>
                  <a:pt x="2204199" y="27213"/>
                </a:lnTo>
                <a:lnTo>
                  <a:pt x="2203123" y="40805"/>
                </a:lnTo>
                <a:lnTo>
                  <a:pt x="2201351" y="54369"/>
                </a:lnTo>
                <a:lnTo>
                  <a:pt x="2198894" y="67885"/>
                </a:lnTo>
                <a:lnTo>
                  <a:pt x="2195751" y="81353"/>
                </a:lnTo>
                <a:lnTo>
                  <a:pt x="2191931" y="94745"/>
                </a:lnTo>
                <a:lnTo>
                  <a:pt x="2187426" y="108061"/>
                </a:lnTo>
                <a:lnTo>
                  <a:pt x="2182225" y="121263"/>
                </a:lnTo>
                <a:lnTo>
                  <a:pt x="2176301" y="134360"/>
                </a:lnTo>
                <a:lnTo>
                  <a:pt x="2169643" y="147304"/>
                </a:lnTo>
                <a:lnTo>
                  <a:pt x="2162251" y="160087"/>
                </a:lnTo>
                <a:lnTo>
                  <a:pt x="2154088" y="172688"/>
                </a:lnTo>
                <a:lnTo>
                  <a:pt x="2145163" y="185080"/>
                </a:lnTo>
                <a:lnTo>
                  <a:pt x="2135438" y="197234"/>
                </a:lnTo>
                <a:lnTo>
                  <a:pt x="2124923" y="209121"/>
                </a:lnTo>
                <a:lnTo>
                  <a:pt x="2113607" y="220713"/>
                </a:lnTo>
                <a:lnTo>
                  <a:pt x="2101501" y="231981"/>
                </a:lnTo>
                <a:lnTo>
                  <a:pt x="2088594" y="242888"/>
                </a:lnTo>
                <a:lnTo>
                  <a:pt x="2074907" y="253413"/>
                </a:lnTo>
                <a:lnTo>
                  <a:pt x="2060458" y="263528"/>
                </a:lnTo>
                <a:lnTo>
                  <a:pt x="2045275" y="273206"/>
                </a:lnTo>
                <a:lnTo>
                  <a:pt x="2029387" y="282416"/>
                </a:lnTo>
                <a:lnTo>
                  <a:pt x="2012823" y="291151"/>
                </a:lnTo>
                <a:lnTo>
                  <a:pt x="1995630" y="299390"/>
                </a:lnTo>
                <a:lnTo>
                  <a:pt x="1977866" y="307115"/>
                </a:lnTo>
                <a:lnTo>
                  <a:pt x="1959559" y="314335"/>
                </a:lnTo>
                <a:lnTo>
                  <a:pt x="1940757" y="321031"/>
                </a:lnTo>
                <a:lnTo>
                  <a:pt x="1921526" y="327212"/>
                </a:lnTo>
                <a:lnTo>
                  <a:pt x="1901904" y="332889"/>
                </a:lnTo>
                <a:lnTo>
                  <a:pt x="1881930" y="338071"/>
                </a:lnTo>
                <a:lnTo>
                  <a:pt x="1861661" y="342757"/>
                </a:lnTo>
                <a:lnTo>
                  <a:pt x="1841125" y="346967"/>
                </a:lnTo>
                <a:lnTo>
                  <a:pt x="1820370" y="350720"/>
                </a:lnTo>
                <a:lnTo>
                  <a:pt x="1799434" y="354035"/>
                </a:lnTo>
                <a:lnTo>
                  <a:pt x="1778327" y="356921"/>
                </a:lnTo>
                <a:lnTo>
                  <a:pt x="1757096" y="359397"/>
                </a:lnTo>
                <a:lnTo>
                  <a:pt x="1735760" y="361483"/>
                </a:lnTo>
                <a:lnTo>
                  <a:pt x="1714338" y="363207"/>
                </a:lnTo>
                <a:lnTo>
                  <a:pt x="1692850" y="364569"/>
                </a:lnTo>
                <a:lnTo>
                  <a:pt x="1671323" y="365579"/>
                </a:lnTo>
                <a:lnTo>
                  <a:pt x="1649740" y="366065"/>
                </a:lnTo>
                <a:lnTo>
                  <a:pt x="1628156" y="366379"/>
                </a:lnTo>
                <a:lnTo>
                  <a:pt x="1606563" y="366636"/>
                </a:lnTo>
                <a:lnTo>
                  <a:pt x="1584970" y="366855"/>
                </a:lnTo>
                <a:lnTo>
                  <a:pt x="1563376" y="367046"/>
                </a:lnTo>
                <a:lnTo>
                  <a:pt x="1541793" y="367217"/>
                </a:lnTo>
                <a:lnTo>
                  <a:pt x="1520200" y="367370"/>
                </a:lnTo>
                <a:lnTo>
                  <a:pt x="1498606" y="367513"/>
                </a:lnTo>
                <a:lnTo>
                  <a:pt x="1477013" y="367636"/>
                </a:lnTo>
                <a:lnTo>
                  <a:pt x="1455420" y="367770"/>
                </a:lnTo>
                <a:lnTo>
                  <a:pt x="1433827" y="367884"/>
                </a:lnTo>
                <a:lnTo>
                  <a:pt x="1412234" y="367989"/>
                </a:lnTo>
                <a:lnTo>
                  <a:pt x="1390640" y="368094"/>
                </a:lnTo>
                <a:lnTo>
                  <a:pt x="1369047" y="368189"/>
                </a:lnTo>
                <a:lnTo>
                  <a:pt x="1347454" y="368284"/>
                </a:lnTo>
                <a:lnTo>
                  <a:pt x="1325861" y="368370"/>
                </a:lnTo>
                <a:lnTo>
                  <a:pt x="1304268" y="368446"/>
                </a:lnTo>
                <a:lnTo>
                  <a:pt x="1282675" y="368532"/>
                </a:lnTo>
                <a:lnTo>
                  <a:pt x="1261081" y="368598"/>
                </a:lnTo>
                <a:lnTo>
                  <a:pt x="1239479" y="368665"/>
                </a:lnTo>
                <a:lnTo>
                  <a:pt x="1217886" y="368732"/>
                </a:lnTo>
                <a:lnTo>
                  <a:pt x="1196292" y="368798"/>
                </a:lnTo>
                <a:lnTo>
                  <a:pt x="1174699" y="368856"/>
                </a:lnTo>
                <a:lnTo>
                  <a:pt x="1153106" y="368903"/>
                </a:lnTo>
                <a:lnTo>
                  <a:pt x="1131513" y="368960"/>
                </a:lnTo>
                <a:lnTo>
                  <a:pt x="1109920" y="369008"/>
                </a:lnTo>
                <a:lnTo>
                  <a:pt x="1088327" y="369046"/>
                </a:lnTo>
                <a:lnTo>
                  <a:pt x="1066733" y="369094"/>
                </a:lnTo>
                <a:lnTo>
                  <a:pt x="1045140" y="369132"/>
                </a:lnTo>
                <a:lnTo>
                  <a:pt x="1023547" y="369160"/>
                </a:lnTo>
                <a:lnTo>
                  <a:pt x="1001954" y="369199"/>
                </a:lnTo>
                <a:lnTo>
                  <a:pt x="980361" y="369227"/>
                </a:lnTo>
                <a:lnTo>
                  <a:pt x="958767" y="369256"/>
                </a:lnTo>
                <a:lnTo>
                  <a:pt x="937174" y="369275"/>
                </a:lnTo>
                <a:lnTo>
                  <a:pt x="915581" y="369294"/>
                </a:lnTo>
                <a:lnTo>
                  <a:pt x="893978" y="369313"/>
                </a:lnTo>
                <a:lnTo>
                  <a:pt x="872385" y="369332"/>
                </a:lnTo>
                <a:lnTo>
                  <a:pt x="850792" y="369341"/>
                </a:lnTo>
                <a:lnTo>
                  <a:pt x="829199" y="369351"/>
                </a:lnTo>
                <a:lnTo>
                  <a:pt x="807606" y="369351"/>
                </a:lnTo>
                <a:lnTo>
                  <a:pt x="786013" y="369351"/>
                </a:lnTo>
                <a:lnTo>
                  <a:pt x="764419" y="369351"/>
                </a:lnTo>
                <a:lnTo>
                  <a:pt x="742826" y="369351"/>
                </a:lnTo>
                <a:lnTo>
                  <a:pt x="721233" y="369341"/>
                </a:lnTo>
                <a:lnTo>
                  <a:pt x="699640" y="369332"/>
                </a:lnTo>
                <a:lnTo>
                  <a:pt x="678047" y="369313"/>
                </a:lnTo>
                <a:lnTo>
                  <a:pt x="656453" y="369294"/>
                </a:lnTo>
                <a:lnTo>
                  <a:pt x="634860" y="369275"/>
                </a:lnTo>
                <a:lnTo>
                  <a:pt x="613267" y="369246"/>
                </a:lnTo>
                <a:lnTo>
                  <a:pt x="591664" y="369218"/>
                </a:lnTo>
                <a:lnTo>
                  <a:pt x="570071" y="369179"/>
                </a:lnTo>
                <a:lnTo>
                  <a:pt x="548478" y="369141"/>
                </a:lnTo>
                <a:lnTo>
                  <a:pt x="526885" y="369094"/>
                </a:lnTo>
                <a:lnTo>
                  <a:pt x="505292" y="369046"/>
                </a:lnTo>
                <a:lnTo>
                  <a:pt x="483699" y="368999"/>
                </a:lnTo>
                <a:lnTo>
                  <a:pt x="462105" y="368932"/>
                </a:lnTo>
                <a:lnTo>
                  <a:pt x="440512" y="368875"/>
                </a:lnTo>
                <a:lnTo>
                  <a:pt x="418919" y="368808"/>
                </a:lnTo>
                <a:lnTo>
                  <a:pt x="397326" y="368732"/>
                </a:lnTo>
                <a:lnTo>
                  <a:pt x="375733" y="368646"/>
                </a:lnTo>
                <a:lnTo>
                  <a:pt x="354140" y="368560"/>
                </a:lnTo>
                <a:lnTo>
                  <a:pt x="332546" y="368456"/>
                </a:lnTo>
                <a:lnTo>
                  <a:pt x="310953" y="368351"/>
                </a:lnTo>
                <a:lnTo>
                  <a:pt x="289360" y="368236"/>
                </a:lnTo>
                <a:lnTo>
                  <a:pt x="267767" y="368113"/>
                </a:lnTo>
                <a:lnTo>
                  <a:pt x="246174" y="367970"/>
                </a:lnTo>
                <a:lnTo>
                  <a:pt x="224580" y="367817"/>
                </a:lnTo>
                <a:lnTo>
                  <a:pt x="202987" y="367655"/>
                </a:lnTo>
                <a:lnTo>
                  <a:pt x="181394" y="367475"/>
                </a:lnTo>
                <a:lnTo>
                  <a:pt x="159801" y="367265"/>
                </a:lnTo>
                <a:lnTo>
                  <a:pt x="138217" y="367046"/>
                </a:lnTo>
                <a:lnTo>
                  <a:pt x="116624" y="366789"/>
                </a:lnTo>
                <a:lnTo>
                  <a:pt x="95040" y="366493"/>
                </a:lnTo>
                <a:lnTo>
                  <a:pt x="73447" y="366141"/>
                </a:lnTo>
                <a:lnTo>
                  <a:pt x="51864" y="365722"/>
                </a:lnTo>
                <a:lnTo>
                  <a:pt x="30290" y="365160"/>
                </a:lnTo>
                <a:lnTo>
                  <a:pt x="8744" y="364274"/>
                </a:lnTo>
                <a:lnTo>
                  <a:pt x="4001" y="353216"/>
                </a:lnTo>
                <a:lnTo>
                  <a:pt x="3715" y="339604"/>
                </a:lnTo>
                <a:lnTo>
                  <a:pt x="3429" y="325993"/>
                </a:lnTo>
                <a:lnTo>
                  <a:pt x="3143" y="312382"/>
                </a:lnTo>
                <a:lnTo>
                  <a:pt x="2858" y="298780"/>
                </a:lnTo>
                <a:lnTo>
                  <a:pt x="2572" y="285169"/>
                </a:lnTo>
                <a:lnTo>
                  <a:pt x="2286" y="271558"/>
                </a:lnTo>
                <a:lnTo>
                  <a:pt x="2000" y="257947"/>
                </a:lnTo>
                <a:lnTo>
                  <a:pt x="1715" y="244335"/>
                </a:lnTo>
                <a:lnTo>
                  <a:pt x="1429" y="230734"/>
                </a:lnTo>
                <a:lnTo>
                  <a:pt x="1143" y="217122"/>
                </a:lnTo>
                <a:lnTo>
                  <a:pt x="857" y="203511"/>
                </a:lnTo>
                <a:lnTo>
                  <a:pt x="572" y="189900"/>
                </a:lnTo>
                <a:lnTo>
                  <a:pt x="286" y="176289"/>
                </a:lnTo>
                <a:lnTo>
                  <a:pt x="0" y="162687"/>
                </a:lnTo>
                <a:lnTo>
                  <a:pt x="7925" y="153781"/>
                </a:lnTo>
                <a:lnTo>
                  <a:pt x="29461" y="152791"/>
                </a:lnTo>
                <a:lnTo>
                  <a:pt x="51016" y="151962"/>
                </a:lnTo>
                <a:lnTo>
                  <a:pt x="72581" y="151267"/>
                </a:lnTo>
                <a:lnTo>
                  <a:pt x="94155" y="150695"/>
                </a:lnTo>
                <a:lnTo>
                  <a:pt x="115738" y="150247"/>
                </a:lnTo>
                <a:lnTo>
                  <a:pt x="137322" y="149895"/>
                </a:lnTo>
                <a:lnTo>
                  <a:pt x="158915" y="149628"/>
                </a:lnTo>
                <a:lnTo>
                  <a:pt x="180499" y="149457"/>
                </a:lnTo>
                <a:lnTo>
                  <a:pt x="202092" y="149362"/>
                </a:lnTo>
                <a:lnTo>
                  <a:pt x="223695" y="149333"/>
                </a:lnTo>
                <a:lnTo>
                  <a:pt x="245288" y="149371"/>
                </a:lnTo>
                <a:lnTo>
                  <a:pt x="266881" y="149466"/>
                </a:lnTo>
                <a:lnTo>
                  <a:pt x="288474" y="149619"/>
                </a:lnTo>
                <a:lnTo>
                  <a:pt x="310058" y="149819"/>
                </a:lnTo>
                <a:lnTo>
                  <a:pt x="331651" y="150076"/>
                </a:lnTo>
                <a:lnTo>
                  <a:pt x="353244" y="150371"/>
                </a:lnTo>
                <a:lnTo>
                  <a:pt x="374828" y="150705"/>
                </a:lnTo>
                <a:lnTo>
                  <a:pt x="396411" y="151076"/>
                </a:lnTo>
                <a:lnTo>
                  <a:pt x="417995" y="151486"/>
                </a:lnTo>
                <a:lnTo>
                  <a:pt x="439579" y="151924"/>
                </a:lnTo>
                <a:lnTo>
                  <a:pt x="461162" y="152400"/>
                </a:lnTo>
                <a:lnTo>
                  <a:pt x="482737" y="152895"/>
                </a:lnTo>
                <a:lnTo>
                  <a:pt x="504320" y="153419"/>
                </a:lnTo>
                <a:lnTo>
                  <a:pt x="525894" y="153962"/>
                </a:lnTo>
                <a:lnTo>
                  <a:pt x="547468" y="154534"/>
                </a:lnTo>
                <a:lnTo>
                  <a:pt x="569043" y="155124"/>
                </a:lnTo>
                <a:lnTo>
                  <a:pt x="590617" y="155724"/>
                </a:lnTo>
                <a:lnTo>
                  <a:pt x="612191" y="156353"/>
                </a:lnTo>
                <a:lnTo>
                  <a:pt x="633755" y="156982"/>
                </a:lnTo>
                <a:lnTo>
                  <a:pt x="655330" y="157639"/>
                </a:lnTo>
                <a:lnTo>
                  <a:pt x="676894" y="158296"/>
                </a:lnTo>
                <a:lnTo>
                  <a:pt x="698459" y="158972"/>
                </a:lnTo>
                <a:lnTo>
                  <a:pt x="720033" y="159649"/>
                </a:lnTo>
                <a:lnTo>
                  <a:pt x="741597" y="160334"/>
                </a:lnTo>
                <a:lnTo>
                  <a:pt x="763162" y="161039"/>
                </a:lnTo>
                <a:lnTo>
                  <a:pt x="784727" y="161735"/>
                </a:lnTo>
                <a:lnTo>
                  <a:pt x="806291" y="162439"/>
                </a:lnTo>
                <a:lnTo>
                  <a:pt x="827856" y="163144"/>
                </a:lnTo>
                <a:lnTo>
                  <a:pt x="849420" y="163849"/>
                </a:lnTo>
                <a:lnTo>
                  <a:pt x="870985" y="164554"/>
                </a:lnTo>
                <a:lnTo>
                  <a:pt x="892550" y="165259"/>
                </a:lnTo>
                <a:lnTo>
                  <a:pt x="914114" y="165964"/>
                </a:lnTo>
                <a:lnTo>
                  <a:pt x="935679" y="166659"/>
                </a:lnTo>
                <a:lnTo>
                  <a:pt x="957243" y="167354"/>
                </a:lnTo>
                <a:lnTo>
                  <a:pt x="978818" y="168040"/>
                </a:lnTo>
                <a:lnTo>
                  <a:pt x="1000382" y="168716"/>
                </a:lnTo>
                <a:lnTo>
                  <a:pt x="1021947" y="169393"/>
                </a:lnTo>
                <a:lnTo>
                  <a:pt x="1043521" y="170040"/>
                </a:lnTo>
                <a:lnTo>
                  <a:pt x="1065086" y="170688"/>
                </a:lnTo>
                <a:lnTo>
                  <a:pt x="1086660" y="171326"/>
                </a:lnTo>
                <a:lnTo>
                  <a:pt x="1108234" y="171936"/>
                </a:lnTo>
                <a:lnTo>
                  <a:pt x="1129798" y="172536"/>
                </a:lnTo>
                <a:lnTo>
                  <a:pt x="1151372" y="173117"/>
                </a:lnTo>
                <a:lnTo>
                  <a:pt x="1172956" y="173669"/>
                </a:lnTo>
                <a:lnTo>
                  <a:pt x="1194530" y="174212"/>
                </a:lnTo>
                <a:lnTo>
                  <a:pt x="1216104" y="174717"/>
                </a:lnTo>
                <a:lnTo>
                  <a:pt x="1237688" y="175203"/>
                </a:lnTo>
                <a:lnTo>
                  <a:pt x="1259272" y="175660"/>
                </a:lnTo>
                <a:lnTo>
                  <a:pt x="1280855" y="176079"/>
                </a:lnTo>
                <a:lnTo>
                  <a:pt x="1302439" y="176470"/>
                </a:lnTo>
                <a:lnTo>
                  <a:pt x="1324023" y="176822"/>
                </a:lnTo>
                <a:lnTo>
                  <a:pt x="1345616" y="177127"/>
                </a:lnTo>
                <a:lnTo>
                  <a:pt x="1367199" y="177394"/>
                </a:lnTo>
                <a:lnTo>
                  <a:pt x="1388793" y="177613"/>
                </a:lnTo>
                <a:lnTo>
                  <a:pt x="1410386" y="177784"/>
                </a:lnTo>
                <a:lnTo>
                  <a:pt x="1431979" y="177898"/>
                </a:lnTo>
                <a:lnTo>
                  <a:pt x="1453572" y="177946"/>
                </a:lnTo>
                <a:lnTo>
                  <a:pt x="1475165" y="177937"/>
                </a:lnTo>
                <a:lnTo>
                  <a:pt x="1496758" y="177851"/>
                </a:lnTo>
                <a:lnTo>
                  <a:pt x="1518352" y="177689"/>
                </a:lnTo>
                <a:lnTo>
                  <a:pt x="1539945" y="177441"/>
                </a:lnTo>
                <a:lnTo>
                  <a:pt x="1561529" y="177089"/>
                </a:lnTo>
                <a:lnTo>
                  <a:pt x="1583112" y="176641"/>
                </a:lnTo>
                <a:lnTo>
                  <a:pt x="1604686" y="176070"/>
                </a:lnTo>
                <a:lnTo>
                  <a:pt x="1626251" y="175374"/>
                </a:lnTo>
                <a:lnTo>
                  <a:pt x="1647806" y="174527"/>
                </a:lnTo>
                <a:lnTo>
                  <a:pt x="1669342" y="173517"/>
                </a:lnTo>
                <a:lnTo>
                  <a:pt x="1690849" y="172307"/>
                </a:lnTo>
                <a:lnTo>
                  <a:pt x="1712319" y="170888"/>
                </a:lnTo>
                <a:lnTo>
                  <a:pt x="1733750" y="169212"/>
                </a:lnTo>
                <a:lnTo>
                  <a:pt x="1755115" y="167240"/>
                </a:lnTo>
                <a:lnTo>
                  <a:pt x="1776384" y="164897"/>
                </a:lnTo>
                <a:lnTo>
                  <a:pt x="1797529" y="162116"/>
                </a:lnTo>
                <a:lnTo>
                  <a:pt x="1818456" y="158772"/>
                </a:lnTo>
                <a:lnTo>
                  <a:pt x="1839058" y="154715"/>
                </a:lnTo>
                <a:lnTo>
                  <a:pt x="1859118" y="149685"/>
                </a:lnTo>
                <a:lnTo>
                  <a:pt x="1878168" y="143294"/>
                </a:lnTo>
                <a:lnTo>
                  <a:pt x="1895189" y="134960"/>
                </a:lnTo>
                <a:lnTo>
                  <a:pt x="1907905" y="124044"/>
                </a:lnTo>
                <a:lnTo>
                  <a:pt x="1913030" y="110928"/>
                </a:lnTo>
                <a:lnTo>
                  <a:pt x="1927508" y="104108"/>
                </a:lnTo>
                <a:lnTo>
                  <a:pt x="1947824" y="99508"/>
                </a:lnTo>
                <a:lnTo>
                  <a:pt x="1967875" y="94450"/>
                </a:lnTo>
                <a:lnTo>
                  <a:pt x="1987658" y="89002"/>
                </a:lnTo>
                <a:lnTo>
                  <a:pt x="2007194" y="83201"/>
                </a:lnTo>
                <a:lnTo>
                  <a:pt x="2026463" y="77067"/>
                </a:lnTo>
                <a:lnTo>
                  <a:pt x="2045484" y="70618"/>
                </a:lnTo>
                <a:lnTo>
                  <a:pt x="2064239" y="63875"/>
                </a:lnTo>
                <a:lnTo>
                  <a:pt x="2082717" y="56826"/>
                </a:lnTo>
                <a:lnTo>
                  <a:pt x="2100910" y="49511"/>
                </a:lnTo>
                <a:lnTo>
                  <a:pt x="2118827" y="41910"/>
                </a:lnTo>
                <a:lnTo>
                  <a:pt x="2136448" y="34042"/>
                </a:lnTo>
                <a:lnTo>
                  <a:pt x="2153764" y="25908"/>
                </a:lnTo>
                <a:lnTo>
                  <a:pt x="2170767" y="17526"/>
                </a:lnTo>
                <a:lnTo>
                  <a:pt x="2187454" y="8887"/>
                </a:lnTo>
                <a:lnTo>
                  <a:pt x="2203818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2AB70506-A46B-4D16-8FC3-E3697C9F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1571" y="3519335"/>
            <a:ext cx="2203999" cy="1389164"/>
          </a:xfrm>
          <a:custGeom xmlns:a="http://schemas.openxmlformats.org/drawingml/2006/main">
            <a:pathLst>
              <a:path w="2203999" h="1389164">
                <a:moveTo>
                  <a:pt x="0" y="1389164"/>
                </a:moveTo>
                <a:lnTo>
                  <a:pt x="35385" y="1389164"/>
                </a:lnTo>
                <a:lnTo>
                  <a:pt x="70771" y="1389164"/>
                </a:lnTo>
                <a:lnTo>
                  <a:pt x="106166" y="1389164"/>
                </a:lnTo>
                <a:lnTo>
                  <a:pt x="141551" y="1389164"/>
                </a:lnTo>
                <a:lnTo>
                  <a:pt x="176936" y="1389164"/>
                </a:lnTo>
                <a:lnTo>
                  <a:pt x="212322" y="1389164"/>
                </a:lnTo>
                <a:lnTo>
                  <a:pt x="247717" y="1389164"/>
                </a:lnTo>
                <a:lnTo>
                  <a:pt x="283102" y="1389164"/>
                </a:lnTo>
                <a:lnTo>
                  <a:pt x="318487" y="1389164"/>
                </a:lnTo>
                <a:lnTo>
                  <a:pt x="353873" y="1389164"/>
                </a:lnTo>
                <a:lnTo>
                  <a:pt x="389258" y="1389164"/>
                </a:lnTo>
                <a:lnTo>
                  <a:pt x="424653" y="1389164"/>
                </a:lnTo>
                <a:lnTo>
                  <a:pt x="460038" y="1389164"/>
                </a:lnTo>
                <a:lnTo>
                  <a:pt x="495424" y="1389164"/>
                </a:lnTo>
                <a:lnTo>
                  <a:pt x="530809" y="1389164"/>
                </a:lnTo>
                <a:lnTo>
                  <a:pt x="566204" y="1389164"/>
                </a:lnTo>
                <a:lnTo>
                  <a:pt x="601589" y="1389164"/>
                </a:lnTo>
                <a:lnTo>
                  <a:pt x="636975" y="1389164"/>
                </a:lnTo>
                <a:lnTo>
                  <a:pt x="672360" y="1389164"/>
                </a:lnTo>
                <a:lnTo>
                  <a:pt x="707755" y="1389164"/>
                </a:lnTo>
                <a:lnTo>
                  <a:pt x="743141" y="1389164"/>
                </a:lnTo>
                <a:lnTo>
                  <a:pt x="778526" y="1389164"/>
                </a:lnTo>
                <a:lnTo>
                  <a:pt x="813911" y="1389164"/>
                </a:lnTo>
                <a:lnTo>
                  <a:pt x="849297" y="1389164"/>
                </a:lnTo>
                <a:lnTo>
                  <a:pt x="884692" y="1389164"/>
                </a:lnTo>
                <a:lnTo>
                  <a:pt x="920077" y="1389164"/>
                </a:lnTo>
                <a:lnTo>
                  <a:pt x="955462" y="1389164"/>
                </a:lnTo>
                <a:lnTo>
                  <a:pt x="990848" y="1389164"/>
                </a:lnTo>
                <a:lnTo>
                  <a:pt x="1026243" y="1389164"/>
                </a:lnTo>
                <a:lnTo>
                  <a:pt x="1061628" y="1389164"/>
                </a:lnTo>
                <a:lnTo>
                  <a:pt x="1097013" y="1389164"/>
                </a:lnTo>
                <a:lnTo>
                  <a:pt x="1132399" y="1389164"/>
                </a:lnTo>
                <a:lnTo>
                  <a:pt x="1167784" y="1389164"/>
                </a:lnTo>
                <a:lnTo>
                  <a:pt x="1203179" y="1389164"/>
                </a:lnTo>
                <a:lnTo>
                  <a:pt x="1238564" y="1389164"/>
                </a:lnTo>
                <a:lnTo>
                  <a:pt x="1273950" y="1389164"/>
                </a:lnTo>
                <a:lnTo>
                  <a:pt x="1309335" y="1389164"/>
                </a:lnTo>
                <a:lnTo>
                  <a:pt x="1344730" y="1389164"/>
                </a:lnTo>
                <a:lnTo>
                  <a:pt x="1380115" y="1389164"/>
                </a:lnTo>
                <a:lnTo>
                  <a:pt x="1415501" y="1389164"/>
                </a:lnTo>
                <a:lnTo>
                  <a:pt x="1450886" y="1389164"/>
                </a:lnTo>
                <a:lnTo>
                  <a:pt x="1485929" y="1386650"/>
                </a:lnTo>
                <a:lnTo>
                  <a:pt x="1520771" y="1382754"/>
                </a:lnTo>
                <a:lnTo>
                  <a:pt x="1555613" y="1378858"/>
                </a:lnTo>
                <a:lnTo>
                  <a:pt x="1590456" y="1374962"/>
                </a:lnTo>
                <a:lnTo>
                  <a:pt x="1625298" y="1371067"/>
                </a:lnTo>
                <a:lnTo>
                  <a:pt x="1660141" y="1367171"/>
                </a:lnTo>
                <a:lnTo>
                  <a:pt x="1694983" y="1363266"/>
                </a:lnTo>
                <a:lnTo>
                  <a:pt x="1729826" y="1359370"/>
                </a:lnTo>
                <a:lnTo>
                  <a:pt x="1756429" y="1345730"/>
                </a:lnTo>
                <a:lnTo>
                  <a:pt x="1780985" y="1329671"/>
                </a:lnTo>
                <a:lnTo>
                  <a:pt x="1805540" y="1313602"/>
                </a:lnTo>
                <a:lnTo>
                  <a:pt x="1830095" y="1297543"/>
                </a:lnTo>
                <a:lnTo>
                  <a:pt x="1854651" y="1281484"/>
                </a:lnTo>
                <a:lnTo>
                  <a:pt x="1879206" y="1265425"/>
                </a:lnTo>
                <a:lnTo>
                  <a:pt x="1903762" y="1249366"/>
                </a:lnTo>
                <a:lnTo>
                  <a:pt x="1928317" y="1233307"/>
                </a:lnTo>
                <a:lnTo>
                  <a:pt x="1952873" y="1217238"/>
                </a:lnTo>
                <a:lnTo>
                  <a:pt x="1977428" y="1201179"/>
                </a:lnTo>
                <a:lnTo>
                  <a:pt x="2001984" y="1185120"/>
                </a:lnTo>
                <a:lnTo>
                  <a:pt x="2026529" y="1169060"/>
                </a:lnTo>
                <a:lnTo>
                  <a:pt x="2051085" y="1153001"/>
                </a:lnTo>
                <a:lnTo>
                  <a:pt x="2075640" y="1136933"/>
                </a:lnTo>
                <a:lnTo>
                  <a:pt x="2100196" y="1120873"/>
                </a:lnTo>
                <a:lnTo>
                  <a:pt x="2124751" y="1104814"/>
                </a:lnTo>
                <a:lnTo>
                  <a:pt x="2149307" y="1088755"/>
                </a:lnTo>
                <a:lnTo>
                  <a:pt x="2173862" y="1072696"/>
                </a:lnTo>
                <a:lnTo>
                  <a:pt x="2198418" y="1056627"/>
                </a:lnTo>
                <a:lnTo>
                  <a:pt x="2203999" y="1035749"/>
                </a:lnTo>
                <a:lnTo>
                  <a:pt x="2203999" y="1013441"/>
                </a:lnTo>
                <a:lnTo>
                  <a:pt x="2203999" y="991133"/>
                </a:lnTo>
                <a:lnTo>
                  <a:pt x="2203999" y="968835"/>
                </a:lnTo>
                <a:lnTo>
                  <a:pt x="2203999" y="946528"/>
                </a:lnTo>
                <a:lnTo>
                  <a:pt x="2203999" y="924220"/>
                </a:lnTo>
                <a:lnTo>
                  <a:pt x="2203999" y="901913"/>
                </a:lnTo>
                <a:lnTo>
                  <a:pt x="2203999" y="879615"/>
                </a:lnTo>
                <a:lnTo>
                  <a:pt x="2203999" y="857307"/>
                </a:lnTo>
                <a:lnTo>
                  <a:pt x="2203999" y="835000"/>
                </a:lnTo>
                <a:lnTo>
                  <a:pt x="2203999" y="812702"/>
                </a:lnTo>
                <a:lnTo>
                  <a:pt x="2203999" y="790394"/>
                </a:lnTo>
                <a:lnTo>
                  <a:pt x="2203999" y="768086"/>
                </a:lnTo>
                <a:lnTo>
                  <a:pt x="2203999" y="745788"/>
                </a:lnTo>
                <a:lnTo>
                  <a:pt x="2203999" y="723481"/>
                </a:lnTo>
                <a:lnTo>
                  <a:pt x="2203999" y="701173"/>
                </a:lnTo>
                <a:lnTo>
                  <a:pt x="2203999" y="678875"/>
                </a:lnTo>
                <a:lnTo>
                  <a:pt x="2203999" y="656568"/>
                </a:lnTo>
                <a:lnTo>
                  <a:pt x="2203999" y="634260"/>
                </a:lnTo>
                <a:lnTo>
                  <a:pt x="2203999" y="611962"/>
                </a:lnTo>
                <a:lnTo>
                  <a:pt x="2203999" y="589655"/>
                </a:lnTo>
                <a:lnTo>
                  <a:pt x="2203999" y="567347"/>
                </a:lnTo>
                <a:lnTo>
                  <a:pt x="2203999" y="545049"/>
                </a:lnTo>
                <a:lnTo>
                  <a:pt x="2203999" y="522742"/>
                </a:lnTo>
                <a:lnTo>
                  <a:pt x="2203999" y="500434"/>
                </a:lnTo>
                <a:lnTo>
                  <a:pt x="2203999" y="478136"/>
                </a:lnTo>
                <a:lnTo>
                  <a:pt x="2203999" y="455828"/>
                </a:lnTo>
                <a:lnTo>
                  <a:pt x="2203999" y="433521"/>
                </a:lnTo>
                <a:lnTo>
                  <a:pt x="2203999" y="411223"/>
                </a:lnTo>
                <a:lnTo>
                  <a:pt x="2203999" y="388915"/>
                </a:lnTo>
                <a:lnTo>
                  <a:pt x="2203999" y="366608"/>
                </a:lnTo>
                <a:lnTo>
                  <a:pt x="2203999" y="344310"/>
                </a:lnTo>
                <a:lnTo>
                  <a:pt x="2203999" y="322002"/>
                </a:lnTo>
                <a:lnTo>
                  <a:pt x="2203999" y="299695"/>
                </a:lnTo>
                <a:lnTo>
                  <a:pt x="2203999" y="277387"/>
                </a:lnTo>
                <a:lnTo>
                  <a:pt x="2203999" y="255089"/>
                </a:lnTo>
                <a:lnTo>
                  <a:pt x="2203999" y="232781"/>
                </a:lnTo>
                <a:lnTo>
                  <a:pt x="2203999" y="210474"/>
                </a:lnTo>
                <a:lnTo>
                  <a:pt x="2203999" y="188176"/>
                </a:lnTo>
                <a:lnTo>
                  <a:pt x="2203999" y="165868"/>
                </a:lnTo>
                <a:lnTo>
                  <a:pt x="2203999" y="143561"/>
                </a:lnTo>
                <a:lnTo>
                  <a:pt x="2203999" y="121263"/>
                </a:lnTo>
                <a:lnTo>
                  <a:pt x="2203999" y="98955"/>
                </a:lnTo>
                <a:lnTo>
                  <a:pt x="2203999" y="76648"/>
                </a:lnTo>
                <a:lnTo>
                  <a:pt x="2203999" y="54350"/>
                </a:lnTo>
                <a:lnTo>
                  <a:pt x="2203999" y="32042"/>
                </a:lnTo>
                <a:lnTo>
                  <a:pt x="2203999" y="9735"/>
                </a:lnTo>
                <a:lnTo>
                  <a:pt x="2184054" y="0"/>
                </a:lnTo>
                <a:lnTo>
                  <a:pt x="2148669" y="0"/>
                </a:lnTo>
                <a:lnTo>
                  <a:pt x="2113283" y="0"/>
                </a:lnTo>
                <a:lnTo>
                  <a:pt x="2077898" y="0"/>
                </a:lnTo>
                <a:lnTo>
                  <a:pt x="2042512" y="0"/>
                </a:lnTo>
                <a:lnTo>
                  <a:pt x="2007118" y="0"/>
                </a:lnTo>
                <a:lnTo>
                  <a:pt x="1971732" y="0"/>
                </a:lnTo>
                <a:lnTo>
                  <a:pt x="1936347" y="0"/>
                </a:lnTo>
                <a:lnTo>
                  <a:pt x="1900961" y="0"/>
                </a:lnTo>
                <a:lnTo>
                  <a:pt x="1865567" y="0"/>
                </a:lnTo>
                <a:lnTo>
                  <a:pt x="1830181" y="0"/>
                </a:lnTo>
                <a:lnTo>
                  <a:pt x="1794796" y="0"/>
                </a:lnTo>
                <a:lnTo>
                  <a:pt x="1759410" y="0"/>
                </a:lnTo>
                <a:lnTo>
                  <a:pt x="1724015" y="0"/>
                </a:lnTo>
                <a:lnTo>
                  <a:pt x="1688630" y="0"/>
                </a:lnTo>
                <a:lnTo>
                  <a:pt x="1653245" y="0"/>
                </a:lnTo>
                <a:lnTo>
                  <a:pt x="1617859" y="0"/>
                </a:lnTo>
                <a:lnTo>
                  <a:pt x="1582474" y="0"/>
                </a:lnTo>
                <a:lnTo>
                  <a:pt x="1547079" y="0"/>
                </a:lnTo>
                <a:lnTo>
                  <a:pt x="1511694" y="0"/>
                </a:lnTo>
                <a:lnTo>
                  <a:pt x="1476308" y="0"/>
                </a:lnTo>
                <a:lnTo>
                  <a:pt x="1440923" y="0"/>
                </a:lnTo>
                <a:lnTo>
                  <a:pt x="1405528" y="0"/>
                </a:lnTo>
                <a:lnTo>
                  <a:pt x="1370143" y="0"/>
                </a:lnTo>
                <a:lnTo>
                  <a:pt x="1334757" y="0"/>
                </a:lnTo>
                <a:lnTo>
                  <a:pt x="1299372" y="0"/>
                </a:lnTo>
                <a:lnTo>
                  <a:pt x="1263987" y="0"/>
                </a:lnTo>
                <a:lnTo>
                  <a:pt x="1228592" y="0"/>
                </a:lnTo>
                <a:lnTo>
                  <a:pt x="1193206" y="0"/>
                </a:lnTo>
                <a:lnTo>
                  <a:pt x="1157821" y="0"/>
                </a:lnTo>
                <a:lnTo>
                  <a:pt x="1122436" y="0"/>
                </a:lnTo>
                <a:lnTo>
                  <a:pt x="1087041" y="0"/>
                </a:lnTo>
                <a:lnTo>
                  <a:pt x="1051655" y="0"/>
                </a:lnTo>
                <a:lnTo>
                  <a:pt x="1016270" y="0"/>
                </a:lnTo>
                <a:lnTo>
                  <a:pt x="980885" y="0"/>
                </a:lnTo>
                <a:lnTo>
                  <a:pt x="945490" y="0"/>
                </a:lnTo>
                <a:lnTo>
                  <a:pt x="910104" y="0"/>
                </a:lnTo>
                <a:lnTo>
                  <a:pt x="874719" y="0"/>
                </a:lnTo>
                <a:lnTo>
                  <a:pt x="839333" y="0"/>
                </a:lnTo>
                <a:lnTo>
                  <a:pt x="803948" y="0"/>
                </a:lnTo>
                <a:lnTo>
                  <a:pt x="768553" y="0"/>
                </a:lnTo>
                <a:lnTo>
                  <a:pt x="733168" y="0"/>
                </a:lnTo>
                <a:lnTo>
                  <a:pt x="697782" y="0"/>
                </a:lnTo>
                <a:lnTo>
                  <a:pt x="662397" y="0"/>
                </a:lnTo>
                <a:lnTo>
                  <a:pt x="627002" y="0"/>
                </a:lnTo>
                <a:lnTo>
                  <a:pt x="591617" y="0"/>
                </a:lnTo>
                <a:lnTo>
                  <a:pt x="556231" y="0"/>
                </a:lnTo>
                <a:lnTo>
                  <a:pt x="520846" y="0"/>
                </a:lnTo>
                <a:lnTo>
                  <a:pt x="485461" y="0"/>
                </a:lnTo>
                <a:lnTo>
                  <a:pt x="450066" y="0"/>
                </a:lnTo>
                <a:lnTo>
                  <a:pt x="414680" y="0"/>
                </a:lnTo>
                <a:lnTo>
                  <a:pt x="379295" y="0"/>
                </a:lnTo>
                <a:lnTo>
                  <a:pt x="343910" y="0"/>
                </a:lnTo>
                <a:lnTo>
                  <a:pt x="308515" y="0"/>
                </a:lnTo>
                <a:lnTo>
                  <a:pt x="273129" y="0"/>
                </a:lnTo>
                <a:lnTo>
                  <a:pt x="237744" y="0"/>
                </a:lnTo>
                <a:lnTo>
                  <a:pt x="202359" y="0"/>
                </a:lnTo>
                <a:lnTo>
                  <a:pt x="166973" y="0"/>
                </a:lnTo>
                <a:lnTo>
                  <a:pt x="131578" y="0"/>
                </a:lnTo>
                <a:lnTo>
                  <a:pt x="96193" y="0"/>
                </a:lnTo>
                <a:lnTo>
                  <a:pt x="60808" y="0"/>
                </a:lnTo>
                <a:lnTo>
                  <a:pt x="25422" y="0"/>
                </a:lnTo>
                <a:lnTo>
                  <a:pt x="0" y="6287"/>
                </a:lnTo>
                <a:lnTo>
                  <a:pt x="0" y="28585"/>
                </a:lnTo>
                <a:lnTo>
                  <a:pt x="0" y="50892"/>
                </a:lnTo>
                <a:lnTo>
                  <a:pt x="0" y="73200"/>
                </a:lnTo>
                <a:lnTo>
                  <a:pt x="0" y="95498"/>
                </a:lnTo>
                <a:lnTo>
                  <a:pt x="0" y="117805"/>
                </a:lnTo>
                <a:lnTo>
                  <a:pt x="0" y="140113"/>
                </a:lnTo>
                <a:lnTo>
                  <a:pt x="0" y="162411"/>
                </a:lnTo>
                <a:lnTo>
                  <a:pt x="0" y="184718"/>
                </a:lnTo>
                <a:lnTo>
                  <a:pt x="0" y="207026"/>
                </a:lnTo>
                <a:lnTo>
                  <a:pt x="0" y="229324"/>
                </a:lnTo>
                <a:lnTo>
                  <a:pt x="0" y="251631"/>
                </a:lnTo>
                <a:lnTo>
                  <a:pt x="0" y="273939"/>
                </a:lnTo>
                <a:lnTo>
                  <a:pt x="0" y="296237"/>
                </a:lnTo>
                <a:lnTo>
                  <a:pt x="0" y="318545"/>
                </a:lnTo>
                <a:lnTo>
                  <a:pt x="0" y="340852"/>
                </a:lnTo>
                <a:lnTo>
                  <a:pt x="0" y="363160"/>
                </a:lnTo>
                <a:lnTo>
                  <a:pt x="0" y="385458"/>
                </a:lnTo>
                <a:lnTo>
                  <a:pt x="0" y="407765"/>
                </a:lnTo>
                <a:lnTo>
                  <a:pt x="0" y="430073"/>
                </a:lnTo>
                <a:lnTo>
                  <a:pt x="0" y="452371"/>
                </a:lnTo>
                <a:lnTo>
                  <a:pt x="0" y="474678"/>
                </a:lnTo>
                <a:lnTo>
                  <a:pt x="0" y="496986"/>
                </a:lnTo>
                <a:lnTo>
                  <a:pt x="0" y="519284"/>
                </a:lnTo>
                <a:lnTo>
                  <a:pt x="0" y="541592"/>
                </a:lnTo>
                <a:lnTo>
                  <a:pt x="0" y="563899"/>
                </a:lnTo>
                <a:lnTo>
                  <a:pt x="0" y="586197"/>
                </a:lnTo>
                <a:lnTo>
                  <a:pt x="0" y="608505"/>
                </a:lnTo>
                <a:lnTo>
                  <a:pt x="0" y="630812"/>
                </a:lnTo>
                <a:lnTo>
                  <a:pt x="0" y="653110"/>
                </a:lnTo>
                <a:lnTo>
                  <a:pt x="0" y="675418"/>
                </a:lnTo>
                <a:lnTo>
                  <a:pt x="0" y="697725"/>
                </a:lnTo>
                <a:lnTo>
                  <a:pt x="0" y="720023"/>
                </a:lnTo>
                <a:lnTo>
                  <a:pt x="0" y="742331"/>
                </a:lnTo>
                <a:lnTo>
                  <a:pt x="0" y="764638"/>
                </a:lnTo>
                <a:lnTo>
                  <a:pt x="0" y="786936"/>
                </a:lnTo>
                <a:lnTo>
                  <a:pt x="0" y="809244"/>
                </a:lnTo>
                <a:lnTo>
                  <a:pt x="0" y="831552"/>
                </a:lnTo>
                <a:lnTo>
                  <a:pt x="0" y="853850"/>
                </a:lnTo>
                <a:lnTo>
                  <a:pt x="0" y="876157"/>
                </a:lnTo>
                <a:lnTo>
                  <a:pt x="0" y="898465"/>
                </a:lnTo>
                <a:lnTo>
                  <a:pt x="0" y="920763"/>
                </a:lnTo>
                <a:lnTo>
                  <a:pt x="0" y="943070"/>
                </a:lnTo>
                <a:lnTo>
                  <a:pt x="0" y="965378"/>
                </a:lnTo>
                <a:lnTo>
                  <a:pt x="0" y="987685"/>
                </a:lnTo>
                <a:lnTo>
                  <a:pt x="0" y="1009983"/>
                </a:lnTo>
                <a:lnTo>
                  <a:pt x="0" y="1032291"/>
                </a:lnTo>
                <a:lnTo>
                  <a:pt x="0" y="1054598"/>
                </a:lnTo>
                <a:lnTo>
                  <a:pt x="0" y="1076897"/>
                </a:lnTo>
                <a:lnTo>
                  <a:pt x="0" y="1099204"/>
                </a:lnTo>
                <a:lnTo>
                  <a:pt x="0" y="1121512"/>
                </a:lnTo>
                <a:lnTo>
                  <a:pt x="0" y="1143810"/>
                </a:lnTo>
                <a:lnTo>
                  <a:pt x="0" y="1166117"/>
                </a:lnTo>
                <a:lnTo>
                  <a:pt x="0" y="1188425"/>
                </a:lnTo>
                <a:lnTo>
                  <a:pt x="0" y="1210723"/>
                </a:lnTo>
                <a:lnTo>
                  <a:pt x="0" y="1233030"/>
                </a:lnTo>
                <a:lnTo>
                  <a:pt x="0" y="1255338"/>
                </a:lnTo>
                <a:lnTo>
                  <a:pt x="0" y="1277636"/>
                </a:lnTo>
                <a:lnTo>
                  <a:pt x="0" y="1299943"/>
                </a:lnTo>
                <a:lnTo>
                  <a:pt x="0" y="1322251"/>
                </a:lnTo>
                <a:lnTo>
                  <a:pt x="0" y="1344549"/>
                </a:lnTo>
                <a:lnTo>
                  <a:pt x="0" y="1366857"/>
                </a:lnTo>
                <a:lnTo>
                  <a:pt x="0" y="138916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7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7AA03240-6BAA-4427-B052-82405B26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1571" y="3519335"/>
            <a:ext cx="2203999" cy="238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50587F93-CCD7-417D-8819-B4043844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3545" y="4572324"/>
            <a:ext cx="812016" cy="336433"/>
          </a:xfrm>
          <a:custGeom xmlns:a="http://schemas.openxmlformats.org/drawingml/2006/main">
            <a:pathLst>
              <a:path w="812016" h="336433">
                <a:moveTo>
                  <a:pt x="812016" y="0"/>
                </a:moveTo>
                <a:lnTo>
                  <a:pt x="811054" y="5582"/>
                </a:lnTo>
                <a:lnTo>
                  <a:pt x="809787" y="11135"/>
                </a:lnTo>
                <a:lnTo>
                  <a:pt x="808301" y="16669"/>
                </a:lnTo>
                <a:lnTo>
                  <a:pt x="806634" y="22184"/>
                </a:lnTo>
                <a:lnTo>
                  <a:pt x="804796" y="27680"/>
                </a:lnTo>
                <a:lnTo>
                  <a:pt x="802805" y="33147"/>
                </a:lnTo>
                <a:lnTo>
                  <a:pt x="800652" y="38595"/>
                </a:lnTo>
                <a:lnTo>
                  <a:pt x="798357" y="44025"/>
                </a:lnTo>
                <a:lnTo>
                  <a:pt x="795928" y="49425"/>
                </a:lnTo>
                <a:lnTo>
                  <a:pt x="793347" y="54797"/>
                </a:lnTo>
                <a:lnTo>
                  <a:pt x="790642" y="60150"/>
                </a:lnTo>
                <a:lnTo>
                  <a:pt x="787794" y="65465"/>
                </a:lnTo>
                <a:lnTo>
                  <a:pt x="784822" y="70761"/>
                </a:lnTo>
                <a:lnTo>
                  <a:pt x="781717" y="76019"/>
                </a:lnTo>
                <a:lnTo>
                  <a:pt x="778488" y="81248"/>
                </a:lnTo>
                <a:lnTo>
                  <a:pt x="775125" y="86449"/>
                </a:lnTo>
                <a:lnTo>
                  <a:pt x="771639" y="91621"/>
                </a:lnTo>
                <a:lnTo>
                  <a:pt x="768029" y="96745"/>
                </a:lnTo>
                <a:lnTo>
                  <a:pt x="764296" y="101841"/>
                </a:lnTo>
                <a:lnTo>
                  <a:pt x="760428" y="106909"/>
                </a:lnTo>
                <a:lnTo>
                  <a:pt x="756447" y="111928"/>
                </a:lnTo>
                <a:lnTo>
                  <a:pt x="752351" y="116910"/>
                </a:lnTo>
                <a:lnTo>
                  <a:pt x="748122" y="121853"/>
                </a:lnTo>
                <a:lnTo>
                  <a:pt x="743788" y="126749"/>
                </a:lnTo>
                <a:lnTo>
                  <a:pt x="739321" y="131607"/>
                </a:lnTo>
                <a:lnTo>
                  <a:pt x="734739" y="136427"/>
                </a:lnTo>
                <a:lnTo>
                  <a:pt x="730044" y="141199"/>
                </a:lnTo>
                <a:lnTo>
                  <a:pt x="725234" y="145923"/>
                </a:lnTo>
                <a:lnTo>
                  <a:pt x="720309" y="150600"/>
                </a:lnTo>
                <a:lnTo>
                  <a:pt x="715261" y="155229"/>
                </a:lnTo>
                <a:lnTo>
                  <a:pt x="710108" y="159801"/>
                </a:lnTo>
                <a:lnTo>
                  <a:pt x="704840" y="164335"/>
                </a:lnTo>
                <a:lnTo>
                  <a:pt x="699468" y="168812"/>
                </a:lnTo>
                <a:lnTo>
                  <a:pt x="693982" y="173231"/>
                </a:lnTo>
                <a:lnTo>
                  <a:pt x="688391" y="177603"/>
                </a:lnTo>
                <a:lnTo>
                  <a:pt x="682695" y="181918"/>
                </a:lnTo>
                <a:lnTo>
                  <a:pt x="676885" y="186176"/>
                </a:lnTo>
                <a:lnTo>
                  <a:pt x="670979" y="190376"/>
                </a:lnTo>
                <a:lnTo>
                  <a:pt x="664969" y="194520"/>
                </a:lnTo>
                <a:lnTo>
                  <a:pt x="658863" y="198606"/>
                </a:lnTo>
                <a:lnTo>
                  <a:pt x="652653" y="202625"/>
                </a:lnTo>
                <a:lnTo>
                  <a:pt x="646347" y="206597"/>
                </a:lnTo>
                <a:lnTo>
                  <a:pt x="639947" y="210503"/>
                </a:lnTo>
                <a:lnTo>
                  <a:pt x="633460" y="214341"/>
                </a:lnTo>
                <a:lnTo>
                  <a:pt x="626869" y="218123"/>
                </a:lnTo>
                <a:lnTo>
                  <a:pt x="620201" y="221847"/>
                </a:lnTo>
                <a:lnTo>
                  <a:pt x="613439" y="225495"/>
                </a:lnTo>
                <a:lnTo>
                  <a:pt x="606600" y="229086"/>
                </a:lnTo>
                <a:lnTo>
                  <a:pt x="599665" y="232620"/>
                </a:lnTo>
                <a:lnTo>
                  <a:pt x="592655" y="236077"/>
                </a:lnTo>
                <a:lnTo>
                  <a:pt x="585568" y="239478"/>
                </a:lnTo>
                <a:lnTo>
                  <a:pt x="578406" y="242811"/>
                </a:lnTo>
                <a:lnTo>
                  <a:pt x="571157" y="246078"/>
                </a:lnTo>
                <a:lnTo>
                  <a:pt x="563842" y="249288"/>
                </a:lnTo>
                <a:lnTo>
                  <a:pt x="556460" y="252422"/>
                </a:lnTo>
                <a:lnTo>
                  <a:pt x="549002" y="255499"/>
                </a:lnTo>
                <a:lnTo>
                  <a:pt x="541487" y="258499"/>
                </a:lnTo>
                <a:lnTo>
                  <a:pt x="533895" y="261442"/>
                </a:lnTo>
                <a:lnTo>
                  <a:pt x="526247" y="264319"/>
                </a:lnTo>
                <a:lnTo>
                  <a:pt x="518541" y="267138"/>
                </a:lnTo>
                <a:lnTo>
                  <a:pt x="510778" y="269881"/>
                </a:lnTo>
                <a:lnTo>
                  <a:pt x="502949" y="272567"/>
                </a:lnTo>
                <a:lnTo>
                  <a:pt x="495071" y="275187"/>
                </a:lnTo>
                <a:lnTo>
                  <a:pt x="487137" y="277739"/>
                </a:lnTo>
                <a:lnTo>
                  <a:pt x="479155" y="280226"/>
                </a:lnTo>
                <a:lnTo>
                  <a:pt x="471126" y="282654"/>
                </a:lnTo>
                <a:lnTo>
                  <a:pt x="463048" y="285017"/>
                </a:lnTo>
                <a:lnTo>
                  <a:pt x="454924" y="287322"/>
                </a:lnTo>
                <a:lnTo>
                  <a:pt x="446761" y="289560"/>
                </a:lnTo>
                <a:lnTo>
                  <a:pt x="438550" y="291741"/>
                </a:lnTo>
                <a:lnTo>
                  <a:pt x="430301" y="293856"/>
                </a:lnTo>
                <a:lnTo>
                  <a:pt x="422015" y="295913"/>
                </a:lnTo>
                <a:lnTo>
                  <a:pt x="413690" y="297913"/>
                </a:lnTo>
                <a:lnTo>
                  <a:pt x="405327" y="299857"/>
                </a:lnTo>
                <a:lnTo>
                  <a:pt x="396935" y="301733"/>
                </a:lnTo>
                <a:lnTo>
                  <a:pt x="388515" y="303552"/>
                </a:lnTo>
                <a:lnTo>
                  <a:pt x="380057" y="305314"/>
                </a:lnTo>
                <a:lnTo>
                  <a:pt x="371570" y="307029"/>
                </a:lnTo>
                <a:lnTo>
                  <a:pt x="363055" y="308677"/>
                </a:lnTo>
                <a:lnTo>
                  <a:pt x="354521" y="310277"/>
                </a:lnTo>
                <a:lnTo>
                  <a:pt x="345958" y="311820"/>
                </a:lnTo>
                <a:lnTo>
                  <a:pt x="337366" y="313306"/>
                </a:lnTo>
                <a:lnTo>
                  <a:pt x="328755" y="314735"/>
                </a:lnTo>
                <a:lnTo>
                  <a:pt x="320126" y="316116"/>
                </a:lnTo>
                <a:lnTo>
                  <a:pt x="311468" y="317449"/>
                </a:lnTo>
                <a:lnTo>
                  <a:pt x="302800" y="318726"/>
                </a:lnTo>
                <a:lnTo>
                  <a:pt x="294103" y="319954"/>
                </a:lnTo>
                <a:lnTo>
                  <a:pt x="285398" y="321135"/>
                </a:lnTo>
                <a:lnTo>
                  <a:pt x="276673" y="322259"/>
                </a:lnTo>
                <a:lnTo>
                  <a:pt x="267929" y="323345"/>
                </a:lnTo>
                <a:lnTo>
                  <a:pt x="259175" y="324374"/>
                </a:lnTo>
                <a:lnTo>
                  <a:pt x="250403" y="325355"/>
                </a:lnTo>
                <a:lnTo>
                  <a:pt x="241621" y="326298"/>
                </a:lnTo>
                <a:lnTo>
                  <a:pt x="232829" y="327184"/>
                </a:lnTo>
                <a:lnTo>
                  <a:pt x="224028" y="328031"/>
                </a:lnTo>
                <a:lnTo>
                  <a:pt x="215208" y="328832"/>
                </a:lnTo>
                <a:lnTo>
                  <a:pt x="206378" y="329594"/>
                </a:lnTo>
                <a:lnTo>
                  <a:pt x="197548" y="330308"/>
                </a:lnTo>
                <a:lnTo>
                  <a:pt x="188709" y="330975"/>
                </a:lnTo>
                <a:lnTo>
                  <a:pt x="179851" y="331603"/>
                </a:lnTo>
                <a:lnTo>
                  <a:pt x="170993" y="332194"/>
                </a:lnTo>
                <a:lnTo>
                  <a:pt x="162135" y="332737"/>
                </a:lnTo>
                <a:lnTo>
                  <a:pt x="153257" y="333251"/>
                </a:lnTo>
                <a:lnTo>
                  <a:pt x="144389" y="333718"/>
                </a:lnTo>
                <a:lnTo>
                  <a:pt x="135503" y="334147"/>
                </a:lnTo>
                <a:lnTo>
                  <a:pt x="126616" y="334537"/>
                </a:lnTo>
                <a:lnTo>
                  <a:pt x="117729" y="334889"/>
                </a:lnTo>
                <a:lnTo>
                  <a:pt x="108833" y="335204"/>
                </a:lnTo>
                <a:lnTo>
                  <a:pt x="99936" y="335480"/>
                </a:lnTo>
                <a:lnTo>
                  <a:pt x="91040" y="335718"/>
                </a:lnTo>
                <a:lnTo>
                  <a:pt x="82144" y="335918"/>
                </a:lnTo>
                <a:lnTo>
                  <a:pt x="73238" y="336090"/>
                </a:lnTo>
                <a:lnTo>
                  <a:pt x="64332" y="336233"/>
                </a:lnTo>
                <a:lnTo>
                  <a:pt x="55426" y="336328"/>
                </a:lnTo>
                <a:lnTo>
                  <a:pt x="46520" y="336394"/>
                </a:lnTo>
                <a:lnTo>
                  <a:pt x="37614" y="336433"/>
                </a:lnTo>
                <a:lnTo>
                  <a:pt x="28708" y="336433"/>
                </a:lnTo>
                <a:lnTo>
                  <a:pt x="19802" y="336404"/>
                </a:lnTo>
                <a:lnTo>
                  <a:pt x="10897" y="336347"/>
                </a:lnTo>
                <a:lnTo>
                  <a:pt x="1991" y="336252"/>
                </a:lnTo>
                <a:lnTo>
                  <a:pt x="0" y="336156"/>
                </a:lnTo>
                <a:lnTo>
                  <a:pt x="8906" y="336023"/>
                </a:lnTo>
                <a:lnTo>
                  <a:pt x="17802" y="335785"/>
                </a:lnTo>
                <a:lnTo>
                  <a:pt x="26699" y="335480"/>
                </a:lnTo>
                <a:lnTo>
                  <a:pt x="35585" y="335099"/>
                </a:lnTo>
                <a:lnTo>
                  <a:pt x="44463" y="334661"/>
                </a:lnTo>
                <a:lnTo>
                  <a:pt x="53330" y="334166"/>
                </a:lnTo>
                <a:lnTo>
                  <a:pt x="62198" y="333594"/>
                </a:lnTo>
                <a:lnTo>
                  <a:pt x="71047" y="332975"/>
                </a:lnTo>
                <a:lnTo>
                  <a:pt x="79886" y="332299"/>
                </a:lnTo>
                <a:lnTo>
                  <a:pt x="88716" y="331556"/>
                </a:lnTo>
                <a:lnTo>
                  <a:pt x="97536" y="330765"/>
                </a:lnTo>
                <a:lnTo>
                  <a:pt x="106337" y="329908"/>
                </a:lnTo>
                <a:lnTo>
                  <a:pt x="115129" y="328994"/>
                </a:lnTo>
                <a:lnTo>
                  <a:pt x="123901" y="328012"/>
                </a:lnTo>
                <a:lnTo>
                  <a:pt x="132655" y="326974"/>
                </a:lnTo>
                <a:lnTo>
                  <a:pt x="141389" y="325879"/>
                </a:lnTo>
                <a:lnTo>
                  <a:pt x="150095" y="324707"/>
                </a:lnTo>
                <a:lnTo>
                  <a:pt x="158791" y="323479"/>
                </a:lnTo>
                <a:lnTo>
                  <a:pt x="167459" y="322183"/>
                </a:lnTo>
                <a:lnTo>
                  <a:pt x="176098" y="320821"/>
                </a:lnTo>
                <a:lnTo>
                  <a:pt x="184709" y="319392"/>
                </a:lnTo>
                <a:lnTo>
                  <a:pt x="193291" y="317897"/>
                </a:lnTo>
                <a:lnTo>
                  <a:pt x="201844" y="316316"/>
                </a:lnTo>
                <a:lnTo>
                  <a:pt x="210360" y="314668"/>
                </a:lnTo>
                <a:lnTo>
                  <a:pt x="218837" y="312953"/>
                </a:lnTo>
                <a:lnTo>
                  <a:pt x="227267" y="311144"/>
                </a:lnTo>
                <a:lnTo>
                  <a:pt x="235668" y="309267"/>
                </a:lnTo>
                <a:lnTo>
                  <a:pt x="244011" y="307305"/>
                </a:lnTo>
                <a:lnTo>
                  <a:pt x="252298" y="305257"/>
                </a:lnTo>
                <a:lnTo>
                  <a:pt x="260547" y="303133"/>
                </a:lnTo>
                <a:lnTo>
                  <a:pt x="268719" y="300904"/>
                </a:lnTo>
                <a:lnTo>
                  <a:pt x="276835" y="298599"/>
                </a:lnTo>
                <a:lnTo>
                  <a:pt x="284883" y="296189"/>
                </a:lnTo>
                <a:lnTo>
                  <a:pt x="292856" y="293684"/>
                </a:lnTo>
                <a:lnTo>
                  <a:pt x="300752" y="291084"/>
                </a:lnTo>
                <a:lnTo>
                  <a:pt x="308562" y="288388"/>
                </a:lnTo>
                <a:lnTo>
                  <a:pt x="316278" y="285588"/>
                </a:lnTo>
                <a:lnTo>
                  <a:pt x="323898" y="282673"/>
                </a:lnTo>
                <a:lnTo>
                  <a:pt x="331403" y="279654"/>
                </a:lnTo>
                <a:lnTo>
                  <a:pt x="338804" y="276530"/>
                </a:lnTo>
                <a:lnTo>
                  <a:pt x="346072" y="273291"/>
                </a:lnTo>
                <a:lnTo>
                  <a:pt x="353216" y="269929"/>
                </a:lnTo>
                <a:lnTo>
                  <a:pt x="360216" y="266462"/>
                </a:lnTo>
                <a:lnTo>
                  <a:pt x="367065" y="262871"/>
                </a:lnTo>
                <a:lnTo>
                  <a:pt x="373761" y="259166"/>
                </a:lnTo>
                <a:lnTo>
                  <a:pt x="380276" y="255346"/>
                </a:lnTo>
                <a:lnTo>
                  <a:pt x="386620" y="251403"/>
                </a:lnTo>
                <a:lnTo>
                  <a:pt x="392763" y="247336"/>
                </a:lnTo>
                <a:lnTo>
                  <a:pt x="398707" y="243154"/>
                </a:lnTo>
                <a:lnTo>
                  <a:pt x="404441" y="238858"/>
                </a:lnTo>
                <a:lnTo>
                  <a:pt x="409946" y="234448"/>
                </a:lnTo>
                <a:lnTo>
                  <a:pt x="415223" y="229924"/>
                </a:lnTo>
                <a:lnTo>
                  <a:pt x="420253" y="225295"/>
                </a:lnTo>
                <a:lnTo>
                  <a:pt x="425034" y="220561"/>
                </a:lnTo>
                <a:lnTo>
                  <a:pt x="429558" y="215722"/>
                </a:lnTo>
                <a:lnTo>
                  <a:pt x="433816" y="210788"/>
                </a:lnTo>
                <a:lnTo>
                  <a:pt x="437807" y="205769"/>
                </a:lnTo>
                <a:lnTo>
                  <a:pt x="441522" y="200673"/>
                </a:lnTo>
                <a:lnTo>
                  <a:pt x="444951" y="195491"/>
                </a:lnTo>
                <a:lnTo>
                  <a:pt x="448113" y="190243"/>
                </a:lnTo>
                <a:lnTo>
                  <a:pt x="450980" y="184928"/>
                </a:lnTo>
                <a:lnTo>
                  <a:pt x="453571" y="179556"/>
                </a:lnTo>
                <a:lnTo>
                  <a:pt x="455886" y="174136"/>
                </a:lnTo>
                <a:lnTo>
                  <a:pt x="457933" y="168669"/>
                </a:lnTo>
                <a:lnTo>
                  <a:pt x="459696" y="163173"/>
                </a:lnTo>
                <a:lnTo>
                  <a:pt x="461201" y="157639"/>
                </a:lnTo>
                <a:lnTo>
                  <a:pt x="462439" y="152076"/>
                </a:lnTo>
                <a:lnTo>
                  <a:pt x="463429" y="146495"/>
                </a:lnTo>
                <a:lnTo>
                  <a:pt x="464163" y="140903"/>
                </a:lnTo>
                <a:lnTo>
                  <a:pt x="464668" y="135293"/>
                </a:lnTo>
                <a:lnTo>
                  <a:pt x="464934" y="129683"/>
                </a:lnTo>
                <a:lnTo>
                  <a:pt x="464972" y="124073"/>
                </a:lnTo>
                <a:lnTo>
                  <a:pt x="464791" y="118462"/>
                </a:lnTo>
                <a:lnTo>
                  <a:pt x="464410" y="112852"/>
                </a:lnTo>
                <a:lnTo>
                  <a:pt x="463820" y="107252"/>
                </a:lnTo>
                <a:lnTo>
                  <a:pt x="472069" y="105880"/>
                </a:lnTo>
                <a:lnTo>
                  <a:pt x="480746" y="104623"/>
                </a:lnTo>
                <a:lnTo>
                  <a:pt x="489395" y="103280"/>
                </a:lnTo>
                <a:lnTo>
                  <a:pt x="498015" y="101879"/>
                </a:lnTo>
                <a:lnTo>
                  <a:pt x="506616" y="100403"/>
                </a:lnTo>
                <a:lnTo>
                  <a:pt x="515188" y="98879"/>
                </a:lnTo>
                <a:lnTo>
                  <a:pt x="523732" y="97288"/>
                </a:lnTo>
                <a:lnTo>
                  <a:pt x="532247" y="95650"/>
                </a:lnTo>
                <a:lnTo>
                  <a:pt x="540734" y="93955"/>
                </a:lnTo>
                <a:lnTo>
                  <a:pt x="549202" y="92202"/>
                </a:lnTo>
                <a:lnTo>
                  <a:pt x="557632" y="90402"/>
                </a:lnTo>
                <a:lnTo>
                  <a:pt x="566042" y="88544"/>
                </a:lnTo>
                <a:lnTo>
                  <a:pt x="574424" y="86639"/>
                </a:lnTo>
                <a:lnTo>
                  <a:pt x="582768" y="84677"/>
                </a:lnTo>
                <a:lnTo>
                  <a:pt x="591083" y="82667"/>
                </a:lnTo>
                <a:lnTo>
                  <a:pt x="599370" y="80610"/>
                </a:lnTo>
                <a:lnTo>
                  <a:pt x="607619" y="78496"/>
                </a:lnTo>
                <a:lnTo>
                  <a:pt x="615839" y="76324"/>
                </a:lnTo>
                <a:lnTo>
                  <a:pt x="624021" y="74105"/>
                </a:lnTo>
                <a:lnTo>
                  <a:pt x="632165" y="71838"/>
                </a:lnTo>
                <a:lnTo>
                  <a:pt x="640271" y="69513"/>
                </a:lnTo>
                <a:lnTo>
                  <a:pt x="648338" y="67132"/>
                </a:lnTo>
                <a:lnTo>
                  <a:pt x="656358" y="64694"/>
                </a:lnTo>
                <a:lnTo>
                  <a:pt x="664350" y="62208"/>
                </a:lnTo>
                <a:lnTo>
                  <a:pt x="672284" y="59665"/>
                </a:lnTo>
                <a:lnTo>
                  <a:pt x="680180" y="57064"/>
                </a:lnTo>
                <a:lnTo>
                  <a:pt x="688029" y="54407"/>
                </a:lnTo>
                <a:lnTo>
                  <a:pt x="695820" y="51692"/>
                </a:lnTo>
                <a:lnTo>
                  <a:pt x="703574" y="48920"/>
                </a:lnTo>
                <a:lnTo>
                  <a:pt x="711260" y="46091"/>
                </a:lnTo>
                <a:lnTo>
                  <a:pt x="718899" y="43205"/>
                </a:lnTo>
                <a:lnTo>
                  <a:pt x="726481" y="40262"/>
                </a:lnTo>
                <a:lnTo>
                  <a:pt x="734006" y="37252"/>
                </a:lnTo>
                <a:lnTo>
                  <a:pt x="741464" y="34176"/>
                </a:lnTo>
                <a:lnTo>
                  <a:pt x="748856" y="31051"/>
                </a:lnTo>
                <a:lnTo>
                  <a:pt x="756180" y="27861"/>
                </a:lnTo>
                <a:lnTo>
                  <a:pt x="763438" y="24603"/>
                </a:lnTo>
                <a:lnTo>
                  <a:pt x="770620" y="21279"/>
                </a:lnTo>
                <a:lnTo>
                  <a:pt x="777726" y="17897"/>
                </a:lnTo>
                <a:lnTo>
                  <a:pt x="784755" y="14449"/>
                </a:lnTo>
                <a:lnTo>
                  <a:pt x="791699" y="10935"/>
                </a:lnTo>
                <a:lnTo>
                  <a:pt x="798566" y="7353"/>
                </a:lnTo>
                <a:lnTo>
                  <a:pt x="805339" y="3715"/>
                </a:lnTo>
                <a:lnTo>
                  <a:pt x="81201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9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9C27A665-F134-4DB1-9701-4C724AF9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6315" y="4540377"/>
            <a:ext cx="2204495" cy="369351"/>
          </a:xfrm>
          <a:custGeom xmlns:a="http://schemas.openxmlformats.org/drawingml/2006/main">
            <a:pathLst>
              <a:path w="2204495" h="369351">
                <a:moveTo>
                  <a:pt x="2203818" y="0"/>
                </a:moveTo>
                <a:lnTo>
                  <a:pt x="2204495" y="13602"/>
                </a:lnTo>
                <a:lnTo>
                  <a:pt x="2204199" y="27213"/>
                </a:lnTo>
                <a:lnTo>
                  <a:pt x="2203123" y="40805"/>
                </a:lnTo>
                <a:lnTo>
                  <a:pt x="2201351" y="54369"/>
                </a:lnTo>
                <a:lnTo>
                  <a:pt x="2198894" y="67885"/>
                </a:lnTo>
                <a:lnTo>
                  <a:pt x="2195751" y="81353"/>
                </a:lnTo>
                <a:lnTo>
                  <a:pt x="2191931" y="94745"/>
                </a:lnTo>
                <a:lnTo>
                  <a:pt x="2187426" y="108061"/>
                </a:lnTo>
                <a:lnTo>
                  <a:pt x="2182225" y="121263"/>
                </a:lnTo>
                <a:lnTo>
                  <a:pt x="2176301" y="134360"/>
                </a:lnTo>
                <a:lnTo>
                  <a:pt x="2169643" y="147304"/>
                </a:lnTo>
                <a:lnTo>
                  <a:pt x="2162251" y="160087"/>
                </a:lnTo>
                <a:lnTo>
                  <a:pt x="2154088" y="172688"/>
                </a:lnTo>
                <a:lnTo>
                  <a:pt x="2145163" y="185080"/>
                </a:lnTo>
                <a:lnTo>
                  <a:pt x="2135438" y="197234"/>
                </a:lnTo>
                <a:lnTo>
                  <a:pt x="2124923" y="209121"/>
                </a:lnTo>
                <a:lnTo>
                  <a:pt x="2113607" y="220713"/>
                </a:lnTo>
                <a:lnTo>
                  <a:pt x="2101501" y="231981"/>
                </a:lnTo>
                <a:lnTo>
                  <a:pt x="2088594" y="242888"/>
                </a:lnTo>
                <a:lnTo>
                  <a:pt x="2074907" y="253413"/>
                </a:lnTo>
                <a:lnTo>
                  <a:pt x="2060458" y="263528"/>
                </a:lnTo>
                <a:lnTo>
                  <a:pt x="2045275" y="273206"/>
                </a:lnTo>
                <a:lnTo>
                  <a:pt x="2029387" y="282416"/>
                </a:lnTo>
                <a:lnTo>
                  <a:pt x="2012823" y="291151"/>
                </a:lnTo>
                <a:lnTo>
                  <a:pt x="1995630" y="299390"/>
                </a:lnTo>
                <a:lnTo>
                  <a:pt x="1977866" y="307115"/>
                </a:lnTo>
                <a:lnTo>
                  <a:pt x="1959559" y="314335"/>
                </a:lnTo>
                <a:lnTo>
                  <a:pt x="1940757" y="321031"/>
                </a:lnTo>
                <a:lnTo>
                  <a:pt x="1921526" y="327212"/>
                </a:lnTo>
                <a:lnTo>
                  <a:pt x="1901904" y="332889"/>
                </a:lnTo>
                <a:lnTo>
                  <a:pt x="1881930" y="338071"/>
                </a:lnTo>
                <a:lnTo>
                  <a:pt x="1861661" y="342757"/>
                </a:lnTo>
                <a:lnTo>
                  <a:pt x="1841125" y="346967"/>
                </a:lnTo>
                <a:lnTo>
                  <a:pt x="1820370" y="350720"/>
                </a:lnTo>
                <a:lnTo>
                  <a:pt x="1799434" y="354035"/>
                </a:lnTo>
                <a:lnTo>
                  <a:pt x="1778327" y="356921"/>
                </a:lnTo>
                <a:lnTo>
                  <a:pt x="1757096" y="359397"/>
                </a:lnTo>
                <a:lnTo>
                  <a:pt x="1735760" y="361483"/>
                </a:lnTo>
                <a:lnTo>
                  <a:pt x="1714338" y="363207"/>
                </a:lnTo>
                <a:lnTo>
                  <a:pt x="1692850" y="364569"/>
                </a:lnTo>
                <a:lnTo>
                  <a:pt x="1671323" y="365579"/>
                </a:lnTo>
                <a:lnTo>
                  <a:pt x="1649740" y="366065"/>
                </a:lnTo>
                <a:lnTo>
                  <a:pt x="1628156" y="366379"/>
                </a:lnTo>
                <a:lnTo>
                  <a:pt x="1606563" y="366636"/>
                </a:lnTo>
                <a:lnTo>
                  <a:pt x="1584970" y="366855"/>
                </a:lnTo>
                <a:lnTo>
                  <a:pt x="1563376" y="367046"/>
                </a:lnTo>
                <a:lnTo>
                  <a:pt x="1541793" y="367217"/>
                </a:lnTo>
                <a:lnTo>
                  <a:pt x="1520200" y="367370"/>
                </a:lnTo>
                <a:lnTo>
                  <a:pt x="1498606" y="367513"/>
                </a:lnTo>
                <a:lnTo>
                  <a:pt x="1477013" y="367636"/>
                </a:lnTo>
                <a:lnTo>
                  <a:pt x="1455420" y="367770"/>
                </a:lnTo>
                <a:lnTo>
                  <a:pt x="1433827" y="367884"/>
                </a:lnTo>
                <a:lnTo>
                  <a:pt x="1412234" y="367989"/>
                </a:lnTo>
                <a:lnTo>
                  <a:pt x="1390640" y="368094"/>
                </a:lnTo>
                <a:lnTo>
                  <a:pt x="1369047" y="368189"/>
                </a:lnTo>
                <a:lnTo>
                  <a:pt x="1347454" y="368284"/>
                </a:lnTo>
                <a:lnTo>
                  <a:pt x="1325861" y="368370"/>
                </a:lnTo>
                <a:lnTo>
                  <a:pt x="1304268" y="368446"/>
                </a:lnTo>
                <a:lnTo>
                  <a:pt x="1282675" y="368532"/>
                </a:lnTo>
                <a:lnTo>
                  <a:pt x="1261081" y="368598"/>
                </a:lnTo>
                <a:lnTo>
                  <a:pt x="1239479" y="368665"/>
                </a:lnTo>
                <a:lnTo>
                  <a:pt x="1217886" y="368732"/>
                </a:lnTo>
                <a:lnTo>
                  <a:pt x="1196292" y="368798"/>
                </a:lnTo>
                <a:lnTo>
                  <a:pt x="1174699" y="368856"/>
                </a:lnTo>
                <a:lnTo>
                  <a:pt x="1153106" y="368903"/>
                </a:lnTo>
                <a:lnTo>
                  <a:pt x="1131513" y="368960"/>
                </a:lnTo>
                <a:lnTo>
                  <a:pt x="1109920" y="369008"/>
                </a:lnTo>
                <a:lnTo>
                  <a:pt x="1088327" y="369046"/>
                </a:lnTo>
                <a:lnTo>
                  <a:pt x="1066733" y="369094"/>
                </a:lnTo>
                <a:lnTo>
                  <a:pt x="1045140" y="369132"/>
                </a:lnTo>
                <a:lnTo>
                  <a:pt x="1023547" y="369160"/>
                </a:lnTo>
                <a:lnTo>
                  <a:pt x="1001954" y="369199"/>
                </a:lnTo>
                <a:lnTo>
                  <a:pt x="980361" y="369227"/>
                </a:lnTo>
                <a:lnTo>
                  <a:pt x="958767" y="369256"/>
                </a:lnTo>
                <a:lnTo>
                  <a:pt x="937174" y="369275"/>
                </a:lnTo>
                <a:lnTo>
                  <a:pt x="915581" y="369294"/>
                </a:lnTo>
                <a:lnTo>
                  <a:pt x="893978" y="369313"/>
                </a:lnTo>
                <a:lnTo>
                  <a:pt x="872385" y="369332"/>
                </a:lnTo>
                <a:lnTo>
                  <a:pt x="850792" y="369341"/>
                </a:lnTo>
                <a:lnTo>
                  <a:pt x="829199" y="369351"/>
                </a:lnTo>
                <a:lnTo>
                  <a:pt x="807606" y="369351"/>
                </a:lnTo>
                <a:lnTo>
                  <a:pt x="786013" y="369351"/>
                </a:lnTo>
                <a:lnTo>
                  <a:pt x="764419" y="369351"/>
                </a:lnTo>
                <a:lnTo>
                  <a:pt x="742826" y="369351"/>
                </a:lnTo>
                <a:lnTo>
                  <a:pt x="721233" y="369341"/>
                </a:lnTo>
                <a:lnTo>
                  <a:pt x="699640" y="369332"/>
                </a:lnTo>
                <a:lnTo>
                  <a:pt x="678047" y="369313"/>
                </a:lnTo>
                <a:lnTo>
                  <a:pt x="656453" y="369294"/>
                </a:lnTo>
                <a:lnTo>
                  <a:pt x="634860" y="369275"/>
                </a:lnTo>
                <a:lnTo>
                  <a:pt x="613267" y="369246"/>
                </a:lnTo>
                <a:lnTo>
                  <a:pt x="591664" y="369218"/>
                </a:lnTo>
                <a:lnTo>
                  <a:pt x="570071" y="369179"/>
                </a:lnTo>
                <a:lnTo>
                  <a:pt x="548478" y="369141"/>
                </a:lnTo>
                <a:lnTo>
                  <a:pt x="526885" y="369094"/>
                </a:lnTo>
                <a:lnTo>
                  <a:pt x="505292" y="369046"/>
                </a:lnTo>
                <a:lnTo>
                  <a:pt x="483699" y="368999"/>
                </a:lnTo>
                <a:lnTo>
                  <a:pt x="462105" y="368932"/>
                </a:lnTo>
                <a:lnTo>
                  <a:pt x="440512" y="368875"/>
                </a:lnTo>
                <a:lnTo>
                  <a:pt x="418919" y="368808"/>
                </a:lnTo>
                <a:lnTo>
                  <a:pt x="397326" y="368732"/>
                </a:lnTo>
                <a:lnTo>
                  <a:pt x="375733" y="368646"/>
                </a:lnTo>
                <a:lnTo>
                  <a:pt x="354140" y="368560"/>
                </a:lnTo>
                <a:lnTo>
                  <a:pt x="332546" y="368456"/>
                </a:lnTo>
                <a:lnTo>
                  <a:pt x="310953" y="368351"/>
                </a:lnTo>
                <a:lnTo>
                  <a:pt x="289360" y="368236"/>
                </a:lnTo>
                <a:lnTo>
                  <a:pt x="267767" y="368113"/>
                </a:lnTo>
                <a:lnTo>
                  <a:pt x="246174" y="367970"/>
                </a:lnTo>
                <a:lnTo>
                  <a:pt x="224580" y="367817"/>
                </a:lnTo>
                <a:lnTo>
                  <a:pt x="202987" y="367655"/>
                </a:lnTo>
                <a:lnTo>
                  <a:pt x="181394" y="367475"/>
                </a:lnTo>
                <a:lnTo>
                  <a:pt x="159801" y="367265"/>
                </a:lnTo>
                <a:lnTo>
                  <a:pt x="138217" y="367046"/>
                </a:lnTo>
                <a:lnTo>
                  <a:pt x="116624" y="366789"/>
                </a:lnTo>
                <a:lnTo>
                  <a:pt x="95040" y="366493"/>
                </a:lnTo>
                <a:lnTo>
                  <a:pt x="73447" y="366141"/>
                </a:lnTo>
                <a:lnTo>
                  <a:pt x="51864" y="365722"/>
                </a:lnTo>
                <a:lnTo>
                  <a:pt x="30290" y="365160"/>
                </a:lnTo>
                <a:lnTo>
                  <a:pt x="8744" y="364274"/>
                </a:lnTo>
                <a:lnTo>
                  <a:pt x="4001" y="353216"/>
                </a:lnTo>
                <a:lnTo>
                  <a:pt x="3715" y="339604"/>
                </a:lnTo>
                <a:lnTo>
                  <a:pt x="3429" y="325993"/>
                </a:lnTo>
                <a:lnTo>
                  <a:pt x="3143" y="312382"/>
                </a:lnTo>
                <a:lnTo>
                  <a:pt x="2858" y="298780"/>
                </a:lnTo>
                <a:lnTo>
                  <a:pt x="2572" y="285169"/>
                </a:lnTo>
                <a:lnTo>
                  <a:pt x="2286" y="271558"/>
                </a:lnTo>
                <a:lnTo>
                  <a:pt x="2000" y="257947"/>
                </a:lnTo>
                <a:lnTo>
                  <a:pt x="1715" y="244335"/>
                </a:lnTo>
                <a:lnTo>
                  <a:pt x="1429" y="230734"/>
                </a:lnTo>
                <a:lnTo>
                  <a:pt x="1143" y="217122"/>
                </a:lnTo>
                <a:lnTo>
                  <a:pt x="857" y="203511"/>
                </a:lnTo>
                <a:lnTo>
                  <a:pt x="572" y="189900"/>
                </a:lnTo>
                <a:lnTo>
                  <a:pt x="286" y="176289"/>
                </a:lnTo>
                <a:lnTo>
                  <a:pt x="0" y="162687"/>
                </a:lnTo>
                <a:lnTo>
                  <a:pt x="7925" y="153781"/>
                </a:lnTo>
                <a:lnTo>
                  <a:pt x="29461" y="152791"/>
                </a:lnTo>
                <a:lnTo>
                  <a:pt x="51016" y="151962"/>
                </a:lnTo>
                <a:lnTo>
                  <a:pt x="72581" y="151267"/>
                </a:lnTo>
                <a:lnTo>
                  <a:pt x="94155" y="150695"/>
                </a:lnTo>
                <a:lnTo>
                  <a:pt x="115738" y="150247"/>
                </a:lnTo>
                <a:lnTo>
                  <a:pt x="137322" y="149895"/>
                </a:lnTo>
                <a:lnTo>
                  <a:pt x="158915" y="149628"/>
                </a:lnTo>
                <a:lnTo>
                  <a:pt x="180499" y="149457"/>
                </a:lnTo>
                <a:lnTo>
                  <a:pt x="202092" y="149362"/>
                </a:lnTo>
                <a:lnTo>
                  <a:pt x="223695" y="149333"/>
                </a:lnTo>
                <a:lnTo>
                  <a:pt x="245288" y="149371"/>
                </a:lnTo>
                <a:lnTo>
                  <a:pt x="266881" y="149466"/>
                </a:lnTo>
                <a:lnTo>
                  <a:pt x="288474" y="149619"/>
                </a:lnTo>
                <a:lnTo>
                  <a:pt x="310058" y="149819"/>
                </a:lnTo>
                <a:lnTo>
                  <a:pt x="331651" y="150076"/>
                </a:lnTo>
                <a:lnTo>
                  <a:pt x="353244" y="150371"/>
                </a:lnTo>
                <a:lnTo>
                  <a:pt x="374828" y="150705"/>
                </a:lnTo>
                <a:lnTo>
                  <a:pt x="396411" y="151076"/>
                </a:lnTo>
                <a:lnTo>
                  <a:pt x="417995" y="151486"/>
                </a:lnTo>
                <a:lnTo>
                  <a:pt x="439579" y="151924"/>
                </a:lnTo>
                <a:lnTo>
                  <a:pt x="461162" y="152400"/>
                </a:lnTo>
                <a:lnTo>
                  <a:pt x="482737" y="152895"/>
                </a:lnTo>
                <a:lnTo>
                  <a:pt x="504320" y="153419"/>
                </a:lnTo>
                <a:lnTo>
                  <a:pt x="525894" y="153962"/>
                </a:lnTo>
                <a:lnTo>
                  <a:pt x="547468" y="154534"/>
                </a:lnTo>
                <a:lnTo>
                  <a:pt x="569043" y="155124"/>
                </a:lnTo>
                <a:lnTo>
                  <a:pt x="590617" y="155724"/>
                </a:lnTo>
                <a:lnTo>
                  <a:pt x="612191" y="156353"/>
                </a:lnTo>
                <a:lnTo>
                  <a:pt x="633755" y="156982"/>
                </a:lnTo>
                <a:lnTo>
                  <a:pt x="655330" y="157639"/>
                </a:lnTo>
                <a:lnTo>
                  <a:pt x="676894" y="158296"/>
                </a:lnTo>
                <a:lnTo>
                  <a:pt x="698459" y="158972"/>
                </a:lnTo>
                <a:lnTo>
                  <a:pt x="720033" y="159649"/>
                </a:lnTo>
                <a:lnTo>
                  <a:pt x="741597" y="160334"/>
                </a:lnTo>
                <a:lnTo>
                  <a:pt x="763162" y="161039"/>
                </a:lnTo>
                <a:lnTo>
                  <a:pt x="784727" y="161735"/>
                </a:lnTo>
                <a:lnTo>
                  <a:pt x="806291" y="162439"/>
                </a:lnTo>
                <a:lnTo>
                  <a:pt x="827856" y="163144"/>
                </a:lnTo>
                <a:lnTo>
                  <a:pt x="849420" y="163849"/>
                </a:lnTo>
                <a:lnTo>
                  <a:pt x="870985" y="164554"/>
                </a:lnTo>
                <a:lnTo>
                  <a:pt x="892550" y="165259"/>
                </a:lnTo>
                <a:lnTo>
                  <a:pt x="914114" y="165964"/>
                </a:lnTo>
                <a:lnTo>
                  <a:pt x="935679" y="166659"/>
                </a:lnTo>
                <a:lnTo>
                  <a:pt x="957243" y="167354"/>
                </a:lnTo>
                <a:lnTo>
                  <a:pt x="978818" y="168040"/>
                </a:lnTo>
                <a:lnTo>
                  <a:pt x="1000382" y="168716"/>
                </a:lnTo>
                <a:lnTo>
                  <a:pt x="1021947" y="169393"/>
                </a:lnTo>
                <a:lnTo>
                  <a:pt x="1043521" y="170040"/>
                </a:lnTo>
                <a:lnTo>
                  <a:pt x="1065086" y="170688"/>
                </a:lnTo>
                <a:lnTo>
                  <a:pt x="1086660" y="171326"/>
                </a:lnTo>
                <a:lnTo>
                  <a:pt x="1108234" y="171936"/>
                </a:lnTo>
                <a:lnTo>
                  <a:pt x="1129798" y="172536"/>
                </a:lnTo>
                <a:lnTo>
                  <a:pt x="1151372" y="173117"/>
                </a:lnTo>
                <a:lnTo>
                  <a:pt x="1172956" y="173669"/>
                </a:lnTo>
                <a:lnTo>
                  <a:pt x="1194530" y="174212"/>
                </a:lnTo>
                <a:lnTo>
                  <a:pt x="1216104" y="174717"/>
                </a:lnTo>
                <a:lnTo>
                  <a:pt x="1237688" y="175203"/>
                </a:lnTo>
                <a:lnTo>
                  <a:pt x="1259272" y="175660"/>
                </a:lnTo>
                <a:lnTo>
                  <a:pt x="1280855" y="176079"/>
                </a:lnTo>
                <a:lnTo>
                  <a:pt x="1302439" y="176470"/>
                </a:lnTo>
                <a:lnTo>
                  <a:pt x="1324023" y="176822"/>
                </a:lnTo>
                <a:lnTo>
                  <a:pt x="1345616" y="177127"/>
                </a:lnTo>
                <a:lnTo>
                  <a:pt x="1367199" y="177394"/>
                </a:lnTo>
                <a:lnTo>
                  <a:pt x="1388793" y="177613"/>
                </a:lnTo>
                <a:lnTo>
                  <a:pt x="1410386" y="177784"/>
                </a:lnTo>
                <a:lnTo>
                  <a:pt x="1431979" y="177898"/>
                </a:lnTo>
                <a:lnTo>
                  <a:pt x="1453572" y="177946"/>
                </a:lnTo>
                <a:lnTo>
                  <a:pt x="1475165" y="177937"/>
                </a:lnTo>
                <a:lnTo>
                  <a:pt x="1496758" y="177851"/>
                </a:lnTo>
                <a:lnTo>
                  <a:pt x="1518352" y="177689"/>
                </a:lnTo>
                <a:lnTo>
                  <a:pt x="1539945" y="177441"/>
                </a:lnTo>
                <a:lnTo>
                  <a:pt x="1561529" y="177089"/>
                </a:lnTo>
                <a:lnTo>
                  <a:pt x="1583112" y="176641"/>
                </a:lnTo>
                <a:lnTo>
                  <a:pt x="1604686" y="176070"/>
                </a:lnTo>
                <a:lnTo>
                  <a:pt x="1626251" y="175374"/>
                </a:lnTo>
                <a:lnTo>
                  <a:pt x="1647806" y="174527"/>
                </a:lnTo>
                <a:lnTo>
                  <a:pt x="1669342" y="173517"/>
                </a:lnTo>
                <a:lnTo>
                  <a:pt x="1690849" y="172307"/>
                </a:lnTo>
                <a:lnTo>
                  <a:pt x="1712319" y="170888"/>
                </a:lnTo>
                <a:lnTo>
                  <a:pt x="1733750" y="169212"/>
                </a:lnTo>
                <a:lnTo>
                  <a:pt x="1755115" y="167240"/>
                </a:lnTo>
                <a:lnTo>
                  <a:pt x="1776384" y="164897"/>
                </a:lnTo>
                <a:lnTo>
                  <a:pt x="1797529" y="162116"/>
                </a:lnTo>
                <a:lnTo>
                  <a:pt x="1818456" y="158772"/>
                </a:lnTo>
                <a:lnTo>
                  <a:pt x="1839058" y="154715"/>
                </a:lnTo>
                <a:lnTo>
                  <a:pt x="1859118" y="149685"/>
                </a:lnTo>
                <a:lnTo>
                  <a:pt x="1878168" y="143294"/>
                </a:lnTo>
                <a:lnTo>
                  <a:pt x="1895189" y="134960"/>
                </a:lnTo>
                <a:lnTo>
                  <a:pt x="1907905" y="124044"/>
                </a:lnTo>
                <a:lnTo>
                  <a:pt x="1913030" y="110928"/>
                </a:lnTo>
                <a:lnTo>
                  <a:pt x="1927508" y="104108"/>
                </a:lnTo>
                <a:lnTo>
                  <a:pt x="1947824" y="99508"/>
                </a:lnTo>
                <a:lnTo>
                  <a:pt x="1967875" y="94450"/>
                </a:lnTo>
                <a:lnTo>
                  <a:pt x="1987658" y="89002"/>
                </a:lnTo>
                <a:lnTo>
                  <a:pt x="2007194" y="83201"/>
                </a:lnTo>
                <a:lnTo>
                  <a:pt x="2026463" y="77067"/>
                </a:lnTo>
                <a:lnTo>
                  <a:pt x="2045484" y="70618"/>
                </a:lnTo>
                <a:lnTo>
                  <a:pt x="2064239" y="63875"/>
                </a:lnTo>
                <a:lnTo>
                  <a:pt x="2082717" y="56826"/>
                </a:lnTo>
                <a:lnTo>
                  <a:pt x="2100910" y="49511"/>
                </a:lnTo>
                <a:lnTo>
                  <a:pt x="2118827" y="41910"/>
                </a:lnTo>
                <a:lnTo>
                  <a:pt x="2136448" y="34042"/>
                </a:lnTo>
                <a:lnTo>
                  <a:pt x="2153764" y="25908"/>
                </a:lnTo>
                <a:lnTo>
                  <a:pt x="2170767" y="17526"/>
                </a:lnTo>
                <a:lnTo>
                  <a:pt x="2187454" y="8887"/>
                </a:lnTo>
                <a:lnTo>
                  <a:pt x="2203818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BC47A106-232B-4884-AD79-85482824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6144" y="3519335"/>
            <a:ext cx="2203999" cy="1389164"/>
          </a:xfrm>
          <a:custGeom xmlns:a="http://schemas.openxmlformats.org/drawingml/2006/main">
            <a:pathLst>
              <a:path w="2203999" h="1389164">
                <a:moveTo>
                  <a:pt x="0" y="1389164"/>
                </a:moveTo>
                <a:lnTo>
                  <a:pt x="35385" y="1389164"/>
                </a:lnTo>
                <a:lnTo>
                  <a:pt x="70771" y="1389164"/>
                </a:lnTo>
                <a:lnTo>
                  <a:pt x="106166" y="1389164"/>
                </a:lnTo>
                <a:lnTo>
                  <a:pt x="141551" y="1389164"/>
                </a:lnTo>
                <a:lnTo>
                  <a:pt x="176936" y="1389164"/>
                </a:lnTo>
                <a:lnTo>
                  <a:pt x="212322" y="1389164"/>
                </a:lnTo>
                <a:lnTo>
                  <a:pt x="247717" y="1389164"/>
                </a:lnTo>
                <a:lnTo>
                  <a:pt x="283102" y="1389164"/>
                </a:lnTo>
                <a:lnTo>
                  <a:pt x="318487" y="1389164"/>
                </a:lnTo>
                <a:lnTo>
                  <a:pt x="353873" y="1389164"/>
                </a:lnTo>
                <a:lnTo>
                  <a:pt x="389258" y="1389164"/>
                </a:lnTo>
                <a:lnTo>
                  <a:pt x="424653" y="1389164"/>
                </a:lnTo>
                <a:lnTo>
                  <a:pt x="460038" y="1389164"/>
                </a:lnTo>
                <a:lnTo>
                  <a:pt x="495424" y="1389164"/>
                </a:lnTo>
                <a:lnTo>
                  <a:pt x="530809" y="1389164"/>
                </a:lnTo>
                <a:lnTo>
                  <a:pt x="566204" y="1389164"/>
                </a:lnTo>
                <a:lnTo>
                  <a:pt x="601589" y="1389164"/>
                </a:lnTo>
                <a:lnTo>
                  <a:pt x="636975" y="1389164"/>
                </a:lnTo>
                <a:lnTo>
                  <a:pt x="672360" y="1389164"/>
                </a:lnTo>
                <a:lnTo>
                  <a:pt x="707755" y="1389164"/>
                </a:lnTo>
                <a:lnTo>
                  <a:pt x="743141" y="1389164"/>
                </a:lnTo>
                <a:lnTo>
                  <a:pt x="778526" y="1389164"/>
                </a:lnTo>
                <a:lnTo>
                  <a:pt x="813911" y="1389164"/>
                </a:lnTo>
                <a:lnTo>
                  <a:pt x="849297" y="1389164"/>
                </a:lnTo>
                <a:lnTo>
                  <a:pt x="884692" y="1389164"/>
                </a:lnTo>
                <a:lnTo>
                  <a:pt x="920077" y="1389164"/>
                </a:lnTo>
                <a:lnTo>
                  <a:pt x="955462" y="1389164"/>
                </a:lnTo>
                <a:lnTo>
                  <a:pt x="990848" y="1389164"/>
                </a:lnTo>
                <a:lnTo>
                  <a:pt x="1026243" y="1389164"/>
                </a:lnTo>
                <a:lnTo>
                  <a:pt x="1061628" y="1389164"/>
                </a:lnTo>
                <a:lnTo>
                  <a:pt x="1097013" y="1389164"/>
                </a:lnTo>
                <a:lnTo>
                  <a:pt x="1132399" y="1389164"/>
                </a:lnTo>
                <a:lnTo>
                  <a:pt x="1167784" y="1389164"/>
                </a:lnTo>
                <a:lnTo>
                  <a:pt x="1203179" y="1389164"/>
                </a:lnTo>
                <a:lnTo>
                  <a:pt x="1238564" y="1389164"/>
                </a:lnTo>
                <a:lnTo>
                  <a:pt x="1273950" y="1389164"/>
                </a:lnTo>
                <a:lnTo>
                  <a:pt x="1309335" y="1389164"/>
                </a:lnTo>
                <a:lnTo>
                  <a:pt x="1344730" y="1389164"/>
                </a:lnTo>
                <a:lnTo>
                  <a:pt x="1380115" y="1389164"/>
                </a:lnTo>
                <a:lnTo>
                  <a:pt x="1415501" y="1389164"/>
                </a:lnTo>
                <a:lnTo>
                  <a:pt x="1450886" y="1389164"/>
                </a:lnTo>
                <a:lnTo>
                  <a:pt x="1485929" y="1386650"/>
                </a:lnTo>
                <a:lnTo>
                  <a:pt x="1520771" y="1382754"/>
                </a:lnTo>
                <a:lnTo>
                  <a:pt x="1555613" y="1378858"/>
                </a:lnTo>
                <a:lnTo>
                  <a:pt x="1590456" y="1374962"/>
                </a:lnTo>
                <a:lnTo>
                  <a:pt x="1625298" y="1371067"/>
                </a:lnTo>
                <a:lnTo>
                  <a:pt x="1660141" y="1367171"/>
                </a:lnTo>
                <a:lnTo>
                  <a:pt x="1694983" y="1363266"/>
                </a:lnTo>
                <a:lnTo>
                  <a:pt x="1729826" y="1359370"/>
                </a:lnTo>
                <a:lnTo>
                  <a:pt x="1756429" y="1345730"/>
                </a:lnTo>
                <a:lnTo>
                  <a:pt x="1780985" y="1329671"/>
                </a:lnTo>
                <a:lnTo>
                  <a:pt x="1805540" y="1313602"/>
                </a:lnTo>
                <a:lnTo>
                  <a:pt x="1830095" y="1297543"/>
                </a:lnTo>
                <a:lnTo>
                  <a:pt x="1854651" y="1281484"/>
                </a:lnTo>
                <a:lnTo>
                  <a:pt x="1879206" y="1265425"/>
                </a:lnTo>
                <a:lnTo>
                  <a:pt x="1903762" y="1249366"/>
                </a:lnTo>
                <a:lnTo>
                  <a:pt x="1928317" y="1233307"/>
                </a:lnTo>
                <a:lnTo>
                  <a:pt x="1952873" y="1217238"/>
                </a:lnTo>
                <a:lnTo>
                  <a:pt x="1977428" y="1201179"/>
                </a:lnTo>
                <a:lnTo>
                  <a:pt x="2001984" y="1185120"/>
                </a:lnTo>
                <a:lnTo>
                  <a:pt x="2026529" y="1169060"/>
                </a:lnTo>
                <a:lnTo>
                  <a:pt x="2051085" y="1153001"/>
                </a:lnTo>
                <a:lnTo>
                  <a:pt x="2075640" y="1136933"/>
                </a:lnTo>
                <a:lnTo>
                  <a:pt x="2100196" y="1120873"/>
                </a:lnTo>
                <a:lnTo>
                  <a:pt x="2124751" y="1104814"/>
                </a:lnTo>
                <a:lnTo>
                  <a:pt x="2149307" y="1088755"/>
                </a:lnTo>
                <a:lnTo>
                  <a:pt x="2173862" y="1072696"/>
                </a:lnTo>
                <a:lnTo>
                  <a:pt x="2198418" y="1056627"/>
                </a:lnTo>
                <a:lnTo>
                  <a:pt x="2203999" y="1035749"/>
                </a:lnTo>
                <a:lnTo>
                  <a:pt x="2203999" y="1013441"/>
                </a:lnTo>
                <a:lnTo>
                  <a:pt x="2203999" y="991133"/>
                </a:lnTo>
                <a:lnTo>
                  <a:pt x="2203999" y="968835"/>
                </a:lnTo>
                <a:lnTo>
                  <a:pt x="2203999" y="946528"/>
                </a:lnTo>
                <a:lnTo>
                  <a:pt x="2203999" y="924220"/>
                </a:lnTo>
                <a:lnTo>
                  <a:pt x="2203999" y="901913"/>
                </a:lnTo>
                <a:lnTo>
                  <a:pt x="2203999" y="879615"/>
                </a:lnTo>
                <a:lnTo>
                  <a:pt x="2203999" y="857307"/>
                </a:lnTo>
                <a:lnTo>
                  <a:pt x="2203999" y="835000"/>
                </a:lnTo>
                <a:lnTo>
                  <a:pt x="2203999" y="812702"/>
                </a:lnTo>
                <a:lnTo>
                  <a:pt x="2203999" y="790394"/>
                </a:lnTo>
                <a:lnTo>
                  <a:pt x="2203999" y="768086"/>
                </a:lnTo>
                <a:lnTo>
                  <a:pt x="2203999" y="745788"/>
                </a:lnTo>
                <a:lnTo>
                  <a:pt x="2203999" y="723481"/>
                </a:lnTo>
                <a:lnTo>
                  <a:pt x="2203999" y="701173"/>
                </a:lnTo>
                <a:lnTo>
                  <a:pt x="2203999" y="678875"/>
                </a:lnTo>
                <a:lnTo>
                  <a:pt x="2203999" y="656568"/>
                </a:lnTo>
                <a:lnTo>
                  <a:pt x="2203999" y="634260"/>
                </a:lnTo>
                <a:lnTo>
                  <a:pt x="2203999" y="611962"/>
                </a:lnTo>
                <a:lnTo>
                  <a:pt x="2203999" y="589655"/>
                </a:lnTo>
                <a:lnTo>
                  <a:pt x="2203999" y="567347"/>
                </a:lnTo>
                <a:lnTo>
                  <a:pt x="2203999" y="545049"/>
                </a:lnTo>
                <a:lnTo>
                  <a:pt x="2203999" y="522742"/>
                </a:lnTo>
                <a:lnTo>
                  <a:pt x="2203999" y="500434"/>
                </a:lnTo>
                <a:lnTo>
                  <a:pt x="2203999" y="478136"/>
                </a:lnTo>
                <a:lnTo>
                  <a:pt x="2203999" y="455828"/>
                </a:lnTo>
                <a:lnTo>
                  <a:pt x="2203999" y="433521"/>
                </a:lnTo>
                <a:lnTo>
                  <a:pt x="2203999" y="411223"/>
                </a:lnTo>
                <a:lnTo>
                  <a:pt x="2203999" y="388915"/>
                </a:lnTo>
                <a:lnTo>
                  <a:pt x="2203999" y="366608"/>
                </a:lnTo>
                <a:lnTo>
                  <a:pt x="2203999" y="344310"/>
                </a:lnTo>
                <a:lnTo>
                  <a:pt x="2203999" y="322002"/>
                </a:lnTo>
                <a:lnTo>
                  <a:pt x="2203999" y="299695"/>
                </a:lnTo>
                <a:lnTo>
                  <a:pt x="2203999" y="277387"/>
                </a:lnTo>
                <a:lnTo>
                  <a:pt x="2203999" y="255089"/>
                </a:lnTo>
                <a:lnTo>
                  <a:pt x="2203999" y="232781"/>
                </a:lnTo>
                <a:lnTo>
                  <a:pt x="2203999" y="210474"/>
                </a:lnTo>
                <a:lnTo>
                  <a:pt x="2203999" y="188176"/>
                </a:lnTo>
                <a:lnTo>
                  <a:pt x="2203999" y="165868"/>
                </a:lnTo>
                <a:lnTo>
                  <a:pt x="2203999" y="143561"/>
                </a:lnTo>
                <a:lnTo>
                  <a:pt x="2203999" y="121263"/>
                </a:lnTo>
                <a:lnTo>
                  <a:pt x="2203999" y="98955"/>
                </a:lnTo>
                <a:lnTo>
                  <a:pt x="2203999" y="76648"/>
                </a:lnTo>
                <a:lnTo>
                  <a:pt x="2203999" y="54350"/>
                </a:lnTo>
                <a:lnTo>
                  <a:pt x="2203999" y="32042"/>
                </a:lnTo>
                <a:lnTo>
                  <a:pt x="2203999" y="9735"/>
                </a:lnTo>
                <a:lnTo>
                  <a:pt x="2184054" y="0"/>
                </a:lnTo>
                <a:lnTo>
                  <a:pt x="2148669" y="0"/>
                </a:lnTo>
                <a:lnTo>
                  <a:pt x="2113283" y="0"/>
                </a:lnTo>
                <a:lnTo>
                  <a:pt x="2077898" y="0"/>
                </a:lnTo>
                <a:lnTo>
                  <a:pt x="2042512" y="0"/>
                </a:lnTo>
                <a:lnTo>
                  <a:pt x="2007118" y="0"/>
                </a:lnTo>
                <a:lnTo>
                  <a:pt x="1971732" y="0"/>
                </a:lnTo>
                <a:lnTo>
                  <a:pt x="1936347" y="0"/>
                </a:lnTo>
                <a:lnTo>
                  <a:pt x="1900961" y="0"/>
                </a:lnTo>
                <a:lnTo>
                  <a:pt x="1865567" y="0"/>
                </a:lnTo>
                <a:lnTo>
                  <a:pt x="1830181" y="0"/>
                </a:lnTo>
                <a:lnTo>
                  <a:pt x="1794796" y="0"/>
                </a:lnTo>
                <a:lnTo>
                  <a:pt x="1759410" y="0"/>
                </a:lnTo>
                <a:lnTo>
                  <a:pt x="1724015" y="0"/>
                </a:lnTo>
                <a:lnTo>
                  <a:pt x="1688630" y="0"/>
                </a:lnTo>
                <a:lnTo>
                  <a:pt x="1653245" y="0"/>
                </a:lnTo>
                <a:lnTo>
                  <a:pt x="1617859" y="0"/>
                </a:lnTo>
                <a:lnTo>
                  <a:pt x="1582474" y="0"/>
                </a:lnTo>
                <a:lnTo>
                  <a:pt x="1547079" y="0"/>
                </a:lnTo>
                <a:lnTo>
                  <a:pt x="1511694" y="0"/>
                </a:lnTo>
                <a:lnTo>
                  <a:pt x="1476308" y="0"/>
                </a:lnTo>
                <a:lnTo>
                  <a:pt x="1440923" y="0"/>
                </a:lnTo>
                <a:lnTo>
                  <a:pt x="1405528" y="0"/>
                </a:lnTo>
                <a:lnTo>
                  <a:pt x="1370143" y="0"/>
                </a:lnTo>
                <a:lnTo>
                  <a:pt x="1334757" y="0"/>
                </a:lnTo>
                <a:lnTo>
                  <a:pt x="1299372" y="0"/>
                </a:lnTo>
                <a:lnTo>
                  <a:pt x="1263987" y="0"/>
                </a:lnTo>
                <a:lnTo>
                  <a:pt x="1228592" y="0"/>
                </a:lnTo>
                <a:lnTo>
                  <a:pt x="1193206" y="0"/>
                </a:lnTo>
                <a:lnTo>
                  <a:pt x="1157821" y="0"/>
                </a:lnTo>
                <a:lnTo>
                  <a:pt x="1122436" y="0"/>
                </a:lnTo>
                <a:lnTo>
                  <a:pt x="1087041" y="0"/>
                </a:lnTo>
                <a:lnTo>
                  <a:pt x="1051655" y="0"/>
                </a:lnTo>
                <a:lnTo>
                  <a:pt x="1016270" y="0"/>
                </a:lnTo>
                <a:lnTo>
                  <a:pt x="980885" y="0"/>
                </a:lnTo>
                <a:lnTo>
                  <a:pt x="945490" y="0"/>
                </a:lnTo>
                <a:lnTo>
                  <a:pt x="910104" y="0"/>
                </a:lnTo>
                <a:lnTo>
                  <a:pt x="874719" y="0"/>
                </a:lnTo>
                <a:lnTo>
                  <a:pt x="839333" y="0"/>
                </a:lnTo>
                <a:lnTo>
                  <a:pt x="803948" y="0"/>
                </a:lnTo>
                <a:lnTo>
                  <a:pt x="768553" y="0"/>
                </a:lnTo>
                <a:lnTo>
                  <a:pt x="733168" y="0"/>
                </a:lnTo>
                <a:lnTo>
                  <a:pt x="697782" y="0"/>
                </a:lnTo>
                <a:lnTo>
                  <a:pt x="662397" y="0"/>
                </a:lnTo>
                <a:lnTo>
                  <a:pt x="627002" y="0"/>
                </a:lnTo>
                <a:lnTo>
                  <a:pt x="591617" y="0"/>
                </a:lnTo>
                <a:lnTo>
                  <a:pt x="556231" y="0"/>
                </a:lnTo>
                <a:lnTo>
                  <a:pt x="520846" y="0"/>
                </a:lnTo>
                <a:lnTo>
                  <a:pt x="485461" y="0"/>
                </a:lnTo>
                <a:lnTo>
                  <a:pt x="450066" y="0"/>
                </a:lnTo>
                <a:lnTo>
                  <a:pt x="414680" y="0"/>
                </a:lnTo>
                <a:lnTo>
                  <a:pt x="379295" y="0"/>
                </a:lnTo>
                <a:lnTo>
                  <a:pt x="343910" y="0"/>
                </a:lnTo>
                <a:lnTo>
                  <a:pt x="308515" y="0"/>
                </a:lnTo>
                <a:lnTo>
                  <a:pt x="273129" y="0"/>
                </a:lnTo>
                <a:lnTo>
                  <a:pt x="237744" y="0"/>
                </a:lnTo>
                <a:lnTo>
                  <a:pt x="202359" y="0"/>
                </a:lnTo>
                <a:lnTo>
                  <a:pt x="166973" y="0"/>
                </a:lnTo>
                <a:lnTo>
                  <a:pt x="131578" y="0"/>
                </a:lnTo>
                <a:lnTo>
                  <a:pt x="96193" y="0"/>
                </a:lnTo>
                <a:lnTo>
                  <a:pt x="60808" y="0"/>
                </a:lnTo>
                <a:lnTo>
                  <a:pt x="25422" y="0"/>
                </a:lnTo>
                <a:lnTo>
                  <a:pt x="0" y="6287"/>
                </a:lnTo>
                <a:lnTo>
                  <a:pt x="0" y="28585"/>
                </a:lnTo>
                <a:lnTo>
                  <a:pt x="0" y="50892"/>
                </a:lnTo>
                <a:lnTo>
                  <a:pt x="0" y="73200"/>
                </a:lnTo>
                <a:lnTo>
                  <a:pt x="0" y="95498"/>
                </a:lnTo>
                <a:lnTo>
                  <a:pt x="0" y="117805"/>
                </a:lnTo>
                <a:lnTo>
                  <a:pt x="0" y="140113"/>
                </a:lnTo>
                <a:lnTo>
                  <a:pt x="0" y="162411"/>
                </a:lnTo>
                <a:lnTo>
                  <a:pt x="0" y="184718"/>
                </a:lnTo>
                <a:lnTo>
                  <a:pt x="0" y="207026"/>
                </a:lnTo>
                <a:lnTo>
                  <a:pt x="0" y="229324"/>
                </a:lnTo>
                <a:lnTo>
                  <a:pt x="0" y="251631"/>
                </a:lnTo>
                <a:lnTo>
                  <a:pt x="0" y="273939"/>
                </a:lnTo>
                <a:lnTo>
                  <a:pt x="0" y="296237"/>
                </a:lnTo>
                <a:lnTo>
                  <a:pt x="0" y="318545"/>
                </a:lnTo>
                <a:lnTo>
                  <a:pt x="0" y="340852"/>
                </a:lnTo>
                <a:lnTo>
                  <a:pt x="0" y="363160"/>
                </a:lnTo>
                <a:lnTo>
                  <a:pt x="0" y="385458"/>
                </a:lnTo>
                <a:lnTo>
                  <a:pt x="0" y="407765"/>
                </a:lnTo>
                <a:lnTo>
                  <a:pt x="0" y="430073"/>
                </a:lnTo>
                <a:lnTo>
                  <a:pt x="0" y="452371"/>
                </a:lnTo>
                <a:lnTo>
                  <a:pt x="0" y="474678"/>
                </a:lnTo>
                <a:lnTo>
                  <a:pt x="0" y="496986"/>
                </a:lnTo>
                <a:lnTo>
                  <a:pt x="0" y="519284"/>
                </a:lnTo>
                <a:lnTo>
                  <a:pt x="0" y="541592"/>
                </a:lnTo>
                <a:lnTo>
                  <a:pt x="0" y="563899"/>
                </a:lnTo>
                <a:lnTo>
                  <a:pt x="0" y="586197"/>
                </a:lnTo>
                <a:lnTo>
                  <a:pt x="0" y="608505"/>
                </a:lnTo>
                <a:lnTo>
                  <a:pt x="0" y="630812"/>
                </a:lnTo>
                <a:lnTo>
                  <a:pt x="0" y="653110"/>
                </a:lnTo>
                <a:lnTo>
                  <a:pt x="0" y="675418"/>
                </a:lnTo>
                <a:lnTo>
                  <a:pt x="0" y="697725"/>
                </a:lnTo>
                <a:lnTo>
                  <a:pt x="0" y="720023"/>
                </a:lnTo>
                <a:lnTo>
                  <a:pt x="0" y="742331"/>
                </a:lnTo>
                <a:lnTo>
                  <a:pt x="0" y="764638"/>
                </a:lnTo>
                <a:lnTo>
                  <a:pt x="0" y="786936"/>
                </a:lnTo>
                <a:lnTo>
                  <a:pt x="0" y="809244"/>
                </a:lnTo>
                <a:lnTo>
                  <a:pt x="0" y="831552"/>
                </a:lnTo>
                <a:lnTo>
                  <a:pt x="0" y="853850"/>
                </a:lnTo>
                <a:lnTo>
                  <a:pt x="0" y="876157"/>
                </a:lnTo>
                <a:lnTo>
                  <a:pt x="0" y="898465"/>
                </a:lnTo>
                <a:lnTo>
                  <a:pt x="0" y="920763"/>
                </a:lnTo>
                <a:lnTo>
                  <a:pt x="0" y="943070"/>
                </a:lnTo>
                <a:lnTo>
                  <a:pt x="0" y="965378"/>
                </a:lnTo>
                <a:lnTo>
                  <a:pt x="0" y="987685"/>
                </a:lnTo>
                <a:lnTo>
                  <a:pt x="0" y="1009983"/>
                </a:lnTo>
                <a:lnTo>
                  <a:pt x="0" y="1032291"/>
                </a:lnTo>
                <a:lnTo>
                  <a:pt x="0" y="1054598"/>
                </a:lnTo>
                <a:lnTo>
                  <a:pt x="0" y="1076897"/>
                </a:lnTo>
                <a:lnTo>
                  <a:pt x="0" y="1099204"/>
                </a:lnTo>
                <a:lnTo>
                  <a:pt x="0" y="1121512"/>
                </a:lnTo>
                <a:lnTo>
                  <a:pt x="0" y="1143810"/>
                </a:lnTo>
                <a:lnTo>
                  <a:pt x="0" y="1166117"/>
                </a:lnTo>
                <a:lnTo>
                  <a:pt x="0" y="1188425"/>
                </a:lnTo>
                <a:lnTo>
                  <a:pt x="0" y="1210723"/>
                </a:lnTo>
                <a:lnTo>
                  <a:pt x="0" y="1233030"/>
                </a:lnTo>
                <a:lnTo>
                  <a:pt x="0" y="1255338"/>
                </a:lnTo>
                <a:lnTo>
                  <a:pt x="0" y="1277636"/>
                </a:lnTo>
                <a:lnTo>
                  <a:pt x="0" y="1299943"/>
                </a:lnTo>
                <a:lnTo>
                  <a:pt x="0" y="1322251"/>
                </a:lnTo>
                <a:lnTo>
                  <a:pt x="0" y="1344549"/>
                </a:lnTo>
                <a:lnTo>
                  <a:pt x="0" y="1366857"/>
                </a:lnTo>
                <a:lnTo>
                  <a:pt x="0" y="138916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1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B4FEBC46-E120-455D-A8F5-ADD3D718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6144" y="3519335"/>
            <a:ext cx="2203999" cy="238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6B1EB6E5-AAF6-4DD8-9565-8519BC54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118" y="4572324"/>
            <a:ext cx="812016" cy="336433"/>
          </a:xfrm>
          <a:custGeom xmlns:a="http://schemas.openxmlformats.org/drawingml/2006/main">
            <a:pathLst>
              <a:path w="812016" h="336433">
                <a:moveTo>
                  <a:pt x="812016" y="0"/>
                </a:moveTo>
                <a:lnTo>
                  <a:pt x="811054" y="5582"/>
                </a:lnTo>
                <a:lnTo>
                  <a:pt x="809787" y="11135"/>
                </a:lnTo>
                <a:lnTo>
                  <a:pt x="808301" y="16669"/>
                </a:lnTo>
                <a:lnTo>
                  <a:pt x="806634" y="22184"/>
                </a:lnTo>
                <a:lnTo>
                  <a:pt x="804796" y="27680"/>
                </a:lnTo>
                <a:lnTo>
                  <a:pt x="802805" y="33147"/>
                </a:lnTo>
                <a:lnTo>
                  <a:pt x="800652" y="38595"/>
                </a:lnTo>
                <a:lnTo>
                  <a:pt x="798357" y="44025"/>
                </a:lnTo>
                <a:lnTo>
                  <a:pt x="795928" y="49425"/>
                </a:lnTo>
                <a:lnTo>
                  <a:pt x="793347" y="54797"/>
                </a:lnTo>
                <a:lnTo>
                  <a:pt x="790642" y="60150"/>
                </a:lnTo>
                <a:lnTo>
                  <a:pt x="787794" y="65465"/>
                </a:lnTo>
                <a:lnTo>
                  <a:pt x="784822" y="70761"/>
                </a:lnTo>
                <a:lnTo>
                  <a:pt x="781717" y="76019"/>
                </a:lnTo>
                <a:lnTo>
                  <a:pt x="778488" y="81248"/>
                </a:lnTo>
                <a:lnTo>
                  <a:pt x="775125" y="86449"/>
                </a:lnTo>
                <a:lnTo>
                  <a:pt x="771639" y="91621"/>
                </a:lnTo>
                <a:lnTo>
                  <a:pt x="768029" y="96745"/>
                </a:lnTo>
                <a:lnTo>
                  <a:pt x="764296" y="101841"/>
                </a:lnTo>
                <a:lnTo>
                  <a:pt x="760428" y="106909"/>
                </a:lnTo>
                <a:lnTo>
                  <a:pt x="756447" y="111928"/>
                </a:lnTo>
                <a:lnTo>
                  <a:pt x="752351" y="116910"/>
                </a:lnTo>
                <a:lnTo>
                  <a:pt x="748122" y="121853"/>
                </a:lnTo>
                <a:lnTo>
                  <a:pt x="743788" y="126749"/>
                </a:lnTo>
                <a:lnTo>
                  <a:pt x="739321" y="131607"/>
                </a:lnTo>
                <a:lnTo>
                  <a:pt x="734739" y="136427"/>
                </a:lnTo>
                <a:lnTo>
                  <a:pt x="730044" y="141199"/>
                </a:lnTo>
                <a:lnTo>
                  <a:pt x="725234" y="145923"/>
                </a:lnTo>
                <a:lnTo>
                  <a:pt x="720309" y="150600"/>
                </a:lnTo>
                <a:lnTo>
                  <a:pt x="715261" y="155229"/>
                </a:lnTo>
                <a:lnTo>
                  <a:pt x="710108" y="159801"/>
                </a:lnTo>
                <a:lnTo>
                  <a:pt x="704840" y="164335"/>
                </a:lnTo>
                <a:lnTo>
                  <a:pt x="699468" y="168812"/>
                </a:lnTo>
                <a:lnTo>
                  <a:pt x="693982" y="173231"/>
                </a:lnTo>
                <a:lnTo>
                  <a:pt x="688391" y="177603"/>
                </a:lnTo>
                <a:lnTo>
                  <a:pt x="682695" y="181918"/>
                </a:lnTo>
                <a:lnTo>
                  <a:pt x="676885" y="186176"/>
                </a:lnTo>
                <a:lnTo>
                  <a:pt x="670979" y="190376"/>
                </a:lnTo>
                <a:lnTo>
                  <a:pt x="664969" y="194520"/>
                </a:lnTo>
                <a:lnTo>
                  <a:pt x="658863" y="198606"/>
                </a:lnTo>
                <a:lnTo>
                  <a:pt x="652653" y="202625"/>
                </a:lnTo>
                <a:lnTo>
                  <a:pt x="646347" y="206597"/>
                </a:lnTo>
                <a:lnTo>
                  <a:pt x="639947" y="210503"/>
                </a:lnTo>
                <a:lnTo>
                  <a:pt x="633460" y="214341"/>
                </a:lnTo>
                <a:lnTo>
                  <a:pt x="626869" y="218123"/>
                </a:lnTo>
                <a:lnTo>
                  <a:pt x="620201" y="221847"/>
                </a:lnTo>
                <a:lnTo>
                  <a:pt x="613439" y="225495"/>
                </a:lnTo>
                <a:lnTo>
                  <a:pt x="606600" y="229086"/>
                </a:lnTo>
                <a:lnTo>
                  <a:pt x="599665" y="232620"/>
                </a:lnTo>
                <a:lnTo>
                  <a:pt x="592655" y="236077"/>
                </a:lnTo>
                <a:lnTo>
                  <a:pt x="585568" y="239478"/>
                </a:lnTo>
                <a:lnTo>
                  <a:pt x="578406" y="242811"/>
                </a:lnTo>
                <a:lnTo>
                  <a:pt x="571157" y="246078"/>
                </a:lnTo>
                <a:lnTo>
                  <a:pt x="563842" y="249288"/>
                </a:lnTo>
                <a:lnTo>
                  <a:pt x="556460" y="252422"/>
                </a:lnTo>
                <a:lnTo>
                  <a:pt x="549002" y="255499"/>
                </a:lnTo>
                <a:lnTo>
                  <a:pt x="541487" y="258499"/>
                </a:lnTo>
                <a:lnTo>
                  <a:pt x="533895" y="261442"/>
                </a:lnTo>
                <a:lnTo>
                  <a:pt x="526247" y="264319"/>
                </a:lnTo>
                <a:lnTo>
                  <a:pt x="518541" y="267138"/>
                </a:lnTo>
                <a:lnTo>
                  <a:pt x="510778" y="269881"/>
                </a:lnTo>
                <a:lnTo>
                  <a:pt x="502949" y="272567"/>
                </a:lnTo>
                <a:lnTo>
                  <a:pt x="495071" y="275187"/>
                </a:lnTo>
                <a:lnTo>
                  <a:pt x="487137" y="277739"/>
                </a:lnTo>
                <a:lnTo>
                  <a:pt x="479155" y="280226"/>
                </a:lnTo>
                <a:lnTo>
                  <a:pt x="471126" y="282654"/>
                </a:lnTo>
                <a:lnTo>
                  <a:pt x="463048" y="285017"/>
                </a:lnTo>
                <a:lnTo>
                  <a:pt x="454924" y="287322"/>
                </a:lnTo>
                <a:lnTo>
                  <a:pt x="446761" y="289560"/>
                </a:lnTo>
                <a:lnTo>
                  <a:pt x="438550" y="291741"/>
                </a:lnTo>
                <a:lnTo>
                  <a:pt x="430301" y="293856"/>
                </a:lnTo>
                <a:lnTo>
                  <a:pt x="422015" y="295913"/>
                </a:lnTo>
                <a:lnTo>
                  <a:pt x="413690" y="297913"/>
                </a:lnTo>
                <a:lnTo>
                  <a:pt x="405327" y="299857"/>
                </a:lnTo>
                <a:lnTo>
                  <a:pt x="396935" y="301733"/>
                </a:lnTo>
                <a:lnTo>
                  <a:pt x="388515" y="303552"/>
                </a:lnTo>
                <a:lnTo>
                  <a:pt x="380057" y="305314"/>
                </a:lnTo>
                <a:lnTo>
                  <a:pt x="371570" y="307029"/>
                </a:lnTo>
                <a:lnTo>
                  <a:pt x="363055" y="308677"/>
                </a:lnTo>
                <a:lnTo>
                  <a:pt x="354521" y="310277"/>
                </a:lnTo>
                <a:lnTo>
                  <a:pt x="345958" y="311820"/>
                </a:lnTo>
                <a:lnTo>
                  <a:pt x="337366" y="313306"/>
                </a:lnTo>
                <a:lnTo>
                  <a:pt x="328755" y="314735"/>
                </a:lnTo>
                <a:lnTo>
                  <a:pt x="320126" y="316116"/>
                </a:lnTo>
                <a:lnTo>
                  <a:pt x="311468" y="317449"/>
                </a:lnTo>
                <a:lnTo>
                  <a:pt x="302800" y="318726"/>
                </a:lnTo>
                <a:lnTo>
                  <a:pt x="294103" y="319954"/>
                </a:lnTo>
                <a:lnTo>
                  <a:pt x="285398" y="321135"/>
                </a:lnTo>
                <a:lnTo>
                  <a:pt x="276673" y="322259"/>
                </a:lnTo>
                <a:lnTo>
                  <a:pt x="267929" y="323345"/>
                </a:lnTo>
                <a:lnTo>
                  <a:pt x="259175" y="324374"/>
                </a:lnTo>
                <a:lnTo>
                  <a:pt x="250403" y="325355"/>
                </a:lnTo>
                <a:lnTo>
                  <a:pt x="241621" y="326298"/>
                </a:lnTo>
                <a:lnTo>
                  <a:pt x="232829" y="327184"/>
                </a:lnTo>
                <a:lnTo>
                  <a:pt x="224028" y="328031"/>
                </a:lnTo>
                <a:lnTo>
                  <a:pt x="215208" y="328832"/>
                </a:lnTo>
                <a:lnTo>
                  <a:pt x="206378" y="329594"/>
                </a:lnTo>
                <a:lnTo>
                  <a:pt x="197548" y="330308"/>
                </a:lnTo>
                <a:lnTo>
                  <a:pt x="188709" y="330975"/>
                </a:lnTo>
                <a:lnTo>
                  <a:pt x="179851" y="331603"/>
                </a:lnTo>
                <a:lnTo>
                  <a:pt x="170993" y="332194"/>
                </a:lnTo>
                <a:lnTo>
                  <a:pt x="162135" y="332737"/>
                </a:lnTo>
                <a:lnTo>
                  <a:pt x="153257" y="333251"/>
                </a:lnTo>
                <a:lnTo>
                  <a:pt x="144389" y="333718"/>
                </a:lnTo>
                <a:lnTo>
                  <a:pt x="135503" y="334147"/>
                </a:lnTo>
                <a:lnTo>
                  <a:pt x="126616" y="334537"/>
                </a:lnTo>
                <a:lnTo>
                  <a:pt x="117729" y="334889"/>
                </a:lnTo>
                <a:lnTo>
                  <a:pt x="108833" y="335204"/>
                </a:lnTo>
                <a:lnTo>
                  <a:pt x="99936" y="335480"/>
                </a:lnTo>
                <a:lnTo>
                  <a:pt x="91040" y="335718"/>
                </a:lnTo>
                <a:lnTo>
                  <a:pt x="82144" y="335918"/>
                </a:lnTo>
                <a:lnTo>
                  <a:pt x="73238" y="336090"/>
                </a:lnTo>
                <a:lnTo>
                  <a:pt x="64332" y="336233"/>
                </a:lnTo>
                <a:lnTo>
                  <a:pt x="55426" y="336328"/>
                </a:lnTo>
                <a:lnTo>
                  <a:pt x="46520" y="336394"/>
                </a:lnTo>
                <a:lnTo>
                  <a:pt x="37614" y="336433"/>
                </a:lnTo>
                <a:lnTo>
                  <a:pt x="28708" y="336433"/>
                </a:lnTo>
                <a:lnTo>
                  <a:pt x="19802" y="336404"/>
                </a:lnTo>
                <a:lnTo>
                  <a:pt x="10897" y="336347"/>
                </a:lnTo>
                <a:lnTo>
                  <a:pt x="1991" y="336252"/>
                </a:lnTo>
                <a:lnTo>
                  <a:pt x="0" y="336156"/>
                </a:lnTo>
                <a:lnTo>
                  <a:pt x="8906" y="336023"/>
                </a:lnTo>
                <a:lnTo>
                  <a:pt x="17802" y="335785"/>
                </a:lnTo>
                <a:lnTo>
                  <a:pt x="26699" y="335480"/>
                </a:lnTo>
                <a:lnTo>
                  <a:pt x="35585" y="335099"/>
                </a:lnTo>
                <a:lnTo>
                  <a:pt x="44463" y="334661"/>
                </a:lnTo>
                <a:lnTo>
                  <a:pt x="53330" y="334166"/>
                </a:lnTo>
                <a:lnTo>
                  <a:pt x="62198" y="333594"/>
                </a:lnTo>
                <a:lnTo>
                  <a:pt x="71047" y="332975"/>
                </a:lnTo>
                <a:lnTo>
                  <a:pt x="79886" y="332299"/>
                </a:lnTo>
                <a:lnTo>
                  <a:pt x="88716" y="331556"/>
                </a:lnTo>
                <a:lnTo>
                  <a:pt x="97536" y="330765"/>
                </a:lnTo>
                <a:lnTo>
                  <a:pt x="106337" y="329908"/>
                </a:lnTo>
                <a:lnTo>
                  <a:pt x="115129" y="328994"/>
                </a:lnTo>
                <a:lnTo>
                  <a:pt x="123901" y="328012"/>
                </a:lnTo>
                <a:lnTo>
                  <a:pt x="132655" y="326974"/>
                </a:lnTo>
                <a:lnTo>
                  <a:pt x="141389" y="325879"/>
                </a:lnTo>
                <a:lnTo>
                  <a:pt x="150095" y="324707"/>
                </a:lnTo>
                <a:lnTo>
                  <a:pt x="158791" y="323479"/>
                </a:lnTo>
                <a:lnTo>
                  <a:pt x="167459" y="322183"/>
                </a:lnTo>
                <a:lnTo>
                  <a:pt x="176098" y="320821"/>
                </a:lnTo>
                <a:lnTo>
                  <a:pt x="184709" y="319392"/>
                </a:lnTo>
                <a:lnTo>
                  <a:pt x="193291" y="317897"/>
                </a:lnTo>
                <a:lnTo>
                  <a:pt x="201844" y="316316"/>
                </a:lnTo>
                <a:lnTo>
                  <a:pt x="210360" y="314668"/>
                </a:lnTo>
                <a:lnTo>
                  <a:pt x="218837" y="312953"/>
                </a:lnTo>
                <a:lnTo>
                  <a:pt x="227267" y="311144"/>
                </a:lnTo>
                <a:lnTo>
                  <a:pt x="235668" y="309267"/>
                </a:lnTo>
                <a:lnTo>
                  <a:pt x="244011" y="307305"/>
                </a:lnTo>
                <a:lnTo>
                  <a:pt x="252298" y="305257"/>
                </a:lnTo>
                <a:lnTo>
                  <a:pt x="260547" y="303133"/>
                </a:lnTo>
                <a:lnTo>
                  <a:pt x="268719" y="300904"/>
                </a:lnTo>
                <a:lnTo>
                  <a:pt x="276835" y="298599"/>
                </a:lnTo>
                <a:lnTo>
                  <a:pt x="284883" y="296189"/>
                </a:lnTo>
                <a:lnTo>
                  <a:pt x="292856" y="293684"/>
                </a:lnTo>
                <a:lnTo>
                  <a:pt x="300752" y="291084"/>
                </a:lnTo>
                <a:lnTo>
                  <a:pt x="308562" y="288388"/>
                </a:lnTo>
                <a:lnTo>
                  <a:pt x="316278" y="285588"/>
                </a:lnTo>
                <a:lnTo>
                  <a:pt x="323898" y="282673"/>
                </a:lnTo>
                <a:lnTo>
                  <a:pt x="331403" y="279654"/>
                </a:lnTo>
                <a:lnTo>
                  <a:pt x="338804" y="276530"/>
                </a:lnTo>
                <a:lnTo>
                  <a:pt x="346072" y="273291"/>
                </a:lnTo>
                <a:lnTo>
                  <a:pt x="353216" y="269929"/>
                </a:lnTo>
                <a:lnTo>
                  <a:pt x="360216" y="266462"/>
                </a:lnTo>
                <a:lnTo>
                  <a:pt x="367065" y="262871"/>
                </a:lnTo>
                <a:lnTo>
                  <a:pt x="373761" y="259166"/>
                </a:lnTo>
                <a:lnTo>
                  <a:pt x="380276" y="255346"/>
                </a:lnTo>
                <a:lnTo>
                  <a:pt x="386620" y="251403"/>
                </a:lnTo>
                <a:lnTo>
                  <a:pt x="392763" y="247336"/>
                </a:lnTo>
                <a:lnTo>
                  <a:pt x="398707" y="243154"/>
                </a:lnTo>
                <a:lnTo>
                  <a:pt x="404441" y="238858"/>
                </a:lnTo>
                <a:lnTo>
                  <a:pt x="409946" y="234448"/>
                </a:lnTo>
                <a:lnTo>
                  <a:pt x="415223" y="229924"/>
                </a:lnTo>
                <a:lnTo>
                  <a:pt x="420253" y="225295"/>
                </a:lnTo>
                <a:lnTo>
                  <a:pt x="425034" y="220561"/>
                </a:lnTo>
                <a:lnTo>
                  <a:pt x="429558" y="215722"/>
                </a:lnTo>
                <a:lnTo>
                  <a:pt x="433816" y="210788"/>
                </a:lnTo>
                <a:lnTo>
                  <a:pt x="437807" y="205769"/>
                </a:lnTo>
                <a:lnTo>
                  <a:pt x="441522" y="200673"/>
                </a:lnTo>
                <a:lnTo>
                  <a:pt x="444951" y="195491"/>
                </a:lnTo>
                <a:lnTo>
                  <a:pt x="448113" y="190243"/>
                </a:lnTo>
                <a:lnTo>
                  <a:pt x="450980" y="184928"/>
                </a:lnTo>
                <a:lnTo>
                  <a:pt x="453571" y="179556"/>
                </a:lnTo>
                <a:lnTo>
                  <a:pt x="455886" y="174136"/>
                </a:lnTo>
                <a:lnTo>
                  <a:pt x="457933" y="168669"/>
                </a:lnTo>
                <a:lnTo>
                  <a:pt x="459696" y="163173"/>
                </a:lnTo>
                <a:lnTo>
                  <a:pt x="461201" y="157639"/>
                </a:lnTo>
                <a:lnTo>
                  <a:pt x="462439" y="152076"/>
                </a:lnTo>
                <a:lnTo>
                  <a:pt x="463429" y="146495"/>
                </a:lnTo>
                <a:lnTo>
                  <a:pt x="464163" y="140903"/>
                </a:lnTo>
                <a:lnTo>
                  <a:pt x="464668" y="135293"/>
                </a:lnTo>
                <a:lnTo>
                  <a:pt x="464934" y="129683"/>
                </a:lnTo>
                <a:lnTo>
                  <a:pt x="464972" y="124073"/>
                </a:lnTo>
                <a:lnTo>
                  <a:pt x="464791" y="118462"/>
                </a:lnTo>
                <a:lnTo>
                  <a:pt x="464410" y="112852"/>
                </a:lnTo>
                <a:lnTo>
                  <a:pt x="463820" y="107252"/>
                </a:lnTo>
                <a:lnTo>
                  <a:pt x="472069" y="105880"/>
                </a:lnTo>
                <a:lnTo>
                  <a:pt x="480746" y="104623"/>
                </a:lnTo>
                <a:lnTo>
                  <a:pt x="489395" y="103280"/>
                </a:lnTo>
                <a:lnTo>
                  <a:pt x="498015" y="101879"/>
                </a:lnTo>
                <a:lnTo>
                  <a:pt x="506616" y="100403"/>
                </a:lnTo>
                <a:lnTo>
                  <a:pt x="515188" y="98879"/>
                </a:lnTo>
                <a:lnTo>
                  <a:pt x="523732" y="97288"/>
                </a:lnTo>
                <a:lnTo>
                  <a:pt x="532247" y="95650"/>
                </a:lnTo>
                <a:lnTo>
                  <a:pt x="540734" y="93955"/>
                </a:lnTo>
                <a:lnTo>
                  <a:pt x="549202" y="92202"/>
                </a:lnTo>
                <a:lnTo>
                  <a:pt x="557632" y="90402"/>
                </a:lnTo>
                <a:lnTo>
                  <a:pt x="566042" y="88544"/>
                </a:lnTo>
                <a:lnTo>
                  <a:pt x="574424" y="86639"/>
                </a:lnTo>
                <a:lnTo>
                  <a:pt x="582768" y="84677"/>
                </a:lnTo>
                <a:lnTo>
                  <a:pt x="591083" y="82667"/>
                </a:lnTo>
                <a:lnTo>
                  <a:pt x="599370" y="80610"/>
                </a:lnTo>
                <a:lnTo>
                  <a:pt x="607619" y="78496"/>
                </a:lnTo>
                <a:lnTo>
                  <a:pt x="615839" y="76324"/>
                </a:lnTo>
                <a:lnTo>
                  <a:pt x="624021" y="74105"/>
                </a:lnTo>
                <a:lnTo>
                  <a:pt x="632165" y="71838"/>
                </a:lnTo>
                <a:lnTo>
                  <a:pt x="640271" y="69513"/>
                </a:lnTo>
                <a:lnTo>
                  <a:pt x="648338" y="67132"/>
                </a:lnTo>
                <a:lnTo>
                  <a:pt x="656358" y="64694"/>
                </a:lnTo>
                <a:lnTo>
                  <a:pt x="664350" y="62208"/>
                </a:lnTo>
                <a:lnTo>
                  <a:pt x="672284" y="59665"/>
                </a:lnTo>
                <a:lnTo>
                  <a:pt x="680180" y="57064"/>
                </a:lnTo>
                <a:lnTo>
                  <a:pt x="688029" y="54407"/>
                </a:lnTo>
                <a:lnTo>
                  <a:pt x="695820" y="51692"/>
                </a:lnTo>
                <a:lnTo>
                  <a:pt x="703574" y="48920"/>
                </a:lnTo>
                <a:lnTo>
                  <a:pt x="711260" y="46091"/>
                </a:lnTo>
                <a:lnTo>
                  <a:pt x="718899" y="43205"/>
                </a:lnTo>
                <a:lnTo>
                  <a:pt x="726481" y="40262"/>
                </a:lnTo>
                <a:lnTo>
                  <a:pt x="734006" y="37252"/>
                </a:lnTo>
                <a:lnTo>
                  <a:pt x="741464" y="34176"/>
                </a:lnTo>
                <a:lnTo>
                  <a:pt x="748856" y="31051"/>
                </a:lnTo>
                <a:lnTo>
                  <a:pt x="756180" y="27861"/>
                </a:lnTo>
                <a:lnTo>
                  <a:pt x="763438" y="24603"/>
                </a:lnTo>
                <a:lnTo>
                  <a:pt x="770620" y="21279"/>
                </a:lnTo>
                <a:lnTo>
                  <a:pt x="777726" y="17897"/>
                </a:lnTo>
                <a:lnTo>
                  <a:pt x="784755" y="14449"/>
                </a:lnTo>
                <a:lnTo>
                  <a:pt x="791699" y="10935"/>
                </a:lnTo>
                <a:lnTo>
                  <a:pt x="798566" y="7353"/>
                </a:lnTo>
                <a:lnTo>
                  <a:pt x="805339" y="3715"/>
                </a:lnTo>
                <a:lnTo>
                  <a:pt x="81201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3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7F64B1A9-2221-4557-8013-38443489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0671" y="1996678"/>
            <a:ext cx="1520428" cy="233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4" name="note-body-0">
            <a:extLst xmlns:a="http://schemas.openxmlformats.org/drawingml/2006/main">
              <a:ext uri="{FF2B5EF4-FFF2-40B4-BE49-F238E27FC236}">
                <a16:creationId xmlns:a16="http://schemas.microsoft.com/office/drawing/2014/main" id="{F58F1C5D-0B6D-4F23-8B35-4A5D9937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8423" y="2323805"/>
            <a:ext cx="1725816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25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9C261491-6CC1-4D6B-AE52-D804DBAE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5244" y="1996678"/>
            <a:ext cx="1520428" cy="233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6" name="note-body-1">
            <a:extLst xmlns:a="http://schemas.openxmlformats.org/drawingml/2006/main">
              <a:ext uri="{FF2B5EF4-FFF2-40B4-BE49-F238E27FC236}">
                <a16:creationId xmlns:a16="http://schemas.microsoft.com/office/drawing/2014/main" id="{06E643B5-3946-496D-A06B-D3BD287C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995" y="2323805"/>
            <a:ext cx="1725816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27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397A897E-D381-412C-A0EB-FCB240DF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0671" y="3519335"/>
            <a:ext cx="1520428" cy="233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8" name="note-body-2">
            <a:extLst xmlns:a="http://schemas.openxmlformats.org/drawingml/2006/main">
              <a:ext uri="{FF2B5EF4-FFF2-40B4-BE49-F238E27FC236}">
                <a16:creationId xmlns:a16="http://schemas.microsoft.com/office/drawing/2014/main" id="{71F10115-5243-43DD-A52E-30E8C7EF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8423" y="3846462"/>
            <a:ext cx="1725816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29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90CF9777-F066-4882-9B82-C8CAB2E8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5244" y="3519335"/>
            <a:ext cx="1520428" cy="233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0" name="note-body-3">
            <a:extLst xmlns:a="http://schemas.openxmlformats.org/drawingml/2006/main">
              <a:ext uri="{FF2B5EF4-FFF2-40B4-BE49-F238E27FC236}">
                <a16:creationId xmlns:a16="http://schemas.microsoft.com/office/drawing/2014/main" id="{9CD08D9B-4DE5-47F0-B44D-48455297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995" y="3846462"/>
            <a:ext cx="1725816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31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0BFDA550-3E9F-4EAD-8102-56333067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1571" y="1996678"/>
            <a:ext cx="419100" cy="233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131a04f744bfd">
            <a:extLst>
              <a:ext uri="{96DAC541-7B7A-43D3-8B79-37D633B846F1}">
                <asvg:svgBlip xmlns:asvg="http://schemas.microsoft.com/office/drawing/2016/SVG/main" r:embed="R8f6ead84a86546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36346" y="2014833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E71A7A60-3D99-41F5-8782-DC2D2550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6144" y="1996678"/>
            <a:ext cx="419100" cy="233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007f0385e4b76">
            <a:extLst>
              <a:ext uri="{96DAC541-7B7A-43D3-8B79-37D633B846F1}">
                <asvg:svgBlip xmlns:asvg="http://schemas.microsoft.com/office/drawing/2016/SVG/main" r:embed="R20b3fa1de59e4d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60919" y="2014833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5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8FFC64AA-D0F0-4BDB-9558-91E518F8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1571" y="3519335"/>
            <a:ext cx="419100" cy="233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e7c13c4f14db1">
            <a:extLst>
              <a:ext uri="{96DAC541-7B7A-43D3-8B79-37D633B846F1}">
                <asvg:svgBlip xmlns:asvg="http://schemas.microsoft.com/office/drawing/2016/SVG/main" r:embed="R19004217418b40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36346" y="3537499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ED0EC6EC-BFE1-45DB-88A8-96E8580A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6144" y="3519335"/>
            <a:ext cx="419100" cy="233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231a778614c3d">
            <a:extLst>
              <a:ext uri="{96DAC541-7B7A-43D3-8B79-37D633B846F1}">
                <asvg:svgBlip xmlns:asvg="http://schemas.microsoft.com/office/drawing/2016/SVG/main" r:embed="R6abdd306bf8045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60919" y="3537499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61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2026-09-07T23:56:12.0730000Z</dcterms:created>
  <dcterms:modified xsi:type="dcterms:W3CDTF">2026-09-07T23:56:12.0740000Z</dcterms:modified>
</coreProperties>
</file>