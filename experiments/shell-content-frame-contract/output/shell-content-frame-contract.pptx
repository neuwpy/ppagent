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ced42ff39456e" /><Relationship Type="http://schemas.openxmlformats.org/officeDocument/2006/relationships/extended-properties" Target="/docProps/app.xml" Id="Rb4ff5ab0939041c2" /><Relationship Type="http://schemas.openxmlformats.org/officeDocument/2006/relationships/officeDocument" Target="/ppt/presentation.xml" Id="Rae403c61010a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140dc7a3a441a"/>
    <p:sldMasterId xmlns:r="http://schemas.openxmlformats.org/officeDocument/2006/relationships" id="2147483660" r:id="Raac7501aa608469f"/>
    <p:sldMasterId xmlns:r="http://schemas.openxmlformats.org/officeDocument/2006/relationships" id="2147483663" r:id="R121007697e1d45fa"/>
  </p:sldMasterIdLst>
  <p:notesMasterIdLst>
    <p:notesMasterId xmlns:r="http://schemas.openxmlformats.org/officeDocument/2006/relationships" r:id="Ra6731437c3044c2d"/>
  </p:notesMasterIdLst>
  <p:sldIdLst>
    <p:sldId xmlns:r="http://schemas.openxmlformats.org/officeDocument/2006/relationships" id="256" r:id="Rb7ef511a0cfb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26aa31a944a79" /><Relationship Type="http://schemas.openxmlformats.org/officeDocument/2006/relationships/slideMaster" Target="/ppt/slideMasters/slideMaster1.xml" Id="R297140dc7a3a441a" /><Relationship Type="http://schemas.openxmlformats.org/officeDocument/2006/relationships/slideMaster" Target="/ppt/slideMasters/slideMaster2.xml" Id="Raac7501aa608469f" /><Relationship Type="http://schemas.openxmlformats.org/officeDocument/2006/relationships/slideMaster" Target="/ppt/slideMasters/slideMaster3.xml" Id="R121007697e1d45fa" /><Relationship Type="http://schemas.openxmlformats.org/officeDocument/2006/relationships/notesMaster" Target="/ppt/notesMasters/notesMaster1.xml" Id="Ra6731437c3044c2d" /><Relationship Type="http://schemas.openxmlformats.org/officeDocument/2006/relationships/presProps" Target="/ppt/presProps.xml" Id="R42e02a6248fe498e" /><Relationship Type="http://schemas.openxmlformats.org/officeDocument/2006/relationships/viewProps" Target="/ppt/viewProps.xml" Id="Rde52f432328b405e" /><Relationship Type="http://schemas.openxmlformats.org/officeDocument/2006/relationships/tableStyles" Target="/ppt/tableStyles.xml" Id="Rb8ab2c25282d4bdb" /><Relationship Type="http://schemas.openxmlformats.org/officeDocument/2006/relationships/slide" Target="/ppt/slides/slide1.xml" Id="Rb7ef511a0cfb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a5cafcef90d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c630c8e75446f" /><Relationship Type="http://schemas.openxmlformats.org/officeDocument/2006/relationships/notesMaster" Target="/ppt/notesMasters/notesMaster1.xml" Id="R02194510cf92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视觉与几何：PPT源/PPT模板-封面正文尾页.pptx 第 3 页</a:t>
            </a:r>
            <a:endParaRPr/>
          </a:p>
          <a:p xmlns:a="http://schemas.openxmlformats.org/drawingml/2006/main">
            <a:r>
              <a:t>- Content Frame：src/runtime/shells/academic-report.mjs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4b8787c884860" /><Relationship Type="http://schemas.openxmlformats.org/officeDocument/2006/relationships/image" Target="/ppt/media/image.jpeg" Id="Rc73b9c4608d44bf7" /><Relationship Type="http://schemas.openxmlformats.org/officeDocument/2006/relationships/image" Target="/ppt/media/image.png" Id="Rf54a92b72b99480d" /><Relationship Type="http://schemas.openxmlformats.org/officeDocument/2006/relationships/image" Target="/ppt/media/image2.png" Id="Raa3a5a89589b4f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273df555846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25e23d9e248bc" /><Relationship Type="http://schemas.openxmlformats.org/officeDocument/2006/relationships/image" Target="/ppt/media/image3.png" Id="R74ceaf121396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031712eed47e4" /><Relationship Type="http://schemas.openxmlformats.org/officeDocument/2006/relationships/image" Target="/ppt/media/image4.png" Id="Rc0b656905ca546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153562d5b49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89e89023542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292f208674d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0be2fc14943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cd9e50e6d4f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0e122ddf24e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63a2f14874b3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0bee071cf045fa" /><Relationship Type="http://schemas.openxmlformats.org/officeDocument/2006/relationships/image" Target="/ppt/media/image5.png" Id="R0ae84f9866934ff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e7526d3aa8470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1b843db26004d42" /><Relationship Type="http://schemas.openxmlformats.org/officeDocument/2006/relationships/image" Target="/ppt/media/image5.png" Id="R7946aa4af625448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4fa0d303024e0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9c4608d44bf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a92b72b99480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a5a89589b4f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7A904D64-5705-4C7C-B696-38D805A9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eaf1213964fd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1C63A93-7124-4B88-A956-5F9528BE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AB3AF38-F428-4493-ABD5-30D908D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FCA7E71-0967-47F1-B88C-DA603D05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F9E97BC6-D9F9-4631-8B5B-962079D5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656905ca5468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0030E478-4010-4E21-B928-B08FEC4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7842A641-DAF4-4720-993F-17E8932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1EB0B7-AC91-4A2F-86C2-8567943BB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8730E6A-DAFC-4854-B2F0-9977131998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3919B23-F59A-47D1-8369-27231A15D21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0667B35-753F-4F3B-8C07-8FD4052399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5F3A210-0B1B-4F21-8F0C-72DFB7C8E1C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25611FF-4248-4048-B3BC-838934EB86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28F2A63-4C08-4412-872C-D27F816A3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129248-191C-41F8-95F1-0C991670CB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626917-9D7D-4583-8C77-965DD0B07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82CA906-9E91-46DB-9191-6FEC36F61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6573589-5514-4CDF-BFA0-52152C3849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F798DE6-E07B-43CE-96B0-2C070845D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7354C88-CDA5-41AA-9B84-293F3166A2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79185E-D023-431D-8454-91D098830F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BD66D53-0A62-4308-BC11-402666080E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A36F13-0954-4B10-84F7-8A1A9E916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54A00B8-B56B-4B47-AFAE-B6F1F3624D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C20931C-C09C-4104-94A5-E6C104FEE7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0D08E36-0999-4BB2-872C-80085C59A4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5D94DB-7B77-40BB-9ED7-8DC97E35A8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452598-84A0-4651-958C-4FD2E4A7BD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2933CE-E4C9-4658-AB16-0A8E9056A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C70E72B-FC94-4CCA-9ABD-519FCD3BAF2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5FEDB31-0173-4AC6-94E2-D7AA6923D6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30A01D7-5599-4CF2-A345-35A36867CC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53091E5-6A08-4872-8E52-EA3712C2EA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C98CC7A-DEF2-4FC1-B701-EA41E471FE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685A2F-0697-4208-814D-520EDF44B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40C320-1AE0-47F2-81D2-4974D3F6B7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580A90-9027-49B2-B3B2-32F51B94ED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BF9E1C-5A1E-468A-B614-0B8EBE81AC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DD45E5-CF4D-4485-8B47-249A9DE49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8A75AA6-C0AD-43D9-9BAB-019E42CEC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3C27BB1-81C8-4C19-A0AB-A871517056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49ABBD-875E-45AC-B66A-CEB597BA94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076975-6C5C-4E1B-B413-E6C9F0C98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783A6AE-F795-4879-A320-B7ABB300E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4f9866934ff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C80B46C-7BD8-4ED7-A85D-8A89A43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CDA0BD-F002-4BFC-8189-D4B1734D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2F21364-59C0-463C-960F-6AA07EF3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2DA00BF-59C9-4919-9818-D30A1FE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6aa4af625448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23DC784-FB08-4F8F-B646-56CB103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1EB8EAF-86A8-4D87-B418-5F4B0FC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E2D34AF-807E-48E9-BCCD-300DD645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D65F120-2DDB-4AB4-B78B-9105B656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fc6052ca5a4ebd" /><Relationship Type="http://schemas.openxmlformats.org/officeDocument/2006/relationships/slideLayout" Target="/ppt/slideLayouts/slideLayout1.xml" Id="R34e977711c084957" /><Relationship Type="http://schemas.openxmlformats.org/officeDocument/2006/relationships/slideLayout" Target="/ppt/slideLayouts/slideLayout2.xml" Id="Rebecd408151840ba" /><Relationship Type="http://schemas.openxmlformats.org/officeDocument/2006/relationships/slideLayout" Target="/ppt/slideLayouts/slideLayout3.xml" Id="Rdfc87ac84e4e442e" /><Relationship Type="http://schemas.openxmlformats.org/officeDocument/2006/relationships/slideLayout" Target="/ppt/slideLayouts/slideLayout4.xml" Id="R040218d463e540c9" /><Relationship Type="http://schemas.openxmlformats.org/officeDocument/2006/relationships/slideLayout" Target="/ppt/slideLayouts/slideLayout5.xml" Id="R500a7a8f67114156" /><Relationship Type="http://schemas.openxmlformats.org/officeDocument/2006/relationships/slideLayout" Target="/ppt/slideLayouts/slideLayout6.xml" Id="R8f515818b6744aa0" /><Relationship Type="http://schemas.openxmlformats.org/officeDocument/2006/relationships/slideLayout" Target="/ppt/slideLayouts/slideLayout7.xml" Id="R8c5727d14ec84075" /><Relationship Type="http://schemas.openxmlformats.org/officeDocument/2006/relationships/slideLayout" Target="/ppt/slideLayouts/slideLayout8.xml" Id="R234c46e5ade949eb" /><Relationship Type="http://schemas.openxmlformats.org/officeDocument/2006/relationships/slideLayout" Target="/ppt/slideLayouts/slideLayout9.xml" Id="Ra4c956fb83cc483b" /><Relationship Type="http://schemas.openxmlformats.org/officeDocument/2006/relationships/slideLayout" Target="/ppt/slideLayouts/slideLayout10.xml" Id="R60b875d6dd294cb3" /><Relationship Type="http://schemas.openxmlformats.org/officeDocument/2006/relationships/slideLayout" Target="/ppt/slideLayouts/slideLayout11.xml" Id="R41ffc82231eb427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9a80f9ff9f4652" /><Relationship Type="http://schemas.openxmlformats.org/officeDocument/2006/relationships/slideLayout" Target="/ppt/slideLayouts/slideLayout12.xml" Id="R410a27e3938a4e8b" /><Relationship Type="http://schemas.openxmlformats.org/officeDocument/2006/relationships/slideLayout" Target="/ppt/slideLayouts/slideLayout13.xml" Id="R7e7d8c32b3bd4eb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2ee712aaba946db" /><Relationship Type="http://schemas.openxmlformats.org/officeDocument/2006/relationships/slideLayout" Target="/ppt/slideLayouts/slideLayout14.xml" Id="R9a63467bf8e3490f" /><Relationship Type="http://schemas.openxmlformats.org/officeDocument/2006/relationships/slideLayout" Target="/ppt/slideLayouts/slideLayout15.xml" Id="R3ca2fa6bd6bb44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F39F4BB-BC40-4EF4-8158-FCF06925F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E47D3A1-2FF5-4DC1-A565-49C9047E0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0EAC01-3CC8-4129-865A-5153ABB5DD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A578338-0D5C-48FE-9B00-E36920B3C9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507E99-F6FE-4DE4-A8B0-252FDCFD77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e977711c084957"/>
    <p:sldLayoutId xmlns:r="http://schemas.openxmlformats.org/officeDocument/2006/relationships" id="2147483650" r:id="Rebecd408151840ba"/>
    <p:sldLayoutId xmlns:r="http://schemas.openxmlformats.org/officeDocument/2006/relationships" id="2147483651" r:id="Rdfc87ac84e4e442e"/>
    <p:sldLayoutId xmlns:r="http://schemas.openxmlformats.org/officeDocument/2006/relationships" id="2147483652" r:id="R040218d463e540c9"/>
    <p:sldLayoutId xmlns:r="http://schemas.openxmlformats.org/officeDocument/2006/relationships" id="2147483653" r:id="R500a7a8f67114156"/>
    <p:sldLayoutId xmlns:r="http://schemas.openxmlformats.org/officeDocument/2006/relationships" id="2147483654" r:id="R8f515818b6744aa0"/>
    <p:sldLayoutId xmlns:r="http://schemas.openxmlformats.org/officeDocument/2006/relationships" id="2147483655" r:id="R8c5727d14ec84075"/>
    <p:sldLayoutId xmlns:r="http://schemas.openxmlformats.org/officeDocument/2006/relationships" id="2147483656" r:id="R234c46e5ade949eb"/>
    <p:sldLayoutId xmlns:r="http://schemas.openxmlformats.org/officeDocument/2006/relationships" id="2147483657" r:id="Ra4c956fb83cc483b"/>
    <p:sldLayoutId xmlns:r="http://schemas.openxmlformats.org/officeDocument/2006/relationships" id="2147483658" r:id="R60b875d6dd294cb3"/>
    <p:sldLayoutId xmlns:r="http://schemas.openxmlformats.org/officeDocument/2006/relationships" id="2147483659" r:id="R41ffc82231eb427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06C24E5-D480-4A2D-A5FA-B4CF303DE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3373883-5536-4906-8F07-310C471AA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151140A-2377-4809-9E75-0593A9A7F2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C2C793-382F-419C-9777-F5A789A0CC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1D167E-031F-4E3B-BA0B-D1BA35EA03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10a27e3938a4e8b"/>
    <p:sldLayoutId xmlns:r="http://schemas.openxmlformats.org/officeDocument/2006/relationships" id="2147483662" r:id="R7e7d8c32b3bd4eb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DBDE960-B434-493A-9CA1-73574D54B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81BAA6-BBD6-410C-ABB7-1DB6E247F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024497-0310-46BB-BB37-45A561BB5EF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96A7BF-4EB3-4B70-A717-84C89CE759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B453D5-E475-457F-89EE-8574F3645E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a63467bf8e3490f"/>
    <p:sldLayoutId xmlns:r="http://schemas.openxmlformats.org/officeDocument/2006/relationships" id="2147483665" r:id="R3ca2fa6bd6bb44a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36393d029c40a1" /><Relationship Type="http://schemas.openxmlformats.org/officeDocument/2006/relationships/notesSlide" Target="/ppt/notesSlides/notesSlide1.xml" Id="Rc40762d1012343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250" b="1">
                <a:latin typeface="Microsoft YaHei"/>
                <a:ea typeface="Microsoft YaHei"/>
                <a:cs typeface="Microsoft YaHei"/>
              </a:defRPr>
            </a:pPr>
            <a:r>
              <a:rPr sz="2250" b="1" spc="-15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Shell 与 Content Frame 固定契约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规范说明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BC79CD6-8848-4084-81BA-5A7D1E7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hell slot: page number">
            <a:extLst xmlns:a="http://schemas.openxmlformats.org/drawingml/2006/main">
              <a:ext uri="{FF2B5EF4-FFF2-40B4-BE49-F238E27FC236}">
                <a16:creationId xmlns:a16="http://schemas.microsoft.com/office/drawing/2014/main" id="{1408E157-6CCA-475B-82DE-0EEE723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" y="303848"/>
            <a:ext cx="678466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D79"/>
            </a:solidFill>
            <a:prstDash val="solid"/>
          </a:ln>
        </p:spPr>
      </p:sp>
      <p:sp>
        <p:nvSpPr>
          <p:cNvPr id="16" name="Shell slot: section label">
            <a:extLst xmlns:a="http://schemas.openxmlformats.org/drawingml/2006/main">
              <a:ext uri="{FF2B5EF4-FFF2-40B4-BE49-F238E27FC236}">
                <a16:creationId xmlns:a16="http://schemas.microsoft.com/office/drawing/2014/main" id="{74D8020A-F5AB-413F-A9EF-8BB8573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37" y="303848"/>
            <a:ext cx="1694783" cy="4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D79"/>
            </a:solidFill>
            <a:prstDash val="solid"/>
          </a:ln>
        </p:spPr>
      </p:sp>
      <p:sp>
        <p:nvSpPr>
          <p:cNvPr id="17" name="Shell slot: logo">
            <a:extLst xmlns:a="http://schemas.openxmlformats.org/drawingml/2006/main">
              <a:ext uri="{FF2B5EF4-FFF2-40B4-BE49-F238E27FC236}">
                <a16:creationId xmlns:a16="http://schemas.microsoft.com/office/drawing/2014/main" id="{F243F4DA-7E98-489A-914D-7FC4D03C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600" y="198311"/>
            <a:ext cx="2675954" cy="59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47A8"/>
            </a:solidFill>
            <a:prstDash val="solid"/>
          </a:ln>
        </p:spPr>
      </p:sp>
      <p:sp>
        <p:nvSpPr>
          <p:cNvPr id="18" name="Shell slot: content frame">
            <a:extLst xmlns:a="http://schemas.openxmlformats.org/drawingml/2006/main">
              <a:ext uri="{FF2B5EF4-FFF2-40B4-BE49-F238E27FC236}">
                <a16:creationId xmlns:a16="http://schemas.microsoft.com/office/drawing/2014/main" id="{877DFF24-BFDD-43EA-8A70-10E4B3C3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78C8"/>
            </a:solidFill>
            <a:prstDash val="solid"/>
          </a:ln>
        </p:spPr>
      </p:sp>
      <p:sp>
        <p:nvSpPr>
          <p:cNvPr id="19" name="Shell slot: bottom reserve">
            <a:extLst xmlns:a="http://schemas.openxmlformats.org/drawingml/2006/main">
              <a:ext uri="{FF2B5EF4-FFF2-40B4-BE49-F238E27FC236}">
                <a16:creationId xmlns:a16="http://schemas.microsoft.com/office/drawing/2014/main" id="{7BAC2F84-DF21-44EC-9972-E856E11A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94" y="6267450"/>
            <a:ext cx="11522107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9F8E5-DF84-4BA9-B9FF-2098B064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CF4"/>
          </a:solidFill>
          <a:ln xmlns:a="http://schemas.openxmlformats.org/drawingml/2006/main" w="9525">
            <a:solidFill>
              <a:srgbClr val="8A315F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31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A315F"/>
                </a:solidFill>
                <a:latin typeface="Microsoft YaHei"/>
                <a:ea typeface="Microsoft YaHei"/>
                <a:cs typeface="Microsoft YaHei"/>
              </a:rPr>
              <a:t>页码 + 栏目 / Shell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600F6-1C52-4AE9-8535-1BC426AE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95450" y="4762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4D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1AA6D-EAC0-482E-8C3E-4D6E3BE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9525">
            <a:solidFill>
              <a:srgbClr val="633B92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33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33B92"/>
                </a:solidFill>
                <a:latin typeface="Microsoft YaHei"/>
                <a:ea typeface="Microsoft YaHei"/>
                <a:cs typeface="Microsoft YaHei"/>
              </a:rPr>
              <a:t>Logo / Skin 可替换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D6071-900B-4F3D-87C2-3A92E0AC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0200" y="4762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447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D2B4C-81CC-4DA2-81DD-BD86FF5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73D73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D73"/>
                </a:solidFill>
                <a:latin typeface="Microsoft YaHei"/>
                <a:ea typeface="Microsoft YaHei"/>
                <a:cs typeface="Microsoft YaHei"/>
              </a:rPr>
              <a:t>页面标题 / Shell</a:t>
            </a:r>
          </a:p>
        </p:txBody>
      </p:sp>
      <p:sp>
        <p:nvSpPr>
          <p:cNvPr id="25" name="Content Frame explanation">
            <a:extLst xmlns:a="http://schemas.openxmlformats.org/drawingml/2006/main">
              <a:ext uri="{FF2B5EF4-FFF2-40B4-BE49-F238E27FC236}">
                <a16:creationId xmlns:a16="http://schemas.microsoft.com/office/drawing/2014/main" id="{26786249-1C74-4390-8DEF-90EC34C4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1080135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B6D7F0"/>
            </a:solidFill>
            <a:prstDash val="solid"/>
          </a:ln>
        </p:spPr>
      </p:sp>
      <p:sp>
        <p:nvSpPr>
          <p:cNvPr id="26" name="Content Frame title">
            <a:extLst xmlns:a="http://schemas.openxmlformats.org/drawingml/2006/main">
              <a:ext uri="{FF2B5EF4-FFF2-40B4-BE49-F238E27FC236}">
                <a16:creationId xmlns:a16="http://schemas.microsoft.com/office/drawing/2014/main" id="{18D4F7A9-2DE1-4AEB-96B3-32C8420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479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5E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5E9E"/>
                </a:solidFill>
                <a:latin typeface="Microsoft YaHei"/>
                <a:ea typeface="Microsoft YaHei"/>
                <a:cs typeface="Microsoft YaHei"/>
              </a:rPr>
              <a:t>Visual Skill / Style Group 唯一可绘制区域</a:t>
            </a:r>
          </a:p>
        </p:txBody>
      </p:sp>
      <p:sp>
        <p:nvSpPr>
          <p:cNvPr id="27" name="Content Frame metrics">
            <a:extLst xmlns:a="http://schemas.openxmlformats.org/drawingml/2006/main">
              <a:ext uri="{FF2B5EF4-FFF2-40B4-BE49-F238E27FC236}">
                <a16:creationId xmlns:a16="http://schemas.microsoft.com/office/drawing/2014/main" id="{E64D3217-712D-4FA2-A7FD-896F9C5D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rPr>
              <a:t>x = 55  ·  y = 166  ·  width = 1170  ·  height = 492  ·  aspect = 2.38 : 1</a:t>
            </a:r>
          </a:p>
        </p:txBody>
      </p:sp>
      <p:sp>
        <p:nvSpPr>
          <p:cNvPr id="28" name="Content Frame rule">
            <a:extLst xmlns:a="http://schemas.openxmlformats.org/drawingml/2006/main">
              <a:ext uri="{FF2B5EF4-FFF2-40B4-BE49-F238E27FC236}">
                <a16:creationId xmlns:a16="http://schemas.microsoft.com/office/drawing/2014/main" id="{197C8251-925C-4CD2-AB0C-D5BD401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44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4495E"/>
                </a:solidFill>
                <a:latin typeface="Microsoft YaHei"/>
                <a:ea typeface="Microsoft YaHei"/>
                <a:cs typeface="Microsoft YaHei"/>
              </a:rPr>
              <a:t>组件只接收父容器宽高；HTML 使用 width: 100% / height: 100%；不得内置整页 16:9。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55F77-004C-423F-B5F5-80E47E4B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186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91C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Visual Skill</a:t>
            </a:r>
          </a:p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语义能力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33FE0-5BD5-4765-97A5-2EDBDFE7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33900"/>
            <a:ext cx="186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91C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Style Group</a:t>
            </a:r>
          </a:p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具体视觉语法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69C125-3F2D-4BF5-834E-FCA95E6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186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91C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  <a:p xmlns:a="http://schemas.openxmlformats.org/drawingml/2006/main">
            <a:pPr algn="ctr">
              <a:def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4F7D"/>
                </a:solidFill>
                <a:latin typeface="Microsoft YaHei"/>
                <a:ea typeface="Microsoft YaHei"/>
                <a:cs typeface="Microsoft YaHei"/>
              </a:rPr>
              <a:t>数量 / 密度状态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7B7D7-1B8D-451E-A7BE-AD13DB5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91000" y="480060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1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0B9B3-568C-4B18-AD1A-AE54AE16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480060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E1B1A-0BAA-4394-B6AD-83B1406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57325"/>
            <a:ext cx="1714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4568F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9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rPr>
              <a:t>1170 px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9B7DFA-7B07-4303-8934-A6144A8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76650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4568F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9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68F"/>
                </a:solidFill>
                <a:latin typeface="Microsoft YaHei"/>
                <a:ea typeface="Microsoft YaHei"/>
                <a:cs typeface="Microsoft YaHei"/>
              </a:rPr>
              <a:t>492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94E09C-255E-4DB4-B60F-C890B81B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457950"/>
            <a:ext cx="3009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8A5A13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A5A13"/>
                </a:solidFill>
                <a:latin typeface="Microsoft YaHei"/>
                <a:ea typeface="Microsoft YaHei"/>
                <a:cs typeface="Microsoft YaHei"/>
              </a:rPr>
              <a:t>底部预留 62 px：底线 / 页脚 / 页注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2026-08-13T00:26:14.1850000Z</dcterms:created>
  <dcterms:modified xsi:type="dcterms:W3CDTF">2026-08-13T00:26:14.1850000Z</dcterms:modified>
</coreProperties>
</file>