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5757ed479940d9" /><Relationship Type="http://schemas.openxmlformats.org/officeDocument/2006/relationships/extended-properties" Target="/docProps/app.xml" Id="R0e56e6adb3934860" /><Relationship Type="http://schemas.openxmlformats.org/officeDocument/2006/relationships/officeDocument" Target="/ppt/presentation.xml" Id="R113769d56fd7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7b674d5b9c4add"/>
  </p:sldMasterIdLst>
  <p:notesMasterIdLst>
    <p:notesMasterId xmlns:r="http://schemas.openxmlformats.org/officeDocument/2006/relationships" r:id="R8b45212bdd754486"/>
  </p:notesMasterIdLst>
  <p:sldIdLst>
    <p:sldId xmlns:r="http://schemas.openxmlformats.org/officeDocument/2006/relationships" id="256" r:id="R27c2a7f853ec426d"/>
    <p:sldId xmlns:r="http://schemas.openxmlformats.org/officeDocument/2006/relationships" id="257" r:id="Rceb33efad722458d"/>
    <p:sldId xmlns:r="http://schemas.openxmlformats.org/officeDocument/2006/relationships" id="258" r:id="Rd569e7c4860842e4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f8554044234f8d" /><Relationship Type="http://schemas.openxmlformats.org/officeDocument/2006/relationships/slideMaster" Target="/ppt/slideMasters/slideMaster1.xml" Id="R827b674d5b9c4add" /><Relationship Type="http://schemas.openxmlformats.org/officeDocument/2006/relationships/notesMaster" Target="/ppt/notesMasters/notesMaster1.xml" Id="R8b45212bdd754486" /><Relationship Type="http://schemas.openxmlformats.org/officeDocument/2006/relationships/presProps" Target="/ppt/presProps.xml" Id="R44d51d23b3164ccb" /><Relationship Type="http://schemas.openxmlformats.org/officeDocument/2006/relationships/tableStyles" Target="/ppt/tableStyles.xml" Id="R1f76a1786ea649f4" /><Relationship Type="http://schemas.openxmlformats.org/officeDocument/2006/relationships/slide" Target="/ppt/slides/slide1.xml" Id="R27c2a7f853ec426d" /><Relationship Type="http://schemas.openxmlformats.org/officeDocument/2006/relationships/slide" Target="/ppt/slides/slide2.xml" Id="Rceb33efad722458d" /><Relationship Type="http://schemas.openxmlformats.org/officeDocument/2006/relationships/slide" Target="/ppt/slides/slide3.xml" Id="Rd569e7c4860842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873fd7e5bb49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f7f54678fc41fd" /><Relationship Type="http://schemas.openxmlformats.org/officeDocument/2006/relationships/notesMaster" Target="/ppt/notesMasters/notesMaster1.xml" Id="R3d0748ab24f9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aa41897f2d4949" /><Relationship Type="http://schemas.openxmlformats.org/officeDocument/2006/relationships/notesMaster" Target="/ppt/notesMasters/notesMaster1.xml" Id="R2eec5eb18ebc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421c1713c41f1" /><Relationship Type="http://schemas.openxmlformats.org/officeDocument/2006/relationships/notesMaster" Target="/ppt/notesMasters/notesMaster1.xml" Id="R5f6a29c9f71c47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f5e96dd48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e6e28ab63e4312" /><Relationship Type="http://schemas.openxmlformats.org/officeDocument/2006/relationships/slideLayout" Target="/ppt/slideLayouts/slideLayout1.xml" Id="R0d0de73e174a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de73e174a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a5b32cea34a9e" /><Relationship Type="http://schemas.openxmlformats.org/officeDocument/2006/relationships/notesSlide" Target="/ppt/notesSlides/notesSlide1.xml" Id="R05cba8a7d54e4f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1b6b93513493e" /><Relationship Type="http://schemas.openxmlformats.org/officeDocument/2006/relationships/notesSlide" Target="/ppt/notesSlides/notesSlide2.xml" Id="R4fac48effdc6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9ed30e8d4b1c" /><Relationship Type="http://schemas.openxmlformats.org/officeDocument/2006/relationships/notesSlide" Target="/ppt/notesSlides/notesSlide3.xml" Id="Rb8116caf3ea84e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4F12E-3149-42BA-8ED0-DA98475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预约提示不清、咨询口径已统一、夜间仍无固定承接人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DCF3D040-EF21-4282-9315-95DBCDE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E1AB2-30CE-4F21-8715-804CE58F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读者服务三项发现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6BAB695B-ECF5-47F6-A987-F0200AFD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1:section-1">
            <a:extLst xmlns:a="http://schemas.openxmlformats.org/drawingml/2006/main">
              <a:ext uri="{FF2B5EF4-FFF2-40B4-BE49-F238E27FC236}">
                <a16:creationId xmlns:a16="http://schemas.microsoft.com/office/drawing/2014/main" id="{2403D301-032B-4ADC-AFDA-368750B7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005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1:section-2">
            <a:extLst xmlns:a="http://schemas.openxmlformats.org/drawingml/2006/main">
              <a:ext uri="{FF2B5EF4-FFF2-40B4-BE49-F238E27FC236}">
                <a16:creationId xmlns:a16="http://schemas.microsoft.com/office/drawing/2014/main" id="{CC5C8CE5-681E-47B7-A138-827EF79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800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68D0A-4E59-43D4-9B6A-98DE56FB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1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预约取书提示不清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F72F7-4F6F-4A81-9D8F-E84C0789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011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读者常把到馆通知理解为已完成借阅。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586AD-582B-48C9-AFA4-01A97A09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咨询台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648AE-DC43-4D44-8296-C307EE47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806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已统一回答口径。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39563-9EEA-4C24-8CF4-A6211C69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50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夜间咨询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F3FD8-3E7B-41F2-8760-979ED843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6017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尚无固定承接人；遇到跨部门问题只能留单，第二天再转交。</a:t>
            </a:r>
          </a:p>
        </p:txBody>
      </p:sp>
    </p:spTree>
    <p:extLst>
      <p:ext uri="{BB962C8B-B14F-4D97-AF65-F5344CB8AC3E}">
        <p14:creationId xmlns:p14="http://schemas.microsoft.com/office/powerpoint/2010/main" val="8848485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ABE1A-ECF6-48D6-96E1-8769AB1C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已完成破损书目登记，修复仍需按损坏程度排队</a:t>
            </a:r>
          </a:p>
        </p:txBody>
      </p:sp>
      <p:sp>
        <p:nvSpPr>
          <p:cNvPr id="2" name="region:g2">
            <a:extLst xmlns:a="http://schemas.openxmlformats.org/drawingml/2006/main">
              <a:ext uri="{FF2B5EF4-FFF2-40B4-BE49-F238E27FC236}">
                <a16:creationId xmlns:a16="http://schemas.microsoft.com/office/drawing/2014/main" id="{301E30A2-4628-4E09-90E7-3178BE8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EC7F-A0E7-4F6C-9AB5-18191E22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馆藏维护两项进展</a:t>
            </a:r>
          </a:p>
        </p:txBody>
      </p:sp>
      <p:sp>
        <p:nvSpPr>
          <p:cNvPr id="4" name="block:g2:section-0">
            <a:extLst xmlns:a="http://schemas.openxmlformats.org/drawingml/2006/main">
              <a:ext uri="{FF2B5EF4-FFF2-40B4-BE49-F238E27FC236}">
                <a16:creationId xmlns:a16="http://schemas.microsoft.com/office/drawing/2014/main" id="{8C40FBB5-DDE6-434C-B599-6DA8C59B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2:section-1">
            <a:extLst xmlns:a="http://schemas.openxmlformats.org/drawingml/2006/main">
              <a:ext uri="{FF2B5EF4-FFF2-40B4-BE49-F238E27FC236}">
                <a16:creationId xmlns:a16="http://schemas.microsoft.com/office/drawing/2014/main" id="{9690FB0A-E5A8-48C7-BA79-A5D21B0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08394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43C84-D6E1-4418-BDC3-7F77F0D9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361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59B5B-A196-439E-B21A-9CD732E2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60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破损书目登记。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87E07-4B59-4623-9E07-622A42D2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053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仍需排队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23DFB-6979-42C7-8A57-CC4E75B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153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修复工作按损坏程度排队；登记完成不等于修复完成。</a:t>
            </a:r>
          </a:p>
        </p:txBody>
      </p:sp>
    </p:spTree>
    <p:extLst>
      <p:ext uri="{BB962C8B-B14F-4D97-AF65-F5344CB8AC3E}">
        <p14:creationId xmlns:p14="http://schemas.microsoft.com/office/powerpoint/2010/main" val="10202045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BD171-299B-411B-BC75-5689589D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每周集中核对未结工单，由原接单人员跟踪至接收部门确认</a:t>
            </a:r>
          </a:p>
        </p:txBody>
      </p:sp>
      <p:sp>
        <p:nvSpPr>
          <p:cNvPr id="2" name="region:g3">
            <a:extLst xmlns:a="http://schemas.openxmlformats.org/drawingml/2006/main">
              <a:ext uri="{FF2B5EF4-FFF2-40B4-BE49-F238E27FC236}">
                <a16:creationId xmlns:a16="http://schemas.microsoft.com/office/drawing/2014/main" id="{710A6201-5177-48EB-B8F4-8CA11D3A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78AD0-B45A-437C-A1D7-EF80A5F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内部协作安排</a:t>
            </a:r>
          </a:p>
        </p:txBody>
      </p:sp>
      <p:sp>
        <p:nvSpPr>
          <p:cNvPr id="4" name="block:g3:section-0">
            <a:extLst xmlns:a="http://schemas.openxmlformats.org/drawingml/2006/main">
              <a:ext uri="{FF2B5EF4-FFF2-40B4-BE49-F238E27FC236}">
                <a16:creationId xmlns:a16="http://schemas.microsoft.com/office/drawing/2014/main" id="{871A791C-B685-4956-9458-2A7B5EA0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DAEA-E908-4A79-A204-13F4613B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每周集中核对未结工单，由原接单人员持续跟踪，直到接收部门确认处理结果。</a:t>
            </a:r>
          </a:p>
        </p:txBody>
      </p:sp>
    </p:spTree>
    <p:extLst>
      <p:ext uri="{BB962C8B-B14F-4D97-AF65-F5344CB8AC3E}">
        <p14:creationId xmlns:p14="http://schemas.microsoft.com/office/powerpoint/2010/main" val="1604268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2026-09-16T12:27:14.7640000Z</dcterms:created>
  <dcterms:modified xsi:type="dcterms:W3CDTF">2026-09-16T12:27:14.7640000Z</dcterms:modified>
</coreProperties>
</file>