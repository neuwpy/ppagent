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177b1d539e487e" /><Relationship Type="http://schemas.openxmlformats.org/officeDocument/2006/relationships/extended-properties" Target="/docProps/app.xml" Id="Ra8e811cc11574d16" /><Relationship Type="http://schemas.openxmlformats.org/officeDocument/2006/relationships/officeDocument" Target="/ppt/presentation.xml" Id="R4028ff46bd4b45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db74d6b1814103"/>
  </p:sldMasterIdLst>
  <p:notesMasterIdLst>
    <p:notesMasterId xmlns:r="http://schemas.openxmlformats.org/officeDocument/2006/relationships" r:id="R511c0e67e5274c6f"/>
  </p:notesMasterIdLst>
  <p:sldIdLst>
    <p:sldId xmlns:r="http://schemas.openxmlformats.org/officeDocument/2006/relationships" id="256" r:id="R0ea23df239244a0d"/>
    <p:sldId xmlns:r="http://schemas.openxmlformats.org/officeDocument/2006/relationships" id="257" r:id="Rbe0d4acaed4842ae"/>
    <p:sldId xmlns:r="http://schemas.openxmlformats.org/officeDocument/2006/relationships" id="258" r:id="Rd43afc48757e45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061104d39242e1" /><Relationship Type="http://schemas.openxmlformats.org/officeDocument/2006/relationships/slideMaster" Target="/ppt/slideMasters/slideMaster1.xml" Id="R06db74d6b1814103" /><Relationship Type="http://schemas.openxmlformats.org/officeDocument/2006/relationships/notesMaster" Target="/ppt/notesMasters/notesMaster1.xml" Id="R511c0e67e5274c6f" /><Relationship Type="http://schemas.openxmlformats.org/officeDocument/2006/relationships/presProps" Target="/ppt/presProps.xml" Id="Rc41303486cb544a0" /><Relationship Type="http://schemas.openxmlformats.org/officeDocument/2006/relationships/tableStyles" Target="/ppt/tableStyles.xml" Id="Rddcbced60a444946" /><Relationship Type="http://schemas.openxmlformats.org/officeDocument/2006/relationships/slide" Target="/ppt/slides/slide1.xml" Id="R0ea23df239244a0d" /><Relationship Type="http://schemas.openxmlformats.org/officeDocument/2006/relationships/slide" Target="/ppt/slides/slide2.xml" Id="Rbe0d4acaed4842ae" /><Relationship Type="http://schemas.openxmlformats.org/officeDocument/2006/relationships/slide" Target="/ppt/slides/slide3.xml" Id="Rd43afc48757e45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60a7fc701549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b3cec478944d49" /><Relationship Type="http://schemas.openxmlformats.org/officeDocument/2006/relationships/notesMaster" Target="/ppt/notesMasters/notesMaster1.xml" Id="R1938d6ca2a754a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e166003ad24466" /><Relationship Type="http://schemas.openxmlformats.org/officeDocument/2006/relationships/notesMaster" Target="/ppt/notesMasters/notesMaster1.xml" Id="Rc7ce9afc9b684f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30f9c4e4fa46bc" /><Relationship Type="http://schemas.openxmlformats.org/officeDocument/2006/relationships/notesMaster" Target="/ppt/notesMasters/notesMaster1.xml" Id="Re5867b7c7e5144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c62b5bc8aa4f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61ca9918c94385" /><Relationship Type="http://schemas.openxmlformats.org/officeDocument/2006/relationships/slideLayout" Target="/ppt/slideLayouts/slideLayout1.xml" Id="Rb750277f81f942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50277f81f942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1571581fe4a4c" /><Relationship Type="http://schemas.openxmlformats.org/officeDocument/2006/relationships/image" Target="/ppt/media/image.png" Id="R9d2e4b8e27934341" /><Relationship Type="http://schemas.openxmlformats.org/officeDocument/2006/relationships/image" Target="/ppt/media/image.svg" Id="Rf114669ac3fc41e2" /><Relationship Type="http://schemas.openxmlformats.org/officeDocument/2006/relationships/image" Target="/ppt/media/image2.png" Id="R2fb02bed9db34365" /><Relationship Type="http://schemas.openxmlformats.org/officeDocument/2006/relationships/image" Target="/ppt/media/image2.svg" Id="R38fa40a0d13d441b" /><Relationship Type="http://schemas.openxmlformats.org/officeDocument/2006/relationships/image" Target="/ppt/media/image3.png" Id="R0158c812412a49ec" /><Relationship Type="http://schemas.openxmlformats.org/officeDocument/2006/relationships/image" Target="/ppt/media/image3.svg" Id="Rf2168f1a06ea4131" /><Relationship Type="http://schemas.openxmlformats.org/officeDocument/2006/relationships/image" Target="/ppt/media/image4.png" Id="Rdf2b26163b9b40b9" /><Relationship Type="http://schemas.openxmlformats.org/officeDocument/2006/relationships/image" Target="/ppt/media/image4.svg" Id="Rcd827bd5fb2e4fb0" /><Relationship Type="http://schemas.openxmlformats.org/officeDocument/2006/relationships/notesSlide" Target="/ppt/notesSlides/notesSlide1.xml" Id="R7dfd3a60c1de4a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7b4f17e8c47aa" /><Relationship Type="http://schemas.openxmlformats.org/officeDocument/2006/relationships/image" Target="/ppt/media/image5.png" Id="Rd240cc4cb0064fe2" /><Relationship Type="http://schemas.openxmlformats.org/officeDocument/2006/relationships/image" Target="/ppt/media/image5.svg" Id="R5ff83856ef7649f2" /><Relationship Type="http://schemas.openxmlformats.org/officeDocument/2006/relationships/image" Target="/ppt/media/image6.png" Id="Rbfd4234795e2482f" /><Relationship Type="http://schemas.openxmlformats.org/officeDocument/2006/relationships/image" Target="/ppt/media/image6.svg" Id="R1774f1f637a1416b" /><Relationship Type="http://schemas.openxmlformats.org/officeDocument/2006/relationships/image" Target="/ppt/media/image7.png" Id="Rdad0e3ef07374001" /><Relationship Type="http://schemas.openxmlformats.org/officeDocument/2006/relationships/image" Target="/ppt/media/image7.svg" Id="Rc18183dfa3794982" /><Relationship Type="http://schemas.openxmlformats.org/officeDocument/2006/relationships/notesSlide" Target="/ppt/notesSlides/notesSlide2.xml" Id="R7adccb0046254b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fae79885f44ca" /><Relationship Type="http://schemas.openxmlformats.org/officeDocument/2006/relationships/notesSlide" Target="/ppt/notesSlides/notesSlide3.xml" Id="R5f977fa9936642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kicker-1">
            <a:extLst xmlns:a="http://schemas.openxmlformats.org/drawingml/2006/main">
              <a:ext uri="{FF2B5EF4-FFF2-40B4-BE49-F238E27FC236}">
                <a16:creationId xmlns:a16="http://schemas.microsoft.com/office/drawing/2014/main" id="{48CD5A6E-AAC9-4FD9-91EC-9FCD309F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9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记录规范 / 并列要求</a:t>
            </a:r>
          </a:p>
        </p:txBody>
      </p:sp>
      <p:sp>
        <p:nvSpPr>
          <p:cNvPr id="2" name="page-title-1">
            <a:extLst xmlns:a="http://schemas.openxmlformats.org/drawingml/2006/main">
              <a:ext uri="{FF2B5EF4-FFF2-40B4-BE49-F238E27FC236}">
                <a16:creationId xmlns:a16="http://schemas.microsoft.com/office/drawing/2014/main" id="{BD345205-C33B-4993-A1CF-7959E996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14375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4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rPr>
              <a:t>首轮记录要覆盖四项基本信息，先让异常能够追溯</a:t>
            </a:r>
          </a:p>
        </p:txBody>
      </p:sp>
      <p:sp>
        <p:nvSpPr>
          <p:cNvPr id="3" name="title-rule-1">
            <a:extLst xmlns:a="http://schemas.openxmlformats.org/drawingml/2006/main">
              <a:ext uri="{FF2B5EF4-FFF2-40B4-BE49-F238E27FC236}">
                <a16:creationId xmlns:a16="http://schemas.microsoft.com/office/drawing/2014/main" id="{9BF9D488-EEF8-4302-B7D9-A52D7D3A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-1">
            <a:extLst xmlns:a="http://schemas.openxmlformats.org/drawingml/2006/main">
              <a:ext uri="{FF2B5EF4-FFF2-40B4-BE49-F238E27FC236}">
                <a16:creationId xmlns:a16="http://schemas.microsoft.com/office/drawing/2014/main" id="{445A6C99-C22C-4A58-BBA3-870ED62E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57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B4044891-F5B1-4FE1-A80D-F984A82A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0095" y="3145927"/>
            <a:ext cx="1917049" cy="321202"/>
          </a:xfrm>
          <a:custGeom xmlns:a="http://schemas.openxmlformats.org/drawingml/2006/main">
            <a:pathLst>
              <a:path w="1917049" h="321202">
                <a:moveTo>
                  <a:pt x="1916449" y="0"/>
                </a:moveTo>
                <a:lnTo>
                  <a:pt x="1917049" y="11830"/>
                </a:lnTo>
                <a:lnTo>
                  <a:pt x="1916782" y="23660"/>
                </a:lnTo>
                <a:lnTo>
                  <a:pt x="1915858" y="35481"/>
                </a:lnTo>
                <a:lnTo>
                  <a:pt x="1914306" y="47282"/>
                </a:lnTo>
                <a:lnTo>
                  <a:pt x="1912172" y="59036"/>
                </a:lnTo>
                <a:lnTo>
                  <a:pt x="1909439" y="70742"/>
                </a:lnTo>
                <a:lnTo>
                  <a:pt x="1906124" y="82391"/>
                </a:lnTo>
                <a:lnTo>
                  <a:pt x="1902200" y="93974"/>
                </a:lnTo>
                <a:lnTo>
                  <a:pt x="1897675" y="105451"/>
                </a:lnTo>
                <a:lnTo>
                  <a:pt x="1892522" y="116834"/>
                </a:lnTo>
                <a:lnTo>
                  <a:pt x="1886741" y="128092"/>
                </a:lnTo>
                <a:lnTo>
                  <a:pt x="1880302" y="139217"/>
                </a:lnTo>
                <a:lnTo>
                  <a:pt x="1873215" y="150171"/>
                </a:lnTo>
                <a:lnTo>
                  <a:pt x="1865443" y="160944"/>
                </a:lnTo>
                <a:lnTo>
                  <a:pt x="1856994" y="171517"/>
                </a:lnTo>
                <a:lnTo>
                  <a:pt x="1847850" y="181851"/>
                </a:lnTo>
                <a:lnTo>
                  <a:pt x="1838011" y="191938"/>
                </a:lnTo>
                <a:lnTo>
                  <a:pt x="1827476" y="201730"/>
                </a:lnTo>
                <a:lnTo>
                  <a:pt x="1816256" y="211217"/>
                </a:lnTo>
                <a:lnTo>
                  <a:pt x="1804349" y="220370"/>
                </a:lnTo>
                <a:lnTo>
                  <a:pt x="1791786" y="229172"/>
                </a:lnTo>
                <a:lnTo>
                  <a:pt x="1778584" y="237582"/>
                </a:lnTo>
                <a:lnTo>
                  <a:pt x="1764763" y="245593"/>
                </a:lnTo>
                <a:lnTo>
                  <a:pt x="1750362" y="253184"/>
                </a:lnTo>
                <a:lnTo>
                  <a:pt x="1735417" y="260347"/>
                </a:lnTo>
                <a:lnTo>
                  <a:pt x="1719958" y="267071"/>
                </a:lnTo>
                <a:lnTo>
                  <a:pt x="1704042" y="273348"/>
                </a:lnTo>
                <a:lnTo>
                  <a:pt x="1687697" y="279168"/>
                </a:lnTo>
                <a:lnTo>
                  <a:pt x="1670971" y="284550"/>
                </a:lnTo>
                <a:lnTo>
                  <a:pt x="1653902" y="289484"/>
                </a:lnTo>
                <a:lnTo>
                  <a:pt x="1636538" y="293989"/>
                </a:lnTo>
                <a:lnTo>
                  <a:pt x="1618917" y="298066"/>
                </a:lnTo>
                <a:lnTo>
                  <a:pt x="1601057" y="301733"/>
                </a:lnTo>
                <a:lnTo>
                  <a:pt x="1583007" y="304991"/>
                </a:lnTo>
                <a:lnTo>
                  <a:pt x="1564796" y="307877"/>
                </a:lnTo>
                <a:lnTo>
                  <a:pt x="1546441" y="310382"/>
                </a:lnTo>
                <a:lnTo>
                  <a:pt x="1527981" y="312534"/>
                </a:lnTo>
                <a:lnTo>
                  <a:pt x="1509427" y="314354"/>
                </a:lnTo>
                <a:lnTo>
                  <a:pt x="1490796" y="315849"/>
                </a:lnTo>
                <a:lnTo>
                  <a:pt x="1472117" y="317030"/>
                </a:lnTo>
                <a:lnTo>
                  <a:pt x="1453391" y="317916"/>
                </a:lnTo>
                <a:lnTo>
                  <a:pt x="1434627" y="318335"/>
                </a:lnTo>
                <a:lnTo>
                  <a:pt x="1415853" y="318611"/>
                </a:lnTo>
                <a:lnTo>
                  <a:pt x="1397079" y="318830"/>
                </a:lnTo>
                <a:lnTo>
                  <a:pt x="1378306" y="319021"/>
                </a:lnTo>
                <a:lnTo>
                  <a:pt x="1359522" y="319183"/>
                </a:lnTo>
                <a:lnTo>
                  <a:pt x="1340749" y="319335"/>
                </a:lnTo>
                <a:lnTo>
                  <a:pt x="1321975" y="319469"/>
                </a:lnTo>
                <a:lnTo>
                  <a:pt x="1303191" y="319592"/>
                </a:lnTo>
                <a:lnTo>
                  <a:pt x="1284418" y="319707"/>
                </a:lnTo>
                <a:lnTo>
                  <a:pt x="1265644" y="319821"/>
                </a:lnTo>
                <a:lnTo>
                  <a:pt x="1246861" y="319916"/>
                </a:lnTo>
                <a:lnTo>
                  <a:pt x="1228087" y="320011"/>
                </a:lnTo>
                <a:lnTo>
                  <a:pt x="1209304" y="320097"/>
                </a:lnTo>
                <a:lnTo>
                  <a:pt x="1190530" y="320183"/>
                </a:lnTo>
                <a:lnTo>
                  <a:pt x="1171756" y="320269"/>
                </a:lnTo>
                <a:lnTo>
                  <a:pt x="1152973" y="320335"/>
                </a:lnTo>
                <a:lnTo>
                  <a:pt x="1134199" y="320411"/>
                </a:lnTo>
                <a:lnTo>
                  <a:pt x="1115416" y="320478"/>
                </a:lnTo>
                <a:lnTo>
                  <a:pt x="1096642" y="320535"/>
                </a:lnTo>
                <a:lnTo>
                  <a:pt x="1077859" y="320602"/>
                </a:lnTo>
                <a:lnTo>
                  <a:pt x="1059085" y="320659"/>
                </a:lnTo>
                <a:lnTo>
                  <a:pt x="1040311" y="320707"/>
                </a:lnTo>
                <a:lnTo>
                  <a:pt x="1021528" y="320754"/>
                </a:lnTo>
                <a:lnTo>
                  <a:pt x="1002754" y="320812"/>
                </a:lnTo>
                <a:lnTo>
                  <a:pt x="983971" y="320850"/>
                </a:lnTo>
                <a:lnTo>
                  <a:pt x="965197" y="320897"/>
                </a:lnTo>
                <a:lnTo>
                  <a:pt x="946414" y="320935"/>
                </a:lnTo>
                <a:lnTo>
                  <a:pt x="927640" y="320973"/>
                </a:lnTo>
                <a:lnTo>
                  <a:pt x="908856" y="321002"/>
                </a:lnTo>
                <a:lnTo>
                  <a:pt x="890083" y="321031"/>
                </a:lnTo>
                <a:lnTo>
                  <a:pt x="871299" y="321059"/>
                </a:lnTo>
                <a:lnTo>
                  <a:pt x="852526" y="321088"/>
                </a:lnTo>
                <a:lnTo>
                  <a:pt x="833752" y="321107"/>
                </a:lnTo>
                <a:lnTo>
                  <a:pt x="814969" y="321126"/>
                </a:lnTo>
                <a:lnTo>
                  <a:pt x="796195" y="321145"/>
                </a:lnTo>
                <a:lnTo>
                  <a:pt x="777411" y="321164"/>
                </a:lnTo>
                <a:lnTo>
                  <a:pt x="758638" y="321173"/>
                </a:lnTo>
                <a:lnTo>
                  <a:pt x="739854" y="321183"/>
                </a:lnTo>
                <a:lnTo>
                  <a:pt x="721081" y="321193"/>
                </a:lnTo>
                <a:lnTo>
                  <a:pt x="702297" y="321193"/>
                </a:lnTo>
                <a:lnTo>
                  <a:pt x="683524" y="321202"/>
                </a:lnTo>
                <a:lnTo>
                  <a:pt x="664740" y="321193"/>
                </a:lnTo>
                <a:lnTo>
                  <a:pt x="645966" y="321193"/>
                </a:lnTo>
                <a:lnTo>
                  <a:pt x="627193" y="321183"/>
                </a:lnTo>
                <a:lnTo>
                  <a:pt x="608409" y="321173"/>
                </a:lnTo>
                <a:lnTo>
                  <a:pt x="589636" y="321164"/>
                </a:lnTo>
                <a:lnTo>
                  <a:pt x="570852" y="321145"/>
                </a:lnTo>
                <a:lnTo>
                  <a:pt x="552079" y="321126"/>
                </a:lnTo>
                <a:lnTo>
                  <a:pt x="533295" y="321097"/>
                </a:lnTo>
                <a:lnTo>
                  <a:pt x="514521" y="321078"/>
                </a:lnTo>
                <a:lnTo>
                  <a:pt x="495738" y="321050"/>
                </a:lnTo>
                <a:lnTo>
                  <a:pt x="476964" y="321012"/>
                </a:lnTo>
                <a:lnTo>
                  <a:pt x="458181" y="320973"/>
                </a:lnTo>
                <a:lnTo>
                  <a:pt x="439407" y="320935"/>
                </a:lnTo>
                <a:lnTo>
                  <a:pt x="420634" y="320888"/>
                </a:lnTo>
                <a:lnTo>
                  <a:pt x="401850" y="320831"/>
                </a:lnTo>
                <a:lnTo>
                  <a:pt x="383076" y="320773"/>
                </a:lnTo>
                <a:lnTo>
                  <a:pt x="364293" y="320726"/>
                </a:lnTo>
                <a:lnTo>
                  <a:pt x="345519" y="320650"/>
                </a:lnTo>
                <a:lnTo>
                  <a:pt x="326736" y="320583"/>
                </a:lnTo>
                <a:lnTo>
                  <a:pt x="307962" y="320507"/>
                </a:lnTo>
                <a:lnTo>
                  <a:pt x="289179" y="320421"/>
                </a:lnTo>
                <a:lnTo>
                  <a:pt x="270405" y="320326"/>
                </a:lnTo>
                <a:lnTo>
                  <a:pt x="251631" y="320221"/>
                </a:lnTo>
                <a:lnTo>
                  <a:pt x="232848" y="320116"/>
                </a:lnTo>
                <a:lnTo>
                  <a:pt x="214074" y="319992"/>
                </a:lnTo>
                <a:lnTo>
                  <a:pt x="195301" y="319859"/>
                </a:lnTo>
                <a:lnTo>
                  <a:pt x="176517" y="319716"/>
                </a:lnTo>
                <a:lnTo>
                  <a:pt x="157744" y="319564"/>
                </a:lnTo>
                <a:lnTo>
                  <a:pt x="138970" y="319383"/>
                </a:lnTo>
                <a:lnTo>
                  <a:pt x="120196" y="319183"/>
                </a:lnTo>
                <a:lnTo>
                  <a:pt x="101422" y="318964"/>
                </a:lnTo>
                <a:lnTo>
                  <a:pt x="82648" y="318707"/>
                </a:lnTo>
                <a:lnTo>
                  <a:pt x="63875" y="318402"/>
                </a:lnTo>
                <a:lnTo>
                  <a:pt x="45101" y="318030"/>
                </a:lnTo>
                <a:lnTo>
                  <a:pt x="26337" y="317554"/>
                </a:lnTo>
                <a:lnTo>
                  <a:pt x="7601" y="316782"/>
                </a:lnTo>
                <a:lnTo>
                  <a:pt x="3486" y="307162"/>
                </a:lnTo>
                <a:lnTo>
                  <a:pt x="3229" y="295323"/>
                </a:lnTo>
                <a:lnTo>
                  <a:pt x="2981" y="283493"/>
                </a:lnTo>
                <a:lnTo>
                  <a:pt x="2734" y="271653"/>
                </a:lnTo>
                <a:lnTo>
                  <a:pt x="2486" y="259823"/>
                </a:lnTo>
                <a:lnTo>
                  <a:pt x="2238" y="247983"/>
                </a:lnTo>
                <a:lnTo>
                  <a:pt x="1991" y="236153"/>
                </a:lnTo>
                <a:lnTo>
                  <a:pt x="1743" y="224314"/>
                </a:lnTo>
                <a:lnTo>
                  <a:pt x="1495" y="212484"/>
                </a:lnTo>
                <a:lnTo>
                  <a:pt x="1248" y="200644"/>
                </a:lnTo>
                <a:lnTo>
                  <a:pt x="991" y="188814"/>
                </a:lnTo>
                <a:lnTo>
                  <a:pt x="743" y="176974"/>
                </a:lnTo>
                <a:lnTo>
                  <a:pt x="495" y="165144"/>
                </a:lnTo>
                <a:lnTo>
                  <a:pt x="248" y="153305"/>
                </a:lnTo>
                <a:lnTo>
                  <a:pt x="0" y="141475"/>
                </a:lnTo>
                <a:lnTo>
                  <a:pt x="6887" y="133731"/>
                </a:lnTo>
                <a:lnTo>
                  <a:pt x="25622" y="132874"/>
                </a:lnTo>
                <a:lnTo>
                  <a:pt x="44358" y="132150"/>
                </a:lnTo>
                <a:lnTo>
                  <a:pt x="63113" y="131540"/>
                </a:lnTo>
                <a:lnTo>
                  <a:pt x="81877" y="131054"/>
                </a:lnTo>
                <a:lnTo>
                  <a:pt x="100641" y="130654"/>
                </a:lnTo>
                <a:lnTo>
                  <a:pt x="119415" y="130350"/>
                </a:lnTo>
                <a:lnTo>
                  <a:pt x="138189" y="130121"/>
                </a:lnTo>
                <a:lnTo>
                  <a:pt x="156962" y="129969"/>
                </a:lnTo>
                <a:lnTo>
                  <a:pt x="175746" y="129883"/>
                </a:lnTo>
                <a:lnTo>
                  <a:pt x="194520" y="129864"/>
                </a:lnTo>
                <a:lnTo>
                  <a:pt x="213303" y="129892"/>
                </a:lnTo>
                <a:lnTo>
                  <a:pt x="232077" y="129978"/>
                </a:lnTo>
                <a:lnTo>
                  <a:pt x="250860" y="130112"/>
                </a:lnTo>
                <a:lnTo>
                  <a:pt x="269634" y="130283"/>
                </a:lnTo>
                <a:lnTo>
                  <a:pt x="288407" y="130512"/>
                </a:lnTo>
                <a:lnTo>
                  <a:pt x="307181" y="130759"/>
                </a:lnTo>
                <a:lnTo>
                  <a:pt x="325955" y="131054"/>
                </a:lnTo>
                <a:lnTo>
                  <a:pt x="344719" y="131378"/>
                </a:lnTo>
                <a:lnTo>
                  <a:pt x="363493" y="131740"/>
                </a:lnTo>
                <a:lnTo>
                  <a:pt x="382257" y="132121"/>
                </a:lnTo>
                <a:lnTo>
                  <a:pt x="401031" y="132531"/>
                </a:lnTo>
                <a:lnTo>
                  <a:pt x="419795" y="132959"/>
                </a:lnTo>
                <a:lnTo>
                  <a:pt x="438560" y="133417"/>
                </a:lnTo>
                <a:lnTo>
                  <a:pt x="457324" y="133893"/>
                </a:lnTo>
                <a:lnTo>
                  <a:pt x="476079" y="134388"/>
                </a:lnTo>
                <a:lnTo>
                  <a:pt x="494843" y="134893"/>
                </a:lnTo>
                <a:lnTo>
                  <a:pt x="513607" y="135426"/>
                </a:lnTo>
                <a:lnTo>
                  <a:pt x="532362" y="135960"/>
                </a:lnTo>
                <a:lnTo>
                  <a:pt x="551117" y="136512"/>
                </a:lnTo>
                <a:lnTo>
                  <a:pt x="569881" y="137084"/>
                </a:lnTo>
                <a:lnTo>
                  <a:pt x="588635" y="137665"/>
                </a:lnTo>
                <a:lnTo>
                  <a:pt x="607390" y="138246"/>
                </a:lnTo>
                <a:lnTo>
                  <a:pt x="626145" y="138836"/>
                </a:lnTo>
                <a:lnTo>
                  <a:pt x="644900" y="139436"/>
                </a:lnTo>
                <a:lnTo>
                  <a:pt x="663654" y="140037"/>
                </a:lnTo>
                <a:lnTo>
                  <a:pt x="682400" y="140646"/>
                </a:lnTo>
                <a:lnTo>
                  <a:pt x="701154" y="141265"/>
                </a:lnTo>
                <a:lnTo>
                  <a:pt x="719909" y="141875"/>
                </a:lnTo>
                <a:lnTo>
                  <a:pt x="738664" y="142484"/>
                </a:lnTo>
                <a:lnTo>
                  <a:pt x="757418" y="143104"/>
                </a:lnTo>
                <a:lnTo>
                  <a:pt x="776164" y="143713"/>
                </a:lnTo>
                <a:lnTo>
                  <a:pt x="794918" y="144323"/>
                </a:lnTo>
                <a:lnTo>
                  <a:pt x="813673" y="144932"/>
                </a:lnTo>
                <a:lnTo>
                  <a:pt x="832428" y="145532"/>
                </a:lnTo>
                <a:lnTo>
                  <a:pt x="851183" y="146133"/>
                </a:lnTo>
                <a:lnTo>
                  <a:pt x="869937" y="146723"/>
                </a:lnTo>
                <a:lnTo>
                  <a:pt x="888692" y="147304"/>
                </a:lnTo>
                <a:lnTo>
                  <a:pt x="907447" y="147876"/>
                </a:lnTo>
                <a:lnTo>
                  <a:pt x="926201" y="148438"/>
                </a:lnTo>
                <a:lnTo>
                  <a:pt x="944966" y="148981"/>
                </a:lnTo>
                <a:lnTo>
                  <a:pt x="963720" y="149523"/>
                </a:lnTo>
                <a:lnTo>
                  <a:pt x="982485" y="150038"/>
                </a:lnTo>
                <a:lnTo>
                  <a:pt x="1001249" y="150543"/>
                </a:lnTo>
                <a:lnTo>
                  <a:pt x="1020004" y="151028"/>
                </a:lnTo>
                <a:lnTo>
                  <a:pt x="1038768" y="151495"/>
                </a:lnTo>
                <a:lnTo>
                  <a:pt x="1057532" y="151943"/>
                </a:lnTo>
                <a:lnTo>
                  <a:pt x="1076306" y="152362"/>
                </a:lnTo>
                <a:lnTo>
                  <a:pt x="1095070" y="152752"/>
                </a:lnTo>
                <a:lnTo>
                  <a:pt x="1113834" y="153124"/>
                </a:lnTo>
                <a:lnTo>
                  <a:pt x="1132608" y="153457"/>
                </a:lnTo>
                <a:lnTo>
                  <a:pt x="1151382" y="153762"/>
                </a:lnTo>
                <a:lnTo>
                  <a:pt x="1170156" y="154038"/>
                </a:lnTo>
                <a:lnTo>
                  <a:pt x="1188930" y="154267"/>
                </a:lnTo>
                <a:lnTo>
                  <a:pt x="1207703" y="154457"/>
                </a:lnTo>
                <a:lnTo>
                  <a:pt x="1226477" y="154600"/>
                </a:lnTo>
                <a:lnTo>
                  <a:pt x="1245260" y="154705"/>
                </a:lnTo>
                <a:lnTo>
                  <a:pt x="1264034" y="154753"/>
                </a:lnTo>
                <a:lnTo>
                  <a:pt x="1282817" y="154734"/>
                </a:lnTo>
                <a:lnTo>
                  <a:pt x="1301591" y="154657"/>
                </a:lnTo>
                <a:lnTo>
                  <a:pt x="1320365" y="154515"/>
                </a:lnTo>
                <a:lnTo>
                  <a:pt x="1339148" y="154305"/>
                </a:lnTo>
                <a:lnTo>
                  <a:pt x="1357913" y="154000"/>
                </a:lnTo>
                <a:lnTo>
                  <a:pt x="1376686" y="153610"/>
                </a:lnTo>
                <a:lnTo>
                  <a:pt x="1395441" y="153114"/>
                </a:lnTo>
                <a:lnTo>
                  <a:pt x="1414196" y="152505"/>
                </a:lnTo>
                <a:lnTo>
                  <a:pt x="1432941" y="151771"/>
                </a:lnTo>
                <a:lnTo>
                  <a:pt x="1451667" y="150886"/>
                </a:lnTo>
                <a:lnTo>
                  <a:pt x="1470374" y="149847"/>
                </a:lnTo>
                <a:lnTo>
                  <a:pt x="1489043" y="148609"/>
                </a:lnTo>
                <a:lnTo>
                  <a:pt x="1507684" y="147152"/>
                </a:lnTo>
                <a:lnTo>
                  <a:pt x="1526257" y="145437"/>
                </a:lnTo>
                <a:lnTo>
                  <a:pt x="1544755" y="143399"/>
                </a:lnTo>
                <a:lnTo>
                  <a:pt x="1563138" y="140980"/>
                </a:lnTo>
                <a:lnTo>
                  <a:pt x="1581341" y="138074"/>
                </a:lnTo>
                <a:lnTo>
                  <a:pt x="1599257" y="134541"/>
                </a:lnTo>
                <a:lnTo>
                  <a:pt x="1616697" y="130169"/>
                </a:lnTo>
                <a:lnTo>
                  <a:pt x="1633271" y="124616"/>
                </a:lnTo>
                <a:lnTo>
                  <a:pt x="1648063" y="117367"/>
                </a:lnTo>
                <a:lnTo>
                  <a:pt x="1659131" y="107871"/>
                </a:lnTo>
                <a:lnTo>
                  <a:pt x="1663579" y="96469"/>
                </a:lnTo>
                <a:lnTo>
                  <a:pt x="1676171" y="90535"/>
                </a:lnTo>
                <a:lnTo>
                  <a:pt x="1693840" y="86535"/>
                </a:lnTo>
                <a:lnTo>
                  <a:pt x="1711271" y="82134"/>
                </a:lnTo>
                <a:lnTo>
                  <a:pt x="1728483" y="77400"/>
                </a:lnTo>
                <a:lnTo>
                  <a:pt x="1745466" y="72352"/>
                </a:lnTo>
                <a:lnTo>
                  <a:pt x="1762230" y="67018"/>
                </a:lnTo>
                <a:lnTo>
                  <a:pt x="1778765" y="61408"/>
                </a:lnTo>
                <a:lnTo>
                  <a:pt x="1795072" y="55540"/>
                </a:lnTo>
                <a:lnTo>
                  <a:pt x="1811141" y="49416"/>
                </a:lnTo>
                <a:lnTo>
                  <a:pt x="1826971" y="43053"/>
                </a:lnTo>
                <a:lnTo>
                  <a:pt x="1842545" y="36443"/>
                </a:lnTo>
                <a:lnTo>
                  <a:pt x="1857870" y="29604"/>
                </a:lnTo>
                <a:lnTo>
                  <a:pt x="1872929" y="22527"/>
                </a:lnTo>
                <a:lnTo>
                  <a:pt x="1887712" y="15240"/>
                </a:lnTo>
                <a:lnTo>
                  <a:pt x="1902228" y="7725"/>
                </a:lnTo>
                <a:lnTo>
                  <a:pt x="1916449" y="0"/>
                </a:lnTo>
                <a:close/>
              </a:path>
            </a:pathLst>
          </a:custGeom>
          <a:solidFill xmlns:a="http://schemas.openxmlformats.org/drawingml/2006/main">
            <a:srgbClr val="B5C5D7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4A2AB947-49FA-4BD2-ADD5-5557A268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9943" y="2258025"/>
            <a:ext cx="1916611" cy="1208037"/>
          </a:xfrm>
          <a:custGeom xmlns:a="http://schemas.openxmlformats.org/drawingml/2006/main">
            <a:pathLst>
              <a:path w="1916611" h="1208037">
                <a:moveTo>
                  <a:pt x="0" y="1208037"/>
                </a:moveTo>
                <a:lnTo>
                  <a:pt x="30775" y="1208037"/>
                </a:lnTo>
                <a:lnTo>
                  <a:pt x="61551" y="1208037"/>
                </a:lnTo>
                <a:lnTo>
                  <a:pt x="92316" y="1208037"/>
                </a:lnTo>
                <a:lnTo>
                  <a:pt x="123092" y="1208037"/>
                </a:lnTo>
                <a:lnTo>
                  <a:pt x="153867" y="1208037"/>
                </a:lnTo>
                <a:lnTo>
                  <a:pt x="184642" y="1208037"/>
                </a:lnTo>
                <a:lnTo>
                  <a:pt x="215408" y="1208037"/>
                </a:lnTo>
                <a:lnTo>
                  <a:pt x="246183" y="1208037"/>
                </a:lnTo>
                <a:lnTo>
                  <a:pt x="276958" y="1208037"/>
                </a:lnTo>
                <a:lnTo>
                  <a:pt x="307734" y="1208037"/>
                </a:lnTo>
                <a:lnTo>
                  <a:pt x="338509" y="1208037"/>
                </a:lnTo>
                <a:lnTo>
                  <a:pt x="369275" y="1208037"/>
                </a:lnTo>
                <a:lnTo>
                  <a:pt x="400050" y="1208037"/>
                </a:lnTo>
                <a:lnTo>
                  <a:pt x="430825" y="1208037"/>
                </a:lnTo>
                <a:lnTo>
                  <a:pt x="461601" y="1208037"/>
                </a:lnTo>
                <a:lnTo>
                  <a:pt x="492376" y="1208037"/>
                </a:lnTo>
                <a:lnTo>
                  <a:pt x="523142" y="1208037"/>
                </a:lnTo>
                <a:lnTo>
                  <a:pt x="553917" y="1208037"/>
                </a:lnTo>
                <a:lnTo>
                  <a:pt x="584692" y="1208037"/>
                </a:lnTo>
                <a:lnTo>
                  <a:pt x="615467" y="1208037"/>
                </a:lnTo>
                <a:lnTo>
                  <a:pt x="646233" y="1208037"/>
                </a:lnTo>
                <a:lnTo>
                  <a:pt x="677008" y="1208037"/>
                </a:lnTo>
                <a:lnTo>
                  <a:pt x="707784" y="1208037"/>
                </a:lnTo>
                <a:lnTo>
                  <a:pt x="738559" y="1208037"/>
                </a:lnTo>
                <a:lnTo>
                  <a:pt x="769334" y="1208037"/>
                </a:lnTo>
                <a:lnTo>
                  <a:pt x="800100" y="1208037"/>
                </a:lnTo>
                <a:lnTo>
                  <a:pt x="830875" y="1208037"/>
                </a:lnTo>
                <a:lnTo>
                  <a:pt x="861651" y="1208037"/>
                </a:lnTo>
                <a:lnTo>
                  <a:pt x="892426" y="1208037"/>
                </a:lnTo>
                <a:lnTo>
                  <a:pt x="923201" y="1208037"/>
                </a:lnTo>
                <a:lnTo>
                  <a:pt x="953967" y="1208037"/>
                </a:lnTo>
                <a:lnTo>
                  <a:pt x="984742" y="1208037"/>
                </a:lnTo>
                <a:lnTo>
                  <a:pt x="1015517" y="1208037"/>
                </a:lnTo>
                <a:lnTo>
                  <a:pt x="1046293" y="1208037"/>
                </a:lnTo>
                <a:lnTo>
                  <a:pt x="1077058" y="1208037"/>
                </a:lnTo>
                <a:lnTo>
                  <a:pt x="1107834" y="1208037"/>
                </a:lnTo>
                <a:lnTo>
                  <a:pt x="1138609" y="1208037"/>
                </a:lnTo>
                <a:lnTo>
                  <a:pt x="1169384" y="1208037"/>
                </a:lnTo>
                <a:lnTo>
                  <a:pt x="1200160" y="1208037"/>
                </a:lnTo>
                <a:lnTo>
                  <a:pt x="1230925" y="1208037"/>
                </a:lnTo>
                <a:lnTo>
                  <a:pt x="1261701" y="1208037"/>
                </a:lnTo>
                <a:lnTo>
                  <a:pt x="1292171" y="1205855"/>
                </a:lnTo>
                <a:lnTo>
                  <a:pt x="1322470" y="1202465"/>
                </a:lnTo>
                <a:lnTo>
                  <a:pt x="1352769" y="1199074"/>
                </a:lnTo>
                <a:lnTo>
                  <a:pt x="1383068" y="1195683"/>
                </a:lnTo>
                <a:lnTo>
                  <a:pt x="1413367" y="1192301"/>
                </a:lnTo>
                <a:lnTo>
                  <a:pt x="1443666" y="1188911"/>
                </a:lnTo>
                <a:lnTo>
                  <a:pt x="1473975" y="1185520"/>
                </a:lnTo>
                <a:lnTo>
                  <a:pt x="1504274" y="1182138"/>
                </a:lnTo>
                <a:lnTo>
                  <a:pt x="1527400" y="1170270"/>
                </a:lnTo>
                <a:lnTo>
                  <a:pt x="1548755" y="1156297"/>
                </a:lnTo>
                <a:lnTo>
                  <a:pt x="1570111" y="1142333"/>
                </a:lnTo>
                <a:lnTo>
                  <a:pt x="1591456" y="1128370"/>
                </a:lnTo>
                <a:lnTo>
                  <a:pt x="1612811" y="1114396"/>
                </a:lnTo>
                <a:lnTo>
                  <a:pt x="1634166" y="1100433"/>
                </a:lnTo>
                <a:lnTo>
                  <a:pt x="1655521" y="1086469"/>
                </a:lnTo>
                <a:lnTo>
                  <a:pt x="1676876" y="1072496"/>
                </a:lnTo>
                <a:lnTo>
                  <a:pt x="1698231" y="1058532"/>
                </a:lnTo>
                <a:lnTo>
                  <a:pt x="1719577" y="1044569"/>
                </a:lnTo>
                <a:lnTo>
                  <a:pt x="1740932" y="1030595"/>
                </a:lnTo>
                <a:lnTo>
                  <a:pt x="1762287" y="1016632"/>
                </a:lnTo>
                <a:lnTo>
                  <a:pt x="1783642" y="1002668"/>
                </a:lnTo>
                <a:lnTo>
                  <a:pt x="1804997" y="988695"/>
                </a:lnTo>
                <a:lnTo>
                  <a:pt x="1826343" y="974731"/>
                </a:lnTo>
                <a:lnTo>
                  <a:pt x="1847698" y="960768"/>
                </a:lnTo>
                <a:lnTo>
                  <a:pt x="1869053" y="946795"/>
                </a:lnTo>
                <a:lnTo>
                  <a:pt x="1890408" y="932831"/>
                </a:lnTo>
                <a:lnTo>
                  <a:pt x="1911763" y="918867"/>
                </a:lnTo>
                <a:lnTo>
                  <a:pt x="1916611" y="900703"/>
                </a:lnTo>
                <a:lnTo>
                  <a:pt x="1916611" y="881301"/>
                </a:lnTo>
                <a:lnTo>
                  <a:pt x="1916611" y="861908"/>
                </a:lnTo>
                <a:lnTo>
                  <a:pt x="1916611" y="842515"/>
                </a:lnTo>
                <a:lnTo>
                  <a:pt x="1916611" y="823112"/>
                </a:lnTo>
                <a:lnTo>
                  <a:pt x="1916611" y="803720"/>
                </a:lnTo>
                <a:lnTo>
                  <a:pt x="1916611" y="784327"/>
                </a:lnTo>
                <a:lnTo>
                  <a:pt x="1916611" y="764924"/>
                </a:lnTo>
                <a:lnTo>
                  <a:pt x="1916611" y="745531"/>
                </a:lnTo>
                <a:lnTo>
                  <a:pt x="1916611" y="726129"/>
                </a:lnTo>
                <a:lnTo>
                  <a:pt x="1916611" y="706736"/>
                </a:lnTo>
                <a:lnTo>
                  <a:pt x="1916611" y="687343"/>
                </a:lnTo>
                <a:lnTo>
                  <a:pt x="1916611" y="667941"/>
                </a:lnTo>
                <a:lnTo>
                  <a:pt x="1916611" y="648548"/>
                </a:lnTo>
                <a:lnTo>
                  <a:pt x="1916611" y="629155"/>
                </a:lnTo>
                <a:lnTo>
                  <a:pt x="1916611" y="609752"/>
                </a:lnTo>
                <a:lnTo>
                  <a:pt x="1916611" y="590360"/>
                </a:lnTo>
                <a:lnTo>
                  <a:pt x="1916611" y="570967"/>
                </a:lnTo>
                <a:lnTo>
                  <a:pt x="1916611" y="551564"/>
                </a:lnTo>
                <a:lnTo>
                  <a:pt x="1916611" y="532171"/>
                </a:lnTo>
                <a:lnTo>
                  <a:pt x="1916611" y="512769"/>
                </a:lnTo>
                <a:lnTo>
                  <a:pt x="1916611" y="493376"/>
                </a:lnTo>
                <a:lnTo>
                  <a:pt x="1916611" y="473983"/>
                </a:lnTo>
                <a:lnTo>
                  <a:pt x="1916611" y="454581"/>
                </a:lnTo>
                <a:lnTo>
                  <a:pt x="1916611" y="435188"/>
                </a:lnTo>
                <a:lnTo>
                  <a:pt x="1916611" y="415795"/>
                </a:lnTo>
                <a:lnTo>
                  <a:pt x="1916611" y="396392"/>
                </a:lnTo>
                <a:lnTo>
                  <a:pt x="1916611" y="377000"/>
                </a:lnTo>
                <a:lnTo>
                  <a:pt x="1916611" y="357607"/>
                </a:lnTo>
                <a:lnTo>
                  <a:pt x="1916611" y="338204"/>
                </a:lnTo>
                <a:lnTo>
                  <a:pt x="1916611" y="318811"/>
                </a:lnTo>
                <a:lnTo>
                  <a:pt x="1916611" y="299409"/>
                </a:lnTo>
                <a:lnTo>
                  <a:pt x="1916611" y="280016"/>
                </a:lnTo>
                <a:lnTo>
                  <a:pt x="1916611" y="260623"/>
                </a:lnTo>
                <a:lnTo>
                  <a:pt x="1916611" y="241221"/>
                </a:lnTo>
                <a:lnTo>
                  <a:pt x="1916611" y="221828"/>
                </a:lnTo>
                <a:lnTo>
                  <a:pt x="1916611" y="202435"/>
                </a:lnTo>
                <a:lnTo>
                  <a:pt x="1916611" y="183032"/>
                </a:lnTo>
                <a:lnTo>
                  <a:pt x="1916611" y="163640"/>
                </a:lnTo>
                <a:lnTo>
                  <a:pt x="1916611" y="144247"/>
                </a:lnTo>
                <a:lnTo>
                  <a:pt x="1916611" y="124844"/>
                </a:lnTo>
                <a:lnTo>
                  <a:pt x="1916611" y="105451"/>
                </a:lnTo>
                <a:lnTo>
                  <a:pt x="1916611" y="86058"/>
                </a:lnTo>
                <a:lnTo>
                  <a:pt x="1916611" y="66656"/>
                </a:lnTo>
                <a:lnTo>
                  <a:pt x="1916611" y="47263"/>
                </a:lnTo>
                <a:lnTo>
                  <a:pt x="1916611" y="27861"/>
                </a:lnTo>
                <a:lnTo>
                  <a:pt x="1916611" y="8468"/>
                </a:lnTo>
                <a:lnTo>
                  <a:pt x="1899266" y="0"/>
                </a:lnTo>
                <a:lnTo>
                  <a:pt x="1868500" y="0"/>
                </a:lnTo>
                <a:lnTo>
                  <a:pt x="1837725" y="0"/>
                </a:lnTo>
                <a:lnTo>
                  <a:pt x="1806950" y="0"/>
                </a:lnTo>
                <a:lnTo>
                  <a:pt x="1776174" y="0"/>
                </a:lnTo>
                <a:lnTo>
                  <a:pt x="1745409" y="0"/>
                </a:lnTo>
                <a:lnTo>
                  <a:pt x="1714633" y="0"/>
                </a:lnTo>
                <a:lnTo>
                  <a:pt x="1683858" y="0"/>
                </a:lnTo>
                <a:lnTo>
                  <a:pt x="1653083" y="0"/>
                </a:lnTo>
                <a:lnTo>
                  <a:pt x="1622308" y="0"/>
                </a:lnTo>
                <a:lnTo>
                  <a:pt x="1591542" y="0"/>
                </a:lnTo>
                <a:lnTo>
                  <a:pt x="1560767" y="0"/>
                </a:lnTo>
                <a:lnTo>
                  <a:pt x="1529991" y="0"/>
                </a:lnTo>
                <a:lnTo>
                  <a:pt x="1499216" y="0"/>
                </a:lnTo>
                <a:lnTo>
                  <a:pt x="1468450" y="0"/>
                </a:lnTo>
                <a:lnTo>
                  <a:pt x="1437675" y="0"/>
                </a:lnTo>
                <a:lnTo>
                  <a:pt x="1406900" y="0"/>
                </a:lnTo>
                <a:lnTo>
                  <a:pt x="1376124" y="0"/>
                </a:lnTo>
                <a:lnTo>
                  <a:pt x="1345349" y="0"/>
                </a:lnTo>
                <a:lnTo>
                  <a:pt x="1314583" y="0"/>
                </a:lnTo>
                <a:lnTo>
                  <a:pt x="1283808" y="0"/>
                </a:lnTo>
                <a:lnTo>
                  <a:pt x="1253033" y="0"/>
                </a:lnTo>
                <a:lnTo>
                  <a:pt x="1222258" y="0"/>
                </a:lnTo>
                <a:lnTo>
                  <a:pt x="1191482" y="0"/>
                </a:lnTo>
                <a:lnTo>
                  <a:pt x="1160717" y="0"/>
                </a:lnTo>
                <a:lnTo>
                  <a:pt x="1129941" y="0"/>
                </a:lnTo>
                <a:lnTo>
                  <a:pt x="1099166" y="0"/>
                </a:lnTo>
                <a:lnTo>
                  <a:pt x="1068391" y="0"/>
                </a:lnTo>
                <a:lnTo>
                  <a:pt x="1037625" y="0"/>
                </a:lnTo>
                <a:lnTo>
                  <a:pt x="1006850" y="0"/>
                </a:lnTo>
                <a:lnTo>
                  <a:pt x="976074" y="0"/>
                </a:lnTo>
                <a:lnTo>
                  <a:pt x="945299" y="0"/>
                </a:lnTo>
                <a:lnTo>
                  <a:pt x="914524" y="0"/>
                </a:lnTo>
                <a:lnTo>
                  <a:pt x="883758" y="0"/>
                </a:lnTo>
                <a:lnTo>
                  <a:pt x="852983" y="0"/>
                </a:lnTo>
                <a:lnTo>
                  <a:pt x="822208" y="0"/>
                </a:lnTo>
                <a:lnTo>
                  <a:pt x="791432" y="0"/>
                </a:lnTo>
                <a:lnTo>
                  <a:pt x="760657" y="0"/>
                </a:lnTo>
                <a:lnTo>
                  <a:pt x="729891" y="0"/>
                </a:lnTo>
                <a:lnTo>
                  <a:pt x="699116" y="0"/>
                </a:lnTo>
                <a:lnTo>
                  <a:pt x="668341" y="0"/>
                </a:lnTo>
                <a:lnTo>
                  <a:pt x="637565" y="0"/>
                </a:lnTo>
                <a:lnTo>
                  <a:pt x="606800" y="0"/>
                </a:lnTo>
                <a:lnTo>
                  <a:pt x="576024" y="0"/>
                </a:lnTo>
                <a:lnTo>
                  <a:pt x="545249" y="0"/>
                </a:lnTo>
                <a:lnTo>
                  <a:pt x="514474" y="0"/>
                </a:lnTo>
                <a:lnTo>
                  <a:pt x="483699" y="0"/>
                </a:lnTo>
                <a:lnTo>
                  <a:pt x="452933" y="0"/>
                </a:lnTo>
                <a:lnTo>
                  <a:pt x="422158" y="0"/>
                </a:lnTo>
                <a:lnTo>
                  <a:pt x="391382" y="0"/>
                </a:lnTo>
                <a:lnTo>
                  <a:pt x="360607" y="0"/>
                </a:lnTo>
                <a:lnTo>
                  <a:pt x="329832" y="0"/>
                </a:lnTo>
                <a:lnTo>
                  <a:pt x="299066" y="0"/>
                </a:lnTo>
                <a:lnTo>
                  <a:pt x="268291" y="0"/>
                </a:lnTo>
                <a:lnTo>
                  <a:pt x="237515" y="0"/>
                </a:lnTo>
                <a:lnTo>
                  <a:pt x="206740" y="0"/>
                </a:lnTo>
                <a:lnTo>
                  <a:pt x="175974" y="0"/>
                </a:lnTo>
                <a:lnTo>
                  <a:pt x="145199" y="0"/>
                </a:lnTo>
                <a:lnTo>
                  <a:pt x="114424" y="0"/>
                </a:lnTo>
                <a:lnTo>
                  <a:pt x="83649" y="0"/>
                </a:lnTo>
                <a:lnTo>
                  <a:pt x="52873" y="0"/>
                </a:lnTo>
                <a:lnTo>
                  <a:pt x="22108" y="0"/>
                </a:lnTo>
                <a:lnTo>
                  <a:pt x="0" y="5467"/>
                </a:lnTo>
                <a:lnTo>
                  <a:pt x="0" y="24860"/>
                </a:lnTo>
                <a:lnTo>
                  <a:pt x="0" y="44253"/>
                </a:lnTo>
                <a:lnTo>
                  <a:pt x="0" y="63656"/>
                </a:lnTo>
                <a:lnTo>
                  <a:pt x="0" y="83048"/>
                </a:lnTo>
                <a:lnTo>
                  <a:pt x="0" y="102441"/>
                </a:lnTo>
                <a:lnTo>
                  <a:pt x="0" y="121844"/>
                </a:lnTo>
                <a:lnTo>
                  <a:pt x="0" y="141237"/>
                </a:lnTo>
                <a:lnTo>
                  <a:pt x="0" y="160639"/>
                </a:lnTo>
                <a:lnTo>
                  <a:pt x="0" y="180032"/>
                </a:lnTo>
                <a:lnTo>
                  <a:pt x="0" y="199425"/>
                </a:lnTo>
                <a:lnTo>
                  <a:pt x="0" y="218827"/>
                </a:lnTo>
                <a:lnTo>
                  <a:pt x="0" y="238220"/>
                </a:lnTo>
                <a:lnTo>
                  <a:pt x="0" y="257613"/>
                </a:lnTo>
                <a:lnTo>
                  <a:pt x="0" y="277016"/>
                </a:lnTo>
                <a:lnTo>
                  <a:pt x="0" y="296408"/>
                </a:lnTo>
                <a:lnTo>
                  <a:pt x="0" y="315801"/>
                </a:lnTo>
                <a:lnTo>
                  <a:pt x="0" y="335204"/>
                </a:lnTo>
                <a:lnTo>
                  <a:pt x="0" y="354597"/>
                </a:lnTo>
                <a:lnTo>
                  <a:pt x="0" y="373999"/>
                </a:lnTo>
                <a:lnTo>
                  <a:pt x="0" y="393392"/>
                </a:lnTo>
                <a:lnTo>
                  <a:pt x="0" y="412785"/>
                </a:lnTo>
                <a:lnTo>
                  <a:pt x="0" y="432187"/>
                </a:lnTo>
                <a:lnTo>
                  <a:pt x="0" y="451580"/>
                </a:lnTo>
                <a:lnTo>
                  <a:pt x="0" y="470973"/>
                </a:lnTo>
                <a:lnTo>
                  <a:pt x="0" y="490376"/>
                </a:lnTo>
                <a:lnTo>
                  <a:pt x="0" y="509768"/>
                </a:lnTo>
                <a:lnTo>
                  <a:pt x="0" y="529161"/>
                </a:lnTo>
                <a:lnTo>
                  <a:pt x="0" y="548564"/>
                </a:lnTo>
                <a:lnTo>
                  <a:pt x="0" y="567957"/>
                </a:lnTo>
                <a:lnTo>
                  <a:pt x="0" y="587359"/>
                </a:lnTo>
                <a:lnTo>
                  <a:pt x="0" y="606752"/>
                </a:lnTo>
                <a:lnTo>
                  <a:pt x="0" y="626145"/>
                </a:lnTo>
                <a:lnTo>
                  <a:pt x="0" y="645547"/>
                </a:lnTo>
                <a:lnTo>
                  <a:pt x="0" y="664940"/>
                </a:lnTo>
                <a:lnTo>
                  <a:pt x="0" y="684333"/>
                </a:lnTo>
                <a:lnTo>
                  <a:pt x="0" y="703736"/>
                </a:lnTo>
                <a:lnTo>
                  <a:pt x="0" y="723128"/>
                </a:lnTo>
                <a:lnTo>
                  <a:pt x="0" y="742521"/>
                </a:lnTo>
                <a:lnTo>
                  <a:pt x="0" y="761924"/>
                </a:lnTo>
                <a:lnTo>
                  <a:pt x="0" y="781317"/>
                </a:lnTo>
                <a:lnTo>
                  <a:pt x="0" y="800719"/>
                </a:lnTo>
                <a:lnTo>
                  <a:pt x="0" y="820112"/>
                </a:lnTo>
                <a:lnTo>
                  <a:pt x="0" y="839505"/>
                </a:lnTo>
                <a:lnTo>
                  <a:pt x="0" y="858907"/>
                </a:lnTo>
                <a:lnTo>
                  <a:pt x="0" y="878300"/>
                </a:lnTo>
                <a:lnTo>
                  <a:pt x="0" y="897693"/>
                </a:lnTo>
                <a:lnTo>
                  <a:pt x="0" y="917096"/>
                </a:lnTo>
                <a:lnTo>
                  <a:pt x="0" y="936488"/>
                </a:lnTo>
                <a:lnTo>
                  <a:pt x="0" y="955881"/>
                </a:lnTo>
                <a:lnTo>
                  <a:pt x="0" y="975284"/>
                </a:lnTo>
                <a:lnTo>
                  <a:pt x="0" y="994677"/>
                </a:lnTo>
                <a:lnTo>
                  <a:pt x="0" y="1014079"/>
                </a:lnTo>
                <a:lnTo>
                  <a:pt x="0" y="1033472"/>
                </a:lnTo>
                <a:lnTo>
                  <a:pt x="0" y="1052865"/>
                </a:lnTo>
                <a:lnTo>
                  <a:pt x="0" y="1072267"/>
                </a:lnTo>
                <a:lnTo>
                  <a:pt x="0" y="1091660"/>
                </a:lnTo>
                <a:lnTo>
                  <a:pt x="0" y="1111053"/>
                </a:lnTo>
                <a:lnTo>
                  <a:pt x="0" y="1130456"/>
                </a:lnTo>
                <a:lnTo>
                  <a:pt x="0" y="1149848"/>
                </a:lnTo>
                <a:lnTo>
                  <a:pt x="0" y="1169241"/>
                </a:lnTo>
                <a:lnTo>
                  <a:pt x="0" y="1188644"/>
                </a:lnTo>
                <a:lnTo>
                  <a:pt x="0" y="120803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C5D7"/>
            </a:solidFill>
            <a:prstDash val="solid"/>
          </a:ln>
        </p:spPr>
      </p:sp>
      <p:sp>
        <p:nvSpPr>
          <p:cNvPr id="7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B979CA19-9A9C-4D9A-A682-A6A02775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9943" y="2258025"/>
            <a:ext cx="1916611" cy="2077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74D518ED-16D8-4DBD-9C4A-20FF8AAE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0409" y="3173711"/>
            <a:ext cx="706136" cy="292570"/>
          </a:xfrm>
          <a:custGeom xmlns:a="http://schemas.openxmlformats.org/drawingml/2006/main">
            <a:pathLst>
              <a:path w="706136" h="292570">
                <a:moveTo>
                  <a:pt x="706136" y="0"/>
                </a:moveTo>
                <a:lnTo>
                  <a:pt x="705298" y="4848"/>
                </a:lnTo>
                <a:lnTo>
                  <a:pt x="704193" y="9687"/>
                </a:lnTo>
                <a:lnTo>
                  <a:pt x="702907" y="14497"/>
                </a:lnTo>
                <a:lnTo>
                  <a:pt x="701459" y="19298"/>
                </a:lnTo>
                <a:lnTo>
                  <a:pt x="699859" y="24070"/>
                </a:lnTo>
                <a:lnTo>
                  <a:pt x="698125" y="28832"/>
                </a:lnTo>
                <a:lnTo>
                  <a:pt x="696258" y="33566"/>
                </a:lnTo>
                <a:lnTo>
                  <a:pt x="694258" y="38281"/>
                </a:lnTo>
                <a:lnTo>
                  <a:pt x="692144" y="42977"/>
                </a:lnTo>
                <a:lnTo>
                  <a:pt x="689905" y="47654"/>
                </a:lnTo>
                <a:lnTo>
                  <a:pt x="687543" y="52302"/>
                </a:lnTo>
                <a:lnTo>
                  <a:pt x="685076" y="56931"/>
                </a:lnTo>
                <a:lnTo>
                  <a:pt x="682485" y="61532"/>
                </a:lnTo>
                <a:lnTo>
                  <a:pt x="679790" y="66113"/>
                </a:lnTo>
                <a:lnTo>
                  <a:pt x="676980" y="70656"/>
                </a:lnTo>
                <a:lnTo>
                  <a:pt x="674056" y="75181"/>
                </a:lnTo>
                <a:lnTo>
                  <a:pt x="671017" y="79667"/>
                </a:lnTo>
                <a:lnTo>
                  <a:pt x="667883" y="84134"/>
                </a:lnTo>
                <a:lnTo>
                  <a:pt x="664635" y="88563"/>
                </a:lnTo>
                <a:lnTo>
                  <a:pt x="661273" y="92964"/>
                </a:lnTo>
                <a:lnTo>
                  <a:pt x="657816" y="97336"/>
                </a:lnTo>
                <a:lnTo>
                  <a:pt x="654253" y="101670"/>
                </a:lnTo>
                <a:lnTo>
                  <a:pt x="650577" y="105966"/>
                </a:lnTo>
                <a:lnTo>
                  <a:pt x="646795" y="110223"/>
                </a:lnTo>
                <a:lnTo>
                  <a:pt x="642918" y="114452"/>
                </a:lnTo>
                <a:lnTo>
                  <a:pt x="638937" y="118643"/>
                </a:lnTo>
                <a:lnTo>
                  <a:pt x="634851" y="122787"/>
                </a:lnTo>
                <a:lnTo>
                  <a:pt x="630669" y="126892"/>
                </a:lnTo>
                <a:lnTo>
                  <a:pt x="626383" y="130959"/>
                </a:lnTo>
                <a:lnTo>
                  <a:pt x="622002" y="134988"/>
                </a:lnTo>
                <a:lnTo>
                  <a:pt x="617515" y="138970"/>
                </a:lnTo>
                <a:lnTo>
                  <a:pt x="612934" y="142904"/>
                </a:lnTo>
                <a:lnTo>
                  <a:pt x="608267" y="146799"/>
                </a:lnTo>
                <a:lnTo>
                  <a:pt x="603494" y="150647"/>
                </a:lnTo>
                <a:lnTo>
                  <a:pt x="598627" y="154448"/>
                </a:lnTo>
                <a:lnTo>
                  <a:pt x="593674" y="158191"/>
                </a:lnTo>
                <a:lnTo>
                  <a:pt x="588626" y="161896"/>
                </a:lnTo>
                <a:lnTo>
                  <a:pt x="583492" y="165554"/>
                </a:lnTo>
                <a:lnTo>
                  <a:pt x="578263" y="169154"/>
                </a:lnTo>
                <a:lnTo>
                  <a:pt x="572948" y="172707"/>
                </a:lnTo>
                <a:lnTo>
                  <a:pt x="567547" y="176213"/>
                </a:lnTo>
                <a:lnTo>
                  <a:pt x="562070" y="179661"/>
                </a:lnTo>
                <a:lnTo>
                  <a:pt x="556508" y="183051"/>
                </a:lnTo>
                <a:lnTo>
                  <a:pt x="550859" y="186395"/>
                </a:lnTo>
                <a:lnTo>
                  <a:pt x="545135" y="189681"/>
                </a:lnTo>
                <a:lnTo>
                  <a:pt x="539334" y="192919"/>
                </a:lnTo>
                <a:lnTo>
                  <a:pt x="533448" y="196101"/>
                </a:lnTo>
                <a:lnTo>
                  <a:pt x="527504" y="199225"/>
                </a:lnTo>
                <a:lnTo>
                  <a:pt x="521475" y="202292"/>
                </a:lnTo>
                <a:lnTo>
                  <a:pt x="515379" y="205302"/>
                </a:lnTo>
                <a:lnTo>
                  <a:pt x="509216" y="208255"/>
                </a:lnTo>
                <a:lnTo>
                  <a:pt x="502977" y="211150"/>
                </a:lnTo>
                <a:lnTo>
                  <a:pt x="496681" y="213998"/>
                </a:lnTo>
                <a:lnTo>
                  <a:pt x="490328" y="216779"/>
                </a:lnTo>
                <a:lnTo>
                  <a:pt x="483899" y="219513"/>
                </a:lnTo>
                <a:lnTo>
                  <a:pt x="477422" y="222180"/>
                </a:lnTo>
                <a:lnTo>
                  <a:pt x="470878" y="224800"/>
                </a:lnTo>
                <a:lnTo>
                  <a:pt x="464287" y="227362"/>
                </a:lnTo>
                <a:lnTo>
                  <a:pt x="457629" y="229857"/>
                </a:lnTo>
                <a:lnTo>
                  <a:pt x="450923" y="232305"/>
                </a:lnTo>
                <a:lnTo>
                  <a:pt x="444170" y="234696"/>
                </a:lnTo>
                <a:lnTo>
                  <a:pt x="437369" y="237030"/>
                </a:lnTo>
                <a:lnTo>
                  <a:pt x="430520" y="239306"/>
                </a:lnTo>
                <a:lnTo>
                  <a:pt x="423615" y="241525"/>
                </a:lnTo>
                <a:lnTo>
                  <a:pt x="416681" y="243688"/>
                </a:lnTo>
                <a:lnTo>
                  <a:pt x="409689" y="245802"/>
                </a:lnTo>
                <a:lnTo>
                  <a:pt x="402669" y="247860"/>
                </a:lnTo>
                <a:lnTo>
                  <a:pt x="395602" y="249860"/>
                </a:lnTo>
                <a:lnTo>
                  <a:pt x="388506" y="251803"/>
                </a:lnTo>
                <a:lnTo>
                  <a:pt x="381362" y="253698"/>
                </a:lnTo>
                <a:lnTo>
                  <a:pt x="374190" y="255546"/>
                </a:lnTo>
                <a:lnTo>
                  <a:pt x="366979" y="257337"/>
                </a:lnTo>
                <a:lnTo>
                  <a:pt x="359750" y="259070"/>
                </a:lnTo>
                <a:lnTo>
                  <a:pt x="352473" y="260756"/>
                </a:lnTo>
                <a:lnTo>
                  <a:pt x="345176" y="262395"/>
                </a:lnTo>
                <a:lnTo>
                  <a:pt x="337852" y="263976"/>
                </a:lnTo>
                <a:lnTo>
                  <a:pt x="330498" y="265509"/>
                </a:lnTo>
                <a:lnTo>
                  <a:pt x="323117" y="266995"/>
                </a:lnTo>
                <a:lnTo>
                  <a:pt x="315716" y="268434"/>
                </a:lnTo>
                <a:lnTo>
                  <a:pt x="308296" y="269824"/>
                </a:lnTo>
                <a:lnTo>
                  <a:pt x="300847" y="271158"/>
                </a:lnTo>
                <a:lnTo>
                  <a:pt x="293380" y="272453"/>
                </a:lnTo>
                <a:lnTo>
                  <a:pt x="285883" y="273701"/>
                </a:lnTo>
                <a:lnTo>
                  <a:pt x="278378" y="274901"/>
                </a:lnTo>
                <a:lnTo>
                  <a:pt x="270853" y="276063"/>
                </a:lnTo>
                <a:lnTo>
                  <a:pt x="263309" y="277168"/>
                </a:lnTo>
                <a:lnTo>
                  <a:pt x="255756" y="278235"/>
                </a:lnTo>
                <a:lnTo>
                  <a:pt x="248183" y="279263"/>
                </a:lnTo>
                <a:lnTo>
                  <a:pt x="240592" y="280245"/>
                </a:lnTo>
                <a:lnTo>
                  <a:pt x="232991" y="281178"/>
                </a:lnTo>
                <a:lnTo>
                  <a:pt x="225381" y="282083"/>
                </a:lnTo>
                <a:lnTo>
                  <a:pt x="217751" y="282931"/>
                </a:lnTo>
                <a:lnTo>
                  <a:pt x="210112" y="283750"/>
                </a:lnTo>
                <a:lnTo>
                  <a:pt x="202473" y="284531"/>
                </a:lnTo>
                <a:lnTo>
                  <a:pt x="194815" y="285264"/>
                </a:lnTo>
                <a:lnTo>
                  <a:pt x="187147" y="285960"/>
                </a:lnTo>
                <a:lnTo>
                  <a:pt x="179470" y="286617"/>
                </a:lnTo>
                <a:lnTo>
                  <a:pt x="171793" y="287236"/>
                </a:lnTo>
                <a:lnTo>
                  <a:pt x="164097" y="287826"/>
                </a:lnTo>
                <a:lnTo>
                  <a:pt x="156401" y="288369"/>
                </a:lnTo>
                <a:lnTo>
                  <a:pt x="148695" y="288884"/>
                </a:lnTo>
                <a:lnTo>
                  <a:pt x="140989" y="289360"/>
                </a:lnTo>
                <a:lnTo>
                  <a:pt x="133274" y="289798"/>
                </a:lnTo>
                <a:lnTo>
                  <a:pt x="125559" y="290208"/>
                </a:lnTo>
                <a:lnTo>
                  <a:pt x="117834" y="290579"/>
                </a:lnTo>
                <a:lnTo>
                  <a:pt x="110109" y="290913"/>
                </a:lnTo>
                <a:lnTo>
                  <a:pt x="102375" y="291217"/>
                </a:lnTo>
                <a:lnTo>
                  <a:pt x="94640" y="291494"/>
                </a:lnTo>
                <a:lnTo>
                  <a:pt x="86906" y="291732"/>
                </a:lnTo>
                <a:lnTo>
                  <a:pt x="79172" y="291941"/>
                </a:lnTo>
                <a:lnTo>
                  <a:pt x="71428" y="292122"/>
                </a:lnTo>
                <a:lnTo>
                  <a:pt x="63684" y="292275"/>
                </a:lnTo>
                <a:lnTo>
                  <a:pt x="55940" y="292389"/>
                </a:lnTo>
                <a:lnTo>
                  <a:pt x="48196" y="292475"/>
                </a:lnTo>
                <a:lnTo>
                  <a:pt x="40453" y="292541"/>
                </a:lnTo>
                <a:lnTo>
                  <a:pt x="32709" y="292570"/>
                </a:lnTo>
                <a:lnTo>
                  <a:pt x="24965" y="292570"/>
                </a:lnTo>
                <a:lnTo>
                  <a:pt x="17221" y="292541"/>
                </a:lnTo>
                <a:lnTo>
                  <a:pt x="9477" y="292484"/>
                </a:lnTo>
                <a:lnTo>
                  <a:pt x="1734" y="292408"/>
                </a:lnTo>
                <a:lnTo>
                  <a:pt x="0" y="292332"/>
                </a:lnTo>
                <a:lnTo>
                  <a:pt x="7744" y="292208"/>
                </a:lnTo>
                <a:lnTo>
                  <a:pt x="15478" y="292008"/>
                </a:lnTo>
                <a:lnTo>
                  <a:pt x="23212" y="291741"/>
                </a:lnTo>
                <a:lnTo>
                  <a:pt x="30947" y="291408"/>
                </a:lnTo>
                <a:lnTo>
                  <a:pt x="38662" y="291027"/>
                </a:lnTo>
                <a:lnTo>
                  <a:pt x="46377" y="290589"/>
                </a:lnTo>
                <a:lnTo>
                  <a:pt x="54083" y="290103"/>
                </a:lnTo>
                <a:lnTo>
                  <a:pt x="61789" y="289560"/>
                </a:lnTo>
                <a:lnTo>
                  <a:pt x="69475" y="288969"/>
                </a:lnTo>
                <a:lnTo>
                  <a:pt x="77153" y="288331"/>
                </a:lnTo>
                <a:lnTo>
                  <a:pt x="84820" y="287636"/>
                </a:lnTo>
                <a:lnTo>
                  <a:pt x="92469" y="286893"/>
                </a:lnTo>
                <a:lnTo>
                  <a:pt x="100117" y="286093"/>
                </a:lnTo>
                <a:lnTo>
                  <a:pt x="107747" y="285245"/>
                </a:lnTo>
                <a:lnTo>
                  <a:pt x="115357" y="284340"/>
                </a:lnTo>
                <a:lnTo>
                  <a:pt x="122949" y="283388"/>
                </a:lnTo>
                <a:lnTo>
                  <a:pt x="130531" y="282369"/>
                </a:lnTo>
                <a:lnTo>
                  <a:pt x="138084" y="281302"/>
                </a:lnTo>
                <a:lnTo>
                  <a:pt x="145618" y="280178"/>
                </a:lnTo>
                <a:lnTo>
                  <a:pt x="153133" y="278997"/>
                </a:lnTo>
                <a:lnTo>
                  <a:pt x="160630" y="277749"/>
                </a:lnTo>
                <a:lnTo>
                  <a:pt x="168088" y="276444"/>
                </a:lnTo>
                <a:lnTo>
                  <a:pt x="175527" y="275072"/>
                </a:lnTo>
                <a:lnTo>
                  <a:pt x="182928" y="273644"/>
                </a:lnTo>
                <a:lnTo>
                  <a:pt x="190300" y="272148"/>
                </a:lnTo>
                <a:lnTo>
                  <a:pt x="197634" y="270577"/>
                </a:lnTo>
                <a:lnTo>
                  <a:pt x="204930" y="268948"/>
                </a:lnTo>
                <a:lnTo>
                  <a:pt x="212188" y="267243"/>
                </a:lnTo>
                <a:lnTo>
                  <a:pt x="219408" y="265462"/>
                </a:lnTo>
                <a:lnTo>
                  <a:pt x="226571" y="263604"/>
                </a:lnTo>
                <a:lnTo>
                  <a:pt x="233686" y="261671"/>
                </a:lnTo>
                <a:lnTo>
                  <a:pt x="240744" y="259661"/>
                </a:lnTo>
                <a:lnTo>
                  <a:pt x="247736" y="257575"/>
                </a:lnTo>
                <a:lnTo>
                  <a:pt x="254670" y="255394"/>
                </a:lnTo>
                <a:lnTo>
                  <a:pt x="261537" y="253136"/>
                </a:lnTo>
                <a:lnTo>
                  <a:pt x="268329" y="250784"/>
                </a:lnTo>
                <a:lnTo>
                  <a:pt x="275034" y="248345"/>
                </a:lnTo>
                <a:lnTo>
                  <a:pt x="281664" y="245821"/>
                </a:lnTo>
                <a:lnTo>
                  <a:pt x="288198" y="243192"/>
                </a:lnTo>
                <a:lnTo>
                  <a:pt x="294627" y="240478"/>
                </a:lnTo>
                <a:lnTo>
                  <a:pt x="300952" y="237658"/>
                </a:lnTo>
                <a:lnTo>
                  <a:pt x="307162" y="234734"/>
                </a:lnTo>
                <a:lnTo>
                  <a:pt x="313249" y="231724"/>
                </a:lnTo>
                <a:lnTo>
                  <a:pt x="319202" y="228600"/>
                </a:lnTo>
                <a:lnTo>
                  <a:pt x="325022" y="225381"/>
                </a:lnTo>
                <a:lnTo>
                  <a:pt x="330689" y="222047"/>
                </a:lnTo>
                <a:lnTo>
                  <a:pt x="336204" y="218618"/>
                </a:lnTo>
                <a:lnTo>
                  <a:pt x="341547" y="215084"/>
                </a:lnTo>
                <a:lnTo>
                  <a:pt x="346720" y="211455"/>
                </a:lnTo>
                <a:lnTo>
                  <a:pt x="351701" y="207712"/>
                </a:lnTo>
                <a:lnTo>
                  <a:pt x="356492" y="203883"/>
                </a:lnTo>
                <a:lnTo>
                  <a:pt x="361083" y="199949"/>
                </a:lnTo>
                <a:lnTo>
                  <a:pt x="365455" y="195920"/>
                </a:lnTo>
                <a:lnTo>
                  <a:pt x="369618" y="191805"/>
                </a:lnTo>
                <a:lnTo>
                  <a:pt x="373551" y="187595"/>
                </a:lnTo>
                <a:lnTo>
                  <a:pt x="377257" y="183309"/>
                </a:lnTo>
                <a:lnTo>
                  <a:pt x="380724" y="178946"/>
                </a:lnTo>
                <a:lnTo>
                  <a:pt x="383953" y="174508"/>
                </a:lnTo>
                <a:lnTo>
                  <a:pt x="386934" y="170002"/>
                </a:lnTo>
                <a:lnTo>
                  <a:pt x="389677" y="165440"/>
                </a:lnTo>
                <a:lnTo>
                  <a:pt x="392173" y="160811"/>
                </a:lnTo>
                <a:lnTo>
                  <a:pt x="394430" y="156143"/>
                </a:lnTo>
                <a:lnTo>
                  <a:pt x="396440" y="151428"/>
                </a:lnTo>
                <a:lnTo>
                  <a:pt x="398221" y="146675"/>
                </a:lnTo>
                <a:lnTo>
                  <a:pt x="399755" y="141894"/>
                </a:lnTo>
                <a:lnTo>
                  <a:pt x="401060" y="137084"/>
                </a:lnTo>
                <a:lnTo>
                  <a:pt x="402146" y="132245"/>
                </a:lnTo>
                <a:lnTo>
                  <a:pt x="403003" y="127397"/>
                </a:lnTo>
                <a:lnTo>
                  <a:pt x="403641" y="122530"/>
                </a:lnTo>
                <a:lnTo>
                  <a:pt x="404079" y="117653"/>
                </a:lnTo>
                <a:lnTo>
                  <a:pt x="404308" y="112776"/>
                </a:lnTo>
                <a:lnTo>
                  <a:pt x="404346" y="107899"/>
                </a:lnTo>
                <a:lnTo>
                  <a:pt x="404193" y="103013"/>
                </a:lnTo>
                <a:lnTo>
                  <a:pt x="403850" y="98136"/>
                </a:lnTo>
                <a:lnTo>
                  <a:pt x="403346" y="93269"/>
                </a:lnTo>
                <a:lnTo>
                  <a:pt x="410508" y="92069"/>
                </a:lnTo>
                <a:lnTo>
                  <a:pt x="418062" y="90973"/>
                </a:lnTo>
                <a:lnTo>
                  <a:pt x="425577" y="89811"/>
                </a:lnTo>
                <a:lnTo>
                  <a:pt x="433083" y="88592"/>
                </a:lnTo>
                <a:lnTo>
                  <a:pt x="440560" y="87316"/>
                </a:lnTo>
                <a:lnTo>
                  <a:pt x="448008" y="85982"/>
                </a:lnTo>
                <a:lnTo>
                  <a:pt x="455438" y="84601"/>
                </a:lnTo>
                <a:lnTo>
                  <a:pt x="462848" y="83182"/>
                </a:lnTo>
                <a:lnTo>
                  <a:pt x="470230" y="81705"/>
                </a:lnTo>
                <a:lnTo>
                  <a:pt x="477593" y="80181"/>
                </a:lnTo>
                <a:lnTo>
                  <a:pt x="484927" y="78610"/>
                </a:lnTo>
                <a:lnTo>
                  <a:pt x="492233" y="77000"/>
                </a:lnTo>
                <a:lnTo>
                  <a:pt x="499520" y="75343"/>
                </a:lnTo>
                <a:lnTo>
                  <a:pt x="506778" y="73638"/>
                </a:lnTo>
                <a:lnTo>
                  <a:pt x="514007" y="71895"/>
                </a:lnTo>
                <a:lnTo>
                  <a:pt x="521218" y="70094"/>
                </a:lnTo>
                <a:lnTo>
                  <a:pt x="528390" y="68256"/>
                </a:lnTo>
                <a:lnTo>
                  <a:pt x="535534" y="66380"/>
                </a:lnTo>
                <a:lnTo>
                  <a:pt x="542649" y="64446"/>
                </a:lnTo>
                <a:lnTo>
                  <a:pt x="549735" y="62465"/>
                </a:lnTo>
                <a:lnTo>
                  <a:pt x="556784" y="60446"/>
                </a:lnTo>
                <a:lnTo>
                  <a:pt x="563794" y="58379"/>
                </a:lnTo>
                <a:lnTo>
                  <a:pt x="570776" y="56264"/>
                </a:lnTo>
                <a:lnTo>
                  <a:pt x="577720" y="54092"/>
                </a:lnTo>
                <a:lnTo>
                  <a:pt x="584625" y="51883"/>
                </a:lnTo>
                <a:lnTo>
                  <a:pt x="591493" y="49625"/>
                </a:lnTo>
                <a:lnTo>
                  <a:pt x="598313" y="47311"/>
                </a:lnTo>
                <a:lnTo>
                  <a:pt x="605095" y="44958"/>
                </a:lnTo>
                <a:lnTo>
                  <a:pt x="611829" y="42548"/>
                </a:lnTo>
                <a:lnTo>
                  <a:pt x="618515" y="40081"/>
                </a:lnTo>
                <a:lnTo>
                  <a:pt x="625164" y="37576"/>
                </a:lnTo>
                <a:lnTo>
                  <a:pt x="631755" y="35004"/>
                </a:lnTo>
                <a:lnTo>
                  <a:pt x="638289" y="32395"/>
                </a:lnTo>
                <a:lnTo>
                  <a:pt x="644776" y="29728"/>
                </a:lnTo>
                <a:lnTo>
                  <a:pt x="651205" y="27003"/>
                </a:lnTo>
                <a:lnTo>
                  <a:pt x="657577" y="24222"/>
                </a:lnTo>
                <a:lnTo>
                  <a:pt x="663893" y="21393"/>
                </a:lnTo>
                <a:lnTo>
                  <a:pt x="670131" y="18507"/>
                </a:lnTo>
                <a:lnTo>
                  <a:pt x="676313" y="15564"/>
                </a:lnTo>
                <a:lnTo>
                  <a:pt x="682428" y="12563"/>
                </a:lnTo>
                <a:lnTo>
                  <a:pt x="688467" y="9506"/>
                </a:lnTo>
                <a:lnTo>
                  <a:pt x="694439" y="6401"/>
                </a:lnTo>
                <a:lnTo>
                  <a:pt x="700326" y="3229"/>
                </a:lnTo>
                <a:lnTo>
                  <a:pt x="70613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6F6F6F"/>
            </a:solidFill>
            <a:prstDash val="solid"/>
          </a:ln>
        </p:spPr>
      </p:sp>
      <p:sp>
        <p:nvSpPr>
          <p:cNvPr id="9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B59DC5F5-C78E-45A4-AD95-BA434113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456" y="3145927"/>
            <a:ext cx="1917049" cy="321202"/>
          </a:xfrm>
          <a:custGeom xmlns:a="http://schemas.openxmlformats.org/drawingml/2006/main">
            <a:pathLst>
              <a:path w="1917049" h="321202">
                <a:moveTo>
                  <a:pt x="1916449" y="0"/>
                </a:moveTo>
                <a:lnTo>
                  <a:pt x="1917049" y="11830"/>
                </a:lnTo>
                <a:lnTo>
                  <a:pt x="1916782" y="23660"/>
                </a:lnTo>
                <a:lnTo>
                  <a:pt x="1915858" y="35481"/>
                </a:lnTo>
                <a:lnTo>
                  <a:pt x="1914306" y="47282"/>
                </a:lnTo>
                <a:lnTo>
                  <a:pt x="1912172" y="59036"/>
                </a:lnTo>
                <a:lnTo>
                  <a:pt x="1909439" y="70742"/>
                </a:lnTo>
                <a:lnTo>
                  <a:pt x="1906124" y="82391"/>
                </a:lnTo>
                <a:lnTo>
                  <a:pt x="1902200" y="93974"/>
                </a:lnTo>
                <a:lnTo>
                  <a:pt x="1897675" y="105451"/>
                </a:lnTo>
                <a:lnTo>
                  <a:pt x="1892522" y="116834"/>
                </a:lnTo>
                <a:lnTo>
                  <a:pt x="1886741" y="128092"/>
                </a:lnTo>
                <a:lnTo>
                  <a:pt x="1880302" y="139217"/>
                </a:lnTo>
                <a:lnTo>
                  <a:pt x="1873215" y="150171"/>
                </a:lnTo>
                <a:lnTo>
                  <a:pt x="1865443" y="160944"/>
                </a:lnTo>
                <a:lnTo>
                  <a:pt x="1856994" y="171517"/>
                </a:lnTo>
                <a:lnTo>
                  <a:pt x="1847850" y="181851"/>
                </a:lnTo>
                <a:lnTo>
                  <a:pt x="1838011" y="191938"/>
                </a:lnTo>
                <a:lnTo>
                  <a:pt x="1827476" y="201730"/>
                </a:lnTo>
                <a:lnTo>
                  <a:pt x="1816256" y="211217"/>
                </a:lnTo>
                <a:lnTo>
                  <a:pt x="1804349" y="220370"/>
                </a:lnTo>
                <a:lnTo>
                  <a:pt x="1791786" y="229172"/>
                </a:lnTo>
                <a:lnTo>
                  <a:pt x="1778584" y="237582"/>
                </a:lnTo>
                <a:lnTo>
                  <a:pt x="1764763" y="245593"/>
                </a:lnTo>
                <a:lnTo>
                  <a:pt x="1750362" y="253184"/>
                </a:lnTo>
                <a:lnTo>
                  <a:pt x="1735417" y="260347"/>
                </a:lnTo>
                <a:lnTo>
                  <a:pt x="1719958" y="267071"/>
                </a:lnTo>
                <a:lnTo>
                  <a:pt x="1704042" y="273348"/>
                </a:lnTo>
                <a:lnTo>
                  <a:pt x="1687697" y="279168"/>
                </a:lnTo>
                <a:lnTo>
                  <a:pt x="1670971" y="284550"/>
                </a:lnTo>
                <a:lnTo>
                  <a:pt x="1653902" y="289484"/>
                </a:lnTo>
                <a:lnTo>
                  <a:pt x="1636538" y="293989"/>
                </a:lnTo>
                <a:lnTo>
                  <a:pt x="1618917" y="298066"/>
                </a:lnTo>
                <a:lnTo>
                  <a:pt x="1601057" y="301733"/>
                </a:lnTo>
                <a:lnTo>
                  <a:pt x="1583007" y="304991"/>
                </a:lnTo>
                <a:lnTo>
                  <a:pt x="1564796" y="307877"/>
                </a:lnTo>
                <a:lnTo>
                  <a:pt x="1546441" y="310382"/>
                </a:lnTo>
                <a:lnTo>
                  <a:pt x="1527981" y="312534"/>
                </a:lnTo>
                <a:lnTo>
                  <a:pt x="1509427" y="314354"/>
                </a:lnTo>
                <a:lnTo>
                  <a:pt x="1490796" y="315849"/>
                </a:lnTo>
                <a:lnTo>
                  <a:pt x="1472117" y="317030"/>
                </a:lnTo>
                <a:lnTo>
                  <a:pt x="1453391" y="317916"/>
                </a:lnTo>
                <a:lnTo>
                  <a:pt x="1434627" y="318335"/>
                </a:lnTo>
                <a:lnTo>
                  <a:pt x="1415853" y="318611"/>
                </a:lnTo>
                <a:lnTo>
                  <a:pt x="1397079" y="318830"/>
                </a:lnTo>
                <a:lnTo>
                  <a:pt x="1378306" y="319021"/>
                </a:lnTo>
                <a:lnTo>
                  <a:pt x="1359522" y="319183"/>
                </a:lnTo>
                <a:lnTo>
                  <a:pt x="1340749" y="319335"/>
                </a:lnTo>
                <a:lnTo>
                  <a:pt x="1321975" y="319469"/>
                </a:lnTo>
                <a:lnTo>
                  <a:pt x="1303191" y="319592"/>
                </a:lnTo>
                <a:lnTo>
                  <a:pt x="1284418" y="319707"/>
                </a:lnTo>
                <a:lnTo>
                  <a:pt x="1265644" y="319821"/>
                </a:lnTo>
                <a:lnTo>
                  <a:pt x="1246861" y="319916"/>
                </a:lnTo>
                <a:lnTo>
                  <a:pt x="1228087" y="320011"/>
                </a:lnTo>
                <a:lnTo>
                  <a:pt x="1209304" y="320097"/>
                </a:lnTo>
                <a:lnTo>
                  <a:pt x="1190530" y="320183"/>
                </a:lnTo>
                <a:lnTo>
                  <a:pt x="1171756" y="320269"/>
                </a:lnTo>
                <a:lnTo>
                  <a:pt x="1152973" y="320335"/>
                </a:lnTo>
                <a:lnTo>
                  <a:pt x="1134199" y="320411"/>
                </a:lnTo>
                <a:lnTo>
                  <a:pt x="1115416" y="320478"/>
                </a:lnTo>
                <a:lnTo>
                  <a:pt x="1096642" y="320535"/>
                </a:lnTo>
                <a:lnTo>
                  <a:pt x="1077859" y="320602"/>
                </a:lnTo>
                <a:lnTo>
                  <a:pt x="1059085" y="320659"/>
                </a:lnTo>
                <a:lnTo>
                  <a:pt x="1040311" y="320707"/>
                </a:lnTo>
                <a:lnTo>
                  <a:pt x="1021528" y="320754"/>
                </a:lnTo>
                <a:lnTo>
                  <a:pt x="1002754" y="320812"/>
                </a:lnTo>
                <a:lnTo>
                  <a:pt x="983971" y="320850"/>
                </a:lnTo>
                <a:lnTo>
                  <a:pt x="965197" y="320897"/>
                </a:lnTo>
                <a:lnTo>
                  <a:pt x="946414" y="320935"/>
                </a:lnTo>
                <a:lnTo>
                  <a:pt x="927640" y="320973"/>
                </a:lnTo>
                <a:lnTo>
                  <a:pt x="908856" y="321002"/>
                </a:lnTo>
                <a:lnTo>
                  <a:pt x="890083" y="321031"/>
                </a:lnTo>
                <a:lnTo>
                  <a:pt x="871299" y="321059"/>
                </a:lnTo>
                <a:lnTo>
                  <a:pt x="852526" y="321088"/>
                </a:lnTo>
                <a:lnTo>
                  <a:pt x="833752" y="321107"/>
                </a:lnTo>
                <a:lnTo>
                  <a:pt x="814969" y="321126"/>
                </a:lnTo>
                <a:lnTo>
                  <a:pt x="796195" y="321145"/>
                </a:lnTo>
                <a:lnTo>
                  <a:pt x="777411" y="321164"/>
                </a:lnTo>
                <a:lnTo>
                  <a:pt x="758638" y="321173"/>
                </a:lnTo>
                <a:lnTo>
                  <a:pt x="739854" y="321183"/>
                </a:lnTo>
                <a:lnTo>
                  <a:pt x="721081" y="321193"/>
                </a:lnTo>
                <a:lnTo>
                  <a:pt x="702297" y="321193"/>
                </a:lnTo>
                <a:lnTo>
                  <a:pt x="683524" y="321202"/>
                </a:lnTo>
                <a:lnTo>
                  <a:pt x="664740" y="321193"/>
                </a:lnTo>
                <a:lnTo>
                  <a:pt x="645966" y="321193"/>
                </a:lnTo>
                <a:lnTo>
                  <a:pt x="627193" y="321183"/>
                </a:lnTo>
                <a:lnTo>
                  <a:pt x="608409" y="321173"/>
                </a:lnTo>
                <a:lnTo>
                  <a:pt x="589636" y="321164"/>
                </a:lnTo>
                <a:lnTo>
                  <a:pt x="570852" y="321145"/>
                </a:lnTo>
                <a:lnTo>
                  <a:pt x="552079" y="321126"/>
                </a:lnTo>
                <a:lnTo>
                  <a:pt x="533295" y="321097"/>
                </a:lnTo>
                <a:lnTo>
                  <a:pt x="514521" y="321078"/>
                </a:lnTo>
                <a:lnTo>
                  <a:pt x="495738" y="321050"/>
                </a:lnTo>
                <a:lnTo>
                  <a:pt x="476964" y="321012"/>
                </a:lnTo>
                <a:lnTo>
                  <a:pt x="458181" y="320973"/>
                </a:lnTo>
                <a:lnTo>
                  <a:pt x="439407" y="320935"/>
                </a:lnTo>
                <a:lnTo>
                  <a:pt x="420634" y="320888"/>
                </a:lnTo>
                <a:lnTo>
                  <a:pt x="401850" y="320831"/>
                </a:lnTo>
                <a:lnTo>
                  <a:pt x="383076" y="320773"/>
                </a:lnTo>
                <a:lnTo>
                  <a:pt x="364293" y="320726"/>
                </a:lnTo>
                <a:lnTo>
                  <a:pt x="345519" y="320650"/>
                </a:lnTo>
                <a:lnTo>
                  <a:pt x="326736" y="320583"/>
                </a:lnTo>
                <a:lnTo>
                  <a:pt x="307962" y="320507"/>
                </a:lnTo>
                <a:lnTo>
                  <a:pt x="289179" y="320421"/>
                </a:lnTo>
                <a:lnTo>
                  <a:pt x="270405" y="320326"/>
                </a:lnTo>
                <a:lnTo>
                  <a:pt x="251631" y="320221"/>
                </a:lnTo>
                <a:lnTo>
                  <a:pt x="232848" y="320116"/>
                </a:lnTo>
                <a:lnTo>
                  <a:pt x="214074" y="319992"/>
                </a:lnTo>
                <a:lnTo>
                  <a:pt x="195301" y="319859"/>
                </a:lnTo>
                <a:lnTo>
                  <a:pt x="176517" y="319716"/>
                </a:lnTo>
                <a:lnTo>
                  <a:pt x="157744" y="319564"/>
                </a:lnTo>
                <a:lnTo>
                  <a:pt x="138970" y="319383"/>
                </a:lnTo>
                <a:lnTo>
                  <a:pt x="120196" y="319183"/>
                </a:lnTo>
                <a:lnTo>
                  <a:pt x="101422" y="318964"/>
                </a:lnTo>
                <a:lnTo>
                  <a:pt x="82648" y="318707"/>
                </a:lnTo>
                <a:lnTo>
                  <a:pt x="63875" y="318402"/>
                </a:lnTo>
                <a:lnTo>
                  <a:pt x="45101" y="318030"/>
                </a:lnTo>
                <a:lnTo>
                  <a:pt x="26337" y="317554"/>
                </a:lnTo>
                <a:lnTo>
                  <a:pt x="7601" y="316782"/>
                </a:lnTo>
                <a:lnTo>
                  <a:pt x="3486" y="307162"/>
                </a:lnTo>
                <a:lnTo>
                  <a:pt x="3229" y="295323"/>
                </a:lnTo>
                <a:lnTo>
                  <a:pt x="2981" y="283493"/>
                </a:lnTo>
                <a:lnTo>
                  <a:pt x="2734" y="271653"/>
                </a:lnTo>
                <a:lnTo>
                  <a:pt x="2486" y="259823"/>
                </a:lnTo>
                <a:lnTo>
                  <a:pt x="2238" y="247983"/>
                </a:lnTo>
                <a:lnTo>
                  <a:pt x="1991" y="236153"/>
                </a:lnTo>
                <a:lnTo>
                  <a:pt x="1743" y="224314"/>
                </a:lnTo>
                <a:lnTo>
                  <a:pt x="1495" y="212484"/>
                </a:lnTo>
                <a:lnTo>
                  <a:pt x="1248" y="200644"/>
                </a:lnTo>
                <a:lnTo>
                  <a:pt x="991" y="188814"/>
                </a:lnTo>
                <a:lnTo>
                  <a:pt x="743" y="176974"/>
                </a:lnTo>
                <a:lnTo>
                  <a:pt x="495" y="165144"/>
                </a:lnTo>
                <a:lnTo>
                  <a:pt x="248" y="153305"/>
                </a:lnTo>
                <a:lnTo>
                  <a:pt x="0" y="141475"/>
                </a:lnTo>
                <a:lnTo>
                  <a:pt x="6887" y="133731"/>
                </a:lnTo>
                <a:lnTo>
                  <a:pt x="25622" y="132874"/>
                </a:lnTo>
                <a:lnTo>
                  <a:pt x="44358" y="132150"/>
                </a:lnTo>
                <a:lnTo>
                  <a:pt x="63113" y="131540"/>
                </a:lnTo>
                <a:lnTo>
                  <a:pt x="81877" y="131054"/>
                </a:lnTo>
                <a:lnTo>
                  <a:pt x="100641" y="130654"/>
                </a:lnTo>
                <a:lnTo>
                  <a:pt x="119415" y="130350"/>
                </a:lnTo>
                <a:lnTo>
                  <a:pt x="138189" y="130121"/>
                </a:lnTo>
                <a:lnTo>
                  <a:pt x="156962" y="129969"/>
                </a:lnTo>
                <a:lnTo>
                  <a:pt x="175746" y="129883"/>
                </a:lnTo>
                <a:lnTo>
                  <a:pt x="194520" y="129864"/>
                </a:lnTo>
                <a:lnTo>
                  <a:pt x="213303" y="129892"/>
                </a:lnTo>
                <a:lnTo>
                  <a:pt x="232077" y="129978"/>
                </a:lnTo>
                <a:lnTo>
                  <a:pt x="250860" y="130112"/>
                </a:lnTo>
                <a:lnTo>
                  <a:pt x="269634" y="130283"/>
                </a:lnTo>
                <a:lnTo>
                  <a:pt x="288407" y="130512"/>
                </a:lnTo>
                <a:lnTo>
                  <a:pt x="307181" y="130759"/>
                </a:lnTo>
                <a:lnTo>
                  <a:pt x="325955" y="131054"/>
                </a:lnTo>
                <a:lnTo>
                  <a:pt x="344719" y="131378"/>
                </a:lnTo>
                <a:lnTo>
                  <a:pt x="363493" y="131740"/>
                </a:lnTo>
                <a:lnTo>
                  <a:pt x="382257" y="132121"/>
                </a:lnTo>
                <a:lnTo>
                  <a:pt x="401031" y="132531"/>
                </a:lnTo>
                <a:lnTo>
                  <a:pt x="419795" y="132959"/>
                </a:lnTo>
                <a:lnTo>
                  <a:pt x="438560" y="133417"/>
                </a:lnTo>
                <a:lnTo>
                  <a:pt x="457324" y="133893"/>
                </a:lnTo>
                <a:lnTo>
                  <a:pt x="476079" y="134388"/>
                </a:lnTo>
                <a:lnTo>
                  <a:pt x="494843" y="134893"/>
                </a:lnTo>
                <a:lnTo>
                  <a:pt x="513607" y="135426"/>
                </a:lnTo>
                <a:lnTo>
                  <a:pt x="532362" y="135960"/>
                </a:lnTo>
                <a:lnTo>
                  <a:pt x="551117" y="136512"/>
                </a:lnTo>
                <a:lnTo>
                  <a:pt x="569881" y="137084"/>
                </a:lnTo>
                <a:lnTo>
                  <a:pt x="588635" y="137665"/>
                </a:lnTo>
                <a:lnTo>
                  <a:pt x="607390" y="138246"/>
                </a:lnTo>
                <a:lnTo>
                  <a:pt x="626145" y="138836"/>
                </a:lnTo>
                <a:lnTo>
                  <a:pt x="644900" y="139436"/>
                </a:lnTo>
                <a:lnTo>
                  <a:pt x="663654" y="140037"/>
                </a:lnTo>
                <a:lnTo>
                  <a:pt x="682400" y="140646"/>
                </a:lnTo>
                <a:lnTo>
                  <a:pt x="701154" y="141265"/>
                </a:lnTo>
                <a:lnTo>
                  <a:pt x="719909" y="141875"/>
                </a:lnTo>
                <a:lnTo>
                  <a:pt x="738664" y="142484"/>
                </a:lnTo>
                <a:lnTo>
                  <a:pt x="757418" y="143104"/>
                </a:lnTo>
                <a:lnTo>
                  <a:pt x="776164" y="143713"/>
                </a:lnTo>
                <a:lnTo>
                  <a:pt x="794918" y="144323"/>
                </a:lnTo>
                <a:lnTo>
                  <a:pt x="813673" y="144932"/>
                </a:lnTo>
                <a:lnTo>
                  <a:pt x="832428" y="145532"/>
                </a:lnTo>
                <a:lnTo>
                  <a:pt x="851183" y="146133"/>
                </a:lnTo>
                <a:lnTo>
                  <a:pt x="869937" y="146723"/>
                </a:lnTo>
                <a:lnTo>
                  <a:pt x="888692" y="147304"/>
                </a:lnTo>
                <a:lnTo>
                  <a:pt x="907447" y="147876"/>
                </a:lnTo>
                <a:lnTo>
                  <a:pt x="926201" y="148438"/>
                </a:lnTo>
                <a:lnTo>
                  <a:pt x="944966" y="148981"/>
                </a:lnTo>
                <a:lnTo>
                  <a:pt x="963720" y="149523"/>
                </a:lnTo>
                <a:lnTo>
                  <a:pt x="982485" y="150038"/>
                </a:lnTo>
                <a:lnTo>
                  <a:pt x="1001249" y="150543"/>
                </a:lnTo>
                <a:lnTo>
                  <a:pt x="1020004" y="151028"/>
                </a:lnTo>
                <a:lnTo>
                  <a:pt x="1038768" y="151495"/>
                </a:lnTo>
                <a:lnTo>
                  <a:pt x="1057532" y="151943"/>
                </a:lnTo>
                <a:lnTo>
                  <a:pt x="1076306" y="152362"/>
                </a:lnTo>
                <a:lnTo>
                  <a:pt x="1095070" y="152752"/>
                </a:lnTo>
                <a:lnTo>
                  <a:pt x="1113834" y="153124"/>
                </a:lnTo>
                <a:lnTo>
                  <a:pt x="1132608" y="153457"/>
                </a:lnTo>
                <a:lnTo>
                  <a:pt x="1151382" y="153762"/>
                </a:lnTo>
                <a:lnTo>
                  <a:pt x="1170156" y="154038"/>
                </a:lnTo>
                <a:lnTo>
                  <a:pt x="1188930" y="154267"/>
                </a:lnTo>
                <a:lnTo>
                  <a:pt x="1207703" y="154457"/>
                </a:lnTo>
                <a:lnTo>
                  <a:pt x="1226477" y="154600"/>
                </a:lnTo>
                <a:lnTo>
                  <a:pt x="1245260" y="154705"/>
                </a:lnTo>
                <a:lnTo>
                  <a:pt x="1264034" y="154753"/>
                </a:lnTo>
                <a:lnTo>
                  <a:pt x="1282817" y="154734"/>
                </a:lnTo>
                <a:lnTo>
                  <a:pt x="1301591" y="154657"/>
                </a:lnTo>
                <a:lnTo>
                  <a:pt x="1320365" y="154515"/>
                </a:lnTo>
                <a:lnTo>
                  <a:pt x="1339148" y="154305"/>
                </a:lnTo>
                <a:lnTo>
                  <a:pt x="1357913" y="154000"/>
                </a:lnTo>
                <a:lnTo>
                  <a:pt x="1376686" y="153610"/>
                </a:lnTo>
                <a:lnTo>
                  <a:pt x="1395441" y="153114"/>
                </a:lnTo>
                <a:lnTo>
                  <a:pt x="1414196" y="152505"/>
                </a:lnTo>
                <a:lnTo>
                  <a:pt x="1432941" y="151771"/>
                </a:lnTo>
                <a:lnTo>
                  <a:pt x="1451667" y="150886"/>
                </a:lnTo>
                <a:lnTo>
                  <a:pt x="1470374" y="149847"/>
                </a:lnTo>
                <a:lnTo>
                  <a:pt x="1489043" y="148609"/>
                </a:lnTo>
                <a:lnTo>
                  <a:pt x="1507684" y="147152"/>
                </a:lnTo>
                <a:lnTo>
                  <a:pt x="1526257" y="145437"/>
                </a:lnTo>
                <a:lnTo>
                  <a:pt x="1544755" y="143399"/>
                </a:lnTo>
                <a:lnTo>
                  <a:pt x="1563138" y="140980"/>
                </a:lnTo>
                <a:lnTo>
                  <a:pt x="1581341" y="138074"/>
                </a:lnTo>
                <a:lnTo>
                  <a:pt x="1599257" y="134541"/>
                </a:lnTo>
                <a:lnTo>
                  <a:pt x="1616697" y="130169"/>
                </a:lnTo>
                <a:lnTo>
                  <a:pt x="1633271" y="124616"/>
                </a:lnTo>
                <a:lnTo>
                  <a:pt x="1648063" y="117367"/>
                </a:lnTo>
                <a:lnTo>
                  <a:pt x="1659131" y="107871"/>
                </a:lnTo>
                <a:lnTo>
                  <a:pt x="1663579" y="96469"/>
                </a:lnTo>
                <a:lnTo>
                  <a:pt x="1676171" y="90535"/>
                </a:lnTo>
                <a:lnTo>
                  <a:pt x="1693840" y="86535"/>
                </a:lnTo>
                <a:lnTo>
                  <a:pt x="1711271" y="82134"/>
                </a:lnTo>
                <a:lnTo>
                  <a:pt x="1728483" y="77400"/>
                </a:lnTo>
                <a:lnTo>
                  <a:pt x="1745466" y="72352"/>
                </a:lnTo>
                <a:lnTo>
                  <a:pt x="1762230" y="67018"/>
                </a:lnTo>
                <a:lnTo>
                  <a:pt x="1778765" y="61408"/>
                </a:lnTo>
                <a:lnTo>
                  <a:pt x="1795072" y="55540"/>
                </a:lnTo>
                <a:lnTo>
                  <a:pt x="1811141" y="49416"/>
                </a:lnTo>
                <a:lnTo>
                  <a:pt x="1826971" y="43053"/>
                </a:lnTo>
                <a:lnTo>
                  <a:pt x="1842545" y="36443"/>
                </a:lnTo>
                <a:lnTo>
                  <a:pt x="1857870" y="29604"/>
                </a:lnTo>
                <a:lnTo>
                  <a:pt x="1872929" y="22527"/>
                </a:lnTo>
                <a:lnTo>
                  <a:pt x="1887712" y="15240"/>
                </a:lnTo>
                <a:lnTo>
                  <a:pt x="1902228" y="7725"/>
                </a:lnTo>
                <a:lnTo>
                  <a:pt x="1916449" y="0"/>
                </a:lnTo>
                <a:close/>
              </a:path>
            </a:pathLst>
          </a:custGeom>
          <a:solidFill xmlns:a="http://schemas.openxmlformats.org/drawingml/2006/main">
            <a:srgbClr val="B5C5D7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32CC821F-8C95-4C8D-961B-1D87D99A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303" y="2258025"/>
            <a:ext cx="1916611" cy="1208037"/>
          </a:xfrm>
          <a:custGeom xmlns:a="http://schemas.openxmlformats.org/drawingml/2006/main">
            <a:pathLst>
              <a:path w="1916611" h="1208037">
                <a:moveTo>
                  <a:pt x="0" y="1208037"/>
                </a:moveTo>
                <a:lnTo>
                  <a:pt x="30775" y="1208037"/>
                </a:lnTo>
                <a:lnTo>
                  <a:pt x="61551" y="1208037"/>
                </a:lnTo>
                <a:lnTo>
                  <a:pt x="92316" y="1208037"/>
                </a:lnTo>
                <a:lnTo>
                  <a:pt x="123092" y="1208037"/>
                </a:lnTo>
                <a:lnTo>
                  <a:pt x="153867" y="1208037"/>
                </a:lnTo>
                <a:lnTo>
                  <a:pt x="184642" y="1208037"/>
                </a:lnTo>
                <a:lnTo>
                  <a:pt x="215408" y="1208037"/>
                </a:lnTo>
                <a:lnTo>
                  <a:pt x="246183" y="1208037"/>
                </a:lnTo>
                <a:lnTo>
                  <a:pt x="276958" y="1208037"/>
                </a:lnTo>
                <a:lnTo>
                  <a:pt x="307734" y="1208037"/>
                </a:lnTo>
                <a:lnTo>
                  <a:pt x="338509" y="1208037"/>
                </a:lnTo>
                <a:lnTo>
                  <a:pt x="369275" y="1208037"/>
                </a:lnTo>
                <a:lnTo>
                  <a:pt x="400050" y="1208037"/>
                </a:lnTo>
                <a:lnTo>
                  <a:pt x="430825" y="1208037"/>
                </a:lnTo>
                <a:lnTo>
                  <a:pt x="461601" y="1208037"/>
                </a:lnTo>
                <a:lnTo>
                  <a:pt x="492376" y="1208037"/>
                </a:lnTo>
                <a:lnTo>
                  <a:pt x="523142" y="1208037"/>
                </a:lnTo>
                <a:lnTo>
                  <a:pt x="553917" y="1208037"/>
                </a:lnTo>
                <a:lnTo>
                  <a:pt x="584692" y="1208037"/>
                </a:lnTo>
                <a:lnTo>
                  <a:pt x="615467" y="1208037"/>
                </a:lnTo>
                <a:lnTo>
                  <a:pt x="646233" y="1208037"/>
                </a:lnTo>
                <a:lnTo>
                  <a:pt x="677008" y="1208037"/>
                </a:lnTo>
                <a:lnTo>
                  <a:pt x="707784" y="1208037"/>
                </a:lnTo>
                <a:lnTo>
                  <a:pt x="738559" y="1208037"/>
                </a:lnTo>
                <a:lnTo>
                  <a:pt x="769334" y="1208037"/>
                </a:lnTo>
                <a:lnTo>
                  <a:pt x="800100" y="1208037"/>
                </a:lnTo>
                <a:lnTo>
                  <a:pt x="830875" y="1208037"/>
                </a:lnTo>
                <a:lnTo>
                  <a:pt x="861651" y="1208037"/>
                </a:lnTo>
                <a:lnTo>
                  <a:pt x="892426" y="1208037"/>
                </a:lnTo>
                <a:lnTo>
                  <a:pt x="923201" y="1208037"/>
                </a:lnTo>
                <a:lnTo>
                  <a:pt x="953967" y="1208037"/>
                </a:lnTo>
                <a:lnTo>
                  <a:pt x="984742" y="1208037"/>
                </a:lnTo>
                <a:lnTo>
                  <a:pt x="1015517" y="1208037"/>
                </a:lnTo>
                <a:lnTo>
                  <a:pt x="1046293" y="1208037"/>
                </a:lnTo>
                <a:lnTo>
                  <a:pt x="1077058" y="1208037"/>
                </a:lnTo>
                <a:lnTo>
                  <a:pt x="1107834" y="1208037"/>
                </a:lnTo>
                <a:lnTo>
                  <a:pt x="1138609" y="1208037"/>
                </a:lnTo>
                <a:lnTo>
                  <a:pt x="1169384" y="1208037"/>
                </a:lnTo>
                <a:lnTo>
                  <a:pt x="1200160" y="1208037"/>
                </a:lnTo>
                <a:lnTo>
                  <a:pt x="1230925" y="1208037"/>
                </a:lnTo>
                <a:lnTo>
                  <a:pt x="1261701" y="1208037"/>
                </a:lnTo>
                <a:lnTo>
                  <a:pt x="1292171" y="1205855"/>
                </a:lnTo>
                <a:lnTo>
                  <a:pt x="1322470" y="1202465"/>
                </a:lnTo>
                <a:lnTo>
                  <a:pt x="1352769" y="1199074"/>
                </a:lnTo>
                <a:lnTo>
                  <a:pt x="1383068" y="1195683"/>
                </a:lnTo>
                <a:lnTo>
                  <a:pt x="1413367" y="1192301"/>
                </a:lnTo>
                <a:lnTo>
                  <a:pt x="1443666" y="1188911"/>
                </a:lnTo>
                <a:lnTo>
                  <a:pt x="1473975" y="1185520"/>
                </a:lnTo>
                <a:lnTo>
                  <a:pt x="1504274" y="1182138"/>
                </a:lnTo>
                <a:lnTo>
                  <a:pt x="1527400" y="1170270"/>
                </a:lnTo>
                <a:lnTo>
                  <a:pt x="1548755" y="1156297"/>
                </a:lnTo>
                <a:lnTo>
                  <a:pt x="1570111" y="1142333"/>
                </a:lnTo>
                <a:lnTo>
                  <a:pt x="1591456" y="1128370"/>
                </a:lnTo>
                <a:lnTo>
                  <a:pt x="1612811" y="1114396"/>
                </a:lnTo>
                <a:lnTo>
                  <a:pt x="1634166" y="1100433"/>
                </a:lnTo>
                <a:lnTo>
                  <a:pt x="1655521" y="1086469"/>
                </a:lnTo>
                <a:lnTo>
                  <a:pt x="1676876" y="1072496"/>
                </a:lnTo>
                <a:lnTo>
                  <a:pt x="1698231" y="1058532"/>
                </a:lnTo>
                <a:lnTo>
                  <a:pt x="1719577" y="1044569"/>
                </a:lnTo>
                <a:lnTo>
                  <a:pt x="1740932" y="1030595"/>
                </a:lnTo>
                <a:lnTo>
                  <a:pt x="1762287" y="1016632"/>
                </a:lnTo>
                <a:lnTo>
                  <a:pt x="1783642" y="1002668"/>
                </a:lnTo>
                <a:lnTo>
                  <a:pt x="1804997" y="988695"/>
                </a:lnTo>
                <a:lnTo>
                  <a:pt x="1826343" y="974731"/>
                </a:lnTo>
                <a:lnTo>
                  <a:pt x="1847698" y="960768"/>
                </a:lnTo>
                <a:lnTo>
                  <a:pt x="1869053" y="946795"/>
                </a:lnTo>
                <a:lnTo>
                  <a:pt x="1890408" y="932831"/>
                </a:lnTo>
                <a:lnTo>
                  <a:pt x="1911763" y="918867"/>
                </a:lnTo>
                <a:lnTo>
                  <a:pt x="1916611" y="900703"/>
                </a:lnTo>
                <a:lnTo>
                  <a:pt x="1916611" y="881301"/>
                </a:lnTo>
                <a:lnTo>
                  <a:pt x="1916611" y="861908"/>
                </a:lnTo>
                <a:lnTo>
                  <a:pt x="1916611" y="842515"/>
                </a:lnTo>
                <a:lnTo>
                  <a:pt x="1916611" y="823112"/>
                </a:lnTo>
                <a:lnTo>
                  <a:pt x="1916611" y="803720"/>
                </a:lnTo>
                <a:lnTo>
                  <a:pt x="1916611" y="784327"/>
                </a:lnTo>
                <a:lnTo>
                  <a:pt x="1916611" y="764924"/>
                </a:lnTo>
                <a:lnTo>
                  <a:pt x="1916611" y="745531"/>
                </a:lnTo>
                <a:lnTo>
                  <a:pt x="1916611" y="726129"/>
                </a:lnTo>
                <a:lnTo>
                  <a:pt x="1916611" y="706736"/>
                </a:lnTo>
                <a:lnTo>
                  <a:pt x="1916611" y="687343"/>
                </a:lnTo>
                <a:lnTo>
                  <a:pt x="1916611" y="667941"/>
                </a:lnTo>
                <a:lnTo>
                  <a:pt x="1916611" y="648548"/>
                </a:lnTo>
                <a:lnTo>
                  <a:pt x="1916611" y="629155"/>
                </a:lnTo>
                <a:lnTo>
                  <a:pt x="1916611" y="609752"/>
                </a:lnTo>
                <a:lnTo>
                  <a:pt x="1916611" y="590360"/>
                </a:lnTo>
                <a:lnTo>
                  <a:pt x="1916611" y="570967"/>
                </a:lnTo>
                <a:lnTo>
                  <a:pt x="1916611" y="551564"/>
                </a:lnTo>
                <a:lnTo>
                  <a:pt x="1916611" y="532171"/>
                </a:lnTo>
                <a:lnTo>
                  <a:pt x="1916611" y="512769"/>
                </a:lnTo>
                <a:lnTo>
                  <a:pt x="1916611" y="493376"/>
                </a:lnTo>
                <a:lnTo>
                  <a:pt x="1916611" y="473983"/>
                </a:lnTo>
                <a:lnTo>
                  <a:pt x="1916611" y="454581"/>
                </a:lnTo>
                <a:lnTo>
                  <a:pt x="1916611" y="435188"/>
                </a:lnTo>
                <a:lnTo>
                  <a:pt x="1916611" y="415795"/>
                </a:lnTo>
                <a:lnTo>
                  <a:pt x="1916611" y="396392"/>
                </a:lnTo>
                <a:lnTo>
                  <a:pt x="1916611" y="377000"/>
                </a:lnTo>
                <a:lnTo>
                  <a:pt x="1916611" y="357607"/>
                </a:lnTo>
                <a:lnTo>
                  <a:pt x="1916611" y="338204"/>
                </a:lnTo>
                <a:lnTo>
                  <a:pt x="1916611" y="318811"/>
                </a:lnTo>
                <a:lnTo>
                  <a:pt x="1916611" y="299409"/>
                </a:lnTo>
                <a:lnTo>
                  <a:pt x="1916611" y="280016"/>
                </a:lnTo>
                <a:lnTo>
                  <a:pt x="1916611" y="260623"/>
                </a:lnTo>
                <a:lnTo>
                  <a:pt x="1916611" y="241221"/>
                </a:lnTo>
                <a:lnTo>
                  <a:pt x="1916611" y="221828"/>
                </a:lnTo>
                <a:lnTo>
                  <a:pt x="1916611" y="202435"/>
                </a:lnTo>
                <a:lnTo>
                  <a:pt x="1916611" y="183032"/>
                </a:lnTo>
                <a:lnTo>
                  <a:pt x="1916611" y="163640"/>
                </a:lnTo>
                <a:lnTo>
                  <a:pt x="1916611" y="144247"/>
                </a:lnTo>
                <a:lnTo>
                  <a:pt x="1916611" y="124844"/>
                </a:lnTo>
                <a:lnTo>
                  <a:pt x="1916611" y="105451"/>
                </a:lnTo>
                <a:lnTo>
                  <a:pt x="1916611" y="86058"/>
                </a:lnTo>
                <a:lnTo>
                  <a:pt x="1916611" y="66656"/>
                </a:lnTo>
                <a:lnTo>
                  <a:pt x="1916611" y="47263"/>
                </a:lnTo>
                <a:lnTo>
                  <a:pt x="1916611" y="27861"/>
                </a:lnTo>
                <a:lnTo>
                  <a:pt x="1916611" y="8468"/>
                </a:lnTo>
                <a:lnTo>
                  <a:pt x="1899266" y="0"/>
                </a:lnTo>
                <a:lnTo>
                  <a:pt x="1868500" y="0"/>
                </a:lnTo>
                <a:lnTo>
                  <a:pt x="1837725" y="0"/>
                </a:lnTo>
                <a:lnTo>
                  <a:pt x="1806950" y="0"/>
                </a:lnTo>
                <a:lnTo>
                  <a:pt x="1776174" y="0"/>
                </a:lnTo>
                <a:lnTo>
                  <a:pt x="1745409" y="0"/>
                </a:lnTo>
                <a:lnTo>
                  <a:pt x="1714633" y="0"/>
                </a:lnTo>
                <a:lnTo>
                  <a:pt x="1683858" y="0"/>
                </a:lnTo>
                <a:lnTo>
                  <a:pt x="1653083" y="0"/>
                </a:lnTo>
                <a:lnTo>
                  <a:pt x="1622308" y="0"/>
                </a:lnTo>
                <a:lnTo>
                  <a:pt x="1591542" y="0"/>
                </a:lnTo>
                <a:lnTo>
                  <a:pt x="1560767" y="0"/>
                </a:lnTo>
                <a:lnTo>
                  <a:pt x="1529991" y="0"/>
                </a:lnTo>
                <a:lnTo>
                  <a:pt x="1499216" y="0"/>
                </a:lnTo>
                <a:lnTo>
                  <a:pt x="1468450" y="0"/>
                </a:lnTo>
                <a:lnTo>
                  <a:pt x="1437675" y="0"/>
                </a:lnTo>
                <a:lnTo>
                  <a:pt x="1406900" y="0"/>
                </a:lnTo>
                <a:lnTo>
                  <a:pt x="1376124" y="0"/>
                </a:lnTo>
                <a:lnTo>
                  <a:pt x="1345349" y="0"/>
                </a:lnTo>
                <a:lnTo>
                  <a:pt x="1314583" y="0"/>
                </a:lnTo>
                <a:lnTo>
                  <a:pt x="1283808" y="0"/>
                </a:lnTo>
                <a:lnTo>
                  <a:pt x="1253033" y="0"/>
                </a:lnTo>
                <a:lnTo>
                  <a:pt x="1222258" y="0"/>
                </a:lnTo>
                <a:lnTo>
                  <a:pt x="1191482" y="0"/>
                </a:lnTo>
                <a:lnTo>
                  <a:pt x="1160717" y="0"/>
                </a:lnTo>
                <a:lnTo>
                  <a:pt x="1129941" y="0"/>
                </a:lnTo>
                <a:lnTo>
                  <a:pt x="1099166" y="0"/>
                </a:lnTo>
                <a:lnTo>
                  <a:pt x="1068391" y="0"/>
                </a:lnTo>
                <a:lnTo>
                  <a:pt x="1037625" y="0"/>
                </a:lnTo>
                <a:lnTo>
                  <a:pt x="1006850" y="0"/>
                </a:lnTo>
                <a:lnTo>
                  <a:pt x="976074" y="0"/>
                </a:lnTo>
                <a:lnTo>
                  <a:pt x="945299" y="0"/>
                </a:lnTo>
                <a:lnTo>
                  <a:pt x="914524" y="0"/>
                </a:lnTo>
                <a:lnTo>
                  <a:pt x="883758" y="0"/>
                </a:lnTo>
                <a:lnTo>
                  <a:pt x="852983" y="0"/>
                </a:lnTo>
                <a:lnTo>
                  <a:pt x="822208" y="0"/>
                </a:lnTo>
                <a:lnTo>
                  <a:pt x="791432" y="0"/>
                </a:lnTo>
                <a:lnTo>
                  <a:pt x="760657" y="0"/>
                </a:lnTo>
                <a:lnTo>
                  <a:pt x="729891" y="0"/>
                </a:lnTo>
                <a:lnTo>
                  <a:pt x="699116" y="0"/>
                </a:lnTo>
                <a:lnTo>
                  <a:pt x="668341" y="0"/>
                </a:lnTo>
                <a:lnTo>
                  <a:pt x="637565" y="0"/>
                </a:lnTo>
                <a:lnTo>
                  <a:pt x="606800" y="0"/>
                </a:lnTo>
                <a:lnTo>
                  <a:pt x="576024" y="0"/>
                </a:lnTo>
                <a:lnTo>
                  <a:pt x="545249" y="0"/>
                </a:lnTo>
                <a:lnTo>
                  <a:pt x="514474" y="0"/>
                </a:lnTo>
                <a:lnTo>
                  <a:pt x="483699" y="0"/>
                </a:lnTo>
                <a:lnTo>
                  <a:pt x="452933" y="0"/>
                </a:lnTo>
                <a:lnTo>
                  <a:pt x="422158" y="0"/>
                </a:lnTo>
                <a:lnTo>
                  <a:pt x="391382" y="0"/>
                </a:lnTo>
                <a:lnTo>
                  <a:pt x="360607" y="0"/>
                </a:lnTo>
                <a:lnTo>
                  <a:pt x="329832" y="0"/>
                </a:lnTo>
                <a:lnTo>
                  <a:pt x="299066" y="0"/>
                </a:lnTo>
                <a:lnTo>
                  <a:pt x="268291" y="0"/>
                </a:lnTo>
                <a:lnTo>
                  <a:pt x="237515" y="0"/>
                </a:lnTo>
                <a:lnTo>
                  <a:pt x="206740" y="0"/>
                </a:lnTo>
                <a:lnTo>
                  <a:pt x="175974" y="0"/>
                </a:lnTo>
                <a:lnTo>
                  <a:pt x="145199" y="0"/>
                </a:lnTo>
                <a:lnTo>
                  <a:pt x="114424" y="0"/>
                </a:lnTo>
                <a:lnTo>
                  <a:pt x="83649" y="0"/>
                </a:lnTo>
                <a:lnTo>
                  <a:pt x="52873" y="0"/>
                </a:lnTo>
                <a:lnTo>
                  <a:pt x="22108" y="0"/>
                </a:lnTo>
                <a:lnTo>
                  <a:pt x="0" y="5467"/>
                </a:lnTo>
                <a:lnTo>
                  <a:pt x="0" y="24860"/>
                </a:lnTo>
                <a:lnTo>
                  <a:pt x="0" y="44253"/>
                </a:lnTo>
                <a:lnTo>
                  <a:pt x="0" y="63656"/>
                </a:lnTo>
                <a:lnTo>
                  <a:pt x="0" y="83048"/>
                </a:lnTo>
                <a:lnTo>
                  <a:pt x="0" y="102441"/>
                </a:lnTo>
                <a:lnTo>
                  <a:pt x="0" y="121844"/>
                </a:lnTo>
                <a:lnTo>
                  <a:pt x="0" y="141237"/>
                </a:lnTo>
                <a:lnTo>
                  <a:pt x="0" y="160639"/>
                </a:lnTo>
                <a:lnTo>
                  <a:pt x="0" y="180032"/>
                </a:lnTo>
                <a:lnTo>
                  <a:pt x="0" y="199425"/>
                </a:lnTo>
                <a:lnTo>
                  <a:pt x="0" y="218827"/>
                </a:lnTo>
                <a:lnTo>
                  <a:pt x="0" y="238220"/>
                </a:lnTo>
                <a:lnTo>
                  <a:pt x="0" y="257613"/>
                </a:lnTo>
                <a:lnTo>
                  <a:pt x="0" y="277016"/>
                </a:lnTo>
                <a:lnTo>
                  <a:pt x="0" y="296408"/>
                </a:lnTo>
                <a:lnTo>
                  <a:pt x="0" y="315801"/>
                </a:lnTo>
                <a:lnTo>
                  <a:pt x="0" y="335204"/>
                </a:lnTo>
                <a:lnTo>
                  <a:pt x="0" y="354597"/>
                </a:lnTo>
                <a:lnTo>
                  <a:pt x="0" y="373999"/>
                </a:lnTo>
                <a:lnTo>
                  <a:pt x="0" y="393392"/>
                </a:lnTo>
                <a:lnTo>
                  <a:pt x="0" y="412785"/>
                </a:lnTo>
                <a:lnTo>
                  <a:pt x="0" y="432187"/>
                </a:lnTo>
                <a:lnTo>
                  <a:pt x="0" y="451580"/>
                </a:lnTo>
                <a:lnTo>
                  <a:pt x="0" y="470973"/>
                </a:lnTo>
                <a:lnTo>
                  <a:pt x="0" y="490376"/>
                </a:lnTo>
                <a:lnTo>
                  <a:pt x="0" y="509768"/>
                </a:lnTo>
                <a:lnTo>
                  <a:pt x="0" y="529161"/>
                </a:lnTo>
                <a:lnTo>
                  <a:pt x="0" y="548564"/>
                </a:lnTo>
                <a:lnTo>
                  <a:pt x="0" y="567957"/>
                </a:lnTo>
                <a:lnTo>
                  <a:pt x="0" y="587359"/>
                </a:lnTo>
                <a:lnTo>
                  <a:pt x="0" y="606752"/>
                </a:lnTo>
                <a:lnTo>
                  <a:pt x="0" y="626145"/>
                </a:lnTo>
                <a:lnTo>
                  <a:pt x="0" y="645547"/>
                </a:lnTo>
                <a:lnTo>
                  <a:pt x="0" y="664940"/>
                </a:lnTo>
                <a:lnTo>
                  <a:pt x="0" y="684333"/>
                </a:lnTo>
                <a:lnTo>
                  <a:pt x="0" y="703736"/>
                </a:lnTo>
                <a:lnTo>
                  <a:pt x="0" y="723128"/>
                </a:lnTo>
                <a:lnTo>
                  <a:pt x="0" y="742521"/>
                </a:lnTo>
                <a:lnTo>
                  <a:pt x="0" y="761924"/>
                </a:lnTo>
                <a:lnTo>
                  <a:pt x="0" y="781317"/>
                </a:lnTo>
                <a:lnTo>
                  <a:pt x="0" y="800719"/>
                </a:lnTo>
                <a:lnTo>
                  <a:pt x="0" y="820112"/>
                </a:lnTo>
                <a:lnTo>
                  <a:pt x="0" y="839505"/>
                </a:lnTo>
                <a:lnTo>
                  <a:pt x="0" y="858907"/>
                </a:lnTo>
                <a:lnTo>
                  <a:pt x="0" y="878300"/>
                </a:lnTo>
                <a:lnTo>
                  <a:pt x="0" y="897693"/>
                </a:lnTo>
                <a:lnTo>
                  <a:pt x="0" y="917096"/>
                </a:lnTo>
                <a:lnTo>
                  <a:pt x="0" y="936488"/>
                </a:lnTo>
                <a:lnTo>
                  <a:pt x="0" y="955881"/>
                </a:lnTo>
                <a:lnTo>
                  <a:pt x="0" y="975284"/>
                </a:lnTo>
                <a:lnTo>
                  <a:pt x="0" y="994677"/>
                </a:lnTo>
                <a:lnTo>
                  <a:pt x="0" y="1014079"/>
                </a:lnTo>
                <a:lnTo>
                  <a:pt x="0" y="1033472"/>
                </a:lnTo>
                <a:lnTo>
                  <a:pt x="0" y="1052865"/>
                </a:lnTo>
                <a:lnTo>
                  <a:pt x="0" y="1072267"/>
                </a:lnTo>
                <a:lnTo>
                  <a:pt x="0" y="1091660"/>
                </a:lnTo>
                <a:lnTo>
                  <a:pt x="0" y="1111053"/>
                </a:lnTo>
                <a:lnTo>
                  <a:pt x="0" y="1130456"/>
                </a:lnTo>
                <a:lnTo>
                  <a:pt x="0" y="1149848"/>
                </a:lnTo>
                <a:lnTo>
                  <a:pt x="0" y="1169241"/>
                </a:lnTo>
                <a:lnTo>
                  <a:pt x="0" y="1188644"/>
                </a:lnTo>
                <a:lnTo>
                  <a:pt x="0" y="120803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C5D7"/>
            </a:solidFill>
            <a:prstDash val="solid"/>
          </a:ln>
        </p:spPr>
      </p:sp>
      <p:sp>
        <p:nvSpPr>
          <p:cNvPr id="11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217AC1A3-83BD-46D1-802C-98D57CF7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303" y="2258025"/>
            <a:ext cx="1916611" cy="2077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ABF491B1-321A-439C-BDE6-D52F19D4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5778" y="3173711"/>
            <a:ext cx="706136" cy="292570"/>
          </a:xfrm>
          <a:custGeom xmlns:a="http://schemas.openxmlformats.org/drawingml/2006/main">
            <a:pathLst>
              <a:path w="706136" h="292570">
                <a:moveTo>
                  <a:pt x="706136" y="0"/>
                </a:moveTo>
                <a:lnTo>
                  <a:pt x="705298" y="4848"/>
                </a:lnTo>
                <a:lnTo>
                  <a:pt x="704193" y="9687"/>
                </a:lnTo>
                <a:lnTo>
                  <a:pt x="702907" y="14497"/>
                </a:lnTo>
                <a:lnTo>
                  <a:pt x="701459" y="19298"/>
                </a:lnTo>
                <a:lnTo>
                  <a:pt x="699859" y="24070"/>
                </a:lnTo>
                <a:lnTo>
                  <a:pt x="698125" y="28832"/>
                </a:lnTo>
                <a:lnTo>
                  <a:pt x="696258" y="33566"/>
                </a:lnTo>
                <a:lnTo>
                  <a:pt x="694258" y="38281"/>
                </a:lnTo>
                <a:lnTo>
                  <a:pt x="692144" y="42977"/>
                </a:lnTo>
                <a:lnTo>
                  <a:pt x="689905" y="47654"/>
                </a:lnTo>
                <a:lnTo>
                  <a:pt x="687543" y="52302"/>
                </a:lnTo>
                <a:lnTo>
                  <a:pt x="685076" y="56931"/>
                </a:lnTo>
                <a:lnTo>
                  <a:pt x="682485" y="61532"/>
                </a:lnTo>
                <a:lnTo>
                  <a:pt x="679790" y="66113"/>
                </a:lnTo>
                <a:lnTo>
                  <a:pt x="676980" y="70656"/>
                </a:lnTo>
                <a:lnTo>
                  <a:pt x="674056" y="75181"/>
                </a:lnTo>
                <a:lnTo>
                  <a:pt x="671017" y="79667"/>
                </a:lnTo>
                <a:lnTo>
                  <a:pt x="667883" y="84134"/>
                </a:lnTo>
                <a:lnTo>
                  <a:pt x="664635" y="88563"/>
                </a:lnTo>
                <a:lnTo>
                  <a:pt x="661273" y="92964"/>
                </a:lnTo>
                <a:lnTo>
                  <a:pt x="657816" y="97336"/>
                </a:lnTo>
                <a:lnTo>
                  <a:pt x="654253" y="101670"/>
                </a:lnTo>
                <a:lnTo>
                  <a:pt x="650577" y="105966"/>
                </a:lnTo>
                <a:lnTo>
                  <a:pt x="646795" y="110223"/>
                </a:lnTo>
                <a:lnTo>
                  <a:pt x="642918" y="114452"/>
                </a:lnTo>
                <a:lnTo>
                  <a:pt x="638937" y="118643"/>
                </a:lnTo>
                <a:lnTo>
                  <a:pt x="634851" y="122787"/>
                </a:lnTo>
                <a:lnTo>
                  <a:pt x="630669" y="126892"/>
                </a:lnTo>
                <a:lnTo>
                  <a:pt x="626383" y="130959"/>
                </a:lnTo>
                <a:lnTo>
                  <a:pt x="622002" y="134988"/>
                </a:lnTo>
                <a:lnTo>
                  <a:pt x="617515" y="138970"/>
                </a:lnTo>
                <a:lnTo>
                  <a:pt x="612934" y="142904"/>
                </a:lnTo>
                <a:lnTo>
                  <a:pt x="608267" y="146799"/>
                </a:lnTo>
                <a:lnTo>
                  <a:pt x="603494" y="150647"/>
                </a:lnTo>
                <a:lnTo>
                  <a:pt x="598627" y="154448"/>
                </a:lnTo>
                <a:lnTo>
                  <a:pt x="593674" y="158191"/>
                </a:lnTo>
                <a:lnTo>
                  <a:pt x="588626" y="161896"/>
                </a:lnTo>
                <a:lnTo>
                  <a:pt x="583492" y="165554"/>
                </a:lnTo>
                <a:lnTo>
                  <a:pt x="578263" y="169154"/>
                </a:lnTo>
                <a:lnTo>
                  <a:pt x="572948" y="172707"/>
                </a:lnTo>
                <a:lnTo>
                  <a:pt x="567547" y="176213"/>
                </a:lnTo>
                <a:lnTo>
                  <a:pt x="562070" y="179661"/>
                </a:lnTo>
                <a:lnTo>
                  <a:pt x="556508" y="183051"/>
                </a:lnTo>
                <a:lnTo>
                  <a:pt x="550859" y="186395"/>
                </a:lnTo>
                <a:lnTo>
                  <a:pt x="545135" y="189681"/>
                </a:lnTo>
                <a:lnTo>
                  <a:pt x="539334" y="192919"/>
                </a:lnTo>
                <a:lnTo>
                  <a:pt x="533448" y="196101"/>
                </a:lnTo>
                <a:lnTo>
                  <a:pt x="527504" y="199225"/>
                </a:lnTo>
                <a:lnTo>
                  <a:pt x="521475" y="202292"/>
                </a:lnTo>
                <a:lnTo>
                  <a:pt x="515379" y="205302"/>
                </a:lnTo>
                <a:lnTo>
                  <a:pt x="509216" y="208255"/>
                </a:lnTo>
                <a:lnTo>
                  <a:pt x="502977" y="211150"/>
                </a:lnTo>
                <a:lnTo>
                  <a:pt x="496681" y="213998"/>
                </a:lnTo>
                <a:lnTo>
                  <a:pt x="490328" y="216779"/>
                </a:lnTo>
                <a:lnTo>
                  <a:pt x="483899" y="219513"/>
                </a:lnTo>
                <a:lnTo>
                  <a:pt x="477422" y="222180"/>
                </a:lnTo>
                <a:lnTo>
                  <a:pt x="470878" y="224800"/>
                </a:lnTo>
                <a:lnTo>
                  <a:pt x="464287" y="227362"/>
                </a:lnTo>
                <a:lnTo>
                  <a:pt x="457629" y="229857"/>
                </a:lnTo>
                <a:lnTo>
                  <a:pt x="450923" y="232305"/>
                </a:lnTo>
                <a:lnTo>
                  <a:pt x="444170" y="234696"/>
                </a:lnTo>
                <a:lnTo>
                  <a:pt x="437369" y="237030"/>
                </a:lnTo>
                <a:lnTo>
                  <a:pt x="430520" y="239306"/>
                </a:lnTo>
                <a:lnTo>
                  <a:pt x="423615" y="241525"/>
                </a:lnTo>
                <a:lnTo>
                  <a:pt x="416681" y="243688"/>
                </a:lnTo>
                <a:lnTo>
                  <a:pt x="409689" y="245802"/>
                </a:lnTo>
                <a:lnTo>
                  <a:pt x="402669" y="247860"/>
                </a:lnTo>
                <a:lnTo>
                  <a:pt x="395602" y="249860"/>
                </a:lnTo>
                <a:lnTo>
                  <a:pt x="388506" y="251803"/>
                </a:lnTo>
                <a:lnTo>
                  <a:pt x="381362" y="253698"/>
                </a:lnTo>
                <a:lnTo>
                  <a:pt x="374190" y="255546"/>
                </a:lnTo>
                <a:lnTo>
                  <a:pt x="366979" y="257337"/>
                </a:lnTo>
                <a:lnTo>
                  <a:pt x="359750" y="259070"/>
                </a:lnTo>
                <a:lnTo>
                  <a:pt x="352473" y="260756"/>
                </a:lnTo>
                <a:lnTo>
                  <a:pt x="345176" y="262395"/>
                </a:lnTo>
                <a:lnTo>
                  <a:pt x="337852" y="263976"/>
                </a:lnTo>
                <a:lnTo>
                  <a:pt x="330498" y="265509"/>
                </a:lnTo>
                <a:lnTo>
                  <a:pt x="323117" y="266995"/>
                </a:lnTo>
                <a:lnTo>
                  <a:pt x="315716" y="268434"/>
                </a:lnTo>
                <a:lnTo>
                  <a:pt x="308296" y="269824"/>
                </a:lnTo>
                <a:lnTo>
                  <a:pt x="300847" y="271158"/>
                </a:lnTo>
                <a:lnTo>
                  <a:pt x="293380" y="272453"/>
                </a:lnTo>
                <a:lnTo>
                  <a:pt x="285883" y="273701"/>
                </a:lnTo>
                <a:lnTo>
                  <a:pt x="278378" y="274901"/>
                </a:lnTo>
                <a:lnTo>
                  <a:pt x="270853" y="276063"/>
                </a:lnTo>
                <a:lnTo>
                  <a:pt x="263309" y="277168"/>
                </a:lnTo>
                <a:lnTo>
                  <a:pt x="255756" y="278235"/>
                </a:lnTo>
                <a:lnTo>
                  <a:pt x="248183" y="279263"/>
                </a:lnTo>
                <a:lnTo>
                  <a:pt x="240592" y="280245"/>
                </a:lnTo>
                <a:lnTo>
                  <a:pt x="232991" y="281178"/>
                </a:lnTo>
                <a:lnTo>
                  <a:pt x="225381" y="282083"/>
                </a:lnTo>
                <a:lnTo>
                  <a:pt x="217751" y="282931"/>
                </a:lnTo>
                <a:lnTo>
                  <a:pt x="210112" y="283750"/>
                </a:lnTo>
                <a:lnTo>
                  <a:pt x="202473" y="284531"/>
                </a:lnTo>
                <a:lnTo>
                  <a:pt x="194815" y="285264"/>
                </a:lnTo>
                <a:lnTo>
                  <a:pt x="187147" y="285960"/>
                </a:lnTo>
                <a:lnTo>
                  <a:pt x="179470" y="286617"/>
                </a:lnTo>
                <a:lnTo>
                  <a:pt x="171793" y="287236"/>
                </a:lnTo>
                <a:lnTo>
                  <a:pt x="164097" y="287826"/>
                </a:lnTo>
                <a:lnTo>
                  <a:pt x="156401" y="288369"/>
                </a:lnTo>
                <a:lnTo>
                  <a:pt x="148695" y="288884"/>
                </a:lnTo>
                <a:lnTo>
                  <a:pt x="140989" y="289360"/>
                </a:lnTo>
                <a:lnTo>
                  <a:pt x="133274" y="289798"/>
                </a:lnTo>
                <a:lnTo>
                  <a:pt x="125559" y="290208"/>
                </a:lnTo>
                <a:lnTo>
                  <a:pt x="117834" y="290579"/>
                </a:lnTo>
                <a:lnTo>
                  <a:pt x="110109" y="290913"/>
                </a:lnTo>
                <a:lnTo>
                  <a:pt x="102375" y="291217"/>
                </a:lnTo>
                <a:lnTo>
                  <a:pt x="94640" y="291494"/>
                </a:lnTo>
                <a:lnTo>
                  <a:pt x="86906" y="291732"/>
                </a:lnTo>
                <a:lnTo>
                  <a:pt x="79172" y="291941"/>
                </a:lnTo>
                <a:lnTo>
                  <a:pt x="71428" y="292122"/>
                </a:lnTo>
                <a:lnTo>
                  <a:pt x="63684" y="292275"/>
                </a:lnTo>
                <a:lnTo>
                  <a:pt x="55940" y="292389"/>
                </a:lnTo>
                <a:lnTo>
                  <a:pt x="48196" y="292475"/>
                </a:lnTo>
                <a:lnTo>
                  <a:pt x="40453" y="292541"/>
                </a:lnTo>
                <a:lnTo>
                  <a:pt x="32709" y="292570"/>
                </a:lnTo>
                <a:lnTo>
                  <a:pt x="24965" y="292570"/>
                </a:lnTo>
                <a:lnTo>
                  <a:pt x="17221" y="292541"/>
                </a:lnTo>
                <a:lnTo>
                  <a:pt x="9477" y="292484"/>
                </a:lnTo>
                <a:lnTo>
                  <a:pt x="1734" y="292408"/>
                </a:lnTo>
                <a:lnTo>
                  <a:pt x="0" y="292332"/>
                </a:lnTo>
                <a:lnTo>
                  <a:pt x="7744" y="292208"/>
                </a:lnTo>
                <a:lnTo>
                  <a:pt x="15478" y="292008"/>
                </a:lnTo>
                <a:lnTo>
                  <a:pt x="23212" y="291741"/>
                </a:lnTo>
                <a:lnTo>
                  <a:pt x="30947" y="291408"/>
                </a:lnTo>
                <a:lnTo>
                  <a:pt x="38662" y="291027"/>
                </a:lnTo>
                <a:lnTo>
                  <a:pt x="46377" y="290589"/>
                </a:lnTo>
                <a:lnTo>
                  <a:pt x="54083" y="290103"/>
                </a:lnTo>
                <a:lnTo>
                  <a:pt x="61789" y="289560"/>
                </a:lnTo>
                <a:lnTo>
                  <a:pt x="69475" y="288969"/>
                </a:lnTo>
                <a:lnTo>
                  <a:pt x="77153" y="288331"/>
                </a:lnTo>
                <a:lnTo>
                  <a:pt x="84820" y="287636"/>
                </a:lnTo>
                <a:lnTo>
                  <a:pt x="92469" y="286893"/>
                </a:lnTo>
                <a:lnTo>
                  <a:pt x="100117" y="286093"/>
                </a:lnTo>
                <a:lnTo>
                  <a:pt x="107747" y="285245"/>
                </a:lnTo>
                <a:lnTo>
                  <a:pt x="115357" y="284340"/>
                </a:lnTo>
                <a:lnTo>
                  <a:pt x="122949" y="283388"/>
                </a:lnTo>
                <a:lnTo>
                  <a:pt x="130531" y="282369"/>
                </a:lnTo>
                <a:lnTo>
                  <a:pt x="138084" y="281302"/>
                </a:lnTo>
                <a:lnTo>
                  <a:pt x="145618" y="280178"/>
                </a:lnTo>
                <a:lnTo>
                  <a:pt x="153133" y="278997"/>
                </a:lnTo>
                <a:lnTo>
                  <a:pt x="160630" y="277749"/>
                </a:lnTo>
                <a:lnTo>
                  <a:pt x="168088" y="276444"/>
                </a:lnTo>
                <a:lnTo>
                  <a:pt x="175527" y="275072"/>
                </a:lnTo>
                <a:lnTo>
                  <a:pt x="182928" y="273644"/>
                </a:lnTo>
                <a:lnTo>
                  <a:pt x="190300" y="272148"/>
                </a:lnTo>
                <a:lnTo>
                  <a:pt x="197634" y="270577"/>
                </a:lnTo>
                <a:lnTo>
                  <a:pt x="204930" y="268948"/>
                </a:lnTo>
                <a:lnTo>
                  <a:pt x="212188" y="267243"/>
                </a:lnTo>
                <a:lnTo>
                  <a:pt x="219408" y="265462"/>
                </a:lnTo>
                <a:lnTo>
                  <a:pt x="226571" y="263604"/>
                </a:lnTo>
                <a:lnTo>
                  <a:pt x="233686" y="261671"/>
                </a:lnTo>
                <a:lnTo>
                  <a:pt x="240744" y="259661"/>
                </a:lnTo>
                <a:lnTo>
                  <a:pt x="247736" y="257575"/>
                </a:lnTo>
                <a:lnTo>
                  <a:pt x="254670" y="255394"/>
                </a:lnTo>
                <a:lnTo>
                  <a:pt x="261537" y="253136"/>
                </a:lnTo>
                <a:lnTo>
                  <a:pt x="268329" y="250784"/>
                </a:lnTo>
                <a:lnTo>
                  <a:pt x="275034" y="248345"/>
                </a:lnTo>
                <a:lnTo>
                  <a:pt x="281664" y="245821"/>
                </a:lnTo>
                <a:lnTo>
                  <a:pt x="288198" y="243192"/>
                </a:lnTo>
                <a:lnTo>
                  <a:pt x="294627" y="240478"/>
                </a:lnTo>
                <a:lnTo>
                  <a:pt x="300952" y="237658"/>
                </a:lnTo>
                <a:lnTo>
                  <a:pt x="307162" y="234734"/>
                </a:lnTo>
                <a:lnTo>
                  <a:pt x="313249" y="231724"/>
                </a:lnTo>
                <a:lnTo>
                  <a:pt x="319202" y="228600"/>
                </a:lnTo>
                <a:lnTo>
                  <a:pt x="325022" y="225381"/>
                </a:lnTo>
                <a:lnTo>
                  <a:pt x="330689" y="222047"/>
                </a:lnTo>
                <a:lnTo>
                  <a:pt x="336204" y="218618"/>
                </a:lnTo>
                <a:lnTo>
                  <a:pt x="341547" y="215084"/>
                </a:lnTo>
                <a:lnTo>
                  <a:pt x="346720" y="211455"/>
                </a:lnTo>
                <a:lnTo>
                  <a:pt x="351701" y="207712"/>
                </a:lnTo>
                <a:lnTo>
                  <a:pt x="356492" y="203883"/>
                </a:lnTo>
                <a:lnTo>
                  <a:pt x="361083" y="199949"/>
                </a:lnTo>
                <a:lnTo>
                  <a:pt x="365455" y="195920"/>
                </a:lnTo>
                <a:lnTo>
                  <a:pt x="369618" y="191805"/>
                </a:lnTo>
                <a:lnTo>
                  <a:pt x="373551" y="187595"/>
                </a:lnTo>
                <a:lnTo>
                  <a:pt x="377257" y="183309"/>
                </a:lnTo>
                <a:lnTo>
                  <a:pt x="380724" y="178946"/>
                </a:lnTo>
                <a:lnTo>
                  <a:pt x="383953" y="174508"/>
                </a:lnTo>
                <a:lnTo>
                  <a:pt x="386934" y="170002"/>
                </a:lnTo>
                <a:lnTo>
                  <a:pt x="389677" y="165440"/>
                </a:lnTo>
                <a:lnTo>
                  <a:pt x="392173" y="160811"/>
                </a:lnTo>
                <a:lnTo>
                  <a:pt x="394430" y="156143"/>
                </a:lnTo>
                <a:lnTo>
                  <a:pt x="396440" y="151428"/>
                </a:lnTo>
                <a:lnTo>
                  <a:pt x="398221" y="146675"/>
                </a:lnTo>
                <a:lnTo>
                  <a:pt x="399755" y="141894"/>
                </a:lnTo>
                <a:lnTo>
                  <a:pt x="401060" y="137084"/>
                </a:lnTo>
                <a:lnTo>
                  <a:pt x="402146" y="132245"/>
                </a:lnTo>
                <a:lnTo>
                  <a:pt x="403003" y="127397"/>
                </a:lnTo>
                <a:lnTo>
                  <a:pt x="403641" y="122530"/>
                </a:lnTo>
                <a:lnTo>
                  <a:pt x="404079" y="117653"/>
                </a:lnTo>
                <a:lnTo>
                  <a:pt x="404308" y="112776"/>
                </a:lnTo>
                <a:lnTo>
                  <a:pt x="404346" y="107899"/>
                </a:lnTo>
                <a:lnTo>
                  <a:pt x="404193" y="103013"/>
                </a:lnTo>
                <a:lnTo>
                  <a:pt x="403850" y="98136"/>
                </a:lnTo>
                <a:lnTo>
                  <a:pt x="403346" y="93269"/>
                </a:lnTo>
                <a:lnTo>
                  <a:pt x="410508" y="92069"/>
                </a:lnTo>
                <a:lnTo>
                  <a:pt x="418062" y="90973"/>
                </a:lnTo>
                <a:lnTo>
                  <a:pt x="425577" y="89811"/>
                </a:lnTo>
                <a:lnTo>
                  <a:pt x="433083" y="88592"/>
                </a:lnTo>
                <a:lnTo>
                  <a:pt x="440560" y="87316"/>
                </a:lnTo>
                <a:lnTo>
                  <a:pt x="448008" y="85982"/>
                </a:lnTo>
                <a:lnTo>
                  <a:pt x="455438" y="84601"/>
                </a:lnTo>
                <a:lnTo>
                  <a:pt x="462848" y="83182"/>
                </a:lnTo>
                <a:lnTo>
                  <a:pt x="470230" y="81705"/>
                </a:lnTo>
                <a:lnTo>
                  <a:pt x="477593" y="80181"/>
                </a:lnTo>
                <a:lnTo>
                  <a:pt x="484927" y="78610"/>
                </a:lnTo>
                <a:lnTo>
                  <a:pt x="492233" y="77000"/>
                </a:lnTo>
                <a:lnTo>
                  <a:pt x="499520" y="75343"/>
                </a:lnTo>
                <a:lnTo>
                  <a:pt x="506778" y="73638"/>
                </a:lnTo>
                <a:lnTo>
                  <a:pt x="514007" y="71895"/>
                </a:lnTo>
                <a:lnTo>
                  <a:pt x="521218" y="70094"/>
                </a:lnTo>
                <a:lnTo>
                  <a:pt x="528390" y="68256"/>
                </a:lnTo>
                <a:lnTo>
                  <a:pt x="535534" y="66380"/>
                </a:lnTo>
                <a:lnTo>
                  <a:pt x="542649" y="64446"/>
                </a:lnTo>
                <a:lnTo>
                  <a:pt x="549735" y="62465"/>
                </a:lnTo>
                <a:lnTo>
                  <a:pt x="556784" y="60446"/>
                </a:lnTo>
                <a:lnTo>
                  <a:pt x="563794" y="58379"/>
                </a:lnTo>
                <a:lnTo>
                  <a:pt x="570776" y="56264"/>
                </a:lnTo>
                <a:lnTo>
                  <a:pt x="577720" y="54092"/>
                </a:lnTo>
                <a:lnTo>
                  <a:pt x="584625" y="51883"/>
                </a:lnTo>
                <a:lnTo>
                  <a:pt x="591493" y="49625"/>
                </a:lnTo>
                <a:lnTo>
                  <a:pt x="598313" y="47311"/>
                </a:lnTo>
                <a:lnTo>
                  <a:pt x="605095" y="44958"/>
                </a:lnTo>
                <a:lnTo>
                  <a:pt x="611829" y="42548"/>
                </a:lnTo>
                <a:lnTo>
                  <a:pt x="618515" y="40081"/>
                </a:lnTo>
                <a:lnTo>
                  <a:pt x="625164" y="37576"/>
                </a:lnTo>
                <a:lnTo>
                  <a:pt x="631755" y="35004"/>
                </a:lnTo>
                <a:lnTo>
                  <a:pt x="638289" y="32395"/>
                </a:lnTo>
                <a:lnTo>
                  <a:pt x="644776" y="29728"/>
                </a:lnTo>
                <a:lnTo>
                  <a:pt x="651205" y="27003"/>
                </a:lnTo>
                <a:lnTo>
                  <a:pt x="657577" y="24222"/>
                </a:lnTo>
                <a:lnTo>
                  <a:pt x="663893" y="21393"/>
                </a:lnTo>
                <a:lnTo>
                  <a:pt x="670131" y="18507"/>
                </a:lnTo>
                <a:lnTo>
                  <a:pt x="676313" y="15564"/>
                </a:lnTo>
                <a:lnTo>
                  <a:pt x="682428" y="12563"/>
                </a:lnTo>
                <a:lnTo>
                  <a:pt x="688467" y="9506"/>
                </a:lnTo>
                <a:lnTo>
                  <a:pt x="694439" y="6401"/>
                </a:lnTo>
                <a:lnTo>
                  <a:pt x="700326" y="3229"/>
                </a:lnTo>
                <a:lnTo>
                  <a:pt x="70613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6F6F6F"/>
            </a:solidFill>
            <a:prstDash val="solid"/>
          </a:ln>
        </p:spPr>
      </p:sp>
      <p:sp>
        <p:nvSpPr>
          <p:cNvPr id="13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DD371F84-FA2B-4652-B62A-5E1C6498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0095" y="4470054"/>
            <a:ext cx="1917049" cy="321202"/>
          </a:xfrm>
          <a:custGeom xmlns:a="http://schemas.openxmlformats.org/drawingml/2006/main">
            <a:pathLst>
              <a:path w="1917049" h="321202">
                <a:moveTo>
                  <a:pt x="1916449" y="0"/>
                </a:moveTo>
                <a:lnTo>
                  <a:pt x="1917049" y="11830"/>
                </a:lnTo>
                <a:lnTo>
                  <a:pt x="1916782" y="23660"/>
                </a:lnTo>
                <a:lnTo>
                  <a:pt x="1915858" y="35481"/>
                </a:lnTo>
                <a:lnTo>
                  <a:pt x="1914306" y="47282"/>
                </a:lnTo>
                <a:lnTo>
                  <a:pt x="1912172" y="59036"/>
                </a:lnTo>
                <a:lnTo>
                  <a:pt x="1909439" y="70742"/>
                </a:lnTo>
                <a:lnTo>
                  <a:pt x="1906124" y="82391"/>
                </a:lnTo>
                <a:lnTo>
                  <a:pt x="1902200" y="93974"/>
                </a:lnTo>
                <a:lnTo>
                  <a:pt x="1897675" y="105451"/>
                </a:lnTo>
                <a:lnTo>
                  <a:pt x="1892522" y="116834"/>
                </a:lnTo>
                <a:lnTo>
                  <a:pt x="1886741" y="128092"/>
                </a:lnTo>
                <a:lnTo>
                  <a:pt x="1880302" y="139217"/>
                </a:lnTo>
                <a:lnTo>
                  <a:pt x="1873215" y="150171"/>
                </a:lnTo>
                <a:lnTo>
                  <a:pt x="1865443" y="160944"/>
                </a:lnTo>
                <a:lnTo>
                  <a:pt x="1856994" y="171517"/>
                </a:lnTo>
                <a:lnTo>
                  <a:pt x="1847850" y="181851"/>
                </a:lnTo>
                <a:lnTo>
                  <a:pt x="1838011" y="191938"/>
                </a:lnTo>
                <a:lnTo>
                  <a:pt x="1827476" y="201730"/>
                </a:lnTo>
                <a:lnTo>
                  <a:pt x="1816256" y="211217"/>
                </a:lnTo>
                <a:lnTo>
                  <a:pt x="1804349" y="220370"/>
                </a:lnTo>
                <a:lnTo>
                  <a:pt x="1791786" y="229172"/>
                </a:lnTo>
                <a:lnTo>
                  <a:pt x="1778584" y="237582"/>
                </a:lnTo>
                <a:lnTo>
                  <a:pt x="1764763" y="245593"/>
                </a:lnTo>
                <a:lnTo>
                  <a:pt x="1750362" y="253184"/>
                </a:lnTo>
                <a:lnTo>
                  <a:pt x="1735417" y="260347"/>
                </a:lnTo>
                <a:lnTo>
                  <a:pt x="1719958" y="267071"/>
                </a:lnTo>
                <a:lnTo>
                  <a:pt x="1704042" y="273348"/>
                </a:lnTo>
                <a:lnTo>
                  <a:pt x="1687697" y="279168"/>
                </a:lnTo>
                <a:lnTo>
                  <a:pt x="1670971" y="284550"/>
                </a:lnTo>
                <a:lnTo>
                  <a:pt x="1653902" y="289484"/>
                </a:lnTo>
                <a:lnTo>
                  <a:pt x="1636538" y="293989"/>
                </a:lnTo>
                <a:lnTo>
                  <a:pt x="1618917" y="298066"/>
                </a:lnTo>
                <a:lnTo>
                  <a:pt x="1601057" y="301733"/>
                </a:lnTo>
                <a:lnTo>
                  <a:pt x="1583007" y="304991"/>
                </a:lnTo>
                <a:lnTo>
                  <a:pt x="1564796" y="307877"/>
                </a:lnTo>
                <a:lnTo>
                  <a:pt x="1546441" y="310382"/>
                </a:lnTo>
                <a:lnTo>
                  <a:pt x="1527981" y="312534"/>
                </a:lnTo>
                <a:lnTo>
                  <a:pt x="1509427" y="314354"/>
                </a:lnTo>
                <a:lnTo>
                  <a:pt x="1490796" y="315849"/>
                </a:lnTo>
                <a:lnTo>
                  <a:pt x="1472117" y="317030"/>
                </a:lnTo>
                <a:lnTo>
                  <a:pt x="1453391" y="317916"/>
                </a:lnTo>
                <a:lnTo>
                  <a:pt x="1434627" y="318335"/>
                </a:lnTo>
                <a:lnTo>
                  <a:pt x="1415853" y="318611"/>
                </a:lnTo>
                <a:lnTo>
                  <a:pt x="1397079" y="318830"/>
                </a:lnTo>
                <a:lnTo>
                  <a:pt x="1378306" y="319021"/>
                </a:lnTo>
                <a:lnTo>
                  <a:pt x="1359522" y="319183"/>
                </a:lnTo>
                <a:lnTo>
                  <a:pt x="1340749" y="319335"/>
                </a:lnTo>
                <a:lnTo>
                  <a:pt x="1321975" y="319469"/>
                </a:lnTo>
                <a:lnTo>
                  <a:pt x="1303191" y="319592"/>
                </a:lnTo>
                <a:lnTo>
                  <a:pt x="1284418" y="319707"/>
                </a:lnTo>
                <a:lnTo>
                  <a:pt x="1265644" y="319821"/>
                </a:lnTo>
                <a:lnTo>
                  <a:pt x="1246861" y="319916"/>
                </a:lnTo>
                <a:lnTo>
                  <a:pt x="1228087" y="320011"/>
                </a:lnTo>
                <a:lnTo>
                  <a:pt x="1209304" y="320097"/>
                </a:lnTo>
                <a:lnTo>
                  <a:pt x="1190530" y="320183"/>
                </a:lnTo>
                <a:lnTo>
                  <a:pt x="1171756" y="320269"/>
                </a:lnTo>
                <a:lnTo>
                  <a:pt x="1152973" y="320335"/>
                </a:lnTo>
                <a:lnTo>
                  <a:pt x="1134199" y="320411"/>
                </a:lnTo>
                <a:lnTo>
                  <a:pt x="1115416" y="320478"/>
                </a:lnTo>
                <a:lnTo>
                  <a:pt x="1096642" y="320535"/>
                </a:lnTo>
                <a:lnTo>
                  <a:pt x="1077859" y="320602"/>
                </a:lnTo>
                <a:lnTo>
                  <a:pt x="1059085" y="320659"/>
                </a:lnTo>
                <a:lnTo>
                  <a:pt x="1040311" y="320707"/>
                </a:lnTo>
                <a:lnTo>
                  <a:pt x="1021528" y="320754"/>
                </a:lnTo>
                <a:lnTo>
                  <a:pt x="1002754" y="320812"/>
                </a:lnTo>
                <a:lnTo>
                  <a:pt x="983971" y="320850"/>
                </a:lnTo>
                <a:lnTo>
                  <a:pt x="965197" y="320897"/>
                </a:lnTo>
                <a:lnTo>
                  <a:pt x="946414" y="320935"/>
                </a:lnTo>
                <a:lnTo>
                  <a:pt x="927640" y="320973"/>
                </a:lnTo>
                <a:lnTo>
                  <a:pt x="908856" y="321002"/>
                </a:lnTo>
                <a:lnTo>
                  <a:pt x="890083" y="321031"/>
                </a:lnTo>
                <a:lnTo>
                  <a:pt x="871299" y="321059"/>
                </a:lnTo>
                <a:lnTo>
                  <a:pt x="852526" y="321088"/>
                </a:lnTo>
                <a:lnTo>
                  <a:pt x="833752" y="321107"/>
                </a:lnTo>
                <a:lnTo>
                  <a:pt x="814969" y="321126"/>
                </a:lnTo>
                <a:lnTo>
                  <a:pt x="796195" y="321145"/>
                </a:lnTo>
                <a:lnTo>
                  <a:pt x="777411" y="321164"/>
                </a:lnTo>
                <a:lnTo>
                  <a:pt x="758638" y="321173"/>
                </a:lnTo>
                <a:lnTo>
                  <a:pt x="739854" y="321183"/>
                </a:lnTo>
                <a:lnTo>
                  <a:pt x="721081" y="321193"/>
                </a:lnTo>
                <a:lnTo>
                  <a:pt x="702297" y="321193"/>
                </a:lnTo>
                <a:lnTo>
                  <a:pt x="683524" y="321202"/>
                </a:lnTo>
                <a:lnTo>
                  <a:pt x="664740" y="321193"/>
                </a:lnTo>
                <a:lnTo>
                  <a:pt x="645966" y="321193"/>
                </a:lnTo>
                <a:lnTo>
                  <a:pt x="627193" y="321183"/>
                </a:lnTo>
                <a:lnTo>
                  <a:pt x="608409" y="321173"/>
                </a:lnTo>
                <a:lnTo>
                  <a:pt x="589636" y="321164"/>
                </a:lnTo>
                <a:lnTo>
                  <a:pt x="570852" y="321145"/>
                </a:lnTo>
                <a:lnTo>
                  <a:pt x="552079" y="321126"/>
                </a:lnTo>
                <a:lnTo>
                  <a:pt x="533295" y="321097"/>
                </a:lnTo>
                <a:lnTo>
                  <a:pt x="514521" y="321078"/>
                </a:lnTo>
                <a:lnTo>
                  <a:pt x="495738" y="321050"/>
                </a:lnTo>
                <a:lnTo>
                  <a:pt x="476964" y="321012"/>
                </a:lnTo>
                <a:lnTo>
                  <a:pt x="458181" y="320973"/>
                </a:lnTo>
                <a:lnTo>
                  <a:pt x="439407" y="320935"/>
                </a:lnTo>
                <a:lnTo>
                  <a:pt x="420634" y="320888"/>
                </a:lnTo>
                <a:lnTo>
                  <a:pt x="401850" y="320831"/>
                </a:lnTo>
                <a:lnTo>
                  <a:pt x="383076" y="320773"/>
                </a:lnTo>
                <a:lnTo>
                  <a:pt x="364293" y="320726"/>
                </a:lnTo>
                <a:lnTo>
                  <a:pt x="345519" y="320650"/>
                </a:lnTo>
                <a:lnTo>
                  <a:pt x="326736" y="320583"/>
                </a:lnTo>
                <a:lnTo>
                  <a:pt x="307962" y="320507"/>
                </a:lnTo>
                <a:lnTo>
                  <a:pt x="289179" y="320421"/>
                </a:lnTo>
                <a:lnTo>
                  <a:pt x="270405" y="320326"/>
                </a:lnTo>
                <a:lnTo>
                  <a:pt x="251631" y="320221"/>
                </a:lnTo>
                <a:lnTo>
                  <a:pt x="232848" y="320116"/>
                </a:lnTo>
                <a:lnTo>
                  <a:pt x="214074" y="319992"/>
                </a:lnTo>
                <a:lnTo>
                  <a:pt x="195301" y="319859"/>
                </a:lnTo>
                <a:lnTo>
                  <a:pt x="176517" y="319716"/>
                </a:lnTo>
                <a:lnTo>
                  <a:pt x="157744" y="319564"/>
                </a:lnTo>
                <a:lnTo>
                  <a:pt x="138970" y="319383"/>
                </a:lnTo>
                <a:lnTo>
                  <a:pt x="120196" y="319183"/>
                </a:lnTo>
                <a:lnTo>
                  <a:pt x="101422" y="318964"/>
                </a:lnTo>
                <a:lnTo>
                  <a:pt x="82648" y="318707"/>
                </a:lnTo>
                <a:lnTo>
                  <a:pt x="63875" y="318402"/>
                </a:lnTo>
                <a:lnTo>
                  <a:pt x="45101" y="318030"/>
                </a:lnTo>
                <a:lnTo>
                  <a:pt x="26337" y="317554"/>
                </a:lnTo>
                <a:lnTo>
                  <a:pt x="7601" y="316782"/>
                </a:lnTo>
                <a:lnTo>
                  <a:pt x="3486" y="307162"/>
                </a:lnTo>
                <a:lnTo>
                  <a:pt x="3229" y="295323"/>
                </a:lnTo>
                <a:lnTo>
                  <a:pt x="2981" y="283493"/>
                </a:lnTo>
                <a:lnTo>
                  <a:pt x="2734" y="271653"/>
                </a:lnTo>
                <a:lnTo>
                  <a:pt x="2486" y="259823"/>
                </a:lnTo>
                <a:lnTo>
                  <a:pt x="2238" y="247983"/>
                </a:lnTo>
                <a:lnTo>
                  <a:pt x="1991" y="236153"/>
                </a:lnTo>
                <a:lnTo>
                  <a:pt x="1743" y="224314"/>
                </a:lnTo>
                <a:lnTo>
                  <a:pt x="1495" y="212484"/>
                </a:lnTo>
                <a:lnTo>
                  <a:pt x="1248" y="200644"/>
                </a:lnTo>
                <a:lnTo>
                  <a:pt x="991" y="188814"/>
                </a:lnTo>
                <a:lnTo>
                  <a:pt x="743" y="176974"/>
                </a:lnTo>
                <a:lnTo>
                  <a:pt x="495" y="165144"/>
                </a:lnTo>
                <a:lnTo>
                  <a:pt x="248" y="153305"/>
                </a:lnTo>
                <a:lnTo>
                  <a:pt x="0" y="141475"/>
                </a:lnTo>
                <a:lnTo>
                  <a:pt x="6887" y="133731"/>
                </a:lnTo>
                <a:lnTo>
                  <a:pt x="25622" y="132874"/>
                </a:lnTo>
                <a:lnTo>
                  <a:pt x="44358" y="132150"/>
                </a:lnTo>
                <a:lnTo>
                  <a:pt x="63113" y="131540"/>
                </a:lnTo>
                <a:lnTo>
                  <a:pt x="81877" y="131054"/>
                </a:lnTo>
                <a:lnTo>
                  <a:pt x="100641" y="130654"/>
                </a:lnTo>
                <a:lnTo>
                  <a:pt x="119415" y="130350"/>
                </a:lnTo>
                <a:lnTo>
                  <a:pt x="138189" y="130121"/>
                </a:lnTo>
                <a:lnTo>
                  <a:pt x="156962" y="129969"/>
                </a:lnTo>
                <a:lnTo>
                  <a:pt x="175746" y="129883"/>
                </a:lnTo>
                <a:lnTo>
                  <a:pt x="194520" y="129864"/>
                </a:lnTo>
                <a:lnTo>
                  <a:pt x="213303" y="129892"/>
                </a:lnTo>
                <a:lnTo>
                  <a:pt x="232077" y="129978"/>
                </a:lnTo>
                <a:lnTo>
                  <a:pt x="250860" y="130112"/>
                </a:lnTo>
                <a:lnTo>
                  <a:pt x="269634" y="130283"/>
                </a:lnTo>
                <a:lnTo>
                  <a:pt x="288407" y="130512"/>
                </a:lnTo>
                <a:lnTo>
                  <a:pt x="307181" y="130759"/>
                </a:lnTo>
                <a:lnTo>
                  <a:pt x="325955" y="131054"/>
                </a:lnTo>
                <a:lnTo>
                  <a:pt x="344719" y="131378"/>
                </a:lnTo>
                <a:lnTo>
                  <a:pt x="363493" y="131740"/>
                </a:lnTo>
                <a:lnTo>
                  <a:pt x="382257" y="132121"/>
                </a:lnTo>
                <a:lnTo>
                  <a:pt x="401031" y="132531"/>
                </a:lnTo>
                <a:lnTo>
                  <a:pt x="419795" y="132959"/>
                </a:lnTo>
                <a:lnTo>
                  <a:pt x="438560" y="133417"/>
                </a:lnTo>
                <a:lnTo>
                  <a:pt x="457324" y="133893"/>
                </a:lnTo>
                <a:lnTo>
                  <a:pt x="476079" y="134388"/>
                </a:lnTo>
                <a:lnTo>
                  <a:pt x="494843" y="134893"/>
                </a:lnTo>
                <a:lnTo>
                  <a:pt x="513607" y="135426"/>
                </a:lnTo>
                <a:lnTo>
                  <a:pt x="532362" y="135960"/>
                </a:lnTo>
                <a:lnTo>
                  <a:pt x="551117" y="136512"/>
                </a:lnTo>
                <a:lnTo>
                  <a:pt x="569881" y="137084"/>
                </a:lnTo>
                <a:lnTo>
                  <a:pt x="588635" y="137665"/>
                </a:lnTo>
                <a:lnTo>
                  <a:pt x="607390" y="138246"/>
                </a:lnTo>
                <a:lnTo>
                  <a:pt x="626145" y="138836"/>
                </a:lnTo>
                <a:lnTo>
                  <a:pt x="644900" y="139436"/>
                </a:lnTo>
                <a:lnTo>
                  <a:pt x="663654" y="140037"/>
                </a:lnTo>
                <a:lnTo>
                  <a:pt x="682400" y="140646"/>
                </a:lnTo>
                <a:lnTo>
                  <a:pt x="701154" y="141265"/>
                </a:lnTo>
                <a:lnTo>
                  <a:pt x="719909" y="141875"/>
                </a:lnTo>
                <a:lnTo>
                  <a:pt x="738664" y="142484"/>
                </a:lnTo>
                <a:lnTo>
                  <a:pt x="757418" y="143104"/>
                </a:lnTo>
                <a:lnTo>
                  <a:pt x="776164" y="143713"/>
                </a:lnTo>
                <a:lnTo>
                  <a:pt x="794918" y="144323"/>
                </a:lnTo>
                <a:lnTo>
                  <a:pt x="813673" y="144932"/>
                </a:lnTo>
                <a:lnTo>
                  <a:pt x="832428" y="145532"/>
                </a:lnTo>
                <a:lnTo>
                  <a:pt x="851183" y="146133"/>
                </a:lnTo>
                <a:lnTo>
                  <a:pt x="869937" y="146723"/>
                </a:lnTo>
                <a:lnTo>
                  <a:pt x="888692" y="147304"/>
                </a:lnTo>
                <a:lnTo>
                  <a:pt x="907447" y="147876"/>
                </a:lnTo>
                <a:lnTo>
                  <a:pt x="926201" y="148438"/>
                </a:lnTo>
                <a:lnTo>
                  <a:pt x="944966" y="148981"/>
                </a:lnTo>
                <a:lnTo>
                  <a:pt x="963720" y="149523"/>
                </a:lnTo>
                <a:lnTo>
                  <a:pt x="982485" y="150038"/>
                </a:lnTo>
                <a:lnTo>
                  <a:pt x="1001249" y="150543"/>
                </a:lnTo>
                <a:lnTo>
                  <a:pt x="1020004" y="151028"/>
                </a:lnTo>
                <a:lnTo>
                  <a:pt x="1038768" y="151495"/>
                </a:lnTo>
                <a:lnTo>
                  <a:pt x="1057532" y="151943"/>
                </a:lnTo>
                <a:lnTo>
                  <a:pt x="1076306" y="152362"/>
                </a:lnTo>
                <a:lnTo>
                  <a:pt x="1095070" y="152752"/>
                </a:lnTo>
                <a:lnTo>
                  <a:pt x="1113834" y="153124"/>
                </a:lnTo>
                <a:lnTo>
                  <a:pt x="1132608" y="153457"/>
                </a:lnTo>
                <a:lnTo>
                  <a:pt x="1151382" y="153762"/>
                </a:lnTo>
                <a:lnTo>
                  <a:pt x="1170156" y="154038"/>
                </a:lnTo>
                <a:lnTo>
                  <a:pt x="1188930" y="154267"/>
                </a:lnTo>
                <a:lnTo>
                  <a:pt x="1207703" y="154457"/>
                </a:lnTo>
                <a:lnTo>
                  <a:pt x="1226477" y="154600"/>
                </a:lnTo>
                <a:lnTo>
                  <a:pt x="1245260" y="154705"/>
                </a:lnTo>
                <a:lnTo>
                  <a:pt x="1264034" y="154753"/>
                </a:lnTo>
                <a:lnTo>
                  <a:pt x="1282817" y="154734"/>
                </a:lnTo>
                <a:lnTo>
                  <a:pt x="1301591" y="154657"/>
                </a:lnTo>
                <a:lnTo>
                  <a:pt x="1320365" y="154515"/>
                </a:lnTo>
                <a:lnTo>
                  <a:pt x="1339148" y="154305"/>
                </a:lnTo>
                <a:lnTo>
                  <a:pt x="1357913" y="154000"/>
                </a:lnTo>
                <a:lnTo>
                  <a:pt x="1376686" y="153610"/>
                </a:lnTo>
                <a:lnTo>
                  <a:pt x="1395441" y="153114"/>
                </a:lnTo>
                <a:lnTo>
                  <a:pt x="1414196" y="152505"/>
                </a:lnTo>
                <a:lnTo>
                  <a:pt x="1432941" y="151771"/>
                </a:lnTo>
                <a:lnTo>
                  <a:pt x="1451667" y="150886"/>
                </a:lnTo>
                <a:lnTo>
                  <a:pt x="1470374" y="149847"/>
                </a:lnTo>
                <a:lnTo>
                  <a:pt x="1489043" y="148609"/>
                </a:lnTo>
                <a:lnTo>
                  <a:pt x="1507684" y="147152"/>
                </a:lnTo>
                <a:lnTo>
                  <a:pt x="1526257" y="145437"/>
                </a:lnTo>
                <a:lnTo>
                  <a:pt x="1544755" y="143399"/>
                </a:lnTo>
                <a:lnTo>
                  <a:pt x="1563138" y="140980"/>
                </a:lnTo>
                <a:lnTo>
                  <a:pt x="1581341" y="138074"/>
                </a:lnTo>
                <a:lnTo>
                  <a:pt x="1599257" y="134541"/>
                </a:lnTo>
                <a:lnTo>
                  <a:pt x="1616697" y="130169"/>
                </a:lnTo>
                <a:lnTo>
                  <a:pt x="1633271" y="124616"/>
                </a:lnTo>
                <a:lnTo>
                  <a:pt x="1648063" y="117367"/>
                </a:lnTo>
                <a:lnTo>
                  <a:pt x="1659131" y="107871"/>
                </a:lnTo>
                <a:lnTo>
                  <a:pt x="1663579" y="96469"/>
                </a:lnTo>
                <a:lnTo>
                  <a:pt x="1676171" y="90535"/>
                </a:lnTo>
                <a:lnTo>
                  <a:pt x="1693840" y="86535"/>
                </a:lnTo>
                <a:lnTo>
                  <a:pt x="1711271" y="82134"/>
                </a:lnTo>
                <a:lnTo>
                  <a:pt x="1728483" y="77400"/>
                </a:lnTo>
                <a:lnTo>
                  <a:pt x="1745466" y="72352"/>
                </a:lnTo>
                <a:lnTo>
                  <a:pt x="1762230" y="67018"/>
                </a:lnTo>
                <a:lnTo>
                  <a:pt x="1778765" y="61408"/>
                </a:lnTo>
                <a:lnTo>
                  <a:pt x="1795072" y="55540"/>
                </a:lnTo>
                <a:lnTo>
                  <a:pt x="1811141" y="49416"/>
                </a:lnTo>
                <a:lnTo>
                  <a:pt x="1826971" y="43053"/>
                </a:lnTo>
                <a:lnTo>
                  <a:pt x="1842545" y="36443"/>
                </a:lnTo>
                <a:lnTo>
                  <a:pt x="1857870" y="29604"/>
                </a:lnTo>
                <a:lnTo>
                  <a:pt x="1872929" y="22527"/>
                </a:lnTo>
                <a:lnTo>
                  <a:pt x="1887712" y="15240"/>
                </a:lnTo>
                <a:lnTo>
                  <a:pt x="1902228" y="7725"/>
                </a:lnTo>
                <a:lnTo>
                  <a:pt x="1916449" y="0"/>
                </a:lnTo>
                <a:close/>
              </a:path>
            </a:pathLst>
          </a:custGeom>
          <a:solidFill xmlns:a="http://schemas.openxmlformats.org/drawingml/2006/main">
            <a:srgbClr val="B5C5D7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5BF6F768-B09B-45DD-8DBD-5E62C99C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9943" y="3582143"/>
            <a:ext cx="1916611" cy="1208037"/>
          </a:xfrm>
          <a:custGeom xmlns:a="http://schemas.openxmlformats.org/drawingml/2006/main">
            <a:pathLst>
              <a:path w="1916611" h="1208037">
                <a:moveTo>
                  <a:pt x="0" y="1208037"/>
                </a:moveTo>
                <a:lnTo>
                  <a:pt x="30775" y="1208037"/>
                </a:lnTo>
                <a:lnTo>
                  <a:pt x="61551" y="1208037"/>
                </a:lnTo>
                <a:lnTo>
                  <a:pt x="92316" y="1208037"/>
                </a:lnTo>
                <a:lnTo>
                  <a:pt x="123092" y="1208037"/>
                </a:lnTo>
                <a:lnTo>
                  <a:pt x="153867" y="1208037"/>
                </a:lnTo>
                <a:lnTo>
                  <a:pt x="184642" y="1208037"/>
                </a:lnTo>
                <a:lnTo>
                  <a:pt x="215408" y="1208037"/>
                </a:lnTo>
                <a:lnTo>
                  <a:pt x="246183" y="1208037"/>
                </a:lnTo>
                <a:lnTo>
                  <a:pt x="276958" y="1208037"/>
                </a:lnTo>
                <a:lnTo>
                  <a:pt x="307734" y="1208037"/>
                </a:lnTo>
                <a:lnTo>
                  <a:pt x="338509" y="1208037"/>
                </a:lnTo>
                <a:lnTo>
                  <a:pt x="369275" y="1208037"/>
                </a:lnTo>
                <a:lnTo>
                  <a:pt x="400050" y="1208037"/>
                </a:lnTo>
                <a:lnTo>
                  <a:pt x="430825" y="1208037"/>
                </a:lnTo>
                <a:lnTo>
                  <a:pt x="461601" y="1208037"/>
                </a:lnTo>
                <a:lnTo>
                  <a:pt x="492376" y="1208037"/>
                </a:lnTo>
                <a:lnTo>
                  <a:pt x="523142" y="1208037"/>
                </a:lnTo>
                <a:lnTo>
                  <a:pt x="553917" y="1208037"/>
                </a:lnTo>
                <a:lnTo>
                  <a:pt x="584692" y="1208037"/>
                </a:lnTo>
                <a:lnTo>
                  <a:pt x="615467" y="1208037"/>
                </a:lnTo>
                <a:lnTo>
                  <a:pt x="646233" y="1208037"/>
                </a:lnTo>
                <a:lnTo>
                  <a:pt x="677008" y="1208037"/>
                </a:lnTo>
                <a:lnTo>
                  <a:pt x="707784" y="1208037"/>
                </a:lnTo>
                <a:lnTo>
                  <a:pt x="738559" y="1208037"/>
                </a:lnTo>
                <a:lnTo>
                  <a:pt x="769334" y="1208037"/>
                </a:lnTo>
                <a:lnTo>
                  <a:pt x="800100" y="1208037"/>
                </a:lnTo>
                <a:lnTo>
                  <a:pt x="830875" y="1208037"/>
                </a:lnTo>
                <a:lnTo>
                  <a:pt x="861651" y="1208037"/>
                </a:lnTo>
                <a:lnTo>
                  <a:pt x="892426" y="1208037"/>
                </a:lnTo>
                <a:lnTo>
                  <a:pt x="923201" y="1208037"/>
                </a:lnTo>
                <a:lnTo>
                  <a:pt x="953967" y="1208037"/>
                </a:lnTo>
                <a:lnTo>
                  <a:pt x="984742" y="1208037"/>
                </a:lnTo>
                <a:lnTo>
                  <a:pt x="1015517" y="1208037"/>
                </a:lnTo>
                <a:lnTo>
                  <a:pt x="1046293" y="1208037"/>
                </a:lnTo>
                <a:lnTo>
                  <a:pt x="1077058" y="1208037"/>
                </a:lnTo>
                <a:lnTo>
                  <a:pt x="1107834" y="1208037"/>
                </a:lnTo>
                <a:lnTo>
                  <a:pt x="1138609" y="1208037"/>
                </a:lnTo>
                <a:lnTo>
                  <a:pt x="1169384" y="1208037"/>
                </a:lnTo>
                <a:lnTo>
                  <a:pt x="1200160" y="1208037"/>
                </a:lnTo>
                <a:lnTo>
                  <a:pt x="1230925" y="1208037"/>
                </a:lnTo>
                <a:lnTo>
                  <a:pt x="1261701" y="1208037"/>
                </a:lnTo>
                <a:lnTo>
                  <a:pt x="1292171" y="1205855"/>
                </a:lnTo>
                <a:lnTo>
                  <a:pt x="1322470" y="1202465"/>
                </a:lnTo>
                <a:lnTo>
                  <a:pt x="1352769" y="1199074"/>
                </a:lnTo>
                <a:lnTo>
                  <a:pt x="1383068" y="1195683"/>
                </a:lnTo>
                <a:lnTo>
                  <a:pt x="1413367" y="1192301"/>
                </a:lnTo>
                <a:lnTo>
                  <a:pt x="1443666" y="1188911"/>
                </a:lnTo>
                <a:lnTo>
                  <a:pt x="1473975" y="1185520"/>
                </a:lnTo>
                <a:lnTo>
                  <a:pt x="1504274" y="1182138"/>
                </a:lnTo>
                <a:lnTo>
                  <a:pt x="1527400" y="1170270"/>
                </a:lnTo>
                <a:lnTo>
                  <a:pt x="1548755" y="1156297"/>
                </a:lnTo>
                <a:lnTo>
                  <a:pt x="1570111" y="1142333"/>
                </a:lnTo>
                <a:lnTo>
                  <a:pt x="1591456" y="1128370"/>
                </a:lnTo>
                <a:lnTo>
                  <a:pt x="1612811" y="1114396"/>
                </a:lnTo>
                <a:lnTo>
                  <a:pt x="1634166" y="1100433"/>
                </a:lnTo>
                <a:lnTo>
                  <a:pt x="1655521" y="1086469"/>
                </a:lnTo>
                <a:lnTo>
                  <a:pt x="1676876" y="1072496"/>
                </a:lnTo>
                <a:lnTo>
                  <a:pt x="1698231" y="1058532"/>
                </a:lnTo>
                <a:lnTo>
                  <a:pt x="1719577" y="1044569"/>
                </a:lnTo>
                <a:lnTo>
                  <a:pt x="1740932" y="1030595"/>
                </a:lnTo>
                <a:lnTo>
                  <a:pt x="1762287" y="1016632"/>
                </a:lnTo>
                <a:lnTo>
                  <a:pt x="1783642" y="1002668"/>
                </a:lnTo>
                <a:lnTo>
                  <a:pt x="1804997" y="988695"/>
                </a:lnTo>
                <a:lnTo>
                  <a:pt x="1826343" y="974731"/>
                </a:lnTo>
                <a:lnTo>
                  <a:pt x="1847698" y="960768"/>
                </a:lnTo>
                <a:lnTo>
                  <a:pt x="1869053" y="946795"/>
                </a:lnTo>
                <a:lnTo>
                  <a:pt x="1890408" y="932831"/>
                </a:lnTo>
                <a:lnTo>
                  <a:pt x="1911763" y="918867"/>
                </a:lnTo>
                <a:lnTo>
                  <a:pt x="1916611" y="900703"/>
                </a:lnTo>
                <a:lnTo>
                  <a:pt x="1916611" y="881301"/>
                </a:lnTo>
                <a:lnTo>
                  <a:pt x="1916611" y="861908"/>
                </a:lnTo>
                <a:lnTo>
                  <a:pt x="1916611" y="842515"/>
                </a:lnTo>
                <a:lnTo>
                  <a:pt x="1916611" y="823112"/>
                </a:lnTo>
                <a:lnTo>
                  <a:pt x="1916611" y="803720"/>
                </a:lnTo>
                <a:lnTo>
                  <a:pt x="1916611" y="784327"/>
                </a:lnTo>
                <a:lnTo>
                  <a:pt x="1916611" y="764924"/>
                </a:lnTo>
                <a:lnTo>
                  <a:pt x="1916611" y="745531"/>
                </a:lnTo>
                <a:lnTo>
                  <a:pt x="1916611" y="726129"/>
                </a:lnTo>
                <a:lnTo>
                  <a:pt x="1916611" y="706736"/>
                </a:lnTo>
                <a:lnTo>
                  <a:pt x="1916611" y="687343"/>
                </a:lnTo>
                <a:lnTo>
                  <a:pt x="1916611" y="667941"/>
                </a:lnTo>
                <a:lnTo>
                  <a:pt x="1916611" y="648548"/>
                </a:lnTo>
                <a:lnTo>
                  <a:pt x="1916611" y="629155"/>
                </a:lnTo>
                <a:lnTo>
                  <a:pt x="1916611" y="609752"/>
                </a:lnTo>
                <a:lnTo>
                  <a:pt x="1916611" y="590360"/>
                </a:lnTo>
                <a:lnTo>
                  <a:pt x="1916611" y="570967"/>
                </a:lnTo>
                <a:lnTo>
                  <a:pt x="1916611" y="551564"/>
                </a:lnTo>
                <a:lnTo>
                  <a:pt x="1916611" y="532171"/>
                </a:lnTo>
                <a:lnTo>
                  <a:pt x="1916611" y="512769"/>
                </a:lnTo>
                <a:lnTo>
                  <a:pt x="1916611" y="493376"/>
                </a:lnTo>
                <a:lnTo>
                  <a:pt x="1916611" y="473983"/>
                </a:lnTo>
                <a:lnTo>
                  <a:pt x="1916611" y="454581"/>
                </a:lnTo>
                <a:lnTo>
                  <a:pt x="1916611" y="435188"/>
                </a:lnTo>
                <a:lnTo>
                  <a:pt x="1916611" y="415795"/>
                </a:lnTo>
                <a:lnTo>
                  <a:pt x="1916611" y="396392"/>
                </a:lnTo>
                <a:lnTo>
                  <a:pt x="1916611" y="377000"/>
                </a:lnTo>
                <a:lnTo>
                  <a:pt x="1916611" y="357607"/>
                </a:lnTo>
                <a:lnTo>
                  <a:pt x="1916611" y="338204"/>
                </a:lnTo>
                <a:lnTo>
                  <a:pt x="1916611" y="318811"/>
                </a:lnTo>
                <a:lnTo>
                  <a:pt x="1916611" y="299409"/>
                </a:lnTo>
                <a:lnTo>
                  <a:pt x="1916611" y="280016"/>
                </a:lnTo>
                <a:lnTo>
                  <a:pt x="1916611" y="260623"/>
                </a:lnTo>
                <a:lnTo>
                  <a:pt x="1916611" y="241221"/>
                </a:lnTo>
                <a:lnTo>
                  <a:pt x="1916611" y="221828"/>
                </a:lnTo>
                <a:lnTo>
                  <a:pt x="1916611" y="202435"/>
                </a:lnTo>
                <a:lnTo>
                  <a:pt x="1916611" y="183032"/>
                </a:lnTo>
                <a:lnTo>
                  <a:pt x="1916611" y="163640"/>
                </a:lnTo>
                <a:lnTo>
                  <a:pt x="1916611" y="144247"/>
                </a:lnTo>
                <a:lnTo>
                  <a:pt x="1916611" y="124844"/>
                </a:lnTo>
                <a:lnTo>
                  <a:pt x="1916611" y="105451"/>
                </a:lnTo>
                <a:lnTo>
                  <a:pt x="1916611" y="86058"/>
                </a:lnTo>
                <a:lnTo>
                  <a:pt x="1916611" y="66656"/>
                </a:lnTo>
                <a:lnTo>
                  <a:pt x="1916611" y="47263"/>
                </a:lnTo>
                <a:lnTo>
                  <a:pt x="1916611" y="27861"/>
                </a:lnTo>
                <a:lnTo>
                  <a:pt x="1916611" y="8468"/>
                </a:lnTo>
                <a:lnTo>
                  <a:pt x="1899266" y="0"/>
                </a:lnTo>
                <a:lnTo>
                  <a:pt x="1868500" y="0"/>
                </a:lnTo>
                <a:lnTo>
                  <a:pt x="1837725" y="0"/>
                </a:lnTo>
                <a:lnTo>
                  <a:pt x="1806950" y="0"/>
                </a:lnTo>
                <a:lnTo>
                  <a:pt x="1776174" y="0"/>
                </a:lnTo>
                <a:lnTo>
                  <a:pt x="1745409" y="0"/>
                </a:lnTo>
                <a:lnTo>
                  <a:pt x="1714633" y="0"/>
                </a:lnTo>
                <a:lnTo>
                  <a:pt x="1683858" y="0"/>
                </a:lnTo>
                <a:lnTo>
                  <a:pt x="1653083" y="0"/>
                </a:lnTo>
                <a:lnTo>
                  <a:pt x="1622308" y="0"/>
                </a:lnTo>
                <a:lnTo>
                  <a:pt x="1591542" y="0"/>
                </a:lnTo>
                <a:lnTo>
                  <a:pt x="1560767" y="0"/>
                </a:lnTo>
                <a:lnTo>
                  <a:pt x="1529991" y="0"/>
                </a:lnTo>
                <a:lnTo>
                  <a:pt x="1499216" y="0"/>
                </a:lnTo>
                <a:lnTo>
                  <a:pt x="1468450" y="0"/>
                </a:lnTo>
                <a:lnTo>
                  <a:pt x="1437675" y="0"/>
                </a:lnTo>
                <a:lnTo>
                  <a:pt x="1406900" y="0"/>
                </a:lnTo>
                <a:lnTo>
                  <a:pt x="1376124" y="0"/>
                </a:lnTo>
                <a:lnTo>
                  <a:pt x="1345349" y="0"/>
                </a:lnTo>
                <a:lnTo>
                  <a:pt x="1314583" y="0"/>
                </a:lnTo>
                <a:lnTo>
                  <a:pt x="1283808" y="0"/>
                </a:lnTo>
                <a:lnTo>
                  <a:pt x="1253033" y="0"/>
                </a:lnTo>
                <a:lnTo>
                  <a:pt x="1222258" y="0"/>
                </a:lnTo>
                <a:lnTo>
                  <a:pt x="1191482" y="0"/>
                </a:lnTo>
                <a:lnTo>
                  <a:pt x="1160717" y="0"/>
                </a:lnTo>
                <a:lnTo>
                  <a:pt x="1129941" y="0"/>
                </a:lnTo>
                <a:lnTo>
                  <a:pt x="1099166" y="0"/>
                </a:lnTo>
                <a:lnTo>
                  <a:pt x="1068391" y="0"/>
                </a:lnTo>
                <a:lnTo>
                  <a:pt x="1037625" y="0"/>
                </a:lnTo>
                <a:lnTo>
                  <a:pt x="1006850" y="0"/>
                </a:lnTo>
                <a:lnTo>
                  <a:pt x="976074" y="0"/>
                </a:lnTo>
                <a:lnTo>
                  <a:pt x="945299" y="0"/>
                </a:lnTo>
                <a:lnTo>
                  <a:pt x="914524" y="0"/>
                </a:lnTo>
                <a:lnTo>
                  <a:pt x="883758" y="0"/>
                </a:lnTo>
                <a:lnTo>
                  <a:pt x="852983" y="0"/>
                </a:lnTo>
                <a:lnTo>
                  <a:pt x="822208" y="0"/>
                </a:lnTo>
                <a:lnTo>
                  <a:pt x="791432" y="0"/>
                </a:lnTo>
                <a:lnTo>
                  <a:pt x="760657" y="0"/>
                </a:lnTo>
                <a:lnTo>
                  <a:pt x="729891" y="0"/>
                </a:lnTo>
                <a:lnTo>
                  <a:pt x="699116" y="0"/>
                </a:lnTo>
                <a:lnTo>
                  <a:pt x="668341" y="0"/>
                </a:lnTo>
                <a:lnTo>
                  <a:pt x="637565" y="0"/>
                </a:lnTo>
                <a:lnTo>
                  <a:pt x="606800" y="0"/>
                </a:lnTo>
                <a:lnTo>
                  <a:pt x="576024" y="0"/>
                </a:lnTo>
                <a:lnTo>
                  <a:pt x="545249" y="0"/>
                </a:lnTo>
                <a:lnTo>
                  <a:pt x="514474" y="0"/>
                </a:lnTo>
                <a:lnTo>
                  <a:pt x="483699" y="0"/>
                </a:lnTo>
                <a:lnTo>
                  <a:pt x="452933" y="0"/>
                </a:lnTo>
                <a:lnTo>
                  <a:pt x="422158" y="0"/>
                </a:lnTo>
                <a:lnTo>
                  <a:pt x="391382" y="0"/>
                </a:lnTo>
                <a:lnTo>
                  <a:pt x="360607" y="0"/>
                </a:lnTo>
                <a:lnTo>
                  <a:pt x="329832" y="0"/>
                </a:lnTo>
                <a:lnTo>
                  <a:pt x="299066" y="0"/>
                </a:lnTo>
                <a:lnTo>
                  <a:pt x="268291" y="0"/>
                </a:lnTo>
                <a:lnTo>
                  <a:pt x="237515" y="0"/>
                </a:lnTo>
                <a:lnTo>
                  <a:pt x="206740" y="0"/>
                </a:lnTo>
                <a:lnTo>
                  <a:pt x="175974" y="0"/>
                </a:lnTo>
                <a:lnTo>
                  <a:pt x="145199" y="0"/>
                </a:lnTo>
                <a:lnTo>
                  <a:pt x="114424" y="0"/>
                </a:lnTo>
                <a:lnTo>
                  <a:pt x="83649" y="0"/>
                </a:lnTo>
                <a:lnTo>
                  <a:pt x="52873" y="0"/>
                </a:lnTo>
                <a:lnTo>
                  <a:pt x="22108" y="0"/>
                </a:lnTo>
                <a:lnTo>
                  <a:pt x="0" y="5467"/>
                </a:lnTo>
                <a:lnTo>
                  <a:pt x="0" y="24860"/>
                </a:lnTo>
                <a:lnTo>
                  <a:pt x="0" y="44253"/>
                </a:lnTo>
                <a:lnTo>
                  <a:pt x="0" y="63656"/>
                </a:lnTo>
                <a:lnTo>
                  <a:pt x="0" y="83048"/>
                </a:lnTo>
                <a:lnTo>
                  <a:pt x="0" y="102441"/>
                </a:lnTo>
                <a:lnTo>
                  <a:pt x="0" y="121844"/>
                </a:lnTo>
                <a:lnTo>
                  <a:pt x="0" y="141237"/>
                </a:lnTo>
                <a:lnTo>
                  <a:pt x="0" y="160639"/>
                </a:lnTo>
                <a:lnTo>
                  <a:pt x="0" y="180032"/>
                </a:lnTo>
                <a:lnTo>
                  <a:pt x="0" y="199425"/>
                </a:lnTo>
                <a:lnTo>
                  <a:pt x="0" y="218827"/>
                </a:lnTo>
                <a:lnTo>
                  <a:pt x="0" y="238220"/>
                </a:lnTo>
                <a:lnTo>
                  <a:pt x="0" y="257613"/>
                </a:lnTo>
                <a:lnTo>
                  <a:pt x="0" y="277016"/>
                </a:lnTo>
                <a:lnTo>
                  <a:pt x="0" y="296408"/>
                </a:lnTo>
                <a:lnTo>
                  <a:pt x="0" y="315801"/>
                </a:lnTo>
                <a:lnTo>
                  <a:pt x="0" y="335204"/>
                </a:lnTo>
                <a:lnTo>
                  <a:pt x="0" y="354597"/>
                </a:lnTo>
                <a:lnTo>
                  <a:pt x="0" y="373999"/>
                </a:lnTo>
                <a:lnTo>
                  <a:pt x="0" y="393392"/>
                </a:lnTo>
                <a:lnTo>
                  <a:pt x="0" y="412785"/>
                </a:lnTo>
                <a:lnTo>
                  <a:pt x="0" y="432187"/>
                </a:lnTo>
                <a:lnTo>
                  <a:pt x="0" y="451580"/>
                </a:lnTo>
                <a:lnTo>
                  <a:pt x="0" y="470973"/>
                </a:lnTo>
                <a:lnTo>
                  <a:pt x="0" y="490376"/>
                </a:lnTo>
                <a:lnTo>
                  <a:pt x="0" y="509768"/>
                </a:lnTo>
                <a:lnTo>
                  <a:pt x="0" y="529161"/>
                </a:lnTo>
                <a:lnTo>
                  <a:pt x="0" y="548564"/>
                </a:lnTo>
                <a:lnTo>
                  <a:pt x="0" y="567957"/>
                </a:lnTo>
                <a:lnTo>
                  <a:pt x="0" y="587359"/>
                </a:lnTo>
                <a:lnTo>
                  <a:pt x="0" y="606752"/>
                </a:lnTo>
                <a:lnTo>
                  <a:pt x="0" y="626145"/>
                </a:lnTo>
                <a:lnTo>
                  <a:pt x="0" y="645547"/>
                </a:lnTo>
                <a:lnTo>
                  <a:pt x="0" y="664940"/>
                </a:lnTo>
                <a:lnTo>
                  <a:pt x="0" y="684333"/>
                </a:lnTo>
                <a:lnTo>
                  <a:pt x="0" y="703736"/>
                </a:lnTo>
                <a:lnTo>
                  <a:pt x="0" y="723128"/>
                </a:lnTo>
                <a:lnTo>
                  <a:pt x="0" y="742521"/>
                </a:lnTo>
                <a:lnTo>
                  <a:pt x="0" y="761924"/>
                </a:lnTo>
                <a:lnTo>
                  <a:pt x="0" y="781317"/>
                </a:lnTo>
                <a:lnTo>
                  <a:pt x="0" y="800719"/>
                </a:lnTo>
                <a:lnTo>
                  <a:pt x="0" y="820112"/>
                </a:lnTo>
                <a:lnTo>
                  <a:pt x="0" y="839505"/>
                </a:lnTo>
                <a:lnTo>
                  <a:pt x="0" y="858907"/>
                </a:lnTo>
                <a:lnTo>
                  <a:pt x="0" y="878300"/>
                </a:lnTo>
                <a:lnTo>
                  <a:pt x="0" y="897693"/>
                </a:lnTo>
                <a:lnTo>
                  <a:pt x="0" y="917096"/>
                </a:lnTo>
                <a:lnTo>
                  <a:pt x="0" y="936488"/>
                </a:lnTo>
                <a:lnTo>
                  <a:pt x="0" y="955881"/>
                </a:lnTo>
                <a:lnTo>
                  <a:pt x="0" y="975284"/>
                </a:lnTo>
                <a:lnTo>
                  <a:pt x="0" y="994677"/>
                </a:lnTo>
                <a:lnTo>
                  <a:pt x="0" y="1014079"/>
                </a:lnTo>
                <a:lnTo>
                  <a:pt x="0" y="1033472"/>
                </a:lnTo>
                <a:lnTo>
                  <a:pt x="0" y="1052865"/>
                </a:lnTo>
                <a:lnTo>
                  <a:pt x="0" y="1072267"/>
                </a:lnTo>
                <a:lnTo>
                  <a:pt x="0" y="1091660"/>
                </a:lnTo>
                <a:lnTo>
                  <a:pt x="0" y="1111053"/>
                </a:lnTo>
                <a:lnTo>
                  <a:pt x="0" y="1130456"/>
                </a:lnTo>
                <a:lnTo>
                  <a:pt x="0" y="1149848"/>
                </a:lnTo>
                <a:lnTo>
                  <a:pt x="0" y="1169241"/>
                </a:lnTo>
                <a:lnTo>
                  <a:pt x="0" y="1188644"/>
                </a:lnTo>
                <a:lnTo>
                  <a:pt x="0" y="120803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C5D7"/>
            </a:solidFill>
            <a:prstDash val="solid"/>
          </a:ln>
        </p:spPr>
      </p:sp>
      <p:sp>
        <p:nvSpPr>
          <p:cNvPr id="15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D1C48611-D4ED-4EE0-AD04-9A71BB73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9943" y="3582143"/>
            <a:ext cx="1916611" cy="2077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1F0E2CFB-3818-4DF7-9FDA-167D28C8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0409" y="4497838"/>
            <a:ext cx="706136" cy="292570"/>
          </a:xfrm>
          <a:custGeom xmlns:a="http://schemas.openxmlformats.org/drawingml/2006/main">
            <a:pathLst>
              <a:path w="706136" h="292570">
                <a:moveTo>
                  <a:pt x="706136" y="0"/>
                </a:moveTo>
                <a:lnTo>
                  <a:pt x="705298" y="4848"/>
                </a:lnTo>
                <a:lnTo>
                  <a:pt x="704193" y="9687"/>
                </a:lnTo>
                <a:lnTo>
                  <a:pt x="702907" y="14497"/>
                </a:lnTo>
                <a:lnTo>
                  <a:pt x="701459" y="19298"/>
                </a:lnTo>
                <a:lnTo>
                  <a:pt x="699859" y="24070"/>
                </a:lnTo>
                <a:lnTo>
                  <a:pt x="698125" y="28832"/>
                </a:lnTo>
                <a:lnTo>
                  <a:pt x="696258" y="33566"/>
                </a:lnTo>
                <a:lnTo>
                  <a:pt x="694258" y="38281"/>
                </a:lnTo>
                <a:lnTo>
                  <a:pt x="692144" y="42977"/>
                </a:lnTo>
                <a:lnTo>
                  <a:pt x="689905" y="47654"/>
                </a:lnTo>
                <a:lnTo>
                  <a:pt x="687543" y="52302"/>
                </a:lnTo>
                <a:lnTo>
                  <a:pt x="685076" y="56931"/>
                </a:lnTo>
                <a:lnTo>
                  <a:pt x="682485" y="61532"/>
                </a:lnTo>
                <a:lnTo>
                  <a:pt x="679790" y="66113"/>
                </a:lnTo>
                <a:lnTo>
                  <a:pt x="676980" y="70656"/>
                </a:lnTo>
                <a:lnTo>
                  <a:pt x="674056" y="75181"/>
                </a:lnTo>
                <a:lnTo>
                  <a:pt x="671017" y="79667"/>
                </a:lnTo>
                <a:lnTo>
                  <a:pt x="667883" y="84134"/>
                </a:lnTo>
                <a:lnTo>
                  <a:pt x="664635" y="88563"/>
                </a:lnTo>
                <a:lnTo>
                  <a:pt x="661273" y="92964"/>
                </a:lnTo>
                <a:lnTo>
                  <a:pt x="657816" y="97336"/>
                </a:lnTo>
                <a:lnTo>
                  <a:pt x="654253" y="101670"/>
                </a:lnTo>
                <a:lnTo>
                  <a:pt x="650577" y="105966"/>
                </a:lnTo>
                <a:lnTo>
                  <a:pt x="646795" y="110223"/>
                </a:lnTo>
                <a:lnTo>
                  <a:pt x="642918" y="114452"/>
                </a:lnTo>
                <a:lnTo>
                  <a:pt x="638937" y="118643"/>
                </a:lnTo>
                <a:lnTo>
                  <a:pt x="634851" y="122787"/>
                </a:lnTo>
                <a:lnTo>
                  <a:pt x="630669" y="126892"/>
                </a:lnTo>
                <a:lnTo>
                  <a:pt x="626383" y="130959"/>
                </a:lnTo>
                <a:lnTo>
                  <a:pt x="622002" y="134988"/>
                </a:lnTo>
                <a:lnTo>
                  <a:pt x="617515" y="138970"/>
                </a:lnTo>
                <a:lnTo>
                  <a:pt x="612934" y="142904"/>
                </a:lnTo>
                <a:lnTo>
                  <a:pt x="608267" y="146799"/>
                </a:lnTo>
                <a:lnTo>
                  <a:pt x="603494" y="150647"/>
                </a:lnTo>
                <a:lnTo>
                  <a:pt x="598627" y="154448"/>
                </a:lnTo>
                <a:lnTo>
                  <a:pt x="593674" y="158191"/>
                </a:lnTo>
                <a:lnTo>
                  <a:pt x="588626" y="161896"/>
                </a:lnTo>
                <a:lnTo>
                  <a:pt x="583492" y="165554"/>
                </a:lnTo>
                <a:lnTo>
                  <a:pt x="578263" y="169154"/>
                </a:lnTo>
                <a:lnTo>
                  <a:pt x="572948" y="172707"/>
                </a:lnTo>
                <a:lnTo>
                  <a:pt x="567547" y="176213"/>
                </a:lnTo>
                <a:lnTo>
                  <a:pt x="562070" y="179661"/>
                </a:lnTo>
                <a:lnTo>
                  <a:pt x="556508" y="183051"/>
                </a:lnTo>
                <a:lnTo>
                  <a:pt x="550859" y="186395"/>
                </a:lnTo>
                <a:lnTo>
                  <a:pt x="545135" y="189681"/>
                </a:lnTo>
                <a:lnTo>
                  <a:pt x="539334" y="192919"/>
                </a:lnTo>
                <a:lnTo>
                  <a:pt x="533448" y="196101"/>
                </a:lnTo>
                <a:lnTo>
                  <a:pt x="527504" y="199225"/>
                </a:lnTo>
                <a:lnTo>
                  <a:pt x="521475" y="202292"/>
                </a:lnTo>
                <a:lnTo>
                  <a:pt x="515379" y="205302"/>
                </a:lnTo>
                <a:lnTo>
                  <a:pt x="509216" y="208255"/>
                </a:lnTo>
                <a:lnTo>
                  <a:pt x="502977" y="211150"/>
                </a:lnTo>
                <a:lnTo>
                  <a:pt x="496681" y="213998"/>
                </a:lnTo>
                <a:lnTo>
                  <a:pt x="490328" y="216779"/>
                </a:lnTo>
                <a:lnTo>
                  <a:pt x="483899" y="219513"/>
                </a:lnTo>
                <a:lnTo>
                  <a:pt x="477422" y="222180"/>
                </a:lnTo>
                <a:lnTo>
                  <a:pt x="470878" y="224800"/>
                </a:lnTo>
                <a:lnTo>
                  <a:pt x="464287" y="227362"/>
                </a:lnTo>
                <a:lnTo>
                  <a:pt x="457629" y="229857"/>
                </a:lnTo>
                <a:lnTo>
                  <a:pt x="450923" y="232305"/>
                </a:lnTo>
                <a:lnTo>
                  <a:pt x="444170" y="234696"/>
                </a:lnTo>
                <a:lnTo>
                  <a:pt x="437369" y="237030"/>
                </a:lnTo>
                <a:lnTo>
                  <a:pt x="430520" y="239306"/>
                </a:lnTo>
                <a:lnTo>
                  <a:pt x="423615" y="241525"/>
                </a:lnTo>
                <a:lnTo>
                  <a:pt x="416681" y="243688"/>
                </a:lnTo>
                <a:lnTo>
                  <a:pt x="409689" y="245802"/>
                </a:lnTo>
                <a:lnTo>
                  <a:pt x="402669" y="247860"/>
                </a:lnTo>
                <a:lnTo>
                  <a:pt x="395602" y="249860"/>
                </a:lnTo>
                <a:lnTo>
                  <a:pt x="388506" y="251803"/>
                </a:lnTo>
                <a:lnTo>
                  <a:pt x="381362" y="253698"/>
                </a:lnTo>
                <a:lnTo>
                  <a:pt x="374190" y="255546"/>
                </a:lnTo>
                <a:lnTo>
                  <a:pt x="366979" y="257337"/>
                </a:lnTo>
                <a:lnTo>
                  <a:pt x="359750" y="259070"/>
                </a:lnTo>
                <a:lnTo>
                  <a:pt x="352473" y="260756"/>
                </a:lnTo>
                <a:lnTo>
                  <a:pt x="345176" y="262395"/>
                </a:lnTo>
                <a:lnTo>
                  <a:pt x="337852" y="263976"/>
                </a:lnTo>
                <a:lnTo>
                  <a:pt x="330498" y="265509"/>
                </a:lnTo>
                <a:lnTo>
                  <a:pt x="323117" y="266995"/>
                </a:lnTo>
                <a:lnTo>
                  <a:pt x="315716" y="268434"/>
                </a:lnTo>
                <a:lnTo>
                  <a:pt x="308296" y="269824"/>
                </a:lnTo>
                <a:lnTo>
                  <a:pt x="300847" y="271158"/>
                </a:lnTo>
                <a:lnTo>
                  <a:pt x="293380" y="272453"/>
                </a:lnTo>
                <a:lnTo>
                  <a:pt x="285883" y="273701"/>
                </a:lnTo>
                <a:lnTo>
                  <a:pt x="278378" y="274901"/>
                </a:lnTo>
                <a:lnTo>
                  <a:pt x="270853" y="276063"/>
                </a:lnTo>
                <a:lnTo>
                  <a:pt x="263309" y="277168"/>
                </a:lnTo>
                <a:lnTo>
                  <a:pt x="255756" y="278235"/>
                </a:lnTo>
                <a:lnTo>
                  <a:pt x="248183" y="279263"/>
                </a:lnTo>
                <a:lnTo>
                  <a:pt x="240592" y="280245"/>
                </a:lnTo>
                <a:lnTo>
                  <a:pt x="232991" y="281178"/>
                </a:lnTo>
                <a:lnTo>
                  <a:pt x="225381" y="282083"/>
                </a:lnTo>
                <a:lnTo>
                  <a:pt x="217751" y="282931"/>
                </a:lnTo>
                <a:lnTo>
                  <a:pt x="210112" y="283750"/>
                </a:lnTo>
                <a:lnTo>
                  <a:pt x="202473" y="284531"/>
                </a:lnTo>
                <a:lnTo>
                  <a:pt x="194815" y="285264"/>
                </a:lnTo>
                <a:lnTo>
                  <a:pt x="187147" y="285960"/>
                </a:lnTo>
                <a:lnTo>
                  <a:pt x="179470" y="286617"/>
                </a:lnTo>
                <a:lnTo>
                  <a:pt x="171793" y="287236"/>
                </a:lnTo>
                <a:lnTo>
                  <a:pt x="164097" y="287826"/>
                </a:lnTo>
                <a:lnTo>
                  <a:pt x="156401" y="288369"/>
                </a:lnTo>
                <a:lnTo>
                  <a:pt x="148695" y="288884"/>
                </a:lnTo>
                <a:lnTo>
                  <a:pt x="140989" y="289360"/>
                </a:lnTo>
                <a:lnTo>
                  <a:pt x="133274" y="289798"/>
                </a:lnTo>
                <a:lnTo>
                  <a:pt x="125559" y="290208"/>
                </a:lnTo>
                <a:lnTo>
                  <a:pt x="117834" y="290579"/>
                </a:lnTo>
                <a:lnTo>
                  <a:pt x="110109" y="290913"/>
                </a:lnTo>
                <a:lnTo>
                  <a:pt x="102375" y="291217"/>
                </a:lnTo>
                <a:lnTo>
                  <a:pt x="94640" y="291494"/>
                </a:lnTo>
                <a:lnTo>
                  <a:pt x="86906" y="291732"/>
                </a:lnTo>
                <a:lnTo>
                  <a:pt x="79172" y="291941"/>
                </a:lnTo>
                <a:lnTo>
                  <a:pt x="71428" y="292122"/>
                </a:lnTo>
                <a:lnTo>
                  <a:pt x="63684" y="292275"/>
                </a:lnTo>
                <a:lnTo>
                  <a:pt x="55940" y="292389"/>
                </a:lnTo>
                <a:lnTo>
                  <a:pt x="48196" y="292475"/>
                </a:lnTo>
                <a:lnTo>
                  <a:pt x="40453" y="292541"/>
                </a:lnTo>
                <a:lnTo>
                  <a:pt x="32709" y="292570"/>
                </a:lnTo>
                <a:lnTo>
                  <a:pt x="24965" y="292570"/>
                </a:lnTo>
                <a:lnTo>
                  <a:pt x="17221" y="292541"/>
                </a:lnTo>
                <a:lnTo>
                  <a:pt x="9477" y="292484"/>
                </a:lnTo>
                <a:lnTo>
                  <a:pt x="1734" y="292408"/>
                </a:lnTo>
                <a:lnTo>
                  <a:pt x="0" y="292332"/>
                </a:lnTo>
                <a:lnTo>
                  <a:pt x="7744" y="292208"/>
                </a:lnTo>
                <a:lnTo>
                  <a:pt x="15478" y="292008"/>
                </a:lnTo>
                <a:lnTo>
                  <a:pt x="23212" y="291741"/>
                </a:lnTo>
                <a:lnTo>
                  <a:pt x="30947" y="291408"/>
                </a:lnTo>
                <a:lnTo>
                  <a:pt x="38662" y="291027"/>
                </a:lnTo>
                <a:lnTo>
                  <a:pt x="46377" y="290589"/>
                </a:lnTo>
                <a:lnTo>
                  <a:pt x="54083" y="290103"/>
                </a:lnTo>
                <a:lnTo>
                  <a:pt x="61789" y="289560"/>
                </a:lnTo>
                <a:lnTo>
                  <a:pt x="69475" y="288969"/>
                </a:lnTo>
                <a:lnTo>
                  <a:pt x="77153" y="288331"/>
                </a:lnTo>
                <a:lnTo>
                  <a:pt x="84820" y="287636"/>
                </a:lnTo>
                <a:lnTo>
                  <a:pt x="92469" y="286893"/>
                </a:lnTo>
                <a:lnTo>
                  <a:pt x="100117" y="286093"/>
                </a:lnTo>
                <a:lnTo>
                  <a:pt x="107747" y="285245"/>
                </a:lnTo>
                <a:lnTo>
                  <a:pt x="115357" y="284340"/>
                </a:lnTo>
                <a:lnTo>
                  <a:pt x="122949" y="283388"/>
                </a:lnTo>
                <a:lnTo>
                  <a:pt x="130531" y="282369"/>
                </a:lnTo>
                <a:lnTo>
                  <a:pt x="138084" y="281302"/>
                </a:lnTo>
                <a:lnTo>
                  <a:pt x="145618" y="280178"/>
                </a:lnTo>
                <a:lnTo>
                  <a:pt x="153133" y="278997"/>
                </a:lnTo>
                <a:lnTo>
                  <a:pt x="160630" y="277749"/>
                </a:lnTo>
                <a:lnTo>
                  <a:pt x="168088" y="276444"/>
                </a:lnTo>
                <a:lnTo>
                  <a:pt x="175527" y="275072"/>
                </a:lnTo>
                <a:lnTo>
                  <a:pt x="182928" y="273644"/>
                </a:lnTo>
                <a:lnTo>
                  <a:pt x="190300" y="272148"/>
                </a:lnTo>
                <a:lnTo>
                  <a:pt x="197634" y="270577"/>
                </a:lnTo>
                <a:lnTo>
                  <a:pt x="204930" y="268948"/>
                </a:lnTo>
                <a:lnTo>
                  <a:pt x="212188" y="267243"/>
                </a:lnTo>
                <a:lnTo>
                  <a:pt x="219408" y="265462"/>
                </a:lnTo>
                <a:lnTo>
                  <a:pt x="226571" y="263604"/>
                </a:lnTo>
                <a:lnTo>
                  <a:pt x="233686" y="261671"/>
                </a:lnTo>
                <a:lnTo>
                  <a:pt x="240744" y="259661"/>
                </a:lnTo>
                <a:lnTo>
                  <a:pt x="247736" y="257575"/>
                </a:lnTo>
                <a:lnTo>
                  <a:pt x="254670" y="255394"/>
                </a:lnTo>
                <a:lnTo>
                  <a:pt x="261537" y="253136"/>
                </a:lnTo>
                <a:lnTo>
                  <a:pt x="268329" y="250784"/>
                </a:lnTo>
                <a:lnTo>
                  <a:pt x="275034" y="248345"/>
                </a:lnTo>
                <a:lnTo>
                  <a:pt x="281664" y="245821"/>
                </a:lnTo>
                <a:lnTo>
                  <a:pt x="288198" y="243192"/>
                </a:lnTo>
                <a:lnTo>
                  <a:pt x="294627" y="240478"/>
                </a:lnTo>
                <a:lnTo>
                  <a:pt x="300952" y="237658"/>
                </a:lnTo>
                <a:lnTo>
                  <a:pt x="307162" y="234734"/>
                </a:lnTo>
                <a:lnTo>
                  <a:pt x="313249" y="231724"/>
                </a:lnTo>
                <a:lnTo>
                  <a:pt x="319202" y="228600"/>
                </a:lnTo>
                <a:lnTo>
                  <a:pt x="325022" y="225381"/>
                </a:lnTo>
                <a:lnTo>
                  <a:pt x="330689" y="222047"/>
                </a:lnTo>
                <a:lnTo>
                  <a:pt x="336204" y="218618"/>
                </a:lnTo>
                <a:lnTo>
                  <a:pt x="341547" y="215084"/>
                </a:lnTo>
                <a:lnTo>
                  <a:pt x="346720" y="211455"/>
                </a:lnTo>
                <a:lnTo>
                  <a:pt x="351701" y="207712"/>
                </a:lnTo>
                <a:lnTo>
                  <a:pt x="356492" y="203883"/>
                </a:lnTo>
                <a:lnTo>
                  <a:pt x="361083" y="199949"/>
                </a:lnTo>
                <a:lnTo>
                  <a:pt x="365455" y="195920"/>
                </a:lnTo>
                <a:lnTo>
                  <a:pt x="369618" y="191805"/>
                </a:lnTo>
                <a:lnTo>
                  <a:pt x="373551" y="187595"/>
                </a:lnTo>
                <a:lnTo>
                  <a:pt x="377257" y="183309"/>
                </a:lnTo>
                <a:lnTo>
                  <a:pt x="380724" y="178946"/>
                </a:lnTo>
                <a:lnTo>
                  <a:pt x="383953" y="174508"/>
                </a:lnTo>
                <a:lnTo>
                  <a:pt x="386934" y="170002"/>
                </a:lnTo>
                <a:lnTo>
                  <a:pt x="389677" y="165440"/>
                </a:lnTo>
                <a:lnTo>
                  <a:pt x="392173" y="160811"/>
                </a:lnTo>
                <a:lnTo>
                  <a:pt x="394430" y="156143"/>
                </a:lnTo>
                <a:lnTo>
                  <a:pt x="396440" y="151428"/>
                </a:lnTo>
                <a:lnTo>
                  <a:pt x="398221" y="146675"/>
                </a:lnTo>
                <a:lnTo>
                  <a:pt x="399755" y="141894"/>
                </a:lnTo>
                <a:lnTo>
                  <a:pt x="401060" y="137084"/>
                </a:lnTo>
                <a:lnTo>
                  <a:pt x="402146" y="132245"/>
                </a:lnTo>
                <a:lnTo>
                  <a:pt x="403003" y="127397"/>
                </a:lnTo>
                <a:lnTo>
                  <a:pt x="403641" y="122530"/>
                </a:lnTo>
                <a:lnTo>
                  <a:pt x="404079" y="117653"/>
                </a:lnTo>
                <a:lnTo>
                  <a:pt x="404308" y="112776"/>
                </a:lnTo>
                <a:lnTo>
                  <a:pt x="404346" y="107899"/>
                </a:lnTo>
                <a:lnTo>
                  <a:pt x="404193" y="103013"/>
                </a:lnTo>
                <a:lnTo>
                  <a:pt x="403850" y="98136"/>
                </a:lnTo>
                <a:lnTo>
                  <a:pt x="403346" y="93269"/>
                </a:lnTo>
                <a:lnTo>
                  <a:pt x="410508" y="92069"/>
                </a:lnTo>
                <a:lnTo>
                  <a:pt x="418062" y="90973"/>
                </a:lnTo>
                <a:lnTo>
                  <a:pt x="425577" y="89811"/>
                </a:lnTo>
                <a:lnTo>
                  <a:pt x="433083" y="88592"/>
                </a:lnTo>
                <a:lnTo>
                  <a:pt x="440560" y="87316"/>
                </a:lnTo>
                <a:lnTo>
                  <a:pt x="448008" y="85982"/>
                </a:lnTo>
                <a:lnTo>
                  <a:pt x="455438" y="84601"/>
                </a:lnTo>
                <a:lnTo>
                  <a:pt x="462848" y="83182"/>
                </a:lnTo>
                <a:lnTo>
                  <a:pt x="470230" y="81705"/>
                </a:lnTo>
                <a:lnTo>
                  <a:pt x="477593" y="80181"/>
                </a:lnTo>
                <a:lnTo>
                  <a:pt x="484927" y="78610"/>
                </a:lnTo>
                <a:lnTo>
                  <a:pt x="492233" y="77000"/>
                </a:lnTo>
                <a:lnTo>
                  <a:pt x="499520" y="75343"/>
                </a:lnTo>
                <a:lnTo>
                  <a:pt x="506778" y="73638"/>
                </a:lnTo>
                <a:lnTo>
                  <a:pt x="514007" y="71895"/>
                </a:lnTo>
                <a:lnTo>
                  <a:pt x="521218" y="70094"/>
                </a:lnTo>
                <a:lnTo>
                  <a:pt x="528390" y="68256"/>
                </a:lnTo>
                <a:lnTo>
                  <a:pt x="535534" y="66380"/>
                </a:lnTo>
                <a:lnTo>
                  <a:pt x="542649" y="64446"/>
                </a:lnTo>
                <a:lnTo>
                  <a:pt x="549735" y="62465"/>
                </a:lnTo>
                <a:lnTo>
                  <a:pt x="556784" y="60446"/>
                </a:lnTo>
                <a:lnTo>
                  <a:pt x="563794" y="58379"/>
                </a:lnTo>
                <a:lnTo>
                  <a:pt x="570776" y="56264"/>
                </a:lnTo>
                <a:lnTo>
                  <a:pt x="577720" y="54092"/>
                </a:lnTo>
                <a:lnTo>
                  <a:pt x="584625" y="51883"/>
                </a:lnTo>
                <a:lnTo>
                  <a:pt x="591493" y="49625"/>
                </a:lnTo>
                <a:lnTo>
                  <a:pt x="598313" y="47311"/>
                </a:lnTo>
                <a:lnTo>
                  <a:pt x="605095" y="44958"/>
                </a:lnTo>
                <a:lnTo>
                  <a:pt x="611829" y="42548"/>
                </a:lnTo>
                <a:lnTo>
                  <a:pt x="618515" y="40081"/>
                </a:lnTo>
                <a:lnTo>
                  <a:pt x="625164" y="37576"/>
                </a:lnTo>
                <a:lnTo>
                  <a:pt x="631755" y="35004"/>
                </a:lnTo>
                <a:lnTo>
                  <a:pt x="638289" y="32395"/>
                </a:lnTo>
                <a:lnTo>
                  <a:pt x="644776" y="29728"/>
                </a:lnTo>
                <a:lnTo>
                  <a:pt x="651205" y="27003"/>
                </a:lnTo>
                <a:lnTo>
                  <a:pt x="657577" y="24222"/>
                </a:lnTo>
                <a:lnTo>
                  <a:pt x="663893" y="21393"/>
                </a:lnTo>
                <a:lnTo>
                  <a:pt x="670131" y="18507"/>
                </a:lnTo>
                <a:lnTo>
                  <a:pt x="676313" y="15564"/>
                </a:lnTo>
                <a:lnTo>
                  <a:pt x="682428" y="12563"/>
                </a:lnTo>
                <a:lnTo>
                  <a:pt x="688467" y="9506"/>
                </a:lnTo>
                <a:lnTo>
                  <a:pt x="694439" y="6401"/>
                </a:lnTo>
                <a:lnTo>
                  <a:pt x="700326" y="3229"/>
                </a:lnTo>
                <a:lnTo>
                  <a:pt x="70613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6F6F6F"/>
            </a:solidFill>
            <a:prstDash val="solid"/>
          </a:ln>
        </p:spPr>
      </p:sp>
      <p:sp>
        <p:nvSpPr>
          <p:cNvPr id="17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6473C021-5E63-48CD-949B-1C9DA3A6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456" y="4470054"/>
            <a:ext cx="1917049" cy="321202"/>
          </a:xfrm>
          <a:custGeom xmlns:a="http://schemas.openxmlformats.org/drawingml/2006/main">
            <a:pathLst>
              <a:path w="1917049" h="321202">
                <a:moveTo>
                  <a:pt x="1916449" y="0"/>
                </a:moveTo>
                <a:lnTo>
                  <a:pt x="1917049" y="11830"/>
                </a:lnTo>
                <a:lnTo>
                  <a:pt x="1916782" y="23660"/>
                </a:lnTo>
                <a:lnTo>
                  <a:pt x="1915858" y="35481"/>
                </a:lnTo>
                <a:lnTo>
                  <a:pt x="1914306" y="47282"/>
                </a:lnTo>
                <a:lnTo>
                  <a:pt x="1912172" y="59036"/>
                </a:lnTo>
                <a:lnTo>
                  <a:pt x="1909439" y="70742"/>
                </a:lnTo>
                <a:lnTo>
                  <a:pt x="1906124" y="82391"/>
                </a:lnTo>
                <a:lnTo>
                  <a:pt x="1902200" y="93974"/>
                </a:lnTo>
                <a:lnTo>
                  <a:pt x="1897675" y="105451"/>
                </a:lnTo>
                <a:lnTo>
                  <a:pt x="1892522" y="116834"/>
                </a:lnTo>
                <a:lnTo>
                  <a:pt x="1886741" y="128092"/>
                </a:lnTo>
                <a:lnTo>
                  <a:pt x="1880302" y="139217"/>
                </a:lnTo>
                <a:lnTo>
                  <a:pt x="1873215" y="150171"/>
                </a:lnTo>
                <a:lnTo>
                  <a:pt x="1865443" y="160944"/>
                </a:lnTo>
                <a:lnTo>
                  <a:pt x="1856994" y="171517"/>
                </a:lnTo>
                <a:lnTo>
                  <a:pt x="1847850" y="181851"/>
                </a:lnTo>
                <a:lnTo>
                  <a:pt x="1838011" y="191938"/>
                </a:lnTo>
                <a:lnTo>
                  <a:pt x="1827476" y="201730"/>
                </a:lnTo>
                <a:lnTo>
                  <a:pt x="1816256" y="211217"/>
                </a:lnTo>
                <a:lnTo>
                  <a:pt x="1804349" y="220370"/>
                </a:lnTo>
                <a:lnTo>
                  <a:pt x="1791786" y="229172"/>
                </a:lnTo>
                <a:lnTo>
                  <a:pt x="1778584" y="237582"/>
                </a:lnTo>
                <a:lnTo>
                  <a:pt x="1764763" y="245593"/>
                </a:lnTo>
                <a:lnTo>
                  <a:pt x="1750362" y="253184"/>
                </a:lnTo>
                <a:lnTo>
                  <a:pt x="1735417" y="260347"/>
                </a:lnTo>
                <a:lnTo>
                  <a:pt x="1719958" y="267071"/>
                </a:lnTo>
                <a:lnTo>
                  <a:pt x="1704042" y="273348"/>
                </a:lnTo>
                <a:lnTo>
                  <a:pt x="1687697" y="279168"/>
                </a:lnTo>
                <a:lnTo>
                  <a:pt x="1670971" y="284550"/>
                </a:lnTo>
                <a:lnTo>
                  <a:pt x="1653902" y="289484"/>
                </a:lnTo>
                <a:lnTo>
                  <a:pt x="1636538" y="293989"/>
                </a:lnTo>
                <a:lnTo>
                  <a:pt x="1618917" y="298066"/>
                </a:lnTo>
                <a:lnTo>
                  <a:pt x="1601057" y="301733"/>
                </a:lnTo>
                <a:lnTo>
                  <a:pt x="1583007" y="304991"/>
                </a:lnTo>
                <a:lnTo>
                  <a:pt x="1564796" y="307877"/>
                </a:lnTo>
                <a:lnTo>
                  <a:pt x="1546441" y="310382"/>
                </a:lnTo>
                <a:lnTo>
                  <a:pt x="1527981" y="312534"/>
                </a:lnTo>
                <a:lnTo>
                  <a:pt x="1509427" y="314354"/>
                </a:lnTo>
                <a:lnTo>
                  <a:pt x="1490796" y="315849"/>
                </a:lnTo>
                <a:lnTo>
                  <a:pt x="1472117" y="317030"/>
                </a:lnTo>
                <a:lnTo>
                  <a:pt x="1453391" y="317916"/>
                </a:lnTo>
                <a:lnTo>
                  <a:pt x="1434627" y="318335"/>
                </a:lnTo>
                <a:lnTo>
                  <a:pt x="1415853" y="318611"/>
                </a:lnTo>
                <a:lnTo>
                  <a:pt x="1397079" y="318830"/>
                </a:lnTo>
                <a:lnTo>
                  <a:pt x="1378306" y="319021"/>
                </a:lnTo>
                <a:lnTo>
                  <a:pt x="1359522" y="319183"/>
                </a:lnTo>
                <a:lnTo>
                  <a:pt x="1340749" y="319335"/>
                </a:lnTo>
                <a:lnTo>
                  <a:pt x="1321975" y="319469"/>
                </a:lnTo>
                <a:lnTo>
                  <a:pt x="1303191" y="319592"/>
                </a:lnTo>
                <a:lnTo>
                  <a:pt x="1284418" y="319707"/>
                </a:lnTo>
                <a:lnTo>
                  <a:pt x="1265644" y="319821"/>
                </a:lnTo>
                <a:lnTo>
                  <a:pt x="1246861" y="319916"/>
                </a:lnTo>
                <a:lnTo>
                  <a:pt x="1228087" y="320011"/>
                </a:lnTo>
                <a:lnTo>
                  <a:pt x="1209304" y="320097"/>
                </a:lnTo>
                <a:lnTo>
                  <a:pt x="1190530" y="320183"/>
                </a:lnTo>
                <a:lnTo>
                  <a:pt x="1171756" y="320269"/>
                </a:lnTo>
                <a:lnTo>
                  <a:pt x="1152973" y="320335"/>
                </a:lnTo>
                <a:lnTo>
                  <a:pt x="1134199" y="320411"/>
                </a:lnTo>
                <a:lnTo>
                  <a:pt x="1115416" y="320478"/>
                </a:lnTo>
                <a:lnTo>
                  <a:pt x="1096642" y="320535"/>
                </a:lnTo>
                <a:lnTo>
                  <a:pt x="1077859" y="320602"/>
                </a:lnTo>
                <a:lnTo>
                  <a:pt x="1059085" y="320659"/>
                </a:lnTo>
                <a:lnTo>
                  <a:pt x="1040311" y="320707"/>
                </a:lnTo>
                <a:lnTo>
                  <a:pt x="1021528" y="320754"/>
                </a:lnTo>
                <a:lnTo>
                  <a:pt x="1002754" y="320812"/>
                </a:lnTo>
                <a:lnTo>
                  <a:pt x="983971" y="320850"/>
                </a:lnTo>
                <a:lnTo>
                  <a:pt x="965197" y="320897"/>
                </a:lnTo>
                <a:lnTo>
                  <a:pt x="946414" y="320935"/>
                </a:lnTo>
                <a:lnTo>
                  <a:pt x="927640" y="320973"/>
                </a:lnTo>
                <a:lnTo>
                  <a:pt x="908856" y="321002"/>
                </a:lnTo>
                <a:lnTo>
                  <a:pt x="890083" y="321031"/>
                </a:lnTo>
                <a:lnTo>
                  <a:pt x="871299" y="321059"/>
                </a:lnTo>
                <a:lnTo>
                  <a:pt x="852526" y="321088"/>
                </a:lnTo>
                <a:lnTo>
                  <a:pt x="833752" y="321107"/>
                </a:lnTo>
                <a:lnTo>
                  <a:pt x="814969" y="321126"/>
                </a:lnTo>
                <a:lnTo>
                  <a:pt x="796195" y="321145"/>
                </a:lnTo>
                <a:lnTo>
                  <a:pt x="777411" y="321164"/>
                </a:lnTo>
                <a:lnTo>
                  <a:pt x="758638" y="321173"/>
                </a:lnTo>
                <a:lnTo>
                  <a:pt x="739854" y="321183"/>
                </a:lnTo>
                <a:lnTo>
                  <a:pt x="721081" y="321193"/>
                </a:lnTo>
                <a:lnTo>
                  <a:pt x="702297" y="321193"/>
                </a:lnTo>
                <a:lnTo>
                  <a:pt x="683524" y="321202"/>
                </a:lnTo>
                <a:lnTo>
                  <a:pt x="664740" y="321193"/>
                </a:lnTo>
                <a:lnTo>
                  <a:pt x="645966" y="321193"/>
                </a:lnTo>
                <a:lnTo>
                  <a:pt x="627193" y="321183"/>
                </a:lnTo>
                <a:lnTo>
                  <a:pt x="608409" y="321173"/>
                </a:lnTo>
                <a:lnTo>
                  <a:pt x="589636" y="321164"/>
                </a:lnTo>
                <a:lnTo>
                  <a:pt x="570852" y="321145"/>
                </a:lnTo>
                <a:lnTo>
                  <a:pt x="552079" y="321126"/>
                </a:lnTo>
                <a:lnTo>
                  <a:pt x="533295" y="321097"/>
                </a:lnTo>
                <a:lnTo>
                  <a:pt x="514521" y="321078"/>
                </a:lnTo>
                <a:lnTo>
                  <a:pt x="495738" y="321050"/>
                </a:lnTo>
                <a:lnTo>
                  <a:pt x="476964" y="321012"/>
                </a:lnTo>
                <a:lnTo>
                  <a:pt x="458181" y="320973"/>
                </a:lnTo>
                <a:lnTo>
                  <a:pt x="439407" y="320935"/>
                </a:lnTo>
                <a:lnTo>
                  <a:pt x="420634" y="320888"/>
                </a:lnTo>
                <a:lnTo>
                  <a:pt x="401850" y="320831"/>
                </a:lnTo>
                <a:lnTo>
                  <a:pt x="383076" y="320773"/>
                </a:lnTo>
                <a:lnTo>
                  <a:pt x="364293" y="320726"/>
                </a:lnTo>
                <a:lnTo>
                  <a:pt x="345519" y="320650"/>
                </a:lnTo>
                <a:lnTo>
                  <a:pt x="326736" y="320583"/>
                </a:lnTo>
                <a:lnTo>
                  <a:pt x="307962" y="320507"/>
                </a:lnTo>
                <a:lnTo>
                  <a:pt x="289179" y="320421"/>
                </a:lnTo>
                <a:lnTo>
                  <a:pt x="270405" y="320326"/>
                </a:lnTo>
                <a:lnTo>
                  <a:pt x="251631" y="320221"/>
                </a:lnTo>
                <a:lnTo>
                  <a:pt x="232848" y="320116"/>
                </a:lnTo>
                <a:lnTo>
                  <a:pt x="214074" y="319992"/>
                </a:lnTo>
                <a:lnTo>
                  <a:pt x="195301" y="319859"/>
                </a:lnTo>
                <a:lnTo>
                  <a:pt x="176517" y="319716"/>
                </a:lnTo>
                <a:lnTo>
                  <a:pt x="157744" y="319564"/>
                </a:lnTo>
                <a:lnTo>
                  <a:pt x="138970" y="319383"/>
                </a:lnTo>
                <a:lnTo>
                  <a:pt x="120196" y="319183"/>
                </a:lnTo>
                <a:lnTo>
                  <a:pt x="101422" y="318964"/>
                </a:lnTo>
                <a:lnTo>
                  <a:pt x="82648" y="318707"/>
                </a:lnTo>
                <a:lnTo>
                  <a:pt x="63875" y="318402"/>
                </a:lnTo>
                <a:lnTo>
                  <a:pt x="45101" y="318030"/>
                </a:lnTo>
                <a:lnTo>
                  <a:pt x="26337" y="317554"/>
                </a:lnTo>
                <a:lnTo>
                  <a:pt x="7601" y="316782"/>
                </a:lnTo>
                <a:lnTo>
                  <a:pt x="3486" y="307162"/>
                </a:lnTo>
                <a:lnTo>
                  <a:pt x="3229" y="295323"/>
                </a:lnTo>
                <a:lnTo>
                  <a:pt x="2981" y="283493"/>
                </a:lnTo>
                <a:lnTo>
                  <a:pt x="2734" y="271653"/>
                </a:lnTo>
                <a:lnTo>
                  <a:pt x="2486" y="259823"/>
                </a:lnTo>
                <a:lnTo>
                  <a:pt x="2238" y="247983"/>
                </a:lnTo>
                <a:lnTo>
                  <a:pt x="1991" y="236153"/>
                </a:lnTo>
                <a:lnTo>
                  <a:pt x="1743" y="224314"/>
                </a:lnTo>
                <a:lnTo>
                  <a:pt x="1495" y="212484"/>
                </a:lnTo>
                <a:lnTo>
                  <a:pt x="1248" y="200644"/>
                </a:lnTo>
                <a:lnTo>
                  <a:pt x="991" y="188814"/>
                </a:lnTo>
                <a:lnTo>
                  <a:pt x="743" y="176974"/>
                </a:lnTo>
                <a:lnTo>
                  <a:pt x="495" y="165144"/>
                </a:lnTo>
                <a:lnTo>
                  <a:pt x="248" y="153305"/>
                </a:lnTo>
                <a:lnTo>
                  <a:pt x="0" y="141475"/>
                </a:lnTo>
                <a:lnTo>
                  <a:pt x="6887" y="133731"/>
                </a:lnTo>
                <a:lnTo>
                  <a:pt x="25622" y="132874"/>
                </a:lnTo>
                <a:lnTo>
                  <a:pt x="44358" y="132150"/>
                </a:lnTo>
                <a:lnTo>
                  <a:pt x="63113" y="131540"/>
                </a:lnTo>
                <a:lnTo>
                  <a:pt x="81877" y="131054"/>
                </a:lnTo>
                <a:lnTo>
                  <a:pt x="100641" y="130654"/>
                </a:lnTo>
                <a:lnTo>
                  <a:pt x="119415" y="130350"/>
                </a:lnTo>
                <a:lnTo>
                  <a:pt x="138189" y="130121"/>
                </a:lnTo>
                <a:lnTo>
                  <a:pt x="156962" y="129969"/>
                </a:lnTo>
                <a:lnTo>
                  <a:pt x="175746" y="129883"/>
                </a:lnTo>
                <a:lnTo>
                  <a:pt x="194520" y="129864"/>
                </a:lnTo>
                <a:lnTo>
                  <a:pt x="213303" y="129892"/>
                </a:lnTo>
                <a:lnTo>
                  <a:pt x="232077" y="129978"/>
                </a:lnTo>
                <a:lnTo>
                  <a:pt x="250860" y="130112"/>
                </a:lnTo>
                <a:lnTo>
                  <a:pt x="269634" y="130283"/>
                </a:lnTo>
                <a:lnTo>
                  <a:pt x="288407" y="130512"/>
                </a:lnTo>
                <a:lnTo>
                  <a:pt x="307181" y="130759"/>
                </a:lnTo>
                <a:lnTo>
                  <a:pt x="325955" y="131054"/>
                </a:lnTo>
                <a:lnTo>
                  <a:pt x="344719" y="131378"/>
                </a:lnTo>
                <a:lnTo>
                  <a:pt x="363493" y="131740"/>
                </a:lnTo>
                <a:lnTo>
                  <a:pt x="382257" y="132121"/>
                </a:lnTo>
                <a:lnTo>
                  <a:pt x="401031" y="132531"/>
                </a:lnTo>
                <a:lnTo>
                  <a:pt x="419795" y="132959"/>
                </a:lnTo>
                <a:lnTo>
                  <a:pt x="438560" y="133417"/>
                </a:lnTo>
                <a:lnTo>
                  <a:pt x="457324" y="133893"/>
                </a:lnTo>
                <a:lnTo>
                  <a:pt x="476079" y="134388"/>
                </a:lnTo>
                <a:lnTo>
                  <a:pt x="494843" y="134893"/>
                </a:lnTo>
                <a:lnTo>
                  <a:pt x="513607" y="135426"/>
                </a:lnTo>
                <a:lnTo>
                  <a:pt x="532362" y="135960"/>
                </a:lnTo>
                <a:lnTo>
                  <a:pt x="551117" y="136512"/>
                </a:lnTo>
                <a:lnTo>
                  <a:pt x="569881" y="137084"/>
                </a:lnTo>
                <a:lnTo>
                  <a:pt x="588635" y="137665"/>
                </a:lnTo>
                <a:lnTo>
                  <a:pt x="607390" y="138246"/>
                </a:lnTo>
                <a:lnTo>
                  <a:pt x="626145" y="138836"/>
                </a:lnTo>
                <a:lnTo>
                  <a:pt x="644900" y="139436"/>
                </a:lnTo>
                <a:lnTo>
                  <a:pt x="663654" y="140037"/>
                </a:lnTo>
                <a:lnTo>
                  <a:pt x="682400" y="140646"/>
                </a:lnTo>
                <a:lnTo>
                  <a:pt x="701154" y="141265"/>
                </a:lnTo>
                <a:lnTo>
                  <a:pt x="719909" y="141875"/>
                </a:lnTo>
                <a:lnTo>
                  <a:pt x="738664" y="142484"/>
                </a:lnTo>
                <a:lnTo>
                  <a:pt x="757418" y="143104"/>
                </a:lnTo>
                <a:lnTo>
                  <a:pt x="776164" y="143713"/>
                </a:lnTo>
                <a:lnTo>
                  <a:pt x="794918" y="144323"/>
                </a:lnTo>
                <a:lnTo>
                  <a:pt x="813673" y="144932"/>
                </a:lnTo>
                <a:lnTo>
                  <a:pt x="832428" y="145532"/>
                </a:lnTo>
                <a:lnTo>
                  <a:pt x="851183" y="146133"/>
                </a:lnTo>
                <a:lnTo>
                  <a:pt x="869937" y="146723"/>
                </a:lnTo>
                <a:lnTo>
                  <a:pt x="888692" y="147304"/>
                </a:lnTo>
                <a:lnTo>
                  <a:pt x="907447" y="147876"/>
                </a:lnTo>
                <a:lnTo>
                  <a:pt x="926201" y="148438"/>
                </a:lnTo>
                <a:lnTo>
                  <a:pt x="944966" y="148981"/>
                </a:lnTo>
                <a:lnTo>
                  <a:pt x="963720" y="149523"/>
                </a:lnTo>
                <a:lnTo>
                  <a:pt x="982485" y="150038"/>
                </a:lnTo>
                <a:lnTo>
                  <a:pt x="1001249" y="150543"/>
                </a:lnTo>
                <a:lnTo>
                  <a:pt x="1020004" y="151028"/>
                </a:lnTo>
                <a:lnTo>
                  <a:pt x="1038768" y="151495"/>
                </a:lnTo>
                <a:lnTo>
                  <a:pt x="1057532" y="151943"/>
                </a:lnTo>
                <a:lnTo>
                  <a:pt x="1076306" y="152362"/>
                </a:lnTo>
                <a:lnTo>
                  <a:pt x="1095070" y="152752"/>
                </a:lnTo>
                <a:lnTo>
                  <a:pt x="1113834" y="153124"/>
                </a:lnTo>
                <a:lnTo>
                  <a:pt x="1132608" y="153457"/>
                </a:lnTo>
                <a:lnTo>
                  <a:pt x="1151382" y="153762"/>
                </a:lnTo>
                <a:lnTo>
                  <a:pt x="1170156" y="154038"/>
                </a:lnTo>
                <a:lnTo>
                  <a:pt x="1188930" y="154267"/>
                </a:lnTo>
                <a:lnTo>
                  <a:pt x="1207703" y="154457"/>
                </a:lnTo>
                <a:lnTo>
                  <a:pt x="1226477" y="154600"/>
                </a:lnTo>
                <a:lnTo>
                  <a:pt x="1245260" y="154705"/>
                </a:lnTo>
                <a:lnTo>
                  <a:pt x="1264034" y="154753"/>
                </a:lnTo>
                <a:lnTo>
                  <a:pt x="1282817" y="154734"/>
                </a:lnTo>
                <a:lnTo>
                  <a:pt x="1301591" y="154657"/>
                </a:lnTo>
                <a:lnTo>
                  <a:pt x="1320365" y="154515"/>
                </a:lnTo>
                <a:lnTo>
                  <a:pt x="1339148" y="154305"/>
                </a:lnTo>
                <a:lnTo>
                  <a:pt x="1357913" y="154000"/>
                </a:lnTo>
                <a:lnTo>
                  <a:pt x="1376686" y="153610"/>
                </a:lnTo>
                <a:lnTo>
                  <a:pt x="1395441" y="153114"/>
                </a:lnTo>
                <a:lnTo>
                  <a:pt x="1414196" y="152505"/>
                </a:lnTo>
                <a:lnTo>
                  <a:pt x="1432941" y="151771"/>
                </a:lnTo>
                <a:lnTo>
                  <a:pt x="1451667" y="150886"/>
                </a:lnTo>
                <a:lnTo>
                  <a:pt x="1470374" y="149847"/>
                </a:lnTo>
                <a:lnTo>
                  <a:pt x="1489043" y="148609"/>
                </a:lnTo>
                <a:lnTo>
                  <a:pt x="1507684" y="147152"/>
                </a:lnTo>
                <a:lnTo>
                  <a:pt x="1526257" y="145437"/>
                </a:lnTo>
                <a:lnTo>
                  <a:pt x="1544755" y="143399"/>
                </a:lnTo>
                <a:lnTo>
                  <a:pt x="1563138" y="140980"/>
                </a:lnTo>
                <a:lnTo>
                  <a:pt x="1581341" y="138074"/>
                </a:lnTo>
                <a:lnTo>
                  <a:pt x="1599257" y="134541"/>
                </a:lnTo>
                <a:lnTo>
                  <a:pt x="1616697" y="130169"/>
                </a:lnTo>
                <a:lnTo>
                  <a:pt x="1633271" y="124616"/>
                </a:lnTo>
                <a:lnTo>
                  <a:pt x="1648063" y="117367"/>
                </a:lnTo>
                <a:lnTo>
                  <a:pt x="1659131" y="107871"/>
                </a:lnTo>
                <a:lnTo>
                  <a:pt x="1663579" y="96469"/>
                </a:lnTo>
                <a:lnTo>
                  <a:pt x="1676171" y="90535"/>
                </a:lnTo>
                <a:lnTo>
                  <a:pt x="1693840" y="86535"/>
                </a:lnTo>
                <a:lnTo>
                  <a:pt x="1711271" y="82134"/>
                </a:lnTo>
                <a:lnTo>
                  <a:pt x="1728483" y="77400"/>
                </a:lnTo>
                <a:lnTo>
                  <a:pt x="1745466" y="72352"/>
                </a:lnTo>
                <a:lnTo>
                  <a:pt x="1762230" y="67018"/>
                </a:lnTo>
                <a:lnTo>
                  <a:pt x="1778765" y="61408"/>
                </a:lnTo>
                <a:lnTo>
                  <a:pt x="1795072" y="55540"/>
                </a:lnTo>
                <a:lnTo>
                  <a:pt x="1811141" y="49416"/>
                </a:lnTo>
                <a:lnTo>
                  <a:pt x="1826971" y="43053"/>
                </a:lnTo>
                <a:lnTo>
                  <a:pt x="1842545" y="36443"/>
                </a:lnTo>
                <a:lnTo>
                  <a:pt x="1857870" y="29604"/>
                </a:lnTo>
                <a:lnTo>
                  <a:pt x="1872929" y="22527"/>
                </a:lnTo>
                <a:lnTo>
                  <a:pt x="1887712" y="15240"/>
                </a:lnTo>
                <a:lnTo>
                  <a:pt x="1902228" y="7725"/>
                </a:lnTo>
                <a:lnTo>
                  <a:pt x="1916449" y="0"/>
                </a:lnTo>
                <a:close/>
              </a:path>
            </a:pathLst>
          </a:custGeom>
          <a:solidFill xmlns:a="http://schemas.openxmlformats.org/drawingml/2006/main">
            <a:srgbClr val="B5C5D7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3EF5A7EA-F578-4D79-B041-BFBF4088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303" y="3582143"/>
            <a:ext cx="1916611" cy="1208037"/>
          </a:xfrm>
          <a:custGeom xmlns:a="http://schemas.openxmlformats.org/drawingml/2006/main">
            <a:pathLst>
              <a:path w="1916611" h="1208037">
                <a:moveTo>
                  <a:pt x="0" y="1208037"/>
                </a:moveTo>
                <a:lnTo>
                  <a:pt x="30775" y="1208037"/>
                </a:lnTo>
                <a:lnTo>
                  <a:pt x="61551" y="1208037"/>
                </a:lnTo>
                <a:lnTo>
                  <a:pt x="92316" y="1208037"/>
                </a:lnTo>
                <a:lnTo>
                  <a:pt x="123092" y="1208037"/>
                </a:lnTo>
                <a:lnTo>
                  <a:pt x="153867" y="1208037"/>
                </a:lnTo>
                <a:lnTo>
                  <a:pt x="184642" y="1208037"/>
                </a:lnTo>
                <a:lnTo>
                  <a:pt x="215408" y="1208037"/>
                </a:lnTo>
                <a:lnTo>
                  <a:pt x="246183" y="1208037"/>
                </a:lnTo>
                <a:lnTo>
                  <a:pt x="276958" y="1208037"/>
                </a:lnTo>
                <a:lnTo>
                  <a:pt x="307734" y="1208037"/>
                </a:lnTo>
                <a:lnTo>
                  <a:pt x="338509" y="1208037"/>
                </a:lnTo>
                <a:lnTo>
                  <a:pt x="369275" y="1208037"/>
                </a:lnTo>
                <a:lnTo>
                  <a:pt x="400050" y="1208037"/>
                </a:lnTo>
                <a:lnTo>
                  <a:pt x="430825" y="1208037"/>
                </a:lnTo>
                <a:lnTo>
                  <a:pt x="461601" y="1208037"/>
                </a:lnTo>
                <a:lnTo>
                  <a:pt x="492376" y="1208037"/>
                </a:lnTo>
                <a:lnTo>
                  <a:pt x="523142" y="1208037"/>
                </a:lnTo>
                <a:lnTo>
                  <a:pt x="553917" y="1208037"/>
                </a:lnTo>
                <a:lnTo>
                  <a:pt x="584692" y="1208037"/>
                </a:lnTo>
                <a:lnTo>
                  <a:pt x="615467" y="1208037"/>
                </a:lnTo>
                <a:lnTo>
                  <a:pt x="646233" y="1208037"/>
                </a:lnTo>
                <a:lnTo>
                  <a:pt x="677008" y="1208037"/>
                </a:lnTo>
                <a:lnTo>
                  <a:pt x="707784" y="1208037"/>
                </a:lnTo>
                <a:lnTo>
                  <a:pt x="738559" y="1208037"/>
                </a:lnTo>
                <a:lnTo>
                  <a:pt x="769334" y="1208037"/>
                </a:lnTo>
                <a:lnTo>
                  <a:pt x="800100" y="1208037"/>
                </a:lnTo>
                <a:lnTo>
                  <a:pt x="830875" y="1208037"/>
                </a:lnTo>
                <a:lnTo>
                  <a:pt x="861651" y="1208037"/>
                </a:lnTo>
                <a:lnTo>
                  <a:pt x="892426" y="1208037"/>
                </a:lnTo>
                <a:lnTo>
                  <a:pt x="923201" y="1208037"/>
                </a:lnTo>
                <a:lnTo>
                  <a:pt x="953967" y="1208037"/>
                </a:lnTo>
                <a:lnTo>
                  <a:pt x="984742" y="1208037"/>
                </a:lnTo>
                <a:lnTo>
                  <a:pt x="1015517" y="1208037"/>
                </a:lnTo>
                <a:lnTo>
                  <a:pt x="1046293" y="1208037"/>
                </a:lnTo>
                <a:lnTo>
                  <a:pt x="1077058" y="1208037"/>
                </a:lnTo>
                <a:lnTo>
                  <a:pt x="1107834" y="1208037"/>
                </a:lnTo>
                <a:lnTo>
                  <a:pt x="1138609" y="1208037"/>
                </a:lnTo>
                <a:lnTo>
                  <a:pt x="1169384" y="1208037"/>
                </a:lnTo>
                <a:lnTo>
                  <a:pt x="1200160" y="1208037"/>
                </a:lnTo>
                <a:lnTo>
                  <a:pt x="1230925" y="1208037"/>
                </a:lnTo>
                <a:lnTo>
                  <a:pt x="1261701" y="1208037"/>
                </a:lnTo>
                <a:lnTo>
                  <a:pt x="1292171" y="1205855"/>
                </a:lnTo>
                <a:lnTo>
                  <a:pt x="1322470" y="1202465"/>
                </a:lnTo>
                <a:lnTo>
                  <a:pt x="1352769" y="1199074"/>
                </a:lnTo>
                <a:lnTo>
                  <a:pt x="1383068" y="1195683"/>
                </a:lnTo>
                <a:lnTo>
                  <a:pt x="1413367" y="1192301"/>
                </a:lnTo>
                <a:lnTo>
                  <a:pt x="1443666" y="1188911"/>
                </a:lnTo>
                <a:lnTo>
                  <a:pt x="1473975" y="1185520"/>
                </a:lnTo>
                <a:lnTo>
                  <a:pt x="1504274" y="1182138"/>
                </a:lnTo>
                <a:lnTo>
                  <a:pt x="1527400" y="1170270"/>
                </a:lnTo>
                <a:lnTo>
                  <a:pt x="1548755" y="1156297"/>
                </a:lnTo>
                <a:lnTo>
                  <a:pt x="1570111" y="1142333"/>
                </a:lnTo>
                <a:lnTo>
                  <a:pt x="1591456" y="1128370"/>
                </a:lnTo>
                <a:lnTo>
                  <a:pt x="1612811" y="1114396"/>
                </a:lnTo>
                <a:lnTo>
                  <a:pt x="1634166" y="1100433"/>
                </a:lnTo>
                <a:lnTo>
                  <a:pt x="1655521" y="1086469"/>
                </a:lnTo>
                <a:lnTo>
                  <a:pt x="1676876" y="1072496"/>
                </a:lnTo>
                <a:lnTo>
                  <a:pt x="1698231" y="1058532"/>
                </a:lnTo>
                <a:lnTo>
                  <a:pt x="1719577" y="1044569"/>
                </a:lnTo>
                <a:lnTo>
                  <a:pt x="1740932" y="1030595"/>
                </a:lnTo>
                <a:lnTo>
                  <a:pt x="1762287" y="1016632"/>
                </a:lnTo>
                <a:lnTo>
                  <a:pt x="1783642" y="1002668"/>
                </a:lnTo>
                <a:lnTo>
                  <a:pt x="1804997" y="988695"/>
                </a:lnTo>
                <a:lnTo>
                  <a:pt x="1826343" y="974731"/>
                </a:lnTo>
                <a:lnTo>
                  <a:pt x="1847698" y="960768"/>
                </a:lnTo>
                <a:lnTo>
                  <a:pt x="1869053" y="946795"/>
                </a:lnTo>
                <a:lnTo>
                  <a:pt x="1890408" y="932831"/>
                </a:lnTo>
                <a:lnTo>
                  <a:pt x="1911763" y="918867"/>
                </a:lnTo>
                <a:lnTo>
                  <a:pt x="1916611" y="900703"/>
                </a:lnTo>
                <a:lnTo>
                  <a:pt x="1916611" y="881301"/>
                </a:lnTo>
                <a:lnTo>
                  <a:pt x="1916611" y="861908"/>
                </a:lnTo>
                <a:lnTo>
                  <a:pt x="1916611" y="842515"/>
                </a:lnTo>
                <a:lnTo>
                  <a:pt x="1916611" y="823112"/>
                </a:lnTo>
                <a:lnTo>
                  <a:pt x="1916611" y="803720"/>
                </a:lnTo>
                <a:lnTo>
                  <a:pt x="1916611" y="784327"/>
                </a:lnTo>
                <a:lnTo>
                  <a:pt x="1916611" y="764924"/>
                </a:lnTo>
                <a:lnTo>
                  <a:pt x="1916611" y="745531"/>
                </a:lnTo>
                <a:lnTo>
                  <a:pt x="1916611" y="726129"/>
                </a:lnTo>
                <a:lnTo>
                  <a:pt x="1916611" y="706736"/>
                </a:lnTo>
                <a:lnTo>
                  <a:pt x="1916611" y="687343"/>
                </a:lnTo>
                <a:lnTo>
                  <a:pt x="1916611" y="667941"/>
                </a:lnTo>
                <a:lnTo>
                  <a:pt x="1916611" y="648548"/>
                </a:lnTo>
                <a:lnTo>
                  <a:pt x="1916611" y="629155"/>
                </a:lnTo>
                <a:lnTo>
                  <a:pt x="1916611" y="609752"/>
                </a:lnTo>
                <a:lnTo>
                  <a:pt x="1916611" y="590360"/>
                </a:lnTo>
                <a:lnTo>
                  <a:pt x="1916611" y="570967"/>
                </a:lnTo>
                <a:lnTo>
                  <a:pt x="1916611" y="551564"/>
                </a:lnTo>
                <a:lnTo>
                  <a:pt x="1916611" y="532171"/>
                </a:lnTo>
                <a:lnTo>
                  <a:pt x="1916611" y="512769"/>
                </a:lnTo>
                <a:lnTo>
                  <a:pt x="1916611" y="493376"/>
                </a:lnTo>
                <a:lnTo>
                  <a:pt x="1916611" y="473983"/>
                </a:lnTo>
                <a:lnTo>
                  <a:pt x="1916611" y="454581"/>
                </a:lnTo>
                <a:lnTo>
                  <a:pt x="1916611" y="435188"/>
                </a:lnTo>
                <a:lnTo>
                  <a:pt x="1916611" y="415795"/>
                </a:lnTo>
                <a:lnTo>
                  <a:pt x="1916611" y="396392"/>
                </a:lnTo>
                <a:lnTo>
                  <a:pt x="1916611" y="377000"/>
                </a:lnTo>
                <a:lnTo>
                  <a:pt x="1916611" y="357607"/>
                </a:lnTo>
                <a:lnTo>
                  <a:pt x="1916611" y="338204"/>
                </a:lnTo>
                <a:lnTo>
                  <a:pt x="1916611" y="318811"/>
                </a:lnTo>
                <a:lnTo>
                  <a:pt x="1916611" y="299409"/>
                </a:lnTo>
                <a:lnTo>
                  <a:pt x="1916611" y="280016"/>
                </a:lnTo>
                <a:lnTo>
                  <a:pt x="1916611" y="260623"/>
                </a:lnTo>
                <a:lnTo>
                  <a:pt x="1916611" y="241221"/>
                </a:lnTo>
                <a:lnTo>
                  <a:pt x="1916611" y="221828"/>
                </a:lnTo>
                <a:lnTo>
                  <a:pt x="1916611" y="202435"/>
                </a:lnTo>
                <a:lnTo>
                  <a:pt x="1916611" y="183032"/>
                </a:lnTo>
                <a:lnTo>
                  <a:pt x="1916611" y="163640"/>
                </a:lnTo>
                <a:lnTo>
                  <a:pt x="1916611" y="144247"/>
                </a:lnTo>
                <a:lnTo>
                  <a:pt x="1916611" y="124844"/>
                </a:lnTo>
                <a:lnTo>
                  <a:pt x="1916611" y="105451"/>
                </a:lnTo>
                <a:lnTo>
                  <a:pt x="1916611" y="86058"/>
                </a:lnTo>
                <a:lnTo>
                  <a:pt x="1916611" y="66656"/>
                </a:lnTo>
                <a:lnTo>
                  <a:pt x="1916611" y="47263"/>
                </a:lnTo>
                <a:lnTo>
                  <a:pt x="1916611" y="27861"/>
                </a:lnTo>
                <a:lnTo>
                  <a:pt x="1916611" y="8468"/>
                </a:lnTo>
                <a:lnTo>
                  <a:pt x="1899266" y="0"/>
                </a:lnTo>
                <a:lnTo>
                  <a:pt x="1868500" y="0"/>
                </a:lnTo>
                <a:lnTo>
                  <a:pt x="1837725" y="0"/>
                </a:lnTo>
                <a:lnTo>
                  <a:pt x="1806950" y="0"/>
                </a:lnTo>
                <a:lnTo>
                  <a:pt x="1776174" y="0"/>
                </a:lnTo>
                <a:lnTo>
                  <a:pt x="1745409" y="0"/>
                </a:lnTo>
                <a:lnTo>
                  <a:pt x="1714633" y="0"/>
                </a:lnTo>
                <a:lnTo>
                  <a:pt x="1683858" y="0"/>
                </a:lnTo>
                <a:lnTo>
                  <a:pt x="1653083" y="0"/>
                </a:lnTo>
                <a:lnTo>
                  <a:pt x="1622308" y="0"/>
                </a:lnTo>
                <a:lnTo>
                  <a:pt x="1591542" y="0"/>
                </a:lnTo>
                <a:lnTo>
                  <a:pt x="1560767" y="0"/>
                </a:lnTo>
                <a:lnTo>
                  <a:pt x="1529991" y="0"/>
                </a:lnTo>
                <a:lnTo>
                  <a:pt x="1499216" y="0"/>
                </a:lnTo>
                <a:lnTo>
                  <a:pt x="1468450" y="0"/>
                </a:lnTo>
                <a:lnTo>
                  <a:pt x="1437675" y="0"/>
                </a:lnTo>
                <a:lnTo>
                  <a:pt x="1406900" y="0"/>
                </a:lnTo>
                <a:lnTo>
                  <a:pt x="1376124" y="0"/>
                </a:lnTo>
                <a:lnTo>
                  <a:pt x="1345349" y="0"/>
                </a:lnTo>
                <a:lnTo>
                  <a:pt x="1314583" y="0"/>
                </a:lnTo>
                <a:lnTo>
                  <a:pt x="1283808" y="0"/>
                </a:lnTo>
                <a:lnTo>
                  <a:pt x="1253033" y="0"/>
                </a:lnTo>
                <a:lnTo>
                  <a:pt x="1222258" y="0"/>
                </a:lnTo>
                <a:lnTo>
                  <a:pt x="1191482" y="0"/>
                </a:lnTo>
                <a:lnTo>
                  <a:pt x="1160717" y="0"/>
                </a:lnTo>
                <a:lnTo>
                  <a:pt x="1129941" y="0"/>
                </a:lnTo>
                <a:lnTo>
                  <a:pt x="1099166" y="0"/>
                </a:lnTo>
                <a:lnTo>
                  <a:pt x="1068391" y="0"/>
                </a:lnTo>
                <a:lnTo>
                  <a:pt x="1037625" y="0"/>
                </a:lnTo>
                <a:lnTo>
                  <a:pt x="1006850" y="0"/>
                </a:lnTo>
                <a:lnTo>
                  <a:pt x="976074" y="0"/>
                </a:lnTo>
                <a:lnTo>
                  <a:pt x="945299" y="0"/>
                </a:lnTo>
                <a:lnTo>
                  <a:pt x="914524" y="0"/>
                </a:lnTo>
                <a:lnTo>
                  <a:pt x="883758" y="0"/>
                </a:lnTo>
                <a:lnTo>
                  <a:pt x="852983" y="0"/>
                </a:lnTo>
                <a:lnTo>
                  <a:pt x="822208" y="0"/>
                </a:lnTo>
                <a:lnTo>
                  <a:pt x="791432" y="0"/>
                </a:lnTo>
                <a:lnTo>
                  <a:pt x="760657" y="0"/>
                </a:lnTo>
                <a:lnTo>
                  <a:pt x="729891" y="0"/>
                </a:lnTo>
                <a:lnTo>
                  <a:pt x="699116" y="0"/>
                </a:lnTo>
                <a:lnTo>
                  <a:pt x="668341" y="0"/>
                </a:lnTo>
                <a:lnTo>
                  <a:pt x="637565" y="0"/>
                </a:lnTo>
                <a:lnTo>
                  <a:pt x="606800" y="0"/>
                </a:lnTo>
                <a:lnTo>
                  <a:pt x="576024" y="0"/>
                </a:lnTo>
                <a:lnTo>
                  <a:pt x="545249" y="0"/>
                </a:lnTo>
                <a:lnTo>
                  <a:pt x="514474" y="0"/>
                </a:lnTo>
                <a:lnTo>
                  <a:pt x="483699" y="0"/>
                </a:lnTo>
                <a:lnTo>
                  <a:pt x="452933" y="0"/>
                </a:lnTo>
                <a:lnTo>
                  <a:pt x="422158" y="0"/>
                </a:lnTo>
                <a:lnTo>
                  <a:pt x="391382" y="0"/>
                </a:lnTo>
                <a:lnTo>
                  <a:pt x="360607" y="0"/>
                </a:lnTo>
                <a:lnTo>
                  <a:pt x="329832" y="0"/>
                </a:lnTo>
                <a:lnTo>
                  <a:pt x="299066" y="0"/>
                </a:lnTo>
                <a:lnTo>
                  <a:pt x="268291" y="0"/>
                </a:lnTo>
                <a:lnTo>
                  <a:pt x="237515" y="0"/>
                </a:lnTo>
                <a:lnTo>
                  <a:pt x="206740" y="0"/>
                </a:lnTo>
                <a:lnTo>
                  <a:pt x="175974" y="0"/>
                </a:lnTo>
                <a:lnTo>
                  <a:pt x="145199" y="0"/>
                </a:lnTo>
                <a:lnTo>
                  <a:pt x="114424" y="0"/>
                </a:lnTo>
                <a:lnTo>
                  <a:pt x="83649" y="0"/>
                </a:lnTo>
                <a:lnTo>
                  <a:pt x="52873" y="0"/>
                </a:lnTo>
                <a:lnTo>
                  <a:pt x="22108" y="0"/>
                </a:lnTo>
                <a:lnTo>
                  <a:pt x="0" y="5467"/>
                </a:lnTo>
                <a:lnTo>
                  <a:pt x="0" y="24860"/>
                </a:lnTo>
                <a:lnTo>
                  <a:pt x="0" y="44253"/>
                </a:lnTo>
                <a:lnTo>
                  <a:pt x="0" y="63656"/>
                </a:lnTo>
                <a:lnTo>
                  <a:pt x="0" y="83048"/>
                </a:lnTo>
                <a:lnTo>
                  <a:pt x="0" y="102441"/>
                </a:lnTo>
                <a:lnTo>
                  <a:pt x="0" y="121844"/>
                </a:lnTo>
                <a:lnTo>
                  <a:pt x="0" y="141237"/>
                </a:lnTo>
                <a:lnTo>
                  <a:pt x="0" y="160639"/>
                </a:lnTo>
                <a:lnTo>
                  <a:pt x="0" y="180032"/>
                </a:lnTo>
                <a:lnTo>
                  <a:pt x="0" y="199425"/>
                </a:lnTo>
                <a:lnTo>
                  <a:pt x="0" y="218827"/>
                </a:lnTo>
                <a:lnTo>
                  <a:pt x="0" y="238220"/>
                </a:lnTo>
                <a:lnTo>
                  <a:pt x="0" y="257613"/>
                </a:lnTo>
                <a:lnTo>
                  <a:pt x="0" y="277016"/>
                </a:lnTo>
                <a:lnTo>
                  <a:pt x="0" y="296408"/>
                </a:lnTo>
                <a:lnTo>
                  <a:pt x="0" y="315801"/>
                </a:lnTo>
                <a:lnTo>
                  <a:pt x="0" y="335204"/>
                </a:lnTo>
                <a:lnTo>
                  <a:pt x="0" y="354597"/>
                </a:lnTo>
                <a:lnTo>
                  <a:pt x="0" y="373999"/>
                </a:lnTo>
                <a:lnTo>
                  <a:pt x="0" y="393392"/>
                </a:lnTo>
                <a:lnTo>
                  <a:pt x="0" y="412785"/>
                </a:lnTo>
                <a:lnTo>
                  <a:pt x="0" y="432187"/>
                </a:lnTo>
                <a:lnTo>
                  <a:pt x="0" y="451580"/>
                </a:lnTo>
                <a:lnTo>
                  <a:pt x="0" y="470973"/>
                </a:lnTo>
                <a:lnTo>
                  <a:pt x="0" y="490376"/>
                </a:lnTo>
                <a:lnTo>
                  <a:pt x="0" y="509768"/>
                </a:lnTo>
                <a:lnTo>
                  <a:pt x="0" y="529161"/>
                </a:lnTo>
                <a:lnTo>
                  <a:pt x="0" y="548564"/>
                </a:lnTo>
                <a:lnTo>
                  <a:pt x="0" y="567957"/>
                </a:lnTo>
                <a:lnTo>
                  <a:pt x="0" y="587359"/>
                </a:lnTo>
                <a:lnTo>
                  <a:pt x="0" y="606752"/>
                </a:lnTo>
                <a:lnTo>
                  <a:pt x="0" y="626145"/>
                </a:lnTo>
                <a:lnTo>
                  <a:pt x="0" y="645547"/>
                </a:lnTo>
                <a:lnTo>
                  <a:pt x="0" y="664940"/>
                </a:lnTo>
                <a:lnTo>
                  <a:pt x="0" y="684333"/>
                </a:lnTo>
                <a:lnTo>
                  <a:pt x="0" y="703736"/>
                </a:lnTo>
                <a:lnTo>
                  <a:pt x="0" y="723128"/>
                </a:lnTo>
                <a:lnTo>
                  <a:pt x="0" y="742521"/>
                </a:lnTo>
                <a:lnTo>
                  <a:pt x="0" y="761924"/>
                </a:lnTo>
                <a:lnTo>
                  <a:pt x="0" y="781317"/>
                </a:lnTo>
                <a:lnTo>
                  <a:pt x="0" y="800719"/>
                </a:lnTo>
                <a:lnTo>
                  <a:pt x="0" y="820112"/>
                </a:lnTo>
                <a:lnTo>
                  <a:pt x="0" y="839505"/>
                </a:lnTo>
                <a:lnTo>
                  <a:pt x="0" y="858907"/>
                </a:lnTo>
                <a:lnTo>
                  <a:pt x="0" y="878300"/>
                </a:lnTo>
                <a:lnTo>
                  <a:pt x="0" y="897693"/>
                </a:lnTo>
                <a:lnTo>
                  <a:pt x="0" y="917096"/>
                </a:lnTo>
                <a:lnTo>
                  <a:pt x="0" y="936488"/>
                </a:lnTo>
                <a:lnTo>
                  <a:pt x="0" y="955881"/>
                </a:lnTo>
                <a:lnTo>
                  <a:pt x="0" y="975284"/>
                </a:lnTo>
                <a:lnTo>
                  <a:pt x="0" y="994677"/>
                </a:lnTo>
                <a:lnTo>
                  <a:pt x="0" y="1014079"/>
                </a:lnTo>
                <a:lnTo>
                  <a:pt x="0" y="1033472"/>
                </a:lnTo>
                <a:lnTo>
                  <a:pt x="0" y="1052865"/>
                </a:lnTo>
                <a:lnTo>
                  <a:pt x="0" y="1072267"/>
                </a:lnTo>
                <a:lnTo>
                  <a:pt x="0" y="1091660"/>
                </a:lnTo>
                <a:lnTo>
                  <a:pt x="0" y="1111053"/>
                </a:lnTo>
                <a:lnTo>
                  <a:pt x="0" y="1130456"/>
                </a:lnTo>
                <a:lnTo>
                  <a:pt x="0" y="1149848"/>
                </a:lnTo>
                <a:lnTo>
                  <a:pt x="0" y="1169241"/>
                </a:lnTo>
                <a:lnTo>
                  <a:pt x="0" y="1188644"/>
                </a:lnTo>
                <a:lnTo>
                  <a:pt x="0" y="120803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C5D7"/>
            </a:solidFill>
            <a:prstDash val="solid"/>
          </a:ln>
        </p:spPr>
      </p:sp>
      <p:sp>
        <p:nvSpPr>
          <p:cNvPr id="19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93793953-1B3D-420D-89A4-C3C5ACDD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303" y="3582143"/>
            <a:ext cx="1916611" cy="2077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9EC9313A-CFAB-4ABD-853C-D1D11C46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5778" y="4497838"/>
            <a:ext cx="706136" cy="292570"/>
          </a:xfrm>
          <a:custGeom xmlns:a="http://schemas.openxmlformats.org/drawingml/2006/main">
            <a:pathLst>
              <a:path w="706136" h="292570">
                <a:moveTo>
                  <a:pt x="706136" y="0"/>
                </a:moveTo>
                <a:lnTo>
                  <a:pt x="705298" y="4848"/>
                </a:lnTo>
                <a:lnTo>
                  <a:pt x="704193" y="9687"/>
                </a:lnTo>
                <a:lnTo>
                  <a:pt x="702907" y="14497"/>
                </a:lnTo>
                <a:lnTo>
                  <a:pt x="701459" y="19298"/>
                </a:lnTo>
                <a:lnTo>
                  <a:pt x="699859" y="24070"/>
                </a:lnTo>
                <a:lnTo>
                  <a:pt x="698125" y="28832"/>
                </a:lnTo>
                <a:lnTo>
                  <a:pt x="696258" y="33566"/>
                </a:lnTo>
                <a:lnTo>
                  <a:pt x="694258" y="38281"/>
                </a:lnTo>
                <a:lnTo>
                  <a:pt x="692144" y="42977"/>
                </a:lnTo>
                <a:lnTo>
                  <a:pt x="689905" y="47654"/>
                </a:lnTo>
                <a:lnTo>
                  <a:pt x="687543" y="52302"/>
                </a:lnTo>
                <a:lnTo>
                  <a:pt x="685076" y="56931"/>
                </a:lnTo>
                <a:lnTo>
                  <a:pt x="682485" y="61532"/>
                </a:lnTo>
                <a:lnTo>
                  <a:pt x="679790" y="66113"/>
                </a:lnTo>
                <a:lnTo>
                  <a:pt x="676980" y="70656"/>
                </a:lnTo>
                <a:lnTo>
                  <a:pt x="674056" y="75181"/>
                </a:lnTo>
                <a:lnTo>
                  <a:pt x="671017" y="79667"/>
                </a:lnTo>
                <a:lnTo>
                  <a:pt x="667883" y="84134"/>
                </a:lnTo>
                <a:lnTo>
                  <a:pt x="664635" y="88563"/>
                </a:lnTo>
                <a:lnTo>
                  <a:pt x="661273" y="92964"/>
                </a:lnTo>
                <a:lnTo>
                  <a:pt x="657816" y="97336"/>
                </a:lnTo>
                <a:lnTo>
                  <a:pt x="654253" y="101670"/>
                </a:lnTo>
                <a:lnTo>
                  <a:pt x="650577" y="105966"/>
                </a:lnTo>
                <a:lnTo>
                  <a:pt x="646795" y="110223"/>
                </a:lnTo>
                <a:lnTo>
                  <a:pt x="642918" y="114452"/>
                </a:lnTo>
                <a:lnTo>
                  <a:pt x="638937" y="118643"/>
                </a:lnTo>
                <a:lnTo>
                  <a:pt x="634851" y="122787"/>
                </a:lnTo>
                <a:lnTo>
                  <a:pt x="630669" y="126892"/>
                </a:lnTo>
                <a:lnTo>
                  <a:pt x="626383" y="130959"/>
                </a:lnTo>
                <a:lnTo>
                  <a:pt x="622002" y="134988"/>
                </a:lnTo>
                <a:lnTo>
                  <a:pt x="617515" y="138970"/>
                </a:lnTo>
                <a:lnTo>
                  <a:pt x="612934" y="142904"/>
                </a:lnTo>
                <a:lnTo>
                  <a:pt x="608267" y="146799"/>
                </a:lnTo>
                <a:lnTo>
                  <a:pt x="603494" y="150647"/>
                </a:lnTo>
                <a:lnTo>
                  <a:pt x="598627" y="154448"/>
                </a:lnTo>
                <a:lnTo>
                  <a:pt x="593674" y="158191"/>
                </a:lnTo>
                <a:lnTo>
                  <a:pt x="588626" y="161896"/>
                </a:lnTo>
                <a:lnTo>
                  <a:pt x="583492" y="165554"/>
                </a:lnTo>
                <a:lnTo>
                  <a:pt x="578263" y="169154"/>
                </a:lnTo>
                <a:lnTo>
                  <a:pt x="572948" y="172707"/>
                </a:lnTo>
                <a:lnTo>
                  <a:pt x="567547" y="176213"/>
                </a:lnTo>
                <a:lnTo>
                  <a:pt x="562070" y="179661"/>
                </a:lnTo>
                <a:lnTo>
                  <a:pt x="556508" y="183051"/>
                </a:lnTo>
                <a:lnTo>
                  <a:pt x="550859" y="186395"/>
                </a:lnTo>
                <a:lnTo>
                  <a:pt x="545135" y="189681"/>
                </a:lnTo>
                <a:lnTo>
                  <a:pt x="539334" y="192919"/>
                </a:lnTo>
                <a:lnTo>
                  <a:pt x="533448" y="196101"/>
                </a:lnTo>
                <a:lnTo>
                  <a:pt x="527504" y="199225"/>
                </a:lnTo>
                <a:lnTo>
                  <a:pt x="521475" y="202292"/>
                </a:lnTo>
                <a:lnTo>
                  <a:pt x="515379" y="205302"/>
                </a:lnTo>
                <a:lnTo>
                  <a:pt x="509216" y="208255"/>
                </a:lnTo>
                <a:lnTo>
                  <a:pt x="502977" y="211150"/>
                </a:lnTo>
                <a:lnTo>
                  <a:pt x="496681" y="213998"/>
                </a:lnTo>
                <a:lnTo>
                  <a:pt x="490328" y="216779"/>
                </a:lnTo>
                <a:lnTo>
                  <a:pt x="483899" y="219513"/>
                </a:lnTo>
                <a:lnTo>
                  <a:pt x="477422" y="222180"/>
                </a:lnTo>
                <a:lnTo>
                  <a:pt x="470878" y="224800"/>
                </a:lnTo>
                <a:lnTo>
                  <a:pt x="464287" y="227362"/>
                </a:lnTo>
                <a:lnTo>
                  <a:pt x="457629" y="229857"/>
                </a:lnTo>
                <a:lnTo>
                  <a:pt x="450923" y="232305"/>
                </a:lnTo>
                <a:lnTo>
                  <a:pt x="444170" y="234696"/>
                </a:lnTo>
                <a:lnTo>
                  <a:pt x="437369" y="237030"/>
                </a:lnTo>
                <a:lnTo>
                  <a:pt x="430520" y="239306"/>
                </a:lnTo>
                <a:lnTo>
                  <a:pt x="423615" y="241525"/>
                </a:lnTo>
                <a:lnTo>
                  <a:pt x="416681" y="243688"/>
                </a:lnTo>
                <a:lnTo>
                  <a:pt x="409689" y="245802"/>
                </a:lnTo>
                <a:lnTo>
                  <a:pt x="402669" y="247860"/>
                </a:lnTo>
                <a:lnTo>
                  <a:pt x="395602" y="249860"/>
                </a:lnTo>
                <a:lnTo>
                  <a:pt x="388506" y="251803"/>
                </a:lnTo>
                <a:lnTo>
                  <a:pt x="381362" y="253698"/>
                </a:lnTo>
                <a:lnTo>
                  <a:pt x="374190" y="255546"/>
                </a:lnTo>
                <a:lnTo>
                  <a:pt x="366979" y="257337"/>
                </a:lnTo>
                <a:lnTo>
                  <a:pt x="359750" y="259070"/>
                </a:lnTo>
                <a:lnTo>
                  <a:pt x="352473" y="260756"/>
                </a:lnTo>
                <a:lnTo>
                  <a:pt x="345176" y="262395"/>
                </a:lnTo>
                <a:lnTo>
                  <a:pt x="337852" y="263976"/>
                </a:lnTo>
                <a:lnTo>
                  <a:pt x="330498" y="265509"/>
                </a:lnTo>
                <a:lnTo>
                  <a:pt x="323117" y="266995"/>
                </a:lnTo>
                <a:lnTo>
                  <a:pt x="315716" y="268434"/>
                </a:lnTo>
                <a:lnTo>
                  <a:pt x="308296" y="269824"/>
                </a:lnTo>
                <a:lnTo>
                  <a:pt x="300847" y="271158"/>
                </a:lnTo>
                <a:lnTo>
                  <a:pt x="293380" y="272453"/>
                </a:lnTo>
                <a:lnTo>
                  <a:pt x="285883" y="273701"/>
                </a:lnTo>
                <a:lnTo>
                  <a:pt x="278378" y="274901"/>
                </a:lnTo>
                <a:lnTo>
                  <a:pt x="270853" y="276063"/>
                </a:lnTo>
                <a:lnTo>
                  <a:pt x="263309" y="277168"/>
                </a:lnTo>
                <a:lnTo>
                  <a:pt x="255756" y="278235"/>
                </a:lnTo>
                <a:lnTo>
                  <a:pt x="248183" y="279263"/>
                </a:lnTo>
                <a:lnTo>
                  <a:pt x="240592" y="280245"/>
                </a:lnTo>
                <a:lnTo>
                  <a:pt x="232991" y="281178"/>
                </a:lnTo>
                <a:lnTo>
                  <a:pt x="225381" y="282083"/>
                </a:lnTo>
                <a:lnTo>
                  <a:pt x="217751" y="282931"/>
                </a:lnTo>
                <a:lnTo>
                  <a:pt x="210112" y="283750"/>
                </a:lnTo>
                <a:lnTo>
                  <a:pt x="202473" y="284531"/>
                </a:lnTo>
                <a:lnTo>
                  <a:pt x="194815" y="285264"/>
                </a:lnTo>
                <a:lnTo>
                  <a:pt x="187147" y="285960"/>
                </a:lnTo>
                <a:lnTo>
                  <a:pt x="179470" y="286617"/>
                </a:lnTo>
                <a:lnTo>
                  <a:pt x="171793" y="287236"/>
                </a:lnTo>
                <a:lnTo>
                  <a:pt x="164097" y="287826"/>
                </a:lnTo>
                <a:lnTo>
                  <a:pt x="156401" y="288369"/>
                </a:lnTo>
                <a:lnTo>
                  <a:pt x="148695" y="288884"/>
                </a:lnTo>
                <a:lnTo>
                  <a:pt x="140989" y="289360"/>
                </a:lnTo>
                <a:lnTo>
                  <a:pt x="133274" y="289798"/>
                </a:lnTo>
                <a:lnTo>
                  <a:pt x="125559" y="290208"/>
                </a:lnTo>
                <a:lnTo>
                  <a:pt x="117834" y="290579"/>
                </a:lnTo>
                <a:lnTo>
                  <a:pt x="110109" y="290913"/>
                </a:lnTo>
                <a:lnTo>
                  <a:pt x="102375" y="291217"/>
                </a:lnTo>
                <a:lnTo>
                  <a:pt x="94640" y="291494"/>
                </a:lnTo>
                <a:lnTo>
                  <a:pt x="86906" y="291732"/>
                </a:lnTo>
                <a:lnTo>
                  <a:pt x="79172" y="291941"/>
                </a:lnTo>
                <a:lnTo>
                  <a:pt x="71428" y="292122"/>
                </a:lnTo>
                <a:lnTo>
                  <a:pt x="63684" y="292275"/>
                </a:lnTo>
                <a:lnTo>
                  <a:pt x="55940" y="292389"/>
                </a:lnTo>
                <a:lnTo>
                  <a:pt x="48196" y="292475"/>
                </a:lnTo>
                <a:lnTo>
                  <a:pt x="40453" y="292541"/>
                </a:lnTo>
                <a:lnTo>
                  <a:pt x="32709" y="292570"/>
                </a:lnTo>
                <a:lnTo>
                  <a:pt x="24965" y="292570"/>
                </a:lnTo>
                <a:lnTo>
                  <a:pt x="17221" y="292541"/>
                </a:lnTo>
                <a:lnTo>
                  <a:pt x="9477" y="292484"/>
                </a:lnTo>
                <a:lnTo>
                  <a:pt x="1734" y="292408"/>
                </a:lnTo>
                <a:lnTo>
                  <a:pt x="0" y="292332"/>
                </a:lnTo>
                <a:lnTo>
                  <a:pt x="7744" y="292208"/>
                </a:lnTo>
                <a:lnTo>
                  <a:pt x="15478" y="292008"/>
                </a:lnTo>
                <a:lnTo>
                  <a:pt x="23212" y="291741"/>
                </a:lnTo>
                <a:lnTo>
                  <a:pt x="30947" y="291408"/>
                </a:lnTo>
                <a:lnTo>
                  <a:pt x="38662" y="291027"/>
                </a:lnTo>
                <a:lnTo>
                  <a:pt x="46377" y="290589"/>
                </a:lnTo>
                <a:lnTo>
                  <a:pt x="54083" y="290103"/>
                </a:lnTo>
                <a:lnTo>
                  <a:pt x="61789" y="289560"/>
                </a:lnTo>
                <a:lnTo>
                  <a:pt x="69475" y="288969"/>
                </a:lnTo>
                <a:lnTo>
                  <a:pt x="77153" y="288331"/>
                </a:lnTo>
                <a:lnTo>
                  <a:pt x="84820" y="287636"/>
                </a:lnTo>
                <a:lnTo>
                  <a:pt x="92469" y="286893"/>
                </a:lnTo>
                <a:lnTo>
                  <a:pt x="100117" y="286093"/>
                </a:lnTo>
                <a:lnTo>
                  <a:pt x="107747" y="285245"/>
                </a:lnTo>
                <a:lnTo>
                  <a:pt x="115357" y="284340"/>
                </a:lnTo>
                <a:lnTo>
                  <a:pt x="122949" y="283388"/>
                </a:lnTo>
                <a:lnTo>
                  <a:pt x="130531" y="282369"/>
                </a:lnTo>
                <a:lnTo>
                  <a:pt x="138084" y="281302"/>
                </a:lnTo>
                <a:lnTo>
                  <a:pt x="145618" y="280178"/>
                </a:lnTo>
                <a:lnTo>
                  <a:pt x="153133" y="278997"/>
                </a:lnTo>
                <a:lnTo>
                  <a:pt x="160630" y="277749"/>
                </a:lnTo>
                <a:lnTo>
                  <a:pt x="168088" y="276444"/>
                </a:lnTo>
                <a:lnTo>
                  <a:pt x="175527" y="275072"/>
                </a:lnTo>
                <a:lnTo>
                  <a:pt x="182928" y="273644"/>
                </a:lnTo>
                <a:lnTo>
                  <a:pt x="190300" y="272148"/>
                </a:lnTo>
                <a:lnTo>
                  <a:pt x="197634" y="270577"/>
                </a:lnTo>
                <a:lnTo>
                  <a:pt x="204930" y="268948"/>
                </a:lnTo>
                <a:lnTo>
                  <a:pt x="212188" y="267243"/>
                </a:lnTo>
                <a:lnTo>
                  <a:pt x="219408" y="265462"/>
                </a:lnTo>
                <a:lnTo>
                  <a:pt x="226571" y="263604"/>
                </a:lnTo>
                <a:lnTo>
                  <a:pt x="233686" y="261671"/>
                </a:lnTo>
                <a:lnTo>
                  <a:pt x="240744" y="259661"/>
                </a:lnTo>
                <a:lnTo>
                  <a:pt x="247736" y="257575"/>
                </a:lnTo>
                <a:lnTo>
                  <a:pt x="254670" y="255394"/>
                </a:lnTo>
                <a:lnTo>
                  <a:pt x="261537" y="253136"/>
                </a:lnTo>
                <a:lnTo>
                  <a:pt x="268329" y="250784"/>
                </a:lnTo>
                <a:lnTo>
                  <a:pt x="275034" y="248345"/>
                </a:lnTo>
                <a:lnTo>
                  <a:pt x="281664" y="245821"/>
                </a:lnTo>
                <a:lnTo>
                  <a:pt x="288198" y="243192"/>
                </a:lnTo>
                <a:lnTo>
                  <a:pt x="294627" y="240478"/>
                </a:lnTo>
                <a:lnTo>
                  <a:pt x="300952" y="237658"/>
                </a:lnTo>
                <a:lnTo>
                  <a:pt x="307162" y="234734"/>
                </a:lnTo>
                <a:lnTo>
                  <a:pt x="313249" y="231724"/>
                </a:lnTo>
                <a:lnTo>
                  <a:pt x="319202" y="228600"/>
                </a:lnTo>
                <a:lnTo>
                  <a:pt x="325022" y="225381"/>
                </a:lnTo>
                <a:lnTo>
                  <a:pt x="330689" y="222047"/>
                </a:lnTo>
                <a:lnTo>
                  <a:pt x="336204" y="218618"/>
                </a:lnTo>
                <a:lnTo>
                  <a:pt x="341547" y="215084"/>
                </a:lnTo>
                <a:lnTo>
                  <a:pt x="346720" y="211455"/>
                </a:lnTo>
                <a:lnTo>
                  <a:pt x="351701" y="207712"/>
                </a:lnTo>
                <a:lnTo>
                  <a:pt x="356492" y="203883"/>
                </a:lnTo>
                <a:lnTo>
                  <a:pt x="361083" y="199949"/>
                </a:lnTo>
                <a:lnTo>
                  <a:pt x="365455" y="195920"/>
                </a:lnTo>
                <a:lnTo>
                  <a:pt x="369618" y="191805"/>
                </a:lnTo>
                <a:lnTo>
                  <a:pt x="373551" y="187595"/>
                </a:lnTo>
                <a:lnTo>
                  <a:pt x="377257" y="183309"/>
                </a:lnTo>
                <a:lnTo>
                  <a:pt x="380724" y="178946"/>
                </a:lnTo>
                <a:lnTo>
                  <a:pt x="383953" y="174508"/>
                </a:lnTo>
                <a:lnTo>
                  <a:pt x="386934" y="170002"/>
                </a:lnTo>
                <a:lnTo>
                  <a:pt x="389677" y="165440"/>
                </a:lnTo>
                <a:lnTo>
                  <a:pt x="392173" y="160811"/>
                </a:lnTo>
                <a:lnTo>
                  <a:pt x="394430" y="156143"/>
                </a:lnTo>
                <a:lnTo>
                  <a:pt x="396440" y="151428"/>
                </a:lnTo>
                <a:lnTo>
                  <a:pt x="398221" y="146675"/>
                </a:lnTo>
                <a:lnTo>
                  <a:pt x="399755" y="141894"/>
                </a:lnTo>
                <a:lnTo>
                  <a:pt x="401060" y="137084"/>
                </a:lnTo>
                <a:lnTo>
                  <a:pt x="402146" y="132245"/>
                </a:lnTo>
                <a:lnTo>
                  <a:pt x="403003" y="127397"/>
                </a:lnTo>
                <a:lnTo>
                  <a:pt x="403641" y="122530"/>
                </a:lnTo>
                <a:lnTo>
                  <a:pt x="404079" y="117653"/>
                </a:lnTo>
                <a:lnTo>
                  <a:pt x="404308" y="112776"/>
                </a:lnTo>
                <a:lnTo>
                  <a:pt x="404346" y="107899"/>
                </a:lnTo>
                <a:lnTo>
                  <a:pt x="404193" y="103013"/>
                </a:lnTo>
                <a:lnTo>
                  <a:pt x="403850" y="98136"/>
                </a:lnTo>
                <a:lnTo>
                  <a:pt x="403346" y="93269"/>
                </a:lnTo>
                <a:lnTo>
                  <a:pt x="410508" y="92069"/>
                </a:lnTo>
                <a:lnTo>
                  <a:pt x="418062" y="90973"/>
                </a:lnTo>
                <a:lnTo>
                  <a:pt x="425577" y="89811"/>
                </a:lnTo>
                <a:lnTo>
                  <a:pt x="433083" y="88592"/>
                </a:lnTo>
                <a:lnTo>
                  <a:pt x="440560" y="87316"/>
                </a:lnTo>
                <a:lnTo>
                  <a:pt x="448008" y="85982"/>
                </a:lnTo>
                <a:lnTo>
                  <a:pt x="455438" y="84601"/>
                </a:lnTo>
                <a:lnTo>
                  <a:pt x="462848" y="83182"/>
                </a:lnTo>
                <a:lnTo>
                  <a:pt x="470230" y="81705"/>
                </a:lnTo>
                <a:lnTo>
                  <a:pt x="477593" y="80181"/>
                </a:lnTo>
                <a:lnTo>
                  <a:pt x="484927" y="78610"/>
                </a:lnTo>
                <a:lnTo>
                  <a:pt x="492233" y="77000"/>
                </a:lnTo>
                <a:lnTo>
                  <a:pt x="499520" y="75343"/>
                </a:lnTo>
                <a:lnTo>
                  <a:pt x="506778" y="73638"/>
                </a:lnTo>
                <a:lnTo>
                  <a:pt x="514007" y="71895"/>
                </a:lnTo>
                <a:lnTo>
                  <a:pt x="521218" y="70094"/>
                </a:lnTo>
                <a:lnTo>
                  <a:pt x="528390" y="68256"/>
                </a:lnTo>
                <a:lnTo>
                  <a:pt x="535534" y="66380"/>
                </a:lnTo>
                <a:lnTo>
                  <a:pt x="542649" y="64446"/>
                </a:lnTo>
                <a:lnTo>
                  <a:pt x="549735" y="62465"/>
                </a:lnTo>
                <a:lnTo>
                  <a:pt x="556784" y="60446"/>
                </a:lnTo>
                <a:lnTo>
                  <a:pt x="563794" y="58379"/>
                </a:lnTo>
                <a:lnTo>
                  <a:pt x="570776" y="56264"/>
                </a:lnTo>
                <a:lnTo>
                  <a:pt x="577720" y="54092"/>
                </a:lnTo>
                <a:lnTo>
                  <a:pt x="584625" y="51883"/>
                </a:lnTo>
                <a:lnTo>
                  <a:pt x="591493" y="49625"/>
                </a:lnTo>
                <a:lnTo>
                  <a:pt x="598313" y="47311"/>
                </a:lnTo>
                <a:lnTo>
                  <a:pt x="605095" y="44958"/>
                </a:lnTo>
                <a:lnTo>
                  <a:pt x="611829" y="42548"/>
                </a:lnTo>
                <a:lnTo>
                  <a:pt x="618515" y="40081"/>
                </a:lnTo>
                <a:lnTo>
                  <a:pt x="625164" y="37576"/>
                </a:lnTo>
                <a:lnTo>
                  <a:pt x="631755" y="35004"/>
                </a:lnTo>
                <a:lnTo>
                  <a:pt x="638289" y="32395"/>
                </a:lnTo>
                <a:lnTo>
                  <a:pt x="644776" y="29728"/>
                </a:lnTo>
                <a:lnTo>
                  <a:pt x="651205" y="27003"/>
                </a:lnTo>
                <a:lnTo>
                  <a:pt x="657577" y="24222"/>
                </a:lnTo>
                <a:lnTo>
                  <a:pt x="663893" y="21393"/>
                </a:lnTo>
                <a:lnTo>
                  <a:pt x="670131" y="18507"/>
                </a:lnTo>
                <a:lnTo>
                  <a:pt x="676313" y="15564"/>
                </a:lnTo>
                <a:lnTo>
                  <a:pt x="682428" y="12563"/>
                </a:lnTo>
                <a:lnTo>
                  <a:pt x="688467" y="9506"/>
                </a:lnTo>
                <a:lnTo>
                  <a:pt x="694439" y="6401"/>
                </a:lnTo>
                <a:lnTo>
                  <a:pt x="700326" y="3229"/>
                </a:lnTo>
                <a:lnTo>
                  <a:pt x="70613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6F6F6F"/>
            </a:solidFill>
            <a:prstDash val="solid"/>
          </a:ln>
        </p:spPr>
      </p:sp>
      <p:sp>
        <p:nvSpPr>
          <p:cNvPr id="21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1B5B7F2C-2858-4CA5-8594-B3A152FE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9043" y="2258025"/>
            <a:ext cx="1267568" cy="20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申请来源</a:t>
            </a:r>
          </a:p>
        </p:txBody>
      </p:sp>
      <p:sp>
        <p:nvSpPr>
          <p:cNvPr id="22" name="note-body-0">
            <a:extLst xmlns:a="http://schemas.openxmlformats.org/drawingml/2006/main">
              <a:ext uri="{FF2B5EF4-FFF2-40B4-BE49-F238E27FC236}">
                <a16:creationId xmlns:a16="http://schemas.microsoft.com/office/drawing/2014/main" id="{717DF515-7472-4433-8A0C-4A30EAAC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2812" y="2542432"/>
            <a:ext cx="1500930" cy="23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登记申请人与课题</a:t>
            </a:r>
          </a:p>
        </p:txBody>
      </p:sp>
      <p:sp>
        <p:nvSpPr>
          <p:cNvPr id="23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7B6F1271-571B-4B18-9AAA-E2129580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4403" y="2258025"/>
            <a:ext cx="1267568" cy="20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审批依据</a:t>
            </a:r>
          </a:p>
        </p:txBody>
      </p:sp>
      <p:sp>
        <p:nvSpPr>
          <p:cNvPr id="24" name="note-body-1">
            <a:extLst xmlns:a="http://schemas.openxmlformats.org/drawingml/2006/main">
              <a:ext uri="{FF2B5EF4-FFF2-40B4-BE49-F238E27FC236}">
                <a16:creationId xmlns:a16="http://schemas.microsoft.com/office/drawing/2014/main" id="{F14E9628-21F1-4238-A45B-CAEB807D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8172" y="2542432"/>
            <a:ext cx="1500930" cy="23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记录责任人与时间</a:t>
            </a:r>
          </a:p>
        </p:txBody>
      </p:sp>
      <p:sp>
        <p:nvSpPr>
          <p:cNvPr id="25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BEBE6861-1B2F-4CC9-9D33-23801160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9043" y="3582143"/>
            <a:ext cx="1267568" cy="20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26" name="note-body-2">
            <a:extLst xmlns:a="http://schemas.openxmlformats.org/drawingml/2006/main">
              <a:ext uri="{FF2B5EF4-FFF2-40B4-BE49-F238E27FC236}">
                <a16:creationId xmlns:a16="http://schemas.microsoft.com/office/drawing/2014/main" id="{7CD0AA5A-3E75-4640-9ACA-0697844E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2812" y="3866559"/>
            <a:ext cx="1500930" cy="23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关联输出和参数</a:t>
            </a:r>
          </a:p>
        </p:txBody>
      </p:sp>
      <p:sp>
        <p:nvSpPr>
          <p:cNvPr id="27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DF4B4A20-CEA7-4F4D-9257-DD042AF8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4403" y="3582143"/>
            <a:ext cx="1267568" cy="20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异常处置</a:t>
            </a:r>
          </a:p>
        </p:txBody>
      </p:sp>
      <p:sp>
        <p:nvSpPr>
          <p:cNvPr id="28" name="note-body-3">
            <a:extLst xmlns:a="http://schemas.openxmlformats.org/drawingml/2006/main">
              <a:ext uri="{FF2B5EF4-FFF2-40B4-BE49-F238E27FC236}">
                <a16:creationId xmlns:a16="http://schemas.microsoft.com/office/drawing/2014/main" id="{23B5147D-0410-4D80-95EA-DCA78AAD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8172" y="3866559"/>
            <a:ext cx="1500930" cy="23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保留原因与结论</a:t>
            </a:r>
          </a:p>
        </p:txBody>
      </p:sp>
      <p:sp>
        <p:nvSpPr>
          <p:cNvPr id="29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92DF9DCC-5307-405D-AB9F-17A707BE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9943" y="2258025"/>
            <a:ext cx="419100" cy="20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e4b8e27934341">
            <a:extLst>
              <a:ext uri="{96DAC541-7B7A-43D3-8B79-37D633B846F1}">
                <asvg:svgBlip xmlns:asvg="http://schemas.microsoft.com/office/drawing/2016/SVG/main" r:embed="Rf114669ac3fc41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44718" y="2261597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1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73D3972A-B23B-4C91-94A2-2B4BC495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303" y="2258025"/>
            <a:ext cx="419100" cy="20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02bed9db34365">
            <a:extLst>
              <a:ext uri="{96DAC541-7B7A-43D3-8B79-37D633B846F1}">
                <asvg:svgBlip xmlns:asvg="http://schemas.microsoft.com/office/drawing/2016/SVG/main" r:embed="R38fa40a0d13d44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40078" y="2261597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3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E505677A-8022-4483-B5B5-C1BF1E02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9943" y="3582143"/>
            <a:ext cx="419100" cy="20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8c812412a49ec">
            <a:extLst>
              <a:ext uri="{96DAC541-7B7A-43D3-8B79-37D633B846F1}">
                <asvg:svgBlip xmlns:asvg="http://schemas.microsoft.com/office/drawing/2016/SVG/main" r:embed="Rf2168f1a06ea413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44718" y="358571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5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2EE7BBBF-6CA7-421B-8FCC-0511FCB5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303" y="3582143"/>
            <a:ext cx="419100" cy="203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b26163b9b40b9">
            <a:extLst>
              <a:ext uri="{96DAC541-7B7A-43D3-8B79-37D633B846F1}">
                <asvg:svgBlip xmlns:asvg="http://schemas.microsoft.com/office/drawing/2016/SVG/main" r:embed="Rcd827bd5fb2e4f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40078" y="358571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7" name="evidence-1-surface">
            <a:extLst xmlns:a="http://schemas.openxmlformats.org/drawingml/2006/main">
              <a:ext uri="{FF2B5EF4-FFF2-40B4-BE49-F238E27FC236}">
                <a16:creationId xmlns:a16="http://schemas.microsoft.com/office/drawing/2014/main" id="{2F16614E-CE45-4540-99C4-F6B21AD9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5715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DDE4"/>
            </a:solidFill>
            <a:prstDash val="solid"/>
          </a:ln>
        </p:spPr>
      </p:sp>
      <p:sp>
        <p:nvSpPr>
          <p:cNvPr id="38" name="evidence-1-accent">
            <a:extLst xmlns:a="http://schemas.openxmlformats.org/drawingml/2006/main">
              <a:ext uri="{FF2B5EF4-FFF2-40B4-BE49-F238E27FC236}">
                <a16:creationId xmlns:a16="http://schemas.microsoft.com/office/drawing/2014/main" id="{F81EA108-1759-4906-AD8B-1A314B27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evidence-1-heading">
            <a:extLst xmlns:a="http://schemas.openxmlformats.org/drawingml/2006/main">
              <a:ext uri="{FF2B5EF4-FFF2-40B4-BE49-F238E27FC236}">
                <a16:creationId xmlns:a16="http://schemas.microsoft.com/office/drawing/2014/main" id="{6AF324DF-DA79-427C-A154-A4F351A9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768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模拟抽查观察</a:t>
            </a:r>
          </a:p>
        </p:txBody>
      </p:sp>
      <p:sp>
        <p:nvSpPr>
          <p:cNvPr id="40" name="evidence-1-body">
            <a:extLst xmlns:a="http://schemas.openxmlformats.org/drawingml/2006/main">
              <a:ext uri="{FF2B5EF4-FFF2-40B4-BE49-F238E27FC236}">
                <a16:creationId xmlns:a16="http://schemas.microsoft.com/office/drawing/2014/main" id="{3B66BF96-45F4-4814-BAE4-3164F6A4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8165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20笔预约中，7笔缺审批时间，5笔缺执行记录。两类可重叠，不能相加为12笔问题预约。</a:t>
            </a:r>
          </a:p>
        </p:txBody>
      </p:sp>
      <p:sp>
        <p:nvSpPr>
          <p:cNvPr id="41" name="action-1-surface">
            <a:extLst xmlns:a="http://schemas.openxmlformats.org/drawingml/2006/main">
              <a:ext uri="{FF2B5EF4-FFF2-40B4-BE49-F238E27FC236}">
                <a16:creationId xmlns:a16="http://schemas.microsoft.com/office/drawing/2014/main" id="{4A3E36D8-447F-446D-A6EF-D310B034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162550"/>
            <a:ext cx="523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DDE4"/>
            </a:solidFill>
            <a:prstDash val="solid"/>
          </a:ln>
        </p:spPr>
      </p:sp>
      <p:sp>
        <p:nvSpPr>
          <p:cNvPr id="42" name="action-1-accent">
            <a:extLst xmlns:a="http://schemas.openxmlformats.org/drawingml/2006/main">
              <a:ext uri="{FF2B5EF4-FFF2-40B4-BE49-F238E27FC236}">
                <a16:creationId xmlns:a16="http://schemas.microsoft.com/office/drawing/2014/main" id="{1DBFCEDB-70B4-4EAD-9CDE-35AF0343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1625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action-1-heading">
            <a:extLst xmlns:a="http://schemas.openxmlformats.org/drawingml/2006/main">
              <a:ext uri="{FF2B5EF4-FFF2-40B4-BE49-F238E27FC236}">
                <a16:creationId xmlns:a16="http://schemas.microsoft.com/office/drawing/2014/main" id="{CAB7C5E2-5790-48D9-AA8C-195F0A73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27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先做小范围复核</a:t>
            </a:r>
          </a:p>
        </p:txBody>
      </p:sp>
      <p:sp>
        <p:nvSpPr>
          <p:cNvPr id="44" name="action-1-body">
            <a:extLst xmlns:a="http://schemas.openxmlformats.org/drawingml/2006/main">
              <a:ext uri="{FF2B5EF4-FFF2-40B4-BE49-F238E27FC236}">
                <a16:creationId xmlns:a16="http://schemas.microsoft.com/office/drawing/2014/main" id="{6BD77DFC-0E21-42F3-AD1D-CB5E08F2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5816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先在两间自愿实验室执行清单，再复核记录完整性；当前不能据此判断效率提升。</a:t>
            </a:r>
          </a:p>
        </p:txBody>
      </p:sp>
    </p:spTree>
    <p:extLst>
      <p:ext uri="{BB962C8B-B14F-4D97-AF65-F5344CB8AC3E}">
        <p14:creationId xmlns:p14="http://schemas.microsoft.com/office/powerpoint/2010/main" val="3803249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2">
            <a:extLst xmlns:a="http://schemas.openxmlformats.org/drawingml/2006/main">
              <a:ext uri="{FF2B5EF4-FFF2-40B4-BE49-F238E27FC236}">
                <a16:creationId xmlns:a16="http://schemas.microsoft.com/office/drawing/2014/main" id="{66E797E5-B8B9-4956-8E87-BE8A7A62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9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试点筛选 / 收敛规则</a:t>
            </a:r>
          </a:p>
        </p:txBody>
      </p:sp>
      <p:sp>
        <p:nvSpPr>
          <p:cNvPr id="2" name="page-title-2">
            <a:extLst xmlns:a="http://schemas.openxmlformats.org/drawingml/2006/main">
              <a:ext uri="{FF2B5EF4-FFF2-40B4-BE49-F238E27FC236}">
                <a16:creationId xmlns:a16="http://schemas.microsoft.com/office/drawing/2014/main" id="{973A181E-0BBC-4F84-AD0C-F1B7627C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14375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4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rPr>
              <a:t>试点名单应逐轮收敛，先核资格再核责任与记录条件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6AE9DE76-39EE-4EC5-8D53-F39D5B99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-2">
            <a:extLst xmlns:a="http://schemas.openxmlformats.org/drawingml/2006/main">
              <a:ext uri="{FF2B5EF4-FFF2-40B4-BE49-F238E27FC236}">
                <a16:creationId xmlns:a16="http://schemas.microsoft.com/office/drawing/2014/main" id="{3B5668A7-C924-4730-9BE1-14235CFF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57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32D0C073-B4CE-4F7E-B5A4-E5A813ED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2502922" y="2162289"/>
            <a:ext cx="4138146" cy="294026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DEE39CCA-480B-4843-B2DB-296D7C91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18" y="2619661"/>
            <a:ext cx="2686164" cy="708422"/>
          </a:xfrm>
          <a:custGeom xmlns:a="http://schemas.openxmlformats.org/drawingml/2006/main">
            <a:pathLst>
              <a:path w="2686164" h="708422">
                <a:moveTo>
                  <a:pt x="0" y="0"/>
                </a:moveTo>
                <a:lnTo>
                  <a:pt x="13745" y="21431"/>
                </a:lnTo>
                <a:lnTo>
                  <a:pt x="27480" y="42863"/>
                </a:lnTo>
                <a:lnTo>
                  <a:pt x="41224" y="64284"/>
                </a:lnTo>
                <a:lnTo>
                  <a:pt x="54969" y="85715"/>
                </a:lnTo>
                <a:lnTo>
                  <a:pt x="68704" y="107147"/>
                </a:lnTo>
                <a:lnTo>
                  <a:pt x="82448" y="128578"/>
                </a:lnTo>
                <a:lnTo>
                  <a:pt x="96183" y="150009"/>
                </a:lnTo>
                <a:lnTo>
                  <a:pt x="109928" y="171440"/>
                </a:lnTo>
                <a:lnTo>
                  <a:pt x="123673" y="192862"/>
                </a:lnTo>
                <a:lnTo>
                  <a:pt x="137408" y="214293"/>
                </a:lnTo>
                <a:lnTo>
                  <a:pt x="151152" y="235725"/>
                </a:lnTo>
                <a:lnTo>
                  <a:pt x="164897" y="257156"/>
                </a:lnTo>
                <a:lnTo>
                  <a:pt x="178632" y="278587"/>
                </a:lnTo>
                <a:lnTo>
                  <a:pt x="192376" y="300018"/>
                </a:lnTo>
                <a:lnTo>
                  <a:pt x="206111" y="321440"/>
                </a:lnTo>
                <a:lnTo>
                  <a:pt x="219856" y="342871"/>
                </a:lnTo>
                <a:lnTo>
                  <a:pt x="233601" y="364303"/>
                </a:lnTo>
                <a:lnTo>
                  <a:pt x="247336" y="385734"/>
                </a:lnTo>
                <a:lnTo>
                  <a:pt x="261080" y="407165"/>
                </a:lnTo>
                <a:lnTo>
                  <a:pt x="274825" y="428596"/>
                </a:lnTo>
                <a:lnTo>
                  <a:pt x="288560" y="450018"/>
                </a:lnTo>
                <a:lnTo>
                  <a:pt x="302304" y="471449"/>
                </a:lnTo>
                <a:lnTo>
                  <a:pt x="316040" y="492881"/>
                </a:lnTo>
                <a:lnTo>
                  <a:pt x="329784" y="514312"/>
                </a:lnTo>
                <a:lnTo>
                  <a:pt x="343529" y="535743"/>
                </a:lnTo>
                <a:lnTo>
                  <a:pt x="357264" y="557165"/>
                </a:lnTo>
                <a:lnTo>
                  <a:pt x="371008" y="578596"/>
                </a:lnTo>
                <a:lnTo>
                  <a:pt x="384753" y="600027"/>
                </a:lnTo>
                <a:lnTo>
                  <a:pt x="398488" y="621459"/>
                </a:lnTo>
                <a:lnTo>
                  <a:pt x="412232" y="642890"/>
                </a:lnTo>
                <a:lnTo>
                  <a:pt x="429539" y="660006"/>
                </a:lnTo>
                <a:lnTo>
                  <a:pt x="453933" y="667198"/>
                </a:lnTo>
                <a:lnTo>
                  <a:pt x="478917" y="672094"/>
                </a:lnTo>
                <a:lnTo>
                  <a:pt x="504073" y="675951"/>
                </a:lnTo>
                <a:lnTo>
                  <a:pt x="529333" y="679171"/>
                </a:lnTo>
                <a:lnTo>
                  <a:pt x="554631" y="681952"/>
                </a:lnTo>
                <a:lnTo>
                  <a:pt x="579968" y="684400"/>
                </a:lnTo>
                <a:lnTo>
                  <a:pt x="605333" y="686581"/>
                </a:lnTo>
                <a:lnTo>
                  <a:pt x="630717" y="688562"/>
                </a:lnTo>
                <a:lnTo>
                  <a:pt x="656111" y="690362"/>
                </a:lnTo>
                <a:lnTo>
                  <a:pt x="681514" y="692001"/>
                </a:lnTo>
                <a:lnTo>
                  <a:pt x="706917" y="693525"/>
                </a:lnTo>
                <a:lnTo>
                  <a:pt x="732339" y="694915"/>
                </a:lnTo>
                <a:lnTo>
                  <a:pt x="757761" y="696211"/>
                </a:lnTo>
                <a:lnTo>
                  <a:pt x="783193" y="697401"/>
                </a:lnTo>
                <a:lnTo>
                  <a:pt x="808625" y="698516"/>
                </a:lnTo>
                <a:lnTo>
                  <a:pt x="834057" y="699535"/>
                </a:lnTo>
                <a:lnTo>
                  <a:pt x="859498" y="700497"/>
                </a:lnTo>
                <a:lnTo>
                  <a:pt x="884939" y="701383"/>
                </a:lnTo>
                <a:lnTo>
                  <a:pt x="910380" y="702202"/>
                </a:lnTo>
                <a:lnTo>
                  <a:pt x="935831" y="702955"/>
                </a:lnTo>
                <a:lnTo>
                  <a:pt x="961273" y="703659"/>
                </a:lnTo>
                <a:lnTo>
                  <a:pt x="986723" y="704298"/>
                </a:lnTo>
                <a:lnTo>
                  <a:pt x="1012174" y="704888"/>
                </a:lnTo>
                <a:lnTo>
                  <a:pt x="1037625" y="705431"/>
                </a:lnTo>
                <a:lnTo>
                  <a:pt x="1063076" y="705926"/>
                </a:lnTo>
                <a:lnTo>
                  <a:pt x="1088527" y="706364"/>
                </a:lnTo>
                <a:lnTo>
                  <a:pt x="1113987" y="706765"/>
                </a:lnTo>
                <a:lnTo>
                  <a:pt x="1139438" y="707117"/>
                </a:lnTo>
                <a:lnTo>
                  <a:pt x="1164898" y="707422"/>
                </a:lnTo>
                <a:lnTo>
                  <a:pt x="1190349" y="707688"/>
                </a:lnTo>
                <a:lnTo>
                  <a:pt x="1215800" y="707917"/>
                </a:lnTo>
                <a:lnTo>
                  <a:pt x="1241260" y="708098"/>
                </a:lnTo>
                <a:lnTo>
                  <a:pt x="1266720" y="708241"/>
                </a:lnTo>
                <a:lnTo>
                  <a:pt x="1292171" y="708336"/>
                </a:lnTo>
                <a:lnTo>
                  <a:pt x="1317631" y="708403"/>
                </a:lnTo>
                <a:lnTo>
                  <a:pt x="1343082" y="708422"/>
                </a:lnTo>
                <a:lnTo>
                  <a:pt x="1368542" y="708403"/>
                </a:lnTo>
                <a:lnTo>
                  <a:pt x="1394003" y="708336"/>
                </a:lnTo>
                <a:lnTo>
                  <a:pt x="1419454" y="708241"/>
                </a:lnTo>
                <a:lnTo>
                  <a:pt x="1444914" y="708098"/>
                </a:lnTo>
                <a:lnTo>
                  <a:pt x="1470365" y="707917"/>
                </a:lnTo>
                <a:lnTo>
                  <a:pt x="1495825" y="707688"/>
                </a:lnTo>
                <a:lnTo>
                  <a:pt x="1521276" y="707422"/>
                </a:lnTo>
                <a:lnTo>
                  <a:pt x="1546736" y="707117"/>
                </a:lnTo>
                <a:lnTo>
                  <a:pt x="1572187" y="706765"/>
                </a:lnTo>
                <a:lnTo>
                  <a:pt x="1597638" y="706364"/>
                </a:lnTo>
                <a:lnTo>
                  <a:pt x="1623098" y="705926"/>
                </a:lnTo>
                <a:lnTo>
                  <a:pt x="1648549" y="705431"/>
                </a:lnTo>
                <a:lnTo>
                  <a:pt x="1674000" y="704888"/>
                </a:lnTo>
                <a:lnTo>
                  <a:pt x="1699450" y="704298"/>
                </a:lnTo>
                <a:lnTo>
                  <a:pt x="1724901" y="703659"/>
                </a:lnTo>
                <a:lnTo>
                  <a:pt x="1750343" y="702955"/>
                </a:lnTo>
                <a:lnTo>
                  <a:pt x="1775793" y="702202"/>
                </a:lnTo>
                <a:lnTo>
                  <a:pt x="1801235" y="701383"/>
                </a:lnTo>
                <a:lnTo>
                  <a:pt x="1826676" y="700497"/>
                </a:lnTo>
                <a:lnTo>
                  <a:pt x="1852117" y="699535"/>
                </a:lnTo>
                <a:lnTo>
                  <a:pt x="1877549" y="698516"/>
                </a:lnTo>
                <a:lnTo>
                  <a:pt x="1902981" y="697401"/>
                </a:lnTo>
                <a:lnTo>
                  <a:pt x="1928412" y="696211"/>
                </a:lnTo>
                <a:lnTo>
                  <a:pt x="1953835" y="694915"/>
                </a:lnTo>
                <a:lnTo>
                  <a:pt x="1979247" y="693525"/>
                </a:lnTo>
                <a:lnTo>
                  <a:pt x="2004660" y="692001"/>
                </a:lnTo>
                <a:lnTo>
                  <a:pt x="2030063" y="690362"/>
                </a:lnTo>
                <a:lnTo>
                  <a:pt x="2055457" y="688562"/>
                </a:lnTo>
                <a:lnTo>
                  <a:pt x="2080841" y="686581"/>
                </a:lnTo>
                <a:lnTo>
                  <a:pt x="2106206" y="684400"/>
                </a:lnTo>
                <a:lnTo>
                  <a:pt x="2131543" y="681942"/>
                </a:lnTo>
                <a:lnTo>
                  <a:pt x="2156841" y="679171"/>
                </a:lnTo>
                <a:lnTo>
                  <a:pt x="2182101" y="675951"/>
                </a:lnTo>
                <a:lnTo>
                  <a:pt x="2207257" y="672094"/>
                </a:lnTo>
                <a:lnTo>
                  <a:pt x="2232241" y="667198"/>
                </a:lnTo>
                <a:lnTo>
                  <a:pt x="2256634" y="660006"/>
                </a:lnTo>
                <a:lnTo>
                  <a:pt x="2273941" y="642880"/>
                </a:lnTo>
                <a:lnTo>
                  <a:pt x="2287676" y="621449"/>
                </a:lnTo>
                <a:lnTo>
                  <a:pt x="2301421" y="600018"/>
                </a:lnTo>
                <a:lnTo>
                  <a:pt x="2315166" y="578596"/>
                </a:lnTo>
                <a:lnTo>
                  <a:pt x="2328901" y="557165"/>
                </a:lnTo>
                <a:lnTo>
                  <a:pt x="2342645" y="535734"/>
                </a:lnTo>
                <a:lnTo>
                  <a:pt x="2356390" y="514302"/>
                </a:lnTo>
                <a:lnTo>
                  <a:pt x="2370125" y="492871"/>
                </a:lnTo>
                <a:lnTo>
                  <a:pt x="2383869" y="471440"/>
                </a:lnTo>
                <a:lnTo>
                  <a:pt x="2397604" y="450018"/>
                </a:lnTo>
                <a:lnTo>
                  <a:pt x="2411349" y="428587"/>
                </a:lnTo>
                <a:lnTo>
                  <a:pt x="2425094" y="407156"/>
                </a:lnTo>
                <a:lnTo>
                  <a:pt x="2438829" y="385724"/>
                </a:lnTo>
                <a:lnTo>
                  <a:pt x="2452573" y="364293"/>
                </a:lnTo>
                <a:lnTo>
                  <a:pt x="2466318" y="342871"/>
                </a:lnTo>
                <a:lnTo>
                  <a:pt x="2480053" y="321440"/>
                </a:lnTo>
                <a:lnTo>
                  <a:pt x="2493797" y="300009"/>
                </a:lnTo>
                <a:lnTo>
                  <a:pt x="2507532" y="278578"/>
                </a:lnTo>
                <a:lnTo>
                  <a:pt x="2521277" y="257146"/>
                </a:lnTo>
                <a:lnTo>
                  <a:pt x="2535022" y="235715"/>
                </a:lnTo>
                <a:lnTo>
                  <a:pt x="2548757" y="214293"/>
                </a:lnTo>
                <a:lnTo>
                  <a:pt x="2562501" y="192862"/>
                </a:lnTo>
                <a:lnTo>
                  <a:pt x="2576246" y="171431"/>
                </a:lnTo>
                <a:lnTo>
                  <a:pt x="2589981" y="150000"/>
                </a:lnTo>
                <a:lnTo>
                  <a:pt x="2603725" y="128568"/>
                </a:lnTo>
                <a:lnTo>
                  <a:pt x="2617460" y="107137"/>
                </a:lnTo>
                <a:lnTo>
                  <a:pt x="2631205" y="85715"/>
                </a:lnTo>
                <a:lnTo>
                  <a:pt x="2644950" y="64284"/>
                </a:lnTo>
                <a:lnTo>
                  <a:pt x="2658685" y="42853"/>
                </a:lnTo>
                <a:lnTo>
                  <a:pt x="2672429" y="21422"/>
                </a:lnTo>
                <a:lnTo>
                  <a:pt x="2686164" y="10"/>
                </a:lnTo>
                <a:lnTo>
                  <a:pt x="2664866" y="11878"/>
                </a:lnTo>
                <a:lnTo>
                  <a:pt x="2639978" y="17174"/>
                </a:lnTo>
                <a:lnTo>
                  <a:pt x="2614822" y="21041"/>
                </a:lnTo>
                <a:lnTo>
                  <a:pt x="2589552" y="24174"/>
                </a:lnTo>
                <a:lnTo>
                  <a:pt x="2564244" y="26851"/>
                </a:lnTo>
                <a:lnTo>
                  <a:pt x="2538889" y="29204"/>
                </a:lnTo>
                <a:lnTo>
                  <a:pt x="2513524" y="31299"/>
                </a:lnTo>
                <a:lnTo>
                  <a:pt x="2488140" y="33204"/>
                </a:lnTo>
                <a:lnTo>
                  <a:pt x="2462736" y="34938"/>
                </a:lnTo>
                <a:lnTo>
                  <a:pt x="2437333" y="36557"/>
                </a:lnTo>
                <a:lnTo>
                  <a:pt x="2411921" y="38033"/>
                </a:lnTo>
                <a:lnTo>
                  <a:pt x="2386498" y="39424"/>
                </a:lnTo>
                <a:lnTo>
                  <a:pt x="2361076" y="40729"/>
                </a:lnTo>
                <a:lnTo>
                  <a:pt x="2335654" y="41948"/>
                </a:lnTo>
                <a:lnTo>
                  <a:pt x="2310222" y="43091"/>
                </a:lnTo>
                <a:lnTo>
                  <a:pt x="2284790" y="44177"/>
                </a:lnTo>
                <a:lnTo>
                  <a:pt x="2259349" y="45196"/>
                </a:lnTo>
                <a:lnTo>
                  <a:pt x="2233908" y="46158"/>
                </a:lnTo>
                <a:lnTo>
                  <a:pt x="2208476" y="47073"/>
                </a:lnTo>
                <a:lnTo>
                  <a:pt x="2183025" y="47939"/>
                </a:lnTo>
                <a:lnTo>
                  <a:pt x="2157584" y="48768"/>
                </a:lnTo>
                <a:lnTo>
                  <a:pt x="2132143" y="49549"/>
                </a:lnTo>
                <a:lnTo>
                  <a:pt x="2106692" y="50282"/>
                </a:lnTo>
                <a:lnTo>
                  <a:pt x="2081251" y="50987"/>
                </a:lnTo>
                <a:lnTo>
                  <a:pt x="2055800" y="51654"/>
                </a:lnTo>
                <a:lnTo>
                  <a:pt x="2030349" y="52292"/>
                </a:lnTo>
                <a:lnTo>
                  <a:pt x="2004898" y="52892"/>
                </a:lnTo>
                <a:lnTo>
                  <a:pt x="1979447" y="53464"/>
                </a:lnTo>
                <a:lnTo>
                  <a:pt x="1953997" y="54007"/>
                </a:lnTo>
                <a:lnTo>
                  <a:pt x="1928546" y="54521"/>
                </a:lnTo>
                <a:lnTo>
                  <a:pt x="1903095" y="54997"/>
                </a:lnTo>
                <a:lnTo>
                  <a:pt x="1877644" y="55455"/>
                </a:lnTo>
                <a:lnTo>
                  <a:pt x="1852193" y="55893"/>
                </a:lnTo>
                <a:lnTo>
                  <a:pt x="1826743" y="56293"/>
                </a:lnTo>
                <a:lnTo>
                  <a:pt x="1801282" y="56683"/>
                </a:lnTo>
                <a:lnTo>
                  <a:pt x="1775831" y="57036"/>
                </a:lnTo>
                <a:lnTo>
                  <a:pt x="1750371" y="57360"/>
                </a:lnTo>
                <a:lnTo>
                  <a:pt x="1724920" y="57683"/>
                </a:lnTo>
                <a:lnTo>
                  <a:pt x="1699470" y="57969"/>
                </a:lnTo>
                <a:lnTo>
                  <a:pt x="1674009" y="58236"/>
                </a:lnTo>
                <a:lnTo>
                  <a:pt x="1648558" y="58493"/>
                </a:lnTo>
                <a:lnTo>
                  <a:pt x="1623098" y="58703"/>
                </a:lnTo>
                <a:lnTo>
                  <a:pt x="1597647" y="58922"/>
                </a:lnTo>
                <a:lnTo>
                  <a:pt x="1572187" y="59103"/>
                </a:lnTo>
                <a:lnTo>
                  <a:pt x="1546727" y="59265"/>
                </a:lnTo>
                <a:lnTo>
                  <a:pt x="1521276" y="59417"/>
                </a:lnTo>
                <a:lnTo>
                  <a:pt x="1495816" y="59531"/>
                </a:lnTo>
                <a:lnTo>
                  <a:pt x="1470365" y="59655"/>
                </a:lnTo>
                <a:lnTo>
                  <a:pt x="1444904" y="59731"/>
                </a:lnTo>
                <a:lnTo>
                  <a:pt x="1419454" y="59798"/>
                </a:lnTo>
                <a:lnTo>
                  <a:pt x="1393993" y="59846"/>
                </a:lnTo>
                <a:lnTo>
                  <a:pt x="1368533" y="59874"/>
                </a:lnTo>
                <a:lnTo>
                  <a:pt x="1343082" y="59893"/>
                </a:lnTo>
                <a:lnTo>
                  <a:pt x="1317622" y="59874"/>
                </a:lnTo>
                <a:lnTo>
                  <a:pt x="1292162" y="59846"/>
                </a:lnTo>
                <a:lnTo>
                  <a:pt x="1266711" y="59798"/>
                </a:lnTo>
                <a:lnTo>
                  <a:pt x="1241250" y="59731"/>
                </a:lnTo>
                <a:lnTo>
                  <a:pt x="1215800" y="59655"/>
                </a:lnTo>
                <a:lnTo>
                  <a:pt x="1190339" y="59531"/>
                </a:lnTo>
                <a:lnTo>
                  <a:pt x="1164879" y="59417"/>
                </a:lnTo>
                <a:lnTo>
                  <a:pt x="1139428" y="59265"/>
                </a:lnTo>
                <a:lnTo>
                  <a:pt x="1113968" y="59103"/>
                </a:lnTo>
                <a:lnTo>
                  <a:pt x="1088517" y="58922"/>
                </a:lnTo>
                <a:lnTo>
                  <a:pt x="1063057" y="58703"/>
                </a:lnTo>
                <a:lnTo>
                  <a:pt x="1037606" y="58493"/>
                </a:lnTo>
                <a:lnTo>
                  <a:pt x="1012146" y="58236"/>
                </a:lnTo>
                <a:lnTo>
                  <a:pt x="986695" y="57969"/>
                </a:lnTo>
                <a:lnTo>
                  <a:pt x="961234" y="57683"/>
                </a:lnTo>
                <a:lnTo>
                  <a:pt x="935784" y="57360"/>
                </a:lnTo>
                <a:lnTo>
                  <a:pt x="910323" y="57036"/>
                </a:lnTo>
                <a:lnTo>
                  <a:pt x="884873" y="56683"/>
                </a:lnTo>
                <a:lnTo>
                  <a:pt x="859422" y="56293"/>
                </a:lnTo>
                <a:lnTo>
                  <a:pt x="833961" y="55893"/>
                </a:lnTo>
                <a:lnTo>
                  <a:pt x="808511" y="55455"/>
                </a:lnTo>
                <a:lnTo>
                  <a:pt x="783060" y="54997"/>
                </a:lnTo>
                <a:lnTo>
                  <a:pt x="757609" y="54521"/>
                </a:lnTo>
                <a:lnTo>
                  <a:pt x="732158" y="54007"/>
                </a:lnTo>
                <a:lnTo>
                  <a:pt x="706707" y="53464"/>
                </a:lnTo>
                <a:lnTo>
                  <a:pt x="681257" y="52892"/>
                </a:lnTo>
                <a:lnTo>
                  <a:pt x="655806" y="52292"/>
                </a:lnTo>
                <a:lnTo>
                  <a:pt x="630355" y="51654"/>
                </a:lnTo>
                <a:lnTo>
                  <a:pt x="604914" y="50987"/>
                </a:lnTo>
                <a:lnTo>
                  <a:pt x="579463" y="50282"/>
                </a:lnTo>
                <a:lnTo>
                  <a:pt x="554012" y="49549"/>
                </a:lnTo>
                <a:lnTo>
                  <a:pt x="528571" y="48768"/>
                </a:lnTo>
                <a:lnTo>
                  <a:pt x="503130" y="47939"/>
                </a:lnTo>
                <a:lnTo>
                  <a:pt x="477688" y="47073"/>
                </a:lnTo>
                <a:lnTo>
                  <a:pt x="452247" y="46158"/>
                </a:lnTo>
                <a:lnTo>
                  <a:pt x="426806" y="45196"/>
                </a:lnTo>
                <a:lnTo>
                  <a:pt x="401374" y="44177"/>
                </a:lnTo>
                <a:lnTo>
                  <a:pt x="375933" y="43091"/>
                </a:lnTo>
                <a:lnTo>
                  <a:pt x="350510" y="41948"/>
                </a:lnTo>
                <a:lnTo>
                  <a:pt x="325079" y="40729"/>
                </a:lnTo>
                <a:lnTo>
                  <a:pt x="299657" y="39424"/>
                </a:lnTo>
                <a:lnTo>
                  <a:pt x="274234" y="38033"/>
                </a:lnTo>
                <a:lnTo>
                  <a:pt x="248822" y="36557"/>
                </a:lnTo>
                <a:lnTo>
                  <a:pt x="223418" y="34938"/>
                </a:lnTo>
                <a:lnTo>
                  <a:pt x="198025" y="33204"/>
                </a:lnTo>
                <a:lnTo>
                  <a:pt x="172631" y="31299"/>
                </a:lnTo>
                <a:lnTo>
                  <a:pt x="147266" y="29204"/>
                </a:lnTo>
                <a:lnTo>
                  <a:pt x="121920" y="26851"/>
                </a:lnTo>
                <a:lnTo>
                  <a:pt x="96603" y="24174"/>
                </a:lnTo>
                <a:lnTo>
                  <a:pt x="71342" y="21041"/>
                </a:lnTo>
                <a:lnTo>
                  <a:pt x="46177" y="17174"/>
                </a:lnTo>
                <a:lnTo>
                  <a:pt x="21288" y="118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6F6F"/>
            </a:solidFill>
            <a:prstDash val="solid"/>
          </a:ln>
        </p:spPr>
      </p:sp>
      <p:sp>
        <p:nvSpPr>
          <p:cNvPr id="7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FD090627-6576-4C74-BCD4-6BEFF976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18" y="2525287"/>
            <a:ext cx="2686164" cy="1887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6F6F"/>
            </a:solidFill>
            <a:prstDash val="solid"/>
          </a:ln>
        </p:spPr>
      </p:sp>
      <p:sp>
        <p:nvSpPr>
          <p:cNvPr id="8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BF2280E8-37CF-41B8-86BA-B3BCA6C1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4760" y="3406130"/>
            <a:ext cx="1850812" cy="708489"/>
          </a:xfrm>
          <a:custGeom xmlns:a="http://schemas.openxmlformats.org/drawingml/2006/main">
            <a:pathLst>
              <a:path w="1850812" h="708489">
                <a:moveTo>
                  <a:pt x="0" y="0"/>
                </a:moveTo>
                <a:lnTo>
                  <a:pt x="8363" y="17040"/>
                </a:lnTo>
                <a:lnTo>
                  <a:pt x="16716" y="34071"/>
                </a:lnTo>
                <a:lnTo>
                  <a:pt x="25079" y="51111"/>
                </a:lnTo>
                <a:lnTo>
                  <a:pt x="33442" y="68142"/>
                </a:lnTo>
                <a:lnTo>
                  <a:pt x="41796" y="85182"/>
                </a:lnTo>
                <a:lnTo>
                  <a:pt x="50159" y="102213"/>
                </a:lnTo>
                <a:lnTo>
                  <a:pt x="58522" y="119253"/>
                </a:lnTo>
                <a:lnTo>
                  <a:pt x="66875" y="136293"/>
                </a:lnTo>
                <a:lnTo>
                  <a:pt x="75238" y="153324"/>
                </a:lnTo>
                <a:lnTo>
                  <a:pt x="83601" y="170364"/>
                </a:lnTo>
                <a:lnTo>
                  <a:pt x="91954" y="187395"/>
                </a:lnTo>
                <a:lnTo>
                  <a:pt x="100317" y="204435"/>
                </a:lnTo>
                <a:lnTo>
                  <a:pt x="108680" y="221466"/>
                </a:lnTo>
                <a:lnTo>
                  <a:pt x="117034" y="238506"/>
                </a:lnTo>
                <a:lnTo>
                  <a:pt x="125397" y="255546"/>
                </a:lnTo>
                <a:lnTo>
                  <a:pt x="133760" y="272577"/>
                </a:lnTo>
                <a:lnTo>
                  <a:pt x="142113" y="289617"/>
                </a:lnTo>
                <a:lnTo>
                  <a:pt x="150476" y="306648"/>
                </a:lnTo>
                <a:lnTo>
                  <a:pt x="158839" y="323688"/>
                </a:lnTo>
                <a:lnTo>
                  <a:pt x="167192" y="340719"/>
                </a:lnTo>
                <a:lnTo>
                  <a:pt x="175555" y="357759"/>
                </a:lnTo>
                <a:lnTo>
                  <a:pt x="183918" y="374799"/>
                </a:lnTo>
                <a:lnTo>
                  <a:pt x="192272" y="391830"/>
                </a:lnTo>
                <a:lnTo>
                  <a:pt x="200635" y="408870"/>
                </a:lnTo>
                <a:lnTo>
                  <a:pt x="208998" y="425901"/>
                </a:lnTo>
                <a:lnTo>
                  <a:pt x="217351" y="442941"/>
                </a:lnTo>
                <a:lnTo>
                  <a:pt x="225714" y="459972"/>
                </a:lnTo>
                <a:lnTo>
                  <a:pt x="234077" y="477012"/>
                </a:lnTo>
                <a:lnTo>
                  <a:pt x="242430" y="494052"/>
                </a:lnTo>
                <a:lnTo>
                  <a:pt x="250793" y="511083"/>
                </a:lnTo>
                <a:lnTo>
                  <a:pt x="259156" y="528123"/>
                </a:lnTo>
                <a:lnTo>
                  <a:pt x="267510" y="545154"/>
                </a:lnTo>
                <a:lnTo>
                  <a:pt x="275873" y="562194"/>
                </a:lnTo>
                <a:lnTo>
                  <a:pt x="284236" y="579225"/>
                </a:lnTo>
                <a:lnTo>
                  <a:pt x="292589" y="596265"/>
                </a:lnTo>
                <a:lnTo>
                  <a:pt x="300952" y="613305"/>
                </a:lnTo>
                <a:lnTo>
                  <a:pt x="309315" y="630336"/>
                </a:lnTo>
                <a:lnTo>
                  <a:pt x="317668" y="647376"/>
                </a:lnTo>
                <a:lnTo>
                  <a:pt x="329336" y="661283"/>
                </a:lnTo>
                <a:lnTo>
                  <a:pt x="346872" y="668474"/>
                </a:lnTo>
                <a:lnTo>
                  <a:pt x="365150" y="673532"/>
                </a:lnTo>
                <a:lnTo>
                  <a:pt x="383705" y="677542"/>
                </a:lnTo>
                <a:lnTo>
                  <a:pt x="402384" y="680885"/>
                </a:lnTo>
                <a:lnTo>
                  <a:pt x="421138" y="683771"/>
                </a:lnTo>
                <a:lnTo>
                  <a:pt x="439941" y="686305"/>
                </a:lnTo>
                <a:lnTo>
                  <a:pt x="458781" y="688562"/>
                </a:lnTo>
                <a:lnTo>
                  <a:pt x="477650" y="690601"/>
                </a:lnTo>
                <a:lnTo>
                  <a:pt x="496538" y="692429"/>
                </a:lnTo>
                <a:lnTo>
                  <a:pt x="515445" y="694106"/>
                </a:lnTo>
                <a:lnTo>
                  <a:pt x="534362" y="695639"/>
                </a:lnTo>
                <a:lnTo>
                  <a:pt x="553279" y="697040"/>
                </a:lnTo>
                <a:lnTo>
                  <a:pt x="572214" y="698325"/>
                </a:lnTo>
                <a:lnTo>
                  <a:pt x="591160" y="699506"/>
                </a:lnTo>
                <a:lnTo>
                  <a:pt x="610105" y="700592"/>
                </a:lnTo>
                <a:lnTo>
                  <a:pt x="629050" y="701592"/>
                </a:lnTo>
                <a:lnTo>
                  <a:pt x="648005" y="702497"/>
                </a:lnTo>
                <a:lnTo>
                  <a:pt x="666969" y="703336"/>
                </a:lnTo>
                <a:lnTo>
                  <a:pt x="685924" y="704098"/>
                </a:lnTo>
                <a:lnTo>
                  <a:pt x="704888" y="704793"/>
                </a:lnTo>
                <a:lnTo>
                  <a:pt x="723852" y="705422"/>
                </a:lnTo>
                <a:lnTo>
                  <a:pt x="742826" y="705983"/>
                </a:lnTo>
                <a:lnTo>
                  <a:pt x="761790" y="706479"/>
                </a:lnTo>
                <a:lnTo>
                  <a:pt x="780764" y="706926"/>
                </a:lnTo>
                <a:lnTo>
                  <a:pt x="799738" y="707307"/>
                </a:lnTo>
                <a:lnTo>
                  <a:pt x="818712" y="707641"/>
                </a:lnTo>
                <a:lnTo>
                  <a:pt x="837686" y="707908"/>
                </a:lnTo>
                <a:lnTo>
                  <a:pt x="856659" y="708136"/>
                </a:lnTo>
                <a:lnTo>
                  <a:pt x="875643" y="708298"/>
                </a:lnTo>
                <a:lnTo>
                  <a:pt x="894617" y="708412"/>
                </a:lnTo>
                <a:lnTo>
                  <a:pt x="913590" y="708479"/>
                </a:lnTo>
                <a:lnTo>
                  <a:pt x="932574" y="708489"/>
                </a:lnTo>
                <a:lnTo>
                  <a:pt x="951548" y="708450"/>
                </a:lnTo>
                <a:lnTo>
                  <a:pt x="970521" y="708355"/>
                </a:lnTo>
                <a:lnTo>
                  <a:pt x="989495" y="708212"/>
                </a:lnTo>
                <a:lnTo>
                  <a:pt x="1008478" y="708012"/>
                </a:lnTo>
                <a:lnTo>
                  <a:pt x="1027452" y="707765"/>
                </a:lnTo>
                <a:lnTo>
                  <a:pt x="1046426" y="707460"/>
                </a:lnTo>
                <a:lnTo>
                  <a:pt x="1065400" y="707098"/>
                </a:lnTo>
                <a:lnTo>
                  <a:pt x="1084374" y="706688"/>
                </a:lnTo>
                <a:lnTo>
                  <a:pt x="1103338" y="706203"/>
                </a:lnTo>
                <a:lnTo>
                  <a:pt x="1122312" y="705669"/>
                </a:lnTo>
                <a:lnTo>
                  <a:pt x="1141276" y="705069"/>
                </a:lnTo>
                <a:lnTo>
                  <a:pt x="1160240" y="704412"/>
                </a:lnTo>
                <a:lnTo>
                  <a:pt x="1179205" y="703678"/>
                </a:lnTo>
                <a:lnTo>
                  <a:pt x="1198159" y="702878"/>
                </a:lnTo>
                <a:lnTo>
                  <a:pt x="1217124" y="702002"/>
                </a:lnTo>
                <a:lnTo>
                  <a:pt x="1236069" y="701040"/>
                </a:lnTo>
                <a:lnTo>
                  <a:pt x="1255024" y="699992"/>
                </a:lnTo>
                <a:lnTo>
                  <a:pt x="1273959" y="698859"/>
                </a:lnTo>
                <a:lnTo>
                  <a:pt x="1292895" y="697621"/>
                </a:lnTo>
                <a:lnTo>
                  <a:pt x="1311831" y="696268"/>
                </a:lnTo>
                <a:lnTo>
                  <a:pt x="1330747" y="694792"/>
                </a:lnTo>
                <a:lnTo>
                  <a:pt x="1349654" y="693182"/>
                </a:lnTo>
                <a:lnTo>
                  <a:pt x="1368552" y="691420"/>
                </a:lnTo>
                <a:lnTo>
                  <a:pt x="1387431" y="689477"/>
                </a:lnTo>
                <a:lnTo>
                  <a:pt x="1406281" y="687324"/>
                </a:lnTo>
                <a:lnTo>
                  <a:pt x="1425102" y="684924"/>
                </a:lnTo>
                <a:lnTo>
                  <a:pt x="1443885" y="682200"/>
                </a:lnTo>
                <a:lnTo>
                  <a:pt x="1462602" y="679075"/>
                </a:lnTo>
                <a:lnTo>
                  <a:pt x="1481214" y="675389"/>
                </a:lnTo>
                <a:lnTo>
                  <a:pt x="1499645" y="670865"/>
                </a:lnTo>
                <a:lnTo>
                  <a:pt x="1517628" y="664835"/>
                </a:lnTo>
                <a:lnTo>
                  <a:pt x="1533592" y="654882"/>
                </a:lnTo>
                <a:lnTo>
                  <a:pt x="1541497" y="637794"/>
                </a:lnTo>
                <a:lnTo>
                  <a:pt x="1549860" y="620763"/>
                </a:lnTo>
                <a:lnTo>
                  <a:pt x="1558214" y="603723"/>
                </a:lnTo>
                <a:lnTo>
                  <a:pt x="1566577" y="586692"/>
                </a:lnTo>
                <a:lnTo>
                  <a:pt x="1574940" y="569652"/>
                </a:lnTo>
                <a:lnTo>
                  <a:pt x="1583293" y="552621"/>
                </a:lnTo>
                <a:lnTo>
                  <a:pt x="1591656" y="535581"/>
                </a:lnTo>
                <a:lnTo>
                  <a:pt x="1600019" y="518541"/>
                </a:lnTo>
                <a:lnTo>
                  <a:pt x="1608372" y="501510"/>
                </a:lnTo>
                <a:lnTo>
                  <a:pt x="1616735" y="484470"/>
                </a:lnTo>
                <a:lnTo>
                  <a:pt x="1625098" y="467439"/>
                </a:lnTo>
                <a:lnTo>
                  <a:pt x="1633452" y="450399"/>
                </a:lnTo>
                <a:lnTo>
                  <a:pt x="1641815" y="433368"/>
                </a:lnTo>
                <a:lnTo>
                  <a:pt x="1650178" y="416328"/>
                </a:lnTo>
                <a:lnTo>
                  <a:pt x="1658531" y="399288"/>
                </a:lnTo>
                <a:lnTo>
                  <a:pt x="1666894" y="382257"/>
                </a:lnTo>
                <a:lnTo>
                  <a:pt x="1675257" y="365217"/>
                </a:lnTo>
                <a:lnTo>
                  <a:pt x="1683610" y="348186"/>
                </a:lnTo>
                <a:lnTo>
                  <a:pt x="1691973" y="331146"/>
                </a:lnTo>
                <a:lnTo>
                  <a:pt x="1700336" y="314106"/>
                </a:lnTo>
                <a:lnTo>
                  <a:pt x="1708690" y="297075"/>
                </a:lnTo>
                <a:lnTo>
                  <a:pt x="1717053" y="280035"/>
                </a:lnTo>
                <a:lnTo>
                  <a:pt x="1725416" y="263004"/>
                </a:lnTo>
                <a:lnTo>
                  <a:pt x="1733769" y="245964"/>
                </a:lnTo>
                <a:lnTo>
                  <a:pt x="1742132" y="228933"/>
                </a:lnTo>
                <a:lnTo>
                  <a:pt x="1750495" y="211893"/>
                </a:lnTo>
                <a:lnTo>
                  <a:pt x="1758848" y="194853"/>
                </a:lnTo>
                <a:lnTo>
                  <a:pt x="1767211" y="177822"/>
                </a:lnTo>
                <a:lnTo>
                  <a:pt x="1775574" y="160782"/>
                </a:lnTo>
                <a:lnTo>
                  <a:pt x="1783928" y="143751"/>
                </a:lnTo>
                <a:lnTo>
                  <a:pt x="1792291" y="126711"/>
                </a:lnTo>
                <a:lnTo>
                  <a:pt x="1800654" y="109680"/>
                </a:lnTo>
                <a:lnTo>
                  <a:pt x="1809007" y="92640"/>
                </a:lnTo>
                <a:lnTo>
                  <a:pt x="1817370" y="75600"/>
                </a:lnTo>
                <a:lnTo>
                  <a:pt x="1825733" y="58569"/>
                </a:lnTo>
                <a:lnTo>
                  <a:pt x="1834086" y="41529"/>
                </a:lnTo>
                <a:lnTo>
                  <a:pt x="1842449" y="24498"/>
                </a:lnTo>
                <a:lnTo>
                  <a:pt x="1850812" y="7458"/>
                </a:lnTo>
                <a:lnTo>
                  <a:pt x="1848050" y="7953"/>
                </a:lnTo>
                <a:lnTo>
                  <a:pt x="1830486" y="15011"/>
                </a:lnTo>
                <a:lnTo>
                  <a:pt x="1812084" y="19631"/>
                </a:lnTo>
                <a:lnTo>
                  <a:pt x="1793443" y="23222"/>
                </a:lnTo>
                <a:lnTo>
                  <a:pt x="1774708" y="26213"/>
                </a:lnTo>
                <a:lnTo>
                  <a:pt x="1755905" y="28804"/>
                </a:lnTo>
                <a:lnTo>
                  <a:pt x="1737074" y="31099"/>
                </a:lnTo>
                <a:lnTo>
                  <a:pt x="1718205" y="33157"/>
                </a:lnTo>
                <a:lnTo>
                  <a:pt x="1699327" y="35033"/>
                </a:lnTo>
                <a:lnTo>
                  <a:pt x="1680429" y="36747"/>
                </a:lnTo>
                <a:lnTo>
                  <a:pt x="1661512" y="38329"/>
                </a:lnTo>
                <a:lnTo>
                  <a:pt x="1642596" y="39815"/>
                </a:lnTo>
                <a:lnTo>
                  <a:pt x="1623670" y="41177"/>
                </a:lnTo>
                <a:lnTo>
                  <a:pt x="1604734" y="42462"/>
                </a:lnTo>
                <a:lnTo>
                  <a:pt x="1585798" y="43663"/>
                </a:lnTo>
                <a:lnTo>
                  <a:pt x="1566853" y="44796"/>
                </a:lnTo>
                <a:lnTo>
                  <a:pt x="1547908" y="45863"/>
                </a:lnTo>
                <a:lnTo>
                  <a:pt x="1528953" y="46863"/>
                </a:lnTo>
                <a:lnTo>
                  <a:pt x="1509998" y="47806"/>
                </a:lnTo>
                <a:lnTo>
                  <a:pt x="1491044" y="48692"/>
                </a:lnTo>
                <a:lnTo>
                  <a:pt x="1472089" y="49540"/>
                </a:lnTo>
                <a:lnTo>
                  <a:pt x="1453124" y="50340"/>
                </a:lnTo>
                <a:lnTo>
                  <a:pt x="1434170" y="51092"/>
                </a:lnTo>
                <a:lnTo>
                  <a:pt x="1415205" y="51806"/>
                </a:lnTo>
                <a:lnTo>
                  <a:pt x="1396241" y="52483"/>
                </a:lnTo>
                <a:lnTo>
                  <a:pt x="1377277" y="53121"/>
                </a:lnTo>
                <a:lnTo>
                  <a:pt x="1358303" y="53721"/>
                </a:lnTo>
                <a:lnTo>
                  <a:pt x="1339339" y="54293"/>
                </a:lnTo>
                <a:lnTo>
                  <a:pt x="1320365" y="54826"/>
                </a:lnTo>
                <a:lnTo>
                  <a:pt x="1301401" y="55331"/>
                </a:lnTo>
                <a:lnTo>
                  <a:pt x="1282427" y="55797"/>
                </a:lnTo>
                <a:lnTo>
                  <a:pt x="1263453" y="56245"/>
                </a:lnTo>
                <a:lnTo>
                  <a:pt x="1244479" y="56664"/>
                </a:lnTo>
                <a:lnTo>
                  <a:pt x="1225515" y="57045"/>
                </a:lnTo>
                <a:lnTo>
                  <a:pt x="1206541" y="57407"/>
                </a:lnTo>
                <a:lnTo>
                  <a:pt x="1187567" y="57741"/>
                </a:lnTo>
                <a:lnTo>
                  <a:pt x="1168594" y="58055"/>
                </a:lnTo>
                <a:lnTo>
                  <a:pt x="1149610" y="58331"/>
                </a:lnTo>
                <a:lnTo>
                  <a:pt x="1130637" y="58588"/>
                </a:lnTo>
                <a:lnTo>
                  <a:pt x="1111663" y="58826"/>
                </a:lnTo>
                <a:lnTo>
                  <a:pt x="1092689" y="59036"/>
                </a:lnTo>
                <a:lnTo>
                  <a:pt x="1073715" y="59226"/>
                </a:lnTo>
                <a:lnTo>
                  <a:pt x="1054741" y="59388"/>
                </a:lnTo>
                <a:lnTo>
                  <a:pt x="1035758" y="59531"/>
                </a:lnTo>
                <a:lnTo>
                  <a:pt x="1016784" y="59646"/>
                </a:lnTo>
                <a:lnTo>
                  <a:pt x="997810" y="59741"/>
                </a:lnTo>
                <a:lnTo>
                  <a:pt x="978827" y="59807"/>
                </a:lnTo>
                <a:lnTo>
                  <a:pt x="959853" y="59855"/>
                </a:lnTo>
                <a:lnTo>
                  <a:pt x="940880" y="59884"/>
                </a:lnTo>
                <a:lnTo>
                  <a:pt x="921906" y="59893"/>
                </a:lnTo>
                <a:lnTo>
                  <a:pt x="902922" y="59874"/>
                </a:lnTo>
                <a:lnTo>
                  <a:pt x="883949" y="59836"/>
                </a:lnTo>
                <a:lnTo>
                  <a:pt x="864975" y="59769"/>
                </a:lnTo>
                <a:lnTo>
                  <a:pt x="845991" y="59684"/>
                </a:lnTo>
                <a:lnTo>
                  <a:pt x="827018" y="59579"/>
                </a:lnTo>
                <a:lnTo>
                  <a:pt x="808044" y="59446"/>
                </a:lnTo>
                <a:lnTo>
                  <a:pt x="789070" y="59293"/>
                </a:lnTo>
                <a:lnTo>
                  <a:pt x="770087" y="59122"/>
                </a:lnTo>
                <a:lnTo>
                  <a:pt x="751113" y="58922"/>
                </a:lnTo>
                <a:lnTo>
                  <a:pt x="732139" y="58703"/>
                </a:lnTo>
                <a:lnTo>
                  <a:pt x="713165" y="58455"/>
                </a:lnTo>
                <a:lnTo>
                  <a:pt x="694192" y="58179"/>
                </a:lnTo>
                <a:lnTo>
                  <a:pt x="675218" y="57883"/>
                </a:lnTo>
                <a:lnTo>
                  <a:pt x="656244" y="57560"/>
                </a:lnTo>
                <a:lnTo>
                  <a:pt x="637270" y="57207"/>
                </a:lnTo>
                <a:lnTo>
                  <a:pt x="618296" y="56836"/>
                </a:lnTo>
                <a:lnTo>
                  <a:pt x="599323" y="56426"/>
                </a:lnTo>
                <a:lnTo>
                  <a:pt x="580349" y="55997"/>
                </a:lnTo>
                <a:lnTo>
                  <a:pt x="561375" y="55540"/>
                </a:lnTo>
                <a:lnTo>
                  <a:pt x="542411" y="55045"/>
                </a:lnTo>
                <a:lnTo>
                  <a:pt x="523437" y="54531"/>
                </a:lnTo>
                <a:lnTo>
                  <a:pt x="504473" y="53978"/>
                </a:lnTo>
                <a:lnTo>
                  <a:pt x="485499" y="53388"/>
                </a:lnTo>
                <a:lnTo>
                  <a:pt x="466534" y="52769"/>
                </a:lnTo>
                <a:lnTo>
                  <a:pt x="447570" y="52111"/>
                </a:lnTo>
                <a:lnTo>
                  <a:pt x="428606" y="51416"/>
                </a:lnTo>
                <a:lnTo>
                  <a:pt x="409642" y="50673"/>
                </a:lnTo>
                <a:lnTo>
                  <a:pt x="390687" y="49901"/>
                </a:lnTo>
                <a:lnTo>
                  <a:pt x="371723" y="49073"/>
                </a:lnTo>
                <a:lnTo>
                  <a:pt x="352768" y="48196"/>
                </a:lnTo>
                <a:lnTo>
                  <a:pt x="333813" y="47282"/>
                </a:lnTo>
                <a:lnTo>
                  <a:pt x="314858" y="46301"/>
                </a:lnTo>
                <a:lnTo>
                  <a:pt x="295913" y="45263"/>
                </a:lnTo>
                <a:lnTo>
                  <a:pt x="276968" y="44167"/>
                </a:lnTo>
                <a:lnTo>
                  <a:pt x="258032" y="43005"/>
                </a:lnTo>
                <a:lnTo>
                  <a:pt x="239087" y="41748"/>
                </a:lnTo>
                <a:lnTo>
                  <a:pt x="220161" y="40415"/>
                </a:lnTo>
                <a:lnTo>
                  <a:pt x="201235" y="38995"/>
                </a:lnTo>
                <a:lnTo>
                  <a:pt x="182328" y="37462"/>
                </a:lnTo>
                <a:lnTo>
                  <a:pt x="163420" y="35804"/>
                </a:lnTo>
                <a:lnTo>
                  <a:pt x="144532" y="34004"/>
                </a:lnTo>
                <a:lnTo>
                  <a:pt x="125654" y="32023"/>
                </a:lnTo>
                <a:lnTo>
                  <a:pt x="106804" y="29842"/>
                </a:lnTo>
                <a:lnTo>
                  <a:pt x="87992" y="27394"/>
                </a:lnTo>
                <a:lnTo>
                  <a:pt x="69218" y="24584"/>
                </a:lnTo>
                <a:lnTo>
                  <a:pt x="50530" y="21288"/>
                </a:lnTo>
                <a:lnTo>
                  <a:pt x="32004" y="17212"/>
                </a:lnTo>
                <a:lnTo>
                  <a:pt x="13897" y="115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6F6F"/>
            </a:solidFill>
            <a:prstDash val="solid"/>
          </a:ln>
        </p:spPr>
      </p:sp>
      <p:sp>
        <p:nvSpPr>
          <p:cNvPr id="9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C1656A27-B4CA-4587-9BF5-2E9C03D6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4741" y="3311776"/>
            <a:ext cx="1854518" cy="1887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6F6F"/>
            </a:solidFill>
            <a:prstDash val="solid"/>
          </a:ln>
        </p:spPr>
      </p:sp>
      <p:sp>
        <p:nvSpPr>
          <p:cNvPr id="10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BE5888F9-D36A-473E-A3AF-97533B95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3038" y="4192667"/>
            <a:ext cx="1215447" cy="708412"/>
          </a:xfrm>
          <a:custGeom xmlns:a="http://schemas.openxmlformats.org/drawingml/2006/main">
            <a:pathLst>
              <a:path w="1215447" h="708412">
                <a:moveTo>
                  <a:pt x="0" y="0"/>
                </a:moveTo>
                <a:lnTo>
                  <a:pt x="5906" y="13221"/>
                </a:lnTo>
                <a:lnTo>
                  <a:pt x="11801" y="26441"/>
                </a:lnTo>
                <a:lnTo>
                  <a:pt x="17707" y="39662"/>
                </a:lnTo>
                <a:lnTo>
                  <a:pt x="23612" y="52883"/>
                </a:lnTo>
                <a:lnTo>
                  <a:pt x="29508" y="66104"/>
                </a:lnTo>
                <a:lnTo>
                  <a:pt x="35414" y="79324"/>
                </a:lnTo>
                <a:lnTo>
                  <a:pt x="41319" y="92545"/>
                </a:lnTo>
                <a:lnTo>
                  <a:pt x="47215" y="105766"/>
                </a:lnTo>
                <a:lnTo>
                  <a:pt x="53121" y="118986"/>
                </a:lnTo>
                <a:lnTo>
                  <a:pt x="59017" y="132207"/>
                </a:lnTo>
                <a:lnTo>
                  <a:pt x="64922" y="145428"/>
                </a:lnTo>
                <a:lnTo>
                  <a:pt x="70828" y="158648"/>
                </a:lnTo>
                <a:lnTo>
                  <a:pt x="76724" y="171869"/>
                </a:lnTo>
                <a:lnTo>
                  <a:pt x="82629" y="185090"/>
                </a:lnTo>
                <a:lnTo>
                  <a:pt x="88535" y="198311"/>
                </a:lnTo>
                <a:lnTo>
                  <a:pt x="94431" y="211531"/>
                </a:lnTo>
                <a:lnTo>
                  <a:pt x="100336" y="224752"/>
                </a:lnTo>
                <a:lnTo>
                  <a:pt x="106242" y="237973"/>
                </a:lnTo>
                <a:lnTo>
                  <a:pt x="112138" y="251193"/>
                </a:lnTo>
                <a:lnTo>
                  <a:pt x="118043" y="264414"/>
                </a:lnTo>
                <a:lnTo>
                  <a:pt x="123949" y="277635"/>
                </a:lnTo>
                <a:lnTo>
                  <a:pt x="129845" y="290855"/>
                </a:lnTo>
                <a:lnTo>
                  <a:pt x="135750" y="304076"/>
                </a:lnTo>
                <a:lnTo>
                  <a:pt x="141656" y="317297"/>
                </a:lnTo>
                <a:lnTo>
                  <a:pt x="147552" y="330518"/>
                </a:lnTo>
                <a:lnTo>
                  <a:pt x="153457" y="343738"/>
                </a:lnTo>
                <a:lnTo>
                  <a:pt x="159363" y="356959"/>
                </a:lnTo>
                <a:lnTo>
                  <a:pt x="165259" y="370180"/>
                </a:lnTo>
                <a:lnTo>
                  <a:pt x="171164" y="383400"/>
                </a:lnTo>
                <a:lnTo>
                  <a:pt x="177060" y="396621"/>
                </a:lnTo>
                <a:lnTo>
                  <a:pt x="182966" y="409842"/>
                </a:lnTo>
                <a:lnTo>
                  <a:pt x="188871" y="423062"/>
                </a:lnTo>
                <a:lnTo>
                  <a:pt x="194767" y="436283"/>
                </a:lnTo>
                <a:lnTo>
                  <a:pt x="200673" y="449504"/>
                </a:lnTo>
                <a:lnTo>
                  <a:pt x="206578" y="462725"/>
                </a:lnTo>
                <a:lnTo>
                  <a:pt x="212474" y="475945"/>
                </a:lnTo>
                <a:lnTo>
                  <a:pt x="218380" y="489166"/>
                </a:lnTo>
                <a:lnTo>
                  <a:pt x="224285" y="502387"/>
                </a:lnTo>
                <a:lnTo>
                  <a:pt x="230181" y="515607"/>
                </a:lnTo>
                <a:lnTo>
                  <a:pt x="236087" y="528828"/>
                </a:lnTo>
                <a:lnTo>
                  <a:pt x="241992" y="542049"/>
                </a:lnTo>
                <a:lnTo>
                  <a:pt x="247888" y="555269"/>
                </a:lnTo>
                <a:lnTo>
                  <a:pt x="253794" y="568490"/>
                </a:lnTo>
                <a:lnTo>
                  <a:pt x="259699" y="581711"/>
                </a:lnTo>
                <a:lnTo>
                  <a:pt x="265595" y="594932"/>
                </a:lnTo>
                <a:lnTo>
                  <a:pt x="271501" y="608152"/>
                </a:lnTo>
                <a:lnTo>
                  <a:pt x="277406" y="621373"/>
                </a:lnTo>
                <a:lnTo>
                  <a:pt x="283302" y="634594"/>
                </a:lnTo>
                <a:lnTo>
                  <a:pt x="289208" y="647814"/>
                </a:lnTo>
                <a:lnTo>
                  <a:pt x="294913" y="660768"/>
                </a:lnTo>
                <a:lnTo>
                  <a:pt x="306381" y="669503"/>
                </a:lnTo>
                <a:lnTo>
                  <a:pt x="319430" y="675751"/>
                </a:lnTo>
                <a:lnTo>
                  <a:pt x="333061" y="680628"/>
                </a:lnTo>
                <a:lnTo>
                  <a:pt x="346977" y="684628"/>
                </a:lnTo>
                <a:lnTo>
                  <a:pt x="361055" y="688019"/>
                </a:lnTo>
                <a:lnTo>
                  <a:pt x="375237" y="690934"/>
                </a:lnTo>
                <a:lnTo>
                  <a:pt x="389487" y="693468"/>
                </a:lnTo>
                <a:lnTo>
                  <a:pt x="403793" y="695706"/>
                </a:lnTo>
                <a:lnTo>
                  <a:pt x="418138" y="697668"/>
                </a:lnTo>
                <a:lnTo>
                  <a:pt x="432511" y="699421"/>
                </a:lnTo>
                <a:lnTo>
                  <a:pt x="446903" y="700964"/>
                </a:lnTo>
                <a:lnTo>
                  <a:pt x="461315" y="702326"/>
                </a:lnTo>
                <a:lnTo>
                  <a:pt x="475745" y="703526"/>
                </a:lnTo>
                <a:lnTo>
                  <a:pt x="490185" y="704574"/>
                </a:lnTo>
                <a:lnTo>
                  <a:pt x="504634" y="705488"/>
                </a:lnTo>
                <a:lnTo>
                  <a:pt x="519093" y="706260"/>
                </a:lnTo>
                <a:lnTo>
                  <a:pt x="533552" y="706907"/>
                </a:lnTo>
                <a:lnTo>
                  <a:pt x="548021" y="707441"/>
                </a:lnTo>
                <a:lnTo>
                  <a:pt x="562499" y="707850"/>
                </a:lnTo>
                <a:lnTo>
                  <a:pt x="576967" y="708155"/>
                </a:lnTo>
                <a:lnTo>
                  <a:pt x="591445" y="708336"/>
                </a:lnTo>
                <a:lnTo>
                  <a:pt x="605923" y="708412"/>
                </a:lnTo>
                <a:lnTo>
                  <a:pt x="620401" y="708384"/>
                </a:lnTo>
                <a:lnTo>
                  <a:pt x="634879" y="708241"/>
                </a:lnTo>
                <a:lnTo>
                  <a:pt x="649357" y="707993"/>
                </a:lnTo>
                <a:lnTo>
                  <a:pt x="663835" y="707622"/>
                </a:lnTo>
                <a:lnTo>
                  <a:pt x="678304" y="707146"/>
                </a:lnTo>
                <a:lnTo>
                  <a:pt x="692772" y="706545"/>
                </a:lnTo>
                <a:lnTo>
                  <a:pt x="707231" y="705822"/>
                </a:lnTo>
                <a:lnTo>
                  <a:pt x="721681" y="704974"/>
                </a:lnTo>
                <a:lnTo>
                  <a:pt x="736130" y="703983"/>
                </a:lnTo>
                <a:lnTo>
                  <a:pt x="750560" y="702850"/>
                </a:lnTo>
                <a:lnTo>
                  <a:pt x="764981" y="701554"/>
                </a:lnTo>
                <a:lnTo>
                  <a:pt x="779383" y="700088"/>
                </a:lnTo>
                <a:lnTo>
                  <a:pt x="793766" y="698430"/>
                </a:lnTo>
                <a:lnTo>
                  <a:pt x="808120" y="696554"/>
                </a:lnTo>
                <a:lnTo>
                  <a:pt x="822446" y="694439"/>
                </a:lnTo>
                <a:lnTo>
                  <a:pt x="836724" y="692039"/>
                </a:lnTo>
                <a:lnTo>
                  <a:pt x="850935" y="689286"/>
                </a:lnTo>
                <a:lnTo>
                  <a:pt x="865060" y="686114"/>
                </a:lnTo>
                <a:lnTo>
                  <a:pt x="879053" y="682400"/>
                </a:lnTo>
                <a:lnTo>
                  <a:pt x="892826" y="677932"/>
                </a:lnTo>
                <a:lnTo>
                  <a:pt x="906170" y="672341"/>
                </a:lnTo>
                <a:lnTo>
                  <a:pt x="918534" y="664855"/>
                </a:lnTo>
                <a:lnTo>
                  <a:pt x="927478" y="653701"/>
                </a:lnTo>
                <a:lnTo>
                  <a:pt x="932145" y="640137"/>
                </a:lnTo>
                <a:lnTo>
                  <a:pt x="938051" y="626916"/>
                </a:lnTo>
                <a:lnTo>
                  <a:pt x="943947" y="613696"/>
                </a:lnTo>
                <a:lnTo>
                  <a:pt x="949852" y="600475"/>
                </a:lnTo>
                <a:lnTo>
                  <a:pt x="955758" y="587254"/>
                </a:lnTo>
                <a:lnTo>
                  <a:pt x="961654" y="574034"/>
                </a:lnTo>
                <a:lnTo>
                  <a:pt x="967559" y="560813"/>
                </a:lnTo>
                <a:lnTo>
                  <a:pt x="973465" y="547592"/>
                </a:lnTo>
                <a:lnTo>
                  <a:pt x="979360" y="534372"/>
                </a:lnTo>
                <a:lnTo>
                  <a:pt x="985266" y="521151"/>
                </a:lnTo>
                <a:lnTo>
                  <a:pt x="991162" y="507930"/>
                </a:lnTo>
                <a:lnTo>
                  <a:pt x="997067" y="494709"/>
                </a:lnTo>
                <a:lnTo>
                  <a:pt x="1002973" y="481489"/>
                </a:lnTo>
                <a:lnTo>
                  <a:pt x="1008869" y="468268"/>
                </a:lnTo>
                <a:lnTo>
                  <a:pt x="1014774" y="455047"/>
                </a:lnTo>
                <a:lnTo>
                  <a:pt x="1020680" y="441827"/>
                </a:lnTo>
                <a:lnTo>
                  <a:pt x="1026576" y="428606"/>
                </a:lnTo>
                <a:lnTo>
                  <a:pt x="1032481" y="415385"/>
                </a:lnTo>
                <a:lnTo>
                  <a:pt x="1038387" y="402165"/>
                </a:lnTo>
                <a:lnTo>
                  <a:pt x="1044283" y="388944"/>
                </a:lnTo>
                <a:lnTo>
                  <a:pt x="1050188" y="375723"/>
                </a:lnTo>
                <a:lnTo>
                  <a:pt x="1056094" y="362502"/>
                </a:lnTo>
                <a:lnTo>
                  <a:pt x="1061990" y="349282"/>
                </a:lnTo>
                <a:lnTo>
                  <a:pt x="1067895" y="336061"/>
                </a:lnTo>
                <a:lnTo>
                  <a:pt x="1073801" y="322840"/>
                </a:lnTo>
                <a:lnTo>
                  <a:pt x="1079697" y="309620"/>
                </a:lnTo>
                <a:lnTo>
                  <a:pt x="1085602" y="296399"/>
                </a:lnTo>
                <a:lnTo>
                  <a:pt x="1091508" y="283178"/>
                </a:lnTo>
                <a:lnTo>
                  <a:pt x="1097404" y="269958"/>
                </a:lnTo>
                <a:lnTo>
                  <a:pt x="1103309" y="256737"/>
                </a:lnTo>
                <a:lnTo>
                  <a:pt x="1109205" y="243516"/>
                </a:lnTo>
                <a:lnTo>
                  <a:pt x="1115111" y="230295"/>
                </a:lnTo>
                <a:lnTo>
                  <a:pt x="1121016" y="217075"/>
                </a:lnTo>
                <a:lnTo>
                  <a:pt x="1126912" y="203854"/>
                </a:lnTo>
                <a:lnTo>
                  <a:pt x="1132818" y="190633"/>
                </a:lnTo>
                <a:lnTo>
                  <a:pt x="1138723" y="177413"/>
                </a:lnTo>
                <a:lnTo>
                  <a:pt x="1144619" y="164192"/>
                </a:lnTo>
                <a:lnTo>
                  <a:pt x="1150525" y="150971"/>
                </a:lnTo>
                <a:lnTo>
                  <a:pt x="1156430" y="137751"/>
                </a:lnTo>
                <a:lnTo>
                  <a:pt x="1162326" y="124530"/>
                </a:lnTo>
                <a:lnTo>
                  <a:pt x="1168232" y="111309"/>
                </a:lnTo>
                <a:lnTo>
                  <a:pt x="1174137" y="98088"/>
                </a:lnTo>
                <a:lnTo>
                  <a:pt x="1180033" y="84868"/>
                </a:lnTo>
                <a:lnTo>
                  <a:pt x="1185939" y="71647"/>
                </a:lnTo>
                <a:lnTo>
                  <a:pt x="1191844" y="58426"/>
                </a:lnTo>
                <a:lnTo>
                  <a:pt x="1197740" y="45206"/>
                </a:lnTo>
                <a:lnTo>
                  <a:pt x="1203646" y="31985"/>
                </a:lnTo>
                <a:lnTo>
                  <a:pt x="1209551" y="18764"/>
                </a:lnTo>
                <a:lnTo>
                  <a:pt x="1215447" y="5544"/>
                </a:lnTo>
                <a:lnTo>
                  <a:pt x="1214323" y="7353"/>
                </a:lnTo>
                <a:lnTo>
                  <a:pt x="1202131" y="15030"/>
                </a:lnTo>
                <a:lnTo>
                  <a:pt x="1188587" y="20107"/>
                </a:lnTo>
                <a:lnTo>
                  <a:pt x="1174652" y="24041"/>
                </a:lnTo>
                <a:lnTo>
                  <a:pt x="1160545" y="27299"/>
                </a:lnTo>
                <a:lnTo>
                  <a:pt x="1146343" y="30109"/>
                </a:lnTo>
                <a:lnTo>
                  <a:pt x="1132075" y="32576"/>
                </a:lnTo>
                <a:lnTo>
                  <a:pt x="1117768" y="34785"/>
                </a:lnTo>
                <a:lnTo>
                  <a:pt x="1103424" y="36776"/>
                </a:lnTo>
                <a:lnTo>
                  <a:pt x="1089069" y="38595"/>
                </a:lnTo>
                <a:lnTo>
                  <a:pt x="1074687" y="40272"/>
                </a:lnTo>
                <a:lnTo>
                  <a:pt x="1060285" y="41815"/>
                </a:lnTo>
                <a:lnTo>
                  <a:pt x="1045883" y="43244"/>
                </a:lnTo>
                <a:lnTo>
                  <a:pt x="1031462" y="44577"/>
                </a:lnTo>
                <a:lnTo>
                  <a:pt x="1017041" y="45825"/>
                </a:lnTo>
                <a:lnTo>
                  <a:pt x="1002611" y="46977"/>
                </a:lnTo>
                <a:lnTo>
                  <a:pt x="988171" y="48063"/>
                </a:lnTo>
                <a:lnTo>
                  <a:pt x="973731" y="49073"/>
                </a:lnTo>
                <a:lnTo>
                  <a:pt x="959282" y="50035"/>
                </a:lnTo>
                <a:lnTo>
                  <a:pt x="944832" y="50921"/>
                </a:lnTo>
                <a:lnTo>
                  <a:pt x="930373" y="51749"/>
                </a:lnTo>
                <a:lnTo>
                  <a:pt x="915914" y="52540"/>
                </a:lnTo>
                <a:lnTo>
                  <a:pt x="901456" y="53273"/>
                </a:lnTo>
                <a:lnTo>
                  <a:pt x="886997" y="53959"/>
                </a:lnTo>
                <a:lnTo>
                  <a:pt x="872528" y="54597"/>
                </a:lnTo>
                <a:lnTo>
                  <a:pt x="858069" y="55197"/>
                </a:lnTo>
                <a:lnTo>
                  <a:pt x="843601" y="55750"/>
                </a:lnTo>
                <a:lnTo>
                  <a:pt x="829132" y="56264"/>
                </a:lnTo>
                <a:lnTo>
                  <a:pt x="814654" y="56740"/>
                </a:lnTo>
                <a:lnTo>
                  <a:pt x="800186" y="57188"/>
                </a:lnTo>
                <a:lnTo>
                  <a:pt x="785717" y="57588"/>
                </a:lnTo>
                <a:lnTo>
                  <a:pt x="771239" y="57960"/>
                </a:lnTo>
                <a:lnTo>
                  <a:pt x="756771" y="58293"/>
                </a:lnTo>
                <a:lnTo>
                  <a:pt x="742293" y="58598"/>
                </a:lnTo>
                <a:lnTo>
                  <a:pt x="727815" y="58865"/>
                </a:lnTo>
                <a:lnTo>
                  <a:pt x="713337" y="59103"/>
                </a:lnTo>
                <a:lnTo>
                  <a:pt x="698859" y="59303"/>
                </a:lnTo>
                <a:lnTo>
                  <a:pt x="684381" y="59484"/>
                </a:lnTo>
                <a:lnTo>
                  <a:pt x="669903" y="59627"/>
                </a:lnTo>
                <a:lnTo>
                  <a:pt x="655434" y="59741"/>
                </a:lnTo>
                <a:lnTo>
                  <a:pt x="640947" y="59817"/>
                </a:lnTo>
                <a:lnTo>
                  <a:pt x="626469" y="59874"/>
                </a:lnTo>
                <a:lnTo>
                  <a:pt x="611991" y="59893"/>
                </a:lnTo>
                <a:lnTo>
                  <a:pt x="597513" y="59884"/>
                </a:lnTo>
                <a:lnTo>
                  <a:pt x="583035" y="59846"/>
                </a:lnTo>
                <a:lnTo>
                  <a:pt x="568557" y="59779"/>
                </a:lnTo>
                <a:lnTo>
                  <a:pt x="554079" y="59674"/>
                </a:lnTo>
                <a:lnTo>
                  <a:pt x="539601" y="59550"/>
                </a:lnTo>
                <a:lnTo>
                  <a:pt x="525123" y="59388"/>
                </a:lnTo>
                <a:lnTo>
                  <a:pt x="510654" y="59198"/>
                </a:lnTo>
                <a:lnTo>
                  <a:pt x="496176" y="58969"/>
                </a:lnTo>
                <a:lnTo>
                  <a:pt x="481698" y="58712"/>
                </a:lnTo>
                <a:lnTo>
                  <a:pt x="467220" y="58426"/>
                </a:lnTo>
                <a:lnTo>
                  <a:pt x="452752" y="58103"/>
                </a:lnTo>
                <a:lnTo>
                  <a:pt x="438274" y="57750"/>
                </a:lnTo>
                <a:lnTo>
                  <a:pt x="423796" y="57360"/>
                </a:lnTo>
                <a:lnTo>
                  <a:pt x="409327" y="56931"/>
                </a:lnTo>
                <a:lnTo>
                  <a:pt x="394859" y="56474"/>
                </a:lnTo>
                <a:lnTo>
                  <a:pt x="380390" y="55969"/>
                </a:lnTo>
                <a:lnTo>
                  <a:pt x="365922" y="55436"/>
                </a:lnTo>
                <a:lnTo>
                  <a:pt x="351453" y="54854"/>
                </a:lnTo>
                <a:lnTo>
                  <a:pt x="336985" y="54226"/>
                </a:lnTo>
                <a:lnTo>
                  <a:pt x="322526" y="53569"/>
                </a:lnTo>
                <a:lnTo>
                  <a:pt x="308067" y="52854"/>
                </a:lnTo>
                <a:lnTo>
                  <a:pt x="293608" y="52092"/>
                </a:lnTo>
                <a:lnTo>
                  <a:pt x="279149" y="51273"/>
                </a:lnTo>
                <a:lnTo>
                  <a:pt x="264700" y="50406"/>
                </a:lnTo>
                <a:lnTo>
                  <a:pt x="250250" y="49482"/>
                </a:lnTo>
                <a:lnTo>
                  <a:pt x="235801" y="48501"/>
                </a:lnTo>
                <a:lnTo>
                  <a:pt x="221361" y="47444"/>
                </a:lnTo>
                <a:lnTo>
                  <a:pt x="206931" y="46311"/>
                </a:lnTo>
                <a:lnTo>
                  <a:pt x="192500" y="45110"/>
                </a:lnTo>
                <a:lnTo>
                  <a:pt x="178079" y="43815"/>
                </a:lnTo>
                <a:lnTo>
                  <a:pt x="163668" y="42424"/>
                </a:lnTo>
                <a:lnTo>
                  <a:pt x="149266" y="40938"/>
                </a:lnTo>
                <a:lnTo>
                  <a:pt x="134884" y="39319"/>
                </a:lnTo>
                <a:lnTo>
                  <a:pt x="120510" y="37557"/>
                </a:lnTo>
                <a:lnTo>
                  <a:pt x="106156" y="35643"/>
                </a:lnTo>
                <a:lnTo>
                  <a:pt x="91840" y="33528"/>
                </a:lnTo>
                <a:lnTo>
                  <a:pt x="77553" y="31175"/>
                </a:lnTo>
                <a:lnTo>
                  <a:pt x="63322" y="28527"/>
                </a:lnTo>
                <a:lnTo>
                  <a:pt x="49168" y="25479"/>
                </a:lnTo>
                <a:lnTo>
                  <a:pt x="35147" y="21860"/>
                </a:lnTo>
                <a:lnTo>
                  <a:pt x="21393" y="17355"/>
                </a:lnTo>
                <a:lnTo>
                  <a:pt x="8363" y="110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6F6F"/>
            </a:solidFill>
            <a:prstDash val="solid"/>
          </a:ln>
        </p:spPr>
      </p:sp>
      <p:sp>
        <p:nvSpPr>
          <p:cNvPr id="11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C234FFD5-D6E9-487F-8D14-22CC6292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3019" y="4098265"/>
            <a:ext cx="1217962" cy="1887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6F6F"/>
            </a:solidFill>
            <a:prstDash val="solid"/>
          </a:ln>
        </p:spPr>
      </p:sp>
      <p:sp>
        <p:nvSpPr>
          <p:cNvPr id="12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114BC2CC-94C3-4355-8E9C-265EAC7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3598" y="2590629"/>
            <a:ext cx="1396803" cy="2353294"/>
          </a:xfrm>
          <a:custGeom xmlns:a="http://schemas.openxmlformats.org/drawingml/2006/main">
            <a:pathLst>
              <a:path w="1396803" h="2353294">
                <a:moveTo>
                  <a:pt x="0" y="0"/>
                </a:moveTo>
                <a:lnTo>
                  <a:pt x="114" y="29451"/>
                </a:lnTo>
                <a:lnTo>
                  <a:pt x="8182" y="57788"/>
                </a:lnTo>
                <a:lnTo>
                  <a:pt x="16250" y="86135"/>
                </a:lnTo>
                <a:lnTo>
                  <a:pt x="24308" y="114471"/>
                </a:lnTo>
                <a:lnTo>
                  <a:pt x="32375" y="142808"/>
                </a:lnTo>
                <a:lnTo>
                  <a:pt x="40443" y="171155"/>
                </a:lnTo>
                <a:lnTo>
                  <a:pt x="48501" y="199492"/>
                </a:lnTo>
                <a:lnTo>
                  <a:pt x="56569" y="227838"/>
                </a:lnTo>
                <a:lnTo>
                  <a:pt x="64637" y="256175"/>
                </a:lnTo>
                <a:lnTo>
                  <a:pt x="72695" y="284512"/>
                </a:lnTo>
                <a:lnTo>
                  <a:pt x="80762" y="312858"/>
                </a:lnTo>
                <a:lnTo>
                  <a:pt x="88830" y="341195"/>
                </a:lnTo>
                <a:lnTo>
                  <a:pt x="96888" y="369532"/>
                </a:lnTo>
                <a:lnTo>
                  <a:pt x="104956" y="397878"/>
                </a:lnTo>
                <a:lnTo>
                  <a:pt x="113024" y="426215"/>
                </a:lnTo>
                <a:lnTo>
                  <a:pt x="121082" y="454562"/>
                </a:lnTo>
                <a:lnTo>
                  <a:pt x="129149" y="482898"/>
                </a:lnTo>
                <a:lnTo>
                  <a:pt x="137217" y="511235"/>
                </a:lnTo>
                <a:lnTo>
                  <a:pt x="145275" y="539582"/>
                </a:lnTo>
                <a:lnTo>
                  <a:pt x="153343" y="567919"/>
                </a:lnTo>
                <a:lnTo>
                  <a:pt x="161411" y="596265"/>
                </a:lnTo>
                <a:lnTo>
                  <a:pt x="169469" y="624602"/>
                </a:lnTo>
                <a:lnTo>
                  <a:pt x="177536" y="652939"/>
                </a:lnTo>
                <a:lnTo>
                  <a:pt x="185604" y="681285"/>
                </a:lnTo>
                <a:lnTo>
                  <a:pt x="193672" y="709622"/>
                </a:lnTo>
                <a:lnTo>
                  <a:pt x="201730" y="737968"/>
                </a:lnTo>
                <a:lnTo>
                  <a:pt x="209350" y="766420"/>
                </a:lnTo>
                <a:lnTo>
                  <a:pt x="215989" y="795128"/>
                </a:lnTo>
                <a:lnTo>
                  <a:pt x="222504" y="823865"/>
                </a:lnTo>
                <a:lnTo>
                  <a:pt x="228714" y="852668"/>
                </a:lnTo>
                <a:lnTo>
                  <a:pt x="234925" y="881472"/>
                </a:lnTo>
                <a:lnTo>
                  <a:pt x="241144" y="910276"/>
                </a:lnTo>
                <a:lnTo>
                  <a:pt x="247355" y="939079"/>
                </a:lnTo>
                <a:lnTo>
                  <a:pt x="253565" y="967883"/>
                </a:lnTo>
                <a:lnTo>
                  <a:pt x="259775" y="996686"/>
                </a:lnTo>
                <a:lnTo>
                  <a:pt x="265986" y="1025490"/>
                </a:lnTo>
                <a:lnTo>
                  <a:pt x="272196" y="1054294"/>
                </a:lnTo>
                <a:lnTo>
                  <a:pt x="278416" y="1083097"/>
                </a:lnTo>
                <a:lnTo>
                  <a:pt x="284626" y="1111901"/>
                </a:lnTo>
                <a:lnTo>
                  <a:pt x="290836" y="1140704"/>
                </a:lnTo>
                <a:lnTo>
                  <a:pt x="297047" y="1169508"/>
                </a:lnTo>
                <a:lnTo>
                  <a:pt x="303257" y="1198312"/>
                </a:lnTo>
                <a:lnTo>
                  <a:pt x="309467" y="1227115"/>
                </a:lnTo>
                <a:lnTo>
                  <a:pt x="315687" y="1255919"/>
                </a:lnTo>
                <a:lnTo>
                  <a:pt x="321897" y="1284722"/>
                </a:lnTo>
                <a:lnTo>
                  <a:pt x="328108" y="1313526"/>
                </a:lnTo>
                <a:lnTo>
                  <a:pt x="334318" y="1342330"/>
                </a:lnTo>
                <a:lnTo>
                  <a:pt x="340528" y="1371133"/>
                </a:lnTo>
                <a:lnTo>
                  <a:pt x="346739" y="1399927"/>
                </a:lnTo>
                <a:lnTo>
                  <a:pt x="352958" y="1428731"/>
                </a:lnTo>
                <a:lnTo>
                  <a:pt x="359169" y="1457535"/>
                </a:lnTo>
                <a:lnTo>
                  <a:pt x="365379" y="1486338"/>
                </a:lnTo>
                <a:lnTo>
                  <a:pt x="371589" y="1515142"/>
                </a:lnTo>
                <a:lnTo>
                  <a:pt x="377800" y="1543945"/>
                </a:lnTo>
                <a:lnTo>
                  <a:pt x="383686" y="1572825"/>
                </a:lnTo>
                <a:lnTo>
                  <a:pt x="389573" y="1601695"/>
                </a:lnTo>
                <a:lnTo>
                  <a:pt x="395345" y="1630585"/>
                </a:lnTo>
                <a:lnTo>
                  <a:pt x="401117" y="1659484"/>
                </a:lnTo>
                <a:lnTo>
                  <a:pt x="406889" y="1688373"/>
                </a:lnTo>
                <a:lnTo>
                  <a:pt x="412671" y="1717272"/>
                </a:lnTo>
                <a:lnTo>
                  <a:pt x="418443" y="1746161"/>
                </a:lnTo>
                <a:lnTo>
                  <a:pt x="424215" y="1775060"/>
                </a:lnTo>
                <a:lnTo>
                  <a:pt x="429987" y="1803949"/>
                </a:lnTo>
                <a:lnTo>
                  <a:pt x="435769" y="1832848"/>
                </a:lnTo>
                <a:lnTo>
                  <a:pt x="441541" y="1861747"/>
                </a:lnTo>
                <a:lnTo>
                  <a:pt x="443579" y="1887579"/>
                </a:lnTo>
                <a:lnTo>
                  <a:pt x="414118" y="1887579"/>
                </a:lnTo>
                <a:lnTo>
                  <a:pt x="384648" y="1887579"/>
                </a:lnTo>
                <a:lnTo>
                  <a:pt x="355187" y="1887579"/>
                </a:lnTo>
                <a:lnTo>
                  <a:pt x="325717" y="1887579"/>
                </a:lnTo>
                <a:lnTo>
                  <a:pt x="296256" y="1887579"/>
                </a:lnTo>
                <a:lnTo>
                  <a:pt x="266786" y="1887579"/>
                </a:lnTo>
                <a:lnTo>
                  <a:pt x="237325" y="1887579"/>
                </a:lnTo>
                <a:lnTo>
                  <a:pt x="231448" y="1897275"/>
                </a:lnTo>
                <a:lnTo>
                  <a:pt x="252384" y="1918002"/>
                </a:lnTo>
                <a:lnTo>
                  <a:pt x="273329" y="1938738"/>
                </a:lnTo>
                <a:lnTo>
                  <a:pt x="294275" y="1959464"/>
                </a:lnTo>
                <a:lnTo>
                  <a:pt x="315211" y="1980190"/>
                </a:lnTo>
                <a:lnTo>
                  <a:pt x="336156" y="2000917"/>
                </a:lnTo>
                <a:lnTo>
                  <a:pt x="357102" y="2021643"/>
                </a:lnTo>
                <a:lnTo>
                  <a:pt x="378038" y="2042379"/>
                </a:lnTo>
                <a:lnTo>
                  <a:pt x="398983" y="2063105"/>
                </a:lnTo>
                <a:lnTo>
                  <a:pt x="419919" y="2083832"/>
                </a:lnTo>
                <a:lnTo>
                  <a:pt x="440865" y="2104558"/>
                </a:lnTo>
                <a:lnTo>
                  <a:pt x="461810" y="2125285"/>
                </a:lnTo>
                <a:lnTo>
                  <a:pt x="482746" y="2146021"/>
                </a:lnTo>
                <a:lnTo>
                  <a:pt x="503692" y="2166747"/>
                </a:lnTo>
                <a:lnTo>
                  <a:pt x="524637" y="2187473"/>
                </a:lnTo>
                <a:lnTo>
                  <a:pt x="545573" y="2208200"/>
                </a:lnTo>
                <a:lnTo>
                  <a:pt x="566518" y="2228926"/>
                </a:lnTo>
                <a:lnTo>
                  <a:pt x="587454" y="2249662"/>
                </a:lnTo>
                <a:lnTo>
                  <a:pt x="608400" y="2270389"/>
                </a:lnTo>
                <a:lnTo>
                  <a:pt x="629345" y="2291115"/>
                </a:lnTo>
                <a:lnTo>
                  <a:pt x="650281" y="2311841"/>
                </a:lnTo>
                <a:lnTo>
                  <a:pt x="671227" y="2332568"/>
                </a:lnTo>
                <a:lnTo>
                  <a:pt x="692172" y="2353294"/>
                </a:lnTo>
                <a:lnTo>
                  <a:pt x="713108" y="2344912"/>
                </a:lnTo>
                <a:lnTo>
                  <a:pt x="734054" y="2324186"/>
                </a:lnTo>
                <a:lnTo>
                  <a:pt x="754990" y="2303459"/>
                </a:lnTo>
                <a:lnTo>
                  <a:pt x="775935" y="2282733"/>
                </a:lnTo>
                <a:lnTo>
                  <a:pt x="796881" y="2261997"/>
                </a:lnTo>
                <a:lnTo>
                  <a:pt x="817817" y="2241271"/>
                </a:lnTo>
                <a:lnTo>
                  <a:pt x="838762" y="2220544"/>
                </a:lnTo>
                <a:lnTo>
                  <a:pt x="859707" y="2199818"/>
                </a:lnTo>
                <a:lnTo>
                  <a:pt x="880643" y="2179091"/>
                </a:lnTo>
                <a:lnTo>
                  <a:pt x="901589" y="2158355"/>
                </a:lnTo>
                <a:lnTo>
                  <a:pt x="922525" y="2137629"/>
                </a:lnTo>
                <a:lnTo>
                  <a:pt x="943470" y="2116903"/>
                </a:lnTo>
                <a:lnTo>
                  <a:pt x="964416" y="2096176"/>
                </a:lnTo>
                <a:lnTo>
                  <a:pt x="985352" y="2075450"/>
                </a:lnTo>
                <a:lnTo>
                  <a:pt x="1006297" y="2054714"/>
                </a:lnTo>
                <a:lnTo>
                  <a:pt x="1027243" y="2033988"/>
                </a:lnTo>
                <a:lnTo>
                  <a:pt x="1048179" y="2013261"/>
                </a:lnTo>
                <a:lnTo>
                  <a:pt x="1069124" y="1992535"/>
                </a:lnTo>
                <a:lnTo>
                  <a:pt x="1090070" y="1971808"/>
                </a:lnTo>
                <a:lnTo>
                  <a:pt x="1111006" y="1951072"/>
                </a:lnTo>
                <a:lnTo>
                  <a:pt x="1131951" y="1930346"/>
                </a:lnTo>
                <a:lnTo>
                  <a:pt x="1152887" y="1909620"/>
                </a:lnTo>
                <a:lnTo>
                  <a:pt x="1173832" y="1888893"/>
                </a:lnTo>
                <a:lnTo>
                  <a:pt x="1147562" y="1887579"/>
                </a:lnTo>
                <a:lnTo>
                  <a:pt x="1118102" y="1887579"/>
                </a:lnTo>
                <a:lnTo>
                  <a:pt x="1088631" y="1887579"/>
                </a:lnTo>
                <a:lnTo>
                  <a:pt x="1059170" y="1887579"/>
                </a:lnTo>
                <a:lnTo>
                  <a:pt x="1029700" y="1887579"/>
                </a:lnTo>
                <a:lnTo>
                  <a:pt x="1000239" y="1887579"/>
                </a:lnTo>
                <a:lnTo>
                  <a:pt x="970769" y="1887579"/>
                </a:lnTo>
                <a:lnTo>
                  <a:pt x="951824" y="1878949"/>
                </a:lnTo>
                <a:lnTo>
                  <a:pt x="957605" y="1850050"/>
                </a:lnTo>
                <a:lnTo>
                  <a:pt x="963378" y="1821161"/>
                </a:lnTo>
                <a:lnTo>
                  <a:pt x="969150" y="1792262"/>
                </a:lnTo>
                <a:lnTo>
                  <a:pt x="974922" y="1763373"/>
                </a:lnTo>
                <a:lnTo>
                  <a:pt x="980704" y="1734474"/>
                </a:lnTo>
                <a:lnTo>
                  <a:pt x="986476" y="1705585"/>
                </a:lnTo>
                <a:lnTo>
                  <a:pt x="992248" y="1676686"/>
                </a:lnTo>
                <a:lnTo>
                  <a:pt x="998020" y="1647796"/>
                </a:lnTo>
                <a:lnTo>
                  <a:pt x="1003802" y="1618898"/>
                </a:lnTo>
                <a:lnTo>
                  <a:pt x="1009621" y="1590018"/>
                </a:lnTo>
                <a:lnTo>
                  <a:pt x="1015498" y="1561138"/>
                </a:lnTo>
                <a:lnTo>
                  <a:pt x="1021518" y="1532296"/>
                </a:lnTo>
                <a:lnTo>
                  <a:pt x="1027728" y="1503493"/>
                </a:lnTo>
                <a:lnTo>
                  <a:pt x="1033939" y="1474689"/>
                </a:lnTo>
                <a:lnTo>
                  <a:pt x="1040149" y="1445885"/>
                </a:lnTo>
                <a:lnTo>
                  <a:pt x="1046369" y="1417082"/>
                </a:lnTo>
                <a:lnTo>
                  <a:pt x="1052579" y="1388278"/>
                </a:lnTo>
                <a:lnTo>
                  <a:pt x="1058789" y="1359475"/>
                </a:lnTo>
                <a:lnTo>
                  <a:pt x="1065000" y="1330671"/>
                </a:lnTo>
                <a:lnTo>
                  <a:pt x="1071210" y="1301867"/>
                </a:lnTo>
                <a:lnTo>
                  <a:pt x="1077420" y="1273064"/>
                </a:lnTo>
                <a:lnTo>
                  <a:pt x="1083640" y="1244260"/>
                </a:lnTo>
                <a:lnTo>
                  <a:pt x="1089851" y="1215457"/>
                </a:lnTo>
                <a:lnTo>
                  <a:pt x="1096061" y="1186653"/>
                </a:lnTo>
                <a:lnTo>
                  <a:pt x="1102271" y="1157849"/>
                </a:lnTo>
                <a:lnTo>
                  <a:pt x="1108481" y="1129046"/>
                </a:lnTo>
                <a:lnTo>
                  <a:pt x="1114692" y="1100242"/>
                </a:lnTo>
                <a:lnTo>
                  <a:pt x="1120912" y="1071439"/>
                </a:lnTo>
                <a:lnTo>
                  <a:pt x="1127122" y="1042635"/>
                </a:lnTo>
                <a:lnTo>
                  <a:pt x="1133332" y="1013831"/>
                </a:lnTo>
                <a:lnTo>
                  <a:pt x="1139542" y="985028"/>
                </a:lnTo>
                <a:lnTo>
                  <a:pt x="1145753" y="956224"/>
                </a:lnTo>
                <a:lnTo>
                  <a:pt x="1151963" y="927421"/>
                </a:lnTo>
                <a:lnTo>
                  <a:pt x="1158183" y="898617"/>
                </a:lnTo>
                <a:lnTo>
                  <a:pt x="1164393" y="869823"/>
                </a:lnTo>
                <a:lnTo>
                  <a:pt x="1170603" y="841019"/>
                </a:lnTo>
                <a:lnTo>
                  <a:pt x="1176861" y="812225"/>
                </a:lnTo>
                <a:lnTo>
                  <a:pt x="1183500" y="783517"/>
                </a:lnTo>
                <a:lnTo>
                  <a:pt x="1190273" y="754837"/>
                </a:lnTo>
                <a:lnTo>
                  <a:pt x="1198340" y="726500"/>
                </a:lnTo>
                <a:lnTo>
                  <a:pt x="1206398" y="698154"/>
                </a:lnTo>
                <a:lnTo>
                  <a:pt x="1214466" y="669817"/>
                </a:lnTo>
                <a:lnTo>
                  <a:pt x="1222534" y="641480"/>
                </a:lnTo>
                <a:lnTo>
                  <a:pt x="1230592" y="613134"/>
                </a:lnTo>
                <a:lnTo>
                  <a:pt x="1238660" y="584797"/>
                </a:lnTo>
                <a:lnTo>
                  <a:pt x="1246727" y="556460"/>
                </a:lnTo>
                <a:lnTo>
                  <a:pt x="1254785" y="528114"/>
                </a:lnTo>
                <a:lnTo>
                  <a:pt x="1262853" y="499777"/>
                </a:lnTo>
                <a:lnTo>
                  <a:pt x="1270921" y="471430"/>
                </a:lnTo>
                <a:lnTo>
                  <a:pt x="1278979" y="443093"/>
                </a:lnTo>
                <a:lnTo>
                  <a:pt x="1287047" y="414757"/>
                </a:lnTo>
                <a:lnTo>
                  <a:pt x="1295114" y="386410"/>
                </a:lnTo>
                <a:lnTo>
                  <a:pt x="1303172" y="358073"/>
                </a:lnTo>
                <a:lnTo>
                  <a:pt x="1311240" y="329727"/>
                </a:lnTo>
                <a:lnTo>
                  <a:pt x="1319308" y="301390"/>
                </a:lnTo>
                <a:lnTo>
                  <a:pt x="1327375" y="273053"/>
                </a:lnTo>
                <a:lnTo>
                  <a:pt x="1335434" y="244707"/>
                </a:lnTo>
                <a:lnTo>
                  <a:pt x="1343501" y="216370"/>
                </a:lnTo>
                <a:lnTo>
                  <a:pt x="1351569" y="188023"/>
                </a:lnTo>
                <a:lnTo>
                  <a:pt x="1359627" y="159687"/>
                </a:lnTo>
                <a:lnTo>
                  <a:pt x="1367695" y="131350"/>
                </a:lnTo>
                <a:lnTo>
                  <a:pt x="1375762" y="103003"/>
                </a:lnTo>
                <a:lnTo>
                  <a:pt x="1383821" y="74666"/>
                </a:lnTo>
                <a:lnTo>
                  <a:pt x="1391888" y="46330"/>
                </a:lnTo>
                <a:lnTo>
                  <a:pt x="1396803" y="17545"/>
                </a:lnTo>
                <a:lnTo>
                  <a:pt x="1384887" y="0"/>
                </a:lnTo>
                <a:lnTo>
                  <a:pt x="1355417" y="0"/>
                </a:lnTo>
                <a:lnTo>
                  <a:pt x="1325956" y="0"/>
                </a:lnTo>
                <a:lnTo>
                  <a:pt x="1296486" y="0"/>
                </a:lnTo>
                <a:lnTo>
                  <a:pt x="1267025" y="0"/>
                </a:lnTo>
                <a:lnTo>
                  <a:pt x="1237555" y="0"/>
                </a:lnTo>
                <a:lnTo>
                  <a:pt x="1208094" y="0"/>
                </a:lnTo>
                <a:lnTo>
                  <a:pt x="1178624" y="0"/>
                </a:lnTo>
                <a:lnTo>
                  <a:pt x="1149163" y="0"/>
                </a:lnTo>
                <a:lnTo>
                  <a:pt x="1119692" y="0"/>
                </a:lnTo>
                <a:lnTo>
                  <a:pt x="1090232" y="0"/>
                </a:lnTo>
                <a:lnTo>
                  <a:pt x="1060761" y="0"/>
                </a:lnTo>
                <a:lnTo>
                  <a:pt x="1031300" y="0"/>
                </a:lnTo>
                <a:lnTo>
                  <a:pt x="1001830" y="0"/>
                </a:lnTo>
                <a:lnTo>
                  <a:pt x="972369" y="0"/>
                </a:lnTo>
                <a:lnTo>
                  <a:pt x="942899" y="0"/>
                </a:lnTo>
                <a:lnTo>
                  <a:pt x="913438" y="0"/>
                </a:lnTo>
                <a:lnTo>
                  <a:pt x="883968" y="0"/>
                </a:lnTo>
                <a:lnTo>
                  <a:pt x="854507" y="0"/>
                </a:lnTo>
                <a:lnTo>
                  <a:pt x="825036" y="0"/>
                </a:lnTo>
                <a:lnTo>
                  <a:pt x="795576" y="0"/>
                </a:lnTo>
                <a:lnTo>
                  <a:pt x="766105" y="0"/>
                </a:lnTo>
                <a:lnTo>
                  <a:pt x="736644" y="0"/>
                </a:lnTo>
                <a:lnTo>
                  <a:pt x="707174" y="0"/>
                </a:lnTo>
                <a:lnTo>
                  <a:pt x="677713" y="0"/>
                </a:lnTo>
                <a:lnTo>
                  <a:pt x="648243" y="0"/>
                </a:lnTo>
                <a:lnTo>
                  <a:pt x="618782" y="0"/>
                </a:lnTo>
                <a:lnTo>
                  <a:pt x="589312" y="0"/>
                </a:lnTo>
                <a:lnTo>
                  <a:pt x="559851" y="0"/>
                </a:lnTo>
                <a:lnTo>
                  <a:pt x="530381" y="0"/>
                </a:lnTo>
                <a:lnTo>
                  <a:pt x="500920" y="0"/>
                </a:lnTo>
                <a:lnTo>
                  <a:pt x="471449" y="0"/>
                </a:lnTo>
                <a:lnTo>
                  <a:pt x="441989" y="0"/>
                </a:lnTo>
                <a:lnTo>
                  <a:pt x="412518" y="0"/>
                </a:lnTo>
                <a:lnTo>
                  <a:pt x="383057" y="0"/>
                </a:lnTo>
                <a:lnTo>
                  <a:pt x="353587" y="0"/>
                </a:lnTo>
                <a:lnTo>
                  <a:pt x="324126" y="0"/>
                </a:lnTo>
                <a:lnTo>
                  <a:pt x="294656" y="0"/>
                </a:lnTo>
                <a:lnTo>
                  <a:pt x="265195" y="0"/>
                </a:lnTo>
                <a:lnTo>
                  <a:pt x="235725" y="0"/>
                </a:lnTo>
                <a:lnTo>
                  <a:pt x="206264" y="0"/>
                </a:lnTo>
                <a:lnTo>
                  <a:pt x="176794" y="0"/>
                </a:lnTo>
                <a:lnTo>
                  <a:pt x="147333" y="0"/>
                </a:lnTo>
                <a:lnTo>
                  <a:pt x="117862" y="0"/>
                </a:lnTo>
                <a:lnTo>
                  <a:pt x="88402" y="0"/>
                </a:lnTo>
                <a:lnTo>
                  <a:pt x="58931" y="0"/>
                </a:lnTo>
                <a:lnTo>
                  <a:pt x="29461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6ECF2">
                  <a:alpha val="0"/>
                </a:srgbClr>
              </a:gs>
              <a:gs pos="42000">
                <a:srgbClr val="B7C7D9">
                  <a:alpha val="9600"/>
                </a:srgbClr>
              </a:gs>
              <a:gs pos="76000">
                <a:srgbClr val="B7C7D9">
                  <a:alpha val="19200"/>
                </a:srgbClr>
              </a:gs>
              <a:gs pos="100000">
                <a:srgbClr val="7795B6">
                  <a:alpha val="312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13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AD8E8F6A-2480-4148-BDE5-BC97561B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5909" y="2648693"/>
            <a:ext cx="2212181" cy="612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资格核对</a:t>
            </a:r>
          </a:p>
        </p:txBody>
      </p:sp>
      <p:sp>
        <p:nvSpPr>
          <p:cNvPr id="14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D8C587ED-C46C-47E0-8421-DD2B9A73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2917" y="3435106"/>
            <a:ext cx="1478166" cy="612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责任确认</a:t>
            </a:r>
          </a:p>
        </p:txBody>
      </p:sp>
      <p:sp>
        <p:nvSpPr>
          <p:cNvPr id="15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4E3C071B-2CED-4C5F-ADAD-A572B509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6898" y="4221661"/>
            <a:ext cx="870194" cy="612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记录准备</a:t>
            </a:r>
          </a:p>
        </p:txBody>
      </p:sp>
      <p:sp>
        <p:nvSpPr>
          <p:cNvPr id="16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CD318DC6-A5B2-48B6-80B5-94CA73A3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8145" y="2060524"/>
            <a:ext cx="350491" cy="350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C5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0cc4cb0064fe2">
            <a:extLst>
              <a:ext uri="{96DAC541-7B7A-43D3-8B79-37D633B846F1}">
                <asvg:svgBlip xmlns:asvg="http://schemas.microsoft.com/office/drawing/2016/SVG/main" r:embed="R5ff83856ef7649f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93395" y="2155774"/>
            <a:ext cx="159991" cy="159991"/>
          </a:xfrm>
          <a:prstGeom xmlns:a="http://schemas.openxmlformats.org/drawingml/2006/main" prst="rect">
            <a:avLst/>
          </a:prstGeom>
        </p:spPr>
      </p:pic>
      <p:sp>
        <p:nvSpPr>
          <p:cNvPr id="18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31408079-7B55-40BD-B593-158189D3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1900838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C5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4234795e2482f">
            <a:extLst>
              <a:ext uri="{96DAC541-7B7A-43D3-8B79-37D633B846F1}">
                <asvg:svgBlip xmlns:asvg="http://schemas.microsoft.com/office/drawing/2016/SVG/main" r:embed="R1774f1f637a141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14850" y="1996088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20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6346F730-0B9C-41CD-9A08-7769E59B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5221" y="2031502"/>
            <a:ext cx="350491" cy="350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C5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0e3ef07374001">
            <a:extLst>
              <a:ext uri="{96DAC541-7B7A-43D3-8B79-37D633B846F1}">
                <asvg:svgBlip xmlns:asvg="http://schemas.microsoft.com/office/drawing/2016/SVG/main" r:embed="Rc18183dfa37949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90471" y="2126752"/>
            <a:ext cx="159991" cy="159991"/>
          </a:xfrm>
          <a:prstGeom xmlns:a="http://schemas.openxmlformats.org/drawingml/2006/main" prst="rect">
            <a:avLst/>
          </a:prstGeom>
        </p:spPr>
      </p:pic>
      <p:sp>
        <p:nvSpPr>
          <p:cNvPr id="22" name="condition-2-surface">
            <a:extLst xmlns:a="http://schemas.openxmlformats.org/drawingml/2006/main">
              <a:ext uri="{FF2B5EF4-FFF2-40B4-BE49-F238E27FC236}">
                <a16:creationId xmlns:a16="http://schemas.microsoft.com/office/drawing/2014/main" id="{1FA3D92F-78C8-4756-AA61-279C7703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3190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DDE4"/>
            </a:solidFill>
            <a:prstDash val="solid"/>
          </a:ln>
        </p:spPr>
      </p:sp>
      <p:sp>
        <p:nvSpPr>
          <p:cNvPr id="23" name="condition-2-accent">
            <a:extLst xmlns:a="http://schemas.openxmlformats.org/drawingml/2006/main">
              <a:ext uri="{FF2B5EF4-FFF2-40B4-BE49-F238E27FC236}">
                <a16:creationId xmlns:a16="http://schemas.microsoft.com/office/drawing/2014/main" id="{466E9F99-43DE-43DA-9577-3248A396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476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ndition-2-heading">
            <a:extLst xmlns:a="http://schemas.openxmlformats.org/drawingml/2006/main">
              <a:ext uri="{FF2B5EF4-FFF2-40B4-BE49-F238E27FC236}">
                <a16:creationId xmlns:a16="http://schemas.microsoft.com/office/drawing/2014/main" id="{3FE0ADA3-25B4-4BA5-9757-D1813F1B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098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进入拟议试点名单的条件</a:t>
            </a:r>
          </a:p>
        </p:txBody>
      </p:sp>
      <p:sp>
        <p:nvSpPr>
          <p:cNvPr id="25" name="condition-2-body">
            <a:extLst xmlns:a="http://schemas.openxmlformats.org/drawingml/2006/main">
              <a:ext uri="{FF2B5EF4-FFF2-40B4-BE49-F238E27FC236}">
                <a16:creationId xmlns:a16="http://schemas.microsoft.com/office/drawing/2014/main" id="{E91FC001-3F9E-4B0C-9B5D-7ABC1470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14600"/>
            <a:ext cx="29051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候选来源为实验室自荐、平台推荐、既有合作。设备与任务适配；落实审批与执行负责人；可按最小清单登记。只有全部满足才进入拟议名单，未满足者补齐后再申请。</a:t>
            </a:r>
          </a:p>
        </p:txBody>
      </p:sp>
      <p:sp>
        <p:nvSpPr>
          <p:cNvPr id="26" name="action-2-surface">
            <a:extLst xmlns:a="http://schemas.openxmlformats.org/drawingml/2006/main">
              <a:ext uri="{FF2B5EF4-FFF2-40B4-BE49-F238E27FC236}">
                <a16:creationId xmlns:a16="http://schemas.microsoft.com/office/drawing/2014/main" id="{D1C9853B-6F6A-46B3-9649-AF653AF5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9087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DDE4"/>
            </a:solidFill>
            <a:prstDash val="solid"/>
          </a:ln>
        </p:spPr>
      </p:sp>
      <p:sp>
        <p:nvSpPr>
          <p:cNvPr id="27" name="action-2-accent">
            <a:extLst xmlns:a="http://schemas.openxmlformats.org/drawingml/2006/main">
              <a:ext uri="{FF2B5EF4-FFF2-40B4-BE49-F238E27FC236}">
                <a16:creationId xmlns:a16="http://schemas.microsoft.com/office/drawing/2014/main" id="{ACF1E73E-1B54-4F8F-B776-39D36B66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action-2-heading">
            <a:extLst xmlns:a="http://schemas.openxmlformats.org/drawingml/2006/main">
              <a:ext uri="{FF2B5EF4-FFF2-40B4-BE49-F238E27FC236}">
                <a16:creationId xmlns:a16="http://schemas.microsoft.com/office/drawing/2014/main" id="{6CCC6B9E-37AB-4652-9CF1-5CD9DFF6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815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平台负责人维护依据</a:t>
            </a:r>
          </a:p>
        </p:txBody>
      </p:sp>
      <p:sp>
        <p:nvSpPr>
          <p:cNvPr id="29" name="action-2-body">
            <a:extLst xmlns:a="http://schemas.openxmlformats.org/drawingml/2006/main">
              <a:ext uri="{FF2B5EF4-FFF2-40B4-BE49-F238E27FC236}">
                <a16:creationId xmlns:a16="http://schemas.microsoft.com/office/drawing/2014/main" id="{3ABA9B8A-4078-4A2C-9915-116EC36F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86300"/>
            <a:ext cx="2905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试点暂限两间自愿实验室；候选来源数量不等于入选数量。这里是拟议筛选规则，不是实测转化率。</a:t>
            </a:r>
          </a:p>
        </p:txBody>
      </p:sp>
    </p:spTree>
    <p:extLst>
      <p:ext uri="{BB962C8B-B14F-4D97-AF65-F5344CB8AC3E}">
        <p14:creationId xmlns:p14="http://schemas.microsoft.com/office/powerpoint/2010/main" val="20957080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kicker-3">
            <a:extLst xmlns:a="http://schemas.openxmlformats.org/drawingml/2006/main">
              <a:ext uri="{FF2B5EF4-FFF2-40B4-BE49-F238E27FC236}">
                <a16:creationId xmlns:a16="http://schemas.microsoft.com/office/drawing/2014/main" id="{901D8F8E-61D4-432B-852D-60B2246B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9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能力建设 / 离散递进</a:t>
            </a:r>
          </a:p>
        </p:txBody>
      </p:sp>
      <p:sp>
        <p:nvSpPr>
          <p:cNvPr id="2" name="page-title-3">
            <a:extLst xmlns:a="http://schemas.openxmlformats.org/drawingml/2006/main">
              <a:ext uri="{FF2B5EF4-FFF2-40B4-BE49-F238E27FC236}">
                <a16:creationId xmlns:a16="http://schemas.microsoft.com/office/drawing/2014/main" id="{18B6DF5A-3308-44ED-9FF2-87B46FDA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14375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4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rPr>
              <a:t>能力建设分三层累积，跨实验室复用依赖前两层基础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385306F3-61B8-49A9-9CCF-A9083DB7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-3">
            <a:extLst xmlns:a="http://schemas.openxmlformats.org/drawingml/2006/main">
              <a:ext uri="{FF2B5EF4-FFF2-40B4-BE49-F238E27FC236}">
                <a16:creationId xmlns:a16="http://schemas.microsoft.com/office/drawing/2014/main" id="{6E683934-97B2-4DD8-9F5E-7043CC00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57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A226C306-52FA-4E43-A01B-734952DA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2411" y="3634997"/>
            <a:ext cx="1202817" cy="866585"/>
          </a:xfrm>
          <a:custGeom xmlns:a="http://schemas.openxmlformats.org/drawingml/2006/main">
            <a:pathLst>
              <a:path w="1202817" h="866585">
                <a:moveTo>
                  <a:pt x="71361" y="119758"/>
                </a:moveTo>
                <a:lnTo>
                  <a:pt x="90240" y="117739"/>
                </a:lnTo>
                <a:lnTo>
                  <a:pt x="109118" y="115719"/>
                </a:lnTo>
                <a:lnTo>
                  <a:pt x="127997" y="113700"/>
                </a:lnTo>
                <a:lnTo>
                  <a:pt x="146876" y="111681"/>
                </a:lnTo>
                <a:lnTo>
                  <a:pt x="165754" y="109661"/>
                </a:lnTo>
                <a:lnTo>
                  <a:pt x="184633" y="107642"/>
                </a:lnTo>
                <a:lnTo>
                  <a:pt x="203521" y="105632"/>
                </a:lnTo>
                <a:lnTo>
                  <a:pt x="222399" y="103613"/>
                </a:lnTo>
                <a:lnTo>
                  <a:pt x="241278" y="101594"/>
                </a:lnTo>
                <a:lnTo>
                  <a:pt x="260156" y="99574"/>
                </a:lnTo>
                <a:lnTo>
                  <a:pt x="279035" y="97555"/>
                </a:lnTo>
                <a:lnTo>
                  <a:pt x="297913" y="95536"/>
                </a:lnTo>
                <a:lnTo>
                  <a:pt x="316792" y="93516"/>
                </a:lnTo>
                <a:lnTo>
                  <a:pt x="335671" y="91497"/>
                </a:lnTo>
                <a:lnTo>
                  <a:pt x="354549" y="89478"/>
                </a:lnTo>
                <a:lnTo>
                  <a:pt x="373437" y="87468"/>
                </a:lnTo>
                <a:lnTo>
                  <a:pt x="392316" y="85449"/>
                </a:lnTo>
                <a:lnTo>
                  <a:pt x="411194" y="83429"/>
                </a:lnTo>
                <a:lnTo>
                  <a:pt x="430073" y="81410"/>
                </a:lnTo>
                <a:lnTo>
                  <a:pt x="448951" y="79391"/>
                </a:lnTo>
                <a:lnTo>
                  <a:pt x="467830" y="77372"/>
                </a:lnTo>
                <a:lnTo>
                  <a:pt x="486708" y="75352"/>
                </a:lnTo>
                <a:lnTo>
                  <a:pt x="505587" y="73333"/>
                </a:lnTo>
                <a:lnTo>
                  <a:pt x="524475" y="71314"/>
                </a:lnTo>
                <a:lnTo>
                  <a:pt x="543354" y="69294"/>
                </a:lnTo>
                <a:lnTo>
                  <a:pt x="562232" y="67285"/>
                </a:lnTo>
                <a:lnTo>
                  <a:pt x="581111" y="65265"/>
                </a:lnTo>
                <a:lnTo>
                  <a:pt x="599989" y="63246"/>
                </a:lnTo>
                <a:lnTo>
                  <a:pt x="618868" y="61227"/>
                </a:lnTo>
                <a:lnTo>
                  <a:pt x="637746" y="59207"/>
                </a:lnTo>
                <a:lnTo>
                  <a:pt x="656625" y="57188"/>
                </a:lnTo>
                <a:lnTo>
                  <a:pt x="675503" y="55169"/>
                </a:lnTo>
                <a:lnTo>
                  <a:pt x="694392" y="53150"/>
                </a:lnTo>
                <a:lnTo>
                  <a:pt x="713270" y="51130"/>
                </a:lnTo>
                <a:lnTo>
                  <a:pt x="732149" y="49120"/>
                </a:lnTo>
                <a:lnTo>
                  <a:pt x="751027" y="47101"/>
                </a:lnTo>
                <a:lnTo>
                  <a:pt x="769906" y="45082"/>
                </a:lnTo>
                <a:lnTo>
                  <a:pt x="788784" y="43063"/>
                </a:lnTo>
                <a:lnTo>
                  <a:pt x="807663" y="41043"/>
                </a:lnTo>
                <a:lnTo>
                  <a:pt x="826541" y="39024"/>
                </a:lnTo>
                <a:lnTo>
                  <a:pt x="845429" y="37005"/>
                </a:lnTo>
                <a:lnTo>
                  <a:pt x="864308" y="34985"/>
                </a:lnTo>
                <a:lnTo>
                  <a:pt x="883187" y="32966"/>
                </a:lnTo>
                <a:lnTo>
                  <a:pt x="902065" y="30956"/>
                </a:lnTo>
                <a:lnTo>
                  <a:pt x="920944" y="28937"/>
                </a:lnTo>
                <a:lnTo>
                  <a:pt x="939822" y="26918"/>
                </a:lnTo>
                <a:lnTo>
                  <a:pt x="958701" y="24898"/>
                </a:lnTo>
                <a:lnTo>
                  <a:pt x="977579" y="22879"/>
                </a:lnTo>
                <a:lnTo>
                  <a:pt x="996458" y="20860"/>
                </a:lnTo>
                <a:lnTo>
                  <a:pt x="1015346" y="18840"/>
                </a:lnTo>
                <a:lnTo>
                  <a:pt x="1034225" y="16821"/>
                </a:lnTo>
                <a:lnTo>
                  <a:pt x="1053103" y="14802"/>
                </a:lnTo>
                <a:lnTo>
                  <a:pt x="1071982" y="12783"/>
                </a:lnTo>
                <a:lnTo>
                  <a:pt x="1090860" y="10773"/>
                </a:lnTo>
                <a:lnTo>
                  <a:pt x="1109739" y="8753"/>
                </a:lnTo>
                <a:lnTo>
                  <a:pt x="1128617" y="6734"/>
                </a:lnTo>
                <a:lnTo>
                  <a:pt x="1147496" y="4715"/>
                </a:lnTo>
                <a:lnTo>
                  <a:pt x="1166384" y="2696"/>
                </a:lnTo>
                <a:lnTo>
                  <a:pt x="1185262" y="676"/>
                </a:lnTo>
                <a:lnTo>
                  <a:pt x="1202817" y="0"/>
                </a:lnTo>
                <a:lnTo>
                  <a:pt x="1201007" y="18898"/>
                </a:lnTo>
                <a:lnTo>
                  <a:pt x="1199198" y="37805"/>
                </a:lnTo>
                <a:lnTo>
                  <a:pt x="1197388" y="56702"/>
                </a:lnTo>
                <a:lnTo>
                  <a:pt x="1195578" y="75600"/>
                </a:lnTo>
                <a:lnTo>
                  <a:pt x="1193768" y="94507"/>
                </a:lnTo>
                <a:lnTo>
                  <a:pt x="1191968" y="113405"/>
                </a:lnTo>
                <a:lnTo>
                  <a:pt x="1190158" y="132302"/>
                </a:lnTo>
                <a:lnTo>
                  <a:pt x="1188349" y="151209"/>
                </a:lnTo>
                <a:lnTo>
                  <a:pt x="1186539" y="170107"/>
                </a:lnTo>
                <a:lnTo>
                  <a:pt x="1184729" y="189014"/>
                </a:lnTo>
                <a:lnTo>
                  <a:pt x="1182919" y="207912"/>
                </a:lnTo>
                <a:lnTo>
                  <a:pt x="1181119" y="226809"/>
                </a:lnTo>
                <a:lnTo>
                  <a:pt x="1179309" y="245716"/>
                </a:lnTo>
                <a:lnTo>
                  <a:pt x="1177500" y="264614"/>
                </a:lnTo>
                <a:lnTo>
                  <a:pt x="1175690" y="283512"/>
                </a:lnTo>
                <a:lnTo>
                  <a:pt x="1173880" y="302419"/>
                </a:lnTo>
                <a:lnTo>
                  <a:pt x="1172070" y="321316"/>
                </a:lnTo>
                <a:lnTo>
                  <a:pt x="1170270" y="340214"/>
                </a:lnTo>
                <a:lnTo>
                  <a:pt x="1168460" y="359121"/>
                </a:lnTo>
                <a:lnTo>
                  <a:pt x="1166651" y="378019"/>
                </a:lnTo>
                <a:lnTo>
                  <a:pt x="1164841" y="396916"/>
                </a:lnTo>
                <a:lnTo>
                  <a:pt x="1163031" y="415823"/>
                </a:lnTo>
                <a:lnTo>
                  <a:pt x="1161221" y="434721"/>
                </a:lnTo>
                <a:lnTo>
                  <a:pt x="1159421" y="453619"/>
                </a:lnTo>
                <a:lnTo>
                  <a:pt x="1157611" y="472526"/>
                </a:lnTo>
                <a:lnTo>
                  <a:pt x="1155802" y="491423"/>
                </a:lnTo>
                <a:lnTo>
                  <a:pt x="1153992" y="510330"/>
                </a:lnTo>
                <a:lnTo>
                  <a:pt x="1152182" y="529228"/>
                </a:lnTo>
                <a:lnTo>
                  <a:pt x="1150382" y="548126"/>
                </a:lnTo>
                <a:lnTo>
                  <a:pt x="1148572" y="567033"/>
                </a:lnTo>
                <a:lnTo>
                  <a:pt x="1146762" y="585930"/>
                </a:lnTo>
                <a:lnTo>
                  <a:pt x="1144953" y="604828"/>
                </a:lnTo>
                <a:lnTo>
                  <a:pt x="1143143" y="623735"/>
                </a:lnTo>
                <a:lnTo>
                  <a:pt x="1141333" y="642633"/>
                </a:lnTo>
                <a:lnTo>
                  <a:pt x="1139533" y="661530"/>
                </a:lnTo>
                <a:lnTo>
                  <a:pt x="1137723" y="680437"/>
                </a:lnTo>
                <a:lnTo>
                  <a:pt x="1135913" y="699335"/>
                </a:lnTo>
                <a:lnTo>
                  <a:pt x="1134104" y="718233"/>
                </a:lnTo>
                <a:lnTo>
                  <a:pt x="1132294" y="737140"/>
                </a:lnTo>
                <a:lnTo>
                  <a:pt x="1121016" y="746674"/>
                </a:lnTo>
                <a:lnTo>
                  <a:pt x="1102138" y="748713"/>
                </a:lnTo>
                <a:lnTo>
                  <a:pt x="1083259" y="750741"/>
                </a:lnTo>
                <a:lnTo>
                  <a:pt x="1064381" y="752770"/>
                </a:lnTo>
                <a:lnTo>
                  <a:pt x="1045502" y="754809"/>
                </a:lnTo>
                <a:lnTo>
                  <a:pt x="1026624" y="756837"/>
                </a:lnTo>
                <a:lnTo>
                  <a:pt x="1007745" y="758866"/>
                </a:lnTo>
                <a:lnTo>
                  <a:pt x="988866" y="760905"/>
                </a:lnTo>
                <a:lnTo>
                  <a:pt x="969988" y="762933"/>
                </a:lnTo>
                <a:lnTo>
                  <a:pt x="951109" y="764972"/>
                </a:lnTo>
                <a:lnTo>
                  <a:pt x="932231" y="767001"/>
                </a:lnTo>
                <a:lnTo>
                  <a:pt x="913352" y="769029"/>
                </a:lnTo>
                <a:lnTo>
                  <a:pt x="894474" y="771068"/>
                </a:lnTo>
                <a:lnTo>
                  <a:pt x="875595" y="773097"/>
                </a:lnTo>
                <a:lnTo>
                  <a:pt x="856717" y="775125"/>
                </a:lnTo>
                <a:lnTo>
                  <a:pt x="837838" y="777164"/>
                </a:lnTo>
                <a:lnTo>
                  <a:pt x="818960" y="779193"/>
                </a:lnTo>
                <a:lnTo>
                  <a:pt x="800081" y="781221"/>
                </a:lnTo>
                <a:lnTo>
                  <a:pt x="781202" y="783260"/>
                </a:lnTo>
                <a:lnTo>
                  <a:pt x="762333" y="785289"/>
                </a:lnTo>
                <a:lnTo>
                  <a:pt x="743455" y="787327"/>
                </a:lnTo>
                <a:lnTo>
                  <a:pt x="724576" y="789356"/>
                </a:lnTo>
                <a:lnTo>
                  <a:pt x="705698" y="791385"/>
                </a:lnTo>
                <a:lnTo>
                  <a:pt x="686819" y="793423"/>
                </a:lnTo>
                <a:lnTo>
                  <a:pt x="667941" y="795452"/>
                </a:lnTo>
                <a:lnTo>
                  <a:pt x="649062" y="797481"/>
                </a:lnTo>
                <a:lnTo>
                  <a:pt x="630184" y="799519"/>
                </a:lnTo>
                <a:lnTo>
                  <a:pt x="611305" y="801548"/>
                </a:lnTo>
                <a:lnTo>
                  <a:pt x="592426" y="803577"/>
                </a:lnTo>
                <a:lnTo>
                  <a:pt x="573548" y="805615"/>
                </a:lnTo>
                <a:lnTo>
                  <a:pt x="554669" y="807644"/>
                </a:lnTo>
                <a:lnTo>
                  <a:pt x="535791" y="809682"/>
                </a:lnTo>
                <a:lnTo>
                  <a:pt x="516912" y="811711"/>
                </a:lnTo>
                <a:lnTo>
                  <a:pt x="498034" y="813740"/>
                </a:lnTo>
                <a:lnTo>
                  <a:pt x="479155" y="815778"/>
                </a:lnTo>
                <a:lnTo>
                  <a:pt x="460277" y="817807"/>
                </a:lnTo>
                <a:lnTo>
                  <a:pt x="441398" y="819836"/>
                </a:lnTo>
                <a:lnTo>
                  <a:pt x="422519" y="821874"/>
                </a:lnTo>
                <a:lnTo>
                  <a:pt x="403641" y="823903"/>
                </a:lnTo>
                <a:lnTo>
                  <a:pt x="384762" y="825932"/>
                </a:lnTo>
                <a:lnTo>
                  <a:pt x="365884" y="827970"/>
                </a:lnTo>
                <a:lnTo>
                  <a:pt x="347005" y="829999"/>
                </a:lnTo>
                <a:lnTo>
                  <a:pt x="328127" y="832037"/>
                </a:lnTo>
                <a:lnTo>
                  <a:pt x="309248" y="834066"/>
                </a:lnTo>
                <a:lnTo>
                  <a:pt x="290379" y="836095"/>
                </a:lnTo>
                <a:lnTo>
                  <a:pt x="271501" y="838133"/>
                </a:lnTo>
                <a:lnTo>
                  <a:pt x="252622" y="840162"/>
                </a:lnTo>
                <a:lnTo>
                  <a:pt x="233744" y="842191"/>
                </a:lnTo>
                <a:lnTo>
                  <a:pt x="214865" y="844229"/>
                </a:lnTo>
                <a:lnTo>
                  <a:pt x="195986" y="846258"/>
                </a:lnTo>
                <a:lnTo>
                  <a:pt x="177108" y="848287"/>
                </a:lnTo>
                <a:lnTo>
                  <a:pt x="158229" y="850325"/>
                </a:lnTo>
                <a:lnTo>
                  <a:pt x="139351" y="852354"/>
                </a:lnTo>
                <a:lnTo>
                  <a:pt x="120472" y="854393"/>
                </a:lnTo>
                <a:lnTo>
                  <a:pt x="101594" y="856421"/>
                </a:lnTo>
                <a:lnTo>
                  <a:pt x="82715" y="858450"/>
                </a:lnTo>
                <a:lnTo>
                  <a:pt x="63837" y="860489"/>
                </a:lnTo>
                <a:lnTo>
                  <a:pt x="44958" y="862517"/>
                </a:lnTo>
                <a:lnTo>
                  <a:pt x="26079" y="864546"/>
                </a:lnTo>
                <a:lnTo>
                  <a:pt x="7201" y="866585"/>
                </a:lnTo>
                <a:lnTo>
                  <a:pt x="0" y="856812"/>
                </a:lnTo>
                <a:lnTo>
                  <a:pt x="1829" y="837914"/>
                </a:lnTo>
                <a:lnTo>
                  <a:pt x="3658" y="819017"/>
                </a:lnTo>
                <a:lnTo>
                  <a:pt x="5486" y="800119"/>
                </a:lnTo>
                <a:lnTo>
                  <a:pt x="7315" y="781221"/>
                </a:lnTo>
                <a:lnTo>
                  <a:pt x="9144" y="762314"/>
                </a:lnTo>
                <a:lnTo>
                  <a:pt x="10982" y="743417"/>
                </a:lnTo>
                <a:lnTo>
                  <a:pt x="12811" y="724519"/>
                </a:lnTo>
                <a:lnTo>
                  <a:pt x="14640" y="705622"/>
                </a:lnTo>
                <a:lnTo>
                  <a:pt x="16469" y="686724"/>
                </a:lnTo>
                <a:lnTo>
                  <a:pt x="18298" y="667826"/>
                </a:lnTo>
                <a:lnTo>
                  <a:pt x="20126" y="648929"/>
                </a:lnTo>
                <a:lnTo>
                  <a:pt x="21955" y="630022"/>
                </a:lnTo>
                <a:lnTo>
                  <a:pt x="23784" y="611124"/>
                </a:lnTo>
                <a:lnTo>
                  <a:pt x="25613" y="592226"/>
                </a:lnTo>
                <a:lnTo>
                  <a:pt x="27442" y="573329"/>
                </a:lnTo>
                <a:lnTo>
                  <a:pt x="29280" y="554431"/>
                </a:lnTo>
                <a:lnTo>
                  <a:pt x="31109" y="535534"/>
                </a:lnTo>
                <a:lnTo>
                  <a:pt x="32937" y="516636"/>
                </a:lnTo>
                <a:lnTo>
                  <a:pt x="34766" y="497738"/>
                </a:lnTo>
                <a:lnTo>
                  <a:pt x="36595" y="478831"/>
                </a:lnTo>
                <a:lnTo>
                  <a:pt x="38424" y="459934"/>
                </a:lnTo>
                <a:lnTo>
                  <a:pt x="40253" y="441036"/>
                </a:lnTo>
                <a:lnTo>
                  <a:pt x="42081" y="422138"/>
                </a:lnTo>
                <a:lnTo>
                  <a:pt x="43910" y="403241"/>
                </a:lnTo>
                <a:lnTo>
                  <a:pt x="45739" y="384343"/>
                </a:lnTo>
                <a:lnTo>
                  <a:pt x="47568" y="365446"/>
                </a:lnTo>
                <a:lnTo>
                  <a:pt x="49406" y="346539"/>
                </a:lnTo>
                <a:lnTo>
                  <a:pt x="51235" y="327641"/>
                </a:lnTo>
                <a:lnTo>
                  <a:pt x="53064" y="308743"/>
                </a:lnTo>
                <a:lnTo>
                  <a:pt x="54893" y="289846"/>
                </a:lnTo>
                <a:lnTo>
                  <a:pt x="56721" y="270948"/>
                </a:lnTo>
                <a:lnTo>
                  <a:pt x="58550" y="252051"/>
                </a:lnTo>
                <a:lnTo>
                  <a:pt x="60379" y="233153"/>
                </a:lnTo>
                <a:lnTo>
                  <a:pt x="62208" y="214246"/>
                </a:lnTo>
                <a:lnTo>
                  <a:pt x="64037" y="195348"/>
                </a:lnTo>
                <a:lnTo>
                  <a:pt x="65865" y="176451"/>
                </a:lnTo>
                <a:lnTo>
                  <a:pt x="67704" y="157553"/>
                </a:lnTo>
                <a:lnTo>
                  <a:pt x="69533" y="138655"/>
                </a:lnTo>
                <a:lnTo>
                  <a:pt x="71361" y="11975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F5CD0A50-6D85-44DD-9D9F-27F2436B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35" y="3189827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6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34" y="13287"/>
                </a:lnTo>
                <a:lnTo>
                  <a:pt x="1090613" y="11259"/>
                </a:lnTo>
                <a:lnTo>
                  <a:pt x="1109491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78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BD1D2B02-7702-4A55-94F8-2CFA83B9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7096" y="2745115"/>
            <a:ext cx="1202941" cy="867689"/>
          </a:xfrm>
          <a:custGeom xmlns:a="http://schemas.openxmlformats.org/drawingml/2006/main">
            <a:pathLst>
              <a:path w="1202941" h="867689">
                <a:moveTo>
                  <a:pt x="70504" y="121910"/>
                </a:moveTo>
                <a:lnTo>
                  <a:pt x="89373" y="119882"/>
                </a:lnTo>
                <a:lnTo>
                  <a:pt x="108252" y="117843"/>
                </a:lnTo>
                <a:lnTo>
                  <a:pt x="127121" y="115814"/>
                </a:lnTo>
                <a:lnTo>
                  <a:pt x="145999" y="113786"/>
                </a:lnTo>
                <a:lnTo>
                  <a:pt x="164868" y="111747"/>
                </a:lnTo>
                <a:lnTo>
                  <a:pt x="183747" y="109718"/>
                </a:lnTo>
                <a:lnTo>
                  <a:pt x="202616" y="107690"/>
                </a:lnTo>
                <a:lnTo>
                  <a:pt x="221494" y="105651"/>
                </a:lnTo>
                <a:lnTo>
                  <a:pt x="240363" y="103622"/>
                </a:lnTo>
                <a:lnTo>
                  <a:pt x="259242" y="101594"/>
                </a:lnTo>
                <a:lnTo>
                  <a:pt x="278111" y="99565"/>
                </a:lnTo>
                <a:lnTo>
                  <a:pt x="296990" y="97526"/>
                </a:lnTo>
                <a:lnTo>
                  <a:pt x="315859" y="95498"/>
                </a:lnTo>
                <a:lnTo>
                  <a:pt x="334737" y="93469"/>
                </a:lnTo>
                <a:lnTo>
                  <a:pt x="353606" y="91430"/>
                </a:lnTo>
                <a:lnTo>
                  <a:pt x="372485" y="89402"/>
                </a:lnTo>
                <a:lnTo>
                  <a:pt x="391354" y="87373"/>
                </a:lnTo>
                <a:lnTo>
                  <a:pt x="410232" y="85334"/>
                </a:lnTo>
                <a:lnTo>
                  <a:pt x="429101" y="83306"/>
                </a:lnTo>
                <a:lnTo>
                  <a:pt x="447980" y="81277"/>
                </a:lnTo>
                <a:lnTo>
                  <a:pt x="466849" y="79238"/>
                </a:lnTo>
                <a:lnTo>
                  <a:pt x="485727" y="77210"/>
                </a:lnTo>
                <a:lnTo>
                  <a:pt x="504606" y="75181"/>
                </a:lnTo>
                <a:lnTo>
                  <a:pt x="523475" y="73142"/>
                </a:lnTo>
                <a:lnTo>
                  <a:pt x="542354" y="71114"/>
                </a:lnTo>
                <a:lnTo>
                  <a:pt x="561223" y="69085"/>
                </a:lnTo>
                <a:lnTo>
                  <a:pt x="580101" y="67046"/>
                </a:lnTo>
                <a:lnTo>
                  <a:pt x="598970" y="65018"/>
                </a:lnTo>
                <a:lnTo>
                  <a:pt x="617849" y="62989"/>
                </a:lnTo>
                <a:lnTo>
                  <a:pt x="636718" y="60960"/>
                </a:lnTo>
                <a:lnTo>
                  <a:pt x="655596" y="58922"/>
                </a:lnTo>
                <a:lnTo>
                  <a:pt x="674465" y="56893"/>
                </a:lnTo>
                <a:lnTo>
                  <a:pt x="693344" y="54864"/>
                </a:lnTo>
                <a:lnTo>
                  <a:pt x="712213" y="52826"/>
                </a:lnTo>
                <a:lnTo>
                  <a:pt x="731091" y="50797"/>
                </a:lnTo>
                <a:lnTo>
                  <a:pt x="749960" y="48768"/>
                </a:lnTo>
                <a:lnTo>
                  <a:pt x="768839" y="46730"/>
                </a:lnTo>
                <a:lnTo>
                  <a:pt x="787708" y="44701"/>
                </a:lnTo>
                <a:lnTo>
                  <a:pt x="806587" y="42672"/>
                </a:lnTo>
                <a:lnTo>
                  <a:pt x="825456" y="40634"/>
                </a:lnTo>
                <a:lnTo>
                  <a:pt x="844334" y="38605"/>
                </a:lnTo>
                <a:lnTo>
                  <a:pt x="863203" y="36576"/>
                </a:lnTo>
                <a:lnTo>
                  <a:pt x="882082" y="34538"/>
                </a:lnTo>
                <a:lnTo>
                  <a:pt x="900951" y="32509"/>
                </a:lnTo>
                <a:lnTo>
                  <a:pt x="919829" y="30480"/>
                </a:lnTo>
                <a:lnTo>
                  <a:pt x="938698" y="28442"/>
                </a:lnTo>
                <a:lnTo>
                  <a:pt x="957577" y="26413"/>
                </a:lnTo>
                <a:lnTo>
                  <a:pt x="976446" y="24384"/>
                </a:lnTo>
                <a:lnTo>
                  <a:pt x="995324" y="22346"/>
                </a:lnTo>
                <a:lnTo>
                  <a:pt x="1014193" y="20317"/>
                </a:lnTo>
                <a:lnTo>
                  <a:pt x="1033072" y="18288"/>
                </a:lnTo>
                <a:lnTo>
                  <a:pt x="1051941" y="16259"/>
                </a:lnTo>
                <a:lnTo>
                  <a:pt x="1070820" y="14221"/>
                </a:lnTo>
                <a:lnTo>
                  <a:pt x="1089698" y="12192"/>
                </a:lnTo>
                <a:lnTo>
                  <a:pt x="1108567" y="10163"/>
                </a:lnTo>
                <a:lnTo>
                  <a:pt x="1127446" y="8125"/>
                </a:lnTo>
                <a:lnTo>
                  <a:pt x="1146315" y="6096"/>
                </a:lnTo>
                <a:lnTo>
                  <a:pt x="1165193" y="4067"/>
                </a:lnTo>
                <a:lnTo>
                  <a:pt x="1184062" y="2029"/>
                </a:lnTo>
                <a:lnTo>
                  <a:pt x="1202941" y="0"/>
                </a:lnTo>
                <a:lnTo>
                  <a:pt x="1201198" y="18802"/>
                </a:lnTo>
                <a:lnTo>
                  <a:pt x="1199369" y="37690"/>
                </a:lnTo>
                <a:lnTo>
                  <a:pt x="1197540" y="56588"/>
                </a:lnTo>
                <a:lnTo>
                  <a:pt x="1195702" y="75486"/>
                </a:lnTo>
                <a:lnTo>
                  <a:pt x="1193873" y="94374"/>
                </a:lnTo>
                <a:lnTo>
                  <a:pt x="1192044" y="113271"/>
                </a:lnTo>
                <a:lnTo>
                  <a:pt x="1190215" y="132169"/>
                </a:lnTo>
                <a:lnTo>
                  <a:pt x="1188377" y="151057"/>
                </a:lnTo>
                <a:lnTo>
                  <a:pt x="1186548" y="169955"/>
                </a:lnTo>
                <a:lnTo>
                  <a:pt x="1184720" y="188852"/>
                </a:lnTo>
                <a:lnTo>
                  <a:pt x="1182881" y="207740"/>
                </a:lnTo>
                <a:lnTo>
                  <a:pt x="1181052" y="226638"/>
                </a:lnTo>
                <a:lnTo>
                  <a:pt x="1179224" y="245535"/>
                </a:lnTo>
                <a:lnTo>
                  <a:pt x="1177385" y="264424"/>
                </a:lnTo>
                <a:lnTo>
                  <a:pt x="1175556" y="283321"/>
                </a:lnTo>
                <a:lnTo>
                  <a:pt x="1173728" y="302219"/>
                </a:lnTo>
                <a:lnTo>
                  <a:pt x="1171899" y="321107"/>
                </a:lnTo>
                <a:lnTo>
                  <a:pt x="1170061" y="340004"/>
                </a:lnTo>
                <a:lnTo>
                  <a:pt x="1168232" y="358902"/>
                </a:lnTo>
                <a:lnTo>
                  <a:pt x="1166403" y="377790"/>
                </a:lnTo>
                <a:lnTo>
                  <a:pt x="1164565" y="396688"/>
                </a:lnTo>
                <a:lnTo>
                  <a:pt x="1162736" y="415585"/>
                </a:lnTo>
                <a:lnTo>
                  <a:pt x="1160907" y="434473"/>
                </a:lnTo>
                <a:lnTo>
                  <a:pt x="1159078" y="453371"/>
                </a:lnTo>
                <a:lnTo>
                  <a:pt x="1157240" y="472269"/>
                </a:lnTo>
                <a:lnTo>
                  <a:pt x="1155411" y="491157"/>
                </a:lnTo>
                <a:lnTo>
                  <a:pt x="1153582" y="510054"/>
                </a:lnTo>
                <a:lnTo>
                  <a:pt x="1151744" y="528952"/>
                </a:lnTo>
                <a:lnTo>
                  <a:pt x="1149915" y="547840"/>
                </a:lnTo>
                <a:lnTo>
                  <a:pt x="1148086" y="566738"/>
                </a:lnTo>
                <a:lnTo>
                  <a:pt x="1146248" y="585635"/>
                </a:lnTo>
                <a:lnTo>
                  <a:pt x="1144419" y="604523"/>
                </a:lnTo>
                <a:lnTo>
                  <a:pt x="1142590" y="623421"/>
                </a:lnTo>
                <a:lnTo>
                  <a:pt x="1140762" y="642318"/>
                </a:lnTo>
                <a:lnTo>
                  <a:pt x="1138923" y="661206"/>
                </a:lnTo>
                <a:lnTo>
                  <a:pt x="1137095" y="680104"/>
                </a:lnTo>
                <a:lnTo>
                  <a:pt x="1135266" y="699002"/>
                </a:lnTo>
                <a:lnTo>
                  <a:pt x="1133427" y="717890"/>
                </a:lnTo>
                <a:lnTo>
                  <a:pt x="1131599" y="736787"/>
                </a:lnTo>
                <a:lnTo>
                  <a:pt x="1121712" y="747713"/>
                </a:lnTo>
                <a:lnTo>
                  <a:pt x="1102843" y="749741"/>
                </a:lnTo>
                <a:lnTo>
                  <a:pt x="1083964" y="751780"/>
                </a:lnTo>
                <a:lnTo>
                  <a:pt x="1065095" y="753809"/>
                </a:lnTo>
                <a:lnTo>
                  <a:pt x="1046216" y="755847"/>
                </a:lnTo>
                <a:lnTo>
                  <a:pt x="1027347" y="757876"/>
                </a:lnTo>
                <a:lnTo>
                  <a:pt x="1008469" y="759914"/>
                </a:lnTo>
                <a:lnTo>
                  <a:pt x="989600" y="761943"/>
                </a:lnTo>
                <a:lnTo>
                  <a:pt x="970721" y="763981"/>
                </a:lnTo>
                <a:lnTo>
                  <a:pt x="951852" y="766010"/>
                </a:lnTo>
                <a:lnTo>
                  <a:pt x="932974" y="768048"/>
                </a:lnTo>
                <a:lnTo>
                  <a:pt x="914105" y="770077"/>
                </a:lnTo>
                <a:lnTo>
                  <a:pt x="895226" y="772116"/>
                </a:lnTo>
                <a:lnTo>
                  <a:pt x="876357" y="774144"/>
                </a:lnTo>
                <a:lnTo>
                  <a:pt x="857479" y="776183"/>
                </a:lnTo>
                <a:lnTo>
                  <a:pt x="838610" y="778212"/>
                </a:lnTo>
                <a:lnTo>
                  <a:pt x="819731" y="780250"/>
                </a:lnTo>
                <a:lnTo>
                  <a:pt x="800862" y="782279"/>
                </a:lnTo>
                <a:lnTo>
                  <a:pt x="781983" y="784317"/>
                </a:lnTo>
                <a:lnTo>
                  <a:pt x="763114" y="786346"/>
                </a:lnTo>
                <a:lnTo>
                  <a:pt x="744236" y="788384"/>
                </a:lnTo>
                <a:lnTo>
                  <a:pt x="725367" y="790413"/>
                </a:lnTo>
                <a:lnTo>
                  <a:pt x="706488" y="792451"/>
                </a:lnTo>
                <a:lnTo>
                  <a:pt x="687619" y="794480"/>
                </a:lnTo>
                <a:lnTo>
                  <a:pt x="668741" y="796519"/>
                </a:lnTo>
                <a:lnTo>
                  <a:pt x="649872" y="798547"/>
                </a:lnTo>
                <a:lnTo>
                  <a:pt x="630993" y="800586"/>
                </a:lnTo>
                <a:lnTo>
                  <a:pt x="612124" y="802615"/>
                </a:lnTo>
                <a:lnTo>
                  <a:pt x="593246" y="804653"/>
                </a:lnTo>
                <a:lnTo>
                  <a:pt x="574377" y="806682"/>
                </a:lnTo>
                <a:lnTo>
                  <a:pt x="555498" y="808720"/>
                </a:lnTo>
                <a:lnTo>
                  <a:pt x="536629" y="810749"/>
                </a:lnTo>
                <a:lnTo>
                  <a:pt x="517750" y="812787"/>
                </a:lnTo>
                <a:lnTo>
                  <a:pt x="498881" y="814816"/>
                </a:lnTo>
                <a:lnTo>
                  <a:pt x="480003" y="816854"/>
                </a:lnTo>
                <a:lnTo>
                  <a:pt x="461134" y="818883"/>
                </a:lnTo>
                <a:lnTo>
                  <a:pt x="442255" y="820922"/>
                </a:lnTo>
                <a:lnTo>
                  <a:pt x="423386" y="822950"/>
                </a:lnTo>
                <a:lnTo>
                  <a:pt x="404508" y="824989"/>
                </a:lnTo>
                <a:lnTo>
                  <a:pt x="385639" y="827018"/>
                </a:lnTo>
                <a:lnTo>
                  <a:pt x="366760" y="829056"/>
                </a:lnTo>
                <a:lnTo>
                  <a:pt x="347891" y="831085"/>
                </a:lnTo>
                <a:lnTo>
                  <a:pt x="329013" y="833123"/>
                </a:lnTo>
                <a:lnTo>
                  <a:pt x="310144" y="835152"/>
                </a:lnTo>
                <a:lnTo>
                  <a:pt x="291265" y="837190"/>
                </a:lnTo>
                <a:lnTo>
                  <a:pt x="272396" y="839219"/>
                </a:lnTo>
                <a:lnTo>
                  <a:pt x="253517" y="841258"/>
                </a:lnTo>
                <a:lnTo>
                  <a:pt x="234648" y="843286"/>
                </a:lnTo>
                <a:lnTo>
                  <a:pt x="215770" y="845325"/>
                </a:lnTo>
                <a:lnTo>
                  <a:pt x="196901" y="847354"/>
                </a:lnTo>
                <a:lnTo>
                  <a:pt x="178022" y="849392"/>
                </a:lnTo>
                <a:lnTo>
                  <a:pt x="159153" y="851421"/>
                </a:lnTo>
                <a:lnTo>
                  <a:pt x="140275" y="853459"/>
                </a:lnTo>
                <a:lnTo>
                  <a:pt x="121406" y="855488"/>
                </a:lnTo>
                <a:lnTo>
                  <a:pt x="102527" y="857526"/>
                </a:lnTo>
                <a:lnTo>
                  <a:pt x="83658" y="859555"/>
                </a:lnTo>
                <a:lnTo>
                  <a:pt x="64780" y="861593"/>
                </a:lnTo>
                <a:lnTo>
                  <a:pt x="45911" y="863622"/>
                </a:lnTo>
                <a:lnTo>
                  <a:pt x="27032" y="865661"/>
                </a:lnTo>
                <a:lnTo>
                  <a:pt x="8163" y="867689"/>
                </a:lnTo>
                <a:lnTo>
                  <a:pt x="0" y="858879"/>
                </a:lnTo>
                <a:lnTo>
                  <a:pt x="1810" y="839991"/>
                </a:lnTo>
                <a:lnTo>
                  <a:pt x="3620" y="821093"/>
                </a:lnTo>
                <a:lnTo>
                  <a:pt x="5420" y="802196"/>
                </a:lnTo>
                <a:lnTo>
                  <a:pt x="7229" y="783298"/>
                </a:lnTo>
                <a:lnTo>
                  <a:pt x="9039" y="764400"/>
                </a:lnTo>
                <a:lnTo>
                  <a:pt x="10849" y="745503"/>
                </a:lnTo>
                <a:lnTo>
                  <a:pt x="12649" y="726605"/>
                </a:lnTo>
                <a:lnTo>
                  <a:pt x="14459" y="707708"/>
                </a:lnTo>
                <a:lnTo>
                  <a:pt x="16269" y="688810"/>
                </a:lnTo>
                <a:lnTo>
                  <a:pt x="18078" y="669912"/>
                </a:lnTo>
                <a:lnTo>
                  <a:pt x="19888" y="651015"/>
                </a:lnTo>
                <a:lnTo>
                  <a:pt x="21688" y="632127"/>
                </a:lnTo>
                <a:lnTo>
                  <a:pt x="23498" y="613229"/>
                </a:lnTo>
                <a:lnTo>
                  <a:pt x="25308" y="594331"/>
                </a:lnTo>
                <a:lnTo>
                  <a:pt x="27118" y="575434"/>
                </a:lnTo>
                <a:lnTo>
                  <a:pt x="28927" y="556536"/>
                </a:lnTo>
                <a:lnTo>
                  <a:pt x="30728" y="537639"/>
                </a:lnTo>
                <a:lnTo>
                  <a:pt x="32537" y="518741"/>
                </a:lnTo>
                <a:lnTo>
                  <a:pt x="34347" y="499843"/>
                </a:lnTo>
                <a:lnTo>
                  <a:pt x="36157" y="480946"/>
                </a:lnTo>
                <a:lnTo>
                  <a:pt x="37957" y="462048"/>
                </a:lnTo>
                <a:lnTo>
                  <a:pt x="39767" y="443151"/>
                </a:lnTo>
                <a:lnTo>
                  <a:pt x="41577" y="424263"/>
                </a:lnTo>
                <a:lnTo>
                  <a:pt x="43386" y="405365"/>
                </a:lnTo>
                <a:lnTo>
                  <a:pt x="45196" y="386467"/>
                </a:lnTo>
                <a:lnTo>
                  <a:pt x="46996" y="367570"/>
                </a:lnTo>
                <a:lnTo>
                  <a:pt x="48806" y="348672"/>
                </a:lnTo>
                <a:lnTo>
                  <a:pt x="50616" y="329775"/>
                </a:lnTo>
                <a:lnTo>
                  <a:pt x="52426" y="310877"/>
                </a:lnTo>
                <a:lnTo>
                  <a:pt x="54235" y="291979"/>
                </a:lnTo>
                <a:lnTo>
                  <a:pt x="56036" y="273082"/>
                </a:lnTo>
                <a:lnTo>
                  <a:pt x="57845" y="254184"/>
                </a:lnTo>
                <a:lnTo>
                  <a:pt x="59655" y="235287"/>
                </a:lnTo>
                <a:lnTo>
                  <a:pt x="61465" y="216398"/>
                </a:lnTo>
                <a:lnTo>
                  <a:pt x="63275" y="197501"/>
                </a:lnTo>
                <a:lnTo>
                  <a:pt x="65075" y="178603"/>
                </a:lnTo>
                <a:lnTo>
                  <a:pt x="66885" y="159706"/>
                </a:lnTo>
                <a:lnTo>
                  <a:pt x="68694" y="140808"/>
                </a:lnTo>
                <a:lnTo>
                  <a:pt x="70504" y="12191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4C9D728A-2915-4EDD-85F5-AD0AE235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6320" y="4155967"/>
            <a:ext cx="371475" cy="584625"/>
          </a:xfrm>
          <a:custGeom xmlns:a="http://schemas.openxmlformats.org/drawingml/2006/main">
            <a:pathLst>
              <a:path w="371475" h="584625">
                <a:moveTo>
                  <a:pt x="0" y="584625"/>
                </a:moveTo>
                <a:lnTo>
                  <a:pt x="0" y="565699"/>
                </a:lnTo>
                <a:lnTo>
                  <a:pt x="0" y="546783"/>
                </a:lnTo>
                <a:lnTo>
                  <a:pt x="0" y="527856"/>
                </a:lnTo>
                <a:lnTo>
                  <a:pt x="0" y="508940"/>
                </a:lnTo>
                <a:lnTo>
                  <a:pt x="0" y="490014"/>
                </a:lnTo>
                <a:lnTo>
                  <a:pt x="0" y="471097"/>
                </a:lnTo>
                <a:lnTo>
                  <a:pt x="0" y="452171"/>
                </a:lnTo>
                <a:lnTo>
                  <a:pt x="0" y="433245"/>
                </a:lnTo>
                <a:lnTo>
                  <a:pt x="0" y="414328"/>
                </a:lnTo>
                <a:lnTo>
                  <a:pt x="0" y="395402"/>
                </a:lnTo>
                <a:lnTo>
                  <a:pt x="0" y="376485"/>
                </a:lnTo>
                <a:lnTo>
                  <a:pt x="0" y="357559"/>
                </a:lnTo>
                <a:lnTo>
                  <a:pt x="0" y="338642"/>
                </a:lnTo>
                <a:lnTo>
                  <a:pt x="0" y="319716"/>
                </a:lnTo>
                <a:lnTo>
                  <a:pt x="0" y="300800"/>
                </a:lnTo>
                <a:lnTo>
                  <a:pt x="0" y="281873"/>
                </a:lnTo>
                <a:lnTo>
                  <a:pt x="0" y="262947"/>
                </a:lnTo>
                <a:lnTo>
                  <a:pt x="0" y="244031"/>
                </a:lnTo>
                <a:lnTo>
                  <a:pt x="0" y="225104"/>
                </a:lnTo>
                <a:lnTo>
                  <a:pt x="0" y="206188"/>
                </a:lnTo>
                <a:lnTo>
                  <a:pt x="0" y="187262"/>
                </a:lnTo>
                <a:lnTo>
                  <a:pt x="0" y="168345"/>
                </a:lnTo>
                <a:lnTo>
                  <a:pt x="0" y="149419"/>
                </a:lnTo>
                <a:lnTo>
                  <a:pt x="0" y="130493"/>
                </a:lnTo>
                <a:lnTo>
                  <a:pt x="13211" y="121053"/>
                </a:lnTo>
                <a:lnTo>
                  <a:pt x="31128" y="114986"/>
                </a:lnTo>
                <a:lnTo>
                  <a:pt x="49054" y="108918"/>
                </a:lnTo>
                <a:lnTo>
                  <a:pt x="66980" y="102851"/>
                </a:lnTo>
                <a:lnTo>
                  <a:pt x="84906" y="96784"/>
                </a:lnTo>
                <a:lnTo>
                  <a:pt x="102822" y="90716"/>
                </a:lnTo>
                <a:lnTo>
                  <a:pt x="120748" y="84649"/>
                </a:lnTo>
                <a:lnTo>
                  <a:pt x="138674" y="78581"/>
                </a:lnTo>
                <a:lnTo>
                  <a:pt x="156591" y="72523"/>
                </a:lnTo>
                <a:lnTo>
                  <a:pt x="174517" y="66456"/>
                </a:lnTo>
                <a:lnTo>
                  <a:pt x="192443" y="60389"/>
                </a:lnTo>
                <a:lnTo>
                  <a:pt x="210369" y="54321"/>
                </a:lnTo>
                <a:lnTo>
                  <a:pt x="228286" y="48254"/>
                </a:lnTo>
                <a:lnTo>
                  <a:pt x="246212" y="42186"/>
                </a:lnTo>
                <a:lnTo>
                  <a:pt x="264138" y="36119"/>
                </a:lnTo>
                <a:lnTo>
                  <a:pt x="282054" y="30051"/>
                </a:lnTo>
                <a:lnTo>
                  <a:pt x="299980" y="23984"/>
                </a:lnTo>
                <a:lnTo>
                  <a:pt x="317906" y="17926"/>
                </a:lnTo>
                <a:lnTo>
                  <a:pt x="335823" y="11859"/>
                </a:lnTo>
                <a:lnTo>
                  <a:pt x="353749" y="5791"/>
                </a:lnTo>
                <a:lnTo>
                  <a:pt x="371475" y="0"/>
                </a:lnTo>
                <a:lnTo>
                  <a:pt x="371475" y="18926"/>
                </a:lnTo>
                <a:lnTo>
                  <a:pt x="371475" y="37843"/>
                </a:lnTo>
                <a:lnTo>
                  <a:pt x="371475" y="56769"/>
                </a:lnTo>
                <a:lnTo>
                  <a:pt x="371475" y="75686"/>
                </a:lnTo>
                <a:lnTo>
                  <a:pt x="371475" y="94612"/>
                </a:lnTo>
                <a:lnTo>
                  <a:pt x="371475" y="113528"/>
                </a:lnTo>
                <a:lnTo>
                  <a:pt x="371475" y="132455"/>
                </a:lnTo>
                <a:lnTo>
                  <a:pt x="371475" y="151381"/>
                </a:lnTo>
                <a:lnTo>
                  <a:pt x="371475" y="170297"/>
                </a:lnTo>
                <a:lnTo>
                  <a:pt x="371475" y="189224"/>
                </a:lnTo>
                <a:lnTo>
                  <a:pt x="371475" y="208140"/>
                </a:lnTo>
                <a:lnTo>
                  <a:pt x="371475" y="227066"/>
                </a:lnTo>
                <a:lnTo>
                  <a:pt x="371475" y="245983"/>
                </a:lnTo>
                <a:lnTo>
                  <a:pt x="371475" y="264909"/>
                </a:lnTo>
                <a:lnTo>
                  <a:pt x="371475" y="283826"/>
                </a:lnTo>
                <a:lnTo>
                  <a:pt x="371475" y="302752"/>
                </a:lnTo>
                <a:lnTo>
                  <a:pt x="371475" y="321678"/>
                </a:lnTo>
                <a:lnTo>
                  <a:pt x="371475" y="340595"/>
                </a:lnTo>
                <a:lnTo>
                  <a:pt x="371475" y="359521"/>
                </a:lnTo>
                <a:lnTo>
                  <a:pt x="371475" y="378438"/>
                </a:lnTo>
                <a:lnTo>
                  <a:pt x="371475" y="397364"/>
                </a:lnTo>
                <a:lnTo>
                  <a:pt x="371475" y="416281"/>
                </a:lnTo>
                <a:lnTo>
                  <a:pt x="366960" y="432197"/>
                </a:lnTo>
                <a:lnTo>
                  <a:pt x="349491" y="439455"/>
                </a:lnTo>
                <a:lnTo>
                  <a:pt x="332013" y="446713"/>
                </a:lnTo>
                <a:lnTo>
                  <a:pt x="314544" y="453971"/>
                </a:lnTo>
                <a:lnTo>
                  <a:pt x="297066" y="461229"/>
                </a:lnTo>
                <a:lnTo>
                  <a:pt x="279587" y="468487"/>
                </a:lnTo>
                <a:lnTo>
                  <a:pt x="262118" y="475745"/>
                </a:lnTo>
                <a:lnTo>
                  <a:pt x="244640" y="483003"/>
                </a:lnTo>
                <a:lnTo>
                  <a:pt x="227171" y="490261"/>
                </a:lnTo>
                <a:lnTo>
                  <a:pt x="209693" y="497519"/>
                </a:lnTo>
                <a:lnTo>
                  <a:pt x="192215" y="504777"/>
                </a:lnTo>
                <a:lnTo>
                  <a:pt x="174746" y="512035"/>
                </a:lnTo>
                <a:lnTo>
                  <a:pt x="157267" y="519293"/>
                </a:lnTo>
                <a:lnTo>
                  <a:pt x="139798" y="526561"/>
                </a:lnTo>
                <a:lnTo>
                  <a:pt x="122320" y="533819"/>
                </a:lnTo>
                <a:lnTo>
                  <a:pt x="104851" y="541077"/>
                </a:lnTo>
                <a:lnTo>
                  <a:pt x="87373" y="548335"/>
                </a:lnTo>
                <a:lnTo>
                  <a:pt x="69894" y="555593"/>
                </a:lnTo>
                <a:lnTo>
                  <a:pt x="52426" y="562851"/>
                </a:lnTo>
                <a:lnTo>
                  <a:pt x="34947" y="570109"/>
                </a:lnTo>
                <a:lnTo>
                  <a:pt x="17478" y="577367"/>
                </a:lnTo>
                <a:lnTo>
                  <a:pt x="0" y="584625"/>
                </a:lnTo>
              </a:path>
            </a:pathLst>
          </a:custGeom>
          <a:solidFill xmlns:a="http://schemas.openxmlformats.org/drawingml/2006/main">
            <a:srgbClr val="B5C5D7"/>
          </a:solidFill>
          <a:ln xmlns:a="http://schemas.openxmlformats.org/drawingml/2006/main" w="9525">
            <a:solidFill>
              <a:srgbClr val="6F6F6F"/>
            </a:solidFill>
            <a:prstDash val="solid"/>
          </a:ln>
        </p:spPr>
      </p:sp>
      <p:sp>
        <p:nvSpPr>
          <p:cNvPr id="9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BF36C0F1-C1DB-45A1-B25D-2C192EAA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6065" y="4586288"/>
            <a:ext cx="2408301" cy="154305"/>
          </a:xfrm>
          <a:custGeom xmlns:a="http://schemas.openxmlformats.org/drawingml/2006/main">
            <a:pathLst>
              <a:path w="2408301" h="154305">
                <a:moveTo>
                  <a:pt x="0" y="154305"/>
                </a:moveTo>
                <a:lnTo>
                  <a:pt x="20326" y="154305"/>
                </a:lnTo>
                <a:lnTo>
                  <a:pt x="40643" y="154305"/>
                </a:lnTo>
                <a:lnTo>
                  <a:pt x="60970" y="154305"/>
                </a:lnTo>
                <a:lnTo>
                  <a:pt x="81296" y="154305"/>
                </a:lnTo>
                <a:lnTo>
                  <a:pt x="101613" y="154305"/>
                </a:lnTo>
                <a:lnTo>
                  <a:pt x="121939" y="154305"/>
                </a:lnTo>
                <a:lnTo>
                  <a:pt x="142265" y="154305"/>
                </a:lnTo>
                <a:lnTo>
                  <a:pt x="162582" y="154305"/>
                </a:lnTo>
                <a:lnTo>
                  <a:pt x="182909" y="154305"/>
                </a:lnTo>
                <a:lnTo>
                  <a:pt x="203235" y="154305"/>
                </a:lnTo>
                <a:lnTo>
                  <a:pt x="223552" y="154305"/>
                </a:lnTo>
                <a:lnTo>
                  <a:pt x="243878" y="154305"/>
                </a:lnTo>
                <a:lnTo>
                  <a:pt x="264204" y="154305"/>
                </a:lnTo>
                <a:lnTo>
                  <a:pt x="284521" y="154305"/>
                </a:lnTo>
                <a:lnTo>
                  <a:pt x="304848" y="154305"/>
                </a:lnTo>
                <a:lnTo>
                  <a:pt x="325174" y="154305"/>
                </a:lnTo>
                <a:lnTo>
                  <a:pt x="345491" y="154305"/>
                </a:lnTo>
                <a:lnTo>
                  <a:pt x="365817" y="154305"/>
                </a:lnTo>
                <a:lnTo>
                  <a:pt x="386144" y="154305"/>
                </a:lnTo>
                <a:lnTo>
                  <a:pt x="406470" y="154305"/>
                </a:lnTo>
                <a:lnTo>
                  <a:pt x="426787" y="154305"/>
                </a:lnTo>
                <a:lnTo>
                  <a:pt x="447113" y="154305"/>
                </a:lnTo>
                <a:lnTo>
                  <a:pt x="467439" y="154305"/>
                </a:lnTo>
                <a:lnTo>
                  <a:pt x="487756" y="154305"/>
                </a:lnTo>
                <a:lnTo>
                  <a:pt x="508083" y="154305"/>
                </a:lnTo>
                <a:lnTo>
                  <a:pt x="528409" y="154305"/>
                </a:lnTo>
                <a:lnTo>
                  <a:pt x="548726" y="154305"/>
                </a:lnTo>
                <a:lnTo>
                  <a:pt x="569052" y="154305"/>
                </a:lnTo>
                <a:lnTo>
                  <a:pt x="589378" y="154305"/>
                </a:lnTo>
                <a:lnTo>
                  <a:pt x="609695" y="154305"/>
                </a:lnTo>
                <a:lnTo>
                  <a:pt x="630022" y="154305"/>
                </a:lnTo>
                <a:lnTo>
                  <a:pt x="650348" y="154305"/>
                </a:lnTo>
                <a:lnTo>
                  <a:pt x="670665" y="154305"/>
                </a:lnTo>
                <a:lnTo>
                  <a:pt x="690991" y="154305"/>
                </a:lnTo>
                <a:lnTo>
                  <a:pt x="711317" y="154305"/>
                </a:lnTo>
                <a:lnTo>
                  <a:pt x="731634" y="154305"/>
                </a:lnTo>
                <a:lnTo>
                  <a:pt x="751961" y="154305"/>
                </a:lnTo>
                <a:lnTo>
                  <a:pt x="772287" y="154305"/>
                </a:lnTo>
                <a:lnTo>
                  <a:pt x="792604" y="154305"/>
                </a:lnTo>
                <a:lnTo>
                  <a:pt x="812930" y="154305"/>
                </a:lnTo>
                <a:lnTo>
                  <a:pt x="833257" y="154305"/>
                </a:lnTo>
                <a:lnTo>
                  <a:pt x="853573" y="154305"/>
                </a:lnTo>
                <a:lnTo>
                  <a:pt x="873900" y="154305"/>
                </a:lnTo>
                <a:lnTo>
                  <a:pt x="894226" y="154305"/>
                </a:lnTo>
                <a:lnTo>
                  <a:pt x="914543" y="154305"/>
                </a:lnTo>
                <a:lnTo>
                  <a:pt x="934869" y="154305"/>
                </a:lnTo>
                <a:lnTo>
                  <a:pt x="955196" y="154305"/>
                </a:lnTo>
                <a:lnTo>
                  <a:pt x="975512" y="154305"/>
                </a:lnTo>
                <a:lnTo>
                  <a:pt x="995839" y="154305"/>
                </a:lnTo>
                <a:lnTo>
                  <a:pt x="1016165" y="154305"/>
                </a:lnTo>
                <a:lnTo>
                  <a:pt x="1036482" y="154305"/>
                </a:lnTo>
                <a:lnTo>
                  <a:pt x="1056808" y="154305"/>
                </a:lnTo>
                <a:lnTo>
                  <a:pt x="1077135" y="154305"/>
                </a:lnTo>
                <a:lnTo>
                  <a:pt x="1097461" y="154305"/>
                </a:lnTo>
                <a:lnTo>
                  <a:pt x="1117778" y="154305"/>
                </a:lnTo>
                <a:lnTo>
                  <a:pt x="1138104" y="154305"/>
                </a:lnTo>
                <a:lnTo>
                  <a:pt x="1158431" y="154305"/>
                </a:lnTo>
                <a:lnTo>
                  <a:pt x="1178747" y="154305"/>
                </a:lnTo>
                <a:lnTo>
                  <a:pt x="1199074" y="154305"/>
                </a:lnTo>
                <a:lnTo>
                  <a:pt x="1219400" y="154305"/>
                </a:lnTo>
                <a:lnTo>
                  <a:pt x="1239717" y="154305"/>
                </a:lnTo>
                <a:lnTo>
                  <a:pt x="1260043" y="154305"/>
                </a:lnTo>
                <a:lnTo>
                  <a:pt x="1280370" y="154305"/>
                </a:lnTo>
                <a:lnTo>
                  <a:pt x="1300686" y="154305"/>
                </a:lnTo>
                <a:lnTo>
                  <a:pt x="1321013" y="154305"/>
                </a:lnTo>
                <a:lnTo>
                  <a:pt x="1341339" y="154305"/>
                </a:lnTo>
                <a:lnTo>
                  <a:pt x="1361656" y="154305"/>
                </a:lnTo>
                <a:lnTo>
                  <a:pt x="1381982" y="154305"/>
                </a:lnTo>
                <a:lnTo>
                  <a:pt x="1402309" y="154305"/>
                </a:lnTo>
                <a:lnTo>
                  <a:pt x="1422625" y="154305"/>
                </a:lnTo>
                <a:lnTo>
                  <a:pt x="1442952" y="154305"/>
                </a:lnTo>
                <a:lnTo>
                  <a:pt x="1463278" y="154305"/>
                </a:lnTo>
                <a:lnTo>
                  <a:pt x="1483595" y="154305"/>
                </a:lnTo>
                <a:lnTo>
                  <a:pt x="1503921" y="154305"/>
                </a:lnTo>
                <a:lnTo>
                  <a:pt x="1524248" y="154305"/>
                </a:lnTo>
                <a:lnTo>
                  <a:pt x="1544564" y="154305"/>
                </a:lnTo>
                <a:lnTo>
                  <a:pt x="1564891" y="154305"/>
                </a:lnTo>
                <a:lnTo>
                  <a:pt x="1585217" y="154305"/>
                </a:lnTo>
                <a:lnTo>
                  <a:pt x="1605534" y="154305"/>
                </a:lnTo>
                <a:lnTo>
                  <a:pt x="1625860" y="154305"/>
                </a:lnTo>
                <a:lnTo>
                  <a:pt x="1646187" y="154305"/>
                </a:lnTo>
                <a:lnTo>
                  <a:pt x="1666504" y="154305"/>
                </a:lnTo>
                <a:lnTo>
                  <a:pt x="1686830" y="154305"/>
                </a:lnTo>
                <a:lnTo>
                  <a:pt x="1707156" y="154305"/>
                </a:lnTo>
                <a:lnTo>
                  <a:pt x="1727473" y="154305"/>
                </a:lnTo>
                <a:lnTo>
                  <a:pt x="1747799" y="154305"/>
                </a:lnTo>
                <a:lnTo>
                  <a:pt x="1768126" y="154305"/>
                </a:lnTo>
                <a:lnTo>
                  <a:pt x="1788452" y="154305"/>
                </a:lnTo>
                <a:lnTo>
                  <a:pt x="1808769" y="154305"/>
                </a:lnTo>
                <a:lnTo>
                  <a:pt x="1829095" y="154305"/>
                </a:lnTo>
                <a:lnTo>
                  <a:pt x="1849422" y="154305"/>
                </a:lnTo>
                <a:lnTo>
                  <a:pt x="1869738" y="154305"/>
                </a:lnTo>
                <a:lnTo>
                  <a:pt x="1890065" y="154305"/>
                </a:lnTo>
                <a:lnTo>
                  <a:pt x="1910391" y="154305"/>
                </a:lnTo>
                <a:lnTo>
                  <a:pt x="1930708" y="154305"/>
                </a:lnTo>
                <a:lnTo>
                  <a:pt x="1951034" y="154305"/>
                </a:lnTo>
                <a:lnTo>
                  <a:pt x="1971361" y="154305"/>
                </a:lnTo>
                <a:lnTo>
                  <a:pt x="1991678" y="154305"/>
                </a:lnTo>
                <a:lnTo>
                  <a:pt x="2012004" y="154305"/>
                </a:lnTo>
                <a:lnTo>
                  <a:pt x="2032330" y="154305"/>
                </a:lnTo>
                <a:lnTo>
                  <a:pt x="2051704" y="149552"/>
                </a:lnTo>
                <a:lnTo>
                  <a:pt x="2070468" y="141751"/>
                </a:lnTo>
                <a:lnTo>
                  <a:pt x="2089242" y="133960"/>
                </a:lnTo>
                <a:lnTo>
                  <a:pt x="2108006" y="126159"/>
                </a:lnTo>
                <a:lnTo>
                  <a:pt x="2126780" y="118367"/>
                </a:lnTo>
                <a:lnTo>
                  <a:pt x="2145544" y="110566"/>
                </a:lnTo>
                <a:lnTo>
                  <a:pt x="2164309" y="102775"/>
                </a:lnTo>
                <a:lnTo>
                  <a:pt x="2183082" y="94974"/>
                </a:lnTo>
                <a:lnTo>
                  <a:pt x="2201847" y="87182"/>
                </a:lnTo>
                <a:lnTo>
                  <a:pt x="2220620" y="79381"/>
                </a:lnTo>
                <a:lnTo>
                  <a:pt x="2239385" y="71590"/>
                </a:lnTo>
                <a:lnTo>
                  <a:pt x="2258158" y="63789"/>
                </a:lnTo>
                <a:lnTo>
                  <a:pt x="2276923" y="55997"/>
                </a:lnTo>
                <a:lnTo>
                  <a:pt x="2295687" y="48196"/>
                </a:lnTo>
                <a:lnTo>
                  <a:pt x="2314461" y="40405"/>
                </a:lnTo>
                <a:lnTo>
                  <a:pt x="2333225" y="32604"/>
                </a:lnTo>
                <a:lnTo>
                  <a:pt x="2351999" y="24813"/>
                </a:lnTo>
                <a:lnTo>
                  <a:pt x="2370763" y="17012"/>
                </a:lnTo>
                <a:lnTo>
                  <a:pt x="2389537" y="9220"/>
                </a:lnTo>
                <a:lnTo>
                  <a:pt x="2408301" y="1419"/>
                </a:lnTo>
                <a:lnTo>
                  <a:pt x="2395118" y="0"/>
                </a:lnTo>
                <a:lnTo>
                  <a:pt x="2374792" y="0"/>
                </a:lnTo>
                <a:lnTo>
                  <a:pt x="2354475" y="0"/>
                </a:lnTo>
                <a:lnTo>
                  <a:pt x="2334149" y="0"/>
                </a:lnTo>
                <a:lnTo>
                  <a:pt x="2313823" y="0"/>
                </a:lnTo>
                <a:lnTo>
                  <a:pt x="2293506" y="0"/>
                </a:lnTo>
                <a:lnTo>
                  <a:pt x="2273179" y="0"/>
                </a:lnTo>
                <a:lnTo>
                  <a:pt x="2252853" y="0"/>
                </a:lnTo>
                <a:lnTo>
                  <a:pt x="2232536" y="0"/>
                </a:lnTo>
                <a:lnTo>
                  <a:pt x="2212210" y="0"/>
                </a:lnTo>
                <a:lnTo>
                  <a:pt x="2191883" y="0"/>
                </a:lnTo>
                <a:lnTo>
                  <a:pt x="2171567" y="0"/>
                </a:lnTo>
                <a:lnTo>
                  <a:pt x="2151240" y="0"/>
                </a:lnTo>
                <a:lnTo>
                  <a:pt x="2130914" y="0"/>
                </a:lnTo>
                <a:lnTo>
                  <a:pt x="2110597" y="0"/>
                </a:lnTo>
                <a:lnTo>
                  <a:pt x="2090271" y="0"/>
                </a:lnTo>
                <a:lnTo>
                  <a:pt x="2069944" y="0"/>
                </a:lnTo>
                <a:lnTo>
                  <a:pt x="2049618" y="0"/>
                </a:lnTo>
                <a:lnTo>
                  <a:pt x="2029301" y="0"/>
                </a:lnTo>
                <a:lnTo>
                  <a:pt x="2008975" y="0"/>
                </a:lnTo>
                <a:lnTo>
                  <a:pt x="1988649" y="0"/>
                </a:lnTo>
                <a:lnTo>
                  <a:pt x="1968332" y="0"/>
                </a:lnTo>
                <a:lnTo>
                  <a:pt x="1948005" y="0"/>
                </a:lnTo>
                <a:lnTo>
                  <a:pt x="1927679" y="0"/>
                </a:lnTo>
                <a:lnTo>
                  <a:pt x="1907362" y="0"/>
                </a:lnTo>
                <a:lnTo>
                  <a:pt x="1887036" y="0"/>
                </a:lnTo>
                <a:lnTo>
                  <a:pt x="1866710" y="0"/>
                </a:lnTo>
                <a:lnTo>
                  <a:pt x="1846393" y="0"/>
                </a:lnTo>
                <a:lnTo>
                  <a:pt x="1826066" y="0"/>
                </a:lnTo>
                <a:lnTo>
                  <a:pt x="1805740" y="0"/>
                </a:lnTo>
                <a:lnTo>
                  <a:pt x="1785423" y="0"/>
                </a:lnTo>
                <a:lnTo>
                  <a:pt x="1765097" y="0"/>
                </a:lnTo>
                <a:lnTo>
                  <a:pt x="1744770" y="0"/>
                </a:lnTo>
                <a:lnTo>
                  <a:pt x="1724454" y="0"/>
                </a:lnTo>
                <a:lnTo>
                  <a:pt x="1704127" y="0"/>
                </a:lnTo>
                <a:lnTo>
                  <a:pt x="1683801" y="0"/>
                </a:lnTo>
                <a:lnTo>
                  <a:pt x="1663484" y="0"/>
                </a:lnTo>
                <a:lnTo>
                  <a:pt x="1643158" y="0"/>
                </a:lnTo>
                <a:lnTo>
                  <a:pt x="1622831" y="0"/>
                </a:lnTo>
                <a:lnTo>
                  <a:pt x="1602515" y="0"/>
                </a:lnTo>
                <a:lnTo>
                  <a:pt x="1582188" y="0"/>
                </a:lnTo>
                <a:lnTo>
                  <a:pt x="1561862" y="0"/>
                </a:lnTo>
                <a:lnTo>
                  <a:pt x="1541545" y="0"/>
                </a:lnTo>
                <a:lnTo>
                  <a:pt x="1521219" y="0"/>
                </a:lnTo>
                <a:lnTo>
                  <a:pt x="1500892" y="0"/>
                </a:lnTo>
                <a:lnTo>
                  <a:pt x="1480576" y="0"/>
                </a:lnTo>
                <a:lnTo>
                  <a:pt x="1460249" y="0"/>
                </a:lnTo>
                <a:lnTo>
                  <a:pt x="1439923" y="0"/>
                </a:lnTo>
                <a:lnTo>
                  <a:pt x="1419596" y="0"/>
                </a:lnTo>
                <a:lnTo>
                  <a:pt x="1399280" y="0"/>
                </a:lnTo>
                <a:lnTo>
                  <a:pt x="1378953" y="0"/>
                </a:lnTo>
                <a:lnTo>
                  <a:pt x="1358627" y="0"/>
                </a:lnTo>
                <a:lnTo>
                  <a:pt x="1338310" y="0"/>
                </a:lnTo>
                <a:lnTo>
                  <a:pt x="1317984" y="0"/>
                </a:lnTo>
                <a:lnTo>
                  <a:pt x="1297657" y="0"/>
                </a:lnTo>
                <a:lnTo>
                  <a:pt x="1277341" y="0"/>
                </a:lnTo>
                <a:lnTo>
                  <a:pt x="1257014" y="0"/>
                </a:lnTo>
                <a:lnTo>
                  <a:pt x="1236688" y="0"/>
                </a:lnTo>
                <a:lnTo>
                  <a:pt x="1216371" y="0"/>
                </a:lnTo>
                <a:lnTo>
                  <a:pt x="1196045" y="0"/>
                </a:lnTo>
                <a:lnTo>
                  <a:pt x="1175718" y="0"/>
                </a:lnTo>
                <a:lnTo>
                  <a:pt x="1155402" y="0"/>
                </a:lnTo>
                <a:lnTo>
                  <a:pt x="1135075" y="0"/>
                </a:lnTo>
                <a:lnTo>
                  <a:pt x="1114749" y="0"/>
                </a:lnTo>
                <a:lnTo>
                  <a:pt x="1094432" y="0"/>
                </a:lnTo>
                <a:lnTo>
                  <a:pt x="1074106" y="0"/>
                </a:lnTo>
                <a:lnTo>
                  <a:pt x="1053779" y="0"/>
                </a:lnTo>
                <a:lnTo>
                  <a:pt x="1033463" y="0"/>
                </a:lnTo>
                <a:lnTo>
                  <a:pt x="1013136" y="0"/>
                </a:lnTo>
                <a:lnTo>
                  <a:pt x="992810" y="0"/>
                </a:lnTo>
                <a:lnTo>
                  <a:pt x="972493" y="0"/>
                </a:lnTo>
                <a:lnTo>
                  <a:pt x="952167" y="0"/>
                </a:lnTo>
                <a:lnTo>
                  <a:pt x="931840" y="0"/>
                </a:lnTo>
                <a:lnTo>
                  <a:pt x="911523" y="0"/>
                </a:lnTo>
                <a:lnTo>
                  <a:pt x="891197" y="0"/>
                </a:lnTo>
                <a:lnTo>
                  <a:pt x="870871" y="0"/>
                </a:lnTo>
                <a:lnTo>
                  <a:pt x="850554" y="0"/>
                </a:lnTo>
                <a:lnTo>
                  <a:pt x="830228" y="0"/>
                </a:lnTo>
                <a:lnTo>
                  <a:pt x="809901" y="0"/>
                </a:lnTo>
                <a:lnTo>
                  <a:pt x="789584" y="0"/>
                </a:lnTo>
                <a:lnTo>
                  <a:pt x="769258" y="0"/>
                </a:lnTo>
                <a:lnTo>
                  <a:pt x="748932" y="0"/>
                </a:lnTo>
                <a:lnTo>
                  <a:pt x="728615" y="0"/>
                </a:lnTo>
                <a:lnTo>
                  <a:pt x="708289" y="0"/>
                </a:lnTo>
                <a:lnTo>
                  <a:pt x="687962" y="0"/>
                </a:lnTo>
                <a:lnTo>
                  <a:pt x="667636" y="0"/>
                </a:lnTo>
                <a:lnTo>
                  <a:pt x="647319" y="0"/>
                </a:lnTo>
                <a:lnTo>
                  <a:pt x="626993" y="0"/>
                </a:lnTo>
                <a:lnTo>
                  <a:pt x="606666" y="0"/>
                </a:lnTo>
                <a:lnTo>
                  <a:pt x="586349" y="0"/>
                </a:lnTo>
                <a:lnTo>
                  <a:pt x="566023" y="0"/>
                </a:lnTo>
                <a:lnTo>
                  <a:pt x="545697" y="0"/>
                </a:lnTo>
                <a:lnTo>
                  <a:pt x="525380" y="0"/>
                </a:lnTo>
                <a:lnTo>
                  <a:pt x="505054" y="0"/>
                </a:lnTo>
                <a:lnTo>
                  <a:pt x="485337" y="3972"/>
                </a:lnTo>
                <a:lnTo>
                  <a:pt x="465915" y="9982"/>
                </a:lnTo>
                <a:lnTo>
                  <a:pt x="446503" y="16002"/>
                </a:lnTo>
                <a:lnTo>
                  <a:pt x="427091" y="22012"/>
                </a:lnTo>
                <a:lnTo>
                  <a:pt x="407680" y="28023"/>
                </a:lnTo>
                <a:lnTo>
                  <a:pt x="388268" y="34042"/>
                </a:lnTo>
                <a:lnTo>
                  <a:pt x="368856" y="40053"/>
                </a:lnTo>
                <a:lnTo>
                  <a:pt x="349444" y="46063"/>
                </a:lnTo>
                <a:lnTo>
                  <a:pt x="330022" y="52083"/>
                </a:lnTo>
                <a:lnTo>
                  <a:pt x="310610" y="58093"/>
                </a:lnTo>
                <a:lnTo>
                  <a:pt x="291198" y="64103"/>
                </a:lnTo>
                <a:lnTo>
                  <a:pt x="271786" y="70123"/>
                </a:lnTo>
                <a:lnTo>
                  <a:pt x="252374" y="76133"/>
                </a:lnTo>
                <a:lnTo>
                  <a:pt x="232962" y="82144"/>
                </a:lnTo>
                <a:lnTo>
                  <a:pt x="213551" y="88163"/>
                </a:lnTo>
                <a:lnTo>
                  <a:pt x="194129" y="94174"/>
                </a:lnTo>
                <a:lnTo>
                  <a:pt x="174717" y="100184"/>
                </a:lnTo>
                <a:lnTo>
                  <a:pt x="155305" y="106194"/>
                </a:lnTo>
                <a:lnTo>
                  <a:pt x="135893" y="112214"/>
                </a:lnTo>
                <a:lnTo>
                  <a:pt x="116481" y="118224"/>
                </a:lnTo>
                <a:lnTo>
                  <a:pt x="97069" y="124235"/>
                </a:lnTo>
                <a:lnTo>
                  <a:pt x="77657" y="130254"/>
                </a:lnTo>
                <a:lnTo>
                  <a:pt x="58236" y="136265"/>
                </a:lnTo>
                <a:lnTo>
                  <a:pt x="38824" y="142275"/>
                </a:lnTo>
                <a:lnTo>
                  <a:pt x="19412" y="148295"/>
                </a:lnTo>
                <a:lnTo>
                  <a:pt x="0" y="15430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6F6F"/>
            </a:solidFill>
            <a:prstDash val="solid"/>
          </a:ln>
        </p:spPr>
      </p:sp>
      <p:sp>
        <p:nvSpPr>
          <p:cNvPr id="10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EF26F310-1844-4A61-895B-01A8576C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7028" y="4586288"/>
            <a:ext cx="2255520" cy="154305"/>
          </a:xfrm>
          <a:custGeom xmlns:a="http://schemas.openxmlformats.org/drawingml/2006/main">
            <a:pathLst>
              <a:path w="2255520" h="154305">
                <a:moveTo>
                  <a:pt x="0" y="154305"/>
                </a:moveTo>
                <a:lnTo>
                  <a:pt x="19050" y="154305"/>
                </a:lnTo>
                <a:lnTo>
                  <a:pt x="38100" y="154305"/>
                </a:lnTo>
                <a:lnTo>
                  <a:pt x="57150" y="154305"/>
                </a:lnTo>
                <a:lnTo>
                  <a:pt x="76200" y="154305"/>
                </a:lnTo>
                <a:lnTo>
                  <a:pt x="95250" y="154305"/>
                </a:lnTo>
                <a:lnTo>
                  <a:pt x="114300" y="154305"/>
                </a:lnTo>
                <a:lnTo>
                  <a:pt x="133350" y="154305"/>
                </a:lnTo>
                <a:lnTo>
                  <a:pt x="152400" y="154305"/>
                </a:lnTo>
                <a:lnTo>
                  <a:pt x="171440" y="154305"/>
                </a:lnTo>
                <a:lnTo>
                  <a:pt x="190490" y="154305"/>
                </a:lnTo>
                <a:lnTo>
                  <a:pt x="209540" y="154305"/>
                </a:lnTo>
                <a:lnTo>
                  <a:pt x="228590" y="154305"/>
                </a:lnTo>
                <a:lnTo>
                  <a:pt x="247640" y="154305"/>
                </a:lnTo>
                <a:lnTo>
                  <a:pt x="266690" y="154305"/>
                </a:lnTo>
                <a:lnTo>
                  <a:pt x="285740" y="154305"/>
                </a:lnTo>
                <a:lnTo>
                  <a:pt x="304790" y="154305"/>
                </a:lnTo>
                <a:lnTo>
                  <a:pt x="323840" y="154305"/>
                </a:lnTo>
                <a:lnTo>
                  <a:pt x="342890" y="154305"/>
                </a:lnTo>
                <a:lnTo>
                  <a:pt x="361940" y="154305"/>
                </a:lnTo>
                <a:lnTo>
                  <a:pt x="380990" y="154305"/>
                </a:lnTo>
                <a:lnTo>
                  <a:pt x="400040" y="154305"/>
                </a:lnTo>
                <a:lnTo>
                  <a:pt x="419090" y="154305"/>
                </a:lnTo>
                <a:lnTo>
                  <a:pt x="438140" y="154305"/>
                </a:lnTo>
                <a:lnTo>
                  <a:pt x="457190" y="154305"/>
                </a:lnTo>
                <a:lnTo>
                  <a:pt x="476240" y="154305"/>
                </a:lnTo>
                <a:lnTo>
                  <a:pt x="495281" y="154305"/>
                </a:lnTo>
                <a:lnTo>
                  <a:pt x="514331" y="154305"/>
                </a:lnTo>
                <a:lnTo>
                  <a:pt x="533381" y="154305"/>
                </a:lnTo>
                <a:lnTo>
                  <a:pt x="552431" y="154305"/>
                </a:lnTo>
                <a:lnTo>
                  <a:pt x="571481" y="154305"/>
                </a:lnTo>
                <a:lnTo>
                  <a:pt x="590531" y="154305"/>
                </a:lnTo>
                <a:lnTo>
                  <a:pt x="609581" y="154305"/>
                </a:lnTo>
                <a:lnTo>
                  <a:pt x="628631" y="154305"/>
                </a:lnTo>
                <a:lnTo>
                  <a:pt x="647681" y="154305"/>
                </a:lnTo>
                <a:lnTo>
                  <a:pt x="666731" y="154305"/>
                </a:lnTo>
                <a:lnTo>
                  <a:pt x="685781" y="154305"/>
                </a:lnTo>
                <a:lnTo>
                  <a:pt x="704831" y="154305"/>
                </a:lnTo>
                <a:lnTo>
                  <a:pt x="723881" y="154305"/>
                </a:lnTo>
                <a:lnTo>
                  <a:pt x="742931" y="154305"/>
                </a:lnTo>
                <a:lnTo>
                  <a:pt x="761981" y="154305"/>
                </a:lnTo>
                <a:lnTo>
                  <a:pt x="781031" y="154305"/>
                </a:lnTo>
                <a:lnTo>
                  <a:pt x="800081" y="154305"/>
                </a:lnTo>
                <a:lnTo>
                  <a:pt x="819121" y="154305"/>
                </a:lnTo>
                <a:lnTo>
                  <a:pt x="838171" y="154305"/>
                </a:lnTo>
                <a:lnTo>
                  <a:pt x="857221" y="154305"/>
                </a:lnTo>
                <a:lnTo>
                  <a:pt x="876271" y="154305"/>
                </a:lnTo>
                <a:lnTo>
                  <a:pt x="895321" y="154305"/>
                </a:lnTo>
                <a:lnTo>
                  <a:pt x="914371" y="154305"/>
                </a:lnTo>
                <a:lnTo>
                  <a:pt x="933421" y="154305"/>
                </a:lnTo>
                <a:lnTo>
                  <a:pt x="952471" y="154305"/>
                </a:lnTo>
                <a:lnTo>
                  <a:pt x="971521" y="154305"/>
                </a:lnTo>
                <a:lnTo>
                  <a:pt x="990571" y="154305"/>
                </a:lnTo>
                <a:lnTo>
                  <a:pt x="1009621" y="154305"/>
                </a:lnTo>
                <a:lnTo>
                  <a:pt x="1028671" y="154305"/>
                </a:lnTo>
                <a:lnTo>
                  <a:pt x="1047721" y="154305"/>
                </a:lnTo>
                <a:lnTo>
                  <a:pt x="1066771" y="154305"/>
                </a:lnTo>
                <a:lnTo>
                  <a:pt x="1085821" y="154305"/>
                </a:lnTo>
                <a:lnTo>
                  <a:pt x="1104871" y="154305"/>
                </a:lnTo>
                <a:lnTo>
                  <a:pt x="1123921" y="154305"/>
                </a:lnTo>
                <a:lnTo>
                  <a:pt x="1142962" y="154305"/>
                </a:lnTo>
                <a:lnTo>
                  <a:pt x="1162012" y="154305"/>
                </a:lnTo>
                <a:lnTo>
                  <a:pt x="1181062" y="154305"/>
                </a:lnTo>
                <a:lnTo>
                  <a:pt x="1200112" y="154305"/>
                </a:lnTo>
                <a:lnTo>
                  <a:pt x="1219162" y="154305"/>
                </a:lnTo>
                <a:lnTo>
                  <a:pt x="1238212" y="154305"/>
                </a:lnTo>
                <a:lnTo>
                  <a:pt x="1257262" y="154305"/>
                </a:lnTo>
                <a:lnTo>
                  <a:pt x="1276312" y="154305"/>
                </a:lnTo>
                <a:lnTo>
                  <a:pt x="1295362" y="154305"/>
                </a:lnTo>
                <a:lnTo>
                  <a:pt x="1314412" y="154305"/>
                </a:lnTo>
                <a:lnTo>
                  <a:pt x="1333462" y="154305"/>
                </a:lnTo>
                <a:lnTo>
                  <a:pt x="1352512" y="154305"/>
                </a:lnTo>
                <a:lnTo>
                  <a:pt x="1371562" y="154305"/>
                </a:lnTo>
                <a:lnTo>
                  <a:pt x="1390612" y="154305"/>
                </a:lnTo>
                <a:lnTo>
                  <a:pt x="1409662" y="154305"/>
                </a:lnTo>
                <a:lnTo>
                  <a:pt x="1428712" y="154305"/>
                </a:lnTo>
                <a:lnTo>
                  <a:pt x="1447762" y="154305"/>
                </a:lnTo>
                <a:lnTo>
                  <a:pt x="1466802" y="154305"/>
                </a:lnTo>
                <a:lnTo>
                  <a:pt x="1485852" y="154305"/>
                </a:lnTo>
                <a:lnTo>
                  <a:pt x="1504902" y="154305"/>
                </a:lnTo>
                <a:lnTo>
                  <a:pt x="1523952" y="154305"/>
                </a:lnTo>
                <a:lnTo>
                  <a:pt x="1543002" y="154305"/>
                </a:lnTo>
                <a:lnTo>
                  <a:pt x="1562052" y="154305"/>
                </a:lnTo>
                <a:lnTo>
                  <a:pt x="1581102" y="154305"/>
                </a:lnTo>
                <a:lnTo>
                  <a:pt x="1600152" y="154305"/>
                </a:lnTo>
                <a:lnTo>
                  <a:pt x="1619202" y="154305"/>
                </a:lnTo>
                <a:lnTo>
                  <a:pt x="1638252" y="154305"/>
                </a:lnTo>
                <a:lnTo>
                  <a:pt x="1657302" y="154305"/>
                </a:lnTo>
                <a:lnTo>
                  <a:pt x="1676352" y="154305"/>
                </a:lnTo>
                <a:lnTo>
                  <a:pt x="1695402" y="154305"/>
                </a:lnTo>
                <a:lnTo>
                  <a:pt x="1714452" y="154305"/>
                </a:lnTo>
                <a:lnTo>
                  <a:pt x="1733502" y="154305"/>
                </a:lnTo>
                <a:lnTo>
                  <a:pt x="1752552" y="154305"/>
                </a:lnTo>
                <a:lnTo>
                  <a:pt x="1771602" y="154305"/>
                </a:lnTo>
                <a:lnTo>
                  <a:pt x="1790643" y="154305"/>
                </a:lnTo>
                <a:lnTo>
                  <a:pt x="1809693" y="154305"/>
                </a:lnTo>
                <a:lnTo>
                  <a:pt x="1828743" y="154305"/>
                </a:lnTo>
                <a:lnTo>
                  <a:pt x="1847793" y="154305"/>
                </a:lnTo>
                <a:lnTo>
                  <a:pt x="1866843" y="154305"/>
                </a:lnTo>
                <a:lnTo>
                  <a:pt x="1885398" y="151800"/>
                </a:lnTo>
                <a:lnTo>
                  <a:pt x="1903028" y="144570"/>
                </a:lnTo>
                <a:lnTo>
                  <a:pt x="1920650" y="137341"/>
                </a:lnTo>
                <a:lnTo>
                  <a:pt x="1938271" y="130112"/>
                </a:lnTo>
                <a:lnTo>
                  <a:pt x="1955902" y="122882"/>
                </a:lnTo>
                <a:lnTo>
                  <a:pt x="1973523" y="115653"/>
                </a:lnTo>
                <a:lnTo>
                  <a:pt x="1991144" y="108423"/>
                </a:lnTo>
                <a:lnTo>
                  <a:pt x="2008775" y="101194"/>
                </a:lnTo>
                <a:lnTo>
                  <a:pt x="2026396" y="93974"/>
                </a:lnTo>
                <a:lnTo>
                  <a:pt x="2044027" y="86744"/>
                </a:lnTo>
                <a:lnTo>
                  <a:pt x="2061648" y="79515"/>
                </a:lnTo>
                <a:lnTo>
                  <a:pt x="2079269" y="72285"/>
                </a:lnTo>
                <a:lnTo>
                  <a:pt x="2096900" y="65056"/>
                </a:lnTo>
                <a:lnTo>
                  <a:pt x="2114521" y="57826"/>
                </a:lnTo>
                <a:lnTo>
                  <a:pt x="2132143" y="50597"/>
                </a:lnTo>
                <a:lnTo>
                  <a:pt x="2149773" y="43367"/>
                </a:lnTo>
                <a:lnTo>
                  <a:pt x="2167395" y="36138"/>
                </a:lnTo>
                <a:lnTo>
                  <a:pt x="2185025" y="28918"/>
                </a:lnTo>
                <a:lnTo>
                  <a:pt x="2202647" y="21688"/>
                </a:lnTo>
                <a:lnTo>
                  <a:pt x="2220268" y="14459"/>
                </a:lnTo>
                <a:lnTo>
                  <a:pt x="2237899" y="7229"/>
                </a:lnTo>
                <a:lnTo>
                  <a:pt x="22555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1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A56E1907-96C4-4BFA-A237-78EA3407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9470" y="4586288"/>
            <a:ext cx="17630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2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38B70241-8C0E-42F4-ACD0-80500422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3727313"/>
            <a:ext cx="244793" cy="554174"/>
          </a:xfrm>
          <a:custGeom xmlns:a="http://schemas.openxmlformats.org/drawingml/2006/main">
            <a:pathLst>
              <a:path w="244793" h="554174">
                <a:moveTo>
                  <a:pt x="0" y="554174"/>
                </a:moveTo>
                <a:lnTo>
                  <a:pt x="0" y="535153"/>
                </a:lnTo>
                <a:lnTo>
                  <a:pt x="0" y="516141"/>
                </a:lnTo>
                <a:lnTo>
                  <a:pt x="0" y="497119"/>
                </a:lnTo>
                <a:lnTo>
                  <a:pt x="0" y="478107"/>
                </a:lnTo>
                <a:lnTo>
                  <a:pt x="0" y="459086"/>
                </a:lnTo>
                <a:lnTo>
                  <a:pt x="0" y="440074"/>
                </a:lnTo>
                <a:lnTo>
                  <a:pt x="0" y="421053"/>
                </a:lnTo>
                <a:lnTo>
                  <a:pt x="0" y="402031"/>
                </a:lnTo>
                <a:lnTo>
                  <a:pt x="0" y="383019"/>
                </a:lnTo>
                <a:lnTo>
                  <a:pt x="0" y="363998"/>
                </a:lnTo>
                <a:lnTo>
                  <a:pt x="0" y="344986"/>
                </a:lnTo>
                <a:lnTo>
                  <a:pt x="0" y="325965"/>
                </a:lnTo>
                <a:lnTo>
                  <a:pt x="0" y="306953"/>
                </a:lnTo>
                <a:lnTo>
                  <a:pt x="0" y="287931"/>
                </a:lnTo>
                <a:lnTo>
                  <a:pt x="0" y="268919"/>
                </a:lnTo>
                <a:lnTo>
                  <a:pt x="0" y="249898"/>
                </a:lnTo>
                <a:lnTo>
                  <a:pt x="0" y="230876"/>
                </a:lnTo>
                <a:lnTo>
                  <a:pt x="0" y="211865"/>
                </a:lnTo>
                <a:lnTo>
                  <a:pt x="0" y="192843"/>
                </a:lnTo>
                <a:lnTo>
                  <a:pt x="0" y="173831"/>
                </a:lnTo>
                <a:lnTo>
                  <a:pt x="0" y="154810"/>
                </a:lnTo>
                <a:lnTo>
                  <a:pt x="0" y="135798"/>
                </a:lnTo>
                <a:lnTo>
                  <a:pt x="0" y="116777"/>
                </a:lnTo>
                <a:lnTo>
                  <a:pt x="0" y="97765"/>
                </a:lnTo>
                <a:lnTo>
                  <a:pt x="16059" y="89649"/>
                </a:lnTo>
                <a:lnTo>
                  <a:pt x="33738" y="82629"/>
                </a:lnTo>
                <a:lnTo>
                  <a:pt x="51416" y="75619"/>
                </a:lnTo>
                <a:lnTo>
                  <a:pt x="69085" y="68599"/>
                </a:lnTo>
                <a:lnTo>
                  <a:pt x="86763" y="61589"/>
                </a:lnTo>
                <a:lnTo>
                  <a:pt x="104442" y="54569"/>
                </a:lnTo>
                <a:lnTo>
                  <a:pt x="122111" y="47558"/>
                </a:lnTo>
                <a:lnTo>
                  <a:pt x="139789" y="40538"/>
                </a:lnTo>
                <a:lnTo>
                  <a:pt x="157467" y="33528"/>
                </a:lnTo>
                <a:lnTo>
                  <a:pt x="175146" y="26508"/>
                </a:lnTo>
                <a:lnTo>
                  <a:pt x="192815" y="19498"/>
                </a:lnTo>
                <a:lnTo>
                  <a:pt x="210493" y="12478"/>
                </a:lnTo>
                <a:lnTo>
                  <a:pt x="228171" y="5467"/>
                </a:lnTo>
                <a:lnTo>
                  <a:pt x="244793" y="0"/>
                </a:lnTo>
                <a:lnTo>
                  <a:pt x="244793" y="19021"/>
                </a:lnTo>
                <a:lnTo>
                  <a:pt x="244793" y="38033"/>
                </a:lnTo>
                <a:lnTo>
                  <a:pt x="244793" y="57055"/>
                </a:lnTo>
                <a:lnTo>
                  <a:pt x="244793" y="76067"/>
                </a:lnTo>
                <a:lnTo>
                  <a:pt x="244793" y="95088"/>
                </a:lnTo>
                <a:lnTo>
                  <a:pt x="244793" y="114100"/>
                </a:lnTo>
                <a:lnTo>
                  <a:pt x="244793" y="133121"/>
                </a:lnTo>
                <a:lnTo>
                  <a:pt x="244793" y="152133"/>
                </a:lnTo>
                <a:lnTo>
                  <a:pt x="244793" y="171155"/>
                </a:lnTo>
                <a:lnTo>
                  <a:pt x="244793" y="190176"/>
                </a:lnTo>
                <a:lnTo>
                  <a:pt x="244793" y="209188"/>
                </a:lnTo>
                <a:lnTo>
                  <a:pt x="244793" y="228209"/>
                </a:lnTo>
                <a:lnTo>
                  <a:pt x="244793" y="247221"/>
                </a:lnTo>
                <a:lnTo>
                  <a:pt x="244793" y="266243"/>
                </a:lnTo>
                <a:lnTo>
                  <a:pt x="244793" y="285255"/>
                </a:lnTo>
                <a:lnTo>
                  <a:pt x="244793" y="304276"/>
                </a:lnTo>
                <a:lnTo>
                  <a:pt x="244793" y="323288"/>
                </a:lnTo>
                <a:lnTo>
                  <a:pt x="244793" y="342309"/>
                </a:lnTo>
                <a:lnTo>
                  <a:pt x="244793" y="361331"/>
                </a:lnTo>
                <a:lnTo>
                  <a:pt x="244793" y="380343"/>
                </a:lnTo>
                <a:lnTo>
                  <a:pt x="244793" y="399364"/>
                </a:lnTo>
                <a:lnTo>
                  <a:pt x="244793" y="418376"/>
                </a:lnTo>
                <a:lnTo>
                  <a:pt x="236830" y="432530"/>
                </a:lnTo>
                <a:lnTo>
                  <a:pt x="219913" y="441227"/>
                </a:lnTo>
                <a:lnTo>
                  <a:pt x="202997" y="449913"/>
                </a:lnTo>
                <a:lnTo>
                  <a:pt x="186080" y="458600"/>
                </a:lnTo>
                <a:lnTo>
                  <a:pt x="169164" y="467287"/>
                </a:lnTo>
                <a:lnTo>
                  <a:pt x="152248" y="475974"/>
                </a:lnTo>
                <a:lnTo>
                  <a:pt x="135331" y="484661"/>
                </a:lnTo>
                <a:lnTo>
                  <a:pt x="118415" y="493357"/>
                </a:lnTo>
                <a:lnTo>
                  <a:pt x="101498" y="502044"/>
                </a:lnTo>
                <a:lnTo>
                  <a:pt x="84582" y="510731"/>
                </a:lnTo>
                <a:lnTo>
                  <a:pt x="67666" y="519417"/>
                </a:lnTo>
                <a:lnTo>
                  <a:pt x="50749" y="528104"/>
                </a:lnTo>
                <a:lnTo>
                  <a:pt x="33833" y="536800"/>
                </a:lnTo>
                <a:lnTo>
                  <a:pt x="16916" y="545487"/>
                </a:lnTo>
                <a:lnTo>
                  <a:pt x="0" y="554174"/>
                </a:lnTo>
              </a:path>
            </a:pathLst>
          </a:custGeom>
          <a:solidFill xmlns:a="http://schemas.openxmlformats.org/drawingml/2006/main">
            <a:srgbClr val="B5C5D7"/>
          </a:solidFill>
          <a:ln xmlns:a="http://schemas.openxmlformats.org/drawingml/2006/main" w="9525">
            <a:solidFill>
              <a:srgbClr val="6F6F6F"/>
            </a:solidFill>
            <a:prstDash val="solid"/>
          </a:ln>
        </p:spPr>
      </p:sp>
      <p:sp>
        <p:nvSpPr>
          <p:cNvPr id="13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904CBF0B-2348-4A4E-999F-DAFAD5A6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6320" y="4155758"/>
            <a:ext cx="2280733" cy="125730"/>
          </a:xfrm>
          <a:custGeom xmlns:a="http://schemas.openxmlformats.org/drawingml/2006/main">
            <a:pathLst>
              <a:path w="2280733" h="125730">
                <a:moveTo>
                  <a:pt x="0" y="125730"/>
                </a:moveTo>
                <a:lnTo>
                  <a:pt x="19260" y="125730"/>
                </a:lnTo>
                <a:lnTo>
                  <a:pt x="38510" y="125730"/>
                </a:lnTo>
                <a:lnTo>
                  <a:pt x="57769" y="125730"/>
                </a:lnTo>
                <a:lnTo>
                  <a:pt x="77019" y="125730"/>
                </a:lnTo>
                <a:lnTo>
                  <a:pt x="96279" y="125730"/>
                </a:lnTo>
                <a:lnTo>
                  <a:pt x="115529" y="125730"/>
                </a:lnTo>
                <a:lnTo>
                  <a:pt x="134788" y="125730"/>
                </a:lnTo>
                <a:lnTo>
                  <a:pt x="154038" y="125730"/>
                </a:lnTo>
                <a:lnTo>
                  <a:pt x="173298" y="125730"/>
                </a:lnTo>
                <a:lnTo>
                  <a:pt x="192548" y="125730"/>
                </a:lnTo>
                <a:lnTo>
                  <a:pt x="211807" y="125730"/>
                </a:lnTo>
                <a:lnTo>
                  <a:pt x="231057" y="125730"/>
                </a:lnTo>
                <a:lnTo>
                  <a:pt x="250317" y="125730"/>
                </a:lnTo>
                <a:lnTo>
                  <a:pt x="269567" y="125730"/>
                </a:lnTo>
                <a:lnTo>
                  <a:pt x="288827" y="125730"/>
                </a:lnTo>
                <a:lnTo>
                  <a:pt x="308077" y="125730"/>
                </a:lnTo>
                <a:lnTo>
                  <a:pt x="327336" y="125730"/>
                </a:lnTo>
                <a:lnTo>
                  <a:pt x="346586" y="125730"/>
                </a:lnTo>
                <a:lnTo>
                  <a:pt x="365846" y="125730"/>
                </a:lnTo>
                <a:lnTo>
                  <a:pt x="385096" y="125730"/>
                </a:lnTo>
                <a:lnTo>
                  <a:pt x="404355" y="125730"/>
                </a:lnTo>
                <a:lnTo>
                  <a:pt x="423605" y="125730"/>
                </a:lnTo>
                <a:lnTo>
                  <a:pt x="442865" y="125730"/>
                </a:lnTo>
                <a:lnTo>
                  <a:pt x="462124" y="125730"/>
                </a:lnTo>
                <a:lnTo>
                  <a:pt x="481374" y="125730"/>
                </a:lnTo>
                <a:lnTo>
                  <a:pt x="500634" y="125730"/>
                </a:lnTo>
                <a:lnTo>
                  <a:pt x="519884" y="125730"/>
                </a:lnTo>
                <a:lnTo>
                  <a:pt x="539144" y="125730"/>
                </a:lnTo>
                <a:lnTo>
                  <a:pt x="558394" y="125730"/>
                </a:lnTo>
                <a:lnTo>
                  <a:pt x="577653" y="125730"/>
                </a:lnTo>
                <a:lnTo>
                  <a:pt x="596903" y="125730"/>
                </a:lnTo>
                <a:lnTo>
                  <a:pt x="616163" y="125730"/>
                </a:lnTo>
                <a:lnTo>
                  <a:pt x="635413" y="125730"/>
                </a:lnTo>
                <a:lnTo>
                  <a:pt x="654672" y="125730"/>
                </a:lnTo>
                <a:lnTo>
                  <a:pt x="673922" y="125730"/>
                </a:lnTo>
                <a:lnTo>
                  <a:pt x="693182" y="125730"/>
                </a:lnTo>
                <a:lnTo>
                  <a:pt x="712432" y="125730"/>
                </a:lnTo>
                <a:lnTo>
                  <a:pt x="731691" y="125730"/>
                </a:lnTo>
                <a:lnTo>
                  <a:pt x="750941" y="125730"/>
                </a:lnTo>
                <a:lnTo>
                  <a:pt x="770201" y="125730"/>
                </a:lnTo>
                <a:lnTo>
                  <a:pt x="789451" y="125730"/>
                </a:lnTo>
                <a:lnTo>
                  <a:pt x="808711" y="125730"/>
                </a:lnTo>
                <a:lnTo>
                  <a:pt x="827961" y="125730"/>
                </a:lnTo>
                <a:lnTo>
                  <a:pt x="847220" y="125730"/>
                </a:lnTo>
                <a:lnTo>
                  <a:pt x="866470" y="125730"/>
                </a:lnTo>
                <a:lnTo>
                  <a:pt x="885730" y="125730"/>
                </a:lnTo>
                <a:lnTo>
                  <a:pt x="904980" y="125730"/>
                </a:lnTo>
                <a:lnTo>
                  <a:pt x="924239" y="125730"/>
                </a:lnTo>
                <a:lnTo>
                  <a:pt x="943499" y="125730"/>
                </a:lnTo>
                <a:lnTo>
                  <a:pt x="962749" y="125730"/>
                </a:lnTo>
                <a:lnTo>
                  <a:pt x="982008" y="125730"/>
                </a:lnTo>
                <a:lnTo>
                  <a:pt x="1001258" y="125730"/>
                </a:lnTo>
                <a:lnTo>
                  <a:pt x="1020518" y="125730"/>
                </a:lnTo>
                <a:lnTo>
                  <a:pt x="1039768" y="125730"/>
                </a:lnTo>
                <a:lnTo>
                  <a:pt x="1059028" y="125730"/>
                </a:lnTo>
                <a:lnTo>
                  <a:pt x="1078278" y="125730"/>
                </a:lnTo>
                <a:lnTo>
                  <a:pt x="1097537" y="125730"/>
                </a:lnTo>
                <a:lnTo>
                  <a:pt x="1116787" y="125730"/>
                </a:lnTo>
                <a:lnTo>
                  <a:pt x="1136047" y="125730"/>
                </a:lnTo>
                <a:lnTo>
                  <a:pt x="1155297" y="125730"/>
                </a:lnTo>
                <a:lnTo>
                  <a:pt x="1174556" y="125730"/>
                </a:lnTo>
                <a:lnTo>
                  <a:pt x="1193806" y="125730"/>
                </a:lnTo>
                <a:lnTo>
                  <a:pt x="1213066" y="125730"/>
                </a:lnTo>
                <a:lnTo>
                  <a:pt x="1232316" y="125730"/>
                </a:lnTo>
                <a:lnTo>
                  <a:pt x="1251575" y="125730"/>
                </a:lnTo>
                <a:lnTo>
                  <a:pt x="1270825" y="125730"/>
                </a:lnTo>
                <a:lnTo>
                  <a:pt x="1290085" y="125730"/>
                </a:lnTo>
                <a:lnTo>
                  <a:pt x="1309335" y="125730"/>
                </a:lnTo>
                <a:lnTo>
                  <a:pt x="1328595" y="125730"/>
                </a:lnTo>
                <a:lnTo>
                  <a:pt x="1347845" y="125730"/>
                </a:lnTo>
                <a:lnTo>
                  <a:pt x="1367104" y="125730"/>
                </a:lnTo>
                <a:lnTo>
                  <a:pt x="1386354" y="125730"/>
                </a:lnTo>
                <a:lnTo>
                  <a:pt x="1405614" y="125730"/>
                </a:lnTo>
                <a:lnTo>
                  <a:pt x="1424873" y="125730"/>
                </a:lnTo>
                <a:lnTo>
                  <a:pt x="1444123" y="125730"/>
                </a:lnTo>
                <a:lnTo>
                  <a:pt x="1463383" y="125730"/>
                </a:lnTo>
                <a:lnTo>
                  <a:pt x="1482633" y="125730"/>
                </a:lnTo>
                <a:lnTo>
                  <a:pt x="1501892" y="125730"/>
                </a:lnTo>
                <a:lnTo>
                  <a:pt x="1521143" y="125730"/>
                </a:lnTo>
                <a:lnTo>
                  <a:pt x="1540402" y="125730"/>
                </a:lnTo>
                <a:lnTo>
                  <a:pt x="1559652" y="125730"/>
                </a:lnTo>
                <a:lnTo>
                  <a:pt x="1578912" y="125730"/>
                </a:lnTo>
                <a:lnTo>
                  <a:pt x="1598162" y="125730"/>
                </a:lnTo>
                <a:lnTo>
                  <a:pt x="1617421" y="125730"/>
                </a:lnTo>
                <a:lnTo>
                  <a:pt x="1636671" y="125730"/>
                </a:lnTo>
                <a:lnTo>
                  <a:pt x="1655931" y="125730"/>
                </a:lnTo>
                <a:lnTo>
                  <a:pt x="1675181" y="125730"/>
                </a:lnTo>
                <a:lnTo>
                  <a:pt x="1694440" y="125730"/>
                </a:lnTo>
                <a:lnTo>
                  <a:pt x="1713690" y="125730"/>
                </a:lnTo>
                <a:lnTo>
                  <a:pt x="1732950" y="125730"/>
                </a:lnTo>
                <a:lnTo>
                  <a:pt x="1752200" y="125730"/>
                </a:lnTo>
                <a:lnTo>
                  <a:pt x="1771460" y="125730"/>
                </a:lnTo>
                <a:lnTo>
                  <a:pt x="1790710" y="125730"/>
                </a:lnTo>
                <a:lnTo>
                  <a:pt x="1809969" y="125730"/>
                </a:lnTo>
                <a:lnTo>
                  <a:pt x="1829219" y="125730"/>
                </a:lnTo>
                <a:lnTo>
                  <a:pt x="1848479" y="125730"/>
                </a:lnTo>
                <a:lnTo>
                  <a:pt x="1867738" y="125730"/>
                </a:lnTo>
                <a:lnTo>
                  <a:pt x="1886988" y="125730"/>
                </a:lnTo>
                <a:lnTo>
                  <a:pt x="1906248" y="125730"/>
                </a:lnTo>
                <a:lnTo>
                  <a:pt x="1925498" y="125730"/>
                </a:lnTo>
                <a:lnTo>
                  <a:pt x="1944757" y="125730"/>
                </a:lnTo>
                <a:lnTo>
                  <a:pt x="1964007" y="125730"/>
                </a:lnTo>
                <a:lnTo>
                  <a:pt x="1983267" y="125730"/>
                </a:lnTo>
                <a:lnTo>
                  <a:pt x="2002517" y="125730"/>
                </a:lnTo>
                <a:lnTo>
                  <a:pt x="2021777" y="125730"/>
                </a:lnTo>
                <a:lnTo>
                  <a:pt x="2040941" y="125378"/>
                </a:lnTo>
                <a:lnTo>
                  <a:pt x="2058067" y="116576"/>
                </a:lnTo>
                <a:lnTo>
                  <a:pt x="2075202" y="107785"/>
                </a:lnTo>
                <a:lnTo>
                  <a:pt x="2092328" y="98984"/>
                </a:lnTo>
                <a:lnTo>
                  <a:pt x="2109454" y="90192"/>
                </a:lnTo>
                <a:lnTo>
                  <a:pt x="2126580" y="81391"/>
                </a:lnTo>
                <a:lnTo>
                  <a:pt x="2143706" y="72590"/>
                </a:lnTo>
                <a:lnTo>
                  <a:pt x="2160842" y="63798"/>
                </a:lnTo>
                <a:lnTo>
                  <a:pt x="2177967" y="54997"/>
                </a:lnTo>
                <a:lnTo>
                  <a:pt x="2195093" y="46206"/>
                </a:lnTo>
                <a:lnTo>
                  <a:pt x="2212219" y="37405"/>
                </a:lnTo>
                <a:lnTo>
                  <a:pt x="2229345" y="28604"/>
                </a:lnTo>
                <a:lnTo>
                  <a:pt x="2246481" y="19812"/>
                </a:lnTo>
                <a:lnTo>
                  <a:pt x="2263607" y="11011"/>
                </a:lnTo>
                <a:lnTo>
                  <a:pt x="2280733" y="2219"/>
                </a:lnTo>
                <a:lnTo>
                  <a:pt x="2270646" y="0"/>
                </a:lnTo>
                <a:lnTo>
                  <a:pt x="2251386" y="0"/>
                </a:lnTo>
                <a:lnTo>
                  <a:pt x="2232136" y="0"/>
                </a:lnTo>
                <a:lnTo>
                  <a:pt x="2212877" y="0"/>
                </a:lnTo>
                <a:lnTo>
                  <a:pt x="2193627" y="0"/>
                </a:lnTo>
                <a:lnTo>
                  <a:pt x="2174367" y="0"/>
                </a:lnTo>
                <a:lnTo>
                  <a:pt x="2155117" y="0"/>
                </a:lnTo>
                <a:lnTo>
                  <a:pt x="2135857" y="0"/>
                </a:lnTo>
                <a:lnTo>
                  <a:pt x="2116607" y="0"/>
                </a:lnTo>
                <a:lnTo>
                  <a:pt x="2097348" y="0"/>
                </a:lnTo>
                <a:lnTo>
                  <a:pt x="2078088" y="0"/>
                </a:lnTo>
                <a:lnTo>
                  <a:pt x="2058838" y="0"/>
                </a:lnTo>
                <a:lnTo>
                  <a:pt x="2039579" y="0"/>
                </a:lnTo>
                <a:lnTo>
                  <a:pt x="2020329" y="0"/>
                </a:lnTo>
                <a:lnTo>
                  <a:pt x="2001069" y="0"/>
                </a:lnTo>
                <a:lnTo>
                  <a:pt x="1981819" y="0"/>
                </a:lnTo>
                <a:lnTo>
                  <a:pt x="1962560" y="0"/>
                </a:lnTo>
                <a:lnTo>
                  <a:pt x="1943310" y="0"/>
                </a:lnTo>
                <a:lnTo>
                  <a:pt x="1924050" y="0"/>
                </a:lnTo>
                <a:lnTo>
                  <a:pt x="1904800" y="0"/>
                </a:lnTo>
                <a:lnTo>
                  <a:pt x="1885540" y="0"/>
                </a:lnTo>
                <a:lnTo>
                  <a:pt x="1866290" y="0"/>
                </a:lnTo>
                <a:lnTo>
                  <a:pt x="1847031" y="0"/>
                </a:lnTo>
                <a:lnTo>
                  <a:pt x="1827781" y="0"/>
                </a:lnTo>
                <a:lnTo>
                  <a:pt x="1808521" y="0"/>
                </a:lnTo>
                <a:lnTo>
                  <a:pt x="1789271" y="0"/>
                </a:lnTo>
                <a:lnTo>
                  <a:pt x="1770012" y="0"/>
                </a:lnTo>
                <a:lnTo>
                  <a:pt x="1750762" y="0"/>
                </a:lnTo>
                <a:lnTo>
                  <a:pt x="1731502" y="0"/>
                </a:lnTo>
                <a:lnTo>
                  <a:pt x="1712252" y="0"/>
                </a:lnTo>
                <a:lnTo>
                  <a:pt x="1692993" y="0"/>
                </a:lnTo>
                <a:lnTo>
                  <a:pt x="1673743" y="0"/>
                </a:lnTo>
                <a:lnTo>
                  <a:pt x="1654483" y="0"/>
                </a:lnTo>
                <a:lnTo>
                  <a:pt x="1635223" y="0"/>
                </a:lnTo>
                <a:lnTo>
                  <a:pt x="1615973" y="0"/>
                </a:lnTo>
                <a:lnTo>
                  <a:pt x="1596714" y="0"/>
                </a:lnTo>
                <a:lnTo>
                  <a:pt x="1577464" y="0"/>
                </a:lnTo>
                <a:lnTo>
                  <a:pt x="1558204" y="0"/>
                </a:lnTo>
                <a:lnTo>
                  <a:pt x="1538954" y="0"/>
                </a:lnTo>
                <a:lnTo>
                  <a:pt x="1519695" y="0"/>
                </a:lnTo>
                <a:lnTo>
                  <a:pt x="1500445" y="0"/>
                </a:lnTo>
                <a:lnTo>
                  <a:pt x="1481185" y="0"/>
                </a:lnTo>
                <a:lnTo>
                  <a:pt x="1461935" y="0"/>
                </a:lnTo>
                <a:lnTo>
                  <a:pt x="1442676" y="0"/>
                </a:lnTo>
                <a:lnTo>
                  <a:pt x="1423426" y="0"/>
                </a:lnTo>
                <a:lnTo>
                  <a:pt x="1404166" y="0"/>
                </a:lnTo>
                <a:lnTo>
                  <a:pt x="1384916" y="0"/>
                </a:lnTo>
                <a:lnTo>
                  <a:pt x="1365656" y="0"/>
                </a:lnTo>
                <a:lnTo>
                  <a:pt x="1346406" y="0"/>
                </a:lnTo>
                <a:lnTo>
                  <a:pt x="1327147" y="0"/>
                </a:lnTo>
                <a:lnTo>
                  <a:pt x="1307897" y="0"/>
                </a:lnTo>
                <a:lnTo>
                  <a:pt x="1288637" y="0"/>
                </a:lnTo>
                <a:lnTo>
                  <a:pt x="1269387" y="0"/>
                </a:lnTo>
                <a:lnTo>
                  <a:pt x="1250128" y="0"/>
                </a:lnTo>
                <a:lnTo>
                  <a:pt x="1230878" y="0"/>
                </a:lnTo>
                <a:lnTo>
                  <a:pt x="1211618" y="0"/>
                </a:lnTo>
                <a:lnTo>
                  <a:pt x="1192368" y="0"/>
                </a:lnTo>
                <a:lnTo>
                  <a:pt x="1173109" y="0"/>
                </a:lnTo>
                <a:lnTo>
                  <a:pt x="1153849" y="0"/>
                </a:lnTo>
                <a:lnTo>
                  <a:pt x="1134599" y="0"/>
                </a:lnTo>
                <a:lnTo>
                  <a:pt x="1115339" y="0"/>
                </a:lnTo>
                <a:lnTo>
                  <a:pt x="1096089" y="0"/>
                </a:lnTo>
                <a:lnTo>
                  <a:pt x="1076830" y="0"/>
                </a:lnTo>
                <a:lnTo>
                  <a:pt x="1057580" y="0"/>
                </a:lnTo>
                <a:lnTo>
                  <a:pt x="1038320" y="0"/>
                </a:lnTo>
                <a:lnTo>
                  <a:pt x="1019070" y="0"/>
                </a:lnTo>
                <a:lnTo>
                  <a:pt x="999811" y="0"/>
                </a:lnTo>
                <a:lnTo>
                  <a:pt x="980561" y="0"/>
                </a:lnTo>
                <a:lnTo>
                  <a:pt x="961301" y="0"/>
                </a:lnTo>
                <a:lnTo>
                  <a:pt x="942051" y="0"/>
                </a:lnTo>
                <a:lnTo>
                  <a:pt x="922792" y="0"/>
                </a:lnTo>
                <a:lnTo>
                  <a:pt x="903542" y="0"/>
                </a:lnTo>
                <a:lnTo>
                  <a:pt x="884282" y="0"/>
                </a:lnTo>
                <a:lnTo>
                  <a:pt x="865032" y="0"/>
                </a:lnTo>
                <a:lnTo>
                  <a:pt x="845772" y="0"/>
                </a:lnTo>
                <a:lnTo>
                  <a:pt x="826522" y="0"/>
                </a:lnTo>
                <a:lnTo>
                  <a:pt x="807263" y="0"/>
                </a:lnTo>
                <a:lnTo>
                  <a:pt x="788013" y="0"/>
                </a:lnTo>
                <a:lnTo>
                  <a:pt x="768753" y="0"/>
                </a:lnTo>
                <a:lnTo>
                  <a:pt x="749503" y="0"/>
                </a:lnTo>
                <a:lnTo>
                  <a:pt x="730244" y="0"/>
                </a:lnTo>
                <a:lnTo>
                  <a:pt x="710994" y="0"/>
                </a:lnTo>
                <a:lnTo>
                  <a:pt x="691734" y="0"/>
                </a:lnTo>
                <a:lnTo>
                  <a:pt x="672484" y="0"/>
                </a:lnTo>
                <a:lnTo>
                  <a:pt x="653225" y="0"/>
                </a:lnTo>
                <a:lnTo>
                  <a:pt x="633965" y="0"/>
                </a:lnTo>
                <a:lnTo>
                  <a:pt x="614715" y="0"/>
                </a:lnTo>
                <a:lnTo>
                  <a:pt x="595455" y="0"/>
                </a:lnTo>
                <a:lnTo>
                  <a:pt x="576205" y="0"/>
                </a:lnTo>
                <a:lnTo>
                  <a:pt x="556946" y="0"/>
                </a:lnTo>
                <a:lnTo>
                  <a:pt x="537696" y="0"/>
                </a:lnTo>
                <a:lnTo>
                  <a:pt x="518436" y="0"/>
                </a:lnTo>
                <a:lnTo>
                  <a:pt x="499186" y="0"/>
                </a:lnTo>
                <a:lnTo>
                  <a:pt x="479927" y="0"/>
                </a:lnTo>
                <a:lnTo>
                  <a:pt x="460677" y="0"/>
                </a:lnTo>
                <a:lnTo>
                  <a:pt x="441417" y="0"/>
                </a:lnTo>
                <a:lnTo>
                  <a:pt x="422167" y="0"/>
                </a:lnTo>
                <a:lnTo>
                  <a:pt x="402908" y="0"/>
                </a:lnTo>
                <a:lnTo>
                  <a:pt x="383657" y="0"/>
                </a:lnTo>
                <a:lnTo>
                  <a:pt x="364769" y="2267"/>
                </a:lnTo>
                <a:lnTo>
                  <a:pt x="346539" y="8439"/>
                </a:lnTo>
                <a:lnTo>
                  <a:pt x="328298" y="14611"/>
                </a:lnTo>
                <a:lnTo>
                  <a:pt x="310058" y="20784"/>
                </a:lnTo>
                <a:lnTo>
                  <a:pt x="291817" y="26965"/>
                </a:lnTo>
                <a:lnTo>
                  <a:pt x="273577" y="33137"/>
                </a:lnTo>
                <a:lnTo>
                  <a:pt x="255337" y="39310"/>
                </a:lnTo>
                <a:lnTo>
                  <a:pt x="237106" y="45482"/>
                </a:lnTo>
                <a:lnTo>
                  <a:pt x="218865" y="51654"/>
                </a:lnTo>
                <a:lnTo>
                  <a:pt x="200625" y="57826"/>
                </a:lnTo>
                <a:lnTo>
                  <a:pt x="182385" y="63998"/>
                </a:lnTo>
                <a:lnTo>
                  <a:pt x="164144" y="70171"/>
                </a:lnTo>
                <a:lnTo>
                  <a:pt x="145913" y="76343"/>
                </a:lnTo>
                <a:lnTo>
                  <a:pt x="127673" y="82515"/>
                </a:lnTo>
                <a:lnTo>
                  <a:pt x="109433" y="88687"/>
                </a:lnTo>
                <a:lnTo>
                  <a:pt x="91192" y="94869"/>
                </a:lnTo>
                <a:lnTo>
                  <a:pt x="72952" y="101041"/>
                </a:lnTo>
                <a:lnTo>
                  <a:pt x="54712" y="107213"/>
                </a:lnTo>
                <a:lnTo>
                  <a:pt x="36481" y="113386"/>
                </a:lnTo>
                <a:lnTo>
                  <a:pt x="18240" y="119558"/>
                </a:lnTo>
                <a:lnTo>
                  <a:pt x="0" y="12573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6F6F"/>
            </a:solidFill>
            <a:prstDash val="solid"/>
          </a:ln>
        </p:spPr>
      </p:sp>
      <p:sp>
        <p:nvSpPr>
          <p:cNvPr id="14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EDA5B6B8-755E-4E84-80D9-8F133829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7283" y="4155758"/>
            <a:ext cx="2128838" cy="125730"/>
          </a:xfrm>
          <a:custGeom xmlns:a="http://schemas.openxmlformats.org/drawingml/2006/main">
            <a:pathLst>
              <a:path w="2128838" h="125730">
                <a:moveTo>
                  <a:pt x="0" y="125730"/>
                </a:moveTo>
                <a:lnTo>
                  <a:pt x="18936" y="125730"/>
                </a:lnTo>
                <a:lnTo>
                  <a:pt x="37871" y="125730"/>
                </a:lnTo>
                <a:lnTo>
                  <a:pt x="56807" y="125730"/>
                </a:lnTo>
                <a:lnTo>
                  <a:pt x="75743" y="125730"/>
                </a:lnTo>
                <a:lnTo>
                  <a:pt x="94679" y="125730"/>
                </a:lnTo>
                <a:lnTo>
                  <a:pt x="113614" y="125730"/>
                </a:lnTo>
                <a:lnTo>
                  <a:pt x="132550" y="125730"/>
                </a:lnTo>
                <a:lnTo>
                  <a:pt x="151486" y="125730"/>
                </a:lnTo>
                <a:lnTo>
                  <a:pt x="170421" y="125730"/>
                </a:lnTo>
                <a:lnTo>
                  <a:pt x="189357" y="125730"/>
                </a:lnTo>
                <a:lnTo>
                  <a:pt x="208302" y="125730"/>
                </a:lnTo>
                <a:lnTo>
                  <a:pt x="227238" y="125730"/>
                </a:lnTo>
                <a:lnTo>
                  <a:pt x="246174" y="125730"/>
                </a:lnTo>
                <a:lnTo>
                  <a:pt x="265109" y="125730"/>
                </a:lnTo>
                <a:lnTo>
                  <a:pt x="284045" y="125730"/>
                </a:lnTo>
                <a:lnTo>
                  <a:pt x="302981" y="125730"/>
                </a:lnTo>
                <a:lnTo>
                  <a:pt x="321916" y="125730"/>
                </a:lnTo>
                <a:lnTo>
                  <a:pt x="340852" y="125730"/>
                </a:lnTo>
                <a:lnTo>
                  <a:pt x="359788" y="125730"/>
                </a:lnTo>
                <a:lnTo>
                  <a:pt x="378724" y="125730"/>
                </a:lnTo>
                <a:lnTo>
                  <a:pt x="397659" y="125730"/>
                </a:lnTo>
                <a:lnTo>
                  <a:pt x="416595" y="125730"/>
                </a:lnTo>
                <a:lnTo>
                  <a:pt x="435531" y="125730"/>
                </a:lnTo>
                <a:lnTo>
                  <a:pt x="454466" y="125730"/>
                </a:lnTo>
                <a:lnTo>
                  <a:pt x="473402" y="125730"/>
                </a:lnTo>
                <a:lnTo>
                  <a:pt x="492338" y="125730"/>
                </a:lnTo>
                <a:lnTo>
                  <a:pt x="511273" y="125730"/>
                </a:lnTo>
                <a:lnTo>
                  <a:pt x="530209" y="125730"/>
                </a:lnTo>
                <a:lnTo>
                  <a:pt x="549145" y="125730"/>
                </a:lnTo>
                <a:lnTo>
                  <a:pt x="568081" y="125730"/>
                </a:lnTo>
                <a:lnTo>
                  <a:pt x="587016" y="125730"/>
                </a:lnTo>
                <a:lnTo>
                  <a:pt x="605952" y="125730"/>
                </a:lnTo>
                <a:lnTo>
                  <a:pt x="624897" y="125730"/>
                </a:lnTo>
                <a:lnTo>
                  <a:pt x="643833" y="125730"/>
                </a:lnTo>
                <a:lnTo>
                  <a:pt x="662769" y="125730"/>
                </a:lnTo>
                <a:lnTo>
                  <a:pt x="681704" y="125730"/>
                </a:lnTo>
                <a:lnTo>
                  <a:pt x="700640" y="125730"/>
                </a:lnTo>
                <a:lnTo>
                  <a:pt x="719576" y="125730"/>
                </a:lnTo>
                <a:lnTo>
                  <a:pt x="738511" y="125730"/>
                </a:lnTo>
                <a:lnTo>
                  <a:pt x="757447" y="125730"/>
                </a:lnTo>
                <a:lnTo>
                  <a:pt x="776383" y="125730"/>
                </a:lnTo>
                <a:lnTo>
                  <a:pt x="795318" y="125730"/>
                </a:lnTo>
                <a:lnTo>
                  <a:pt x="814254" y="125730"/>
                </a:lnTo>
                <a:lnTo>
                  <a:pt x="833190" y="125730"/>
                </a:lnTo>
                <a:lnTo>
                  <a:pt x="852126" y="125730"/>
                </a:lnTo>
                <a:lnTo>
                  <a:pt x="871061" y="125730"/>
                </a:lnTo>
                <a:lnTo>
                  <a:pt x="889997" y="125730"/>
                </a:lnTo>
                <a:lnTo>
                  <a:pt x="908933" y="125730"/>
                </a:lnTo>
                <a:lnTo>
                  <a:pt x="927868" y="125730"/>
                </a:lnTo>
                <a:lnTo>
                  <a:pt x="946804" y="125730"/>
                </a:lnTo>
                <a:lnTo>
                  <a:pt x="965740" y="125730"/>
                </a:lnTo>
                <a:lnTo>
                  <a:pt x="984675" y="125730"/>
                </a:lnTo>
                <a:lnTo>
                  <a:pt x="1003611" y="125730"/>
                </a:lnTo>
                <a:lnTo>
                  <a:pt x="1022556" y="125730"/>
                </a:lnTo>
                <a:lnTo>
                  <a:pt x="1041492" y="125730"/>
                </a:lnTo>
                <a:lnTo>
                  <a:pt x="1060428" y="125730"/>
                </a:lnTo>
                <a:lnTo>
                  <a:pt x="1079363" y="125730"/>
                </a:lnTo>
                <a:lnTo>
                  <a:pt x="1098299" y="125730"/>
                </a:lnTo>
                <a:lnTo>
                  <a:pt x="1117235" y="125730"/>
                </a:lnTo>
                <a:lnTo>
                  <a:pt x="1136171" y="125730"/>
                </a:lnTo>
                <a:lnTo>
                  <a:pt x="1155106" y="125730"/>
                </a:lnTo>
                <a:lnTo>
                  <a:pt x="1174042" y="125730"/>
                </a:lnTo>
                <a:lnTo>
                  <a:pt x="1192978" y="125730"/>
                </a:lnTo>
                <a:lnTo>
                  <a:pt x="1211913" y="125730"/>
                </a:lnTo>
                <a:lnTo>
                  <a:pt x="1230849" y="125730"/>
                </a:lnTo>
                <a:lnTo>
                  <a:pt x="1249785" y="125730"/>
                </a:lnTo>
                <a:lnTo>
                  <a:pt x="1268720" y="125730"/>
                </a:lnTo>
                <a:lnTo>
                  <a:pt x="1287656" y="125730"/>
                </a:lnTo>
                <a:lnTo>
                  <a:pt x="1306592" y="125730"/>
                </a:lnTo>
                <a:lnTo>
                  <a:pt x="1325528" y="125730"/>
                </a:lnTo>
                <a:lnTo>
                  <a:pt x="1344463" y="125730"/>
                </a:lnTo>
                <a:lnTo>
                  <a:pt x="1363399" y="125730"/>
                </a:lnTo>
                <a:lnTo>
                  <a:pt x="1382335" y="125730"/>
                </a:lnTo>
                <a:lnTo>
                  <a:pt x="1401270" y="125730"/>
                </a:lnTo>
                <a:lnTo>
                  <a:pt x="1420216" y="125730"/>
                </a:lnTo>
                <a:lnTo>
                  <a:pt x="1439151" y="125730"/>
                </a:lnTo>
                <a:lnTo>
                  <a:pt x="1458087" y="125730"/>
                </a:lnTo>
                <a:lnTo>
                  <a:pt x="1477023" y="125730"/>
                </a:lnTo>
                <a:lnTo>
                  <a:pt x="1495958" y="125730"/>
                </a:lnTo>
                <a:lnTo>
                  <a:pt x="1514894" y="125730"/>
                </a:lnTo>
                <a:lnTo>
                  <a:pt x="1533830" y="125730"/>
                </a:lnTo>
                <a:lnTo>
                  <a:pt x="1552766" y="125730"/>
                </a:lnTo>
                <a:lnTo>
                  <a:pt x="1571701" y="125730"/>
                </a:lnTo>
                <a:lnTo>
                  <a:pt x="1590637" y="125730"/>
                </a:lnTo>
                <a:lnTo>
                  <a:pt x="1609573" y="125730"/>
                </a:lnTo>
                <a:lnTo>
                  <a:pt x="1628508" y="125730"/>
                </a:lnTo>
                <a:lnTo>
                  <a:pt x="1647444" y="125730"/>
                </a:lnTo>
                <a:lnTo>
                  <a:pt x="1666380" y="125730"/>
                </a:lnTo>
                <a:lnTo>
                  <a:pt x="1685315" y="125730"/>
                </a:lnTo>
                <a:lnTo>
                  <a:pt x="1704251" y="125730"/>
                </a:lnTo>
                <a:lnTo>
                  <a:pt x="1723187" y="125730"/>
                </a:lnTo>
                <a:lnTo>
                  <a:pt x="1742123" y="125730"/>
                </a:lnTo>
                <a:lnTo>
                  <a:pt x="1761058" y="125730"/>
                </a:lnTo>
                <a:lnTo>
                  <a:pt x="1779994" y="125730"/>
                </a:lnTo>
                <a:lnTo>
                  <a:pt x="1798930" y="125730"/>
                </a:lnTo>
                <a:lnTo>
                  <a:pt x="1817865" y="125730"/>
                </a:lnTo>
                <a:lnTo>
                  <a:pt x="1836811" y="125730"/>
                </a:lnTo>
                <a:lnTo>
                  <a:pt x="1855746" y="125730"/>
                </a:lnTo>
                <a:lnTo>
                  <a:pt x="1874682" y="125730"/>
                </a:lnTo>
                <a:lnTo>
                  <a:pt x="1892084" y="119282"/>
                </a:lnTo>
                <a:lnTo>
                  <a:pt x="1908991" y="110757"/>
                </a:lnTo>
                <a:lnTo>
                  <a:pt x="1925907" y="102241"/>
                </a:lnTo>
                <a:lnTo>
                  <a:pt x="1942814" y="93716"/>
                </a:lnTo>
                <a:lnTo>
                  <a:pt x="1959731" y="85201"/>
                </a:lnTo>
                <a:lnTo>
                  <a:pt x="1976638" y="76676"/>
                </a:lnTo>
                <a:lnTo>
                  <a:pt x="1993544" y="68161"/>
                </a:lnTo>
                <a:lnTo>
                  <a:pt x="2010461" y="59636"/>
                </a:lnTo>
                <a:lnTo>
                  <a:pt x="2027368" y="51121"/>
                </a:lnTo>
                <a:lnTo>
                  <a:pt x="2044284" y="42596"/>
                </a:lnTo>
                <a:lnTo>
                  <a:pt x="2061191" y="34080"/>
                </a:lnTo>
                <a:lnTo>
                  <a:pt x="2078107" y="25556"/>
                </a:lnTo>
                <a:lnTo>
                  <a:pt x="2095014" y="17040"/>
                </a:lnTo>
                <a:lnTo>
                  <a:pt x="2111931" y="8525"/>
                </a:lnTo>
                <a:lnTo>
                  <a:pt x="21288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5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D752EE3F-FF28-4824-9BD1-9303155B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3043" y="4155758"/>
            <a:ext cx="17630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6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1DA59610-D8E1-4C39-9434-AB0115BD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6830" y="3729057"/>
            <a:ext cx="119063" cy="202854"/>
          </a:xfrm>
          <a:custGeom xmlns:a="http://schemas.openxmlformats.org/drawingml/2006/main">
            <a:pathLst>
              <a:path w="119063" h="202854">
                <a:moveTo>
                  <a:pt x="0" y="94278"/>
                </a:moveTo>
                <a:lnTo>
                  <a:pt x="0" y="110852"/>
                </a:lnTo>
                <a:lnTo>
                  <a:pt x="0" y="127425"/>
                </a:lnTo>
                <a:lnTo>
                  <a:pt x="0" y="143989"/>
                </a:lnTo>
                <a:lnTo>
                  <a:pt x="0" y="160563"/>
                </a:lnTo>
                <a:lnTo>
                  <a:pt x="0" y="177127"/>
                </a:lnTo>
                <a:lnTo>
                  <a:pt x="0" y="193700"/>
                </a:lnTo>
                <a:lnTo>
                  <a:pt x="3524" y="202854"/>
                </a:lnTo>
                <a:lnTo>
                  <a:pt x="16364" y="192376"/>
                </a:lnTo>
                <a:lnTo>
                  <a:pt x="29194" y="181899"/>
                </a:lnTo>
                <a:lnTo>
                  <a:pt x="42034" y="171421"/>
                </a:lnTo>
                <a:lnTo>
                  <a:pt x="54874" y="160944"/>
                </a:lnTo>
                <a:lnTo>
                  <a:pt x="67713" y="150476"/>
                </a:lnTo>
                <a:lnTo>
                  <a:pt x="80553" y="139998"/>
                </a:lnTo>
                <a:lnTo>
                  <a:pt x="93383" y="129521"/>
                </a:lnTo>
                <a:lnTo>
                  <a:pt x="106223" y="119043"/>
                </a:lnTo>
                <a:lnTo>
                  <a:pt x="119063" y="108566"/>
                </a:lnTo>
                <a:lnTo>
                  <a:pt x="119063" y="92002"/>
                </a:lnTo>
                <a:lnTo>
                  <a:pt x="119063" y="75428"/>
                </a:lnTo>
                <a:lnTo>
                  <a:pt x="119063" y="58865"/>
                </a:lnTo>
                <a:lnTo>
                  <a:pt x="119063" y="42291"/>
                </a:lnTo>
                <a:lnTo>
                  <a:pt x="119063" y="25718"/>
                </a:lnTo>
                <a:lnTo>
                  <a:pt x="119063" y="9154"/>
                </a:lnTo>
                <a:lnTo>
                  <a:pt x="115538" y="0"/>
                </a:lnTo>
                <a:lnTo>
                  <a:pt x="102699" y="10478"/>
                </a:lnTo>
                <a:lnTo>
                  <a:pt x="89868" y="20955"/>
                </a:lnTo>
                <a:lnTo>
                  <a:pt x="77029" y="31423"/>
                </a:lnTo>
                <a:lnTo>
                  <a:pt x="64189" y="41900"/>
                </a:lnTo>
                <a:lnTo>
                  <a:pt x="51349" y="52378"/>
                </a:lnTo>
                <a:lnTo>
                  <a:pt x="38510" y="62855"/>
                </a:lnTo>
                <a:lnTo>
                  <a:pt x="25679" y="73333"/>
                </a:lnTo>
                <a:lnTo>
                  <a:pt x="12840" y="83810"/>
                </a:lnTo>
                <a:lnTo>
                  <a:pt x="0" y="94278"/>
                </a:lnTo>
              </a:path>
            </a:pathLst>
          </a:custGeom>
          <a:solidFill xmlns:a="http://schemas.openxmlformats.org/drawingml/2006/main">
            <a:srgbClr val="B5C5D7"/>
          </a:solidFill>
          <a:ln xmlns:a="http://schemas.openxmlformats.org/drawingml/2006/main" w="9525">
            <a:solidFill>
              <a:srgbClr val="6F6F6F"/>
            </a:solidFill>
            <a:prstDash val="solid"/>
          </a:ln>
        </p:spPr>
      </p:sp>
      <p:sp>
        <p:nvSpPr>
          <p:cNvPr id="17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7B1FE0D6-CE46-49D0-8740-E733C5BF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3726180"/>
            <a:ext cx="2153107" cy="97155"/>
          </a:xfrm>
          <a:custGeom xmlns:a="http://schemas.openxmlformats.org/drawingml/2006/main">
            <a:pathLst>
              <a:path w="2153107" h="97155">
                <a:moveTo>
                  <a:pt x="0" y="97155"/>
                </a:moveTo>
                <a:lnTo>
                  <a:pt x="19012" y="97155"/>
                </a:lnTo>
                <a:lnTo>
                  <a:pt x="38014" y="97155"/>
                </a:lnTo>
                <a:lnTo>
                  <a:pt x="57026" y="97155"/>
                </a:lnTo>
                <a:lnTo>
                  <a:pt x="76029" y="97155"/>
                </a:lnTo>
                <a:lnTo>
                  <a:pt x="95040" y="97155"/>
                </a:lnTo>
                <a:lnTo>
                  <a:pt x="114052" y="97155"/>
                </a:lnTo>
                <a:lnTo>
                  <a:pt x="133055" y="97155"/>
                </a:lnTo>
                <a:lnTo>
                  <a:pt x="152067" y="97155"/>
                </a:lnTo>
                <a:lnTo>
                  <a:pt x="171069" y="97155"/>
                </a:lnTo>
                <a:lnTo>
                  <a:pt x="190081" y="97155"/>
                </a:lnTo>
                <a:lnTo>
                  <a:pt x="209083" y="97155"/>
                </a:lnTo>
                <a:lnTo>
                  <a:pt x="228095" y="97155"/>
                </a:lnTo>
                <a:lnTo>
                  <a:pt x="247107" y="97155"/>
                </a:lnTo>
                <a:lnTo>
                  <a:pt x="266109" y="97155"/>
                </a:lnTo>
                <a:lnTo>
                  <a:pt x="285121" y="97155"/>
                </a:lnTo>
                <a:lnTo>
                  <a:pt x="304124" y="97155"/>
                </a:lnTo>
                <a:lnTo>
                  <a:pt x="323136" y="97155"/>
                </a:lnTo>
                <a:lnTo>
                  <a:pt x="342138" y="97155"/>
                </a:lnTo>
                <a:lnTo>
                  <a:pt x="361150" y="97155"/>
                </a:lnTo>
                <a:lnTo>
                  <a:pt x="380162" y="97155"/>
                </a:lnTo>
                <a:lnTo>
                  <a:pt x="399164" y="97155"/>
                </a:lnTo>
                <a:lnTo>
                  <a:pt x="418176" y="97155"/>
                </a:lnTo>
                <a:lnTo>
                  <a:pt x="437178" y="97155"/>
                </a:lnTo>
                <a:lnTo>
                  <a:pt x="456190" y="97155"/>
                </a:lnTo>
                <a:lnTo>
                  <a:pt x="475202" y="97155"/>
                </a:lnTo>
                <a:lnTo>
                  <a:pt x="494205" y="97155"/>
                </a:lnTo>
                <a:lnTo>
                  <a:pt x="513217" y="97155"/>
                </a:lnTo>
                <a:lnTo>
                  <a:pt x="532219" y="97155"/>
                </a:lnTo>
                <a:lnTo>
                  <a:pt x="551231" y="97155"/>
                </a:lnTo>
                <a:lnTo>
                  <a:pt x="570233" y="97155"/>
                </a:lnTo>
                <a:lnTo>
                  <a:pt x="589245" y="97155"/>
                </a:lnTo>
                <a:lnTo>
                  <a:pt x="608257" y="97155"/>
                </a:lnTo>
                <a:lnTo>
                  <a:pt x="627259" y="97155"/>
                </a:lnTo>
                <a:lnTo>
                  <a:pt x="646271" y="97155"/>
                </a:lnTo>
                <a:lnTo>
                  <a:pt x="665274" y="97155"/>
                </a:lnTo>
                <a:lnTo>
                  <a:pt x="684286" y="97155"/>
                </a:lnTo>
                <a:lnTo>
                  <a:pt x="703288" y="97155"/>
                </a:lnTo>
                <a:lnTo>
                  <a:pt x="722300" y="97155"/>
                </a:lnTo>
                <a:lnTo>
                  <a:pt x="741312" y="97155"/>
                </a:lnTo>
                <a:lnTo>
                  <a:pt x="760314" y="97155"/>
                </a:lnTo>
                <a:lnTo>
                  <a:pt x="779326" y="97155"/>
                </a:lnTo>
                <a:lnTo>
                  <a:pt x="798328" y="97155"/>
                </a:lnTo>
                <a:lnTo>
                  <a:pt x="817340" y="97155"/>
                </a:lnTo>
                <a:lnTo>
                  <a:pt x="836352" y="97155"/>
                </a:lnTo>
                <a:lnTo>
                  <a:pt x="855355" y="97155"/>
                </a:lnTo>
                <a:lnTo>
                  <a:pt x="874366" y="97155"/>
                </a:lnTo>
                <a:lnTo>
                  <a:pt x="893369" y="97155"/>
                </a:lnTo>
                <a:lnTo>
                  <a:pt x="912381" y="97155"/>
                </a:lnTo>
                <a:lnTo>
                  <a:pt x="931383" y="97155"/>
                </a:lnTo>
                <a:lnTo>
                  <a:pt x="950395" y="97155"/>
                </a:lnTo>
                <a:lnTo>
                  <a:pt x="969407" y="97155"/>
                </a:lnTo>
                <a:lnTo>
                  <a:pt x="988409" y="97155"/>
                </a:lnTo>
                <a:lnTo>
                  <a:pt x="1007421" y="97155"/>
                </a:lnTo>
                <a:lnTo>
                  <a:pt x="1026424" y="97155"/>
                </a:lnTo>
                <a:lnTo>
                  <a:pt x="1045435" y="97155"/>
                </a:lnTo>
                <a:lnTo>
                  <a:pt x="1064447" y="97155"/>
                </a:lnTo>
                <a:lnTo>
                  <a:pt x="1083450" y="97155"/>
                </a:lnTo>
                <a:lnTo>
                  <a:pt x="1102462" y="97155"/>
                </a:lnTo>
                <a:lnTo>
                  <a:pt x="1121464" y="97155"/>
                </a:lnTo>
                <a:lnTo>
                  <a:pt x="1140476" y="97155"/>
                </a:lnTo>
                <a:lnTo>
                  <a:pt x="1159478" y="97155"/>
                </a:lnTo>
                <a:lnTo>
                  <a:pt x="1178490" y="97155"/>
                </a:lnTo>
                <a:lnTo>
                  <a:pt x="1197502" y="97155"/>
                </a:lnTo>
                <a:lnTo>
                  <a:pt x="1216504" y="97155"/>
                </a:lnTo>
                <a:lnTo>
                  <a:pt x="1235516" y="97155"/>
                </a:lnTo>
                <a:lnTo>
                  <a:pt x="1254519" y="97155"/>
                </a:lnTo>
                <a:lnTo>
                  <a:pt x="1273531" y="97155"/>
                </a:lnTo>
                <a:lnTo>
                  <a:pt x="1292543" y="97155"/>
                </a:lnTo>
                <a:lnTo>
                  <a:pt x="1311545" y="97155"/>
                </a:lnTo>
                <a:lnTo>
                  <a:pt x="1330557" y="97155"/>
                </a:lnTo>
                <a:lnTo>
                  <a:pt x="1349559" y="97155"/>
                </a:lnTo>
                <a:lnTo>
                  <a:pt x="1368571" y="97155"/>
                </a:lnTo>
                <a:lnTo>
                  <a:pt x="1387573" y="97155"/>
                </a:lnTo>
                <a:lnTo>
                  <a:pt x="1406585" y="97155"/>
                </a:lnTo>
                <a:lnTo>
                  <a:pt x="1425597" y="97155"/>
                </a:lnTo>
                <a:lnTo>
                  <a:pt x="1444600" y="97155"/>
                </a:lnTo>
                <a:lnTo>
                  <a:pt x="1463612" y="97155"/>
                </a:lnTo>
                <a:lnTo>
                  <a:pt x="1482614" y="97155"/>
                </a:lnTo>
                <a:lnTo>
                  <a:pt x="1501626" y="97155"/>
                </a:lnTo>
                <a:lnTo>
                  <a:pt x="1520628" y="97155"/>
                </a:lnTo>
                <a:lnTo>
                  <a:pt x="1539640" y="97155"/>
                </a:lnTo>
                <a:lnTo>
                  <a:pt x="1558652" y="97155"/>
                </a:lnTo>
                <a:lnTo>
                  <a:pt x="1577654" y="97155"/>
                </a:lnTo>
                <a:lnTo>
                  <a:pt x="1596666" y="97155"/>
                </a:lnTo>
                <a:lnTo>
                  <a:pt x="1615669" y="97155"/>
                </a:lnTo>
                <a:lnTo>
                  <a:pt x="1634681" y="97155"/>
                </a:lnTo>
                <a:lnTo>
                  <a:pt x="1653692" y="97155"/>
                </a:lnTo>
                <a:lnTo>
                  <a:pt x="1672695" y="97155"/>
                </a:lnTo>
                <a:lnTo>
                  <a:pt x="1691707" y="97155"/>
                </a:lnTo>
                <a:lnTo>
                  <a:pt x="1710709" y="97155"/>
                </a:lnTo>
                <a:lnTo>
                  <a:pt x="1729721" y="97155"/>
                </a:lnTo>
                <a:lnTo>
                  <a:pt x="1748723" y="97155"/>
                </a:lnTo>
                <a:lnTo>
                  <a:pt x="1767735" y="97155"/>
                </a:lnTo>
                <a:lnTo>
                  <a:pt x="1786747" y="97155"/>
                </a:lnTo>
                <a:lnTo>
                  <a:pt x="1805750" y="97155"/>
                </a:lnTo>
                <a:lnTo>
                  <a:pt x="1824761" y="97155"/>
                </a:lnTo>
                <a:lnTo>
                  <a:pt x="1843764" y="97155"/>
                </a:lnTo>
                <a:lnTo>
                  <a:pt x="1862776" y="97155"/>
                </a:lnTo>
                <a:lnTo>
                  <a:pt x="1881788" y="97155"/>
                </a:lnTo>
                <a:lnTo>
                  <a:pt x="1900790" y="97155"/>
                </a:lnTo>
                <a:lnTo>
                  <a:pt x="1919802" y="97155"/>
                </a:lnTo>
                <a:lnTo>
                  <a:pt x="1938804" y="97155"/>
                </a:lnTo>
                <a:lnTo>
                  <a:pt x="1957816" y="97155"/>
                </a:lnTo>
                <a:lnTo>
                  <a:pt x="1976819" y="97155"/>
                </a:lnTo>
                <a:lnTo>
                  <a:pt x="1995830" y="97155"/>
                </a:lnTo>
                <a:lnTo>
                  <a:pt x="2014842" y="97155"/>
                </a:lnTo>
                <a:lnTo>
                  <a:pt x="2033845" y="97155"/>
                </a:lnTo>
                <a:lnTo>
                  <a:pt x="2050018" y="89192"/>
                </a:lnTo>
                <a:lnTo>
                  <a:pt x="2064744" y="77172"/>
                </a:lnTo>
                <a:lnTo>
                  <a:pt x="2079469" y="65151"/>
                </a:lnTo>
                <a:lnTo>
                  <a:pt x="2094195" y="53140"/>
                </a:lnTo>
                <a:lnTo>
                  <a:pt x="2108921" y="41119"/>
                </a:lnTo>
                <a:lnTo>
                  <a:pt x="2123656" y="29099"/>
                </a:lnTo>
                <a:lnTo>
                  <a:pt x="2138382" y="17088"/>
                </a:lnTo>
                <a:lnTo>
                  <a:pt x="2153107" y="5067"/>
                </a:lnTo>
                <a:lnTo>
                  <a:pt x="2148326" y="0"/>
                </a:lnTo>
                <a:lnTo>
                  <a:pt x="2129323" y="0"/>
                </a:lnTo>
                <a:lnTo>
                  <a:pt x="2110311" y="0"/>
                </a:lnTo>
                <a:lnTo>
                  <a:pt x="2091299" y="0"/>
                </a:lnTo>
                <a:lnTo>
                  <a:pt x="2072297" y="0"/>
                </a:lnTo>
                <a:lnTo>
                  <a:pt x="2053285" y="0"/>
                </a:lnTo>
                <a:lnTo>
                  <a:pt x="2034283" y="0"/>
                </a:lnTo>
                <a:lnTo>
                  <a:pt x="2015271" y="0"/>
                </a:lnTo>
                <a:lnTo>
                  <a:pt x="1996259" y="0"/>
                </a:lnTo>
                <a:lnTo>
                  <a:pt x="1977257" y="0"/>
                </a:lnTo>
                <a:lnTo>
                  <a:pt x="1958245" y="0"/>
                </a:lnTo>
                <a:lnTo>
                  <a:pt x="1939242" y="0"/>
                </a:lnTo>
                <a:lnTo>
                  <a:pt x="1920230" y="0"/>
                </a:lnTo>
                <a:lnTo>
                  <a:pt x="1901228" y="0"/>
                </a:lnTo>
                <a:lnTo>
                  <a:pt x="1882216" y="0"/>
                </a:lnTo>
                <a:lnTo>
                  <a:pt x="1863204" y="0"/>
                </a:lnTo>
                <a:lnTo>
                  <a:pt x="1844202" y="0"/>
                </a:lnTo>
                <a:lnTo>
                  <a:pt x="1825190" y="0"/>
                </a:lnTo>
                <a:lnTo>
                  <a:pt x="1806188" y="0"/>
                </a:lnTo>
                <a:lnTo>
                  <a:pt x="1787176" y="0"/>
                </a:lnTo>
                <a:lnTo>
                  <a:pt x="1768173" y="0"/>
                </a:lnTo>
                <a:lnTo>
                  <a:pt x="1749161" y="0"/>
                </a:lnTo>
                <a:lnTo>
                  <a:pt x="1730150" y="0"/>
                </a:lnTo>
                <a:lnTo>
                  <a:pt x="1711147" y="0"/>
                </a:lnTo>
                <a:lnTo>
                  <a:pt x="1692135" y="0"/>
                </a:lnTo>
                <a:lnTo>
                  <a:pt x="1673133" y="0"/>
                </a:lnTo>
                <a:lnTo>
                  <a:pt x="1654121" y="0"/>
                </a:lnTo>
                <a:lnTo>
                  <a:pt x="1635109" y="0"/>
                </a:lnTo>
                <a:lnTo>
                  <a:pt x="1616107" y="0"/>
                </a:lnTo>
                <a:lnTo>
                  <a:pt x="1597095" y="0"/>
                </a:lnTo>
                <a:lnTo>
                  <a:pt x="1578092" y="0"/>
                </a:lnTo>
                <a:lnTo>
                  <a:pt x="1559081" y="0"/>
                </a:lnTo>
                <a:lnTo>
                  <a:pt x="1540078" y="0"/>
                </a:lnTo>
                <a:lnTo>
                  <a:pt x="1521066" y="0"/>
                </a:lnTo>
                <a:lnTo>
                  <a:pt x="1502054" y="0"/>
                </a:lnTo>
                <a:lnTo>
                  <a:pt x="1483052" y="0"/>
                </a:lnTo>
                <a:lnTo>
                  <a:pt x="1464040" y="0"/>
                </a:lnTo>
                <a:lnTo>
                  <a:pt x="1445038" y="0"/>
                </a:lnTo>
                <a:lnTo>
                  <a:pt x="1426026" y="0"/>
                </a:lnTo>
                <a:lnTo>
                  <a:pt x="1407014" y="0"/>
                </a:lnTo>
                <a:lnTo>
                  <a:pt x="1388012" y="0"/>
                </a:lnTo>
                <a:lnTo>
                  <a:pt x="1369000" y="0"/>
                </a:lnTo>
                <a:lnTo>
                  <a:pt x="1349997" y="0"/>
                </a:lnTo>
                <a:lnTo>
                  <a:pt x="1330985" y="0"/>
                </a:lnTo>
                <a:lnTo>
                  <a:pt x="1311983" y="0"/>
                </a:lnTo>
                <a:lnTo>
                  <a:pt x="1292971" y="0"/>
                </a:lnTo>
                <a:lnTo>
                  <a:pt x="1273959" y="0"/>
                </a:lnTo>
                <a:lnTo>
                  <a:pt x="1254957" y="0"/>
                </a:lnTo>
                <a:lnTo>
                  <a:pt x="1235945" y="0"/>
                </a:lnTo>
                <a:lnTo>
                  <a:pt x="1216943" y="0"/>
                </a:lnTo>
                <a:lnTo>
                  <a:pt x="1197931" y="0"/>
                </a:lnTo>
                <a:lnTo>
                  <a:pt x="1178919" y="0"/>
                </a:lnTo>
                <a:lnTo>
                  <a:pt x="1159916" y="0"/>
                </a:lnTo>
                <a:lnTo>
                  <a:pt x="1140905" y="0"/>
                </a:lnTo>
                <a:lnTo>
                  <a:pt x="1121902" y="0"/>
                </a:lnTo>
                <a:lnTo>
                  <a:pt x="1102890" y="0"/>
                </a:lnTo>
                <a:lnTo>
                  <a:pt x="1083888" y="0"/>
                </a:lnTo>
                <a:lnTo>
                  <a:pt x="1064876" y="0"/>
                </a:lnTo>
                <a:lnTo>
                  <a:pt x="1045864" y="0"/>
                </a:lnTo>
                <a:lnTo>
                  <a:pt x="1026862" y="0"/>
                </a:lnTo>
                <a:lnTo>
                  <a:pt x="1007850" y="0"/>
                </a:lnTo>
                <a:lnTo>
                  <a:pt x="988847" y="0"/>
                </a:lnTo>
                <a:lnTo>
                  <a:pt x="969835" y="0"/>
                </a:lnTo>
                <a:lnTo>
                  <a:pt x="950824" y="0"/>
                </a:lnTo>
                <a:lnTo>
                  <a:pt x="931821" y="0"/>
                </a:lnTo>
                <a:lnTo>
                  <a:pt x="912809" y="0"/>
                </a:lnTo>
                <a:lnTo>
                  <a:pt x="893807" y="0"/>
                </a:lnTo>
                <a:lnTo>
                  <a:pt x="874795" y="0"/>
                </a:lnTo>
                <a:lnTo>
                  <a:pt x="855793" y="0"/>
                </a:lnTo>
                <a:lnTo>
                  <a:pt x="836781" y="0"/>
                </a:lnTo>
                <a:lnTo>
                  <a:pt x="817769" y="0"/>
                </a:lnTo>
                <a:lnTo>
                  <a:pt x="798767" y="0"/>
                </a:lnTo>
                <a:lnTo>
                  <a:pt x="779755" y="0"/>
                </a:lnTo>
                <a:lnTo>
                  <a:pt x="760752" y="0"/>
                </a:lnTo>
                <a:lnTo>
                  <a:pt x="741740" y="0"/>
                </a:lnTo>
                <a:lnTo>
                  <a:pt x="722738" y="0"/>
                </a:lnTo>
                <a:lnTo>
                  <a:pt x="703726" y="0"/>
                </a:lnTo>
                <a:lnTo>
                  <a:pt x="684714" y="0"/>
                </a:lnTo>
                <a:lnTo>
                  <a:pt x="665712" y="0"/>
                </a:lnTo>
                <a:lnTo>
                  <a:pt x="646700" y="0"/>
                </a:lnTo>
                <a:lnTo>
                  <a:pt x="627698" y="0"/>
                </a:lnTo>
                <a:lnTo>
                  <a:pt x="608686" y="0"/>
                </a:lnTo>
                <a:lnTo>
                  <a:pt x="589674" y="0"/>
                </a:lnTo>
                <a:lnTo>
                  <a:pt x="570671" y="0"/>
                </a:lnTo>
                <a:lnTo>
                  <a:pt x="551659" y="0"/>
                </a:lnTo>
                <a:lnTo>
                  <a:pt x="532657" y="0"/>
                </a:lnTo>
                <a:lnTo>
                  <a:pt x="513645" y="0"/>
                </a:lnTo>
                <a:lnTo>
                  <a:pt x="494643" y="0"/>
                </a:lnTo>
                <a:lnTo>
                  <a:pt x="475631" y="0"/>
                </a:lnTo>
                <a:lnTo>
                  <a:pt x="456619" y="0"/>
                </a:lnTo>
                <a:lnTo>
                  <a:pt x="437617" y="0"/>
                </a:lnTo>
                <a:lnTo>
                  <a:pt x="418605" y="0"/>
                </a:lnTo>
                <a:lnTo>
                  <a:pt x="399602" y="0"/>
                </a:lnTo>
                <a:lnTo>
                  <a:pt x="380590" y="0"/>
                </a:lnTo>
                <a:lnTo>
                  <a:pt x="361579" y="0"/>
                </a:lnTo>
                <a:lnTo>
                  <a:pt x="342576" y="0"/>
                </a:lnTo>
                <a:lnTo>
                  <a:pt x="323564" y="0"/>
                </a:lnTo>
                <a:lnTo>
                  <a:pt x="304562" y="0"/>
                </a:lnTo>
                <a:lnTo>
                  <a:pt x="285550" y="0"/>
                </a:lnTo>
                <a:lnTo>
                  <a:pt x="266548" y="0"/>
                </a:lnTo>
                <a:lnTo>
                  <a:pt x="247536" y="0"/>
                </a:lnTo>
                <a:lnTo>
                  <a:pt x="229676" y="6001"/>
                </a:lnTo>
                <a:lnTo>
                  <a:pt x="212007" y="13011"/>
                </a:lnTo>
                <a:lnTo>
                  <a:pt x="194339" y="20022"/>
                </a:lnTo>
                <a:lnTo>
                  <a:pt x="176670" y="27032"/>
                </a:lnTo>
                <a:lnTo>
                  <a:pt x="159010" y="34052"/>
                </a:lnTo>
                <a:lnTo>
                  <a:pt x="141341" y="41062"/>
                </a:lnTo>
                <a:lnTo>
                  <a:pt x="123673" y="48073"/>
                </a:lnTo>
                <a:lnTo>
                  <a:pt x="106004" y="55083"/>
                </a:lnTo>
                <a:lnTo>
                  <a:pt x="88335" y="62093"/>
                </a:lnTo>
                <a:lnTo>
                  <a:pt x="70666" y="69104"/>
                </a:lnTo>
                <a:lnTo>
                  <a:pt x="53007" y="76124"/>
                </a:lnTo>
                <a:lnTo>
                  <a:pt x="35338" y="83134"/>
                </a:lnTo>
                <a:lnTo>
                  <a:pt x="17669" y="90145"/>
                </a:lnTo>
                <a:lnTo>
                  <a:pt x="0" y="9715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6F6F"/>
            </a:solidFill>
            <a:prstDash val="solid"/>
          </a:ln>
        </p:spPr>
      </p:sp>
      <p:sp>
        <p:nvSpPr>
          <p:cNvPr id="18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23F2DA8D-1247-4BBD-BCDB-0138712E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7538" y="3726180"/>
            <a:ext cx="2002155" cy="97155"/>
          </a:xfrm>
          <a:custGeom xmlns:a="http://schemas.openxmlformats.org/drawingml/2006/main">
            <a:pathLst>
              <a:path w="2002155" h="97155">
                <a:moveTo>
                  <a:pt x="0" y="97155"/>
                </a:moveTo>
                <a:lnTo>
                  <a:pt x="19031" y="97155"/>
                </a:lnTo>
                <a:lnTo>
                  <a:pt x="38052" y="97155"/>
                </a:lnTo>
                <a:lnTo>
                  <a:pt x="57083" y="97155"/>
                </a:lnTo>
                <a:lnTo>
                  <a:pt x="76105" y="97155"/>
                </a:lnTo>
                <a:lnTo>
                  <a:pt x="95136" y="97155"/>
                </a:lnTo>
                <a:lnTo>
                  <a:pt x="114167" y="97155"/>
                </a:lnTo>
                <a:lnTo>
                  <a:pt x="133188" y="97155"/>
                </a:lnTo>
                <a:lnTo>
                  <a:pt x="152219" y="97155"/>
                </a:lnTo>
                <a:lnTo>
                  <a:pt x="171250" y="97155"/>
                </a:lnTo>
                <a:lnTo>
                  <a:pt x="190271" y="97155"/>
                </a:lnTo>
                <a:lnTo>
                  <a:pt x="209302" y="97155"/>
                </a:lnTo>
                <a:lnTo>
                  <a:pt x="228324" y="97155"/>
                </a:lnTo>
                <a:lnTo>
                  <a:pt x="247355" y="97155"/>
                </a:lnTo>
                <a:lnTo>
                  <a:pt x="266386" y="97155"/>
                </a:lnTo>
                <a:lnTo>
                  <a:pt x="285407" y="97155"/>
                </a:lnTo>
                <a:lnTo>
                  <a:pt x="304438" y="97155"/>
                </a:lnTo>
                <a:lnTo>
                  <a:pt x="323469" y="97155"/>
                </a:lnTo>
                <a:lnTo>
                  <a:pt x="342490" y="97155"/>
                </a:lnTo>
                <a:lnTo>
                  <a:pt x="361521" y="97155"/>
                </a:lnTo>
                <a:lnTo>
                  <a:pt x="380543" y="97155"/>
                </a:lnTo>
                <a:lnTo>
                  <a:pt x="399574" y="97155"/>
                </a:lnTo>
                <a:lnTo>
                  <a:pt x="418605" y="97155"/>
                </a:lnTo>
                <a:lnTo>
                  <a:pt x="437626" y="97155"/>
                </a:lnTo>
                <a:lnTo>
                  <a:pt x="456657" y="97155"/>
                </a:lnTo>
                <a:lnTo>
                  <a:pt x="475679" y="97155"/>
                </a:lnTo>
                <a:lnTo>
                  <a:pt x="494709" y="97155"/>
                </a:lnTo>
                <a:lnTo>
                  <a:pt x="513740" y="97155"/>
                </a:lnTo>
                <a:lnTo>
                  <a:pt x="532762" y="97155"/>
                </a:lnTo>
                <a:lnTo>
                  <a:pt x="551793" y="97155"/>
                </a:lnTo>
                <a:lnTo>
                  <a:pt x="570824" y="97155"/>
                </a:lnTo>
                <a:lnTo>
                  <a:pt x="589845" y="97155"/>
                </a:lnTo>
                <a:lnTo>
                  <a:pt x="608876" y="97155"/>
                </a:lnTo>
                <a:lnTo>
                  <a:pt x="627898" y="97155"/>
                </a:lnTo>
                <a:lnTo>
                  <a:pt x="646928" y="97155"/>
                </a:lnTo>
                <a:lnTo>
                  <a:pt x="665959" y="97155"/>
                </a:lnTo>
                <a:lnTo>
                  <a:pt x="684981" y="97155"/>
                </a:lnTo>
                <a:lnTo>
                  <a:pt x="704012" y="97155"/>
                </a:lnTo>
                <a:lnTo>
                  <a:pt x="723043" y="97155"/>
                </a:lnTo>
                <a:lnTo>
                  <a:pt x="742064" y="97155"/>
                </a:lnTo>
                <a:lnTo>
                  <a:pt x="761095" y="97155"/>
                </a:lnTo>
                <a:lnTo>
                  <a:pt x="780117" y="97155"/>
                </a:lnTo>
                <a:lnTo>
                  <a:pt x="799148" y="97155"/>
                </a:lnTo>
                <a:lnTo>
                  <a:pt x="818178" y="97155"/>
                </a:lnTo>
                <a:lnTo>
                  <a:pt x="837200" y="97155"/>
                </a:lnTo>
                <a:lnTo>
                  <a:pt x="856231" y="97155"/>
                </a:lnTo>
                <a:lnTo>
                  <a:pt x="875262" y="97155"/>
                </a:lnTo>
                <a:lnTo>
                  <a:pt x="894283" y="97155"/>
                </a:lnTo>
                <a:lnTo>
                  <a:pt x="913314" y="97155"/>
                </a:lnTo>
                <a:lnTo>
                  <a:pt x="932336" y="97155"/>
                </a:lnTo>
                <a:lnTo>
                  <a:pt x="951367" y="97155"/>
                </a:lnTo>
                <a:lnTo>
                  <a:pt x="970397" y="97155"/>
                </a:lnTo>
                <a:lnTo>
                  <a:pt x="989419" y="97155"/>
                </a:lnTo>
                <a:lnTo>
                  <a:pt x="1008450" y="97155"/>
                </a:lnTo>
                <a:lnTo>
                  <a:pt x="1027471" y="97155"/>
                </a:lnTo>
                <a:lnTo>
                  <a:pt x="1046502" y="97155"/>
                </a:lnTo>
                <a:lnTo>
                  <a:pt x="1065533" y="97155"/>
                </a:lnTo>
                <a:lnTo>
                  <a:pt x="1084555" y="97155"/>
                </a:lnTo>
                <a:lnTo>
                  <a:pt x="1103586" y="97155"/>
                </a:lnTo>
                <a:lnTo>
                  <a:pt x="1122617" y="97155"/>
                </a:lnTo>
                <a:lnTo>
                  <a:pt x="1141638" y="97155"/>
                </a:lnTo>
                <a:lnTo>
                  <a:pt x="1160669" y="97155"/>
                </a:lnTo>
                <a:lnTo>
                  <a:pt x="1179690" y="97155"/>
                </a:lnTo>
                <a:lnTo>
                  <a:pt x="1198721" y="97155"/>
                </a:lnTo>
                <a:lnTo>
                  <a:pt x="1217752" y="97155"/>
                </a:lnTo>
                <a:lnTo>
                  <a:pt x="1236774" y="97155"/>
                </a:lnTo>
                <a:lnTo>
                  <a:pt x="1255805" y="97155"/>
                </a:lnTo>
                <a:lnTo>
                  <a:pt x="1274836" y="97155"/>
                </a:lnTo>
                <a:lnTo>
                  <a:pt x="1293857" y="97155"/>
                </a:lnTo>
                <a:lnTo>
                  <a:pt x="1312888" y="97155"/>
                </a:lnTo>
                <a:lnTo>
                  <a:pt x="1331909" y="97155"/>
                </a:lnTo>
                <a:lnTo>
                  <a:pt x="1350940" y="97155"/>
                </a:lnTo>
                <a:lnTo>
                  <a:pt x="1369971" y="97155"/>
                </a:lnTo>
                <a:lnTo>
                  <a:pt x="1388993" y="97155"/>
                </a:lnTo>
                <a:lnTo>
                  <a:pt x="1408024" y="97155"/>
                </a:lnTo>
                <a:lnTo>
                  <a:pt x="1427055" y="97155"/>
                </a:lnTo>
                <a:lnTo>
                  <a:pt x="1446076" y="97155"/>
                </a:lnTo>
                <a:lnTo>
                  <a:pt x="1465107" y="97155"/>
                </a:lnTo>
                <a:lnTo>
                  <a:pt x="1484128" y="97155"/>
                </a:lnTo>
                <a:lnTo>
                  <a:pt x="1503159" y="97155"/>
                </a:lnTo>
                <a:lnTo>
                  <a:pt x="1522190" y="97155"/>
                </a:lnTo>
                <a:lnTo>
                  <a:pt x="1541212" y="97155"/>
                </a:lnTo>
                <a:lnTo>
                  <a:pt x="1560243" y="97155"/>
                </a:lnTo>
                <a:lnTo>
                  <a:pt x="1579264" y="97155"/>
                </a:lnTo>
                <a:lnTo>
                  <a:pt x="1598295" y="97155"/>
                </a:lnTo>
                <a:lnTo>
                  <a:pt x="1617326" y="97155"/>
                </a:lnTo>
                <a:lnTo>
                  <a:pt x="1636347" y="97155"/>
                </a:lnTo>
                <a:lnTo>
                  <a:pt x="1655378" y="97155"/>
                </a:lnTo>
                <a:lnTo>
                  <a:pt x="1674409" y="97155"/>
                </a:lnTo>
                <a:lnTo>
                  <a:pt x="1693431" y="97155"/>
                </a:lnTo>
                <a:lnTo>
                  <a:pt x="1712462" y="97155"/>
                </a:lnTo>
                <a:lnTo>
                  <a:pt x="1731483" y="97155"/>
                </a:lnTo>
                <a:lnTo>
                  <a:pt x="1750514" y="97155"/>
                </a:lnTo>
                <a:lnTo>
                  <a:pt x="1769545" y="97155"/>
                </a:lnTo>
                <a:lnTo>
                  <a:pt x="1788566" y="97155"/>
                </a:lnTo>
                <a:lnTo>
                  <a:pt x="1807597" y="97155"/>
                </a:lnTo>
                <a:lnTo>
                  <a:pt x="1826628" y="97155"/>
                </a:lnTo>
                <a:lnTo>
                  <a:pt x="1845650" y="97155"/>
                </a:lnTo>
                <a:lnTo>
                  <a:pt x="1864681" y="97155"/>
                </a:lnTo>
                <a:lnTo>
                  <a:pt x="1882750" y="94412"/>
                </a:lnTo>
                <a:lnTo>
                  <a:pt x="1897675" y="82610"/>
                </a:lnTo>
                <a:lnTo>
                  <a:pt x="1912601" y="70809"/>
                </a:lnTo>
                <a:lnTo>
                  <a:pt x="1927527" y="59007"/>
                </a:lnTo>
                <a:lnTo>
                  <a:pt x="1942452" y="47206"/>
                </a:lnTo>
                <a:lnTo>
                  <a:pt x="1957378" y="35404"/>
                </a:lnTo>
                <a:lnTo>
                  <a:pt x="1972304" y="23603"/>
                </a:lnTo>
                <a:lnTo>
                  <a:pt x="1987229" y="11801"/>
                </a:lnTo>
                <a:lnTo>
                  <a:pt x="20021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9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CFC93C9C-E8DC-45DB-B15B-F05D1D4C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7568" y="3726180"/>
            <a:ext cx="176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0" name="recordable-text-heading">
            <a:extLst xmlns:a="http://schemas.openxmlformats.org/drawingml/2006/main">
              <a:ext uri="{FF2B5EF4-FFF2-40B4-BE49-F238E27FC236}">
                <a16:creationId xmlns:a16="http://schemas.microsoft.com/office/drawing/2014/main" id="{DCE6765F-746E-4810-BB50-B068FA32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0766" y="3764309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21" name="recordable-text-body">
            <a:extLst xmlns:a="http://schemas.openxmlformats.org/drawingml/2006/main">
              <a:ext uri="{FF2B5EF4-FFF2-40B4-BE49-F238E27FC236}">
                <a16:creationId xmlns:a16="http://schemas.microsoft.com/office/drawing/2014/main" id="{9EEC36E8-1B44-4C85-8238-F7CEF089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0766" y="4023722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每次任务留下最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小台账</a:t>
            </a:r>
          </a:p>
        </p:txBody>
      </p:sp>
      <p:sp>
        <p:nvSpPr>
          <p:cNvPr id="22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F0A85608-D853-477A-BA0F-C0FF2962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3666" y="450309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C5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traceable-text-heading">
            <a:extLst xmlns:a="http://schemas.openxmlformats.org/drawingml/2006/main">
              <a:ext uri="{FF2B5EF4-FFF2-40B4-BE49-F238E27FC236}">
                <a16:creationId xmlns:a16="http://schemas.microsoft.com/office/drawing/2014/main" id="{9074885B-1F9C-4F01-B8EB-B4C7CA26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7652" y="3320063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24" name="traceable-text-body">
            <a:extLst xmlns:a="http://schemas.openxmlformats.org/drawingml/2006/main">
              <a:ext uri="{FF2B5EF4-FFF2-40B4-BE49-F238E27FC236}">
                <a16:creationId xmlns:a16="http://schemas.microsoft.com/office/drawing/2014/main" id="{2A381C75-49C3-416F-AE07-5EE1F7B1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7652" y="3579466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记录关联来源、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参数与输出</a:t>
            </a:r>
          </a:p>
        </p:txBody>
      </p:sp>
      <p:sp>
        <p:nvSpPr>
          <p:cNvPr id="25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5683280C-0713-4F7F-9E9F-B2AAEADA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0704" y="4058841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C5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reusable-text-heading">
            <a:extLst xmlns:a="http://schemas.openxmlformats.org/drawingml/2006/main">
              <a:ext uri="{FF2B5EF4-FFF2-40B4-BE49-F238E27FC236}">
                <a16:creationId xmlns:a16="http://schemas.microsoft.com/office/drawing/2014/main" id="{BF90822A-F52A-46D0-98E6-5A8A49BB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4689" y="2875807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27" name="reusable-text-body">
            <a:extLst xmlns:a="http://schemas.openxmlformats.org/drawingml/2006/main">
              <a:ext uri="{FF2B5EF4-FFF2-40B4-BE49-F238E27FC236}">
                <a16:creationId xmlns:a16="http://schemas.microsoft.com/office/drawing/2014/main" id="{17A518B1-67C0-4AB2-9A40-98F8CFB7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4689" y="3135211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他人能够依据记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录重做关键过程</a:t>
            </a:r>
          </a:p>
        </p:txBody>
      </p:sp>
      <p:sp>
        <p:nvSpPr>
          <p:cNvPr id="28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6ECCAA4D-EF7A-4D23-ACC1-53A27421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7732" y="3614585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C5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target-3-surface">
            <a:extLst xmlns:a="http://schemas.openxmlformats.org/drawingml/2006/main">
              <a:ext uri="{FF2B5EF4-FFF2-40B4-BE49-F238E27FC236}">
                <a16:creationId xmlns:a16="http://schemas.microsoft.com/office/drawing/2014/main" id="{7A4FD2C0-5C21-4AE9-AD89-D9BA449D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533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DDE4"/>
            </a:solidFill>
            <a:prstDash val="solid"/>
          </a:ln>
        </p:spPr>
      </p:sp>
      <p:sp>
        <p:nvSpPr>
          <p:cNvPr id="30" name="target-3-accent">
            <a:extLst xmlns:a="http://schemas.openxmlformats.org/drawingml/2006/main">
              <a:ext uri="{FF2B5EF4-FFF2-40B4-BE49-F238E27FC236}">
                <a16:creationId xmlns:a16="http://schemas.microsoft.com/office/drawing/2014/main" id="{C2459D62-8614-4031-BF97-4D73B96B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rget-3-heading">
            <a:extLst xmlns:a="http://schemas.openxmlformats.org/drawingml/2006/main">
              <a:ext uri="{FF2B5EF4-FFF2-40B4-BE49-F238E27FC236}">
                <a16:creationId xmlns:a16="http://schemas.microsoft.com/office/drawing/2014/main" id="{063C2060-CE8A-4EDA-AC1E-7C2A9E3B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340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首轮目标与边界</a:t>
            </a:r>
          </a:p>
        </p:txBody>
      </p:sp>
      <p:sp>
        <p:nvSpPr>
          <p:cNvPr id="32" name="target-3-body">
            <a:extLst xmlns:a="http://schemas.openxmlformats.org/drawingml/2006/main">
              <a:ext uri="{FF2B5EF4-FFF2-40B4-BE49-F238E27FC236}">
                <a16:creationId xmlns:a16="http://schemas.microsoft.com/office/drawing/2014/main" id="{2DE5AE10-BA8C-4348-8AA4-CF1C99C2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388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首轮只将“可记录”作为目标；没有完成度调查，不能暗示已达到某一级。跨实验室复用还需要实际重做验证。</a:t>
            </a:r>
          </a:p>
        </p:txBody>
      </p:sp>
      <p:sp>
        <p:nvSpPr>
          <p:cNvPr id="33" name="accept-3-surface">
            <a:extLst xmlns:a="http://schemas.openxmlformats.org/drawingml/2006/main">
              <a:ext uri="{FF2B5EF4-FFF2-40B4-BE49-F238E27FC236}">
                <a16:creationId xmlns:a16="http://schemas.microsoft.com/office/drawing/2014/main" id="{639668D1-E1F5-440E-92C1-8A97CEC8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572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DDE4"/>
            </a:solidFill>
            <a:prstDash val="solid"/>
          </a:ln>
        </p:spPr>
      </p:sp>
      <p:sp>
        <p:nvSpPr>
          <p:cNvPr id="34" name="accept-3-accent">
            <a:extLst xmlns:a="http://schemas.openxmlformats.org/drawingml/2006/main">
              <a:ext uri="{FF2B5EF4-FFF2-40B4-BE49-F238E27FC236}">
                <a16:creationId xmlns:a16="http://schemas.microsoft.com/office/drawing/2014/main" id="{264E99EC-E4EB-4BBF-8C27-E955EBB4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accept-3-heading">
            <a:extLst xmlns:a="http://schemas.openxmlformats.org/drawingml/2006/main">
              <a:ext uri="{FF2B5EF4-FFF2-40B4-BE49-F238E27FC236}">
                <a16:creationId xmlns:a16="http://schemas.microsoft.com/office/drawing/2014/main" id="{6E075D2F-F1F5-4786-8AD9-AD6FBD80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34000"/>
            <a:ext cx="528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验收分工</a:t>
            </a:r>
          </a:p>
        </p:txBody>
      </p:sp>
      <p:sp>
        <p:nvSpPr>
          <p:cNvPr id="36" name="accept-3-body">
            <a:extLst xmlns:a="http://schemas.openxmlformats.org/drawingml/2006/main">
              <a:ext uri="{FF2B5EF4-FFF2-40B4-BE49-F238E27FC236}">
                <a16:creationId xmlns:a16="http://schemas.microsoft.com/office/drawing/2014/main" id="{1ECF3848-2C4A-47C5-BB21-5938DE89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63880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研究人员提交记录，管理员抽查关联是否齐全，平台负责人处理跨实验室责任争议；三者是分工，不是三级审批。</a:t>
            </a:r>
          </a:p>
        </p:txBody>
      </p:sp>
    </p:spTree>
    <p:extLst>
      <p:ext uri="{BB962C8B-B14F-4D97-AF65-F5344CB8AC3E}">
        <p14:creationId xmlns:p14="http://schemas.microsoft.com/office/powerpoint/2010/main" val="18273397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2026-09-08T06:07:31.3300000Z</dcterms:created>
  <dcterms:modified xsi:type="dcterms:W3CDTF">2026-09-08T06:07:31.3300000Z</dcterms:modified>
</coreProperties>
</file>