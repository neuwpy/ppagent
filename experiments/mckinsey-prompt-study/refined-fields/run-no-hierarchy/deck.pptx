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9f981ff1104619" /><Relationship Type="http://schemas.openxmlformats.org/officeDocument/2006/relationships/extended-properties" Target="/docProps/app.xml" Id="Rc28feb44e56c4daa" /><Relationship Type="http://schemas.openxmlformats.org/officeDocument/2006/relationships/officeDocument" Target="/ppt/presentation.xml" Id="Rdb08f84954eb45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3234e0c4fb4ed0"/>
  </p:sldMasterIdLst>
  <p:notesMasterIdLst>
    <p:notesMasterId xmlns:r="http://schemas.openxmlformats.org/officeDocument/2006/relationships" r:id="Rd29659c81f664678"/>
  </p:notesMasterIdLst>
  <p:sldIdLst>
    <p:sldId xmlns:r="http://schemas.openxmlformats.org/officeDocument/2006/relationships" id="256" r:id="R387606393a864d3f"/>
    <p:sldId xmlns:r="http://schemas.openxmlformats.org/officeDocument/2006/relationships" id="257" r:id="R7fb525c7383b43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17aaa83ae04c29" /><Relationship Type="http://schemas.openxmlformats.org/officeDocument/2006/relationships/slideMaster" Target="/ppt/slideMasters/slideMaster1.xml" Id="Rff3234e0c4fb4ed0" /><Relationship Type="http://schemas.openxmlformats.org/officeDocument/2006/relationships/notesMaster" Target="/ppt/notesMasters/notesMaster1.xml" Id="Rd29659c81f664678" /><Relationship Type="http://schemas.openxmlformats.org/officeDocument/2006/relationships/presProps" Target="/ppt/presProps.xml" Id="R88e3a830c3974680" /><Relationship Type="http://schemas.openxmlformats.org/officeDocument/2006/relationships/tableStyles" Target="/ppt/tableStyles.xml" Id="Ra64dcce66e804699" /><Relationship Type="http://schemas.openxmlformats.org/officeDocument/2006/relationships/slide" Target="/ppt/slides/slide1.xml" Id="R387606393a864d3f" /><Relationship Type="http://schemas.openxmlformats.org/officeDocument/2006/relationships/slide" Target="/ppt/slides/slide2.xml" Id="R7fb525c7383b43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c2f06fe01e40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7aafd2d1b44720" /><Relationship Type="http://schemas.openxmlformats.org/officeDocument/2006/relationships/notesMaster" Target="/ppt/notesMasters/notesMaster1.xml" Id="R350021dbd1b944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317f2f93b54cf7" /><Relationship Type="http://schemas.openxmlformats.org/officeDocument/2006/relationships/notesMaster" Target="/ppt/notesMasters/notesMaster1.xml" Id="Rde7fe63fb5c541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9e0fd3cf44d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5f7487e6cc4de3" /><Relationship Type="http://schemas.openxmlformats.org/officeDocument/2006/relationships/slideLayout" Target="/ppt/slideLayouts/slideLayout1.xml" Id="R4ad7d2efe9904c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d7d2efe9904c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541d8ec2c4d09" /><Relationship Type="http://schemas.openxmlformats.org/officeDocument/2006/relationships/notesSlide" Target="/ppt/notesSlides/notesSlide1.xml" Id="R0673218c0aab4e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bbe5cc6b647e2" /><Relationship Type="http://schemas.openxmlformats.org/officeDocument/2006/relationships/notesSlide" Target="/ppt/notesSlides/notesSlide2.xml" Id="Rda505dd54fb142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935DBF-6F4F-4B1F-A210-46C31AAB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大学实验平台改进讨论  ·  模拟材料，仅用于方案讨论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66B21-6F6C-4FC8-B521-7ADC348B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预约障碍决定服务改进的先后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6FFA3-7B64-47C3-B76F-F85AB9B6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97529-ED53-4954-97FB-211D345E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51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多选问卷中，校内与校外的首要障碍不同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FEDD8-565D-4146-8071-95676266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选择该项的受访者占比（%）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F91B1-424C-41BE-B307-746ECFC7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419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AFBDC-D7F1-40EA-A2F3-E9CB8FBF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716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5BD36-A101-4ED4-92B0-4AE8A545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419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BBB7E-74FD-4D6F-909F-C3CE7036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716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2F8DF-AA97-422D-8800-AEC429DB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47875"/>
            <a:ext cx="952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DD543-E1E4-49F6-AE77-78F584A3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47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58E22-C560-4EE9-83C1-C3F123A3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47875"/>
            <a:ext cx="952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AEACB-39D3-46AB-96F6-E04A5D3C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47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CB530-18AC-4265-BB24-2E3EAF2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47875"/>
            <a:ext cx="952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4F6F9-3064-4C58-8D85-EDB97A2D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47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A5E57-8D46-41C9-92CB-8D7FBBE4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952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7C642-E35D-4A31-AE03-F273CE48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47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75C02-29F4-42B8-A77B-976D4ADB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47875"/>
            <a:ext cx="952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97858-1D4D-4E98-88DA-9D262D79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47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14DB8-0359-4CDF-91CD-52975ED6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按时段难匹配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13EC4-7C75-439E-9028-1C76EC82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52650"/>
            <a:ext cx="38385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2A1A7-F05D-43E7-B713-DD3FEC23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240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62%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70C79-3EB6-481E-94EF-8F31A610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90775"/>
            <a:ext cx="27860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2E01F-3361-4E53-9857-9995C9A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2362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A3CB1-94C7-40EB-9AAD-56042A4C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CF9CBA-D90B-4B7E-9F01-F2BEC85B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审批慢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9C0216-B850-4308-98F1-8842C4B1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05125"/>
            <a:ext cx="297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45CC54-331C-4EA7-90CF-B5D6C172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876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48%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0F94A8-BAEE-424A-A1B2-B19E2317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43250"/>
            <a:ext cx="40243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AF96E-A11C-43D0-84E7-849E6503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788" y="31146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8A3A91-B9CA-4E27-84F1-17F2BB4D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7B4031-7E48-4C2D-88AC-D523F331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费用不清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29124E-39C8-4A28-9D73-0AB11428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57600"/>
            <a:ext cx="1733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054CCB-9AD7-4F60-9CCE-337D2196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629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28%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F83435-8F07-4625-A032-E02A1B01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95725"/>
            <a:ext cx="3590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B8EC1C-A0AA-449A-9F9C-8BDE8535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67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58%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0A15A2-DA10-4848-926E-6B4EB226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6A54F2-42E2-4A3C-8E79-BC5075B1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培训不足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E96759-285E-4B90-9336-50A3F4D8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0075"/>
            <a:ext cx="2724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E079C7-1892-47ED-ADBE-C87B56C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81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44%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FBD945-64EA-4811-BB2E-AAFD626C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48200"/>
            <a:ext cx="1981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C92EF5-825B-4FA9-91F3-59007020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196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32%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4CF351-0D3A-403D-B34E-53E18EBC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4283FC-A691-4A58-AAD2-A8076321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81125"/>
            <a:ext cx="38481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2A20E5-D7F0-44E7-A50A-E2AA4013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287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讨论优先级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FBD5DB-7D4B-4A78-8F55-B337D072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9775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A35C2F-4691-40E9-9A76-EAFCCDFE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553125-D5E1-4E01-B52C-776C35DD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14600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先检查时段供给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（难匹配 62%）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CE9BC7-46C1-411D-91B3-0464EED3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89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12DA03-FF1E-4985-AF76-E7196689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052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先检查审批责任和费用说明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（审批慢 65%；费用不清 58%）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4408D2-63E9-4AC4-B4E1-4F3BD294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本页判断是材料内的讨论优先级，不代表措施已有效。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BBB52A-335B-4258-A0BC-206BF33C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注：四个维度可多选，比例不能相加到 100%；校内、校外各 n=100，结果不作推广。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AF0BAF-7773-4482-8A92-1D822AC4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D54469-56DA-4217-BAA1-7DB60687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来源：模拟多选问卷；四维为按时段难匹配、审批慢、费用不清、培训不足。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80BE83-760B-404F-A392-8F727EBB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9652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F20580-5893-4CC7-A891-BCCF5BA4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大学实验平台改进讨论  ·  模拟材料，仅用于方案讨论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181C2-A479-4499-8E3A-80D31588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先试新增记录，历史记录按需求补齐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7B32B-0BFA-4151-AFEB-DD7A2EE5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7B17D-41F5-4B59-8342-73CD8AF2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两种归档范围的取舍集中在投入方式、可追溯性与启动条件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94B66-D84D-45AA-83DA-79735FEC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评价维度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AA1BF-9438-4DAB-AE3C-E239BD68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838325"/>
            <a:ext cx="44577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F905D-1238-422C-ACF7-05550F21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38325"/>
            <a:ext cx="44577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44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91BE0-A390-4BE8-8FC3-E9855F5D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71675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全面补历史记录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599B0-0D92-4B83-9CB1-3C802C3A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71675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先规范新增记录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65E82-0560-4371-A5C3-A987064A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投入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6E21F-90CE-4D10-A389-6E9317D9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0507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BB2FE-1F4B-4612-81D9-A19EBF73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0507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C838A-96CE-48C6-8A95-33923DC9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76525"/>
            <a:ext cx="4038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需追查旧文件和人员记忆。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1D245-FF23-4F53-9B3A-5664A5A2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76525"/>
            <a:ext cx="4038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从每次新增结果登记，投入随新增任务发生。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50B54-4F7D-41A8-BC32-356D14CD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可追溯性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9B8FA-4B5E-45E6-93B4-70764849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861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D7359-7616-4122-B1EA-FF7C75EA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861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4E923-2DD6-4D3E-872E-9134899E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57600"/>
            <a:ext cx="4038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可覆盖旧结果，但缺失上下文难补。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F2021-EBE9-4C13-9CA5-3D3C649D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57600"/>
            <a:ext cx="4038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生成时保留来源、脚本、参数与输出。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74EAF-1CAD-4C7D-BAB2-E2E1E3BB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启动条件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580F6-3467-4EB1-AF92-AACA84A2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6722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837E8-EDA7-4C29-839F-C3188005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6722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DB729-37FA-4591-935D-F8D11F81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38675"/>
            <a:ext cx="4038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需要明确追溯对象和可用资料。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F3B20-68D6-4F04-8F29-B9642703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38675"/>
            <a:ext cx="4038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需约定责任人及最小记录清单。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0DB28-9B6F-4270-9C56-9ACC08BB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054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D9750-4FAC-467E-B32F-28120DC4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44C7A8-E092-4D79-AC5F-F7E5CB18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1BB79-502A-446B-A423-7F2B4CB2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6809D8-DD30-43BA-B8FF-52D94D75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81675"/>
            <a:ext cx="946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先试新增；对已有明确追溯需求的历史结果定向补齐。代价是历史覆盖仍不完整。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4EA20B-01BB-4306-B854-67680069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本材料未提供投入金额、工时或成功率，因此不作数字化优劣判断。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572721-53D3-49F4-8892-69B616AF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1828C7-1EEF-45BE-9D4E-3F9B7FC0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来源：模拟归档方案讨论材料；评价维度为投入、可追溯性、启动条件。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62CFCB-CE29-4733-B415-EC6536BE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3667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2026-09-07T23:28:31.5810000Z</dcterms:created>
  <dcterms:modified xsi:type="dcterms:W3CDTF">2026-09-07T23:28:31.5810000Z</dcterms:modified>
</coreProperties>
</file>