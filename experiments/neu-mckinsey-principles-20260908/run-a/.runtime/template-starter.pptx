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ecf178820415e" /><Relationship Type="http://schemas.openxmlformats.org/officeDocument/2006/relationships/extended-properties" Target="/docProps/app.xml" Id="Rc9bcb4810da14187" /><Relationship Type="http://schemas.openxmlformats.org/officeDocument/2006/relationships/officeDocument" Target="/ppt/presentation.xml" Id="R0be370cbaab544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1592a8ea4345a6"/>
    <p:sldMasterId xmlns:r="http://schemas.openxmlformats.org/officeDocument/2006/relationships" id="2147483660" r:id="Rdbf358caaf48432d"/>
    <p:sldMasterId xmlns:r="http://schemas.openxmlformats.org/officeDocument/2006/relationships" id="2147483663" r:id="Rab6fc0ebfa374983"/>
  </p:sldMasterIdLst>
  <p:notesMasterIdLst>
    <p:notesMasterId xmlns:r="http://schemas.openxmlformats.org/officeDocument/2006/relationships" r:id="R6ca3b203e0814115"/>
  </p:notesMasterIdLst>
  <p:sldIdLst>
    <p:sldId xmlns:r="http://schemas.openxmlformats.org/officeDocument/2006/relationships" id="256" r:id="R1a816663024d428e"/>
    <p:sldId xmlns:r="http://schemas.openxmlformats.org/officeDocument/2006/relationships" id="257" r:id="Rce0e2c0b015e4534"/>
    <p:sldId xmlns:r="http://schemas.openxmlformats.org/officeDocument/2006/relationships" id="258" r:id="Rc87efae4bb664ef5"/>
    <p:sldId xmlns:r="http://schemas.openxmlformats.org/officeDocument/2006/relationships" id="259" r:id="R638cbbffc6f340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9c3c851a441c3" /><Relationship Type="http://schemas.openxmlformats.org/officeDocument/2006/relationships/slideMaster" Target="/ppt/slideMasters/slideMaster1.xml" Id="R221592a8ea4345a6" /><Relationship Type="http://schemas.openxmlformats.org/officeDocument/2006/relationships/slideMaster" Target="/ppt/slideMasters/slideMaster2.xml" Id="Rdbf358caaf48432d" /><Relationship Type="http://schemas.openxmlformats.org/officeDocument/2006/relationships/slideMaster" Target="/ppt/slideMasters/slideMaster3.xml" Id="Rab6fc0ebfa374983" /><Relationship Type="http://schemas.openxmlformats.org/officeDocument/2006/relationships/notesMaster" Target="/ppt/notesMasters/notesMaster1.xml" Id="R6ca3b203e0814115" /><Relationship Type="http://schemas.openxmlformats.org/officeDocument/2006/relationships/presProps" Target="/ppt/presProps.xml" Id="R66808d6de3e34fb2" /><Relationship Type="http://schemas.openxmlformats.org/officeDocument/2006/relationships/viewProps" Target="/ppt/viewProps.xml" Id="Rc80d4850608e48a7" /><Relationship Type="http://schemas.openxmlformats.org/officeDocument/2006/relationships/tableStyles" Target="/ppt/tableStyles.xml" Id="R4d5bcfc737cc47da" /><Relationship Type="http://schemas.openxmlformats.org/officeDocument/2006/relationships/slide" Target="/ppt/slides/slide1.xml" Id="R1a816663024d428e" /><Relationship Type="http://schemas.openxmlformats.org/officeDocument/2006/relationships/slide" Target="/ppt/slides/slide2.xml" Id="Rce0e2c0b015e4534" /><Relationship Type="http://schemas.openxmlformats.org/officeDocument/2006/relationships/slide" Target="/ppt/slides/slide3.xml" Id="Rc87efae4bb664ef5" /><Relationship Type="http://schemas.openxmlformats.org/officeDocument/2006/relationships/slide" Target="/ppt/slides/slide4.xml" Id="R638cbbffc6f340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4afe6dad5a44d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0893c4c9c4fd5" /><Relationship Type="http://schemas.openxmlformats.org/officeDocument/2006/relationships/notesMaster" Target="/ppt/notesMasters/notesMaster1.xml" Id="R6450e309622f41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452b1574141f8" /><Relationship Type="http://schemas.openxmlformats.org/officeDocument/2006/relationships/notesMaster" Target="/ppt/notesMasters/notesMaster1.xml" Id="R9b68b466669c4a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61b518909456f" /><Relationship Type="http://schemas.openxmlformats.org/officeDocument/2006/relationships/notesMaster" Target="/ppt/notesMasters/notesMaster1.xml" Id="R8972e4066aed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764d4f2e8b4517" /><Relationship Type="http://schemas.openxmlformats.org/officeDocument/2006/relationships/notesMaster" Target="/ppt/notesMasters/notesMaster1.xml" Id="R24ce084e9705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a820d36434252" /><Relationship Type="http://schemas.openxmlformats.org/officeDocument/2006/relationships/image" Target="/ppt/media/image.jpeg" Id="Rdc3c2c2a1dd640ed" /><Relationship Type="http://schemas.openxmlformats.org/officeDocument/2006/relationships/image" Target="/ppt/media/image.png" Id="R8a5cb579afce474f" /><Relationship Type="http://schemas.openxmlformats.org/officeDocument/2006/relationships/image" Target="/ppt/media/image2.png" Id="R06a93110c13040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5c5c9c0c048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a8f072d0540bc" /><Relationship Type="http://schemas.openxmlformats.org/officeDocument/2006/relationships/image" Target="/ppt/media/image3.png" Id="R5345eeb5a01647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99349dcd842f4" /><Relationship Type="http://schemas.openxmlformats.org/officeDocument/2006/relationships/image" Target="/ppt/media/image4.png" Id="Rd878c08ea50243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fcaa3aac945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eda45de3244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3a1760c0a42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c3d2edd474b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2fbf60b6e4e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6de9710834d1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50890d5644ac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93e0e52ca744db" /><Relationship Type="http://schemas.openxmlformats.org/officeDocument/2006/relationships/image" Target="/ppt/media/image5.png" Id="Rbbd8bdb18366475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5f3d0e26a54a4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44f0d08281d4f0f" /><Relationship Type="http://schemas.openxmlformats.org/officeDocument/2006/relationships/image" Target="/ppt/media/image5.png" Id="R9ac7d87517ab41c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b3353fed50a482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c2c2a1dd640e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cb579afce474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93110c13040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5eeb5a01647f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8c08ea502437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8bdb18366475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7d87517ab41c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2ae6a64fc84792" /><Relationship Type="http://schemas.openxmlformats.org/officeDocument/2006/relationships/slideLayout" Target="/ppt/slideLayouts/slideLayout1.xml" Id="Rbb42093bf52f449d" /><Relationship Type="http://schemas.openxmlformats.org/officeDocument/2006/relationships/slideLayout" Target="/ppt/slideLayouts/slideLayout2.xml" Id="R598e54f6fd574250" /><Relationship Type="http://schemas.openxmlformats.org/officeDocument/2006/relationships/slideLayout" Target="/ppt/slideLayouts/slideLayout3.xml" Id="R22f560437b6642c3" /><Relationship Type="http://schemas.openxmlformats.org/officeDocument/2006/relationships/slideLayout" Target="/ppt/slideLayouts/slideLayout4.xml" Id="Rff7ff9f932734e74" /><Relationship Type="http://schemas.openxmlformats.org/officeDocument/2006/relationships/slideLayout" Target="/ppt/slideLayouts/slideLayout5.xml" Id="R2f8ff1df1b86489b" /><Relationship Type="http://schemas.openxmlformats.org/officeDocument/2006/relationships/slideLayout" Target="/ppt/slideLayouts/slideLayout6.xml" Id="Rf2682ef2c34f4fe9" /><Relationship Type="http://schemas.openxmlformats.org/officeDocument/2006/relationships/slideLayout" Target="/ppt/slideLayouts/slideLayout7.xml" Id="R285b9a0ac3474a41" /><Relationship Type="http://schemas.openxmlformats.org/officeDocument/2006/relationships/slideLayout" Target="/ppt/slideLayouts/slideLayout8.xml" Id="R0e9f0912c90e4364" /><Relationship Type="http://schemas.openxmlformats.org/officeDocument/2006/relationships/slideLayout" Target="/ppt/slideLayouts/slideLayout9.xml" Id="Rc95676fcb2a74eee" /><Relationship Type="http://schemas.openxmlformats.org/officeDocument/2006/relationships/slideLayout" Target="/ppt/slideLayouts/slideLayout10.xml" Id="Rd90fc254e9204bce" /><Relationship Type="http://schemas.openxmlformats.org/officeDocument/2006/relationships/slideLayout" Target="/ppt/slideLayouts/slideLayout11.xml" Id="R877210feb0e2419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25fca55867f4488" /><Relationship Type="http://schemas.openxmlformats.org/officeDocument/2006/relationships/slideLayout" Target="/ppt/slideLayouts/slideLayout12.xml" Id="R251754881de2400c" /><Relationship Type="http://schemas.openxmlformats.org/officeDocument/2006/relationships/slideLayout" Target="/ppt/slideLayouts/slideLayout13.xml" Id="Rfd4e85205d83404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c324a69eb8b4b5e" /><Relationship Type="http://schemas.openxmlformats.org/officeDocument/2006/relationships/slideLayout" Target="/ppt/slideLayouts/slideLayout14.xml" Id="R785a724f44854e79" /><Relationship Type="http://schemas.openxmlformats.org/officeDocument/2006/relationships/slideLayout" Target="/ppt/slideLayouts/slideLayout15.xml" Id="R60385f97a10249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42093bf52f449d"/>
    <p:sldLayoutId xmlns:r="http://schemas.openxmlformats.org/officeDocument/2006/relationships" id="2147483650" r:id="R598e54f6fd574250"/>
    <p:sldLayoutId xmlns:r="http://schemas.openxmlformats.org/officeDocument/2006/relationships" id="2147483651" r:id="R22f560437b6642c3"/>
    <p:sldLayoutId xmlns:r="http://schemas.openxmlformats.org/officeDocument/2006/relationships" id="2147483652" r:id="Rff7ff9f932734e74"/>
    <p:sldLayoutId xmlns:r="http://schemas.openxmlformats.org/officeDocument/2006/relationships" id="2147483653" r:id="R2f8ff1df1b86489b"/>
    <p:sldLayoutId xmlns:r="http://schemas.openxmlformats.org/officeDocument/2006/relationships" id="2147483654" r:id="Rf2682ef2c34f4fe9"/>
    <p:sldLayoutId xmlns:r="http://schemas.openxmlformats.org/officeDocument/2006/relationships" id="2147483655" r:id="R285b9a0ac3474a41"/>
    <p:sldLayoutId xmlns:r="http://schemas.openxmlformats.org/officeDocument/2006/relationships" id="2147483656" r:id="R0e9f0912c90e4364"/>
    <p:sldLayoutId xmlns:r="http://schemas.openxmlformats.org/officeDocument/2006/relationships" id="2147483657" r:id="Rc95676fcb2a74eee"/>
    <p:sldLayoutId xmlns:r="http://schemas.openxmlformats.org/officeDocument/2006/relationships" id="2147483658" r:id="Rd90fc254e9204bce"/>
    <p:sldLayoutId xmlns:r="http://schemas.openxmlformats.org/officeDocument/2006/relationships" id="2147483659" r:id="R877210feb0e2419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51754881de2400c"/>
    <p:sldLayoutId xmlns:r="http://schemas.openxmlformats.org/officeDocument/2006/relationships" id="2147483662" r:id="Rfd4e85205d83404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85a724f44854e79"/>
    <p:sldLayoutId xmlns:r="http://schemas.openxmlformats.org/officeDocument/2006/relationships" id="2147483665" r:id="R60385f97a102497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cdec23b6ea46ae" /><Relationship Type="http://schemas.openxmlformats.org/officeDocument/2006/relationships/image" Target="/ppt/media/image6.png" Id="R668ec0dda0e743be" /><Relationship Type="http://schemas.openxmlformats.org/officeDocument/2006/relationships/notesSlide" Target="/ppt/notesSlides/notesSlide1.xml" Id="Ra41ac127e9b34d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43e440df3746b0" /><Relationship Type="http://schemas.openxmlformats.org/officeDocument/2006/relationships/image" Target="/ppt/media/image6.png" Id="R265005649bcf47d9" /><Relationship Type="http://schemas.openxmlformats.org/officeDocument/2006/relationships/notesSlide" Target="/ppt/notesSlides/notesSlide2.xml" Id="R08459dc4ebe341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2beb113cd141e6" /><Relationship Type="http://schemas.openxmlformats.org/officeDocument/2006/relationships/image" Target="/ppt/media/image6.png" Id="Rd3eb13660b1549c2" /><Relationship Type="http://schemas.openxmlformats.org/officeDocument/2006/relationships/notesSlide" Target="/ppt/notesSlides/notesSlide3.xml" Id="R2ae0c95e247c44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90d6581fae4ba9" /><Relationship Type="http://schemas.openxmlformats.org/officeDocument/2006/relationships/image" Target="/ppt/media/image6.png" Id="Rb32b53dc7c114b04" /><Relationship Type="http://schemas.openxmlformats.org/officeDocument/2006/relationships/notesSlide" Target="/ppt/notesSlides/notesSlide4.xml" Id="R1b2ffe0ef0534a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ec0dda0e743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05649bcf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b13660b1549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b53dc7c11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2026-09-08T15:26:58.9740000Z</dcterms:created>
  <dcterms:modified xsi:type="dcterms:W3CDTF">2026-09-08T15:26:58.9740000Z</dcterms:modified>
</coreProperties>
</file>