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a28288711541d5" /><Relationship Type="http://schemas.openxmlformats.org/officeDocument/2006/relationships/extended-properties" Target="/docProps/app.xml" Id="R3533d05da43b47cf" /><Relationship Type="http://schemas.openxmlformats.org/officeDocument/2006/relationships/officeDocument" Target="/ppt/presentation.xml" Id="R2b223e70ab8447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00f3c537244f4f"/>
  </p:sldMasterIdLst>
  <p:notesMasterIdLst>
    <p:notesMasterId xmlns:r="http://schemas.openxmlformats.org/officeDocument/2006/relationships" r:id="R2bd3bbf9bd974f6f"/>
  </p:notesMasterIdLst>
  <p:sldIdLst>
    <p:sldId xmlns:r="http://schemas.openxmlformats.org/officeDocument/2006/relationships" id="256" r:id="Re2797e51ce0849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24232e77bb461c" /><Relationship Type="http://schemas.openxmlformats.org/officeDocument/2006/relationships/slideMaster" Target="/ppt/slideMasters/slideMaster1.xml" Id="R4c00f3c537244f4f" /><Relationship Type="http://schemas.openxmlformats.org/officeDocument/2006/relationships/notesMaster" Target="/ppt/notesMasters/notesMaster1.xml" Id="R2bd3bbf9bd974f6f" /><Relationship Type="http://schemas.openxmlformats.org/officeDocument/2006/relationships/presProps" Target="/ppt/presProps.xml" Id="R22b20fbdc76a4cc8" /><Relationship Type="http://schemas.openxmlformats.org/officeDocument/2006/relationships/tableStyles" Target="/ppt/tableStyles.xml" Id="Rea88924e41ab4e43" /><Relationship Type="http://schemas.openxmlformats.org/officeDocument/2006/relationships/slide" Target="/ppt/slides/slide1.xml" Id="Re2797e51ce0849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57edc6650543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61ea163f2402b" /><Relationship Type="http://schemas.openxmlformats.org/officeDocument/2006/relationships/notesMaster" Target="/ppt/notesMasters/notesMaster1.xml" Id="R3f18f0fce7b446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d067b11df47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d9d8ff989845b0" /><Relationship Type="http://schemas.openxmlformats.org/officeDocument/2006/relationships/slideLayout" Target="/ppt/slideLayouts/slideLayout1.xml" Id="R7e20b2592cc64b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20b2592cc64b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c91850f384613" /><Relationship Type="http://schemas.openxmlformats.org/officeDocument/2006/relationships/notesSlide" Target="/ppt/notesSlides/notesSlide1.xml" Id="Rd68a88a49a974e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ong-title">
            <a:extLst xmlns:a="http://schemas.openxmlformats.org/drawingml/2006/main">
              <a:ext uri="{FF2B5EF4-FFF2-40B4-BE49-F238E27FC236}">
                <a16:creationId xmlns:a16="http://schemas.microsoft.com/office/drawing/2014/main" id="{8C2C8FB4-5305-4E8A-BB29-0F3C77D6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4月请求量上升后，首次响应压力明显增加</a:t>
            </a:r>
          </a:p>
        </p:txBody>
      </p:sp>
      <p:sp>
        <p:nvSpPr>
          <p:cNvPr id="2" name="two-digit">
            <a:extLst xmlns:a="http://schemas.openxmlformats.org/drawingml/2006/main">
              <a:ext uri="{FF2B5EF4-FFF2-40B4-BE49-F238E27FC236}">
                <a16:creationId xmlns:a16="http://schemas.microsoft.com/office/drawing/2014/main" id="{B73E7F6B-C620-4FDB-959B-C3CFDA1C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narrow-note">
            <a:extLst xmlns:a="http://schemas.openxmlformats.org/drawingml/2006/main">
              <a:ext uri="{FF2B5EF4-FFF2-40B4-BE49-F238E27FC236}">
                <a16:creationId xmlns:a16="http://schemas.microsoft.com/office/drawing/2014/main" id="{DFD9B660-6496-4148-BE83-87AE14A2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模拟数据；指标为两个工作日内首次给出可执行答复，不是结案时长。</a:t>
            </a:r>
          </a:p>
        </p:txBody>
      </p:sp>
      <p:sp>
        <p:nvSpPr>
          <p:cNvPr id="4" name="mixed">
            <a:extLst xmlns:a="http://schemas.openxmlformats.org/drawingml/2006/main">
              <a:ext uri="{FF2B5EF4-FFF2-40B4-BE49-F238E27FC236}">
                <a16:creationId xmlns:a16="http://schemas.microsoft.com/office/drawing/2014/main" id="{F5AFE162-F192-469B-9B9F-CCC4F203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B 统一申请入口：字段与授权校验</a:t>
            </a:r>
          </a:p>
        </p:txBody>
      </p:sp>
    </p:spTree>
    <p:extLst>
      <p:ext uri="{BB962C8B-B14F-4D97-AF65-F5344CB8AC3E}">
        <p14:creationId xmlns:p14="http://schemas.microsoft.com/office/powerpoint/2010/main" val="690372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2026-09-08T15:23:08.6420000Z</dcterms:created>
  <dcterms:modified xsi:type="dcterms:W3CDTF">2026-09-08T15:23:08.6420000Z</dcterms:modified>
</coreProperties>
</file>