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b2e57a1c24b49" /><Relationship Type="http://schemas.openxmlformats.org/officeDocument/2006/relationships/extended-properties" Target="/docProps/app.xml" Id="R5660db6ff3ce4a0e" /><Relationship Type="http://schemas.openxmlformats.org/officeDocument/2006/relationships/officeDocument" Target="/ppt/presentation.xml" Id="Rc7872097cdaf40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5289cc0ab84acf"/>
  </p:sldMasterIdLst>
  <p:notesMasterIdLst>
    <p:notesMasterId xmlns:r="http://schemas.openxmlformats.org/officeDocument/2006/relationships" r:id="R48e86cea55ff40eb"/>
  </p:notesMasterIdLst>
  <p:sldIdLst>
    <p:sldId xmlns:r="http://schemas.openxmlformats.org/officeDocument/2006/relationships" id="256" r:id="R4c403a19fe6646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4407de8f54e09" /><Relationship Type="http://schemas.openxmlformats.org/officeDocument/2006/relationships/slideMaster" Target="/ppt/slideMasters/slideMaster1.xml" Id="R175289cc0ab84acf" /><Relationship Type="http://schemas.openxmlformats.org/officeDocument/2006/relationships/notesMaster" Target="/ppt/notesMasters/notesMaster1.xml" Id="R48e86cea55ff40eb" /><Relationship Type="http://schemas.openxmlformats.org/officeDocument/2006/relationships/presProps" Target="/ppt/presProps.xml" Id="R5dfb6f48b086407c" /><Relationship Type="http://schemas.openxmlformats.org/officeDocument/2006/relationships/tableStyles" Target="/ppt/tableStyles.xml" Id="Rcde29071482d4d17" /><Relationship Type="http://schemas.openxmlformats.org/officeDocument/2006/relationships/slide" Target="/ppt/slides/slide1.xml" Id="R4c403a19fe6646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c0fa017d88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acf602b48462f" /><Relationship Type="http://schemas.openxmlformats.org/officeDocument/2006/relationships/notesMaster" Target="/ppt/notesMasters/notesMaster1.xml" Id="R3fb64a5f3796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fd779872047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33e772c6647da" /><Relationship Type="http://schemas.openxmlformats.org/officeDocument/2006/relationships/slideLayout" Target="/ppt/slideLayouts/slideLayout1.xml" Id="R1ac1e557cab24c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c1e557cab24c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d2ea6d089495f" /><Relationship Type="http://schemas.openxmlformats.org/officeDocument/2006/relationships/notesSlide" Target="/ppt/notesSlides/notesSlide1.xml" Id="Rfd46bbaf9121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ong-title">
            <a:extLst xmlns:a="http://schemas.openxmlformats.org/drawingml/2006/main">
              <a:ext uri="{FF2B5EF4-FFF2-40B4-BE49-F238E27FC236}">
                <a16:creationId xmlns:a16="http://schemas.microsoft.com/office/drawing/2014/main" id="{818BB491-04AD-468F-9082-34D994A8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4月请求量上升后，首次响应压力明显增加</a:t>
            </a:r>
          </a:p>
        </p:txBody>
      </p:sp>
      <p:sp>
        <p:nvSpPr>
          <p:cNvPr id="2" name="two-digit">
            <a:extLst xmlns:a="http://schemas.openxmlformats.org/drawingml/2006/main">
              <a:ext uri="{FF2B5EF4-FFF2-40B4-BE49-F238E27FC236}">
                <a16:creationId xmlns:a16="http://schemas.microsoft.com/office/drawing/2014/main" id="{03B2C64E-784A-4F80-B046-9C5852B6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narrow-note">
            <a:extLst xmlns:a="http://schemas.openxmlformats.org/drawingml/2006/main">
              <a:ext uri="{FF2B5EF4-FFF2-40B4-BE49-F238E27FC236}">
                <a16:creationId xmlns:a16="http://schemas.microsoft.com/office/drawing/2014/main" id="{0493B76A-7F76-4FB5-B449-643B309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模拟数据；指标为两个工作日内首次给出可执行答复，不是结案时长。</a:t>
            </a:r>
          </a:p>
        </p:txBody>
      </p:sp>
      <p:sp>
        <p:nvSpPr>
          <p:cNvPr id="4" name="mixed">
            <a:extLst xmlns:a="http://schemas.openxmlformats.org/drawingml/2006/main">
              <a:ext uri="{FF2B5EF4-FFF2-40B4-BE49-F238E27FC236}">
                <a16:creationId xmlns:a16="http://schemas.microsoft.com/office/drawing/2014/main" id="{78894770-6173-4FF3-9B75-88D555C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B 统一申请入口：字段与授权校验</a:t>
            </a:r>
          </a:p>
        </p:txBody>
      </p:sp>
    </p:spTree>
    <p:extLst>
      <p:ext uri="{BB962C8B-B14F-4D97-AF65-F5344CB8AC3E}">
        <p14:creationId xmlns:p14="http://schemas.microsoft.com/office/powerpoint/2010/main" val="1819593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2026-09-08T15:23:27.5140000Z</dcterms:created>
  <dcterms:modified xsi:type="dcterms:W3CDTF">2026-09-08T15:23:27.5140000Z</dcterms:modified>
</coreProperties>
</file>