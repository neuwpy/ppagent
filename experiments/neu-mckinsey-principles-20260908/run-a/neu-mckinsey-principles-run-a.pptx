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1ba768d2541aa" /><Relationship Type="http://schemas.openxmlformats.org/officeDocument/2006/relationships/extended-properties" Target="/docProps/app.xml" Id="R6d974f3641a44e1e" /><Relationship Type="http://schemas.openxmlformats.org/officeDocument/2006/relationships/officeDocument" Target="/ppt/presentation.xml" Id="Re882da2209e54c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42fab1041b4b8f"/>
    <p:sldMasterId xmlns:r="http://schemas.openxmlformats.org/officeDocument/2006/relationships" id="2147483660" r:id="R85a2be1d478347cb"/>
    <p:sldMasterId xmlns:r="http://schemas.openxmlformats.org/officeDocument/2006/relationships" id="2147483663" r:id="Rec31f8abf5034eee"/>
  </p:sldMasterIdLst>
  <p:notesMasterIdLst>
    <p:notesMasterId xmlns:r="http://schemas.openxmlformats.org/officeDocument/2006/relationships" r:id="Ra0027ddc245a4f82"/>
  </p:notesMasterIdLst>
  <p:sldIdLst>
    <p:sldId xmlns:r="http://schemas.openxmlformats.org/officeDocument/2006/relationships" id="256" r:id="R737e9339a69a4c12"/>
    <p:sldId xmlns:r="http://schemas.openxmlformats.org/officeDocument/2006/relationships" id="257" r:id="R53c61ea547d848cb"/>
    <p:sldId xmlns:r="http://schemas.openxmlformats.org/officeDocument/2006/relationships" id="258" r:id="R41309cda5b634555"/>
    <p:sldId xmlns:r="http://schemas.openxmlformats.org/officeDocument/2006/relationships" id="259" r:id="R01ccdeabcfc945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27ab4a45224891" /><Relationship Type="http://schemas.openxmlformats.org/officeDocument/2006/relationships/slideMaster" Target="/ppt/slideMasters/slideMaster1.xml" Id="R3842fab1041b4b8f" /><Relationship Type="http://schemas.openxmlformats.org/officeDocument/2006/relationships/slideMaster" Target="/ppt/slideMasters/slideMaster2.xml" Id="R85a2be1d478347cb" /><Relationship Type="http://schemas.openxmlformats.org/officeDocument/2006/relationships/slideMaster" Target="/ppt/slideMasters/slideMaster3.xml" Id="Rec31f8abf5034eee" /><Relationship Type="http://schemas.openxmlformats.org/officeDocument/2006/relationships/notesMaster" Target="/ppt/notesMasters/notesMaster1.xml" Id="Ra0027ddc245a4f82" /><Relationship Type="http://schemas.openxmlformats.org/officeDocument/2006/relationships/presProps" Target="/ppt/presProps.xml" Id="R74f5f62eb94041b6" /><Relationship Type="http://schemas.openxmlformats.org/officeDocument/2006/relationships/viewProps" Target="/ppt/viewProps.xml" Id="R7c7b94d87f2a4245" /><Relationship Type="http://schemas.openxmlformats.org/officeDocument/2006/relationships/tableStyles" Target="/ppt/tableStyles.xml" Id="R4bbbdc04fe5648cc" /><Relationship Type="http://schemas.openxmlformats.org/officeDocument/2006/relationships/slide" Target="/ppt/slides/slide1.xml" Id="R737e9339a69a4c12" /><Relationship Type="http://schemas.openxmlformats.org/officeDocument/2006/relationships/slide" Target="/ppt/slides/slide2.xml" Id="R53c61ea547d848cb" /><Relationship Type="http://schemas.openxmlformats.org/officeDocument/2006/relationships/slide" Target="/ppt/slides/slide3.xml" Id="R41309cda5b634555" /><Relationship Type="http://schemas.openxmlformats.org/officeDocument/2006/relationships/slide" Target="/ppt/slides/slide4.xml" Id="R01ccdeabcfc945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ec72b97e3c8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c45700e10401b" /><Relationship Type="http://schemas.openxmlformats.org/officeDocument/2006/relationships/notesMaster" Target="/ppt/notesMasters/notesMaster1.xml" Id="Re086c77cce5141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95b848aa28422d" /><Relationship Type="http://schemas.openxmlformats.org/officeDocument/2006/relationships/notesMaster" Target="/ppt/notesMasters/notesMaster1.xml" Id="Rafb33ee64cea4a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50875446794d7c" /><Relationship Type="http://schemas.openxmlformats.org/officeDocument/2006/relationships/notesMaster" Target="/ppt/notesMasters/notesMaster1.xml" Id="Rc07473b0943843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70c2b79ca74362" /><Relationship Type="http://schemas.openxmlformats.org/officeDocument/2006/relationships/notesMaster" Target="/ppt/notesMasters/notesMaster1.xml" Id="Rc8d75651932f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内容：experiments/neu-mckinsey-principles-20260908/inputs/manuscript.txt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PPagenT：run-a-intent-1 → run-a-layout-1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内容：experiments/neu-mckinsey-principles-20260908/inputs/manuscript.txt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PPagenT：run-a-intent-2 → run-a-layout-2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内容：experiments/neu-mckinsey-principles-20260908/inputs/manuscript.txt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PPagenT：run-a-intent-3 → run-a-layout-3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内容：experiments/neu-mckinsey-principles-20260908/inputs/manuscript.txt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PPagenT：run-a-intent-4 → run-a-layout-4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2785484264c2d" /><Relationship Type="http://schemas.openxmlformats.org/officeDocument/2006/relationships/image" Target="/ppt/media/image.jpeg" Id="R42ba99d699d4419e" /><Relationship Type="http://schemas.openxmlformats.org/officeDocument/2006/relationships/image" Target="/ppt/media/image.png" Id="R468aa87cb810469a" /><Relationship Type="http://schemas.openxmlformats.org/officeDocument/2006/relationships/image" Target="/ppt/media/image2.png" Id="R024e4616f52248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b373a601645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dfe249c904e17" /><Relationship Type="http://schemas.openxmlformats.org/officeDocument/2006/relationships/image" Target="/ppt/media/image3.png" Id="Raf5b2707aad245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da6b4a8044095" /><Relationship Type="http://schemas.openxmlformats.org/officeDocument/2006/relationships/image" Target="/ppt/media/image4.png" Id="R6316bbdaf5784a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8aa17daf042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1842fce9f4d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85c34fd774c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e889f9bbb40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56d78b93842c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9f111a02b46c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2c0068c1749a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1835d7ef044499" /><Relationship Type="http://schemas.openxmlformats.org/officeDocument/2006/relationships/image" Target="/ppt/media/image5.png" Id="Rcf126e4ce31149d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8f13e434da4f6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32b5ca4cd0741ce" /><Relationship Type="http://schemas.openxmlformats.org/officeDocument/2006/relationships/image" Target="/ppt/media/image5.png" Id="R6278b7e8a74f483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c8ec18020c14a2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a99d699d4419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aa87cb810469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e4616f5224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b2707aad2450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6bbdaf5784aa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26e4ce31149d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8b7e8a74f483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68798a72244cbc" /><Relationship Type="http://schemas.openxmlformats.org/officeDocument/2006/relationships/slideLayout" Target="/ppt/slideLayouts/slideLayout1.xml" Id="R52c11268b0c94bde" /><Relationship Type="http://schemas.openxmlformats.org/officeDocument/2006/relationships/slideLayout" Target="/ppt/slideLayouts/slideLayout2.xml" Id="Rf0010e0d5d344454" /><Relationship Type="http://schemas.openxmlformats.org/officeDocument/2006/relationships/slideLayout" Target="/ppt/slideLayouts/slideLayout3.xml" Id="Rc6ec89b0a8d54841" /><Relationship Type="http://schemas.openxmlformats.org/officeDocument/2006/relationships/slideLayout" Target="/ppt/slideLayouts/slideLayout4.xml" Id="R8f9a7b254d6349d3" /><Relationship Type="http://schemas.openxmlformats.org/officeDocument/2006/relationships/slideLayout" Target="/ppt/slideLayouts/slideLayout5.xml" Id="Rbdd227a6373c4035" /><Relationship Type="http://schemas.openxmlformats.org/officeDocument/2006/relationships/slideLayout" Target="/ppt/slideLayouts/slideLayout6.xml" Id="R8444cf44d3be45f2" /><Relationship Type="http://schemas.openxmlformats.org/officeDocument/2006/relationships/slideLayout" Target="/ppt/slideLayouts/slideLayout7.xml" Id="Rbc44a15a1a55483c" /><Relationship Type="http://schemas.openxmlformats.org/officeDocument/2006/relationships/slideLayout" Target="/ppt/slideLayouts/slideLayout8.xml" Id="Refb966b0846f48ec" /><Relationship Type="http://schemas.openxmlformats.org/officeDocument/2006/relationships/slideLayout" Target="/ppt/slideLayouts/slideLayout9.xml" Id="Rd3ec6b468d8a4ef2" /><Relationship Type="http://schemas.openxmlformats.org/officeDocument/2006/relationships/slideLayout" Target="/ppt/slideLayouts/slideLayout10.xml" Id="Rde2f1b8ee9314957" /><Relationship Type="http://schemas.openxmlformats.org/officeDocument/2006/relationships/slideLayout" Target="/ppt/slideLayouts/slideLayout11.xml" Id="R6de95486b51a482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28a8f2ca0c34903" /><Relationship Type="http://schemas.openxmlformats.org/officeDocument/2006/relationships/slideLayout" Target="/ppt/slideLayouts/slideLayout12.xml" Id="Rbca69a603f3f4dd2" /><Relationship Type="http://schemas.openxmlformats.org/officeDocument/2006/relationships/slideLayout" Target="/ppt/slideLayouts/slideLayout13.xml" Id="Rc489bc2b91d54ef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671aa1d477e4712" /><Relationship Type="http://schemas.openxmlformats.org/officeDocument/2006/relationships/slideLayout" Target="/ppt/slideLayouts/slideLayout14.xml" Id="R3f98eecfc5f04739" /><Relationship Type="http://schemas.openxmlformats.org/officeDocument/2006/relationships/slideLayout" Target="/ppt/slideLayouts/slideLayout15.xml" Id="R4374c09038d441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11268b0c94bde"/>
    <p:sldLayoutId xmlns:r="http://schemas.openxmlformats.org/officeDocument/2006/relationships" id="2147483650" r:id="Rf0010e0d5d344454"/>
    <p:sldLayoutId xmlns:r="http://schemas.openxmlformats.org/officeDocument/2006/relationships" id="2147483651" r:id="Rc6ec89b0a8d54841"/>
    <p:sldLayoutId xmlns:r="http://schemas.openxmlformats.org/officeDocument/2006/relationships" id="2147483652" r:id="R8f9a7b254d6349d3"/>
    <p:sldLayoutId xmlns:r="http://schemas.openxmlformats.org/officeDocument/2006/relationships" id="2147483653" r:id="Rbdd227a6373c4035"/>
    <p:sldLayoutId xmlns:r="http://schemas.openxmlformats.org/officeDocument/2006/relationships" id="2147483654" r:id="R8444cf44d3be45f2"/>
    <p:sldLayoutId xmlns:r="http://schemas.openxmlformats.org/officeDocument/2006/relationships" id="2147483655" r:id="Rbc44a15a1a55483c"/>
    <p:sldLayoutId xmlns:r="http://schemas.openxmlformats.org/officeDocument/2006/relationships" id="2147483656" r:id="Refb966b0846f48ec"/>
    <p:sldLayoutId xmlns:r="http://schemas.openxmlformats.org/officeDocument/2006/relationships" id="2147483657" r:id="Rd3ec6b468d8a4ef2"/>
    <p:sldLayoutId xmlns:r="http://schemas.openxmlformats.org/officeDocument/2006/relationships" id="2147483658" r:id="Rde2f1b8ee9314957"/>
    <p:sldLayoutId xmlns:r="http://schemas.openxmlformats.org/officeDocument/2006/relationships" id="2147483659" r:id="R6de95486b51a482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ca69a603f3f4dd2"/>
    <p:sldLayoutId xmlns:r="http://schemas.openxmlformats.org/officeDocument/2006/relationships" id="2147483662" r:id="Rc489bc2b91d54ef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f98eecfc5f04739"/>
    <p:sldLayoutId xmlns:r="http://schemas.openxmlformats.org/officeDocument/2006/relationships" id="2147483665" r:id="R4374c09038d4412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3fef969d564e9f" /><Relationship Type="http://schemas.openxmlformats.org/officeDocument/2006/relationships/chart" Target="/ppt/slides/charts/chart1.xml" Id="R8a84a3ec931c41c3" /><Relationship Type="http://schemas.openxmlformats.org/officeDocument/2006/relationships/chart" Target="/ppt/slides/charts/chart2.xml" Id="R572f279f5879474d" /><Relationship Type="http://schemas.openxmlformats.org/officeDocument/2006/relationships/notesSlide" Target="/ppt/notesSlides/notesSlide1.xml" Id="R4d91a4aed4204e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4f1f92cfe34c73" /><Relationship Type="http://schemas.openxmlformats.org/officeDocument/2006/relationships/image" Target="/ppt/media/image6.png" Id="Ref3fa422f7c34e79" /><Relationship Type="http://schemas.openxmlformats.org/officeDocument/2006/relationships/image" Target="/ppt/media/image.svg" Id="R2481a5260aeb477a" /><Relationship Type="http://schemas.openxmlformats.org/officeDocument/2006/relationships/image" Target="/ppt/media/image7.png" Id="R75fb8c279a7a4847" /><Relationship Type="http://schemas.openxmlformats.org/officeDocument/2006/relationships/image" Target="/ppt/media/image2.svg" Id="Ra2ad73c8959644ed" /><Relationship Type="http://schemas.openxmlformats.org/officeDocument/2006/relationships/image" Target="/ppt/media/image8.png" Id="R3cae68577da8414b" /><Relationship Type="http://schemas.openxmlformats.org/officeDocument/2006/relationships/image" Target="/ppt/media/image3.svg" Id="R5a1e69ec4a084d96" /><Relationship Type="http://schemas.openxmlformats.org/officeDocument/2006/relationships/image" Target="/ppt/media/image9.png" Id="R68a88a38bab0406c" /><Relationship Type="http://schemas.openxmlformats.org/officeDocument/2006/relationships/image" Target="/ppt/media/image4.svg" Id="Rccc351b55cbd4356" /><Relationship Type="http://schemas.openxmlformats.org/officeDocument/2006/relationships/notesSlide" Target="/ppt/notesSlides/notesSlide2.xml" Id="Re41890543d4047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75cfa8e0bc4e54" /><Relationship Type="http://schemas.openxmlformats.org/officeDocument/2006/relationships/notesSlide" Target="/ppt/notesSlides/notesSlide3.xml" Id="R762dbcbf513b41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a5260ef86f4ef8" /><Relationship Type="http://schemas.openxmlformats.org/officeDocument/2006/relationships/notesSlide" Target="/ppt/notesSlides/notesSlide4.xml" Id="R804fdb081d5c410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请求数</c:v>
          </c:tx>
          <c:spPr>
            <a:solidFill xmlns:a="http://schemas.openxmlformats.org/drawingml/2006/main">
              <a:srgbClr val="315F91"/>
            </a:solidFill>
          </c:spP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General</c:formatCode>
              <c:ptCount val="4"/>
              <c:pt idx="0">
                <c:v>120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4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4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按时首次响应比例</c:v>
          </c:tx>
          <c:spPr>
            <a:ln xmlns:a="http://schemas.openxmlformats.org/drawingml/2006/main" w="28575">
              <a:solidFill>
                <a:srgbClr val="A64B3C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64B3C"/>
              </a:solidFill>
            </c:spPr>
          </c:marke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0%</c:formatCode>
              <c:ptCount val="4"/>
              <c:pt idx="0">
                <c:v>0.8</c:v>
              </c:pt>
              <c:pt idx="1">
                <c:v>0.76</c:v>
              </c:pt>
              <c:pt idx="2">
                <c:v>0.7</c:v>
              </c:pt>
              <c:pt idx="3">
                <c:v>0.6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4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7D4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请求量翻倍后，按时首次响应比例降至60%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1-lead">
            <a:extLst xmlns:a="http://schemas.openxmlformats.org/drawingml/2006/main">
              <a:ext uri="{FF2B5EF4-FFF2-40B4-BE49-F238E27FC236}">
                <a16:creationId xmlns:a16="http://schemas.microsoft.com/office/drawing/2014/main" id="{5493991F-0FB8-434C-90BB-89CF604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历史观察：工作量与响应压力同步上升，但观察本身不识别唯一原因。</a:t>
            </a:r>
          </a:p>
        </p:txBody>
      </p:sp>
      <p:sp>
        <p:nvSpPr>
          <p:cNvPr id="16" name="p1-sim">
            <a:extLst xmlns:a="http://schemas.openxmlformats.org/drawingml/2006/main">
              <a:ext uri="{FF2B5EF4-FFF2-40B4-BE49-F238E27FC236}">
                <a16:creationId xmlns:a16="http://schemas.microsoft.com/office/drawing/2014/main" id="{7B92789F-0280-444E-A684-4734EBA7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E6E2"/>
          </a:solidFill>
          <a:ln xmlns:a="http://schemas.openxmlformats.org/drawingml/2006/main" w="0">
            <a:solidFill>
              <a:srgbClr val="F3E6E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p1-chart-label-1">
            <a:extLst xmlns:a="http://schemas.openxmlformats.org/drawingml/2006/main">
              <a:ext uri="{FF2B5EF4-FFF2-40B4-BE49-F238E27FC236}">
                <a16:creationId xmlns:a16="http://schemas.microsoft.com/office/drawing/2014/main" id="{F9954B33-25B4-438B-9726-56EC9D70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收到请求数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571500" y="2381250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84a3ec931c41c3"/>
          </a:graphicData>
        </a:graphic>
      </p:graphicFrame>
      <p:sp>
        <p:nvSpPr>
          <p:cNvPr id="19" name="p1-chart-label-2">
            <a:extLst xmlns:a="http://schemas.openxmlformats.org/drawingml/2006/main">
              <a:ext uri="{FF2B5EF4-FFF2-40B4-BE49-F238E27FC236}">
                <a16:creationId xmlns:a16="http://schemas.microsoft.com/office/drawing/2014/main" id="{9D32DC6D-21C1-4CE8-8366-67EFDD5D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两个工作日内首次可执行答复比例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334125" y="2381250"/>
          <a:ext xmlns:a="http://schemas.openxmlformats.org/drawingml/2006/main" cx="4953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2f279f5879474d"/>
          </a:graphicData>
        </a:graphic>
      </p:graphicFrame>
      <p:sp>
        <p:nvSpPr>
          <p:cNvPr id="21" name="p1-rate-0">
            <a:extLst xmlns:a="http://schemas.openxmlformats.org/drawingml/2006/main">
              <a:ext uri="{FF2B5EF4-FFF2-40B4-BE49-F238E27FC236}">
                <a16:creationId xmlns:a16="http://schemas.microsoft.com/office/drawing/2014/main" id="{305B82E5-CA47-4D69-B471-3E0CEDCD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2" name="p1-rate-1">
            <a:extLst xmlns:a="http://schemas.openxmlformats.org/drawingml/2006/main">
              <a:ext uri="{FF2B5EF4-FFF2-40B4-BE49-F238E27FC236}">
                <a16:creationId xmlns:a16="http://schemas.microsoft.com/office/drawing/2014/main" id="{7763372F-E2A2-43FC-BFB9-03C4CB31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62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23" name="p1-rate-2">
            <a:extLst xmlns:a="http://schemas.openxmlformats.org/drawingml/2006/main">
              <a:ext uri="{FF2B5EF4-FFF2-40B4-BE49-F238E27FC236}">
                <a16:creationId xmlns:a16="http://schemas.microsoft.com/office/drawing/2014/main" id="{952904DB-64B1-48AF-AD45-2AD3580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24" name="p1-rate-3">
            <a:extLst xmlns:a="http://schemas.openxmlformats.org/drawingml/2006/main">
              <a:ext uri="{FF2B5EF4-FFF2-40B4-BE49-F238E27FC236}">
                <a16:creationId xmlns:a16="http://schemas.microsoft.com/office/drawing/2014/main" id="{D53B8E55-BCFA-4892-8094-B1E89D5F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5814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25" name="p1-bottom">
            <a:extLst xmlns:a="http://schemas.openxmlformats.org/drawingml/2006/main">
              <a:ext uri="{FF2B5EF4-FFF2-40B4-BE49-F238E27FC236}">
                <a16:creationId xmlns:a16="http://schemas.microsoft.com/office/drawing/2014/main" id="{1E2E8E41-3658-467F-BF88-BC4D0CA8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6" name="p1-bottom-main">
            <a:extLst xmlns:a="http://schemas.openxmlformats.org/drawingml/2006/main">
              <a:ext uri="{FF2B5EF4-FFF2-40B4-BE49-F238E27FC236}">
                <a16:creationId xmlns:a16="http://schemas.microsoft.com/office/drawing/2014/main" id="{5D87F8C1-7AF5-4E5F-A6B0-77B0585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625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首次响应中位时间：1.3 → 2.4 个工作日</a:t>
            </a:r>
          </a:p>
        </p:txBody>
      </p:sp>
      <p:sp>
        <p:nvSpPr>
          <p:cNvPr id="27" name="p1-bottom-sub">
            <a:extLst xmlns:a="http://schemas.openxmlformats.org/drawingml/2006/main">
              <a:ext uri="{FF2B5EF4-FFF2-40B4-BE49-F238E27FC236}">
                <a16:creationId xmlns:a16="http://schemas.microsoft.com/office/drawing/2014/main" id="{8B396DF6-6F18-41C1-AFA9-3D9BA99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505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指标口径：当月收到的请求，观察结案后是否在两日内首次给出可执行答复；不是结案时长。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4月超时主要集中在材料与权限阻塞，入口规则是先手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2-lead">
            <a:extLst xmlns:a="http://schemas.openxmlformats.org/drawingml/2006/main">
              <a:ext uri="{FF2B5EF4-FFF2-40B4-BE49-F238E27FC236}">
                <a16:creationId xmlns:a16="http://schemas.microsoft.com/office/drawing/2014/main" id="{A2EABEBE-AA6C-4ABF-91D4-D2D5E5E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96个未达标准请求逐一复核，四类主要阻塞彼此互斥且合计完整。</a:t>
            </a:r>
          </a:p>
        </p:txBody>
      </p:sp>
      <p:sp>
        <p:nvSpPr>
          <p:cNvPr id="16" name="p2-sim">
            <a:extLst xmlns:a="http://schemas.openxmlformats.org/drawingml/2006/main">
              <a:ext uri="{FF2B5EF4-FFF2-40B4-BE49-F238E27FC236}">
                <a16:creationId xmlns:a16="http://schemas.microsoft.com/office/drawing/2014/main" id="{5C2694D8-BCD5-4B0D-85A2-37B6F03A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14500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E6E2"/>
          </a:solidFill>
          <a:ln xmlns:a="http://schemas.openxmlformats.org/drawingml/2006/main" w="0">
            <a:solidFill>
              <a:srgbClr val="F3E6E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rPr>
              <a:t>模拟数据｜4月</a:t>
            </a:r>
          </a:p>
        </p:txBody>
      </p:sp>
      <p:sp>
        <p:nvSpPr>
          <p:cNvPr id="1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80BD2022-21F1-4F64-9B4E-B3F3AB63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199" y="3363820"/>
            <a:ext cx="2140639" cy="358673"/>
          </a:xfrm>
          <a:custGeom xmlns:a="http://schemas.openxmlformats.org/drawingml/2006/main">
            <a:pathLst>
              <a:path w="2140639" h="358673">
                <a:moveTo>
                  <a:pt x="2139972" y="0"/>
                </a:moveTo>
                <a:lnTo>
                  <a:pt x="2140639" y="13211"/>
                </a:lnTo>
                <a:lnTo>
                  <a:pt x="2140344" y="26422"/>
                </a:lnTo>
                <a:lnTo>
                  <a:pt x="2139305" y="39624"/>
                </a:lnTo>
                <a:lnTo>
                  <a:pt x="2137581" y="52797"/>
                </a:lnTo>
                <a:lnTo>
                  <a:pt x="2135191" y="65923"/>
                </a:lnTo>
                <a:lnTo>
                  <a:pt x="2132143" y="79000"/>
                </a:lnTo>
                <a:lnTo>
                  <a:pt x="2128437" y="92012"/>
                </a:lnTo>
                <a:lnTo>
                  <a:pt x="2124056" y="104937"/>
                </a:lnTo>
                <a:lnTo>
                  <a:pt x="2119008" y="117758"/>
                </a:lnTo>
                <a:lnTo>
                  <a:pt x="2113255" y="130464"/>
                </a:lnTo>
                <a:lnTo>
                  <a:pt x="2106797" y="143037"/>
                </a:lnTo>
                <a:lnTo>
                  <a:pt x="2099615" y="155458"/>
                </a:lnTo>
                <a:lnTo>
                  <a:pt x="2091690" y="167697"/>
                </a:lnTo>
                <a:lnTo>
                  <a:pt x="2083013" y="179727"/>
                </a:lnTo>
                <a:lnTo>
                  <a:pt x="2073583" y="191529"/>
                </a:lnTo>
                <a:lnTo>
                  <a:pt x="2063372" y="203073"/>
                </a:lnTo>
                <a:lnTo>
                  <a:pt x="2052380" y="214322"/>
                </a:lnTo>
                <a:lnTo>
                  <a:pt x="2040617" y="225266"/>
                </a:lnTo>
                <a:lnTo>
                  <a:pt x="2028092" y="235858"/>
                </a:lnTo>
                <a:lnTo>
                  <a:pt x="2014795" y="246088"/>
                </a:lnTo>
                <a:lnTo>
                  <a:pt x="2000774" y="255908"/>
                </a:lnTo>
                <a:lnTo>
                  <a:pt x="1986029" y="265300"/>
                </a:lnTo>
                <a:lnTo>
                  <a:pt x="1970599" y="274244"/>
                </a:lnTo>
                <a:lnTo>
                  <a:pt x="1954511" y="282731"/>
                </a:lnTo>
                <a:lnTo>
                  <a:pt x="1937823" y="290722"/>
                </a:lnTo>
                <a:lnTo>
                  <a:pt x="1920564" y="298228"/>
                </a:lnTo>
                <a:lnTo>
                  <a:pt x="1902790" y="305238"/>
                </a:lnTo>
                <a:lnTo>
                  <a:pt x="1884540" y="311744"/>
                </a:lnTo>
                <a:lnTo>
                  <a:pt x="1865862" y="317754"/>
                </a:lnTo>
                <a:lnTo>
                  <a:pt x="1846802" y="323259"/>
                </a:lnTo>
                <a:lnTo>
                  <a:pt x="1827419" y="328289"/>
                </a:lnTo>
                <a:lnTo>
                  <a:pt x="1807731" y="332842"/>
                </a:lnTo>
                <a:lnTo>
                  <a:pt x="1787795" y="336928"/>
                </a:lnTo>
                <a:lnTo>
                  <a:pt x="1767640" y="340576"/>
                </a:lnTo>
                <a:lnTo>
                  <a:pt x="1747304" y="343795"/>
                </a:lnTo>
                <a:lnTo>
                  <a:pt x="1726816" y="346596"/>
                </a:lnTo>
                <a:lnTo>
                  <a:pt x="1706194" y="348996"/>
                </a:lnTo>
                <a:lnTo>
                  <a:pt x="1685477" y="351025"/>
                </a:lnTo>
                <a:lnTo>
                  <a:pt x="1664675" y="352692"/>
                </a:lnTo>
                <a:lnTo>
                  <a:pt x="1643815" y="354016"/>
                </a:lnTo>
                <a:lnTo>
                  <a:pt x="1622908" y="355006"/>
                </a:lnTo>
                <a:lnTo>
                  <a:pt x="1601953" y="355473"/>
                </a:lnTo>
                <a:lnTo>
                  <a:pt x="1580988" y="355787"/>
                </a:lnTo>
                <a:lnTo>
                  <a:pt x="1560024" y="356035"/>
                </a:lnTo>
                <a:lnTo>
                  <a:pt x="1539059" y="356245"/>
                </a:lnTo>
                <a:lnTo>
                  <a:pt x="1518095" y="356426"/>
                </a:lnTo>
                <a:lnTo>
                  <a:pt x="1497120" y="356587"/>
                </a:lnTo>
                <a:lnTo>
                  <a:pt x="1476156" y="356740"/>
                </a:lnTo>
                <a:lnTo>
                  <a:pt x="1455191" y="356883"/>
                </a:lnTo>
                <a:lnTo>
                  <a:pt x="1434227" y="357007"/>
                </a:lnTo>
                <a:lnTo>
                  <a:pt x="1413253" y="357130"/>
                </a:lnTo>
                <a:lnTo>
                  <a:pt x="1392288" y="357235"/>
                </a:lnTo>
                <a:lnTo>
                  <a:pt x="1371324" y="357349"/>
                </a:lnTo>
                <a:lnTo>
                  <a:pt x="1350350" y="357445"/>
                </a:lnTo>
                <a:lnTo>
                  <a:pt x="1329385" y="357540"/>
                </a:lnTo>
                <a:lnTo>
                  <a:pt x="1308421" y="357626"/>
                </a:lnTo>
                <a:lnTo>
                  <a:pt x="1287447" y="357711"/>
                </a:lnTo>
                <a:lnTo>
                  <a:pt x="1266482" y="357788"/>
                </a:lnTo>
                <a:lnTo>
                  <a:pt x="1245518" y="357864"/>
                </a:lnTo>
                <a:lnTo>
                  <a:pt x="1224544" y="357940"/>
                </a:lnTo>
                <a:lnTo>
                  <a:pt x="1203579" y="358007"/>
                </a:lnTo>
                <a:lnTo>
                  <a:pt x="1182605" y="358064"/>
                </a:lnTo>
                <a:lnTo>
                  <a:pt x="1161640" y="358130"/>
                </a:lnTo>
                <a:lnTo>
                  <a:pt x="1140676" y="358178"/>
                </a:lnTo>
                <a:lnTo>
                  <a:pt x="1119702" y="358235"/>
                </a:lnTo>
                <a:lnTo>
                  <a:pt x="1098737" y="358283"/>
                </a:lnTo>
                <a:lnTo>
                  <a:pt x="1077763" y="358331"/>
                </a:lnTo>
                <a:lnTo>
                  <a:pt x="1056799" y="358378"/>
                </a:lnTo>
                <a:lnTo>
                  <a:pt x="1035834" y="358416"/>
                </a:lnTo>
                <a:lnTo>
                  <a:pt x="1014860" y="358454"/>
                </a:lnTo>
                <a:lnTo>
                  <a:pt x="993896" y="358483"/>
                </a:lnTo>
                <a:lnTo>
                  <a:pt x="972931" y="358521"/>
                </a:lnTo>
                <a:lnTo>
                  <a:pt x="951957" y="358550"/>
                </a:lnTo>
                <a:lnTo>
                  <a:pt x="930993" y="358569"/>
                </a:lnTo>
                <a:lnTo>
                  <a:pt x="910019" y="358597"/>
                </a:lnTo>
                <a:lnTo>
                  <a:pt x="889054" y="358616"/>
                </a:lnTo>
                <a:lnTo>
                  <a:pt x="868089" y="358626"/>
                </a:lnTo>
                <a:lnTo>
                  <a:pt x="847115" y="358645"/>
                </a:lnTo>
                <a:lnTo>
                  <a:pt x="826151" y="358654"/>
                </a:lnTo>
                <a:lnTo>
                  <a:pt x="805177" y="358664"/>
                </a:lnTo>
                <a:lnTo>
                  <a:pt x="784212" y="358664"/>
                </a:lnTo>
                <a:lnTo>
                  <a:pt x="763248" y="358673"/>
                </a:lnTo>
                <a:lnTo>
                  <a:pt x="742274" y="358673"/>
                </a:lnTo>
                <a:lnTo>
                  <a:pt x="721309" y="358664"/>
                </a:lnTo>
                <a:lnTo>
                  <a:pt x="700335" y="358654"/>
                </a:lnTo>
                <a:lnTo>
                  <a:pt x="679371" y="358645"/>
                </a:lnTo>
                <a:lnTo>
                  <a:pt x="658406" y="358626"/>
                </a:lnTo>
                <a:lnTo>
                  <a:pt x="637432" y="358607"/>
                </a:lnTo>
                <a:lnTo>
                  <a:pt x="616468" y="358588"/>
                </a:lnTo>
                <a:lnTo>
                  <a:pt x="595493" y="358569"/>
                </a:lnTo>
                <a:lnTo>
                  <a:pt x="574529" y="358531"/>
                </a:lnTo>
                <a:lnTo>
                  <a:pt x="553564" y="358502"/>
                </a:lnTo>
                <a:lnTo>
                  <a:pt x="532590" y="358464"/>
                </a:lnTo>
                <a:lnTo>
                  <a:pt x="511626" y="358416"/>
                </a:lnTo>
                <a:lnTo>
                  <a:pt x="490652" y="358378"/>
                </a:lnTo>
                <a:lnTo>
                  <a:pt x="469687" y="358321"/>
                </a:lnTo>
                <a:lnTo>
                  <a:pt x="448723" y="358264"/>
                </a:lnTo>
                <a:lnTo>
                  <a:pt x="427749" y="358207"/>
                </a:lnTo>
                <a:lnTo>
                  <a:pt x="406784" y="358140"/>
                </a:lnTo>
                <a:lnTo>
                  <a:pt x="385820" y="358064"/>
                </a:lnTo>
                <a:lnTo>
                  <a:pt x="364846" y="357988"/>
                </a:lnTo>
                <a:lnTo>
                  <a:pt x="343881" y="357892"/>
                </a:lnTo>
                <a:lnTo>
                  <a:pt x="322917" y="357797"/>
                </a:lnTo>
                <a:lnTo>
                  <a:pt x="301943" y="357692"/>
                </a:lnTo>
                <a:lnTo>
                  <a:pt x="280978" y="357588"/>
                </a:lnTo>
                <a:lnTo>
                  <a:pt x="260013" y="357464"/>
                </a:lnTo>
                <a:lnTo>
                  <a:pt x="239039" y="357330"/>
                </a:lnTo>
                <a:lnTo>
                  <a:pt x="218075" y="357178"/>
                </a:lnTo>
                <a:lnTo>
                  <a:pt x="197110" y="357016"/>
                </a:lnTo>
                <a:lnTo>
                  <a:pt x="176146" y="356845"/>
                </a:lnTo>
                <a:lnTo>
                  <a:pt x="155172" y="356645"/>
                </a:lnTo>
                <a:lnTo>
                  <a:pt x="134207" y="356426"/>
                </a:lnTo>
                <a:lnTo>
                  <a:pt x="113243" y="356178"/>
                </a:lnTo>
                <a:lnTo>
                  <a:pt x="92278" y="355892"/>
                </a:lnTo>
                <a:lnTo>
                  <a:pt x="71323" y="355549"/>
                </a:lnTo>
                <a:lnTo>
                  <a:pt x="50359" y="355140"/>
                </a:lnTo>
                <a:lnTo>
                  <a:pt x="29413" y="354597"/>
                </a:lnTo>
                <a:lnTo>
                  <a:pt x="8487" y="353739"/>
                </a:lnTo>
                <a:lnTo>
                  <a:pt x="3886" y="342995"/>
                </a:lnTo>
                <a:lnTo>
                  <a:pt x="3610" y="329784"/>
                </a:lnTo>
                <a:lnTo>
                  <a:pt x="3334" y="316563"/>
                </a:lnTo>
                <a:lnTo>
                  <a:pt x="3058" y="303352"/>
                </a:lnTo>
                <a:lnTo>
                  <a:pt x="2781" y="290132"/>
                </a:lnTo>
                <a:lnTo>
                  <a:pt x="2496" y="276920"/>
                </a:lnTo>
                <a:lnTo>
                  <a:pt x="2219" y="263700"/>
                </a:lnTo>
                <a:lnTo>
                  <a:pt x="1943" y="250488"/>
                </a:lnTo>
                <a:lnTo>
                  <a:pt x="1667" y="237268"/>
                </a:lnTo>
                <a:lnTo>
                  <a:pt x="1391" y="224057"/>
                </a:lnTo>
                <a:lnTo>
                  <a:pt x="1114" y="210836"/>
                </a:lnTo>
                <a:lnTo>
                  <a:pt x="829" y="197625"/>
                </a:lnTo>
                <a:lnTo>
                  <a:pt x="552" y="184414"/>
                </a:lnTo>
                <a:lnTo>
                  <a:pt x="276" y="171193"/>
                </a:lnTo>
                <a:lnTo>
                  <a:pt x="0" y="157982"/>
                </a:lnTo>
                <a:lnTo>
                  <a:pt x="7696" y="149333"/>
                </a:lnTo>
                <a:lnTo>
                  <a:pt x="28604" y="148371"/>
                </a:lnTo>
                <a:lnTo>
                  <a:pt x="49530" y="147561"/>
                </a:lnTo>
                <a:lnTo>
                  <a:pt x="70475" y="146895"/>
                </a:lnTo>
                <a:lnTo>
                  <a:pt x="91421" y="146342"/>
                </a:lnTo>
                <a:lnTo>
                  <a:pt x="112385" y="145894"/>
                </a:lnTo>
                <a:lnTo>
                  <a:pt x="133340" y="145552"/>
                </a:lnTo>
                <a:lnTo>
                  <a:pt x="154305" y="145304"/>
                </a:lnTo>
                <a:lnTo>
                  <a:pt x="175279" y="145132"/>
                </a:lnTo>
                <a:lnTo>
                  <a:pt x="196244" y="145037"/>
                </a:lnTo>
                <a:lnTo>
                  <a:pt x="217208" y="145009"/>
                </a:lnTo>
                <a:lnTo>
                  <a:pt x="238182" y="145047"/>
                </a:lnTo>
                <a:lnTo>
                  <a:pt x="259147" y="145142"/>
                </a:lnTo>
                <a:lnTo>
                  <a:pt x="280111" y="145294"/>
                </a:lnTo>
                <a:lnTo>
                  <a:pt x="301076" y="145485"/>
                </a:lnTo>
                <a:lnTo>
                  <a:pt x="322040" y="145733"/>
                </a:lnTo>
                <a:lnTo>
                  <a:pt x="343005" y="146018"/>
                </a:lnTo>
                <a:lnTo>
                  <a:pt x="363969" y="146342"/>
                </a:lnTo>
                <a:lnTo>
                  <a:pt x="384934" y="146714"/>
                </a:lnTo>
                <a:lnTo>
                  <a:pt x="405889" y="147104"/>
                </a:lnTo>
                <a:lnTo>
                  <a:pt x="426844" y="147533"/>
                </a:lnTo>
                <a:lnTo>
                  <a:pt x="447799" y="147990"/>
                </a:lnTo>
                <a:lnTo>
                  <a:pt x="468754" y="148476"/>
                </a:lnTo>
                <a:lnTo>
                  <a:pt x="489709" y="148981"/>
                </a:lnTo>
                <a:lnTo>
                  <a:pt x="510664" y="149514"/>
                </a:lnTo>
                <a:lnTo>
                  <a:pt x="531609" y="150066"/>
                </a:lnTo>
                <a:lnTo>
                  <a:pt x="552555" y="150638"/>
                </a:lnTo>
                <a:lnTo>
                  <a:pt x="573510" y="151219"/>
                </a:lnTo>
                <a:lnTo>
                  <a:pt x="594455" y="151829"/>
                </a:lnTo>
                <a:lnTo>
                  <a:pt x="615401" y="152448"/>
                </a:lnTo>
                <a:lnTo>
                  <a:pt x="636346" y="153076"/>
                </a:lnTo>
                <a:lnTo>
                  <a:pt x="657282" y="153724"/>
                </a:lnTo>
                <a:lnTo>
                  <a:pt x="678228" y="154372"/>
                </a:lnTo>
                <a:lnTo>
                  <a:pt x="699173" y="155038"/>
                </a:lnTo>
                <a:lnTo>
                  <a:pt x="720109" y="155705"/>
                </a:lnTo>
                <a:lnTo>
                  <a:pt x="741055" y="156381"/>
                </a:lnTo>
                <a:lnTo>
                  <a:pt x="761990" y="157058"/>
                </a:lnTo>
                <a:lnTo>
                  <a:pt x="782936" y="157744"/>
                </a:lnTo>
                <a:lnTo>
                  <a:pt x="803872" y="158429"/>
                </a:lnTo>
                <a:lnTo>
                  <a:pt x="824817" y="159115"/>
                </a:lnTo>
                <a:lnTo>
                  <a:pt x="845753" y="159791"/>
                </a:lnTo>
                <a:lnTo>
                  <a:pt x="866699" y="160477"/>
                </a:lnTo>
                <a:lnTo>
                  <a:pt x="887635" y="161163"/>
                </a:lnTo>
                <a:lnTo>
                  <a:pt x="908580" y="161839"/>
                </a:lnTo>
                <a:lnTo>
                  <a:pt x="929516" y="162516"/>
                </a:lnTo>
                <a:lnTo>
                  <a:pt x="950462" y="163182"/>
                </a:lnTo>
                <a:lnTo>
                  <a:pt x="971398" y="163840"/>
                </a:lnTo>
                <a:lnTo>
                  <a:pt x="992343" y="164487"/>
                </a:lnTo>
                <a:lnTo>
                  <a:pt x="1013289" y="165125"/>
                </a:lnTo>
                <a:lnTo>
                  <a:pt x="1034234" y="165754"/>
                </a:lnTo>
                <a:lnTo>
                  <a:pt x="1055180" y="166364"/>
                </a:lnTo>
                <a:lnTo>
                  <a:pt x="1076125" y="166964"/>
                </a:lnTo>
                <a:lnTo>
                  <a:pt x="1097070" y="167545"/>
                </a:lnTo>
                <a:lnTo>
                  <a:pt x="1118025" y="168107"/>
                </a:lnTo>
                <a:lnTo>
                  <a:pt x="1138971" y="168650"/>
                </a:lnTo>
                <a:lnTo>
                  <a:pt x="1159926" y="169174"/>
                </a:lnTo>
                <a:lnTo>
                  <a:pt x="1180881" y="169669"/>
                </a:lnTo>
                <a:lnTo>
                  <a:pt x="1201836" y="170136"/>
                </a:lnTo>
                <a:lnTo>
                  <a:pt x="1222791" y="170574"/>
                </a:lnTo>
                <a:lnTo>
                  <a:pt x="1243746" y="170983"/>
                </a:lnTo>
                <a:lnTo>
                  <a:pt x="1264710" y="171364"/>
                </a:lnTo>
                <a:lnTo>
                  <a:pt x="1285665" y="171707"/>
                </a:lnTo>
                <a:lnTo>
                  <a:pt x="1306630" y="172002"/>
                </a:lnTo>
                <a:lnTo>
                  <a:pt x="1327595" y="172269"/>
                </a:lnTo>
                <a:lnTo>
                  <a:pt x="1348559" y="172479"/>
                </a:lnTo>
                <a:lnTo>
                  <a:pt x="1369533" y="172641"/>
                </a:lnTo>
                <a:lnTo>
                  <a:pt x="1390498" y="172755"/>
                </a:lnTo>
                <a:lnTo>
                  <a:pt x="1411462" y="172803"/>
                </a:lnTo>
                <a:lnTo>
                  <a:pt x="1432436" y="172793"/>
                </a:lnTo>
                <a:lnTo>
                  <a:pt x="1453401" y="172707"/>
                </a:lnTo>
                <a:lnTo>
                  <a:pt x="1474365" y="172545"/>
                </a:lnTo>
                <a:lnTo>
                  <a:pt x="1495330" y="172307"/>
                </a:lnTo>
                <a:lnTo>
                  <a:pt x="1516294" y="171964"/>
                </a:lnTo>
                <a:lnTo>
                  <a:pt x="1537249" y="171526"/>
                </a:lnTo>
                <a:lnTo>
                  <a:pt x="1558204" y="170974"/>
                </a:lnTo>
                <a:lnTo>
                  <a:pt x="1579140" y="170297"/>
                </a:lnTo>
                <a:lnTo>
                  <a:pt x="1600067" y="169478"/>
                </a:lnTo>
                <a:lnTo>
                  <a:pt x="1620984" y="168497"/>
                </a:lnTo>
                <a:lnTo>
                  <a:pt x="1641862" y="167326"/>
                </a:lnTo>
                <a:lnTo>
                  <a:pt x="1662722" y="165945"/>
                </a:lnTo>
                <a:lnTo>
                  <a:pt x="1683525" y="164316"/>
                </a:lnTo>
                <a:lnTo>
                  <a:pt x="1704270" y="162401"/>
                </a:lnTo>
                <a:lnTo>
                  <a:pt x="1724930" y="160125"/>
                </a:lnTo>
                <a:lnTo>
                  <a:pt x="1745456" y="157429"/>
                </a:lnTo>
                <a:lnTo>
                  <a:pt x="1765773" y="154181"/>
                </a:lnTo>
                <a:lnTo>
                  <a:pt x="1785785" y="150238"/>
                </a:lnTo>
                <a:lnTo>
                  <a:pt x="1805264" y="145352"/>
                </a:lnTo>
                <a:lnTo>
                  <a:pt x="1823761" y="139151"/>
                </a:lnTo>
                <a:lnTo>
                  <a:pt x="1840287" y="131054"/>
                </a:lnTo>
                <a:lnTo>
                  <a:pt x="1852641" y="120463"/>
                </a:lnTo>
                <a:lnTo>
                  <a:pt x="1857613" y="107718"/>
                </a:lnTo>
                <a:lnTo>
                  <a:pt x="1871663" y="101098"/>
                </a:lnTo>
                <a:lnTo>
                  <a:pt x="1891398" y="96631"/>
                </a:lnTo>
                <a:lnTo>
                  <a:pt x="1910867" y="91726"/>
                </a:lnTo>
                <a:lnTo>
                  <a:pt x="1930079" y="86430"/>
                </a:lnTo>
                <a:lnTo>
                  <a:pt x="1949044" y="80791"/>
                </a:lnTo>
                <a:lnTo>
                  <a:pt x="1967760" y="74838"/>
                </a:lnTo>
                <a:lnTo>
                  <a:pt x="1986229" y="68580"/>
                </a:lnTo>
                <a:lnTo>
                  <a:pt x="2004431" y="62027"/>
                </a:lnTo>
                <a:lnTo>
                  <a:pt x="2022377" y="55188"/>
                </a:lnTo>
                <a:lnTo>
                  <a:pt x="2040055" y="48073"/>
                </a:lnTo>
                <a:lnTo>
                  <a:pt x="2057448" y="40691"/>
                </a:lnTo>
                <a:lnTo>
                  <a:pt x="2074555" y="33052"/>
                </a:lnTo>
                <a:lnTo>
                  <a:pt x="2091376" y="25156"/>
                </a:lnTo>
                <a:lnTo>
                  <a:pt x="2107883" y="17012"/>
                </a:lnTo>
                <a:lnTo>
                  <a:pt x="2124085" y="8630"/>
                </a:lnTo>
                <a:lnTo>
                  <a:pt x="213997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571106B9-7445-435E-A090-F886E7CC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027" y="2372325"/>
            <a:ext cx="2140153" cy="1348978"/>
          </a:xfrm>
          <a:custGeom xmlns:a="http://schemas.openxmlformats.org/drawingml/2006/main">
            <a:pathLst>
              <a:path w="2140153" h="1348978">
                <a:moveTo>
                  <a:pt x="0" y="1348978"/>
                </a:moveTo>
                <a:lnTo>
                  <a:pt x="34366" y="1348978"/>
                </a:lnTo>
                <a:lnTo>
                  <a:pt x="68723" y="1348978"/>
                </a:lnTo>
                <a:lnTo>
                  <a:pt x="103089" y="1348978"/>
                </a:lnTo>
                <a:lnTo>
                  <a:pt x="137446" y="1348978"/>
                </a:lnTo>
                <a:lnTo>
                  <a:pt x="171812" y="1348978"/>
                </a:lnTo>
                <a:lnTo>
                  <a:pt x="206178" y="1348978"/>
                </a:lnTo>
                <a:lnTo>
                  <a:pt x="240535" y="1348978"/>
                </a:lnTo>
                <a:lnTo>
                  <a:pt x="274901" y="1348978"/>
                </a:lnTo>
                <a:lnTo>
                  <a:pt x="309258" y="1348978"/>
                </a:lnTo>
                <a:lnTo>
                  <a:pt x="343624" y="1348978"/>
                </a:lnTo>
                <a:lnTo>
                  <a:pt x="377990" y="1348978"/>
                </a:lnTo>
                <a:lnTo>
                  <a:pt x="412347" y="1348978"/>
                </a:lnTo>
                <a:lnTo>
                  <a:pt x="446713" y="1348978"/>
                </a:lnTo>
                <a:lnTo>
                  <a:pt x="481070" y="1348978"/>
                </a:lnTo>
                <a:lnTo>
                  <a:pt x="515436" y="1348978"/>
                </a:lnTo>
                <a:lnTo>
                  <a:pt x="549802" y="1348978"/>
                </a:lnTo>
                <a:lnTo>
                  <a:pt x="584159" y="1348978"/>
                </a:lnTo>
                <a:lnTo>
                  <a:pt x="618525" y="1348978"/>
                </a:lnTo>
                <a:lnTo>
                  <a:pt x="652882" y="1348978"/>
                </a:lnTo>
                <a:lnTo>
                  <a:pt x="687248" y="1348978"/>
                </a:lnTo>
                <a:lnTo>
                  <a:pt x="721614" y="1348978"/>
                </a:lnTo>
                <a:lnTo>
                  <a:pt x="755971" y="1348978"/>
                </a:lnTo>
                <a:lnTo>
                  <a:pt x="790337" y="1348978"/>
                </a:lnTo>
                <a:lnTo>
                  <a:pt x="824694" y="1348978"/>
                </a:lnTo>
                <a:lnTo>
                  <a:pt x="859060" y="1348978"/>
                </a:lnTo>
                <a:lnTo>
                  <a:pt x="893426" y="1348978"/>
                </a:lnTo>
                <a:lnTo>
                  <a:pt x="927783" y="1348978"/>
                </a:lnTo>
                <a:lnTo>
                  <a:pt x="962149" y="1348978"/>
                </a:lnTo>
                <a:lnTo>
                  <a:pt x="996506" y="1348978"/>
                </a:lnTo>
                <a:lnTo>
                  <a:pt x="1030872" y="1348978"/>
                </a:lnTo>
                <a:lnTo>
                  <a:pt x="1065238" y="1348978"/>
                </a:lnTo>
                <a:lnTo>
                  <a:pt x="1099595" y="1348978"/>
                </a:lnTo>
                <a:lnTo>
                  <a:pt x="1133961" y="1348978"/>
                </a:lnTo>
                <a:lnTo>
                  <a:pt x="1168317" y="1348978"/>
                </a:lnTo>
                <a:lnTo>
                  <a:pt x="1202684" y="1348978"/>
                </a:lnTo>
                <a:lnTo>
                  <a:pt x="1237050" y="1348978"/>
                </a:lnTo>
                <a:lnTo>
                  <a:pt x="1271407" y="1348978"/>
                </a:lnTo>
                <a:lnTo>
                  <a:pt x="1305773" y="1348978"/>
                </a:lnTo>
                <a:lnTo>
                  <a:pt x="1340129" y="1348978"/>
                </a:lnTo>
                <a:lnTo>
                  <a:pt x="1374496" y="1348978"/>
                </a:lnTo>
                <a:lnTo>
                  <a:pt x="1408862" y="1348978"/>
                </a:lnTo>
                <a:lnTo>
                  <a:pt x="1442876" y="1346540"/>
                </a:lnTo>
                <a:lnTo>
                  <a:pt x="1476718" y="1342758"/>
                </a:lnTo>
                <a:lnTo>
                  <a:pt x="1510551" y="1338967"/>
                </a:lnTo>
                <a:lnTo>
                  <a:pt x="1544383" y="1335186"/>
                </a:lnTo>
                <a:lnTo>
                  <a:pt x="1578216" y="1331405"/>
                </a:lnTo>
                <a:lnTo>
                  <a:pt x="1612049" y="1327623"/>
                </a:lnTo>
                <a:lnTo>
                  <a:pt x="1645882" y="1323832"/>
                </a:lnTo>
                <a:lnTo>
                  <a:pt x="1679715" y="1320051"/>
                </a:lnTo>
                <a:lnTo>
                  <a:pt x="1705547" y="1306801"/>
                </a:lnTo>
                <a:lnTo>
                  <a:pt x="1729388" y="1291209"/>
                </a:lnTo>
                <a:lnTo>
                  <a:pt x="1753229" y="1275607"/>
                </a:lnTo>
                <a:lnTo>
                  <a:pt x="1777079" y="1260015"/>
                </a:lnTo>
                <a:lnTo>
                  <a:pt x="1800920" y="1244413"/>
                </a:lnTo>
                <a:lnTo>
                  <a:pt x="1824761" y="1228820"/>
                </a:lnTo>
                <a:lnTo>
                  <a:pt x="1848612" y="1213228"/>
                </a:lnTo>
                <a:lnTo>
                  <a:pt x="1872453" y="1197626"/>
                </a:lnTo>
                <a:lnTo>
                  <a:pt x="1896294" y="1182033"/>
                </a:lnTo>
                <a:lnTo>
                  <a:pt x="1920145" y="1166432"/>
                </a:lnTo>
                <a:lnTo>
                  <a:pt x="1943986" y="1150839"/>
                </a:lnTo>
                <a:lnTo>
                  <a:pt x="1967827" y="1135237"/>
                </a:lnTo>
                <a:lnTo>
                  <a:pt x="1991668" y="1119645"/>
                </a:lnTo>
                <a:lnTo>
                  <a:pt x="2015519" y="1104052"/>
                </a:lnTo>
                <a:lnTo>
                  <a:pt x="2039360" y="1088450"/>
                </a:lnTo>
                <a:lnTo>
                  <a:pt x="2063201" y="1072858"/>
                </a:lnTo>
                <a:lnTo>
                  <a:pt x="2087051" y="1057256"/>
                </a:lnTo>
                <a:lnTo>
                  <a:pt x="2110892" y="1041664"/>
                </a:lnTo>
                <a:lnTo>
                  <a:pt x="2134733" y="1026071"/>
                </a:lnTo>
                <a:lnTo>
                  <a:pt x="2140153" y="1005783"/>
                </a:lnTo>
                <a:lnTo>
                  <a:pt x="2140153" y="984123"/>
                </a:lnTo>
                <a:lnTo>
                  <a:pt x="2140153" y="962463"/>
                </a:lnTo>
                <a:lnTo>
                  <a:pt x="2140153" y="940803"/>
                </a:lnTo>
                <a:lnTo>
                  <a:pt x="2140153" y="919143"/>
                </a:lnTo>
                <a:lnTo>
                  <a:pt x="2140153" y="897484"/>
                </a:lnTo>
                <a:lnTo>
                  <a:pt x="2140153" y="875824"/>
                </a:lnTo>
                <a:lnTo>
                  <a:pt x="2140153" y="854173"/>
                </a:lnTo>
                <a:lnTo>
                  <a:pt x="2140153" y="832514"/>
                </a:lnTo>
                <a:lnTo>
                  <a:pt x="2140153" y="810854"/>
                </a:lnTo>
                <a:lnTo>
                  <a:pt x="2140153" y="789194"/>
                </a:lnTo>
                <a:lnTo>
                  <a:pt x="2140153" y="767534"/>
                </a:lnTo>
                <a:lnTo>
                  <a:pt x="2140153" y="745874"/>
                </a:lnTo>
                <a:lnTo>
                  <a:pt x="2140153" y="724214"/>
                </a:lnTo>
                <a:lnTo>
                  <a:pt x="2140153" y="702554"/>
                </a:lnTo>
                <a:lnTo>
                  <a:pt x="2140153" y="680895"/>
                </a:lnTo>
                <a:lnTo>
                  <a:pt x="2140153" y="659235"/>
                </a:lnTo>
                <a:lnTo>
                  <a:pt x="2140153" y="637575"/>
                </a:lnTo>
                <a:lnTo>
                  <a:pt x="2140153" y="615915"/>
                </a:lnTo>
                <a:lnTo>
                  <a:pt x="2140153" y="594255"/>
                </a:lnTo>
                <a:lnTo>
                  <a:pt x="2140153" y="572595"/>
                </a:lnTo>
                <a:lnTo>
                  <a:pt x="2140153" y="550936"/>
                </a:lnTo>
                <a:lnTo>
                  <a:pt x="2140153" y="529276"/>
                </a:lnTo>
                <a:lnTo>
                  <a:pt x="2140153" y="507616"/>
                </a:lnTo>
                <a:lnTo>
                  <a:pt x="2140153" y="485966"/>
                </a:lnTo>
                <a:lnTo>
                  <a:pt x="2140153" y="464306"/>
                </a:lnTo>
                <a:lnTo>
                  <a:pt x="2140153" y="442646"/>
                </a:lnTo>
                <a:lnTo>
                  <a:pt x="2140153" y="420986"/>
                </a:lnTo>
                <a:lnTo>
                  <a:pt x="2140153" y="399326"/>
                </a:lnTo>
                <a:lnTo>
                  <a:pt x="2140153" y="377666"/>
                </a:lnTo>
                <a:lnTo>
                  <a:pt x="2140153" y="356006"/>
                </a:lnTo>
                <a:lnTo>
                  <a:pt x="2140153" y="334347"/>
                </a:lnTo>
                <a:lnTo>
                  <a:pt x="2140153" y="312687"/>
                </a:lnTo>
                <a:lnTo>
                  <a:pt x="2140153" y="291027"/>
                </a:lnTo>
                <a:lnTo>
                  <a:pt x="2140153" y="269367"/>
                </a:lnTo>
                <a:lnTo>
                  <a:pt x="2140153" y="247707"/>
                </a:lnTo>
                <a:lnTo>
                  <a:pt x="2140153" y="226047"/>
                </a:lnTo>
                <a:lnTo>
                  <a:pt x="2140153" y="204387"/>
                </a:lnTo>
                <a:lnTo>
                  <a:pt x="2140153" y="182728"/>
                </a:lnTo>
                <a:lnTo>
                  <a:pt x="2140153" y="161068"/>
                </a:lnTo>
                <a:lnTo>
                  <a:pt x="2140153" y="139408"/>
                </a:lnTo>
                <a:lnTo>
                  <a:pt x="2140153" y="117748"/>
                </a:lnTo>
                <a:lnTo>
                  <a:pt x="2140153" y="96098"/>
                </a:lnTo>
                <a:lnTo>
                  <a:pt x="2140153" y="74438"/>
                </a:lnTo>
                <a:lnTo>
                  <a:pt x="2140153" y="52778"/>
                </a:lnTo>
                <a:lnTo>
                  <a:pt x="2140153" y="31118"/>
                </a:lnTo>
                <a:lnTo>
                  <a:pt x="2140153" y="9458"/>
                </a:lnTo>
                <a:lnTo>
                  <a:pt x="2120789" y="0"/>
                </a:lnTo>
                <a:lnTo>
                  <a:pt x="2086423" y="0"/>
                </a:lnTo>
                <a:lnTo>
                  <a:pt x="2052066" y="0"/>
                </a:lnTo>
                <a:lnTo>
                  <a:pt x="2017700" y="0"/>
                </a:lnTo>
                <a:lnTo>
                  <a:pt x="1983343" y="0"/>
                </a:lnTo>
                <a:lnTo>
                  <a:pt x="1948977" y="0"/>
                </a:lnTo>
                <a:lnTo>
                  <a:pt x="1914611" y="0"/>
                </a:lnTo>
                <a:lnTo>
                  <a:pt x="1880254" y="0"/>
                </a:lnTo>
                <a:lnTo>
                  <a:pt x="1845888" y="0"/>
                </a:lnTo>
                <a:lnTo>
                  <a:pt x="1811531" y="0"/>
                </a:lnTo>
                <a:lnTo>
                  <a:pt x="1777165" y="0"/>
                </a:lnTo>
                <a:lnTo>
                  <a:pt x="1742799" y="0"/>
                </a:lnTo>
                <a:lnTo>
                  <a:pt x="1708442" y="0"/>
                </a:lnTo>
                <a:lnTo>
                  <a:pt x="1674076" y="0"/>
                </a:lnTo>
                <a:lnTo>
                  <a:pt x="1639719" y="0"/>
                </a:lnTo>
                <a:lnTo>
                  <a:pt x="1605353" y="0"/>
                </a:lnTo>
                <a:lnTo>
                  <a:pt x="1570987" y="0"/>
                </a:lnTo>
                <a:lnTo>
                  <a:pt x="1536630" y="0"/>
                </a:lnTo>
                <a:lnTo>
                  <a:pt x="1502264" y="0"/>
                </a:lnTo>
                <a:lnTo>
                  <a:pt x="1467907" y="0"/>
                </a:lnTo>
                <a:lnTo>
                  <a:pt x="1433541" y="0"/>
                </a:lnTo>
                <a:lnTo>
                  <a:pt x="1399175" y="0"/>
                </a:lnTo>
                <a:lnTo>
                  <a:pt x="1364818" y="0"/>
                </a:lnTo>
                <a:lnTo>
                  <a:pt x="1330452" y="0"/>
                </a:lnTo>
                <a:lnTo>
                  <a:pt x="1296095" y="0"/>
                </a:lnTo>
                <a:lnTo>
                  <a:pt x="1261729" y="0"/>
                </a:lnTo>
                <a:lnTo>
                  <a:pt x="1227363" y="0"/>
                </a:lnTo>
                <a:lnTo>
                  <a:pt x="1193006" y="0"/>
                </a:lnTo>
                <a:lnTo>
                  <a:pt x="1158640" y="0"/>
                </a:lnTo>
                <a:lnTo>
                  <a:pt x="1124283" y="0"/>
                </a:lnTo>
                <a:lnTo>
                  <a:pt x="1089917" y="0"/>
                </a:lnTo>
                <a:lnTo>
                  <a:pt x="1055551" y="0"/>
                </a:lnTo>
                <a:lnTo>
                  <a:pt x="1021194" y="0"/>
                </a:lnTo>
                <a:lnTo>
                  <a:pt x="986828" y="0"/>
                </a:lnTo>
                <a:lnTo>
                  <a:pt x="952471" y="0"/>
                </a:lnTo>
                <a:lnTo>
                  <a:pt x="918105" y="0"/>
                </a:lnTo>
                <a:lnTo>
                  <a:pt x="883739" y="0"/>
                </a:lnTo>
                <a:lnTo>
                  <a:pt x="849382" y="0"/>
                </a:lnTo>
                <a:lnTo>
                  <a:pt x="815016" y="0"/>
                </a:lnTo>
                <a:lnTo>
                  <a:pt x="780650" y="0"/>
                </a:lnTo>
                <a:lnTo>
                  <a:pt x="746293" y="0"/>
                </a:lnTo>
                <a:lnTo>
                  <a:pt x="711927" y="0"/>
                </a:lnTo>
                <a:lnTo>
                  <a:pt x="677570" y="0"/>
                </a:lnTo>
                <a:lnTo>
                  <a:pt x="643204" y="0"/>
                </a:lnTo>
                <a:lnTo>
                  <a:pt x="608848" y="0"/>
                </a:lnTo>
                <a:lnTo>
                  <a:pt x="574481" y="0"/>
                </a:lnTo>
                <a:lnTo>
                  <a:pt x="540115" y="0"/>
                </a:lnTo>
                <a:lnTo>
                  <a:pt x="505758" y="0"/>
                </a:lnTo>
                <a:lnTo>
                  <a:pt x="471392" y="0"/>
                </a:lnTo>
                <a:lnTo>
                  <a:pt x="437036" y="0"/>
                </a:lnTo>
                <a:lnTo>
                  <a:pt x="402669" y="0"/>
                </a:lnTo>
                <a:lnTo>
                  <a:pt x="368303" y="0"/>
                </a:lnTo>
                <a:lnTo>
                  <a:pt x="333947" y="0"/>
                </a:lnTo>
                <a:lnTo>
                  <a:pt x="299580" y="0"/>
                </a:lnTo>
                <a:lnTo>
                  <a:pt x="265224" y="0"/>
                </a:lnTo>
                <a:lnTo>
                  <a:pt x="230857" y="0"/>
                </a:lnTo>
                <a:lnTo>
                  <a:pt x="196491" y="0"/>
                </a:lnTo>
                <a:lnTo>
                  <a:pt x="162135" y="0"/>
                </a:lnTo>
                <a:lnTo>
                  <a:pt x="127768" y="0"/>
                </a:lnTo>
                <a:lnTo>
                  <a:pt x="93402" y="0"/>
                </a:lnTo>
                <a:lnTo>
                  <a:pt x="59045" y="0"/>
                </a:lnTo>
                <a:lnTo>
                  <a:pt x="24679" y="0"/>
                </a:lnTo>
                <a:lnTo>
                  <a:pt x="0" y="6106"/>
                </a:lnTo>
                <a:lnTo>
                  <a:pt x="0" y="27765"/>
                </a:lnTo>
                <a:lnTo>
                  <a:pt x="0" y="49416"/>
                </a:lnTo>
                <a:lnTo>
                  <a:pt x="0" y="71076"/>
                </a:lnTo>
                <a:lnTo>
                  <a:pt x="0" y="92735"/>
                </a:lnTo>
                <a:lnTo>
                  <a:pt x="0" y="114395"/>
                </a:lnTo>
                <a:lnTo>
                  <a:pt x="0" y="136055"/>
                </a:lnTo>
                <a:lnTo>
                  <a:pt x="0" y="157715"/>
                </a:lnTo>
                <a:lnTo>
                  <a:pt x="0" y="179375"/>
                </a:lnTo>
                <a:lnTo>
                  <a:pt x="0" y="201035"/>
                </a:lnTo>
                <a:lnTo>
                  <a:pt x="0" y="222695"/>
                </a:lnTo>
                <a:lnTo>
                  <a:pt x="0" y="244354"/>
                </a:lnTo>
                <a:lnTo>
                  <a:pt x="0" y="266014"/>
                </a:lnTo>
                <a:lnTo>
                  <a:pt x="0" y="287674"/>
                </a:lnTo>
                <a:lnTo>
                  <a:pt x="0" y="309334"/>
                </a:lnTo>
                <a:lnTo>
                  <a:pt x="0" y="330994"/>
                </a:lnTo>
                <a:lnTo>
                  <a:pt x="0" y="352654"/>
                </a:lnTo>
                <a:lnTo>
                  <a:pt x="0" y="374313"/>
                </a:lnTo>
                <a:lnTo>
                  <a:pt x="0" y="395973"/>
                </a:lnTo>
                <a:lnTo>
                  <a:pt x="0" y="417624"/>
                </a:lnTo>
                <a:lnTo>
                  <a:pt x="0" y="439283"/>
                </a:lnTo>
                <a:lnTo>
                  <a:pt x="0" y="460943"/>
                </a:lnTo>
                <a:lnTo>
                  <a:pt x="0" y="482603"/>
                </a:lnTo>
                <a:lnTo>
                  <a:pt x="0" y="504263"/>
                </a:lnTo>
                <a:lnTo>
                  <a:pt x="0" y="525923"/>
                </a:lnTo>
                <a:lnTo>
                  <a:pt x="0" y="547583"/>
                </a:lnTo>
                <a:lnTo>
                  <a:pt x="0" y="569243"/>
                </a:lnTo>
                <a:lnTo>
                  <a:pt x="0" y="590902"/>
                </a:lnTo>
                <a:lnTo>
                  <a:pt x="0" y="612562"/>
                </a:lnTo>
                <a:lnTo>
                  <a:pt x="0" y="634222"/>
                </a:lnTo>
                <a:lnTo>
                  <a:pt x="0" y="655882"/>
                </a:lnTo>
                <a:lnTo>
                  <a:pt x="0" y="677542"/>
                </a:lnTo>
                <a:lnTo>
                  <a:pt x="0" y="699202"/>
                </a:lnTo>
                <a:lnTo>
                  <a:pt x="0" y="720862"/>
                </a:lnTo>
                <a:lnTo>
                  <a:pt x="0" y="742521"/>
                </a:lnTo>
                <a:lnTo>
                  <a:pt x="0" y="764181"/>
                </a:lnTo>
                <a:lnTo>
                  <a:pt x="0" y="785841"/>
                </a:lnTo>
                <a:lnTo>
                  <a:pt x="0" y="807491"/>
                </a:lnTo>
                <a:lnTo>
                  <a:pt x="0" y="829151"/>
                </a:lnTo>
                <a:lnTo>
                  <a:pt x="0" y="850811"/>
                </a:lnTo>
                <a:lnTo>
                  <a:pt x="0" y="872471"/>
                </a:lnTo>
                <a:lnTo>
                  <a:pt x="0" y="894131"/>
                </a:lnTo>
                <a:lnTo>
                  <a:pt x="0" y="915791"/>
                </a:lnTo>
                <a:lnTo>
                  <a:pt x="0" y="937451"/>
                </a:lnTo>
                <a:lnTo>
                  <a:pt x="0" y="959110"/>
                </a:lnTo>
                <a:lnTo>
                  <a:pt x="0" y="980770"/>
                </a:lnTo>
                <a:lnTo>
                  <a:pt x="0" y="1002430"/>
                </a:lnTo>
                <a:lnTo>
                  <a:pt x="0" y="1024090"/>
                </a:lnTo>
                <a:lnTo>
                  <a:pt x="0" y="1045750"/>
                </a:lnTo>
                <a:lnTo>
                  <a:pt x="0" y="1067410"/>
                </a:lnTo>
                <a:lnTo>
                  <a:pt x="0" y="1089069"/>
                </a:lnTo>
                <a:lnTo>
                  <a:pt x="0" y="1110729"/>
                </a:lnTo>
                <a:lnTo>
                  <a:pt x="0" y="1132389"/>
                </a:lnTo>
                <a:lnTo>
                  <a:pt x="0" y="1154049"/>
                </a:lnTo>
                <a:lnTo>
                  <a:pt x="0" y="1175699"/>
                </a:lnTo>
                <a:lnTo>
                  <a:pt x="0" y="1197359"/>
                </a:lnTo>
                <a:lnTo>
                  <a:pt x="0" y="1219019"/>
                </a:lnTo>
                <a:lnTo>
                  <a:pt x="0" y="1240679"/>
                </a:lnTo>
                <a:lnTo>
                  <a:pt x="0" y="1262339"/>
                </a:lnTo>
                <a:lnTo>
                  <a:pt x="0" y="1283999"/>
                </a:lnTo>
                <a:lnTo>
                  <a:pt x="0" y="1305658"/>
                </a:lnTo>
                <a:lnTo>
                  <a:pt x="0" y="1327318"/>
                </a:lnTo>
                <a:lnTo>
                  <a:pt x="0" y="13489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CBEA027B-F831-477D-A3C8-C7B5B44B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027" y="2372325"/>
            <a:ext cx="2140153" cy="232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B3DB7CA0-35B8-4562-B519-9838905B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1682" y="3394843"/>
            <a:ext cx="788499" cy="326698"/>
          </a:xfrm>
          <a:custGeom xmlns:a="http://schemas.openxmlformats.org/drawingml/2006/main">
            <a:pathLst>
              <a:path w="788499" h="326698">
                <a:moveTo>
                  <a:pt x="788499" y="0"/>
                </a:moveTo>
                <a:lnTo>
                  <a:pt x="787556" y="5420"/>
                </a:lnTo>
                <a:lnTo>
                  <a:pt x="786327" y="10811"/>
                </a:lnTo>
                <a:lnTo>
                  <a:pt x="784889" y="16193"/>
                </a:lnTo>
                <a:lnTo>
                  <a:pt x="783269" y="21546"/>
                </a:lnTo>
                <a:lnTo>
                  <a:pt x="781488" y="26880"/>
                </a:lnTo>
                <a:lnTo>
                  <a:pt x="779545" y="32195"/>
                </a:lnTo>
                <a:lnTo>
                  <a:pt x="777459" y="37481"/>
                </a:lnTo>
                <a:lnTo>
                  <a:pt x="775230" y="42748"/>
                </a:lnTo>
                <a:lnTo>
                  <a:pt x="772868" y="47996"/>
                </a:lnTo>
                <a:lnTo>
                  <a:pt x="770363" y="53216"/>
                </a:lnTo>
                <a:lnTo>
                  <a:pt x="767734" y="58407"/>
                </a:lnTo>
                <a:lnTo>
                  <a:pt x="764972" y="63570"/>
                </a:lnTo>
                <a:lnTo>
                  <a:pt x="762086" y="68713"/>
                </a:lnTo>
                <a:lnTo>
                  <a:pt x="759076" y="73819"/>
                </a:lnTo>
                <a:lnTo>
                  <a:pt x="755933" y="78905"/>
                </a:lnTo>
                <a:lnTo>
                  <a:pt x="752675" y="83953"/>
                </a:lnTo>
                <a:lnTo>
                  <a:pt x="749284" y="88964"/>
                </a:lnTo>
                <a:lnTo>
                  <a:pt x="745779" y="93945"/>
                </a:lnTo>
                <a:lnTo>
                  <a:pt x="742150" y="98898"/>
                </a:lnTo>
                <a:lnTo>
                  <a:pt x="738407" y="103813"/>
                </a:lnTo>
                <a:lnTo>
                  <a:pt x="734539" y="108690"/>
                </a:lnTo>
                <a:lnTo>
                  <a:pt x="730558" y="113528"/>
                </a:lnTo>
                <a:lnTo>
                  <a:pt x="726453" y="118329"/>
                </a:lnTo>
                <a:lnTo>
                  <a:pt x="722233" y="123092"/>
                </a:lnTo>
                <a:lnTo>
                  <a:pt x="717899" y="127806"/>
                </a:lnTo>
                <a:lnTo>
                  <a:pt x="713461" y="132483"/>
                </a:lnTo>
                <a:lnTo>
                  <a:pt x="708898" y="137112"/>
                </a:lnTo>
                <a:lnTo>
                  <a:pt x="704221" y="141703"/>
                </a:lnTo>
                <a:lnTo>
                  <a:pt x="699440" y="146237"/>
                </a:lnTo>
                <a:lnTo>
                  <a:pt x="694544" y="150733"/>
                </a:lnTo>
                <a:lnTo>
                  <a:pt x="689543" y="155181"/>
                </a:lnTo>
                <a:lnTo>
                  <a:pt x="684428" y="159582"/>
                </a:lnTo>
                <a:lnTo>
                  <a:pt x="679209" y="163925"/>
                </a:lnTo>
                <a:lnTo>
                  <a:pt x="673884" y="168221"/>
                </a:lnTo>
                <a:lnTo>
                  <a:pt x="668445" y="172460"/>
                </a:lnTo>
                <a:lnTo>
                  <a:pt x="662911" y="176651"/>
                </a:lnTo>
                <a:lnTo>
                  <a:pt x="657282" y="180785"/>
                </a:lnTo>
                <a:lnTo>
                  <a:pt x="651539" y="184871"/>
                </a:lnTo>
                <a:lnTo>
                  <a:pt x="645709" y="188890"/>
                </a:lnTo>
                <a:lnTo>
                  <a:pt x="639775" y="192862"/>
                </a:lnTo>
                <a:lnTo>
                  <a:pt x="633746" y="196767"/>
                </a:lnTo>
                <a:lnTo>
                  <a:pt x="627621" y="200616"/>
                </a:lnTo>
                <a:lnTo>
                  <a:pt x="621411" y="204407"/>
                </a:lnTo>
                <a:lnTo>
                  <a:pt x="615105" y="208140"/>
                </a:lnTo>
                <a:lnTo>
                  <a:pt x="608714" y="211817"/>
                </a:lnTo>
                <a:lnTo>
                  <a:pt x="602237" y="215427"/>
                </a:lnTo>
                <a:lnTo>
                  <a:pt x="595674" y="218980"/>
                </a:lnTo>
                <a:lnTo>
                  <a:pt x="589026" y="222466"/>
                </a:lnTo>
                <a:lnTo>
                  <a:pt x="582292" y="225885"/>
                </a:lnTo>
                <a:lnTo>
                  <a:pt x="575491" y="229248"/>
                </a:lnTo>
                <a:lnTo>
                  <a:pt x="568604" y="232553"/>
                </a:lnTo>
                <a:lnTo>
                  <a:pt x="561642" y="235791"/>
                </a:lnTo>
                <a:lnTo>
                  <a:pt x="554612" y="238963"/>
                </a:lnTo>
                <a:lnTo>
                  <a:pt x="547516" y="242078"/>
                </a:lnTo>
                <a:lnTo>
                  <a:pt x="540344" y="245126"/>
                </a:lnTo>
                <a:lnTo>
                  <a:pt x="533105" y="248107"/>
                </a:lnTo>
                <a:lnTo>
                  <a:pt x="525799" y="251022"/>
                </a:lnTo>
                <a:lnTo>
                  <a:pt x="518436" y="253879"/>
                </a:lnTo>
                <a:lnTo>
                  <a:pt x="511007" y="256680"/>
                </a:lnTo>
                <a:lnTo>
                  <a:pt x="503520" y="259404"/>
                </a:lnTo>
                <a:lnTo>
                  <a:pt x="495976" y="262071"/>
                </a:lnTo>
                <a:lnTo>
                  <a:pt x="488375" y="264681"/>
                </a:lnTo>
                <a:lnTo>
                  <a:pt x="480727" y="267224"/>
                </a:lnTo>
                <a:lnTo>
                  <a:pt x="473031" y="269700"/>
                </a:lnTo>
                <a:lnTo>
                  <a:pt x="465277" y="272120"/>
                </a:lnTo>
                <a:lnTo>
                  <a:pt x="457476" y="274482"/>
                </a:lnTo>
                <a:lnTo>
                  <a:pt x="449637" y="276777"/>
                </a:lnTo>
                <a:lnTo>
                  <a:pt x="441741" y="279006"/>
                </a:lnTo>
                <a:lnTo>
                  <a:pt x="433816" y="281188"/>
                </a:lnTo>
                <a:lnTo>
                  <a:pt x="425844" y="283302"/>
                </a:lnTo>
                <a:lnTo>
                  <a:pt x="417833" y="285359"/>
                </a:lnTo>
                <a:lnTo>
                  <a:pt x="409785" y="287360"/>
                </a:lnTo>
                <a:lnTo>
                  <a:pt x="401707" y="289293"/>
                </a:lnTo>
                <a:lnTo>
                  <a:pt x="393583" y="291179"/>
                </a:lnTo>
                <a:lnTo>
                  <a:pt x="385439" y="293008"/>
                </a:lnTo>
                <a:lnTo>
                  <a:pt x="377257" y="294770"/>
                </a:lnTo>
                <a:lnTo>
                  <a:pt x="369046" y="296485"/>
                </a:lnTo>
                <a:lnTo>
                  <a:pt x="360807" y="298142"/>
                </a:lnTo>
                <a:lnTo>
                  <a:pt x="352539" y="299752"/>
                </a:lnTo>
                <a:lnTo>
                  <a:pt x="344253" y="301304"/>
                </a:lnTo>
                <a:lnTo>
                  <a:pt x="335937" y="302800"/>
                </a:lnTo>
                <a:lnTo>
                  <a:pt x="327593" y="304238"/>
                </a:lnTo>
                <a:lnTo>
                  <a:pt x="319230" y="305638"/>
                </a:lnTo>
                <a:lnTo>
                  <a:pt x="310848" y="306972"/>
                </a:lnTo>
                <a:lnTo>
                  <a:pt x="302447" y="308267"/>
                </a:lnTo>
                <a:lnTo>
                  <a:pt x="294027" y="309505"/>
                </a:lnTo>
                <a:lnTo>
                  <a:pt x="285588" y="310696"/>
                </a:lnTo>
                <a:lnTo>
                  <a:pt x="277130" y="311849"/>
                </a:lnTo>
                <a:lnTo>
                  <a:pt x="268653" y="312934"/>
                </a:lnTo>
                <a:lnTo>
                  <a:pt x="260166" y="313992"/>
                </a:lnTo>
                <a:lnTo>
                  <a:pt x="251670" y="314992"/>
                </a:lnTo>
                <a:lnTo>
                  <a:pt x="243154" y="315944"/>
                </a:lnTo>
                <a:lnTo>
                  <a:pt x="234620" y="316859"/>
                </a:lnTo>
                <a:lnTo>
                  <a:pt x="226085" y="317725"/>
                </a:lnTo>
                <a:lnTo>
                  <a:pt x="217532" y="318545"/>
                </a:lnTo>
                <a:lnTo>
                  <a:pt x="208969" y="319326"/>
                </a:lnTo>
                <a:lnTo>
                  <a:pt x="200406" y="320059"/>
                </a:lnTo>
                <a:lnTo>
                  <a:pt x="191824" y="320754"/>
                </a:lnTo>
                <a:lnTo>
                  <a:pt x="183242" y="321402"/>
                </a:lnTo>
                <a:lnTo>
                  <a:pt x="174641" y="322012"/>
                </a:lnTo>
                <a:lnTo>
                  <a:pt x="166040" y="322583"/>
                </a:lnTo>
                <a:lnTo>
                  <a:pt x="157439" y="323117"/>
                </a:lnTo>
                <a:lnTo>
                  <a:pt x="148819" y="323612"/>
                </a:lnTo>
                <a:lnTo>
                  <a:pt x="140198" y="324060"/>
                </a:lnTo>
                <a:lnTo>
                  <a:pt x="131578" y="324479"/>
                </a:lnTo>
                <a:lnTo>
                  <a:pt x="122949" y="324860"/>
                </a:lnTo>
                <a:lnTo>
                  <a:pt x="114319" y="325203"/>
                </a:lnTo>
                <a:lnTo>
                  <a:pt x="105680" y="325507"/>
                </a:lnTo>
                <a:lnTo>
                  <a:pt x="97041" y="325774"/>
                </a:lnTo>
                <a:lnTo>
                  <a:pt x="88402" y="326003"/>
                </a:lnTo>
                <a:lnTo>
                  <a:pt x="79762" y="326203"/>
                </a:lnTo>
                <a:lnTo>
                  <a:pt x="71114" y="326374"/>
                </a:lnTo>
                <a:lnTo>
                  <a:pt x="62465" y="326498"/>
                </a:lnTo>
                <a:lnTo>
                  <a:pt x="53826" y="326603"/>
                </a:lnTo>
                <a:lnTo>
                  <a:pt x="45177" y="326669"/>
                </a:lnTo>
                <a:lnTo>
                  <a:pt x="36528" y="326698"/>
                </a:lnTo>
                <a:lnTo>
                  <a:pt x="27880" y="326698"/>
                </a:lnTo>
                <a:lnTo>
                  <a:pt x="19231" y="326669"/>
                </a:lnTo>
                <a:lnTo>
                  <a:pt x="10582" y="326612"/>
                </a:lnTo>
                <a:lnTo>
                  <a:pt x="1934" y="326527"/>
                </a:lnTo>
                <a:lnTo>
                  <a:pt x="0" y="326431"/>
                </a:lnTo>
                <a:lnTo>
                  <a:pt x="8649" y="326298"/>
                </a:lnTo>
                <a:lnTo>
                  <a:pt x="17288" y="326069"/>
                </a:lnTo>
                <a:lnTo>
                  <a:pt x="25927" y="325774"/>
                </a:lnTo>
                <a:lnTo>
                  <a:pt x="34557" y="325412"/>
                </a:lnTo>
                <a:lnTo>
                  <a:pt x="43177" y="324983"/>
                </a:lnTo>
                <a:lnTo>
                  <a:pt x="51787" y="324498"/>
                </a:lnTo>
                <a:lnTo>
                  <a:pt x="60398" y="323945"/>
                </a:lnTo>
                <a:lnTo>
                  <a:pt x="68990" y="323345"/>
                </a:lnTo>
                <a:lnTo>
                  <a:pt x="77572" y="322688"/>
                </a:lnTo>
                <a:lnTo>
                  <a:pt x="86154" y="321964"/>
                </a:lnTo>
                <a:lnTo>
                  <a:pt x="94707" y="321193"/>
                </a:lnTo>
                <a:lnTo>
                  <a:pt x="103261" y="320364"/>
                </a:lnTo>
                <a:lnTo>
                  <a:pt x="111795" y="319478"/>
                </a:lnTo>
                <a:lnTo>
                  <a:pt x="120310" y="318526"/>
                </a:lnTo>
                <a:lnTo>
                  <a:pt x="128807" y="317516"/>
                </a:lnTo>
                <a:lnTo>
                  <a:pt x="137293" y="316449"/>
                </a:lnTo>
                <a:lnTo>
                  <a:pt x="145752" y="315316"/>
                </a:lnTo>
                <a:lnTo>
                  <a:pt x="154191" y="314125"/>
                </a:lnTo>
                <a:lnTo>
                  <a:pt x="162601" y="312868"/>
                </a:lnTo>
                <a:lnTo>
                  <a:pt x="170993" y="311544"/>
                </a:lnTo>
                <a:lnTo>
                  <a:pt x="179356" y="310153"/>
                </a:lnTo>
                <a:lnTo>
                  <a:pt x="187690" y="308696"/>
                </a:lnTo>
                <a:lnTo>
                  <a:pt x="195996" y="307172"/>
                </a:lnTo>
                <a:lnTo>
                  <a:pt x="204264" y="305572"/>
                </a:lnTo>
                <a:lnTo>
                  <a:pt x="212493" y="303895"/>
                </a:lnTo>
                <a:lnTo>
                  <a:pt x="220685" y="302152"/>
                </a:lnTo>
                <a:lnTo>
                  <a:pt x="228838" y="300323"/>
                </a:lnTo>
                <a:lnTo>
                  <a:pt x="236944" y="298418"/>
                </a:lnTo>
                <a:lnTo>
                  <a:pt x="244993" y="296428"/>
                </a:lnTo>
                <a:lnTo>
                  <a:pt x="252994" y="294361"/>
                </a:lnTo>
                <a:lnTo>
                  <a:pt x="260937" y="292198"/>
                </a:lnTo>
                <a:lnTo>
                  <a:pt x="268815" y="289960"/>
                </a:lnTo>
                <a:lnTo>
                  <a:pt x="276635" y="287617"/>
                </a:lnTo>
                <a:lnTo>
                  <a:pt x="284378" y="285188"/>
                </a:lnTo>
                <a:lnTo>
                  <a:pt x="292046" y="282664"/>
                </a:lnTo>
                <a:lnTo>
                  <a:pt x="299628" y="280045"/>
                </a:lnTo>
                <a:lnTo>
                  <a:pt x="307115" y="277320"/>
                </a:lnTo>
                <a:lnTo>
                  <a:pt x="314516" y="274501"/>
                </a:lnTo>
                <a:lnTo>
                  <a:pt x="321802" y="271567"/>
                </a:lnTo>
                <a:lnTo>
                  <a:pt x="328984" y="268529"/>
                </a:lnTo>
                <a:lnTo>
                  <a:pt x="336052" y="265386"/>
                </a:lnTo>
                <a:lnTo>
                  <a:pt x="342986" y="262128"/>
                </a:lnTo>
                <a:lnTo>
                  <a:pt x="349787" y="258756"/>
                </a:lnTo>
                <a:lnTo>
                  <a:pt x="356435" y="255270"/>
                </a:lnTo>
                <a:lnTo>
                  <a:pt x="362931" y="251670"/>
                </a:lnTo>
                <a:lnTo>
                  <a:pt x="369265" y="247955"/>
                </a:lnTo>
                <a:lnTo>
                  <a:pt x="375418" y="244126"/>
                </a:lnTo>
                <a:lnTo>
                  <a:pt x="381381" y="240182"/>
                </a:lnTo>
                <a:lnTo>
                  <a:pt x="387153" y="236125"/>
                </a:lnTo>
                <a:lnTo>
                  <a:pt x="392725" y="231953"/>
                </a:lnTo>
                <a:lnTo>
                  <a:pt x="398069" y="227667"/>
                </a:lnTo>
                <a:lnTo>
                  <a:pt x="403193" y="223276"/>
                </a:lnTo>
                <a:lnTo>
                  <a:pt x="408080" y="218780"/>
                </a:lnTo>
                <a:lnTo>
                  <a:pt x="412728" y="214179"/>
                </a:lnTo>
                <a:lnTo>
                  <a:pt x="417119" y="209483"/>
                </a:lnTo>
                <a:lnTo>
                  <a:pt x="421253" y="204692"/>
                </a:lnTo>
                <a:lnTo>
                  <a:pt x="425129" y="199825"/>
                </a:lnTo>
                <a:lnTo>
                  <a:pt x="428730" y="194862"/>
                </a:lnTo>
                <a:lnTo>
                  <a:pt x="432064" y="189833"/>
                </a:lnTo>
                <a:lnTo>
                  <a:pt x="435131" y="184737"/>
                </a:lnTo>
                <a:lnTo>
                  <a:pt x="437921" y="179575"/>
                </a:lnTo>
                <a:lnTo>
                  <a:pt x="440436" y="174365"/>
                </a:lnTo>
                <a:lnTo>
                  <a:pt x="442684" y="169097"/>
                </a:lnTo>
                <a:lnTo>
                  <a:pt x="444665" y="163792"/>
                </a:lnTo>
                <a:lnTo>
                  <a:pt x="446380" y="158448"/>
                </a:lnTo>
                <a:lnTo>
                  <a:pt x="447837" y="153076"/>
                </a:lnTo>
                <a:lnTo>
                  <a:pt x="449047" y="147676"/>
                </a:lnTo>
                <a:lnTo>
                  <a:pt x="449999" y="142256"/>
                </a:lnTo>
                <a:lnTo>
                  <a:pt x="450723" y="136827"/>
                </a:lnTo>
                <a:lnTo>
                  <a:pt x="451209" y="131388"/>
                </a:lnTo>
                <a:lnTo>
                  <a:pt x="451466" y="125940"/>
                </a:lnTo>
                <a:lnTo>
                  <a:pt x="451504" y="120482"/>
                </a:lnTo>
                <a:lnTo>
                  <a:pt x="451333" y="115033"/>
                </a:lnTo>
                <a:lnTo>
                  <a:pt x="450952" y="109585"/>
                </a:lnTo>
                <a:lnTo>
                  <a:pt x="450390" y="104146"/>
                </a:lnTo>
                <a:lnTo>
                  <a:pt x="458391" y="102813"/>
                </a:lnTo>
                <a:lnTo>
                  <a:pt x="466820" y="101594"/>
                </a:lnTo>
                <a:lnTo>
                  <a:pt x="475221" y="100298"/>
                </a:lnTo>
                <a:lnTo>
                  <a:pt x="483594" y="98927"/>
                </a:lnTo>
                <a:lnTo>
                  <a:pt x="491938" y="97498"/>
                </a:lnTo>
                <a:lnTo>
                  <a:pt x="500263" y="96012"/>
                </a:lnTo>
                <a:lnTo>
                  <a:pt x="508559" y="94478"/>
                </a:lnTo>
                <a:lnTo>
                  <a:pt x="516827" y="92878"/>
                </a:lnTo>
                <a:lnTo>
                  <a:pt x="525075" y="91230"/>
                </a:lnTo>
                <a:lnTo>
                  <a:pt x="533295" y="89535"/>
                </a:lnTo>
                <a:lnTo>
                  <a:pt x="541487" y="87782"/>
                </a:lnTo>
                <a:lnTo>
                  <a:pt x="549650" y="85982"/>
                </a:lnTo>
                <a:lnTo>
                  <a:pt x="557784" y="84134"/>
                </a:lnTo>
                <a:lnTo>
                  <a:pt x="565890" y="82229"/>
                </a:lnTo>
                <a:lnTo>
                  <a:pt x="573957" y="80277"/>
                </a:lnTo>
                <a:lnTo>
                  <a:pt x="582006" y="78276"/>
                </a:lnTo>
                <a:lnTo>
                  <a:pt x="590017" y="76219"/>
                </a:lnTo>
                <a:lnTo>
                  <a:pt x="597999" y="74124"/>
                </a:lnTo>
                <a:lnTo>
                  <a:pt x="605942" y="71961"/>
                </a:lnTo>
                <a:lnTo>
                  <a:pt x="613848" y="69761"/>
                </a:lnTo>
                <a:lnTo>
                  <a:pt x="621725" y="67504"/>
                </a:lnTo>
                <a:lnTo>
                  <a:pt x="629555" y="65189"/>
                </a:lnTo>
                <a:lnTo>
                  <a:pt x="637346" y="62827"/>
                </a:lnTo>
                <a:lnTo>
                  <a:pt x="645100" y="60408"/>
                </a:lnTo>
                <a:lnTo>
                  <a:pt x="652815" y="57941"/>
                </a:lnTo>
                <a:lnTo>
                  <a:pt x="660473" y="55416"/>
                </a:lnTo>
                <a:lnTo>
                  <a:pt x="668093" y="52835"/>
                </a:lnTo>
                <a:lnTo>
                  <a:pt x="675665" y="50197"/>
                </a:lnTo>
                <a:lnTo>
                  <a:pt x="683190" y="47511"/>
                </a:lnTo>
                <a:lnTo>
                  <a:pt x="690658" y="44758"/>
                </a:lnTo>
                <a:lnTo>
                  <a:pt x="698078" y="41958"/>
                </a:lnTo>
                <a:lnTo>
                  <a:pt x="705441" y="39091"/>
                </a:lnTo>
                <a:lnTo>
                  <a:pt x="712737" y="36176"/>
                </a:lnTo>
                <a:lnTo>
                  <a:pt x="719985" y="33195"/>
                </a:lnTo>
                <a:lnTo>
                  <a:pt x="727158" y="30147"/>
                </a:lnTo>
                <a:lnTo>
                  <a:pt x="734273" y="27051"/>
                </a:lnTo>
                <a:lnTo>
                  <a:pt x="741321" y="23889"/>
                </a:lnTo>
                <a:lnTo>
                  <a:pt x="748294" y="20669"/>
                </a:lnTo>
                <a:lnTo>
                  <a:pt x="755199" y="17383"/>
                </a:lnTo>
                <a:lnTo>
                  <a:pt x="762019" y="14030"/>
                </a:lnTo>
                <a:lnTo>
                  <a:pt x="768763" y="10620"/>
                </a:lnTo>
                <a:lnTo>
                  <a:pt x="775430" y="7144"/>
                </a:lnTo>
                <a:lnTo>
                  <a:pt x="782012" y="3600"/>
                </a:lnTo>
                <a:lnTo>
                  <a:pt x="78849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B9A58349-5787-4DC3-8F5B-A9B6502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553" y="3363820"/>
            <a:ext cx="2140639" cy="358673"/>
          </a:xfrm>
          <a:custGeom xmlns:a="http://schemas.openxmlformats.org/drawingml/2006/main">
            <a:pathLst>
              <a:path w="2140639" h="358673">
                <a:moveTo>
                  <a:pt x="2139972" y="0"/>
                </a:moveTo>
                <a:lnTo>
                  <a:pt x="2140639" y="13211"/>
                </a:lnTo>
                <a:lnTo>
                  <a:pt x="2140344" y="26422"/>
                </a:lnTo>
                <a:lnTo>
                  <a:pt x="2139305" y="39624"/>
                </a:lnTo>
                <a:lnTo>
                  <a:pt x="2137581" y="52797"/>
                </a:lnTo>
                <a:lnTo>
                  <a:pt x="2135191" y="65923"/>
                </a:lnTo>
                <a:lnTo>
                  <a:pt x="2132143" y="79000"/>
                </a:lnTo>
                <a:lnTo>
                  <a:pt x="2128437" y="92012"/>
                </a:lnTo>
                <a:lnTo>
                  <a:pt x="2124056" y="104937"/>
                </a:lnTo>
                <a:lnTo>
                  <a:pt x="2119008" y="117758"/>
                </a:lnTo>
                <a:lnTo>
                  <a:pt x="2113255" y="130464"/>
                </a:lnTo>
                <a:lnTo>
                  <a:pt x="2106797" y="143037"/>
                </a:lnTo>
                <a:lnTo>
                  <a:pt x="2099615" y="155458"/>
                </a:lnTo>
                <a:lnTo>
                  <a:pt x="2091690" y="167697"/>
                </a:lnTo>
                <a:lnTo>
                  <a:pt x="2083013" y="179727"/>
                </a:lnTo>
                <a:lnTo>
                  <a:pt x="2073583" y="191529"/>
                </a:lnTo>
                <a:lnTo>
                  <a:pt x="2063372" y="203073"/>
                </a:lnTo>
                <a:lnTo>
                  <a:pt x="2052380" y="214322"/>
                </a:lnTo>
                <a:lnTo>
                  <a:pt x="2040617" y="225266"/>
                </a:lnTo>
                <a:lnTo>
                  <a:pt x="2028092" y="235858"/>
                </a:lnTo>
                <a:lnTo>
                  <a:pt x="2014795" y="246088"/>
                </a:lnTo>
                <a:lnTo>
                  <a:pt x="2000774" y="255908"/>
                </a:lnTo>
                <a:lnTo>
                  <a:pt x="1986029" y="265300"/>
                </a:lnTo>
                <a:lnTo>
                  <a:pt x="1970599" y="274244"/>
                </a:lnTo>
                <a:lnTo>
                  <a:pt x="1954511" y="282731"/>
                </a:lnTo>
                <a:lnTo>
                  <a:pt x="1937823" y="290722"/>
                </a:lnTo>
                <a:lnTo>
                  <a:pt x="1920564" y="298228"/>
                </a:lnTo>
                <a:lnTo>
                  <a:pt x="1902790" y="305238"/>
                </a:lnTo>
                <a:lnTo>
                  <a:pt x="1884540" y="311744"/>
                </a:lnTo>
                <a:lnTo>
                  <a:pt x="1865862" y="317754"/>
                </a:lnTo>
                <a:lnTo>
                  <a:pt x="1846802" y="323259"/>
                </a:lnTo>
                <a:lnTo>
                  <a:pt x="1827419" y="328289"/>
                </a:lnTo>
                <a:lnTo>
                  <a:pt x="1807731" y="332842"/>
                </a:lnTo>
                <a:lnTo>
                  <a:pt x="1787795" y="336928"/>
                </a:lnTo>
                <a:lnTo>
                  <a:pt x="1767640" y="340576"/>
                </a:lnTo>
                <a:lnTo>
                  <a:pt x="1747304" y="343795"/>
                </a:lnTo>
                <a:lnTo>
                  <a:pt x="1726816" y="346596"/>
                </a:lnTo>
                <a:lnTo>
                  <a:pt x="1706194" y="348996"/>
                </a:lnTo>
                <a:lnTo>
                  <a:pt x="1685477" y="351025"/>
                </a:lnTo>
                <a:lnTo>
                  <a:pt x="1664675" y="352692"/>
                </a:lnTo>
                <a:lnTo>
                  <a:pt x="1643815" y="354016"/>
                </a:lnTo>
                <a:lnTo>
                  <a:pt x="1622908" y="355006"/>
                </a:lnTo>
                <a:lnTo>
                  <a:pt x="1601953" y="355473"/>
                </a:lnTo>
                <a:lnTo>
                  <a:pt x="1580988" y="355787"/>
                </a:lnTo>
                <a:lnTo>
                  <a:pt x="1560024" y="356035"/>
                </a:lnTo>
                <a:lnTo>
                  <a:pt x="1539059" y="356245"/>
                </a:lnTo>
                <a:lnTo>
                  <a:pt x="1518095" y="356426"/>
                </a:lnTo>
                <a:lnTo>
                  <a:pt x="1497120" y="356587"/>
                </a:lnTo>
                <a:lnTo>
                  <a:pt x="1476156" y="356740"/>
                </a:lnTo>
                <a:lnTo>
                  <a:pt x="1455191" y="356883"/>
                </a:lnTo>
                <a:lnTo>
                  <a:pt x="1434227" y="357007"/>
                </a:lnTo>
                <a:lnTo>
                  <a:pt x="1413253" y="357130"/>
                </a:lnTo>
                <a:lnTo>
                  <a:pt x="1392288" y="357235"/>
                </a:lnTo>
                <a:lnTo>
                  <a:pt x="1371324" y="357349"/>
                </a:lnTo>
                <a:lnTo>
                  <a:pt x="1350350" y="357445"/>
                </a:lnTo>
                <a:lnTo>
                  <a:pt x="1329385" y="357540"/>
                </a:lnTo>
                <a:lnTo>
                  <a:pt x="1308421" y="357626"/>
                </a:lnTo>
                <a:lnTo>
                  <a:pt x="1287447" y="357711"/>
                </a:lnTo>
                <a:lnTo>
                  <a:pt x="1266482" y="357788"/>
                </a:lnTo>
                <a:lnTo>
                  <a:pt x="1245518" y="357864"/>
                </a:lnTo>
                <a:lnTo>
                  <a:pt x="1224544" y="357940"/>
                </a:lnTo>
                <a:lnTo>
                  <a:pt x="1203579" y="358007"/>
                </a:lnTo>
                <a:lnTo>
                  <a:pt x="1182605" y="358064"/>
                </a:lnTo>
                <a:lnTo>
                  <a:pt x="1161640" y="358130"/>
                </a:lnTo>
                <a:lnTo>
                  <a:pt x="1140676" y="358178"/>
                </a:lnTo>
                <a:lnTo>
                  <a:pt x="1119702" y="358235"/>
                </a:lnTo>
                <a:lnTo>
                  <a:pt x="1098737" y="358283"/>
                </a:lnTo>
                <a:lnTo>
                  <a:pt x="1077763" y="358331"/>
                </a:lnTo>
                <a:lnTo>
                  <a:pt x="1056799" y="358378"/>
                </a:lnTo>
                <a:lnTo>
                  <a:pt x="1035834" y="358416"/>
                </a:lnTo>
                <a:lnTo>
                  <a:pt x="1014860" y="358454"/>
                </a:lnTo>
                <a:lnTo>
                  <a:pt x="993896" y="358483"/>
                </a:lnTo>
                <a:lnTo>
                  <a:pt x="972931" y="358521"/>
                </a:lnTo>
                <a:lnTo>
                  <a:pt x="951957" y="358550"/>
                </a:lnTo>
                <a:lnTo>
                  <a:pt x="930993" y="358569"/>
                </a:lnTo>
                <a:lnTo>
                  <a:pt x="910019" y="358597"/>
                </a:lnTo>
                <a:lnTo>
                  <a:pt x="889054" y="358616"/>
                </a:lnTo>
                <a:lnTo>
                  <a:pt x="868089" y="358626"/>
                </a:lnTo>
                <a:lnTo>
                  <a:pt x="847115" y="358645"/>
                </a:lnTo>
                <a:lnTo>
                  <a:pt x="826151" y="358654"/>
                </a:lnTo>
                <a:lnTo>
                  <a:pt x="805177" y="358664"/>
                </a:lnTo>
                <a:lnTo>
                  <a:pt x="784212" y="358664"/>
                </a:lnTo>
                <a:lnTo>
                  <a:pt x="763248" y="358673"/>
                </a:lnTo>
                <a:lnTo>
                  <a:pt x="742274" y="358673"/>
                </a:lnTo>
                <a:lnTo>
                  <a:pt x="721309" y="358664"/>
                </a:lnTo>
                <a:lnTo>
                  <a:pt x="700335" y="358654"/>
                </a:lnTo>
                <a:lnTo>
                  <a:pt x="679371" y="358645"/>
                </a:lnTo>
                <a:lnTo>
                  <a:pt x="658406" y="358626"/>
                </a:lnTo>
                <a:lnTo>
                  <a:pt x="637432" y="358607"/>
                </a:lnTo>
                <a:lnTo>
                  <a:pt x="616468" y="358588"/>
                </a:lnTo>
                <a:lnTo>
                  <a:pt x="595493" y="358569"/>
                </a:lnTo>
                <a:lnTo>
                  <a:pt x="574529" y="358531"/>
                </a:lnTo>
                <a:lnTo>
                  <a:pt x="553564" y="358502"/>
                </a:lnTo>
                <a:lnTo>
                  <a:pt x="532590" y="358464"/>
                </a:lnTo>
                <a:lnTo>
                  <a:pt x="511626" y="358416"/>
                </a:lnTo>
                <a:lnTo>
                  <a:pt x="490652" y="358378"/>
                </a:lnTo>
                <a:lnTo>
                  <a:pt x="469687" y="358321"/>
                </a:lnTo>
                <a:lnTo>
                  <a:pt x="448723" y="358264"/>
                </a:lnTo>
                <a:lnTo>
                  <a:pt x="427749" y="358207"/>
                </a:lnTo>
                <a:lnTo>
                  <a:pt x="406784" y="358140"/>
                </a:lnTo>
                <a:lnTo>
                  <a:pt x="385820" y="358064"/>
                </a:lnTo>
                <a:lnTo>
                  <a:pt x="364846" y="357988"/>
                </a:lnTo>
                <a:lnTo>
                  <a:pt x="343881" y="357892"/>
                </a:lnTo>
                <a:lnTo>
                  <a:pt x="322917" y="357797"/>
                </a:lnTo>
                <a:lnTo>
                  <a:pt x="301943" y="357692"/>
                </a:lnTo>
                <a:lnTo>
                  <a:pt x="280978" y="357588"/>
                </a:lnTo>
                <a:lnTo>
                  <a:pt x="260013" y="357464"/>
                </a:lnTo>
                <a:lnTo>
                  <a:pt x="239039" y="357330"/>
                </a:lnTo>
                <a:lnTo>
                  <a:pt x="218075" y="357178"/>
                </a:lnTo>
                <a:lnTo>
                  <a:pt x="197110" y="357016"/>
                </a:lnTo>
                <a:lnTo>
                  <a:pt x="176146" y="356845"/>
                </a:lnTo>
                <a:lnTo>
                  <a:pt x="155172" y="356645"/>
                </a:lnTo>
                <a:lnTo>
                  <a:pt x="134207" y="356426"/>
                </a:lnTo>
                <a:lnTo>
                  <a:pt x="113243" y="356178"/>
                </a:lnTo>
                <a:lnTo>
                  <a:pt x="92278" y="355892"/>
                </a:lnTo>
                <a:lnTo>
                  <a:pt x="71323" y="355549"/>
                </a:lnTo>
                <a:lnTo>
                  <a:pt x="50359" y="355140"/>
                </a:lnTo>
                <a:lnTo>
                  <a:pt x="29413" y="354597"/>
                </a:lnTo>
                <a:lnTo>
                  <a:pt x="8487" y="353739"/>
                </a:lnTo>
                <a:lnTo>
                  <a:pt x="3886" y="342995"/>
                </a:lnTo>
                <a:lnTo>
                  <a:pt x="3610" y="329784"/>
                </a:lnTo>
                <a:lnTo>
                  <a:pt x="3334" y="316563"/>
                </a:lnTo>
                <a:lnTo>
                  <a:pt x="3058" y="303352"/>
                </a:lnTo>
                <a:lnTo>
                  <a:pt x="2781" y="290132"/>
                </a:lnTo>
                <a:lnTo>
                  <a:pt x="2496" y="276920"/>
                </a:lnTo>
                <a:lnTo>
                  <a:pt x="2219" y="263700"/>
                </a:lnTo>
                <a:lnTo>
                  <a:pt x="1943" y="250488"/>
                </a:lnTo>
                <a:lnTo>
                  <a:pt x="1667" y="237268"/>
                </a:lnTo>
                <a:lnTo>
                  <a:pt x="1391" y="224057"/>
                </a:lnTo>
                <a:lnTo>
                  <a:pt x="1114" y="210836"/>
                </a:lnTo>
                <a:lnTo>
                  <a:pt x="829" y="197625"/>
                </a:lnTo>
                <a:lnTo>
                  <a:pt x="552" y="184414"/>
                </a:lnTo>
                <a:lnTo>
                  <a:pt x="276" y="171193"/>
                </a:lnTo>
                <a:lnTo>
                  <a:pt x="0" y="157982"/>
                </a:lnTo>
                <a:lnTo>
                  <a:pt x="7696" y="149333"/>
                </a:lnTo>
                <a:lnTo>
                  <a:pt x="28604" y="148371"/>
                </a:lnTo>
                <a:lnTo>
                  <a:pt x="49530" y="147561"/>
                </a:lnTo>
                <a:lnTo>
                  <a:pt x="70475" y="146895"/>
                </a:lnTo>
                <a:lnTo>
                  <a:pt x="91421" y="146342"/>
                </a:lnTo>
                <a:lnTo>
                  <a:pt x="112385" y="145894"/>
                </a:lnTo>
                <a:lnTo>
                  <a:pt x="133340" y="145552"/>
                </a:lnTo>
                <a:lnTo>
                  <a:pt x="154305" y="145304"/>
                </a:lnTo>
                <a:lnTo>
                  <a:pt x="175279" y="145132"/>
                </a:lnTo>
                <a:lnTo>
                  <a:pt x="196244" y="145037"/>
                </a:lnTo>
                <a:lnTo>
                  <a:pt x="217208" y="145009"/>
                </a:lnTo>
                <a:lnTo>
                  <a:pt x="238182" y="145047"/>
                </a:lnTo>
                <a:lnTo>
                  <a:pt x="259147" y="145142"/>
                </a:lnTo>
                <a:lnTo>
                  <a:pt x="280111" y="145294"/>
                </a:lnTo>
                <a:lnTo>
                  <a:pt x="301076" y="145485"/>
                </a:lnTo>
                <a:lnTo>
                  <a:pt x="322040" y="145733"/>
                </a:lnTo>
                <a:lnTo>
                  <a:pt x="343005" y="146018"/>
                </a:lnTo>
                <a:lnTo>
                  <a:pt x="363969" y="146342"/>
                </a:lnTo>
                <a:lnTo>
                  <a:pt x="384934" y="146714"/>
                </a:lnTo>
                <a:lnTo>
                  <a:pt x="405889" y="147104"/>
                </a:lnTo>
                <a:lnTo>
                  <a:pt x="426844" y="147533"/>
                </a:lnTo>
                <a:lnTo>
                  <a:pt x="447799" y="147990"/>
                </a:lnTo>
                <a:lnTo>
                  <a:pt x="468754" y="148476"/>
                </a:lnTo>
                <a:lnTo>
                  <a:pt x="489709" y="148981"/>
                </a:lnTo>
                <a:lnTo>
                  <a:pt x="510664" y="149514"/>
                </a:lnTo>
                <a:lnTo>
                  <a:pt x="531609" y="150066"/>
                </a:lnTo>
                <a:lnTo>
                  <a:pt x="552555" y="150638"/>
                </a:lnTo>
                <a:lnTo>
                  <a:pt x="573510" y="151219"/>
                </a:lnTo>
                <a:lnTo>
                  <a:pt x="594455" y="151829"/>
                </a:lnTo>
                <a:lnTo>
                  <a:pt x="615401" y="152448"/>
                </a:lnTo>
                <a:lnTo>
                  <a:pt x="636346" y="153076"/>
                </a:lnTo>
                <a:lnTo>
                  <a:pt x="657282" y="153724"/>
                </a:lnTo>
                <a:lnTo>
                  <a:pt x="678228" y="154372"/>
                </a:lnTo>
                <a:lnTo>
                  <a:pt x="699173" y="155038"/>
                </a:lnTo>
                <a:lnTo>
                  <a:pt x="720109" y="155705"/>
                </a:lnTo>
                <a:lnTo>
                  <a:pt x="741055" y="156381"/>
                </a:lnTo>
                <a:lnTo>
                  <a:pt x="761990" y="157058"/>
                </a:lnTo>
                <a:lnTo>
                  <a:pt x="782936" y="157744"/>
                </a:lnTo>
                <a:lnTo>
                  <a:pt x="803872" y="158429"/>
                </a:lnTo>
                <a:lnTo>
                  <a:pt x="824817" y="159115"/>
                </a:lnTo>
                <a:lnTo>
                  <a:pt x="845753" y="159791"/>
                </a:lnTo>
                <a:lnTo>
                  <a:pt x="866699" y="160477"/>
                </a:lnTo>
                <a:lnTo>
                  <a:pt x="887635" y="161163"/>
                </a:lnTo>
                <a:lnTo>
                  <a:pt x="908580" y="161839"/>
                </a:lnTo>
                <a:lnTo>
                  <a:pt x="929516" y="162516"/>
                </a:lnTo>
                <a:lnTo>
                  <a:pt x="950462" y="163182"/>
                </a:lnTo>
                <a:lnTo>
                  <a:pt x="971398" y="163840"/>
                </a:lnTo>
                <a:lnTo>
                  <a:pt x="992343" y="164487"/>
                </a:lnTo>
                <a:lnTo>
                  <a:pt x="1013289" y="165125"/>
                </a:lnTo>
                <a:lnTo>
                  <a:pt x="1034234" y="165754"/>
                </a:lnTo>
                <a:lnTo>
                  <a:pt x="1055180" y="166364"/>
                </a:lnTo>
                <a:lnTo>
                  <a:pt x="1076125" y="166964"/>
                </a:lnTo>
                <a:lnTo>
                  <a:pt x="1097070" y="167545"/>
                </a:lnTo>
                <a:lnTo>
                  <a:pt x="1118025" y="168107"/>
                </a:lnTo>
                <a:lnTo>
                  <a:pt x="1138971" y="168650"/>
                </a:lnTo>
                <a:lnTo>
                  <a:pt x="1159926" y="169174"/>
                </a:lnTo>
                <a:lnTo>
                  <a:pt x="1180881" y="169669"/>
                </a:lnTo>
                <a:lnTo>
                  <a:pt x="1201836" y="170136"/>
                </a:lnTo>
                <a:lnTo>
                  <a:pt x="1222791" y="170574"/>
                </a:lnTo>
                <a:lnTo>
                  <a:pt x="1243746" y="170983"/>
                </a:lnTo>
                <a:lnTo>
                  <a:pt x="1264710" y="171364"/>
                </a:lnTo>
                <a:lnTo>
                  <a:pt x="1285665" y="171707"/>
                </a:lnTo>
                <a:lnTo>
                  <a:pt x="1306630" y="172002"/>
                </a:lnTo>
                <a:lnTo>
                  <a:pt x="1327595" y="172269"/>
                </a:lnTo>
                <a:lnTo>
                  <a:pt x="1348559" y="172479"/>
                </a:lnTo>
                <a:lnTo>
                  <a:pt x="1369533" y="172641"/>
                </a:lnTo>
                <a:lnTo>
                  <a:pt x="1390498" y="172755"/>
                </a:lnTo>
                <a:lnTo>
                  <a:pt x="1411462" y="172803"/>
                </a:lnTo>
                <a:lnTo>
                  <a:pt x="1432436" y="172793"/>
                </a:lnTo>
                <a:lnTo>
                  <a:pt x="1453401" y="172707"/>
                </a:lnTo>
                <a:lnTo>
                  <a:pt x="1474365" y="172545"/>
                </a:lnTo>
                <a:lnTo>
                  <a:pt x="1495330" y="172307"/>
                </a:lnTo>
                <a:lnTo>
                  <a:pt x="1516294" y="171964"/>
                </a:lnTo>
                <a:lnTo>
                  <a:pt x="1537249" y="171526"/>
                </a:lnTo>
                <a:lnTo>
                  <a:pt x="1558204" y="170974"/>
                </a:lnTo>
                <a:lnTo>
                  <a:pt x="1579140" y="170297"/>
                </a:lnTo>
                <a:lnTo>
                  <a:pt x="1600067" y="169478"/>
                </a:lnTo>
                <a:lnTo>
                  <a:pt x="1620984" y="168497"/>
                </a:lnTo>
                <a:lnTo>
                  <a:pt x="1641862" y="167326"/>
                </a:lnTo>
                <a:lnTo>
                  <a:pt x="1662722" y="165945"/>
                </a:lnTo>
                <a:lnTo>
                  <a:pt x="1683525" y="164316"/>
                </a:lnTo>
                <a:lnTo>
                  <a:pt x="1704270" y="162401"/>
                </a:lnTo>
                <a:lnTo>
                  <a:pt x="1724930" y="160125"/>
                </a:lnTo>
                <a:lnTo>
                  <a:pt x="1745456" y="157429"/>
                </a:lnTo>
                <a:lnTo>
                  <a:pt x="1765773" y="154181"/>
                </a:lnTo>
                <a:lnTo>
                  <a:pt x="1785785" y="150238"/>
                </a:lnTo>
                <a:lnTo>
                  <a:pt x="1805264" y="145352"/>
                </a:lnTo>
                <a:lnTo>
                  <a:pt x="1823761" y="139151"/>
                </a:lnTo>
                <a:lnTo>
                  <a:pt x="1840287" y="131054"/>
                </a:lnTo>
                <a:lnTo>
                  <a:pt x="1852641" y="120463"/>
                </a:lnTo>
                <a:lnTo>
                  <a:pt x="1857613" y="107718"/>
                </a:lnTo>
                <a:lnTo>
                  <a:pt x="1871663" y="101098"/>
                </a:lnTo>
                <a:lnTo>
                  <a:pt x="1891398" y="96631"/>
                </a:lnTo>
                <a:lnTo>
                  <a:pt x="1910867" y="91726"/>
                </a:lnTo>
                <a:lnTo>
                  <a:pt x="1930079" y="86430"/>
                </a:lnTo>
                <a:lnTo>
                  <a:pt x="1949044" y="80791"/>
                </a:lnTo>
                <a:lnTo>
                  <a:pt x="1967760" y="74838"/>
                </a:lnTo>
                <a:lnTo>
                  <a:pt x="1986229" y="68580"/>
                </a:lnTo>
                <a:lnTo>
                  <a:pt x="2004431" y="62027"/>
                </a:lnTo>
                <a:lnTo>
                  <a:pt x="2022377" y="55188"/>
                </a:lnTo>
                <a:lnTo>
                  <a:pt x="2040055" y="48073"/>
                </a:lnTo>
                <a:lnTo>
                  <a:pt x="2057448" y="40691"/>
                </a:lnTo>
                <a:lnTo>
                  <a:pt x="2074555" y="33052"/>
                </a:lnTo>
                <a:lnTo>
                  <a:pt x="2091376" y="25156"/>
                </a:lnTo>
                <a:lnTo>
                  <a:pt x="2107883" y="17012"/>
                </a:lnTo>
                <a:lnTo>
                  <a:pt x="2124085" y="8630"/>
                </a:lnTo>
                <a:lnTo>
                  <a:pt x="213997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CB945F61-575B-412C-947E-94B4D7E1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381" y="2372325"/>
            <a:ext cx="2140153" cy="1348978"/>
          </a:xfrm>
          <a:custGeom xmlns:a="http://schemas.openxmlformats.org/drawingml/2006/main">
            <a:pathLst>
              <a:path w="2140153" h="1348978">
                <a:moveTo>
                  <a:pt x="0" y="1348978"/>
                </a:moveTo>
                <a:lnTo>
                  <a:pt x="34366" y="1348978"/>
                </a:lnTo>
                <a:lnTo>
                  <a:pt x="68723" y="1348978"/>
                </a:lnTo>
                <a:lnTo>
                  <a:pt x="103089" y="1348978"/>
                </a:lnTo>
                <a:lnTo>
                  <a:pt x="137446" y="1348978"/>
                </a:lnTo>
                <a:lnTo>
                  <a:pt x="171812" y="1348978"/>
                </a:lnTo>
                <a:lnTo>
                  <a:pt x="206178" y="1348978"/>
                </a:lnTo>
                <a:lnTo>
                  <a:pt x="240535" y="1348978"/>
                </a:lnTo>
                <a:lnTo>
                  <a:pt x="274901" y="1348978"/>
                </a:lnTo>
                <a:lnTo>
                  <a:pt x="309258" y="1348978"/>
                </a:lnTo>
                <a:lnTo>
                  <a:pt x="343624" y="1348978"/>
                </a:lnTo>
                <a:lnTo>
                  <a:pt x="377990" y="1348978"/>
                </a:lnTo>
                <a:lnTo>
                  <a:pt x="412347" y="1348978"/>
                </a:lnTo>
                <a:lnTo>
                  <a:pt x="446713" y="1348978"/>
                </a:lnTo>
                <a:lnTo>
                  <a:pt x="481070" y="1348978"/>
                </a:lnTo>
                <a:lnTo>
                  <a:pt x="515436" y="1348978"/>
                </a:lnTo>
                <a:lnTo>
                  <a:pt x="549802" y="1348978"/>
                </a:lnTo>
                <a:lnTo>
                  <a:pt x="584159" y="1348978"/>
                </a:lnTo>
                <a:lnTo>
                  <a:pt x="618525" y="1348978"/>
                </a:lnTo>
                <a:lnTo>
                  <a:pt x="652882" y="1348978"/>
                </a:lnTo>
                <a:lnTo>
                  <a:pt x="687248" y="1348978"/>
                </a:lnTo>
                <a:lnTo>
                  <a:pt x="721614" y="1348978"/>
                </a:lnTo>
                <a:lnTo>
                  <a:pt x="755971" y="1348978"/>
                </a:lnTo>
                <a:lnTo>
                  <a:pt x="790337" y="1348978"/>
                </a:lnTo>
                <a:lnTo>
                  <a:pt x="824694" y="1348978"/>
                </a:lnTo>
                <a:lnTo>
                  <a:pt x="859060" y="1348978"/>
                </a:lnTo>
                <a:lnTo>
                  <a:pt x="893426" y="1348978"/>
                </a:lnTo>
                <a:lnTo>
                  <a:pt x="927783" y="1348978"/>
                </a:lnTo>
                <a:lnTo>
                  <a:pt x="962149" y="1348978"/>
                </a:lnTo>
                <a:lnTo>
                  <a:pt x="996506" y="1348978"/>
                </a:lnTo>
                <a:lnTo>
                  <a:pt x="1030872" y="1348978"/>
                </a:lnTo>
                <a:lnTo>
                  <a:pt x="1065238" y="1348978"/>
                </a:lnTo>
                <a:lnTo>
                  <a:pt x="1099595" y="1348978"/>
                </a:lnTo>
                <a:lnTo>
                  <a:pt x="1133961" y="1348978"/>
                </a:lnTo>
                <a:lnTo>
                  <a:pt x="1168317" y="1348978"/>
                </a:lnTo>
                <a:lnTo>
                  <a:pt x="1202684" y="1348978"/>
                </a:lnTo>
                <a:lnTo>
                  <a:pt x="1237050" y="1348978"/>
                </a:lnTo>
                <a:lnTo>
                  <a:pt x="1271407" y="1348978"/>
                </a:lnTo>
                <a:lnTo>
                  <a:pt x="1305773" y="1348978"/>
                </a:lnTo>
                <a:lnTo>
                  <a:pt x="1340129" y="1348978"/>
                </a:lnTo>
                <a:lnTo>
                  <a:pt x="1374496" y="1348978"/>
                </a:lnTo>
                <a:lnTo>
                  <a:pt x="1408862" y="1348978"/>
                </a:lnTo>
                <a:lnTo>
                  <a:pt x="1442876" y="1346540"/>
                </a:lnTo>
                <a:lnTo>
                  <a:pt x="1476718" y="1342758"/>
                </a:lnTo>
                <a:lnTo>
                  <a:pt x="1510551" y="1338967"/>
                </a:lnTo>
                <a:lnTo>
                  <a:pt x="1544383" y="1335186"/>
                </a:lnTo>
                <a:lnTo>
                  <a:pt x="1578216" y="1331405"/>
                </a:lnTo>
                <a:lnTo>
                  <a:pt x="1612049" y="1327623"/>
                </a:lnTo>
                <a:lnTo>
                  <a:pt x="1645882" y="1323832"/>
                </a:lnTo>
                <a:lnTo>
                  <a:pt x="1679715" y="1320051"/>
                </a:lnTo>
                <a:lnTo>
                  <a:pt x="1705547" y="1306801"/>
                </a:lnTo>
                <a:lnTo>
                  <a:pt x="1729388" y="1291209"/>
                </a:lnTo>
                <a:lnTo>
                  <a:pt x="1753229" y="1275607"/>
                </a:lnTo>
                <a:lnTo>
                  <a:pt x="1777079" y="1260015"/>
                </a:lnTo>
                <a:lnTo>
                  <a:pt x="1800920" y="1244413"/>
                </a:lnTo>
                <a:lnTo>
                  <a:pt x="1824761" y="1228820"/>
                </a:lnTo>
                <a:lnTo>
                  <a:pt x="1848612" y="1213228"/>
                </a:lnTo>
                <a:lnTo>
                  <a:pt x="1872453" y="1197626"/>
                </a:lnTo>
                <a:lnTo>
                  <a:pt x="1896294" y="1182033"/>
                </a:lnTo>
                <a:lnTo>
                  <a:pt x="1920145" y="1166432"/>
                </a:lnTo>
                <a:lnTo>
                  <a:pt x="1943986" y="1150839"/>
                </a:lnTo>
                <a:lnTo>
                  <a:pt x="1967827" y="1135237"/>
                </a:lnTo>
                <a:lnTo>
                  <a:pt x="1991668" y="1119645"/>
                </a:lnTo>
                <a:lnTo>
                  <a:pt x="2015519" y="1104052"/>
                </a:lnTo>
                <a:lnTo>
                  <a:pt x="2039360" y="1088450"/>
                </a:lnTo>
                <a:lnTo>
                  <a:pt x="2063201" y="1072858"/>
                </a:lnTo>
                <a:lnTo>
                  <a:pt x="2087051" y="1057256"/>
                </a:lnTo>
                <a:lnTo>
                  <a:pt x="2110892" y="1041664"/>
                </a:lnTo>
                <a:lnTo>
                  <a:pt x="2134733" y="1026071"/>
                </a:lnTo>
                <a:lnTo>
                  <a:pt x="2140153" y="1005783"/>
                </a:lnTo>
                <a:lnTo>
                  <a:pt x="2140153" y="984123"/>
                </a:lnTo>
                <a:lnTo>
                  <a:pt x="2140153" y="962463"/>
                </a:lnTo>
                <a:lnTo>
                  <a:pt x="2140153" y="940803"/>
                </a:lnTo>
                <a:lnTo>
                  <a:pt x="2140153" y="919143"/>
                </a:lnTo>
                <a:lnTo>
                  <a:pt x="2140153" y="897484"/>
                </a:lnTo>
                <a:lnTo>
                  <a:pt x="2140153" y="875824"/>
                </a:lnTo>
                <a:lnTo>
                  <a:pt x="2140153" y="854173"/>
                </a:lnTo>
                <a:lnTo>
                  <a:pt x="2140153" y="832514"/>
                </a:lnTo>
                <a:lnTo>
                  <a:pt x="2140153" y="810854"/>
                </a:lnTo>
                <a:lnTo>
                  <a:pt x="2140153" y="789194"/>
                </a:lnTo>
                <a:lnTo>
                  <a:pt x="2140153" y="767534"/>
                </a:lnTo>
                <a:lnTo>
                  <a:pt x="2140153" y="745874"/>
                </a:lnTo>
                <a:lnTo>
                  <a:pt x="2140153" y="724214"/>
                </a:lnTo>
                <a:lnTo>
                  <a:pt x="2140153" y="702554"/>
                </a:lnTo>
                <a:lnTo>
                  <a:pt x="2140153" y="680895"/>
                </a:lnTo>
                <a:lnTo>
                  <a:pt x="2140153" y="659235"/>
                </a:lnTo>
                <a:lnTo>
                  <a:pt x="2140153" y="637575"/>
                </a:lnTo>
                <a:lnTo>
                  <a:pt x="2140153" y="615915"/>
                </a:lnTo>
                <a:lnTo>
                  <a:pt x="2140153" y="594255"/>
                </a:lnTo>
                <a:lnTo>
                  <a:pt x="2140153" y="572595"/>
                </a:lnTo>
                <a:lnTo>
                  <a:pt x="2140153" y="550936"/>
                </a:lnTo>
                <a:lnTo>
                  <a:pt x="2140153" y="529276"/>
                </a:lnTo>
                <a:lnTo>
                  <a:pt x="2140153" y="507616"/>
                </a:lnTo>
                <a:lnTo>
                  <a:pt x="2140153" y="485966"/>
                </a:lnTo>
                <a:lnTo>
                  <a:pt x="2140153" y="464306"/>
                </a:lnTo>
                <a:lnTo>
                  <a:pt x="2140153" y="442646"/>
                </a:lnTo>
                <a:lnTo>
                  <a:pt x="2140153" y="420986"/>
                </a:lnTo>
                <a:lnTo>
                  <a:pt x="2140153" y="399326"/>
                </a:lnTo>
                <a:lnTo>
                  <a:pt x="2140153" y="377666"/>
                </a:lnTo>
                <a:lnTo>
                  <a:pt x="2140153" y="356006"/>
                </a:lnTo>
                <a:lnTo>
                  <a:pt x="2140153" y="334347"/>
                </a:lnTo>
                <a:lnTo>
                  <a:pt x="2140153" y="312687"/>
                </a:lnTo>
                <a:lnTo>
                  <a:pt x="2140153" y="291027"/>
                </a:lnTo>
                <a:lnTo>
                  <a:pt x="2140153" y="269367"/>
                </a:lnTo>
                <a:lnTo>
                  <a:pt x="2140153" y="247707"/>
                </a:lnTo>
                <a:lnTo>
                  <a:pt x="2140153" y="226047"/>
                </a:lnTo>
                <a:lnTo>
                  <a:pt x="2140153" y="204387"/>
                </a:lnTo>
                <a:lnTo>
                  <a:pt x="2140153" y="182728"/>
                </a:lnTo>
                <a:lnTo>
                  <a:pt x="2140153" y="161068"/>
                </a:lnTo>
                <a:lnTo>
                  <a:pt x="2140153" y="139408"/>
                </a:lnTo>
                <a:lnTo>
                  <a:pt x="2140153" y="117748"/>
                </a:lnTo>
                <a:lnTo>
                  <a:pt x="2140153" y="96098"/>
                </a:lnTo>
                <a:lnTo>
                  <a:pt x="2140153" y="74438"/>
                </a:lnTo>
                <a:lnTo>
                  <a:pt x="2140153" y="52778"/>
                </a:lnTo>
                <a:lnTo>
                  <a:pt x="2140153" y="31118"/>
                </a:lnTo>
                <a:lnTo>
                  <a:pt x="2140153" y="9458"/>
                </a:lnTo>
                <a:lnTo>
                  <a:pt x="2120789" y="0"/>
                </a:lnTo>
                <a:lnTo>
                  <a:pt x="2086423" y="0"/>
                </a:lnTo>
                <a:lnTo>
                  <a:pt x="2052066" y="0"/>
                </a:lnTo>
                <a:lnTo>
                  <a:pt x="2017700" y="0"/>
                </a:lnTo>
                <a:lnTo>
                  <a:pt x="1983343" y="0"/>
                </a:lnTo>
                <a:lnTo>
                  <a:pt x="1948977" y="0"/>
                </a:lnTo>
                <a:lnTo>
                  <a:pt x="1914611" y="0"/>
                </a:lnTo>
                <a:lnTo>
                  <a:pt x="1880254" y="0"/>
                </a:lnTo>
                <a:lnTo>
                  <a:pt x="1845888" y="0"/>
                </a:lnTo>
                <a:lnTo>
                  <a:pt x="1811531" y="0"/>
                </a:lnTo>
                <a:lnTo>
                  <a:pt x="1777165" y="0"/>
                </a:lnTo>
                <a:lnTo>
                  <a:pt x="1742799" y="0"/>
                </a:lnTo>
                <a:lnTo>
                  <a:pt x="1708442" y="0"/>
                </a:lnTo>
                <a:lnTo>
                  <a:pt x="1674076" y="0"/>
                </a:lnTo>
                <a:lnTo>
                  <a:pt x="1639719" y="0"/>
                </a:lnTo>
                <a:lnTo>
                  <a:pt x="1605353" y="0"/>
                </a:lnTo>
                <a:lnTo>
                  <a:pt x="1570987" y="0"/>
                </a:lnTo>
                <a:lnTo>
                  <a:pt x="1536630" y="0"/>
                </a:lnTo>
                <a:lnTo>
                  <a:pt x="1502264" y="0"/>
                </a:lnTo>
                <a:lnTo>
                  <a:pt x="1467907" y="0"/>
                </a:lnTo>
                <a:lnTo>
                  <a:pt x="1433541" y="0"/>
                </a:lnTo>
                <a:lnTo>
                  <a:pt x="1399175" y="0"/>
                </a:lnTo>
                <a:lnTo>
                  <a:pt x="1364818" y="0"/>
                </a:lnTo>
                <a:lnTo>
                  <a:pt x="1330452" y="0"/>
                </a:lnTo>
                <a:lnTo>
                  <a:pt x="1296095" y="0"/>
                </a:lnTo>
                <a:lnTo>
                  <a:pt x="1261729" y="0"/>
                </a:lnTo>
                <a:lnTo>
                  <a:pt x="1227363" y="0"/>
                </a:lnTo>
                <a:lnTo>
                  <a:pt x="1193006" y="0"/>
                </a:lnTo>
                <a:lnTo>
                  <a:pt x="1158640" y="0"/>
                </a:lnTo>
                <a:lnTo>
                  <a:pt x="1124283" y="0"/>
                </a:lnTo>
                <a:lnTo>
                  <a:pt x="1089917" y="0"/>
                </a:lnTo>
                <a:lnTo>
                  <a:pt x="1055551" y="0"/>
                </a:lnTo>
                <a:lnTo>
                  <a:pt x="1021194" y="0"/>
                </a:lnTo>
                <a:lnTo>
                  <a:pt x="986828" y="0"/>
                </a:lnTo>
                <a:lnTo>
                  <a:pt x="952471" y="0"/>
                </a:lnTo>
                <a:lnTo>
                  <a:pt x="918105" y="0"/>
                </a:lnTo>
                <a:lnTo>
                  <a:pt x="883739" y="0"/>
                </a:lnTo>
                <a:lnTo>
                  <a:pt x="849382" y="0"/>
                </a:lnTo>
                <a:lnTo>
                  <a:pt x="815016" y="0"/>
                </a:lnTo>
                <a:lnTo>
                  <a:pt x="780650" y="0"/>
                </a:lnTo>
                <a:lnTo>
                  <a:pt x="746293" y="0"/>
                </a:lnTo>
                <a:lnTo>
                  <a:pt x="711927" y="0"/>
                </a:lnTo>
                <a:lnTo>
                  <a:pt x="677570" y="0"/>
                </a:lnTo>
                <a:lnTo>
                  <a:pt x="643204" y="0"/>
                </a:lnTo>
                <a:lnTo>
                  <a:pt x="608848" y="0"/>
                </a:lnTo>
                <a:lnTo>
                  <a:pt x="574481" y="0"/>
                </a:lnTo>
                <a:lnTo>
                  <a:pt x="540115" y="0"/>
                </a:lnTo>
                <a:lnTo>
                  <a:pt x="505758" y="0"/>
                </a:lnTo>
                <a:lnTo>
                  <a:pt x="471392" y="0"/>
                </a:lnTo>
                <a:lnTo>
                  <a:pt x="437036" y="0"/>
                </a:lnTo>
                <a:lnTo>
                  <a:pt x="402669" y="0"/>
                </a:lnTo>
                <a:lnTo>
                  <a:pt x="368303" y="0"/>
                </a:lnTo>
                <a:lnTo>
                  <a:pt x="333947" y="0"/>
                </a:lnTo>
                <a:lnTo>
                  <a:pt x="299580" y="0"/>
                </a:lnTo>
                <a:lnTo>
                  <a:pt x="265224" y="0"/>
                </a:lnTo>
                <a:lnTo>
                  <a:pt x="230857" y="0"/>
                </a:lnTo>
                <a:lnTo>
                  <a:pt x="196491" y="0"/>
                </a:lnTo>
                <a:lnTo>
                  <a:pt x="162135" y="0"/>
                </a:lnTo>
                <a:lnTo>
                  <a:pt x="127768" y="0"/>
                </a:lnTo>
                <a:lnTo>
                  <a:pt x="93402" y="0"/>
                </a:lnTo>
                <a:lnTo>
                  <a:pt x="59045" y="0"/>
                </a:lnTo>
                <a:lnTo>
                  <a:pt x="24679" y="0"/>
                </a:lnTo>
                <a:lnTo>
                  <a:pt x="0" y="6106"/>
                </a:lnTo>
                <a:lnTo>
                  <a:pt x="0" y="27765"/>
                </a:lnTo>
                <a:lnTo>
                  <a:pt x="0" y="49416"/>
                </a:lnTo>
                <a:lnTo>
                  <a:pt x="0" y="71076"/>
                </a:lnTo>
                <a:lnTo>
                  <a:pt x="0" y="92735"/>
                </a:lnTo>
                <a:lnTo>
                  <a:pt x="0" y="114395"/>
                </a:lnTo>
                <a:lnTo>
                  <a:pt x="0" y="136055"/>
                </a:lnTo>
                <a:lnTo>
                  <a:pt x="0" y="157715"/>
                </a:lnTo>
                <a:lnTo>
                  <a:pt x="0" y="179375"/>
                </a:lnTo>
                <a:lnTo>
                  <a:pt x="0" y="201035"/>
                </a:lnTo>
                <a:lnTo>
                  <a:pt x="0" y="222695"/>
                </a:lnTo>
                <a:lnTo>
                  <a:pt x="0" y="244354"/>
                </a:lnTo>
                <a:lnTo>
                  <a:pt x="0" y="266014"/>
                </a:lnTo>
                <a:lnTo>
                  <a:pt x="0" y="287674"/>
                </a:lnTo>
                <a:lnTo>
                  <a:pt x="0" y="309334"/>
                </a:lnTo>
                <a:lnTo>
                  <a:pt x="0" y="330994"/>
                </a:lnTo>
                <a:lnTo>
                  <a:pt x="0" y="352654"/>
                </a:lnTo>
                <a:lnTo>
                  <a:pt x="0" y="374313"/>
                </a:lnTo>
                <a:lnTo>
                  <a:pt x="0" y="395973"/>
                </a:lnTo>
                <a:lnTo>
                  <a:pt x="0" y="417624"/>
                </a:lnTo>
                <a:lnTo>
                  <a:pt x="0" y="439283"/>
                </a:lnTo>
                <a:lnTo>
                  <a:pt x="0" y="460943"/>
                </a:lnTo>
                <a:lnTo>
                  <a:pt x="0" y="482603"/>
                </a:lnTo>
                <a:lnTo>
                  <a:pt x="0" y="504263"/>
                </a:lnTo>
                <a:lnTo>
                  <a:pt x="0" y="525923"/>
                </a:lnTo>
                <a:lnTo>
                  <a:pt x="0" y="547583"/>
                </a:lnTo>
                <a:lnTo>
                  <a:pt x="0" y="569243"/>
                </a:lnTo>
                <a:lnTo>
                  <a:pt x="0" y="590902"/>
                </a:lnTo>
                <a:lnTo>
                  <a:pt x="0" y="612562"/>
                </a:lnTo>
                <a:lnTo>
                  <a:pt x="0" y="634222"/>
                </a:lnTo>
                <a:lnTo>
                  <a:pt x="0" y="655882"/>
                </a:lnTo>
                <a:lnTo>
                  <a:pt x="0" y="677542"/>
                </a:lnTo>
                <a:lnTo>
                  <a:pt x="0" y="699202"/>
                </a:lnTo>
                <a:lnTo>
                  <a:pt x="0" y="720862"/>
                </a:lnTo>
                <a:lnTo>
                  <a:pt x="0" y="742521"/>
                </a:lnTo>
                <a:lnTo>
                  <a:pt x="0" y="764181"/>
                </a:lnTo>
                <a:lnTo>
                  <a:pt x="0" y="785841"/>
                </a:lnTo>
                <a:lnTo>
                  <a:pt x="0" y="807491"/>
                </a:lnTo>
                <a:lnTo>
                  <a:pt x="0" y="829151"/>
                </a:lnTo>
                <a:lnTo>
                  <a:pt x="0" y="850811"/>
                </a:lnTo>
                <a:lnTo>
                  <a:pt x="0" y="872471"/>
                </a:lnTo>
                <a:lnTo>
                  <a:pt x="0" y="894131"/>
                </a:lnTo>
                <a:lnTo>
                  <a:pt x="0" y="915791"/>
                </a:lnTo>
                <a:lnTo>
                  <a:pt x="0" y="937451"/>
                </a:lnTo>
                <a:lnTo>
                  <a:pt x="0" y="959110"/>
                </a:lnTo>
                <a:lnTo>
                  <a:pt x="0" y="980770"/>
                </a:lnTo>
                <a:lnTo>
                  <a:pt x="0" y="1002430"/>
                </a:lnTo>
                <a:lnTo>
                  <a:pt x="0" y="1024090"/>
                </a:lnTo>
                <a:lnTo>
                  <a:pt x="0" y="1045750"/>
                </a:lnTo>
                <a:lnTo>
                  <a:pt x="0" y="1067410"/>
                </a:lnTo>
                <a:lnTo>
                  <a:pt x="0" y="1089069"/>
                </a:lnTo>
                <a:lnTo>
                  <a:pt x="0" y="1110729"/>
                </a:lnTo>
                <a:lnTo>
                  <a:pt x="0" y="1132389"/>
                </a:lnTo>
                <a:lnTo>
                  <a:pt x="0" y="1154049"/>
                </a:lnTo>
                <a:lnTo>
                  <a:pt x="0" y="1175699"/>
                </a:lnTo>
                <a:lnTo>
                  <a:pt x="0" y="1197359"/>
                </a:lnTo>
                <a:lnTo>
                  <a:pt x="0" y="1219019"/>
                </a:lnTo>
                <a:lnTo>
                  <a:pt x="0" y="1240679"/>
                </a:lnTo>
                <a:lnTo>
                  <a:pt x="0" y="1262339"/>
                </a:lnTo>
                <a:lnTo>
                  <a:pt x="0" y="1283999"/>
                </a:lnTo>
                <a:lnTo>
                  <a:pt x="0" y="1305658"/>
                </a:lnTo>
                <a:lnTo>
                  <a:pt x="0" y="1327318"/>
                </a:lnTo>
                <a:lnTo>
                  <a:pt x="0" y="13489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4CE46A87-F6B2-44DD-A20D-D2B3C6E3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381" y="2372325"/>
            <a:ext cx="2140153" cy="232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63237AE8-F182-427B-97FF-A7228A83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3026" y="3394843"/>
            <a:ext cx="788499" cy="326698"/>
          </a:xfrm>
          <a:custGeom xmlns:a="http://schemas.openxmlformats.org/drawingml/2006/main">
            <a:pathLst>
              <a:path w="788499" h="326698">
                <a:moveTo>
                  <a:pt x="788499" y="0"/>
                </a:moveTo>
                <a:lnTo>
                  <a:pt x="787556" y="5420"/>
                </a:lnTo>
                <a:lnTo>
                  <a:pt x="786327" y="10811"/>
                </a:lnTo>
                <a:lnTo>
                  <a:pt x="784889" y="16193"/>
                </a:lnTo>
                <a:lnTo>
                  <a:pt x="783269" y="21546"/>
                </a:lnTo>
                <a:lnTo>
                  <a:pt x="781488" y="26880"/>
                </a:lnTo>
                <a:lnTo>
                  <a:pt x="779545" y="32195"/>
                </a:lnTo>
                <a:lnTo>
                  <a:pt x="777459" y="37481"/>
                </a:lnTo>
                <a:lnTo>
                  <a:pt x="775230" y="42748"/>
                </a:lnTo>
                <a:lnTo>
                  <a:pt x="772868" y="47996"/>
                </a:lnTo>
                <a:lnTo>
                  <a:pt x="770363" y="53216"/>
                </a:lnTo>
                <a:lnTo>
                  <a:pt x="767734" y="58407"/>
                </a:lnTo>
                <a:lnTo>
                  <a:pt x="764972" y="63570"/>
                </a:lnTo>
                <a:lnTo>
                  <a:pt x="762086" y="68713"/>
                </a:lnTo>
                <a:lnTo>
                  <a:pt x="759076" y="73819"/>
                </a:lnTo>
                <a:lnTo>
                  <a:pt x="755933" y="78905"/>
                </a:lnTo>
                <a:lnTo>
                  <a:pt x="752675" y="83953"/>
                </a:lnTo>
                <a:lnTo>
                  <a:pt x="749284" y="88964"/>
                </a:lnTo>
                <a:lnTo>
                  <a:pt x="745779" y="93945"/>
                </a:lnTo>
                <a:lnTo>
                  <a:pt x="742150" y="98898"/>
                </a:lnTo>
                <a:lnTo>
                  <a:pt x="738407" y="103813"/>
                </a:lnTo>
                <a:lnTo>
                  <a:pt x="734539" y="108690"/>
                </a:lnTo>
                <a:lnTo>
                  <a:pt x="730558" y="113528"/>
                </a:lnTo>
                <a:lnTo>
                  <a:pt x="726453" y="118329"/>
                </a:lnTo>
                <a:lnTo>
                  <a:pt x="722233" y="123092"/>
                </a:lnTo>
                <a:lnTo>
                  <a:pt x="717899" y="127806"/>
                </a:lnTo>
                <a:lnTo>
                  <a:pt x="713461" y="132483"/>
                </a:lnTo>
                <a:lnTo>
                  <a:pt x="708898" y="137112"/>
                </a:lnTo>
                <a:lnTo>
                  <a:pt x="704221" y="141703"/>
                </a:lnTo>
                <a:lnTo>
                  <a:pt x="699440" y="146237"/>
                </a:lnTo>
                <a:lnTo>
                  <a:pt x="694544" y="150733"/>
                </a:lnTo>
                <a:lnTo>
                  <a:pt x="689543" y="155181"/>
                </a:lnTo>
                <a:lnTo>
                  <a:pt x="684428" y="159582"/>
                </a:lnTo>
                <a:lnTo>
                  <a:pt x="679209" y="163925"/>
                </a:lnTo>
                <a:lnTo>
                  <a:pt x="673884" y="168221"/>
                </a:lnTo>
                <a:lnTo>
                  <a:pt x="668445" y="172460"/>
                </a:lnTo>
                <a:lnTo>
                  <a:pt x="662911" y="176651"/>
                </a:lnTo>
                <a:lnTo>
                  <a:pt x="657282" y="180785"/>
                </a:lnTo>
                <a:lnTo>
                  <a:pt x="651539" y="184871"/>
                </a:lnTo>
                <a:lnTo>
                  <a:pt x="645709" y="188890"/>
                </a:lnTo>
                <a:lnTo>
                  <a:pt x="639775" y="192862"/>
                </a:lnTo>
                <a:lnTo>
                  <a:pt x="633746" y="196767"/>
                </a:lnTo>
                <a:lnTo>
                  <a:pt x="627621" y="200616"/>
                </a:lnTo>
                <a:lnTo>
                  <a:pt x="621411" y="204407"/>
                </a:lnTo>
                <a:lnTo>
                  <a:pt x="615105" y="208140"/>
                </a:lnTo>
                <a:lnTo>
                  <a:pt x="608714" y="211817"/>
                </a:lnTo>
                <a:lnTo>
                  <a:pt x="602237" y="215427"/>
                </a:lnTo>
                <a:lnTo>
                  <a:pt x="595674" y="218980"/>
                </a:lnTo>
                <a:lnTo>
                  <a:pt x="589026" y="222466"/>
                </a:lnTo>
                <a:lnTo>
                  <a:pt x="582292" y="225885"/>
                </a:lnTo>
                <a:lnTo>
                  <a:pt x="575491" y="229248"/>
                </a:lnTo>
                <a:lnTo>
                  <a:pt x="568604" y="232553"/>
                </a:lnTo>
                <a:lnTo>
                  <a:pt x="561642" y="235791"/>
                </a:lnTo>
                <a:lnTo>
                  <a:pt x="554612" y="238963"/>
                </a:lnTo>
                <a:lnTo>
                  <a:pt x="547516" y="242078"/>
                </a:lnTo>
                <a:lnTo>
                  <a:pt x="540344" y="245126"/>
                </a:lnTo>
                <a:lnTo>
                  <a:pt x="533105" y="248107"/>
                </a:lnTo>
                <a:lnTo>
                  <a:pt x="525799" y="251022"/>
                </a:lnTo>
                <a:lnTo>
                  <a:pt x="518436" y="253879"/>
                </a:lnTo>
                <a:lnTo>
                  <a:pt x="511007" y="256680"/>
                </a:lnTo>
                <a:lnTo>
                  <a:pt x="503520" y="259404"/>
                </a:lnTo>
                <a:lnTo>
                  <a:pt x="495976" y="262071"/>
                </a:lnTo>
                <a:lnTo>
                  <a:pt x="488375" y="264681"/>
                </a:lnTo>
                <a:lnTo>
                  <a:pt x="480727" y="267224"/>
                </a:lnTo>
                <a:lnTo>
                  <a:pt x="473031" y="269700"/>
                </a:lnTo>
                <a:lnTo>
                  <a:pt x="465277" y="272120"/>
                </a:lnTo>
                <a:lnTo>
                  <a:pt x="457476" y="274482"/>
                </a:lnTo>
                <a:lnTo>
                  <a:pt x="449637" y="276777"/>
                </a:lnTo>
                <a:lnTo>
                  <a:pt x="441741" y="279006"/>
                </a:lnTo>
                <a:lnTo>
                  <a:pt x="433816" y="281188"/>
                </a:lnTo>
                <a:lnTo>
                  <a:pt x="425844" y="283302"/>
                </a:lnTo>
                <a:lnTo>
                  <a:pt x="417833" y="285359"/>
                </a:lnTo>
                <a:lnTo>
                  <a:pt x="409785" y="287360"/>
                </a:lnTo>
                <a:lnTo>
                  <a:pt x="401707" y="289293"/>
                </a:lnTo>
                <a:lnTo>
                  <a:pt x="393583" y="291179"/>
                </a:lnTo>
                <a:lnTo>
                  <a:pt x="385439" y="293008"/>
                </a:lnTo>
                <a:lnTo>
                  <a:pt x="377257" y="294770"/>
                </a:lnTo>
                <a:lnTo>
                  <a:pt x="369046" y="296485"/>
                </a:lnTo>
                <a:lnTo>
                  <a:pt x="360807" y="298142"/>
                </a:lnTo>
                <a:lnTo>
                  <a:pt x="352539" y="299752"/>
                </a:lnTo>
                <a:lnTo>
                  <a:pt x="344253" y="301304"/>
                </a:lnTo>
                <a:lnTo>
                  <a:pt x="335937" y="302800"/>
                </a:lnTo>
                <a:lnTo>
                  <a:pt x="327593" y="304238"/>
                </a:lnTo>
                <a:lnTo>
                  <a:pt x="319230" y="305638"/>
                </a:lnTo>
                <a:lnTo>
                  <a:pt x="310848" y="306972"/>
                </a:lnTo>
                <a:lnTo>
                  <a:pt x="302447" y="308267"/>
                </a:lnTo>
                <a:lnTo>
                  <a:pt x="294027" y="309505"/>
                </a:lnTo>
                <a:lnTo>
                  <a:pt x="285588" y="310696"/>
                </a:lnTo>
                <a:lnTo>
                  <a:pt x="277130" y="311849"/>
                </a:lnTo>
                <a:lnTo>
                  <a:pt x="268653" y="312934"/>
                </a:lnTo>
                <a:lnTo>
                  <a:pt x="260166" y="313992"/>
                </a:lnTo>
                <a:lnTo>
                  <a:pt x="251670" y="314992"/>
                </a:lnTo>
                <a:lnTo>
                  <a:pt x="243154" y="315944"/>
                </a:lnTo>
                <a:lnTo>
                  <a:pt x="234620" y="316859"/>
                </a:lnTo>
                <a:lnTo>
                  <a:pt x="226085" y="317725"/>
                </a:lnTo>
                <a:lnTo>
                  <a:pt x="217532" y="318545"/>
                </a:lnTo>
                <a:lnTo>
                  <a:pt x="208969" y="319326"/>
                </a:lnTo>
                <a:lnTo>
                  <a:pt x="200406" y="320059"/>
                </a:lnTo>
                <a:lnTo>
                  <a:pt x="191824" y="320754"/>
                </a:lnTo>
                <a:lnTo>
                  <a:pt x="183242" y="321402"/>
                </a:lnTo>
                <a:lnTo>
                  <a:pt x="174641" y="322012"/>
                </a:lnTo>
                <a:lnTo>
                  <a:pt x="166040" y="322583"/>
                </a:lnTo>
                <a:lnTo>
                  <a:pt x="157439" y="323117"/>
                </a:lnTo>
                <a:lnTo>
                  <a:pt x="148819" y="323612"/>
                </a:lnTo>
                <a:lnTo>
                  <a:pt x="140198" y="324060"/>
                </a:lnTo>
                <a:lnTo>
                  <a:pt x="131578" y="324479"/>
                </a:lnTo>
                <a:lnTo>
                  <a:pt x="122949" y="324860"/>
                </a:lnTo>
                <a:lnTo>
                  <a:pt x="114319" y="325203"/>
                </a:lnTo>
                <a:lnTo>
                  <a:pt x="105680" y="325507"/>
                </a:lnTo>
                <a:lnTo>
                  <a:pt x="97041" y="325774"/>
                </a:lnTo>
                <a:lnTo>
                  <a:pt x="88402" y="326003"/>
                </a:lnTo>
                <a:lnTo>
                  <a:pt x="79762" y="326203"/>
                </a:lnTo>
                <a:lnTo>
                  <a:pt x="71114" y="326374"/>
                </a:lnTo>
                <a:lnTo>
                  <a:pt x="62465" y="326498"/>
                </a:lnTo>
                <a:lnTo>
                  <a:pt x="53826" y="326603"/>
                </a:lnTo>
                <a:lnTo>
                  <a:pt x="45177" y="326669"/>
                </a:lnTo>
                <a:lnTo>
                  <a:pt x="36528" y="326698"/>
                </a:lnTo>
                <a:lnTo>
                  <a:pt x="27880" y="326698"/>
                </a:lnTo>
                <a:lnTo>
                  <a:pt x="19231" y="326669"/>
                </a:lnTo>
                <a:lnTo>
                  <a:pt x="10582" y="326612"/>
                </a:lnTo>
                <a:lnTo>
                  <a:pt x="1934" y="326527"/>
                </a:lnTo>
                <a:lnTo>
                  <a:pt x="0" y="326431"/>
                </a:lnTo>
                <a:lnTo>
                  <a:pt x="8649" y="326298"/>
                </a:lnTo>
                <a:lnTo>
                  <a:pt x="17288" y="326069"/>
                </a:lnTo>
                <a:lnTo>
                  <a:pt x="25927" y="325774"/>
                </a:lnTo>
                <a:lnTo>
                  <a:pt x="34557" y="325412"/>
                </a:lnTo>
                <a:lnTo>
                  <a:pt x="43177" y="324983"/>
                </a:lnTo>
                <a:lnTo>
                  <a:pt x="51787" y="324498"/>
                </a:lnTo>
                <a:lnTo>
                  <a:pt x="60398" y="323945"/>
                </a:lnTo>
                <a:lnTo>
                  <a:pt x="68990" y="323345"/>
                </a:lnTo>
                <a:lnTo>
                  <a:pt x="77572" y="322688"/>
                </a:lnTo>
                <a:lnTo>
                  <a:pt x="86154" y="321964"/>
                </a:lnTo>
                <a:lnTo>
                  <a:pt x="94707" y="321193"/>
                </a:lnTo>
                <a:lnTo>
                  <a:pt x="103261" y="320364"/>
                </a:lnTo>
                <a:lnTo>
                  <a:pt x="111795" y="319478"/>
                </a:lnTo>
                <a:lnTo>
                  <a:pt x="120310" y="318526"/>
                </a:lnTo>
                <a:lnTo>
                  <a:pt x="128807" y="317516"/>
                </a:lnTo>
                <a:lnTo>
                  <a:pt x="137293" y="316449"/>
                </a:lnTo>
                <a:lnTo>
                  <a:pt x="145752" y="315316"/>
                </a:lnTo>
                <a:lnTo>
                  <a:pt x="154191" y="314125"/>
                </a:lnTo>
                <a:lnTo>
                  <a:pt x="162601" y="312868"/>
                </a:lnTo>
                <a:lnTo>
                  <a:pt x="170993" y="311544"/>
                </a:lnTo>
                <a:lnTo>
                  <a:pt x="179356" y="310153"/>
                </a:lnTo>
                <a:lnTo>
                  <a:pt x="187690" y="308696"/>
                </a:lnTo>
                <a:lnTo>
                  <a:pt x="195996" y="307172"/>
                </a:lnTo>
                <a:lnTo>
                  <a:pt x="204264" y="305572"/>
                </a:lnTo>
                <a:lnTo>
                  <a:pt x="212493" y="303895"/>
                </a:lnTo>
                <a:lnTo>
                  <a:pt x="220685" y="302152"/>
                </a:lnTo>
                <a:lnTo>
                  <a:pt x="228838" y="300323"/>
                </a:lnTo>
                <a:lnTo>
                  <a:pt x="236944" y="298418"/>
                </a:lnTo>
                <a:lnTo>
                  <a:pt x="244993" y="296428"/>
                </a:lnTo>
                <a:lnTo>
                  <a:pt x="252994" y="294361"/>
                </a:lnTo>
                <a:lnTo>
                  <a:pt x="260937" y="292198"/>
                </a:lnTo>
                <a:lnTo>
                  <a:pt x="268815" y="289960"/>
                </a:lnTo>
                <a:lnTo>
                  <a:pt x="276635" y="287617"/>
                </a:lnTo>
                <a:lnTo>
                  <a:pt x="284378" y="285188"/>
                </a:lnTo>
                <a:lnTo>
                  <a:pt x="292046" y="282664"/>
                </a:lnTo>
                <a:lnTo>
                  <a:pt x="299628" y="280045"/>
                </a:lnTo>
                <a:lnTo>
                  <a:pt x="307115" y="277320"/>
                </a:lnTo>
                <a:lnTo>
                  <a:pt x="314516" y="274501"/>
                </a:lnTo>
                <a:lnTo>
                  <a:pt x="321802" y="271567"/>
                </a:lnTo>
                <a:lnTo>
                  <a:pt x="328984" y="268529"/>
                </a:lnTo>
                <a:lnTo>
                  <a:pt x="336052" y="265386"/>
                </a:lnTo>
                <a:lnTo>
                  <a:pt x="342986" y="262128"/>
                </a:lnTo>
                <a:lnTo>
                  <a:pt x="349787" y="258756"/>
                </a:lnTo>
                <a:lnTo>
                  <a:pt x="356435" y="255270"/>
                </a:lnTo>
                <a:lnTo>
                  <a:pt x="362931" y="251670"/>
                </a:lnTo>
                <a:lnTo>
                  <a:pt x="369265" y="247955"/>
                </a:lnTo>
                <a:lnTo>
                  <a:pt x="375418" y="244126"/>
                </a:lnTo>
                <a:lnTo>
                  <a:pt x="381381" y="240182"/>
                </a:lnTo>
                <a:lnTo>
                  <a:pt x="387153" y="236125"/>
                </a:lnTo>
                <a:lnTo>
                  <a:pt x="392725" y="231953"/>
                </a:lnTo>
                <a:lnTo>
                  <a:pt x="398069" y="227667"/>
                </a:lnTo>
                <a:lnTo>
                  <a:pt x="403193" y="223276"/>
                </a:lnTo>
                <a:lnTo>
                  <a:pt x="408080" y="218780"/>
                </a:lnTo>
                <a:lnTo>
                  <a:pt x="412728" y="214179"/>
                </a:lnTo>
                <a:lnTo>
                  <a:pt x="417119" y="209483"/>
                </a:lnTo>
                <a:lnTo>
                  <a:pt x="421253" y="204692"/>
                </a:lnTo>
                <a:lnTo>
                  <a:pt x="425129" y="199825"/>
                </a:lnTo>
                <a:lnTo>
                  <a:pt x="428730" y="194862"/>
                </a:lnTo>
                <a:lnTo>
                  <a:pt x="432064" y="189833"/>
                </a:lnTo>
                <a:lnTo>
                  <a:pt x="435131" y="184737"/>
                </a:lnTo>
                <a:lnTo>
                  <a:pt x="437921" y="179575"/>
                </a:lnTo>
                <a:lnTo>
                  <a:pt x="440436" y="174365"/>
                </a:lnTo>
                <a:lnTo>
                  <a:pt x="442684" y="169097"/>
                </a:lnTo>
                <a:lnTo>
                  <a:pt x="444665" y="163792"/>
                </a:lnTo>
                <a:lnTo>
                  <a:pt x="446380" y="158448"/>
                </a:lnTo>
                <a:lnTo>
                  <a:pt x="447837" y="153076"/>
                </a:lnTo>
                <a:lnTo>
                  <a:pt x="449047" y="147676"/>
                </a:lnTo>
                <a:lnTo>
                  <a:pt x="449999" y="142256"/>
                </a:lnTo>
                <a:lnTo>
                  <a:pt x="450723" y="136827"/>
                </a:lnTo>
                <a:lnTo>
                  <a:pt x="451209" y="131388"/>
                </a:lnTo>
                <a:lnTo>
                  <a:pt x="451466" y="125940"/>
                </a:lnTo>
                <a:lnTo>
                  <a:pt x="451504" y="120482"/>
                </a:lnTo>
                <a:lnTo>
                  <a:pt x="451333" y="115033"/>
                </a:lnTo>
                <a:lnTo>
                  <a:pt x="450952" y="109585"/>
                </a:lnTo>
                <a:lnTo>
                  <a:pt x="450390" y="104146"/>
                </a:lnTo>
                <a:lnTo>
                  <a:pt x="458391" y="102813"/>
                </a:lnTo>
                <a:lnTo>
                  <a:pt x="466820" y="101594"/>
                </a:lnTo>
                <a:lnTo>
                  <a:pt x="475221" y="100298"/>
                </a:lnTo>
                <a:lnTo>
                  <a:pt x="483594" y="98927"/>
                </a:lnTo>
                <a:lnTo>
                  <a:pt x="491938" y="97498"/>
                </a:lnTo>
                <a:lnTo>
                  <a:pt x="500263" y="96012"/>
                </a:lnTo>
                <a:lnTo>
                  <a:pt x="508559" y="94478"/>
                </a:lnTo>
                <a:lnTo>
                  <a:pt x="516827" y="92878"/>
                </a:lnTo>
                <a:lnTo>
                  <a:pt x="525075" y="91230"/>
                </a:lnTo>
                <a:lnTo>
                  <a:pt x="533295" y="89535"/>
                </a:lnTo>
                <a:lnTo>
                  <a:pt x="541487" y="87782"/>
                </a:lnTo>
                <a:lnTo>
                  <a:pt x="549650" y="85982"/>
                </a:lnTo>
                <a:lnTo>
                  <a:pt x="557784" y="84134"/>
                </a:lnTo>
                <a:lnTo>
                  <a:pt x="565890" y="82229"/>
                </a:lnTo>
                <a:lnTo>
                  <a:pt x="573957" y="80277"/>
                </a:lnTo>
                <a:lnTo>
                  <a:pt x="582006" y="78276"/>
                </a:lnTo>
                <a:lnTo>
                  <a:pt x="590017" y="76219"/>
                </a:lnTo>
                <a:lnTo>
                  <a:pt x="597999" y="74124"/>
                </a:lnTo>
                <a:lnTo>
                  <a:pt x="605942" y="71961"/>
                </a:lnTo>
                <a:lnTo>
                  <a:pt x="613848" y="69761"/>
                </a:lnTo>
                <a:lnTo>
                  <a:pt x="621725" y="67504"/>
                </a:lnTo>
                <a:lnTo>
                  <a:pt x="629555" y="65189"/>
                </a:lnTo>
                <a:lnTo>
                  <a:pt x="637346" y="62827"/>
                </a:lnTo>
                <a:lnTo>
                  <a:pt x="645100" y="60408"/>
                </a:lnTo>
                <a:lnTo>
                  <a:pt x="652815" y="57941"/>
                </a:lnTo>
                <a:lnTo>
                  <a:pt x="660473" y="55416"/>
                </a:lnTo>
                <a:lnTo>
                  <a:pt x="668093" y="52835"/>
                </a:lnTo>
                <a:lnTo>
                  <a:pt x="675665" y="50197"/>
                </a:lnTo>
                <a:lnTo>
                  <a:pt x="683190" y="47511"/>
                </a:lnTo>
                <a:lnTo>
                  <a:pt x="690658" y="44758"/>
                </a:lnTo>
                <a:lnTo>
                  <a:pt x="698078" y="41958"/>
                </a:lnTo>
                <a:lnTo>
                  <a:pt x="705441" y="39091"/>
                </a:lnTo>
                <a:lnTo>
                  <a:pt x="712737" y="36176"/>
                </a:lnTo>
                <a:lnTo>
                  <a:pt x="719985" y="33195"/>
                </a:lnTo>
                <a:lnTo>
                  <a:pt x="727158" y="30147"/>
                </a:lnTo>
                <a:lnTo>
                  <a:pt x="734273" y="27051"/>
                </a:lnTo>
                <a:lnTo>
                  <a:pt x="741321" y="23889"/>
                </a:lnTo>
                <a:lnTo>
                  <a:pt x="748294" y="20669"/>
                </a:lnTo>
                <a:lnTo>
                  <a:pt x="755199" y="17383"/>
                </a:lnTo>
                <a:lnTo>
                  <a:pt x="762019" y="14030"/>
                </a:lnTo>
                <a:lnTo>
                  <a:pt x="768763" y="10620"/>
                </a:lnTo>
                <a:lnTo>
                  <a:pt x="775430" y="7144"/>
                </a:lnTo>
                <a:lnTo>
                  <a:pt x="782012" y="3600"/>
                </a:lnTo>
                <a:lnTo>
                  <a:pt x="78849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E73AB605-B58C-4DCC-9819-A1135C0C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199" y="4842424"/>
            <a:ext cx="2140639" cy="358673"/>
          </a:xfrm>
          <a:custGeom xmlns:a="http://schemas.openxmlformats.org/drawingml/2006/main">
            <a:pathLst>
              <a:path w="2140639" h="358673">
                <a:moveTo>
                  <a:pt x="2139972" y="0"/>
                </a:moveTo>
                <a:lnTo>
                  <a:pt x="2140639" y="13211"/>
                </a:lnTo>
                <a:lnTo>
                  <a:pt x="2140344" y="26422"/>
                </a:lnTo>
                <a:lnTo>
                  <a:pt x="2139305" y="39624"/>
                </a:lnTo>
                <a:lnTo>
                  <a:pt x="2137581" y="52797"/>
                </a:lnTo>
                <a:lnTo>
                  <a:pt x="2135191" y="65923"/>
                </a:lnTo>
                <a:lnTo>
                  <a:pt x="2132143" y="79000"/>
                </a:lnTo>
                <a:lnTo>
                  <a:pt x="2128437" y="92012"/>
                </a:lnTo>
                <a:lnTo>
                  <a:pt x="2124056" y="104937"/>
                </a:lnTo>
                <a:lnTo>
                  <a:pt x="2119008" y="117758"/>
                </a:lnTo>
                <a:lnTo>
                  <a:pt x="2113255" y="130464"/>
                </a:lnTo>
                <a:lnTo>
                  <a:pt x="2106797" y="143037"/>
                </a:lnTo>
                <a:lnTo>
                  <a:pt x="2099615" y="155458"/>
                </a:lnTo>
                <a:lnTo>
                  <a:pt x="2091690" y="167697"/>
                </a:lnTo>
                <a:lnTo>
                  <a:pt x="2083013" y="179727"/>
                </a:lnTo>
                <a:lnTo>
                  <a:pt x="2073583" y="191529"/>
                </a:lnTo>
                <a:lnTo>
                  <a:pt x="2063372" y="203073"/>
                </a:lnTo>
                <a:lnTo>
                  <a:pt x="2052380" y="214322"/>
                </a:lnTo>
                <a:lnTo>
                  <a:pt x="2040617" y="225266"/>
                </a:lnTo>
                <a:lnTo>
                  <a:pt x="2028092" y="235858"/>
                </a:lnTo>
                <a:lnTo>
                  <a:pt x="2014795" y="246088"/>
                </a:lnTo>
                <a:lnTo>
                  <a:pt x="2000774" y="255908"/>
                </a:lnTo>
                <a:lnTo>
                  <a:pt x="1986029" y="265300"/>
                </a:lnTo>
                <a:lnTo>
                  <a:pt x="1970599" y="274244"/>
                </a:lnTo>
                <a:lnTo>
                  <a:pt x="1954511" y="282731"/>
                </a:lnTo>
                <a:lnTo>
                  <a:pt x="1937823" y="290722"/>
                </a:lnTo>
                <a:lnTo>
                  <a:pt x="1920564" y="298228"/>
                </a:lnTo>
                <a:lnTo>
                  <a:pt x="1902790" y="305238"/>
                </a:lnTo>
                <a:lnTo>
                  <a:pt x="1884540" y="311744"/>
                </a:lnTo>
                <a:lnTo>
                  <a:pt x="1865862" y="317754"/>
                </a:lnTo>
                <a:lnTo>
                  <a:pt x="1846802" y="323259"/>
                </a:lnTo>
                <a:lnTo>
                  <a:pt x="1827419" y="328289"/>
                </a:lnTo>
                <a:lnTo>
                  <a:pt x="1807731" y="332842"/>
                </a:lnTo>
                <a:lnTo>
                  <a:pt x="1787795" y="336928"/>
                </a:lnTo>
                <a:lnTo>
                  <a:pt x="1767640" y="340576"/>
                </a:lnTo>
                <a:lnTo>
                  <a:pt x="1747304" y="343795"/>
                </a:lnTo>
                <a:lnTo>
                  <a:pt x="1726816" y="346596"/>
                </a:lnTo>
                <a:lnTo>
                  <a:pt x="1706194" y="348996"/>
                </a:lnTo>
                <a:lnTo>
                  <a:pt x="1685477" y="351025"/>
                </a:lnTo>
                <a:lnTo>
                  <a:pt x="1664675" y="352692"/>
                </a:lnTo>
                <a:lnTo>
                  <a:pt x="1643815" y="354016"/>
                </a:lnTo>
                <a:lnTo>
                  <a:pt x="1622908" y="355006"/>
                </a:lnTo>
                <a:lnTo>
                  <a:pt x="1601953" y="355473"/>
                </a:lnTo>
                <a:lnTo>
                  <a:pt x="1580988" y="355787"/>
                </a:lnTo>
                <a:lnTo>
                  <a:pt x="1560024" y="356035"/>
                </a:lnTo>
                <a:lnTo>
                  <a:pt x="1539059" y="356245"/>
                </a:lnTo>
                <a:lnTo>
                  <a:pt x="1518095" y="356426"/>
                </a:lnTo>
                <a:lnTo>
                  <a:pt x="1497120" y="356587"/>
                </a:lnTo>
                <a:lnTo>
                  <a:pt x="1476156" y="356740"/>
                </a:lnTo>
                <a:lnTo>
                  <a:pt x="1455191" y="356883"/>
                </a:lnTo>
                <a:lnTo>
                  <a:pt x="1434227" y="357007"/>
                </a:lnTo>
                <a:lnTo>
                  <a:pt x="1413253" y="357130"/>
                </a:lnTo>
                <a:lnTo>
                  <a:pt x="1392288" y="357235"/>
                </a:lnTo>
                <a:lnTo>
                  <a:pt x="1371324" y="357349"/>
                </a:lnTo>
                <a:lnTo>
                  <a:pt x="1350350" y="357445"/>
                </a:lnTo>
                <a:lnTo>
                  <a:pt x="1329385" y="357540"/>
                </a:lnTo>
                <a:lnTo>
                  <a:pt x="1308421" y="357626"/>
                </a:lnTo>
                <a:lnTo>
                  <a:pt x="1287447" y="357711"/>
                </a:lnTo>
                <a:lnTo>
                  <a:pt x="1266482" y="357788"/>
                </a:lnTo>
                <a:lnTo>
                  <a:pt x="1245518" y="357864"/>
                </a:lnTo>
                <a:lnTo>
                  <a:pt x="1224544" y="357940"/>
                </a:lnTo>
                <a:lnTo>
                  <a:pt x="1203579" y="358007"/>
                </a:lnTo>
                <a:lnTo>
                  <a:pt x="1182605" y="358064"/>
                </a:lnTo>
                <a:lnTo>
                  <a:pt x="1161640" y="358130"/>
                </a:lnTo>
                <a:lnTo>
                  <a:pt x="1140676" y="358178"/>
                </a:lnTo>
                <a:lnTo>
                  <a:pt x="1119702" y="358235"/>
                </a:lnTo>
                <a:lnTo>
                  <a:pt x="1098737" y="358283"/>
                </a:lnTo>
                <a:lnTo>
                  <a:pt x="1077763" y="358331"/>
                </a:lnTo>
                <a:lnTo>
                  <a:pt x="1056799" y="358378"/>
                </a:lnTo>
                <a:lnTo>
                  <a:pt x="1035834" y="358416"/>
                </a:lnTo>
                <a:lnTo>
                  <a:pt x="1014860" y="358454"/>
                </a:lnTo>
                <a:lnTo>
                  <a:pt x="993896" y="358483"/>
                </a:lnTo>
                <a:lnTo>
                  <a:pt x="972931" y="358521"/>
                </a:lnTo>
                <a:lnTo>
                  <a:pt x="951957" y="358550"/>
                </a:lnTo>
                <a:lnTo>
                  <a:pt x="930993" y="358569"/>
                </a:lnTo>
                <a:lnTo>
                  <a:pt x="910019" y="358597"/>
                </a:lnTo>
                <a:lnTo>
                  <a:pt x="889054" y="358616"/>
                </a:lnTo>
                <a:lnTo>
                  <a:pt x="868089" y="358626"/>
                </a:lnTo>
                <a:lnTo>
                  <a:pt x="847115" y="358645"/>
                </a:lnTo>
                <a:lnTo>
                  <a:pt x="826151" y="358654"/>
                </a:lnTo>
                <a:lnTo>
                  <a:pt x="805177" y="358664"/>
                </a:lnTo>
                <a:lnTo>
                  <a:pt x="784212" y="358664"/>
                </a:lnTo>
                <a:lnTo>
                  <a:pt x="763248" y="358673"/>
                </a:lnTo>
                <a:lnTo>
                  <a:pt x="742274" y="358673"/>
                </a:lnTo>
                <a:lnTo>
                  <a:pt x="721309" y="358664"/>
                </a:lnTo>
                <a:lnTo>
                  <a:pt x="700335" y="358654"/>
                </a:lnTo>
                <a:lnTo>
                  <a:pt x="679371" y="358645"/>
                </a:lnTo>
                <a:lnTo>
                  <a:pt x="658406" y="358626"/>
                </a:lnTo>
                <a:lnTo>
                  <a:pt x="637432" y="358607"/>
                </a:lnTo>
                <a:lnTo>
                  <a:pt x="616468" y="358588"/>
                </a:lnTo>
                <a:lnTo>
                  <a:pt x="595493" y="358569"/>
                </a:lnTo>
                <a:lnTo>
                  <a:pt x="574529" y="358531"/>
                </a:lnTo>
                <a:lnTo>
                  <a:pt x="553564" y="358502"/>
                </a:lnTo>
                <a:lnTo>
                  <a:pt x="532590" y="358464"/>
                </a:lnTo>
                <a:lnTo>
                  <a:pt x="511626" y="358416"/>
                </a:lnTo>
                <a:lnTo>
                  <a:pt x="490652" y="358378"/>
                </a:lnTo>
                <a:lnTo>
                  <a:pt x="469687" y="358321"/>
                </a:lnTo>
                <a:lnTo>
                  <a:pt x="448723" y="358264"/>
                </a:lnTo>
                <a:lnTo>
                  <a:pt x="427749" y="358207"/>
                </a:lnTo>
                <a:lnTo>
                  <a:pt x="406784" y="358140"/>
                </a:lnTo>
                <a:lnTo>
                  <a:pt x="385820" y="358064"/>
                </a:lnTo>
                <a:lnTo>
                  <a:pt x="364846" y="357988"/>
                </a:lnTo>
                <a:lnTo>
                  <a:pt x="343881" y="357892"/>
                </a:lnTo>
                <a:lnTo>
                  <a:pt x="322917" y="357797"/>
                </a:lnTo>
                <a:lnTo>
                  <a:pt x="301943" y="357692"/>
                </a:lnTo>
                <a:lnTo>
                  <a:pt x="280978" y="357588"/>
                </a:lnTo>
                <a:lnTo>
                  <a:pt x="260013" y="357464"/>
                </a:lnTo>
                <a:lnTo>
                  <a:pt x="239039" y="357330"/>
                </a:lnTo>
                <a:lnTo>
                  <a:pt x="218075" y="357178"/>
                </a:lnTo>
                <a:lnTo>
                  <a:pt x="197110" y="357016"/>
                </a:lnTo>
                <a:lnTo>
                  <a:pt x="176146" y="356845"/>
                </a:lnTo>
                <a:lnTo>
                  <a:pt x="155172" y="356645"/>
                </a:lnTo>
                <a:lnTo>
                  <a:pt x="134207" y="356426"/>
                </a:lnTo>
                <a:lnTo>
                  <a:pt x="113243" y="356178"/>
                </a:lnTo>
                <a:lnTo>
                  <a:pt x="92278" y="355892"/>
                </a:lnTo>
                <a:lnTo>
                  <a:pt x="71323" y="355549"/>
                </a:lnTo>
                <a:lnTo>
                  <a:pt x="50359" y="355140"/>
                </a:lnTo>
                <a:lnTo>
                  <a:pt x="29413" y="354597"/>
                </a:lnTo>
                <a:lnTo>
                  <a:pt x="8487" y="353739"/>
                </a:lnTo>
                <a:lnTo>
                  <a:pt x="3886" y="342995"/>
                </a:lnTo>
                <a:lnTo>
                  <a:pt x="3610" y="329784"/>
                </a:lnTo>
                <a:lnTo>
                  <a:pt x="3334" y="316563"/>
                </a:lnTo>
                <a:lnTo>
                  <a:pt x="3058" y="303352"/>
                </a:lnTo>
                <a:lnTo>
                  <a:pt x="2781" y="290132"/>
                </a:lnTo>
                <a:lnTo>
                  <a:pt x="2496" y="276920"/>
                </a:lnTo>
                <a:lnTo>
                  <a:pt x="2219" y="263700"/>
                </a:lnTo>
                <a:lnTo>
                  <a:pt x="1943" y="250488"/>
                </a:lnTo>
                <a:lnTo>
                  <a:pt x="1667" y="237268"/>
                </a:lnTo>
                <a:lnTo>
                  <a:pt x="1391" y="224057"/>
                </a:lnTo>
                <a:lnTo>
                  <a:pt x="1114" y="210836"/>
                </a:lnTo>
                <a:lnTo>
                  <a:pt x="829" y="197625"/>
                </a:lnTo>
                <a:lnTo>
                  <a:pt x="552" y="184414"/>
                </a:lnTo>
                <a:lnTo>
                  <a:pt x="276" y="171193"/>
                </a:lnTo>
                <a:lnTo>
                  <a:pt x="0" y="157982"/>
                </a:lnTo>
                <a:lnTo>
                  <a:pt x="7696" y="149333"/>
                </a:lnTo>
                <a:lnTo>
                  <a:pt x="28604" y="148371"/>
                </a:lnTo>
                <a:lnTo>
                  <a:pt x="49530" y="147561"/>
                </a:lnTo>
                <a:lnTo>
                  <a:pt x="70475" y="146895"/>
                </a:lnTo>
                <a:lnTo>
                  <a:pt x="91421" y="146342"/>
                </a:lnTo>
                <a:lnTo>
                  <a:pt x="112385" y="145894"/>
                </a:lnTo>
                <a:lnTo>
                  <a:pt x="133340" y="145552"/>
                </a:lnTo>
                <a:lnTo>
                  <a:pt x="154305" y="145304"/>
                </a:lnTo>
                <a:lnTo>
                  <a:pt x="175279" y="145132"/>
                </a:lnTo>
                <a:lnTo>
                  <a:pt x="196244" y="145037"/>
                </a:lnTo>
                <a:lnTo>
                  <a:pt x="217208" y="145009"/>
                </a:lnTo>
                <a:lnTo>
                  <a:pt x="238182" y="145047"/>
                </a:lnTo>
                <a:lnTo>
                  <a:pt x="259147" y="145142"/>
                </a:lnTo>
                <a:lnTo>
                  <a:pt x="280111" y="145294"/>
                </a:lnTo>
                <a:lnTo>
                  <a:pt x="301076" y="145485"/>
                </a:lnTo>
                <a:lnTo>
                  <a:pt x="322040" y="145733"/>
                </a:lnTo>
                <a:lnTo>
                  <a:pt x="343005" y="146018"/>
                </a:lnTo>
                <a:lnTo>
                  <a:pt x="363969" y="146342"/>
                </a:lnTo>
                <a:lnTo>
                  <a:pt x="384934" y="146714"/>
                </a:lnTo>
                <a:lnTo>
                  <a:pt x="405889" y="147104"/>
                </a:lnTo>
                <a:lnTo>
                  <a:pt x="426844" y="147533"/>
                </a:lnTo>
                <a:lnTo>
                  <a:pt x="447799" y="147990"/>
                </a:lnTo>
                <a:lnTo>
                  <a:pt x="468754" y="148476"/>
                </a:lnTo>
                <a:lnTo>
                  <a:pt x="489709" y="148981"/>
                </a:lnTo>
                <a:lnTo>
                  <a:pt x="510664" y="149514"/>
                </a:lnTo>
                <a:lnTo>
                  <a:pt x="531609" y="150066"/>
                </a:lnTo>
                <a:lnTo>
                  <a:pt x="552555" y="150638"/>
                </a:lnTo>
                <a:lnTo>
                  <a:pt x="573510" y="151219"/>
                </a:lnTo>
                <a:lnTo>
                  <a:pt x="594455" y="151829"/>
                </a:lnTo>
                <a:lnTo>
                  <a:pt x="615401" y="152448"/>
                </a:lnTo>
                <a:lnTo>
                  <a:pt x="636346" y="153076"/>
                </a:lnTo>
                <a:lnTo>
                  <a:pt x="657282" y="153724"/>
                </a:lnTo>
                <a:lnTo>
                  <a:pt x="678228" y="154372"/>
                </a:lnTo>
                <a:lnTo>
                  <a:pt x="699173" y="155038"/>
                </a:lnTo>
                <a:lnTo>
                  <a:pt x="720109" y="155705"/>
                </a:lnTo>
                <a:lnTo>
                  <a:pt x="741055" y="156381"/>
                </a:lnTo>
                <a:lnTo>
                  <a:pt x="761990" y="157058"/>
                </a:lnTo>
                <a:lnTo>
                  <a:pt x="782936" y="157744"/>
                </a:lnTo>
                <a:lnTo>
                  <a:pt x="803872" y="158429"/>
                </a:lnTo>
                <a:lnTo>
                  <a:pt x="824817" y="159115"/>
                </a:lnTo>
                <a:lnTo>
                  <a:pt x="845753" y="159791"/>
                </a:lnTo>
                <a:lnTo>
                  <a:pt x="866699" y="160477"/>
                </a:lnTo>
                <a:lnTo>
                  <a:pt x="887635" y="161163"/>
                </a:lnTo>
                <a:lnTo>
                  <a:pt x="908580" y="161839"/>
                </a:lnTo>
                <a:lnTo>
                  <a:pt x="929516" y="162516"/>
                </a:lnTo>
                <a:lnTo>
                  <a:pt x="950462" y="163182"/>
                </a:lnTo>
                <a:lnTo>
                  <a:pt x="971398" y="163840"/>
                </a:lnTo>
                <a:lnTo>
                  <a:pt x="992343" y="164487"/>
                </a:lnTo>
                <a:lnTo>
                  <a:pt x="1013289" y="165125"/>
                </a:lnTo>
                <a:lnTo>
                  <a:pt x="1034234" y="165754"/>
                </a:lnTo>
                <a:lnTo>
                  <a:pt x="1055180" y="166364"/>
                </a:lnTo>
                <a:lnTo>
                  <a:pt x="1076125" y="166964"/>
                </a:lnTo>
                <a:lnTo>
                  <a:pt x="1097070" y="167545"/>
                </a:lnTo>
                <a:lnTo>
                  <a:pt x="1118025" y="168107"/>
                </a:lnTo>
                <a:lnTo>
                  <a:pt x="1138971" y="168650"/>
                </a:lnTo>
                <a:lnTo>
                  <a:pt x="1159926" y="169174"/>
                </a:lnTo>
                <a:lnTo>
                  <a:pt x="1180881" y="169669"/>
                </a:lnTo>
                <a:lnTo>
                  <a:pt x="1201836" y="170136"/>
                </a:lnTo>
                <a:lnTo>
                  <a:pt x="1222791" y="170574"/>
                </a:lnTo>
                <a:lnTo>
                  <a:pt x="1243746" y="170983"/>
                </a:lnTo>
                <a:lnTo>
                  <a:pt x="1264710" y="171364"/>
                </a:lnTo>
                <a:lnTo>
                  <a:pt x="1285665" y="171707"/>
                </a:lnTo>
                <a:lnTo>
                  <a:pt x="1306630" y="172002"/>
                </a:lnTo>
                <a:lnTo>
                  <a:pt x="1327595" y="172269"/>
                </a:lnTo>
                <a:lnTo>
                  <a:pt x="1348559" y="172479"/>
                </a:lnTo>
                <a:lnTo>
                  <a:pt x="1369533" y="172641"/>
                </a:lnTo>
                <a:lnTo>
                  <a:pt x="1390498" y="172755"/>
                </a:lnTo>
                <a:lnTo>
                  <a:pt x="1411462" y="172803"/>
                </a:lnTo>
                <a:lnTo>
                  <a:pt x="1432436" y="172793"/>
                </a:lnTo>
                <a:lnTo>
                  <a:pt x="1453401" y="172707"/>
                </a:lnTo>
                <a:lnTo>
                  <a:pt x="1474365" y="172545"/>
                </a:lnTo>
                <a:lnTo>
                  <a:pt x="1495330" y="172307"/>
                </a:lnTo>
                <a:lnTo>
                  <a:pt x="1516294" y="171964"/>
                </a:lnTo>
                <a:lnTo>
                  <a:pt x="1537249" y="171526"/>
                </a:lnTo>
                <a:lnTo>
                  <a:pt x="1558204" y="170974"/>
                </a:lnTo>
                <a:lnTo>
                  <a:pt x="1579140" y="170297"/>
                </a:lnTo>
                <a:lnTo>
                  <a:pt x="1600067" y="169478"/>
                </a:lnTo>
                <a:lnTo>
                  <a:pt x="1620984" y="168497"/>
                </a:lnTo>
                <a:lnTo>
                  <a:pt x="1641862" y="167326"/>
                </a:lnTo>
                <a:lnTo>
                  <a:pt x="1662722" y="165945"/>
                </a:lnTo>
                <a:lnTo>
                  <a:pt x="1683525" y="164316"/>
                </a:lnTo>
                <a:lnTo>
                  <a:pt x="1704270" y="162401"/>
                </a:lnTo>
                <a:lnTo>
                  <a:pt x="1724930" y="160125"/>
                </a:lnTo>
                <a:lnTo>
                  <a:pt x="1745456" y="157429"/>
                </a:lnTo>
                <a:lnTo>
                  <a:pt x="1765773" y="154181"/>
                </a:lnTo>
                <a:lnTo>
                  <a:pt x="1785785" y="150238"/>
                </a:lnTo>
                <a:lnTo>
                  <a:pt x="1805264" y="145352"/>
                </a:lnTo>
                <a:lnTo>
                  <a:pt x="1823761" y="139151"/>
                </a:lnTo>
                <a:lnTo>
                  <a:pt x="1840287" y="131054"/>
                </a:lnTo>
                <a:lnTo>
                  <a:pt x="1852641" y="120463"/>
                </a:lnTo>
                <a:lnTo>
                  <a:pt x="1857613" y="107718"/>
                </a:lnTo>
                <a:lnTo>
                  <a:pt x="1871663" y="101098"/>
                </a:lnTo>
                <a:lnTo>
                  <a:pt x="1891398" y="96631"/>
                </a:lnTo>
                <a:lnTo>
                  <a:pt x="1910867" y="91726"/>
                </a:lnTo>
                <a:lnTo>
                  <a:pt x="1930079" y="86430"/>
                </a:lnTo>
                <a:lnTo>
                  <a:pt x="1949044" y="80791"/>
                </a:lnTo>
                <a:lnTo>
                  <a:pt x="1967760" y="74838"/>
                </a:lnTo>
                <a:lnTo>
                  <a:pt x="1986229" y="68580"/>
                </a:lnTo>
                <a:lnTo>
                  <a:pt x="2004431" y="62027"/>
                </a:lnTo>
                <a:lnTo>
                  <a:pt x="2022377" y="55188"/>
                </a:lnTo>
                <a:lnTo>
                  <a:pt x="2040055" y="48073"/>
                </a:lnTo>
                <a:lnTo>
                  <a:pt x="2057448" y="40691"/>
                </a:lnTo>
                <a:lnTo>
                  <a:pt x="2074555" y="33052"/>
                </a:lnTo>
                <a:lnTo>
                  <a:pt x="2091376" y="25156"/>
                </a:lnTo>
                <a:lnTo>
                  <a:pt x="2107883" y="17012"/>
                </a:lnTo>
                <a:lnTo>
                  <a:pt x="2124085" y="8630"/>
                </a:lnTo>
                <a:lnTo>
                  <a:pt x="213997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4AFD86B1-E571-4529-9D49-A0995290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027" y="3850929"/>
            <a:ext cx="2140153" cy="1348978"/>
          </a:xfrm>
          <a:custGeom xmlns:a="http://schemas.openxmlformats.org/drawingml/2006/main">
            <a:pathLst>
              <a:path w="2140153" h="1348978">
                <a:moveTo>
                  <a:pt x="0" y="1348978"/>
                </a:moveTo>
                <a:lnTo>
                  <a:pt x="34366" y="1348978"/>
                </a:lnTo>
                <a:lnTo>
                  <a:pt x="68723" y="1348978"/>
                </a:lnTo>
                <a:lnTo>
                  <a:pt x="103089" y="1348978"/>
                </a:lnTo>
                <a:lnTo>
                  <a:pt x="137446" y="1348978"/>
                </a:lnTo>
                <a:lnTo>
                  <a:pt x="171812" y="1348978"/>
                </a:lnTo>
                <a:lnTo>
                  <a:pt x="206178" y="1348978"/>
                </a:lnTo>
                <a:lnTo>
                  <a:pt x="240535" y="1348978"/>
                </a:lnTo>
                <a:lnTo>
                  <a:pt x="274901" y="1348978"/>
                </a:lnTo>
                <a:lnTo>
                  <a:pt x="309258" y="1348978"/>
                </a:lnTo>
                <a:lnTo>
                  <a:pt x="343624" y="1348978"/>
                </a:lnTo>
                <a:lnTo>
                  <a:pt x="377990" y="1348978"/>
                </a:lnTo>
                <a:lnTo>
                  <a:pt x="412347" y="1348978"/>
                </a:lnTo>
                <a:lnTo>
                  <a:pt x="446713" y="1348978"/>
                </a:lnTo>
                <a:lnTo>
                  <a:pt x="481070" y="1348978"/>
                </a:lnTo>
                <a:lnTo>
                  <a:pt x="515436" y="1348978"/>
                </a:lnTo>
                <a:lnTo>
                  <a:pt x="549802" y="1348978"/>
                </a:lnTo>
                <a:lnTo>
                  <a:pt x="584159" y="1348978"/>
                </a:lnTo>
                <a:lnTo>
                  <a:pt x="618525" y="1348978"/>
                </a:lnTo>
                <a:lnTo>
                  <a:pt x="652882" y="1348978"/>
                </a:lnTo>
                <a:lnTo>
                  <a:pt x="687248" y="1348978"/>
                </a:lnTo>
                <a:lnTo>
                  <a:pt x="721614" y="1348978"/>
                </a:lnTo>
                <a:lnTo>
                  <a:pt x="755971" y="1348978"/>
                </a:lnTo>
                <a:lnTo>
                  <a:pt x="790337" y="1348978"/>
                </a:lnTo>
                <a:lnTo>
                  <a:pt x="824694" y="1348978"/>
                </a:lnTo>
                <a:lnTo>
                  <a:pt x="859060" y="1348978"/>
                </a:lnTo>
                <a:lnTo>
                  <a:pt x="893426" y="1348978"/>
                </a:lnTo>
                <a:lnTo>
                  <a:pt x="927783" y="1348978"/>
                </a:lnTo>
                <a:lnTo>
                  <a:pt x="962149" y="1348978"/>
                </a:lnTo>
                <a:lnTo>
                  <a:pt x="996506" y="1348978"/>
                </a:lnTo>
                <a:lnTo>
                  <a:pt x="1030872" y="1348978"/>
                </a:lnTo>
                <a:lnTo>
                  <a:pt x="1065238" y="1348978"/>
                </a:lnTo>
                <a:lnTo>
                  <a:pt x="1099595" y="1348978"/>
                </a:lnTo>
                <a:lnTo>
                  <a:pt x="1133961" y="1348978"/>
                </a:lnTo>
                <a:lnTo>
                  <a:pt x="1168317" y="1348978"/>
                </a:lnTo>
                <a:lnTo>
                  <a:pt x="1202684" y="1348978"/>
                </a:lnTo>
                <a:lnTo>
                  <a:pt x="1237050" y="1348978"/>
                </a:lnTo>
                <a:lnTo>
                  <a:pt x="1271407" y="1348978"/>
                </a:lnTo>
                <a:lnTo>
                  <a:pt x="1305773" y="1348978"/>
                </a:lnTo>
                <a:lnTo>
                  <a:pt x="1340129" y="1348978"/>
                </a:lnTo>
                <a:lnTo>
                  <a:pt x="1374496" y="1348978"/>
                </a:lnTo>
                <a:lnTo>
                  <a:pt x="1408862" y="1348978"/>
                </a:lnTo>
                <a:lnTo>
                  <a:pt x="1442876" y="1346540"/>
                </a:lnTo>
                <a:lnTo>
                  <a:pt x="1476718" y="1342758"/>
                </a:lnTo>
                <a:lnTo>
                  <a:pt x="1510551" y="1338967"/>
                </a:lnTo>
                <a:lnTo>
                  <a:pt x="1544383" y="1335186"/>
                </a:lnTo>
                <a:lnTo>
                  <a:pt x="1578216" y="1331405"/>
                </a:lnTo>
                <a:lnTo>
                  <a:pt x="1612049" y="1327623"/>
                </a:lnTo>
                <a:lnTo>
                  <a:pt x="1645882" y="1323832"/>
                </a:lnTo>
                <a:lnTo>
                  <a:pt x="1679715" y="1320051"/>
                </a:lnTo>
                <a:lnTo>
                  <a:pt x="1705547" y="1306801"/>
                </a:lnTo>
                <a:lnTo>
                  <a:pt x="1729388" y="1291209"/>
                </a:lnTo>
                <a:lnTo>
                  <a:pt x="1753229" y="1275607"/>
                </a:lnTo>
                <a:lnTo>
                  <a:pt x="1777079" y="1260015"/>
                </a:lnTo>
                <a:lnTo>
                  <a:pt x="1800920" y="1244413"/>
                </a:lnTo>
                <a:lnTo>
                  <a:pt x="1824761" y="1228820"/>
                </a:lnTo>
                <a:lnTo>
                  <a:pt x="1848612" y="1213228"/>
                </a:lnTo>
                <a:lnTo>
                  <a:pt x="1872453" y="1197626"/>
                </a:lnTo>
                <a:lnTo>
                  <a:pt x="1896294" y="1182033"/>
                </a:lnTo>
                <a:lnTo>
                  <a:pt x="1920145" y="1166432"/>
                </a:lnTo>
                <a:lnTo>
                  <a:pt x="1943986" y="1150839"/>
                </a:lnTo>
                <a:lnTo>
                  <a:pt x="1967827" y="1135237"/>
                </a:lnTo>
                <a:lnTo>
                  <a:pt x="1991668" y="1119645"/>
                </a:lnTo>
                <a:lnTo>
                  <a:pt x="2015519" y="1104052"/>
                </a:lnTo>
                <a:lnTo>
                  <a:pt x="2039360" y="1088450"/>
                </a:lnTo>
                <a:lnTo>
                  <a:pt x="2063201" y="1072858"/>
                </a:lnTo>
                <a:lnTo>
                  <a:pt x="2087051" y="1057256"/>
                </a:lnTo>
                <a:lnTo>
                  <a:pt x="2110892" y="1041664"/>
                </a:lnTo>
                <a:lnTo>
                  <a:pt x="2134733" y="1026071"/>
                </a:lnTo>
                <a:lnTo>
                  <a:pt x="2140153" y="1005783"/>
                </a:lnTo>
                <a:lnTo>
                  <a:pt x="2140153" y="984123"/>
                </a:lnTo>
                <a:lnTo>
                  <a:pt x="2140153" y="962463"/>
                </a:lnTo>
                <a:lnTo>
                  <a:pt x="2140153" y="940803"/>
                </a:lnTo>
                <a:lnTo>
                  <a:pt x="2140153" y="919143"/>
                </a:lnTo>
                <a:lnTo>
                  <a:pt x="2140153" y="897484"/>
                </a:lnTo>
                <a:lnTo>
                  <a:pt x="2140153" y="875824"/>
                </a:lnTo>
                <a:lnTo>
                  <a:pt x="2140153" y="854173"/>
                </a:lnTo>
                <a:lnTo>
                  <a:pt x="2140153" y="832514"/>
                </a:lnTo>
                <a:lnTo>
                  <a:pt x="2140153" y="810854"/>
                </a:lnTo>
                <a:lnTo>
                  <a:pt x="2140153" y="789194"/>
                </a:lnTo>
                <a:lnTo>
                  <a:pt x="2140153" y="767534"/>
                </a:lnTo>
                <a:lnTo>
                  <a:pt x="2140153" y="745874"/>
                </a:lnTo>
                <a:lnTo>
                  <a:pt x="2140153" y="724214"/>
                </a:lnTo>
                <a:lnTo>
                  <a:pt x="2140153" y="702554"/>
                </a:lnTo>
                <a:lnTo>
                  <a:pt x="2140153" y="680895"/>
                </a:lnTo>
                <a:lnTo>
                  <a:pt x="2140153" y="659235"/>
                </a:lnTo>
                <a:lnTo>
                  <a:pt x="2140153" y="637575"/>
                </a:lnTo>
                <a:lnTo>
                  <a:pt x="2140153" y="615915"/>
                </a:lnTo>
                <a:lnTo>
                  <a:pt x="2140153" y="594255"/>
                </a:lnTo>
                <a:lnTo>
                  <a:pt x="2140153" y="572595"/>
                </a:lnTo>
                <a:lnTo>
                  <a:pt x="2140153" y="550936"/>
                </a:lnTo>
                <a:lnTo>
                  <a:pt x="2140153" y="529276"/>
                </a:lnTo>
                <a:lnTo>
                  <a:pt x="2140153" y="507616"/>
                </a:lnTo>
                <a:lnTo>
                  <a:pt x="2140153" y="485966"/>
                </a:lnTo>
                <a:lnTo>
                  <a:pt x="2140153" y="464306"/>
                </a:lnTo>
                <a:lnTo>
                  <a:pt x="2140153" y="442646"/>
                </a:lnTo>
                <a:lnTo>
                  <a:pt x="2140153" y="420986"/>
                </a:lnTo>
                <a:lnTo>
                  <a:pt x="2140153" y="399326"/>
                </a:lnTo>
                <a:lnTo>
                  <a:pt x="2140153" y="377666"/>
                </a:lnTo>
                <a:lnTo>
                  <a:pt x="2140153" y="356006"/>
                </a:lnTo>
                <a:lnTo>
                  <a:pt x="2140153" y="334347"/>
                </a:lnTo>
                <a:lnTo>
                  <a:pt x="2140153" y="312687"/>
                </a:lnTo>
                <a:lnTo>
                  <a:pt x="2140153" y="291027"/>
                </a:lnTo>
                <a:lnTo>
                  <a:pt x="2140153" y="269367"/>
                </a:lnTo>
                <a:lnTo>
                  <a:pt x="2140153" y="247707"/>
                </a:lnTo>
                <a:lnTo>
                  <a:pt x="2140153" y="226047"/>
                </a:lnTo>
                <a:lnTo>
                  <a:pt x="2140153" y="204387"/>
                </a:lnTo>
                <a:lnTo>
                  <a:pt x="2140153" y="182728"/>
                </a:lnTo>
                <a:lnTo>
                  <a:pt x="2140153" y="161068"/>
                </a:lnTo>
                <a:lnTo>
                  <a:pt x="2140153" y="139408"/>
                </a:lnTo>
                <a:lnTo>
                  <a:pt x="2140153" y="117748"/>
                </a:lnTo>
                <a:lnTo>
                  <a:pt x="2140153" y="96098"/>
                </a:lnTo>
                <a:lnTo>
                  <a:pt x="2140153" y="74438"/>
                </a:lnTo>
                <a:lnTo>
                  <a:pt x="2140153" y="52778"/>
                </a:lnTo>
                <a:lnTo>
                  <a:pt x="2140153" y="31118"/>
                </a:lnTo>
                <a:lnTo>
                  <a:pt x="2140153" y="9458"/>
                </a:lnTo>
                <a:lnTo>
                  <a:pt x="2120789" y="0"/>
                </a:lnTo>
                <a:lnTo>
                  <a:pt x="2086423" y="0"/>
                </a:lnTo>
                <a:lnTo>
                  <a:pt x="2052066" y="0"/>
                </a:lnTo>
                <a:lnTo>
                  <a:pt x="2017700" y="0"/>
                </a:lnTo>
                <a:lnTo>
                  <a:pt x="1983343" y="0"/>
                </a:lnTo>
                <a:lnTo>
                  <a:pt x="1948977" y="0"/>
                </a:lnTo>
                <a:lnTo>
                  <a:pt x="1914611" y="0"/>
                </a:lnTo>
                <a:lnTo>
                  <a:pt x="1880254" y="0"/>
                </a:lnTo>
                <a:lnTo>
                  <a:pt x="1845888" y="0"/>
                </a:lnTo>
                <a:lnTo>
                  <a:pt x="1811531" y="0"/>
                </a:lnTo>
                <a:lnTo>
                  <a:pt x="1777165" y="0"/>
                </a:lnTo>
                <a:lnTo>
                  <a:pt x="1742799" y="0"/>
                </a:lnTo>
                <a:lnTo>
                  <a:pt x="1708442" y="0"/>
                </a:lnTo>
                <a:lnTo>
                  <a:pt x="1674076" y="0"/>
                </a:lnTo>
                <a:lnTo>
                  <a:pt x="1639719" y="0"/>
                </a:lnTo>
                <a:lnTo>
                  <a:pt x="1605353" y="0"/>
                </a:lnTo>
                <a:lnTo>
                  <a:pt x="1570987" y="0"/>
                </a:lnTo>
                <a:lnTo>
                  <a:pt x="1536630" y="0"/>
                </a:lnTo>
                <a:lnTo>
                  <a:pt x="1502264" y="0"/>
                </a:lnTo>
                <a:lnTo>
                  <a:pt x="1467907" y="0"/>
                </a:lnTo>
                <a:lnTo>
                  <a:pt x="1433541" y="0"/>
                </a:lnTo>
                <a:lnTo>
                  <a:pt x="1399175" y="0"/>
                </a:lnTo>
                <a:lnTo>
                  <a:pt x="1364818" y="0"/>
                </a:lnTo>
                <a:lnTo>
                  <a:pt x="1330452" y="0"/>
                </a:lnTo>
                <a:lnTo>
                  <a:pt x="1296095" y="0"/>
                </a:lnTo>
                <a:lnTo>
                  <a:pt x="1261729" y="0"/>
                </a:lnTo>
                <a:lnTo>
                  <a:pt x="1227363" y="0"/>
                </a:lnTo>
                <a:lnTo>
                  <a:pt x="1193006" y="0"/>
                </a:lnTo>
                <a:lnTo>
                  <a:pt x="1158640" y="0"/>
                </a:lnTo>
                <a:lnTo>
                  <a:pt x="1124283" y="0"/>
                </a:lnTo>
                <a:lnTo>
                  <a:pt x="1089917" y="0"/>
                </a:lnTo>
                <a:lnTo>
                  <a:pt x="1055551" y="0"/>
                </a:lnTo>
                <a:lnTo>
                  <a:pt x="1021194" y="0"/>
                </a:lnTo>
                <a:lnTo>
                  <a:pt x="986828" y="0"/>
                </a:lnTo>
                <a:lnTo>
                  <a:pt x="952471" y="0"/>
                </a:lnTo>
                <a:lnTo>
                  <a:pt x="918105" y="0"/>
                </a:lnTo>
                <a:lnTo>
                  <a:pt x="883739" y="0"/>
                </a:lnTo>
                <a:lnTo>
                  <a:pt x="849382" y="0"/>
                </a:lnTo>
                <a:lnTo>
                  <a:pt x="815016" y="0"/>
                </a:lnTo>
                <a:lnTo>
                  <a:pt x="780650" y="0"/>
                </a:lnTo>
                <a:lnTo>
                  <a:pt x="746293" y="0"/>
                </a:lnTo>
                <a:lnTo>
                  <a:pt x="711927" y="0"/>
                </a:lnTo>
                <a:lnTo>
                  <a:pt x="677570" y="0"/>
                </a:lnTo>
                <a:lnTo>
                  <a:pt x="643204" y="0"/>
                </a:lnTo>
                <a:lnTo>
                  <a:pt x="608848" y="0"/>
                </a:lnTo>
                <a:lnTo>
                  <a:pt x="574481" y="0"/>
                </a:lnTo>
                <a:lnTo>
                  <a:pt x="540115" y="0"/>
                </a:lnTo>
                <a:lnTo>
                  <a:pt x="505758" y="0"/>
                </a:lnTo>
                <a:lnTo>
                  <a:pt x="471392" y="0"/>
                </a:lnTo>
                <a:lnTo>
                  <a:pt x="437036" y="0"/>
                </a:lnTo>
                <a:lnTo>
                  <a:pt x="402669" y="0"/>
                </a:lnTo>
                <a:lnTo>
                  <a:pt x="368303" y="0"/>
                </a:lnTo>
                <a:lnTo>
                  <a:pt x="333947" y="0"/>
                </a:lnTo>
                <a:lnTo>
                  <a:pt x="299580" y="0"/>
                </a:lnTo>
                <a:lnTo>
                  <a:pt x="265224" y="0"/>
                </a:lnTo>
                <a:lnTo>
                  <a:pt x="230857" y="0"/>
                </a:lnTo>
                <a:lnTo>
                  <a:pt x="196491" y="0"/>
                </a:lnTo>
                <a:lnTo>
                  <a:pt x="162135" y="0"/>
                </a:lnTo>
                <a:lnTo>
                  <a:pt x="127768" y="0"/>
                </a:lnTo>
                <a:lnTo>
                  <a:pt x="93402" y="0"/>
                </a:lnTo>
                <a:lnTo>
                  <a:pt x="59045" y="0"/>
                </a:lnTo>
                <a:lnTo>
                  <a:pt x="24679" y="0"/>
                </a:lnTo>
                <a:lnTo>
                  <a:pt x="0" y="6106"/>
                </a:lnTo>
                <a:lnTo>
                  <a:pt x="0" y="27765"/>
                </a:lnTo>
                <a:lnTo>
                  <a:pt x="0" y="49416"/>
                </a:lnTo>
                <a:lnTo>
                  <a:pt x="0" y="71076"/>
                </a:lnTo>
                <a:lnTo>
                  <a:pt x="0" y="92735"/>
                </a:lnTo>
                <a:lnTo>
                  <a:pt x="0" y="114395"/>
                </a:lnTo>
                <a:lnTo>
                  <a:pt x="0" y="136055"/>
                </a:lnTo>
                <a:lnTo>
                  <a:pt x="0" y="157715"/>
                </a:lnTo>
                <a:lnTo>
                  <a:pt x="0" y="179375"/>
                </a:lnTo>
                <a:lnTo>
                  <a:pt x="0" y="201035"/>
                </a:lnTo>
                <a:lnTo>
                  <a:pt x="0" y="222695"/>
                </a:lnTo>
                <a:lnTo>
                  <a:pt x="0" y="244354"/>
                </a:lnTo>
                <a:lnTo>
                  <a:pt x="0" y="266014"/>
                </a:lnTo>
                <a:lnTo>
                  <a:pt x="0" y="287674"/>
                </a:lnTo>
                <a:lnTo>
                  <a:pt x="0" y="309334"/>
                </a:lnTo>
                <a:lnTo>
                  <a:pt x="0" y="330994"/>
                </a:lnTo>
                <a:lnTo>
                  <a:pt x="0" y="352654"/>
                </a:lnTo>
                <a:lnTo>
                  <a:pt x="0" y="374313"/>
                </a:lnTo>
                <a:lnTo>
                  <a:pt x="0" y="395973"/>
                </a:lnTo>
                <a:lnTo>
                  <a:pt x="0" y="417624"/>
                </a:lnTo>
                <a:lnTo>
                  <a:pt x="0" y="439283"/>
                </a:lnTo>
                <a:lnTo>
                  <a:pt x="0" y="460943"/>
                </a:lnTo>
                <a:lnTo>
                  <a:pt x="0" y="482603"/>
                </a:lnTo>
                <a:lnTo>
                  <a:pt x="0" y="504263"/>
                </a:lnTo>
                <a:lnTo>
                  <a:pt x="0" y="525923"/>
                </a:lnTo>
                <a:lnTo>
                  <a:pt x="0" y="547583"/>
                </a:lnTo>
                <a:lnTo>
                  <a:pt x="0" y="569243"/>
                </a:lnTo>
                <a:lnTo>
                  <a:pt x="0" y="590902"/>
                </a:lnTo>
                <a:lnTo>
                  <a:pt x="0" y="612562"/>
                </a:lnTo>
                <a:lnTo>
                  <a:pt x="0" y="634222"/>
                </a:lnTo>
                <a:lnTo>
                  <a:pt x="0" y="655882"/>
                </a:lnTo>
                <a:lnTo>
                  <a:pt x="0" y="677542"/>
                </a:lnTo>
                <a:lnTo>
                  <a:pt x="0" y="699202"/>
                </a:lnTo>
                <a:lnTo>
                  <a:pt x="0" y="720862"/>
                </a:lnTo>
                <a:lnTo>
                  <a:pt x="0" y="742521"/>
                </a:lnTo>
                <a:lnTo>
                  <a:pt x="0" y="764181"/>
                </a:lnTo>
                <a:lnTo>
                  <a:pt x="0" y="785841"/>
                </a:lnTo>
                <a:lnTo>
                  <a:pt x="0" y="807491"/>
                </a:lnTo>
                <a:lnTo>
                  <a:pt x="0" y="829151"/>
                </a:lnTo>
                <a:lnTo>
                  <a:pt x="0" y="850811"/>
                </a:lnTo>
                <a:lnTo>
                  <a:pt x="0" y="872471"/>
                </a:lnTo>
                <a:lnTo>
                  <a:pt x="0" y="894131"/>
                </a:lnTo>
                <a:lnTo>
                  <a:pt x="0" y="915791"/>
                </a:lnTo>
                <a:lnTo>
                  <a:pt x="0" y="937451"/>
                </a:lnTo>
                <a:lnTo>
                  <a:pt x="0" y="959110"/>
                </a:lnTo>
                <a:lnTo>
                  <a:pt x="0" y="980770"/>
                </a:lnTo>
                <a:lnTo>
                  <a:pt x="0" y="1002430"/>
                </a:lnTo>
                <a:lnTo>
                  <a:pt x="0" y="1024090"/>
                </a:lnTo>
                <a:lnTo>
                  <a:pt x="0" y="1045750"/>
                </a:lnTo>
                <a:lnTo>
                  <a:pt x="0" y="1067410"/>
                </a:lnTo>
                <a:lnTo>
                  <a:pt x="0" y="1089069"/>
                </a:lnTo>
                <a:lnTo>
                  <a:pt x="0" y="1110729"/>
                </a:lnTo>
                <a:lnTo>
                  <a:pt x="0" y="1132389"/>
                </a:lnTo>
                <a:lnTo>
                  <a:pt x="0" y="1154049"/>
                </a:lnTo>
                <a:lnTo>
                  <a:pt x="0" y="1175699"/>
                </a:lnTo>
                <a:lnTo>
                  <a:pt x="0" y="1197359"/>
                </a:lnTo>
                <a:lnTo>
                  <a:pt x="0" y="1219019"/>
                </a:lnTo>
                <a:lnTo>
                  <a:pt x="0" y="1240679"/>
                </a:lnTo>
                <a:lnTo>
                  <a:pt x="0" y="1262339"/>
                </a:lnTo>
                <a:lnTo>
                  <a:pt x="0" y="1283999"/>
                </a:lnTo>
                <a:lnTo>
                  <a:pt x="0" y="1305658"/>
                </a:lnTo>
                <a:lnTo>
                  <a:pt x="0" y="1327318"/>
                </a:lnTo>
                <a:lnTo>
                  <a:pt x="0" y="13489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4169BDC4-AFEF-4022-96A7-7A43454E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027" y="3850929"/>
            <a:ext cx="2140153" cy="232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8F99C0D8-11D5-4FFA-9CB5-73DCAAF3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1682" y="4873457"/>
            <a:ext cx="788499" cy="326698"/>
          </a:xfrm>
          <a:custGeom xmlns:a="http://schemas.openxmlformats.org/drawingml/2006/main">
            <a:pathLst>
              <a:path w="788499" h="326698">
                <a:moveTo>
                  <a:pt x="788499" y="0"/>
                </a:moveTo>
                <a:lnTo>
                  <a:pt x="787556" y="5420"/>
                </a:lnTo>
                <a:lnTo>
                  <a:pt x="786327" y="10811"/>
                </a:lnTo>
                <a:lnTo>
                  <a:pt x="784889" y="16193"/>
                </a:lnTo>
                <a:lnTo>
                  <a:pt x="783269" y="21546"/>
                </a:lnTo>
                <a:lnTo>
                  <a:pt x="781488" y="26880"/>
                </a:lnTo>
                <a:lnTo>
                  <a:pt x="779545" y="32195"/>
                </a:lnTo>
                <a:lnTo>
                  <a:pt x="777459" y="37481"/>
                </a:lnTo>
                <a:lnTo>
                  <a:pt x="775230" y="42748"/>
                </a:lnTo>
                <a:lnTo>
                  <a:pt x="772868" y="47996"/>
                </a:lnTo>
                <a:lnTo>
                  <a:pt x="770363" y="53216"/>
                </a:lnTo>
                <a:lnTo>
                  <a:pt x="767734" y="58407"/>
                </a:lnTo>
                <a:lnTo>
                  <a:pt x="764972" y="63570"/>
                </a:lnTo>
                <a:lnTo>
                  <a:pt x="762086" y="68713"/>
                </a:lnTo>
                <a:lnTo>
                  <a:pt x="759076" y="73819"/>
                </a:lnTo>
                <a:lnTo>
                  <a:pt x="755933" y="78905"/>
                </a:lnTo>
                <a:lnTo>
                  <a:pt x="752675" y="83953"/>
                </a:lnTo>
                <a:lnTo>
                  <a:pt x="749284" y="88964"/>
                </a:lnTo>
                <a:lnTo>
                  <a:pt x="745779" y="93945"/>
                </a:lnTo>
                <a:lnTo>
                  <a:pt x="742150" y="98898"/>
                </a:lnTo>
                <a:lnTo>
                  <a:pt x="738407" y="103813"/>
                </a:lnTo>
                <a:lnTo>
                  <a:pt x="734539" y="108690"/>
                </a:lnTo>
                <a:lnTo>
                  <a:pt x="730558" y="113528"/>
                </a:lnTo>
                <a:lnTo>
                  <a:pt x="726453" y="118329"/>
                </a:lnTo>
                <a:lnTo>
                  <a:pt x="722233" y="123092"/>
                </a:lnTo>
                <a:lnTo>
                  <a:pt x="717899" y="127806"/>
                </a:lnTo>
                <a:lnTo>
                  <a:pt x="713461" y="132483"/>
                </a:lnTo>
                <a:lnTo>
                  <a:pt x="708898" y="137112"/>
                </a:lnTo>
                <a:lnTo>
                  <a:pt x="704221" y="141703"/>
                </a:lnTo>
                <a:lnTo>
                  <a:pt x="699440" y="146237"/>
                </a:lnTo>
                <a:lnTo>
                  <a:pt x="694544" y="150733"/>
                </a:lnTo>
                <a:lnTo>
                  <a:pt x="689543" y="155181"/>
                </a:lnTo>
                <a:lnTo>
                  <a:pt x="684428" y="159582"/>
                </a:lnTo>
                <a:lnTo>
                  <a:pt x="679209" y="163925"/>
                </a:lnTo>
                <a:lnTo>
                  <a:pt x="673884" y="168221"/>
                </a:lnTo>
                <a:lnTo>
                  <a:pt x="668445" y="172460"/>
                </a:lnTo>
                <a:lnTo>
                  <a:pt x="662911" y="176651"/>
                </a:lnTo>
                <a:lnTo>
                  <a:pt x="657282" y="180785"/>
                </a:lnTo>
                <a:lnTo>
                  <a:pt x="651539" y="184871"/>
                </a:lnTo>
                <a:lnTo>
                  <a:pt x="645709" y="188890"/>
                </a:lnTo>
                <a:lnTo>
                  <a:pt x="639775" y="192862"/>
                </a:lnTo>
                <a:lnTo>
                  <a:pt x="633746" y="196767"/>
                </a:lnTo>
                <a:lnTo>
                  <a:pt x="627621" y="200616"/>
                </a:lnTo>
                <a:lnTo>
                  <a:pt x="621411" y="204407"/>
                </a:lnTo>
                <a:lnTo>
                  <a:pt x="615105" y="208140"/>
                </a:lnTo>
                <a:lnTo>
                  <a:pt x="608714" y="211817"/>
                </a:lnTo>
                <a:lnTo>
                  <a:pt x="602237" y="215427"/>
                </a:lnTo>
                <a:lnTo>
                  <a:pt x="595674" y="218980"/>
                </a:lnTo>
                <a:lnTo>
                  <a:pt x="589026" y="222466"/>
                </a:lnTo>
                <a:lnTo>
                  <a:pt x="582292" y="225885"/>
                </a:lnTo>
                <a:lnTo>
                  <a:pt x="575491" y="229248"/>
                </a:lnTo>
                <a:lnTo>
                  <a:pt x="568604" y="232553"/>
                </a:lnTo>
                <a:lnTo>
                  <a:pt x="561642" y="235791"/>
                </a:lnTo>
                <a:lnTo>
                  <a:pt x="554612" y="238963"/>
                </a:lnTo>
                <a:lnTo>
                  <a:pt x="547516" y="242078"/>
                </a:lnTo>
                <a:lnTo>
                  <a:pt x="540344" y="245126"/>
                </a:lnTo>
                <a:lnTo>
                  <a:pt x="533105" y="248107"/>
                </a:lnTo>
                <a:lnTo>
                  <a:pt x="525799" y="251022"/>
                </a:lnTo>
                <a:lnTo>
                  <a:pt x="518436" y="253879"/>
                </a:lnTo>
                <a:lnTo>
                  <a:pt x="511007" y="256680"/>
                </a:lnTo>
                <a:lnTo>
                  <a:pt x="503520" y="259404"/>
                </a:lnTo>
                <a:lnTo>
                  <a:pt x="495976" y="262071"/>
                </a:lnTo>
                <a:lnTo>
                  <a:pt x="488375" y="264681"/>
                </a:lnTo>
                <a:lnTo>
                  <a:pt x="480727" y="267224"/>
                </a:lnTo>
                <a:lnTo>
                  <a:pt x="473031" y="269700"/>
                </a:lnTo>
                <a:lnTo>
                  <a:pt x="465277" y="272120"/>
                </a:lnTo>
                <a:lnTo>
                  <a:pt x="457476" y="274482"/>
                </a:lnTo>
                <a:lnTo>
                  <a:pt x="449637" y="276777"/>
                </a:lnTo>
                <a:lnTo>
                  <a:pt x="441741" y="279006"/>
                </a:lnTo>
                <a:lnTo>
                  <a:pt x="433816" y="281188"/>
                </a:lnTo>
                <a:lnTo>
                  <a:pt x="425844" y="283302"/>
                </a:lnTo>
                <a:lnTo>
                  <a:pt x="417833" y="285359"/>
                </a:lnTo>
                <a:lnTo>
                  <a:pt x="409785" y="287360"/>
                </a:lnTo>
                <a:lnTo>
                  <a:pt x="401707" y="289293"/>
                </a:lnTo>
                <a:lnTo>
                  <a:pt x="393583" y="291179"/>
                </a:lnTo>
                <a:lnTo>
                  <a:pt x="385439" y="293008"/>
                </a:lnTo>
                <a:lnTo>
                  <a:pt x="377257" y="294770"/>
                </a:lnTo>
                <a:lnTo>
                  <a:pt x="369046" y="296485"/>
                </a:lnTo>
                <a:lnTo>
                  <a:pt x="360807" y="298142"/>
                </a:lnTo>
                <a:lnTo>
                  <a:pt x="352539" y="299752"/>
                </a:lnTo>
                <a:lnTo>
                  <a:pt x="344253" y="301304"/>
                </a:lnTo>
                <a:lnTo>
                  <a:pt x="335937" y="302800"/>
                </a:lnTo>
                <a:lnTo>
                  <a:pt x="327593" y="304238"/>
                </a:lnTo>
                <a:lnTo>
                  <a:pt x="319230" y="305638"/>
                </a:lnTo>
                <a:lnTo>
                  <a:pt x="310848" y="306972"/>
                </a:lnTo>
                <a:lnTo>
                  <a:pt x="302447" y="308267"/>
                </a:lnTo>
                <a:lnTo>
                  <a:pt x="294027" y="309505"/>
                </a:lnTo>
                <a:lnTo>
                  <a:pt x="285588" y="310696"/>
                </a:lnTo>
                <a:lnTo>
                  <a:pt x="277130" y="311849"/>
                </a:lnTo>
                <a:lnTo>
                  <a:pt x="268653" y="312934"/>
                </a:lnTo>
                <a:lnTo>
                  <a:pt x="260166" y="313992"/>
                </a:lnTo>
                <a:lnTo>
                  <a:pt x="251670" y="314992"/>
                </a:lnTo>
                <a:lnTo>
                  <a:pt x="243154" y="315944"/>
                </a:lnTo>
                <a:lnTo>
                  <a:pt x="234620" y="316859"/>
                </a:lnTo>
                <a:lnTo>
                  <a:pt x="226085" y="317725"/>
                </a:lnTo>
                <a:lnTo>
                  <a:pt x="217532" y="318545"/>
                </a:lnTo>
                <a:lnTo>
                  <a:pt x="208969" y="319326"/>
                </a:lnTo>
                <a:lnTo>
                  <a:pt x="200406" y="320059"/>
                </a:lnTo>
                <a:lnTo>
                  <a:pt x="191824" y="320754"/>
                </a:lnTo>
                <a:lnTo>
                  <a:pt x="183242" y="321402"/>
                </a:lnTo>
                <a:lnTo>
                  <a:pt x="174641" y="322012"/>
                </a:lnTo>
                <a:lnTo>
                  <a:pt x="166040" y="322583"/>
                </a:lnTo>
                <a:lnTo>
                  <a:pt x="157439" y="323117"/>
                </a:lnTo>
                <a:lnTo>
                  <a:pt x="148819" y="323612"/>
                </a:lnTo>
                <a:lnTo>
                  <a:pt x="140198" y="324060"/>
                </a:lnTo>
                <a:lnTo>
                  <a:pt x="131578" y="324479"/>
                </a:lnTo>
                <a:lnTo>
                  <a:pt x="122949" y="324860"/>
                </a:lnTo>
                <a:lnTo>
                  <a:pt x="114319" y="325203"/>
                </a:lnTo>
                <a:lnTo>
                  <a:pt x="105680" y="325507"/>
                </a:lnTo>
                <a:lnTo>
                  <a:pt x="97041" y="325774"/>
                </a:lnTo>
                <a:lnTo>
                  <a:pt x="88402" y="326003"/>
                </a:lnTo>
                <a:lnTo>
                  <a:pt x="79762" y="326203"/>
                </a:lnTo>
                <a:lnTo>
                  <a:pt x="71114" y="326374"/>
                </a:lnTo>
                <a:lnTo>
                  <a:pt x="62465" y="326498"/>
                </a:lnTo>
                <a:lnTo>
                  <a:pt x="53826" y="326603"/>
                </a:lnTo>
                <a:lnTo>
                  <a:pt x="45177" y="326669"/>
                </a:lnTo>
                <a:lnTo>
                  <a:pt x="36528" y="326698"/>
                </a:lnTo>
                <a:lnTo>
                  <a:pt x="27880" y="326698"/>
                </a:lnTo>
                <a:lnTo>
                  <a:pt x="19231" y="326669"/>
                </a:lnTo>
                <a:lnTo>
                  <a:pt x="10582" y="326612"/>
                </a:lnTo>
                <a:lnTo>
                  <a:pt x="1934" y="326527"/>
                </a:lnTo>
                <a:lnTo>
                  <a:pt x="0" y="326431"/>
                </a:lnTo>
                <a:lnTo>
                  <a:pt x="8649" y="326298"/>
                </a:lnTo>
                <a:lnTo>
                  <a:pt x="17288" y="326069"/>
                </a:lnTo>
                <a:lnTo>
                  <a:pt x="25927" y="325774"/>
                </a:lnTo>
                <a:lnTo>
                  <a:pt x="34557" y="325412"/>
                </a:lnTo>
                <a:lnTo>
                  <a:pt x="43177" y="324983"/>
                </a:lnTo>
                <a:lnTo>
                  <a:pt x="51787" y="324498"/>
                </a:lnTo>
                <a:lnTo>
                  <a:pt x="60398" y="323945"/>
                </a:lnTo>
                <a:lnTo>
                  <a:pt x="68990" y="323345"/>
                </a:lnTo>
                <a:lnTo>
                  <a:pt x="77572" y="322688"/>
                </a:lnTo>
                <a:lnTo>
                  <a:pt x="86154" y="321964"/>
                </a:lnTo>
                <a:lnTo>
                  <a:pt x="94707" y="321193"/>
                </a:lnTo>
                <a:lnTo>
                  <a:pt x="103261" y="320364"/>
                </a:lnTo>
                <a:lnTo>
                  <a:pt x="111795" y="319478"/>
                </a:lnTo>
                <a:lnTo>
                  <a:pt x="120310" y="318526"/>
                </a:lnTo>
                <a:lnTo>
                  <a:pt x="128807" y="317516"/>
                </a:lnTo>
                <a:lnTo>
                  <a:pt x="137293" y="316449"/>
                </a:lnTo>
                <a:lnTo>
                  <a:pt x="145752" y="315316"/>
                </a:lnTo>
                <a:lnTo>
                  <a:pt x="154191" y="314125"/>
                </a:lnTo>
                <a:lnTo>
                  <a:pt x="162601" y="312868"/>
                </a:lnTo>
                <a:lnTo>
                  <a:pt x="170993" y="311544"/>
                </a:lnTo>
                <a:lnTo>
                  <a:pt x="179356" y="310153"/>
                </a:lnTo>
                <a:lnTo>
                  <a:pt x="187690" y="308696"/>
                </a:lnTo>
                <a:lnTo>
                  <a:pt x="195996" y="307172"/>
                </a:lnTo>
                <a:lnTo>
                  <a:pt x="204264" y="305572"/>
                </a:lnTo>
                <a:lnTo>
                  <a:pt x="212493" y="303895"/>
                </a:lnTo>
                <a:lnTo>
                  <a:pt x="220685" y="302152"/>
                </a:lnTo>
                <a:lnTo>
                  <a:pt x="228838" y="300323"/>
                </a:lnTo>
                <a:lnTo>
                  <a:pt x="236944" y="298418"/>
                </a:lnTo>
                <a:lnTo>
                  <a:pt x="244993" y="296428"/>
                </a:lnTo>
                <a:lnTo>
                  <a:pt x="252994" y="294361"/>
                </a:lnTo>
                <a:lnTo>
                  <a:pt x="260937" y="292198"/>
                </a:lnTo>
                <a:lnTo>
                  <a:pt x="268815" y="289960"/>
                </a:lnTo>
                <a:lnTo>
                  <a:pt x="276635" y="287617"/>
                </a:lnTo>
                <a:lnTo>
                  <a:pt x="284378" y="285188"/>
                </a:lnTo>
                <a:lnTo>
                  <a:pt x="292046" y="282664"/>
                </a:lnTo>
                <a:lnTo>
                  <a:pt x="299628" y="280045"/>
                </a:lnTo>
                <a:lnTo>
                  <a:pt x="307115" y="277320"/>
                </a:lnTo>
                <a:lnTo>
                  <a:pt x="314516" y="274501"/>
                </a:lnTo>
                <a:lnTo>
                  <a:pt x="321802" y="271567"/>
                </a:lnTo>
                <a:lnTo>
                  <a:pt x="328984" y="268529"/>
                </a:lnTo>
                <a:lnTo>
                  <a:pt x="336052" y="265386"/>
                </a:lnTo>
                <a:lnTo>
                  <a:pt x="342986" y="262128"/>
                </a:lnTo>
                <a:lnTo>
                  <a:pt x="349787" y="258756"/>
                </a:lnTo>
                <a:lnTo>
                  <a:pt x="356435" y="255270"/>
                </a:lnTo>
                <a:lnTo>
                  <a:pt x="362931" y="251670"/>
                </a:lnTo>
                <a:lnTo>
                  <a:pt x="369265" y="247955"/>
                </a:lnTo>
                <a:lnTo>
                  <a:pt x="375418" y="244126"/>
                </a:lnTo>
                <a:lnTo>
                  <a:pt x="381381" y="240182"/>
                </a:lnTo>
                <a:lnTo>
                  <a:pt x="387153" y="236125"/>
                </a:lnTo>
                <a:lnTo>
                  <a:pt x="392725" y="231953"/>
                </a:lnTo>
                <a:lnTo>
                  <a:pt x="398069" y="227667"/>
                </a:lnTo>
                <a:lnTo>
                  <a:pt x="403193" y="223276"/>
                </a:lnTo>
                <a:lnTo>
                  <a:pt x="408080" y="218780"/>
                </a:lnTo>
                <a:lnTo>
                  <a:pt x="412728" y="214179"/>
                </a:lnTo>
                <a:lnTo>
                  <a:pt x="417119" y="209483"/>
                </a:lnTo>
                <a:lnTo>
                  <a:pt x="421253" y="204692"/>
                </a:lnTo>
                <a:lnTo>
                  <a:pt x="425129" y="199825"/>
                </a:lnTo>
                <a:lnTo>
                  <a:pt x="428730" y="194862"/>
                </a:lnTo>
                <a:lnTo>
                  <a:pt x="432064" y="189833"/>
                </a:lnTo>
                <a:lnTo>
                  <a:pt x="435131" y="184737"/>
                </a:lnTo>
                <a:lnTo>
                  <a:pt x="437921" y="179575"/>
                </a:lnTo>
                <a:lnTo>
                  <a:pt x="440436" y="174365"/>
                </a:lnTo>
                <a:lnTo>
                  <a:pt x="442684" y="169097"/>
                </a:lnTo>
                <a:lnTo>
                  <a:pt x="444665" y="163792"/>
                </a:lnTo>
                <a:lnTo>
                  <a:pt x="446380" y="158448"/>
                </a:lnTo>
                <a:lnTo>
                  <a:pt x="447837" y="153076"/>
                </a:lnTo>
                <a:lnTo>
                  <a:pt x="449047" y="147676"/>
                </a:lnTo>
                <a:lnTo>
                  <a:pt x="449999" y="142256"/>
                </a:lnTo>
                <a:lnTo>
                  <a:pt x="450723" y="136827"/>
                </a:lnTo>
                <a:lnTo>
                  <a:pt x="451209" y="131388"/>
                </a:lnTo>
                <a:lnTo>
                  <a:pt x="451466" y="125940"/>
                </a:lnTo>
                <a:lnTo>
                  <a:pt x="451504" y="120482"/>
                </a:lnTo>
                <a:lnTo>
                  <a:pt x="451333" y="115033"/>
                </a:lnTo>
                <a:lnTo>
                  <a:pt x="450952" y="109585"/>
                </a:lnTo>
                <a:lnTo>
                  <a:pt x="450390" y="104146"/>
                </a:lnTo>
                <a:lnTo>
                  <a:pt x="458391" y="102813"/>
                </a:lnTo>
                <a:lnTo>
                  <a:pt x="466820" y="101594"/>
                </a:lnTo>
                <a:lnTo>
                  <a:pt x="475221" y="100298"/>
                </a:lnTo>
                <a:lnTo>
                  <a:pt x="483594" y="98927"/>
                </a:lnTo>
                <a:lnTo>
                  <a:pt x="491938" y="97498"/>
                </a:lnTo>
                <a:lnTo>
                  <a:pt x="500263" y="96012"/>
                </a:lnTo>
                <a:lnTo>
                  <a:pt x="508559" y="94478"/>
                </a:lnTo>
                <a:lnTo>
                  <a:pt x="516827" y="92878"/>
                </a:lnTo>
                <a:lnTo>
                  <a:pt x="525075" y="91230"/>
                </a:lnTo>
                <a:lnTo>
                  <a:pt x="533295" y="89535"/>
                </a:lnTo>
                <a:lnTo>
                  <a:pt x="541487" y="87782"/>
                </a:lnTo>
                <a:lnTo>
                  <a:pt x="549650" y="85982"/>
                </a:lnTo>
                <a:lnTo>
                  <a:pt x="557784" y="84134"/>
                </a:lnTo>
                <a:lnTo>
                  <a:pt x="565890" y="82229"/>
                </a:lnTo>
                <a:lnTo>
                  <a:pt x="573957" y="80277"/>
                </a:lnTo>
                <a:lnTo>
                  <a:pt x="582006" y="78276"/>
                </a:lnTo>
                <a:lnTo>
                  <a:pt x="590017" y="76219"/>
                </a:lnTo>
                <a:lnTo>
                  <a:pt x="597999" y="74124"/>
                </a:lnTo>
                <a:lnTo>
                  <a:pt x="605942" y="71961"/>
                </a:lnTo>
                <a:lnTo>
                  <a:pt x="613848" y="69761"/>
                </a:lnTo>
                <a:lnTo>
                  <a:pt x="621725" y="67504"/>
                </a:lnTo>
                <a:lnTo>
                  <a:pt x="629555" y="65189"/>
                </a:lnTo>
                <a:lnTo>
                  <a:pt x="637346" y="62827"/>
                </a:lnTo>
                <a:lnTo>
                  <a:pt x="645100" y="60408"/>
                </a:lnTo>
                <a:lnTo>
                  <a:pt x="652815" y="57941"/>
                </a:lnTo>
                <a:lnTo>
                  <a:pt x="660473" y="55416"/>
                </a:lnTo>
                <a:lnTo>
                  <a:pt x="668093" y="52835"/>
                </a:lnTo>
                <a:lnTo>
                  <a:pt x="675665" y="50197"/>
                </a:lnTo>
                <a:lnTo>
                  <a:pt x="683190" y="47511"/>
                </a:lnTo>
                <a:lnTo>
                  <a:pt x="690658" y="44758"/>
                </a:lnTo>
                <a:lnTo>
                  <a:pt x="698078" y="41958"/>
                </a:lnTo>
                <a:lnTo>
                  <a:pt x="705441" y="39091"/>
                </a:lnTo>
                <a:lnTo>
                  <a:pt x="712737" y="36176"/>
                </a:lnTo>
                <a:lnTo>
                  <a:pt x="719985" y="33195"/>
                </a:lnTo>
                <a:lnTo>
                  <a:pt x="727158" y="30147"/>
                </a:lnTo>
                <a:lnTo>
                  <a:pt x="734273" y="27051"/>
                </a:lnTo>
                <a:lnTo>
                  <a:pt x="741321" y="23889"/>
                </a:lnTo>
                <a:lnTo>
                  <a:pt x="748294" y="20669"/>
                </a:lnTo>
                <a:lnTo>
                  <a:pt x="755199" y="17383"/>
                </a:lnTo>
                <a:lnTo>
                  <a:pt x="762019" y="14030"/>
                </a:lnTo>
                <a:lnTo>
                  <a:pt x="768763" y="10620"/>
                </a:lnTo>
                <a:lnTo>
                  <a:pt x="775430" y="7144"/>
                </a:lnTo>
                <a:lnTo>
                  <a:pt x="782012" y="3600"/>
                </a:lnTo>
                <a:lnTo>
                  <a:pt x="78849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DF0D9CC7-E7BF-40EB-93C4-82469B66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553" y="4842424"/>
            <a:ext cx="2140639" cy="358673"/>
          </a:xfrm>
          <a:custGeom xmlns:a="http://schemas.openxmlformats.org/drawingml/2006/main">
            <a:pathLst>
              <a:path w="2140639" h="358673">
                <a:moveTo>
                  <a:pt x="2139972" y="0"/>
                </a:moveTo>
                <a:lnTo>
                  <a:pt x="2140639" y="13211"/>
                </a:lnTo>
                <a:lnTo>
                  <a:pt x="2140344" y="26422"/>
                </a:lnTo>
                <a:lnTo>
                  <a:pt x="2139305" y="39624"/>
                </a:lnTo>
                <a:lnTo>
                  <a:pt x="2137581" y="52797"/>
                </a:lnTo>
                <a:lnTo>
                  <a:pt x="2135191" y="65923"/>
                </a:lnTo>
                <a:lnTo>
                  <a:pt x="2132143" y="79000"/>
                </a:lnTo>
                <a:lnTo>
                  <a:pt x="2128437" y="92012"/>
                </a:lnTo>
                <a:lnTo>
                  <a:pt x="2124056" y="104937"/>
                </a:lnTo>
                <a:lnTo>
                  <a:pt x="2119008" y="117758"/>
                </a:lnTo>
                <a:lnTo>
                  <a:pt x="2113255" y="130464"/>
                </a:lnTo>
                <a:lnTo>
                  <a:pt x="2106797" y="143037"/>
                </a:lnTo>
                <a:lnTo>
                  <a:pt x="2099615" y="155458"/>
                </a:lnTo>
                <a:lnTo>
                  <a:pt x="2091690" y="167697"/>
                </a:lnTo>
                <a:lnTo>
                  <a:pt x="2083013" y="179727"/>
                </a:lnTo>
                <a:lnTo>
                  <a:pt x="2073583" y="191529"/>
                </a:lnTo>
                <a:lnTo>
                  <a:pt x="2063372" y="203073"/>
                </a:lnTo>
                <a:lnTo>
                  <a:pt x="2052380" y="214322"/>
                </a:lnTo>
                <a:lnTo>
                  <a:pt x="2040617" y="225266"/>
                </a:lnTo>
                <a:lnTo>
                  <a:pt x="2028092" y="235858"/>
                </a:lnTo>
                <a:lnTo>
                  <a:pt x="2014795" y="246088"/>
                </a:lnTo>
                <a:lnTo>
                  <a:pt x="2000774" y="255908"/>
                </a:lnTo>
                <a:lnTo>
                  <a:pt x="1986029" y="265300"/>
                </a:lnTo>
                <a:lnTo>
                  <a:pt x="1970599" y="274244"/>
                </a:lnTo>
                <a:lnTo>
                  <a:pt x="1954511" y="282731"/>
                </a:lnTo>
                <a:lnTo>
                  <a:pt x="1937823" y="290722"/>
                </a:lnTo>
                <a:lnTo>
                  <a:pt x="1920564" y="298228"/>
                </a:lnTo>
                <a:lnTo>
                  <a:pt x="1902790" y="305238"/>
                </a:lnTo>
                <a:lnTo>
                  <a:pt x="1884540" y="311744"/>
                </a:lnTo>
                <a:lnTo>
                  <a:pt x="1865862" y="317754"/>
                </a:lnTo>
                <a:lnTo>
                  <a:pt x="1846802" y="323259"/>
                </a:lnTo>
                <a:lnTo>
                  <a:pt x="1827419" y="328289"/>
                </a:lnTo>
                <a:lnTo>
                  <a:pt x="1807731" y="332842"/>
                </a:lnTo>
                <a:lnTo>
                  <a:pt x="1787795" y="336928"/>
                </a:lnTo>
                <a:lnTo>
                  <a:pt x="1767640" y="340576"/>
                </a:lnTo>
                <a:lnTo>
                  <a:pt x="1747304" y="343795"/>
                </a:lnTo>
                <a:lnTo>
                  <a:pt x="1726816" y="346596"/>
                </a:lnTo>
                <a:lnTo>
                  <a:pt x="1706194" y="348996"/>
                </a:lnTo>
                <a:lnTo>
                  <a:pt x="1685477" y="351025"/>
                </a:lnTo>
                <a:lnTo>
                  <a:pt x="1664675" y="352692"/>
                </a:lnTo>
                <a:lnTo>
                  <a:pt x="1643815" y="354016"/>
                </a:lnTo>
                <a:lnTo>
                  <a:pt x="1622908" y="355006"/>
                </a:lnTo>
                <a:lnTo>
                  <a:pt x="1601953" y="355473"/>
                </a:lnTo>
                <a:lnTo>
                  <a:pt x="1580988" y="355787"/>
                </a:lnTo>
                <a:lnTo>
                  <a:pt x="1560024" y="356035"/>
                </a:lnTo>
                <a:lnTo>
                  <a:pt x="1539059" y="356245"/>
                </a:lnTo>
                <a:lnTo>
                  <a:pt x="1518095" y="356426"/>
                </a:lnTo>
                <a:lnTo>
                  <a:pt x="1497120" y="356587"/>
                </a:lnTo>
                <a:lnTo>
                  <a:pt x="1476156" y="356740"/>
                </a:lnTo>
                <a:lnTo>
                  <a:pt x="1455191" y="356883"/>
                </a:lnTo>
                <a:lnTo>
                  <a:pt x="1434227" y="357007"/>
                </a:lnTo>
                <a:lnTo>
                  <a:pt x="1413253" y="357130"/>
                </a:lnTo>
                <a:lnTo>
                  <a:pt x="1392288" y="357235"/>
                </a:lnTo>
                <a:lnTo>
                  <a:pt x="1371324" y="357349"/>
                </a:lnTo>
                <a:lnTo>
                  <a:pt x="1350350" y="357445"/>
                </a:lnTo>
                <a:lnTo>
                  <a:pt x="1329385" y="357540"/>
                </a:lnTo>
                <a:lnTo>
                  <a:pt x="1308421" y="357626"/>
                </a:lnTo>
                <a:lnTo>
                  <a:pt x="1287447" y="357711"/>
                </a:lnTo>
                <a:lnTo>
                  <a:pt x="1266482" y="357788"/>
                </a:lnTo>
                <a:lnTo>
                  <a:pt x="1245518" y="357864"/>
                </a:lnTo>
                <a:lnTo>
                  <a:pt x="1224544" y="357940"/>
                </a:lnTo>
                <a:lnTo>
                  <a:pt x="1203579" y="358007"/>
                </a:lnTo>
                <a:lnTo>
                  <a:pt x="1182605" y="358064"/>
                </a:lnTo>
                <a:lnTo>
                  <a:pt x="1161640" y="358130"/>
                </a:lnTo>
                <a:lnTo>
                  <a:pt x="1140676" y="358178"/>
                </a:lnTo>
                <a:lnTo>
                  <a:pt x="1119702" y="358235"/>
                </a:lnTo>
                <a:lnTo>
                  <a:pt x="1098737" y="358283"/>
                </a:lnTo>
                <a:lnTo>
                  <a:pt x="1077763" y="358331"/>
                </a:lnTo>
                <a:lnTo>
                  <a:pt x="1056799" y="358378"/>
                </a:lnTo>
                <a:lnTo>
                  <a:pt x="1035834" y="358416"/>
                </a:lnTo>
                <a:lnTo>
                  <a:pt x="1014860" y="358454"/>
                </a:lnTo>
                <a:lnTo>
                  <a:pt x="993896" y="358483"/>
                </a:lnTo>
                <a:lnTo>
                  <a:pt x="972931" y="358521"/>
                </a:lnTo>
                <a:lnTo>
                  <a:pt x="951957" y="358550"/>
                </a:lnTo>
                <a:lnTo>
                  <a:pt x="930993" y="358569"/>
                </a:lnTo>
                <a:lnTo>
                  <a:pt x="910019" y="358597"/>
                </a:lnTo>
                <a:lnTo>
                  <a:pt x="889054" y="358616"/>
                </a:lnTo>
                <a:lnTo>
                  <a:pt x="868089" y="358626"/>
                </a:lnTo>
                <a:lnTo>
                  <a:pt x="847115" y="358645"/>
                </a:lnTo>
                <a:lnTo>
                  <a:pt x="826151" y="358654"/>
                </a:lnTo>
                <a:lnTo>
                  <a:pt x="805177" y="358664"/>
                </a:lnTo>
                <a:lnTo>
                  <a:pt x="784212" y="358664"/>
                </a:lnTo>
                <a:lnTo>
                  <a:pt x="763248" y="358673"/>
                </a:lnTo>
                <a:lnTo>
                  <a:pt x="742274" y="358673"/>
                </a:lnTo>
                <a:lnTo>
                  <a:pt x="721309" y="358664"/>
                </a:lnTo>
                <a:lnTo>
                  <a:pt x="700335" y="358654"/>
                </a:lnTo>
                <a:lnTo>
                  <a:pt x="679371" y="358645"/>
                </a:lnTo>
                <a:lnTo>
                  <a:pt x="658406" y="358626"/>
                </a:lnTo>
                <a:lnTo>
                  <a:pt x="637432" y="358607"/>
                </a:lnTo>
                <a:lnTo>
                  <a:pt x="616468" y="358588"/>
                </a:lnTo>
                <a:lnTo>
                  <a:pt x="595493" y="358569"/>
                </a:lnTo>
                <a:lnTo>
                  <a:pt x="574529" y="358531"/>
                </a:lnTo>
                <a:lnTo>
                  <a:pt x="553564" y="358502"/>
                </a:lnTo>
                <a:lnTo>
                  <a:pt x="532590" y="358464"/>
                </a:lnTo>
                <a:lnTo>
                  <a:pt x="511626" y="358416"/>
                </a:lnTo>
                <a:lnTo>
                  <a:pt x="490652" y="358378"/>
                </a:lnTo>
                <a:lnTo>
                  <a:pt x="469687" y="358321"/>
                </a:lnTo>
                <a:lnTo>
                  <a:pt x="448723" y="358264"/>
                </a:lnTo>
                <a:lnTo>
                  <a:pt x="427749" y="358207"/>
                </a:lnTo>
                <a:lnTo>
                  <a:pt x="406784" y="358140"/>
                </a:lnTo>
                <a:lnTo>
                  <a:pt x="385820" y="358064"/>
                </a:lnTo>
                <a:lnTo>
                  <a:pt x="364846" y="357988"/>
                </a:lnTo>
                <a:lnTo>
                  <a:pt x="343881" y="357892"/>
                </a:lnTo>
                <a:lnTo>
                  <a:pt x="322917" y="357797"/>
                </a:lnTo>
                <a:lnTo>
                  <a:pt x="301943" y="357692"/>
                </a:lnTo>
                <a:lnTo>
                  <a:pt x="280978" y="357588"/>
                </a:lnTo>
                <a:lnTo>
                  <a:pt x="260013" y="357464"/>
                </a:lnTo>
                <a:lnTo>
                  <a:pt x="239039" y="357330"/>
                </a:lnTo>
                <a:lnTo>
                  <a:pt x="218075" y="357178"/>
                </a:lnTo>
                <a:lnTo>
                  <a:pt x="197110" y="357016"/>
                </a:lnTo>
                <a:lnTo>
                  <a:pt x="176146" y="356845"/>
                </a:lnTo>
                <a:lnTo>
                  <a:pt x="155172" y="356645"/>
                </a:lnTo>
                <a:lnTo>
                  <a:pt x="134207" y="356426"/>
                </a:lnTo>
                <a:lnTo>
                  <a:pt x="113243" y="356178"/>
                </a:lnTo>
                <a:lnTo>
                  <a:pt x="92278" y="355892"/>
                </a:lnTo>
                <a:lnTo>
                  <a:pt x="71323" y="355549"/>
                </a:lnTo>
                <a:lnTo>
                  <a:pt x="50359" y="355140"/>
                </a:lnTo>
                <a:lnTo>
                  <a:pt x="29413" y="354597"/>
                </a:lnTo>
                <a:lnTo>
                  <a:pt x="8487" y="353739"/>
                </a:lnTo>
                <a:lnTo>
                  <a:pt x="3886" y="342995"/>
                </a:lnTo>
                <a:lnTo>
                  <a:pt x="3610" y="329784"/>
                </a:lnTo>
                <a:lnTo>
                  <a:pt x="3334" y="316563"/>
                </a:lnTo>
                <a:lnTo>
                  <a:pt x="3058" y="303352"/>
                </a:lnTo>
                <a:lnTo>
                  <a:pt x="2781" y="290132"/>
                </a:lnTo>
                <a:lnTo>
                  <a:pt x="2496" y="276920"/>
                </a:lnTo>
                <a:lnTo>
                  <a:pt x="2219" y="263700"/>
                </a:lnTo>
                <a:lnTo>
                  <a:pt x="1943" y="250488"/>
                </a:lnTo>
                <a:lnTo>
                  <a:pt x="1667" y="237268"/>
                </a:lnTo>
                <a:lnTo>
                  <a:pt x="1391" y="224057"/>
                </a:lnTo>
                <a:lnTo>
                  <a:pt x="1114" y="210836"/>
                </a:lnTo>
                <a:lnTo>
                  <a:pt x="829" y="197625"/>
                </a:lnTo>
                <a:lnTo>
                  <a:pt x="552" y="184414"/>
                </a:lnTo>
                <a:lnTo>
                  <a:pt x="276" y="171193"/>
                </a:lnTo>
                <a:lnTo>
                  <a:pt x="0" y="157982"/>
                </a:lnTo>
                <a:lnTo>
                  <a:pt x="7696" y="149333"/>
                </a:lnTo>
                <a:lnTo>
                  <a:pt x="28604" y="148371"/>
                </a:lnTo>
                <a:lnTo>
                  <a:pt x="49530" y="147561"/>
                </a:lnTo>
                <a:lnTo>
                  <a:pt x="70475" y="146895"/>
                </a:lnTo>
                <a:lnTo>
                  <a:pt x="91421" y="146342"/>
                </a:lnTo>
                <a:lnTo>
                  <a:pt x="112385" y="145894"/>
                </a:lnTo>
                <a:lnTo>
                  <a:pt x="133340" y="145552"/>
                </a:lnTo>
                <a:lnTo>
                  <a:pt x="154305" y="145304"/>
                </a:lnTo>
                <a:lnTo>
                  <a:pt x="175279" y="145132"/>
                </a:lnTo>
                <a:lnTo>
                  <a:pt x="196244" y="145037"/>
                </a:lnTo>
                <a:lnTo>
                  <a:pt x="217208" y="145009"/>
                </a:lnTo>
                <a:lnTo>
                  <a:pt x="238182" y="145047"/>
                </a:lnTo>
                <a:lnTo>
                  <a:pt x="259147" y="145142"/>
                </a:lnTo>
                <a:lnTo>
                  <a:pt x="280111" y="145294"/>
                </a:lnTo>
                <a:lnTo>
                  <a:pt x="301076" y="145485"/>
                </a:lnTo>
                <a:lnTo>
                  <a:pt x="322040" y="145733"/>
                </a:lnTo>
                <a:lnTo>
                  <a:pt x="343005" y="146018"/>
                </a:lnTo>
                <a:lnTo>
                  <a:pt x="363969" y="146342"/>
                </a:lnTo>
                <a:lnTo>
                  <a:pt x="384934" y="146714"/>
                </a:lnTo>
                <a:lnTo>
                  <a:pt x="405889" y="147104"/>
                </a:lnTo>
                <a:lnTo>
                  <a:pt x="426844" y="147533"/>
                </a:lnTo>
                <a:lnTo>
                  <a:pt x="447799" y="147990"/>
                </a:lnTo>
                <a:lnTo>
                  <a:pt x="468754" y="148476"/>
                </a:lnTo>
                <a:lnTo>
                  <a:pt x="489709" y="148981"/>
                </a:lnTo>
                <a:lnTo>
                  <a:pt x="510664" y="149514"/>
                </a:lnTo>
                <a:lnTo>
                  <a:pt x="531609" y="150066"/>
                </a:lnTo>
                <a:lnTo>
                  <a:pt x="552555" y="150638"/>
                </a:lnTo>
                <a:lnTo>
                  <a:pt x="573510" y="151219"/>
                </a:lnTo>
                <a:lnTo>
                  <a:pt x="594455" y="151829"/>
                </a:lnTo>
                <a:lnTo>
                  <a:pt x="615401" y="152448"/>
                </a:lnTo>
                <a:lnTo>
                  <a:pt x="636346" y="153076"/>
                </a:lnTo>
                <a:lnTo>
                  <a:pt x="657282" y="153724"/>
                </a:lnTo>
                <a:lnTo>
                  <a:pt x="678228" y="154372"/>
                </a:lnTo>
                <a:lnTo>
                  <a:pt x="699173" y="155038"/>
                </a:lnTo>
                <a:lnTo>
                  <a:pt x="720109" y="155705"/>
                </a:lnTo>
                <a:lnTo>
                  <a:pt x="741055" y="156381"/>
                </a:lnTo>
                <a:lnTo>
                  <a:pt x="761990" y="157058"/>
                </a:lnTo>
                <a:lnTo>
                  <a:pt x="782936" y="157744"/>
                </a:lnTo>
                <a:lnTo>
                  <a:pt x="803872" y="158429"/>
                </a:lnTo>
                <a:lnTo>
                  <a:pt x="824817" y="159115"/>
                </a:lnTo>
                <a:lnTo>
                  <a:pt x="845753" y="159791"/>
                </a:lnTo>
                <a:lnTo>
                  <a:pt x="866699" y="160477"/>
                </a:lnTo>
                <a:lnTo>
                  <a:pt x="887635" y="161163"/>
                </a:lnTo>
                <a:lnTo>
                  <a:pt x="908580" y="161839"/>
                </a:lnTo>
                <a:lnTo>
                  <a:pt x="929516" y="162516"/>
                </a:lnTo>
                <a:lnTo>
                  <a:pt x="950462" y="163182"/>
                </a:lnTo>
                <a:lnTo>
                  <a:pt x="971398" y="163840"/>
                </a:lnTo>
                <a:lnTo>
                  <a:pt x="992343" y="164487"/>
                </a:lnTo>
                <a:lnTo>
                  <a:pt x="1013289" y="165125"/>
                </a:lnTo>
                <a:lnTo>
                  <a:pt x="1034234" y="165754"/>
                </a:lnTo>
                <a:lnTo>
                  <a:pt x="1055180" y="166364"/>
                </a:lnTo>
                <a:lnTo>
                  <a:pt x="1076125" y="166964"/>
                </a:lnTo>
                <a:lnTo>
                  <a:pt x="1097070" y="167545"/>
                </a:lnTo>
                <a:lnTo>
                  <a:pt x="1118025" y="168107"/>
                </a:lnTo>
                <a:lnTo>
                  <a:pt x="1138971" y="168650"/>
                </a:lnTo>
                <a:lnTo>
                  <a:pt x="1159926" y="169174"/>
                </a:lnTo>
                <a:lnTo>
                  <a:pt x="1180881" y="169669"/>
                </a:lnTo>
                <a:lnTo>
                  <a:pt x="1201836" y="170136"/>
                </a:lnTo>
                <a:lnTo>
                  <a:pt x="1222791" y="170574"/>
                </a:lnTo>
                <a:lnTo>
                  <a:pt x="1243746" y="170983"/>
                </a:lnTo>
                <a:lnTo>
                  <a:pt x="1264710" y="171364"/>
                </a:lnTo>
                <a:lnTo>
                  <a:pt x="1285665" y="171707"/>
                </a:lnTo>
                <a:lnTo>
                  <a:pt x="1306630" y="172002"/>
                </a:lnTo>
                <a:lnTo>
                  <a:pt x="1327595" y="172269"/>
                </a:lnTo>
                <a:lnTo>
                  <a:pt x="1348559" y="172479"/>
                </a:lnTo>
                <a:lnTo>
                  <a:pt x="1369533" y="172641"/>
                </a:lnTo>
                <a:lnTo>
                  <a:pt x="1390498" y="172755"/>
                </a:lnTo>
                <a:lnTo>
                  <a:pt x="1411462" y="172803"/>
                </a:lnTo>
                <a:lnTo>
                  <a:pt x="1432436" y="172793"/>
                </a:lnTo>
                <a:lnTo>
                  <a:pt x="1453401" y="172707"/>
                </a:lnTo>
                <a:lnTo>
                  <a:pt x="1474365" y="172545"/>
                </a:lnTo>
                <a:lnTo>
                  <a:pt x="1495330" y="172307"/>
                </a:lnTo>
                <a:lnTo>
                  <a:pt x="1516294" y="171964"/>
                </a:lnTo>
                <a:lnTo>
                  <a:pt x="1537249" y="171526"/>
                </a:lnTo>
                <a:lnTo>
                  <a:pt x="1558204" y="170974"/>
                </a:lnTo>
                <a:lnTo>
                  <a:pt x="1579140" y="170297"/>
                </a:lnTo>
                <a:lnTo>
                  <a:pt x="1600067" y="169478"/>
                </a:lnTo>
                <a:lnTo>
                  <a:pt x="1620984" y="168497"/>
                </a:lnTo>
                <a:lnTo>
                  <a:pt x="1641862" y="167326"/>
                </a:lnTo>
                <a:lnTo>
                  <a:pt x="1662722" y="165945"/>
                </a:lnTo>
                <a:lnTo>
                  <a:pt x="1683525" y="164316"/>
                </a:lnTo>
                <a:lnTo>
                  <a:pt x="1704270" y="162401"/>
                </a:lnTo>
                <a:lnTo>
                  <a:pt x="1724930" y="160125"/>
                </a:lnTo>
                <a:lnTo>
                  <a:pt x="1745456" y="157429"/>
                </a:lnTo>
                <a:lnTo>
                  <a:pt x="1765773" y="154181"/>
                </a:lnTo>
                <a:lnTo>
                  <a:pt x="1785785" y="150238"/>
                </a:lnTo>
                <a:lnTo>
                  <a:pt x="1805264" y="145352"/>
                </a:lnTo>
                <a:lnTo>
                  <a:pt x="1823761" y="139151"/>
                </a:lnTo>
                <a:lnTo>
                  <a:pt x="1840287" y="131054"/>
                </a:lnTo>
                <a:lnTo>
                  <a:pt x="1852641" y="120463"/>
                </a:lnTo>
                <a:lnTo>
                  <a:pt x="1857613" y="107718"/>
                </a:lnTo>
                <a:lnTo>
                  <a:pt x="1871663" y="101098"/>
                </a:lnTo>
                <a:lnTo>
                  <a:pt x="1891398" y="96631"/>
                </a:lnTo>
                <a:lnTo>
                  <a:pt x="1910867" y="91726"/>
                </a:lnTo>
                <a:lnTo>
                  <a:pt x="1930079" y="86430"/>
                </a:lnTo>
                <a:lnTo>
                  <a:pt x="1949044" y="80791"/>
                </a:lnTo>
                <a:lnTo>
                  <a:pt x="1967760" y="74838"/>
                </a:lnTo>
                <a:lnTo>
                  <a:pt x="1986229" y="68580"/>
                </a:lnTo>
                <a:lnTo>
                  <a:pt x="2004431" y="62027"/>
                </a:lnTo>
                <a:lnTo>
                  <a:pt x="2022377" y="55188"/>
                </a:lnTo>
                <a:lnTo>
                  <a:pt x="2040055" y="48073"/>
                </a:lnTo>
                <a:lnTo>
                  <a:pt x="2057448" y="40691"/>
                </a:lnTo>
                <a:lnTo>
                  <a:pt x="2074555" y="33052"/>
                </a:lnTo>
                <a:lnTo>
                  <a:pt x="2091376" y="25156"/>
                </a:lnTo>
                <a:lnTo>
                  <a:pt x="2107883" y="17012"/>
                </a:lnTo>
                <a:lnTo>
                  <a:pt x="2124085" y="8630"/>
                </a:lnTo>
                <a:lnTo>
                  <a:pt x="213997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73C17615-5E61-4B93-870A-D0A1A09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381" y="3850929"/>
            <a:ext cx="2140153" cy="1348978"/>
          </a:xfrm>
          <a:custGeom xmlns:a="http://schemas.openxmlformats.org/drawingml/2006/main">
            <a:pathLst>
              <a:path w="2140153" h="1348978">
                <a:moveTo>
                  <a:pt x="0" y="1348978"/>
                </a:moveTo>
                <a:lnTo>
                  <a:pt x="34366" y="1348978"/>
                </a:lnTo>
                <a:lnTo>
                  <a:pt x="68723" y="1348978"/>
                </a:lnTo>
                <a:lnTo>
                  <a:pt x="103089" y="1348978"/>
                </a:lnTo>
                <a:lnTo>
                  <a:pt x="137446" y="1348978"/>
                </a:lnTo>
                <a:lnTo>
                  <a:pt x="171812" y="1348978"/>
                </a:lnTo>
                <a:lnTo>
                  <a:pt x="206178" y="1348978"/>
                </a:lnTo>
                <a:lnTo>
                  <a:pt x="240535" y="1348978"/>
                </a:lnTo>
                <a:lnTo>
                  <a:pt x="274901" y="1348978"/>
                </a:lnTo>
                <a:lnTo>
                  <a:pt x="309258" y="1348978"/>
                </a:lnTo>
                <a:lnTo>
                  <a:pt x="343624" y="1348978"/>
                </a:lnTo>
                <a:lnTo>
                  <a:pt x="377990" y="1348978"/>
                </a:lnTo>
                <a:lnTo>
                  <a:pt x="412347" y="1348978"/>
                </a:lnTo>
                <a:lnTo>
                  <a:pt x="446713" y="1348978"/>
                </a:lnTo>
                <a:lnTo>
                  <a:pt x="481070" y="1348978"/>
                </a:lnTo>
                <a:lnTo>
                  <a:pt x="515436" y="1348978"/>
                </a:lnTo>
                <a:lnTo>
                  <a:pt x="549802" y="1348978"/>
                </a:lnTo>
                <a:lnTo>
                  <a:pt x="584159" y="1348978"/>
                </a:lnTo>
                <a:lnTo>
                  <a:pt x="618525" y="1348978"/>
                </a:lnTo>
                <a:lnTo>
                  <a:pt x="652882" y="1348978"/>
                </a:lnTo>
                <a:lnTo>
                  <a:pt x="687248" y="1348978"/>
                </a:lnTo>
                <a:lnTo>
                  <a:pt x="721614" y="1348978"/>
                </a:lnTo>
                <a:lnTo>
                  <a:pt x="755971" y="1348978"/>
                </a:lnTo>
                <a:lnTo>
                  <a:pt x="790337" y="1348978"/>
                </a:lnTo>
                <a:lnTo>
                  <a:pt x="824694" y="1348978"/>
                </a:lnTo>
                <a:lnTo>
                  <a:pt x="859060" y="1348978"/>
                </a:lnTo>
                <a:lnTo>
                  <a:pt x="893426" y="1348978"/>
                </a:lnTo>
                <a:lnTo>
                  <a:pt x="927783" y="1348978"/>
                </a:lnTo>
                <a:lnTo>
                  <a:pt x="962149" y="1348978"/>
                </a:lnTo>
                <a:lnTo>
                  <a:pt x="996506" y="1348978"/>
                </a:lnTo>
                <a:lnTo>
                  <a:pt x="1030872" y="1348978"/>
                </a:lnTo>
                <a:lnTo>
                  <a:pt x="1065238" y="1348978"/>
                </a:lnTo>
                <a:lnTo>
                  <a:pt x="1099595" y="1348978"/>
                </a:lnTo>
                <a:lnTo>
                  <a:pt x="1133961" y="1348978"/>
                </a:lnTo>
                <a:lnTo>
                  <a:pt x="1168317" y="1348978"/>
                </a:lnTo>
                <a:lnTo>
                  <a:pt x="1202684" y="1348978"/>
                </a:lnTo>
                <a:lnTo>
                  <a:pt x="1237050" y="1348978"/>
                </a:lnTo>
                <a:lnTo>
                  <a:pt x="1271407" y="1348978"/>
                </a:lnTo>
                <a:lnTo>
                  <a:pt x="1305773" y="1348978"/>
                </a:lnTo>
                <a:lnTo>
                  <a:pt x="1340129" y="1348978"/>
                </a:lnTo>
                <a:lnTo>
                  <a:pt x="1374496" y="1348978"/>
                </a:lnTo>
                <a:lnTo>
                  <a:pt x="1408862" y="1348978"/>
                </a:lnTo>
                <a:lnTo>
                  <a:pt x="1442876" y="1346540"/>
                </a:lnTo>
                <a:lnTo>
                  <a:pt x="1476718" y="1342758"/>
                </a:lnTo>
                <a:lnTo>
                  <a:pt x="1510551" y="1338967"/>
                </a:lnTo>
                <a:lnTo>
                  <a:pt x="1544383" y="1335186"/>
                </a:lnTo>
                <a:lnTo>
                  <a:pt x="1578216" y="1331405"/>
                </a:lnTo>
                <a:lnTo>
                  <a:pt x="1612049" y="1327623"/>
                </a:lnTo>
                <a:lnTo>
                  <a:pt x="1645882" y="1323832"/>
                </a:lnTo>
                <a:lnTo>
                  <a:pt x="1679715" y="1320051"/>
                </a:lnTo>
                <a:lnTo>
                  <a:pt x="1705547" y="1306801"/>
                </a:lnTo>
                <a:lnTo>
                  <a:pt x="1729388" y="1291209"/>
                </a:lnTo>
                <a:lnTo>
                  <a:pt x="1753229" y="1275607"/>
                </a:lnTo>
                <a:lnTo>
                  <a:pt x="1777079" y="1260015"/>
                </a:lnTo>
                <a:lnTo>
                  <a:pt x="1800920" y="1244413"/>
                </a:lnTo>
                <a:lnTo>
                  <a:pt x="1824761" y="1228820"/>
                </a:lnTo>
                <a:lnTo>
                  <a:pt x="1848612" y="1213228"/>
                </a:lnTo>
                <a:lnTo>
                  <a:pt x="1872453" y="1197626"/>
                </a:lnTo>
                <a:lnTo>
                  <a:pt x="1896294" y="1182033"/>
                </a:lnTo>
                <a:lnTo>
                  <a:pt x="1920145" y="1166432"/>
                </a:lnTo>
                <a:lnTo>
                  <a:pt x="1943986" y="1150839"/>
                </a:lnTo>
                <a:lnTo>
                  <a:pt x="1967827" y="1135237"/>
                </a:lnTo>
                <a:lnTo>
                  <a:pt x="1991668" y="1119645"/>
                </a:lnTo>
                <a:lnTo>
                  <a:pt x="2015519" y="1104052"/>
                </a:lnTo>
                <a:lnTo>
                  <a:pt x="2039360" y="1088450"/>
                </a:lnTo>
                <a:lnTo>
                  <a:pt x="2063201" y="1072858"/>
                </a:lnTo>
                <a:lnTo>
                  <a:pt x="2087051" y="1057256"/>
                </a:lnTo>
                <a:lnTo>
                  <a:pt x="2110892" y="1041664"/>
                </a:lnTo>
                <a:lnTo>
                  <a:pt x="2134733" y="1026071"/>
                </a:lnTo>
                <a:lnTo>
                  <a:pt x="2140153" y="1005783"/>
                </a:lnTo>
                <a:lnTo>
                  <a:pt x="2140153" y="984123"/>
                </a:lnTo>
                <a:lnTo>
                  <a:pt x="2140153" y="962463"/>
                </a:lnTo>
                <a:lnTo>
                  <a:pt x="2140153" y="940803"/>
                </a:lnTo>
                <a:lnTo>
                  <a:pt x="2140153" y="919143"/>
                </a:lnTo>
                <a:lnTo>
                  <a:pt x="2140153" y="897484"/>
                </a:lnTo>
                <a:lnTo>
                  <a:pt x="2140153" y="875824"/>
                </a:lnTo>
                <a:lnTo>
                  <a:pt x="2140153" y="854173"/>
                </a:lnTo>
                <a:lnTo>
                  <a:pt x="2140153" y="832514"/>
                </a:lnTo>
                <a:lnTo>
                  <a:pt x="2140153" y="810854"/>
                </a:lnTo>
                <a:lnTo>
                  <a:pt x="2140153" y="789194"/>
                </a:lnTo>
                <a:lnTo>
                  <a:pt x="2140153" y="767534"/>
                </a:lnTo>
                <a:lnTo>
                  <a:pt x="2140153" y="745874"/>
                </a:lnTo>
                <a:lnTo>
                  <a:pt x="2140153" y="724214"/>
                </a:lnTo>
                <a:lnTo>
                  <a:pt x="2140153" y="702554"/>
                </a:lnTo>
                <a:lnTo>
                  <a:pt x="2140153" y="680895"/>
                </a:lnTo>
                <a:lnTo>
                  <a:pt x="2140153" y="659235"/>
                </a:lnTo>
                <a:lnTo>
                  <a:pt x="2140153" y="637575"/>
                </a:lnTo>
                <a:lnTo>
                  <a:pt x="2140153" y="615915"/>
                </a:lnTo>
                <a:lnTo>
                  <a:pt x="2140153" y="594255"/>
                </a:lnTo>
                <a:lnTo>
                  <a:pt x="2140153" y="572595"/>
                </a:lnTo>
                <a:lnTo>
                  <a:pt x="2140153" y="550936"/>
                </a:lnTo>
                <a:lnTo>
                  <a:pt x="2140153" y="529276"/>
                </a:lnTo>
                <a:lnTo>
                  <a:pt x="2140153" y="507616"/>
                </a:lnTo>
                <a:lnTo>
                  <a:pt x="2140153" y="485966"/>
                </a:lnTo>
                <a:lnTo>
                  <a:pt x="2140153" y="464306"/>
                </a:lnTo>
                <a:lnTo>
                  <a:pt x="2140153" y="442646"/>
                </a:lnTo>
                <a:lnTo>
                  <a:pt x="2140153" y="420986"/>
                </a:lnTo>
                <a:lnTo>
                  <a:pt x="2140153" y="399326"/>
                </a:lnTo>
                <a:lnTo>
                  <a:pt x="2140153" y="377666"/>
                </a:lnTo>
                <a:lnTo>
                  <a:pt x="2140153" y="356006"/>
                </a:lnTo>
                <a:lnTo>
                  <a:pt x="2140153" y="334347"/>
                </a:lnTo>
                <a:lnTo>
                  <a:pt x="2140153" y="312687"/>
                </a:lnTo>
                <a:lnTo>
                  <a:pt x="2140153" y="291027"/>
                </a:lnTo>
                <a:lnTo>
                  <a:pt x="2140153" y="269367"/>
                </a:lnTo>
                <a:lnTo>
                  <a:pt x="2140153" y="247707"/>
                </a:lnTo>
                <a:lnTo>
                  <a:pt x="2140153" y="226047"/>
                </a:lnTo>
                <a:lnTo>
                  <a:pt x="2140153" y="204387"/>
                </a:lnTo>
                <a:lnTo>
                  <a:pt x="2140153" y="182728"/>
                </a:lnTo>
                <a:lnTo>
                  <a:pt x="2140153" y="161068"/>
                </a:lnTo>
                <a:lnTo>
                  <a:pt x="2140153" y="139408"/>
                </a:lnTo>
                <a:lnTo>
                  <a:pt x="2140153" y="117748"/>
                </a:lnTo>
                <a:lnTo>
                  <a:pt x="2140153" y="96098"/>
                </a:lnTo>
                <a:lnTo>
                  <a:pt x="2140153" y="74438"/>
                </a:lnTo>
                <a:lnTo>
                  <a:pt x="2140153" y="52778"/>
                </a:lnTo>
                <a:lnTo>
                  <a:pt x="2140153" y="31118"/>
                </a:lnTo>
                <a:lnTo>
                  <a:pt x="2140153" y="9458"/>
                </a:lnTo>
                <a:lnTo>
                  <a:pt x="2120789" y="0"/>
                </a:lnTo>
                <a:lnTo>
                  <a:pt x="2086423" y="0"/>
                </a:lnTo>
                <a:lnTo>
                  <a:pt x="2052066" y="0"/>
                </a:lnTo>
                <a:lnTo>
                  <a:pt x="2017700" y="0"/>
                </a:lnTo>
                <a:lnTo>
                  <a:pt x="1983343" y="0"/>
                </a:lnTo>
                <a:lnTo>
                  <a:pt x="1948977" y="0"/>
                </a:lnTo>
                <a:lnTo>
                  <a:pt x="1914611" y="0"/>
                </a:lnTo>
                <a:lnTo>
                  <a:pt x="1880254" y="0"/>
                </a:lnTo>
                <a:lnTo>
                  <a:pt x="1845888" y="0"/>
                </a:lnTo>
                <a:lnTo>
                  <a:pt x="1811531" y="0"/>
                </a:lnTo>
                <a:lnTo>
                  <a:pt x="1777165" y="0"/>
                </a:lnTo>
                <a:lnTo>
                  <a:pt x="1742799" y="0"/>
                </a:lnTo>
                <a:lnTo>
                  <a:pt x="1708442" y="0"/>
                </a:lnTo>
                <a:lnTo>
                  <a:pt x="1674076" y="0"/>
                </a:lnTo>
                <a:lnTo>
                  <a:pt x="1639719" y="0"/>
                </a:lnTo>
                <a:lnTo>
                  <a:pt x="1605353" y="0"/>
                </a:lnTo>
                <a:lnTo>
                  <a:pt x="1570987" y="0"/>
                </a:lnTo>
                <a:lnTo>
                  <a:pt x="1536630" y="0"/>
                </a:lnTo>
                <a:lnTo>
                  <a:pt x="1502264" y="0"/>
                </a:lnTo>
                <a:lnTo>
                  <a:pt x="1467907" y="0"/>
                </a:lnTo>
                <a:lnTo>
                  <a:pt x="1433541" y="0"/>
                </a:lnTo>
                <a:lnTo>
                  <a:pt x="1399175" y="0"/>
                </a:lnTo>
                <a:lnTo>
                  <a:pt x="1364818" y="0"/>
                </a:lnTo>
                <a:lnTo>
                  <a:pt x="1330452" y="0"/>
                </a:lnTo>
                <a:lnTo>
                  <a:pt x="1296095" y="0"/>
                </a:lnTo>
                <a:lnTo>
                  <a:pt x="1261729" y="0"/>
                </a:lnTo>
                <a:lnTo>
                  <a:pt x="1227363" y="0"/>
                </a:lnTo>
                <a:lnTo>
                  <a:pt x="1193006" y="0"/>
                </a:lnTo>
                <a:lnTo>
                  <a:pt x="1158640" y="0"/>
                </a:lnTo>
                <a:lnTo>
                  <a:pt x="1124283" y="0"/>
                </a:lnTo>
                <a:lnTo>
                  <a:pt x="1089917" y="0"/>
                </a:lnTo>
                <a:lnTo>
                  <a:pt x="1055551" y="0"/>
                </a:lnTo>
                <a:lnTo>
                  <a:pt x="1021194" y="0"/>
                </a:lnTo>
                <a:lnTo>
                  <a:pt x="986828" y="0"/>
                </a:lnTo>
                <a:lnTo>
                  <a:pt x="952471" y="0"/>
                </a:lnTo>
                <a:lnTo>
                  <a:pt x="918105" y="0"/>
                </a:lnTo>
                <a:lnTo>
                  <a:pt x="883739" y="0"/>
                </a:lnTo>
                <a:lnTo>
                  <a:pt x="849382" y="0"/>
                </a:lnTo>
                <a:lnTo>
                  <a:pt x="815016" y="0"/>
                </a:lnTo>
                <a:lnTo>
                  <a:pt x="780650" y="0"/>
                </a:lnTo>
                <a:lnTo>
                  <a:pt x="746293" y="0"/>
                </a:lnTo>
                <a:lnTo>
                  <a:pt x="711927" y="0"/>
                </a:lnTo>
                <a:lnTo>
                  <a:pt x="677570" y="0"/>
                </a:lnTo>
                <a:lnTo>
                  <a:pt x="643204" y="0"/>
                </a:lnTo>
                <a:lnTo>
                  <a:pt x="608848" y="0"/>
                </a:lnTo>
                <a:lnTo>
                  <a:pt x="574481" y="0"/>
                </a:lnTo>
                <a:lnTo>
                  <a:pt x="540115" y="0"/>
                </a:lnTo>
                <a:lnTo>
                  <a:pt x="505758" y="0"/>
                </a:lnTo>
                <a:lnTo>
                  <a:pt x="471392" y="0"/>
                </a:lnTo>
                <a:lnTo>
                  <a:pt x="437036" y="0"/>
                </a:lnTo>
                <a:lnTo>
                  <a:pt x="402669" y="0"/>
                </a:lnTo>
                <a:lnTo>
                  <a:pt x="368303" y="0"/>
                </a:lnTo>
                <a:lnTo>
                  <a:pt x="333947" y="0"/>
                </a:lnTo>
                <a:lnTo>
                  <a:pt x="299580" y="0"/>
                </a:lnTo>
                <a:lnTo>
                  <a:pt x="265224" y="0"/>
                </a:lnTo>
                <a:lnTo>
                  <a:pt x="230857" y="0"/>
                </a:lnTo>
                <a:lnTo>
                  <a:pt x="196491" y="0"/>
                </a:lnTo>
                <a:lnTo>
                  <a:pt x="162135" y="0"/>
                </a:lnTo>
                <a:lnTo>
                  <a:pt x="127768" y="0"/>
                </a:lnTo>
                <a:lnTo>
                  <a:pt x="93402" y="0"/>
                </a:lnTo>
                <a:lnTo>
                  <a:pt x="59045" y="0"/>
                </a:lnTo>
                <a:lnTo>
                  <a:pt x="24679" y="0"/>
                </a:lnTo>
                <a:lnTo>
                  <a:pt x="0" y="6106"/>
                </a:lnTo>
                <a:lnTo>
                  <a:pt x="0" y="27765"/>
                </a:lnTo>
                <a:lnTo>
                  <a:pt x="0" y="49416"/>
                </a:lnTo>
                <a:lnTo>
                  <a:pt x="0" y="71076"/>
                </a:lnTo>
                <a:lnTo>
                  <a:pt x="0" y="92735"/>
                </a:lnTo>
                <a:lnTo>
                  <a:pt x="0" y="114395"/>
                </a:lnTo>
                <a:lnTo>
                  <a:pt x="0" y="136055"/>
                </a:lnTo>
                <a:lnTo>
                  <a:pt x="0" y="157715"/>
                </a:lnTo>
                <a:lnTo>
                  <a:pt x="0" y="179375"/>
                </a:lnTo>
                <a:lnTo>
                  <a:pt x="0" y="201035"/>
                </a:lnTo>
                <a:lnTo>
                  <a:pt x="0" y="222695"/>
                </a:lnTo>
                <a:lnTo>
                  <a:pt x="0" y="244354"/>
                </a:lnTo>
                <a:lnTo>
                  <a:pt x="0" y="266014"/>
                </a:lnTo>
                <a:lnTo>
                  <a:pt x="0" y="287674"/>
                </a:lnTo>
                <a:lnTo>
                  <a:pt x="0" y="309334"/>
                </a:lnTo>
                <a:lnTo>
                  <a:pt x="0" y="330994"/>
                </a:lnTo>
                <a:lnTo>
                  <a:pt x="0" y="352654"/>
                </a:lnTo>
                <a:lnTo>
                  <a:pt x="0" y="374313"/>
                </a:lnTo>
                <a:lnTo>
                  <a:pt x="0" y="395973"/>
                </a:lnTo>
                <a:lnTo>
                  <a:pt x="0" y="417624"/>
                </a:lnTo>
                <a:lnTo>
                  <a:pt x="0" y="439283"/>
                </a:lnTo>
                <a:lnTo>
                  <a:pt x="0" y="460943"/>
                </a:lnTo>
                <a:lnTo>
                  <a:pt x="0" y="482603"/>
                </a:lnTo>
                <a:lnTo>
                  <a:pt x="0" y="504263"/>
                </a:lnTo>
                <a:lnTo>
                  <a:pt x="0" y="525923"/>
                </a:lnTo>
                <a:lnTo>
                  <a:pt x="0" y="547583"/>
                </a:lnTo>
                <a:lnTo>
                  <a:pt x="0" y="569243"/>
                </a:lnTo>
                <a:lnTo>
                  <a:pt x="0" y="590902"/>
                </a:lnTo>
                <a:lnTo>
                  <a:pt x="0" y="612562"/>
                </a:lnTo>
                <a:lnTo>
                  <a:pt x="0" y="634222"/>
                </a:lnTo>
                <a:lnTo>
                  <a:pt x="0" y="655882"/>
                </a:lnTo>
                <a:lnTo>
                  <a:pt x="0" y="677542"/>
                </a:lnTo>
                <a:lnTo>
                  <a:pt x="0" y="699202"/>
                </a:lnTo>
                <a:lnTo>
                  <a:pt x="0" y="720862"/>
                </a:lnTo>
                <a:lnTo>
                  <a:pt x="0" y="742521"/>
                </a:lnTo>
                <a:lnTo>
                  <a:pt x="0" y="764181"/>
                </a:lnTo>
                <a:lnTo>
                  <a:pt x="0" y="785841"/>
                </a:lnTo>
                <a:lnTo>
                  <a:pt x="0" y="807491"/>
                </a:lnTo>
                <a:lnTo>
                  <a:pt x="0" y="829151"/>
                </a:lnTo>
                <a:lnTo>
                  <a:pt x="0" y="850811"/>
                </a:lnTo>
                <a:lnTo>
                  <a:pt x="0" y="872471"/>
                </a:lnTo>
                <a:lnTo>
                  <a:pt x="0" y="894131"/>
                </a:lnTo>
                <a:lnTo>
                  <a:pt x="0" y="915791"/>
                </a:lnTo>
                <a:lnTo>
                  <a:pt x="0" y="937451"/>
                </a:lnTo>
                <a:lnTo>
                  <a:pt x="0" y="959110"/>
                </a:lnTo>
                <a:lnTo>
                  <a:pt x="0" y="980770"/>
                </a:lnTo>
                <a:lnTo>
                  <a:pt x="0" y="1002430"/>
                </a:lnTo>
                <a:lnTo>
                  <a:pt x="0" y="1024090"/>
                </a:lnTo>
                <a:lnTo>
                  <a:pt x="0" y="1045750"/>
                </a:lnTo>
                <a:lnTo>
                  <a:pt x="0" y="1067410"/>
                </a:lnTo>
                <a:lnTo>
                  <a:pt x="0" y="1089069"/>
                </a:lnTo>
                <a:lnTo>
                  <a:pt x="0" y="1110729"/>
                </a:lnTo>
                <a:lnTo>
                  <a:pt x="0" y="1132389"/>
                </a:lnTo>
                <a:lnTo>
                  <a:pt x="0" y="1154049"/>
                </a:lnTo>
                <a:lnTo>
                  <a:pt x="0" y="1175699"/>
                </a:lnTo>
                <a:lnTo>
                  <a:pt x="0" y="1197359"/>
                </a:lnTo>
                <a:lnTo>
                  <a:pt x="0" y="1219019"/>
                </a:lnTo>
                <a:lnTo>
                  <a:pt x="0" y="1240679"/>
                </a:lnTo>
                <a:lnTo>
                  <a:pt x="0" y="1262339"/>
                </a:lnTo>
                <a:lnTo>
                  <a:pt x="0" y="1283999"/>
                </a:lnTo>
                <a:lnTo>
                  <a:pt x="0" y="1305658"/>
                </a:lnTo>
                <a:lnTo>
                  <a:pt x="0" y="1327318"/>
                </a:lnTo>
                <a:lnTo>
                  <a:pt x="0" y="13489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3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D9834E69-5966-4755-9FE4-05285A8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381" y="3850929"/>
            <a:ext cx="2140153" cy="232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1A48D0B1-1265-4CEA-9968-D4BC74B4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3026" y="4873457"/>
            <a:ext cx="788499" cy="326698"/>
          </a:xfrm>
          <a:custGeom xmlns:a="http://schemas.openxmlformats.org/drawingml/2006/main">
            <a:pathLst>
              <a:path w="788499" h="326698">
                <a:moveTo>
                  <a:pt x="788499" y="0"/>
                </a:moveTo>
                <a:lnTo>
                  <a:pt x="787556" y="5420"/>
                </a:lnTo>
                <a:lnTo>
                  <a:pt x="786327" y="10811"/>
                </a:lnTo>
                <a:lnTo>
                  <a:pt x="784889" y="16193"/>
                </a:lnTo>
                <a:lnTo>
                  <a:pt x="783269" y="21546"/>
                </a:lnTo>
                <a:lnTo>
                  <a:pt x="781488" y="26880"/>
                </a:lnTo>
                <a:lnTo>
                  <a:pt x="779545" y="32195"/>
                </a:lnTo>
                <a:lnTo>
                  <a:pt x="777459" y="37481"/>
                </a:lnTo>
                <a:lnTo>
                  <a:pt x="775230" y="42748"/>
                </a:lnTo>
                <a:lnTo>
                  <a:pt x="772868" y="47996"/>
                </a:lnTo>
                <a:lnTo>
                  <a:pt x="770363" y="53216"/>
                </a:lnTo>
                <a:lnTo>
                  <a:pt x="767734" y="58407"/>
                </a:lnTo>
                <a:lnTo>
                  <a:pt x="764972" y="63570"/>
                </a:lnTo>
                <a:lnTo>
                  <a:pt x="762086" y="68713"/>
                </a:lnTo>
                <a:lnTo>
                  <a:pt x="759076" y="73819"/>
                </a:lnTo>
                <a:lnTo>
                  <a:pt x="755933" y="78905"/>
                </a:lnTo>
                <a:lnTo>
                  <a:pt x="752675" y="83953"/>
                </a:lnTo>
                <a:lnTo>
                  <a:pt x="749284" y="88964"/>
                </a:lnTo>
                <a:lnTo>
                  <a:pt x="745779" y="93945"/>
                </a:lnTo>
                <a:lnTo>
                  <a:pt x="742150" y="98898"/>
                </a:lnTo>
                <a:lnTo>
                  <a:pt x="738407" y="103813"/>
                </a:lnTo>
                <a:lnTo>
                  <a:pt x="734539" y="108690"/>
                </a:lnTo>
                <a:lnTo>
                  <a:pt x="730558" y="113528"/>
                </a:lnTo>
                <a:lnTo>
                  <a:pt x="726453" y="118329"/>
                </a:lnTo>
                <a:lnTo>
                  <a:pt x="722233" y="123092"/>
                </a:lnTo>
                <a:lnTo>
                  <a:pt x="717899" y="127806"/>
                </a:lnTo>
                <a:lnTo>
                  <a:pt x="713461" y="132483"/>
                </a:lnTo>
                <a:lnTo>
                  <a:pt x="708898" y="137112"/>
                </a:lnTo>
                <a:lnTo>
                  <a:pt x="704221" y="141703"/>
                </a:lnTo>
                <a:lnTo>
                  <a:pt x="699440" y="146237"/>
                </a:lnTo>
                <a:lnTo>
                  <a:pt x="694544" y="150733"/>
                </a:lnTo>
                <a:lnTo>
                  <a:pt x="689543" y="155181"/>
                </a:lnTo>
                <a:lnTo>
                  <a:pt x="684428" y="159582"/>
                </a:lnTo>
                <a:lnTo>
                  <a:pt x="679209" y="163925"/>
                </a:lnTo>
                <a:lnTo>
                  <a:pt x="673884" y="168221"/>
                </a:lnTo>
                <a:lnTo>
                  <a:pt x="668445" y="172460"/>
                </a:lnTo>
                <a:lnTo>
                  <a:pt x="662911" y="176651"/>
                </a:lnTo>
                <a:lnTo>
                  <a:pt x="657282" y="180785"/>
                </a:lnTo>
                <a:lnTo>
                  <a:pt x="651539" y="184871"/>
                </a:lnTo>
                <a:lnTo>
                  <a:pt x="645709" y="188890"/>
                </a:lnTo>
                <a:lnTo>
                  <a:pt x="639775" y="192862"/>
                </a:lnTo>
                <a:lnTo>
                  <a:pt x="633746" y="196767"/>
                </a:lnTo>
                <a:lnTo>
                  <a:pt x="627621" y="200616"/>
                </a:lnTo>
                <a:lnTo>
                  <a:pt x="621411" y="204407"/>
                </a:lnTo>
                <a:lnTo>
                  <a:pt x="615105" y="208140"/>
                </a:lnTo>
                <a:lnTo>
                  <a:pt x="608714" y="211817"/>
                </a:lnTo>
                <a:lnTo>
                  <a:pt x="602237" y="215427"/>
                </a:lnTo>
                <a:lnTo>
                  <a:pt x="595674" y="218980"/>
                </a:lnTo>
                <a:lnTo>
                  <a:pt x="589026" y="222466"/>
                </a:lnTo>
                <a:lnTo>
                  <a:pt x="582292" y="225885"/>
                </a:lnTo>
                <a:lnTo>
                  <a:pt x="575491" y="229248"/>
                </a:lnTo>
                <a:lnTo>
                  <a:pt x="568604" y="232553"/>
                </a:lnTo>
                <a:lnTo>
                  <a:pt x="561642" y="235791"/>
                </a:lnTo>
                <a:lnTo>
                  <a:pt x="554612" y="238963"/>
                </a:lnTo>
                <a:lnTo>
                  <a:pt x="547516" y="242078"/>
                </a:lnTo>
                <a:lnTo>
                  <a:pt x="540344" y="245126"/>
                </a:lnTo>
                <a:lnTo>
                  <a:pt x="533105" y="248107"/>
                </a:lnTo>
                <a:lnTo>
                  <a:pt x="525799" y="251022"/>
                </a:lnTo>
                <a:lnTo>
                  <a:pt x="518436" y="253879"/>
                </a:lnTo>
                <a:lnTo>
                  <a:pt x="511007" y="256680"/>
                </a:lnTo>
                <a:lnTo>
                  <a:pt x="503520" y="259404"/>
                </a:lnTo>
                <a:lnTo>
                  <a:pt x="495976" y="262071"/>
                </a:lnTo>
                <a:lnTo>
                  <a:pt x="488375" y="264681"/>
                </a:lnTo>
                <a:lnTo>
                  <a:pt x="480727" y="267224"/>
                </a:lnTo>
                <a:lnTo>
                  <a:pt x="473031" y="269700"/>
                </a:lnTo>
                <a:lnTo>
                  <a:pt x="465277" y="272120"/>
                </a:lnTo>
                <a:lnTo>
                  <a:pt x="457476" y="274482"/>
                </a:lnTo>
                <a:lnTo>
                  <a:pt x="449637" y="276777"/>
                </a:lnTo>
                <a:lnTo>
                  <a:pt x="441741" y="279006"/>
                </a:lnTo>
                <a:lnTo>
                  <a:pt x="433816" y="281188"/>
                </a:lnTo>
                <a:lnTo>
                  <a:pt x="425844" y="283302"/>
                </a:lnTo>
                <a:lnTo>
                  <a:pt x="417833" y="285359"/>
                </a:lnTo>
                <a:lnTo>
                  <a:pt x="409785" y="287360"/>
                </a:lnTo>
                <a:lnTo>
                  <a:pt x="401707" y="289293"/>
                </a:lnTo>
                <a:lnTo>
                  <a:pt x="393583" y="291179"/>
                </a:lnTo>
                <a:lnTo>
                  <a:pt x="385439" y="293008"/>
                </a:lnTo>
                <a:lnTo>
                  <a:pt x="377257" y="294770"/>
                </a:lnTo>
                <a:lnTo>
                  <a:pt x="369046" y="296485"/>
                </a:lnTo>
                <a:lnTo>
                  <a:pt x="360807" y="298142"/>
                </a:lnTo>
                <a:lnTo>
                  <a:pt x="352539" y="299752"/>
                </a:lnTo>
                <a:lnTo>
                  <a:pt x="344253" y="301304"/>
                </a:lnTo>
                <a:lnTo>
                  <a:pt x="335937" y="302800"/>
                </a:lnTo>
                <a:lnTo>
                  <a:pt x="327593" y="304238"/>
                </a:lnTo>
                <a:lnTo>
                  <a:pt x="319230" y="305638"/>
                </a:lnTo>
                <a:lnTo>
                  <a:pt x="310848" y="306972"/>
                </a:lnTo>
                <a:lnTo>
                  <a:pt x="302447" y="308267"/>
                </a:lnTo>
                <a:lnTo>
                  <a:pt x="294027" y="309505"/>
                </a:lnTo>
                <a:lnTo>
                  <a:pt x="285588" y="310696"/>
                </a:lnTo>
                <a:lnTo>
                  <a:pt x="277130" y="311849"/>
                </a:lnTo>
                <a:lnTo>
                  <a:pt x="268653" y="312934"/>
                </a:lnTo>
                <a:lnTo>
                  <a:pt x="260166" y="313992"/>
                </a:lnTo>
                <a:lnTo>
                  <a:pt x="251670" y="314992"/>
                </a:lnTo>
                <a:lnTo>
                  <a:pt x="243154" y="315944"/>
                </a:lnTo>
                <a:lnTo>
                  <a:pt x="234620" y="316859"/>
                </a:lnTo>
                <a:lnTo>
                  <a:pt x="226085" y="317725"/>
                </a:lnTo>
                <a:lnTo>
                  <a:pt x="217532" y="318545"/>
                </a:lnTo>
                <a:lnTo>
                  <a:pt x="208969" y="319326"/>
                </a:lnTo>
                <a:lnTo>
                  <a:pt x="200406" y="320059"/>
                </a:lnTo>
                <a:lnTo>
                  <a:pt x="191824" y="320754"/>
                </a:lnTo>
                <a:lnTo>
                  <a:pt x="183242" y="321402"/>
                </a:lnTo>
                <a:lnTo>
                  <a:pt x="174641" y="322012"/>
                </a:lnTo>
                <a:lnTo>
                  <a:pt x="166040" y="322583"/>
                </a:lnTo>
                <a:lnTo>
                  <a:pt x="157439" y="323117"/>
                </a:lnTo>
                <a:lnTo>
                  <a:pt x="148819" y="323612"/>
                </a:lnTo>
                <a:lnTo>
                  <a:pt x="140198" y="324060"/>
                </a:lnTo>
                <a:lnTo>
                  <a:pt x="131578" y="324479"/>
                </a:lnTo>
                <a:lnTo>
                  <a:pt x="122949" y="324860"/>
                </a:lnTo>
                <a:lnTo>
                  <a:pt x="114319" y="325203"/>
                </a:lnTo>
                <a:lnTo>
                  <a:pt x="105680" y="325507"/>
                </a:lnTo>
                <a:lnTo>
                  <a:pt x="97041" y="325774"/>
                </a:lnTo>
                <a:lnTo>
                  <a:pt x="88402" y="326003"/>
                </a:lnTo>
                <a:lnTo>
                  <a:pt x="79762" y="326203"/>
                </a:lnTo>
                <a:lnTo>
                  <a:pt x="71114" y="326374"/>
                </a:lnTo>
                <a:lnTo>
                  <a:pt x="62465" y="326498"/>
                </a:lnTo>
                <a:lnTo>
                  <a:pt x="53826" y="326603"/>
                </a:lnTo>
                <a:lnTo>
                  <a:pt x="45177" y="326669"/>
                </a:lnTo>
                <a:lnTo>
                  <a:pt x="36528" y="326698"/>
                </a:lnTo>
                <a:lnTo>
                  <a:pt x="27880" y="326698"/>
                </a:lnTo>
                <a:lnTo>
                  <a:pt x="19231" y="326669"/>
                </a:lnTo>
                <a:lnTo>
                  <a:pt x="10582" y="326612"/>
                </a:lnTo>
                <a:lnTo>
                  <a:pt x="1934" y="326527"/>
                </a:lnTo>
                <a:lnTo>
                  <a:pt x="0" y="326431"/>
                </a:lnTo>
                <a:lnTo>
                  <a:pt x="8649" y="326298"/>
                </a:lnTo>
                <a:lnTo>
                  <a:pt x="17288" y="326069"/>
                </a:lnTo>
                <a:lnTo>
                  <a:pt x="25927" y="325774"/>
                </a:lnTo>
                <a:lnTo>
                  <a:pt x="34557" y="325412"/>
                </a:lnTo>
                <a:lnTo>
                  <a:pt x="43177" y="324983"/>
                </a:lnTo>
                <a:lnTo>
                  <a:pt x="51787" y="324498"/>
                </a:lnTo>
                <a:lnTo>
                  <a:pt x="60398" y="323945"/>
                </a:lnTo>
                <a:lnTo>
                  <a:pt x="68990" y="323345"/>
                </a:lnTo>
                <a:lnTo>
                  <a:pt x="77572" y="322688"/>
                </a:lnTo>
                <a:lnTo>
                  <a:pt x="86154" y="321964"/>
                </a:lnTo>
                <a:lnTo>
                  <a:pt x="94707" y="321193"/>
                </a:lnTo>
                <a:lnTo>
                  <a:pt x="103261" y="320364"/>
                </a:lnTo>
                <a:lnTo>
                  <a:pt x="111795" y="319478"/>
                </a:lnTo>
                <a:lnTo>
                  <a:pt x="120310" y="318526"/>
                </a:lnTo>
                <a:lnTo>
                  <a:pt x="128807" y="317516"/>
                </a:lnTo>
                <a:lnTo>
                  <a:pt x="137293" y="316449"/>
                </a:lnTo>
                <a:lnTo>
                  <a:pt x="145752" y="315316"/>
                </a:lnTo>
                <a:lnTo>
                  <a:pt x="154191" y="314125"/>
                </a:lnTo>
                <a:lnTo>
                  <a:pt x="162601" y="312868"/>
                </a:lnTo>
                <a:lnTo>
                  <a:pt x="170993" y="311544"/>
                </a:lnTo>
                <a:lnTo>
                  <a:pt x="179356" y="310153"/>
                </a:lnTo>
                <a:lnTo>
                  <a:pt x="187690" y="308696"/>
                </a:lnTo>
                <a:lnTo>
                  <a:pt x="195996" y="307172"/>
                </a:lnTo>
                <a:lnTo>
                  <a:pt x="204264" y="305572"/>
                </a:lnTo>
                <a:lnTo>
                  <a:pt x="212493" y="303895"/>
                </a:lnTo>
                <a:lnTo>
                  <a:pt x="220685" y="302152"/>
                </a:lnTo>
                <a:lnTo>
                  <a:pt x="228838" y="300323"/>
                </a:lnTo>
                <a:lnTo>
                  <a:pt x="236944" y="298418"/>
                </a:lnTo>
                <a:lnTo>
                  <a:pt x="244993" y="296428"/>
                </a:lnTo>
                <a:lnTo>
                  <a:pt x="252994" y="294361"/>
                </a:lnTo>
                <a:lnTo>
                  <a:pt x="260937" y="292198"/>
                </a:lnTo>
                <a:lnTo>
                  <a:pt x="268815" y="289960"/>
                </a:lnTo>
                <a:lnTo>
                  <a:pt x="276635" y="287617"/>
                </a:lnTo>
                <a:lnTo>
                  <a:pt x="284378" y="285188"/>
                </a:lnTo>
                <a:lnTo>
                  <a:pt x="292046" y="282664"/>
                </a:lnTo>
                <a:lnTo>
                  <a:pt x="299628" y="280045"/>
                </a:lnTo>
                <a:lnTo>
                  <a:pt x="307115" y="277320"/>
                </a:lnTo>
                <a:lnTo>
                  <a:pt x="314516" y="274501"/>
                </a:lnTo>
                <a:lnTo>
                  <a:pt x="321802" y="271567"/>
                </a:lnTo>
                <a:lnTo>
                  <a:pt x="328984" y="268529"/>
                </a:lnTo>
                <a:lnTo>
                  <a:pt x="336052" y="265386"/>
                </a:lnTo>
                <a:lnTo>
                  <a:pt x="342986" y="262128"/>
                </a:lnTo>
                <a:lnTo>
                  <a:pt x="349787" y="258756"/>
                </a:lnTo>
                <a:lnTo>
                  <a:pt x="356435" y="255270"/>
                </a:lnTo>
                <a:lnTo>
                  <a:pt x="362931" y="251670"/>
                </a:lnTo>
                <a:lnTo>
                  <a:pt x="369265" y="247955"/>
                </a:lnTo>
                <a:lnTo>
                  <a:pt x="375418" y="244126"/>
                </a:lnTo>
                <a:lnTo>
                  <a:pt x="381381" y="240182"/>
                </a:lnTo>
                <a:lnTo>
                  <a:pt x="387153" y="236125"/>
                </a:lnTo>
                <a:lnTo>
                  <a:pt x="392725" y="231953"/>
                </a:lnTo>
                <a:lnTo>
                  <a:pt x="398069" y="227667"/>
                </a:lnTo>
                <a:lnTo>
                  <a:pt x="403193" y="223276"/>
                </a:lnTo>
                <a:lnTo>
                  <a:pt x="408080" y="218780"/>
                </a:lnTo>
                <a:lnTo>
                  <a:pt x="412728" y="214179"/>
                </a:lnTo>
                <a:lnTo>
                  <a:pt x="417119" y="209483"/>
                </a:lnTo>
                <a:lnTo>
                  <a:pt x="421253" y="204692"/>
                </a:lnTo>
                <a:lnTo>
                  <a:pt x="425129" y="199825"/>
                </a:lnTo>
                <a:lnTo>
                  <a:pt x="428730" y="194862"/>
                </a:lnTo>
                <a:lnTo>
                  <a:pt x="432064" y="189833"/>
                </a:lnTo>
                <a:lnTo>
                  <a:pt x="435131" y="184737"/>
                </a:lnTo>
                <a:lnTo>
                  <a:pt x="437921" y="179575"/>
                </a:lnTo>
                <a:lnTo>
                  <a:pt x="440436" y="174365"/>
                </a:lnTo>
                <a:lnTo>
                  <a:pt x="442684" y="169097"/>
                </a:lnTo>
                <a:lnTo>
                  <a:pt x="444665" y="163792"/>
                </a:lnTo>
                <a:lnTo>
                  <a:pt x="446380" y="158448"/>
                </a:lnTo>
                <a:lnTo>
                  <a:pt x="447837" y="153076"/>
                </a:lnTo>
                <a:lnTo>
                  <a:pt x="449047" y="147676"/>
                </a:lnTo>
                <a:lnTo>
                  <a:pt x="449999" y="142256"/>
                </a:lnTo>
                <a:lnTo>
                  <a:pt x="450723" y="136827"/>
                </a:lnTo>
                <a:lnTo>
                  <a:pt x="451209" y="131388"/>
                </a:lnTo>
                <a:lnTo>
                  <a:pt x="451466" y="125940"/>
                </a:lnTo>
                <a:lnTo>
                  <a:pt x="451504" y="120482"/>
                </a:lnTo>
                <a:lnTo>
                  <a:pt x="451333" y="115033"/>
                </a:lnTo>
                <a:lnTo>
                  <a:pt x="450952" y="109585"/>
                </a:lnTo>
                <a:lnTo>
                  <a:pt x="450390" y="104146"/>
                </a:lnTo>
                <a:lnTo>
                  <a:pt x="458391" y="102813"/>
                </a:lnTo>
                <a:lnTo>
                  <a:pt x="466820" y="101594"/>
                </a:lnTo>
                <a:lnTo>
                  <a:pt x="475221" y="100298"/>
                </a:lnTo>
                <a:lnTo>
                  <a:pt x="483594" y="98927"/>
                </a:lnTo>
                <a:lnTo>
                  <a:pt x="491938" y="97498"/>
                </a:lnTo>
                <a:lnTo>
                  <a:pt x="500263" y="96012"/>
                </a:lnTo>
                <a:lnTo>
                  <a:pt x="508559" y="94478"/>
                </a:lnTo>
                <a:lnTo>
                  <a:pt x="516827" y="92878"/>
                </a:lnTo>
                <a:lnTo>
                  <a:pt x="525075" y="91230"/>
                </a:lnTo>
                <a:lnTo>
                  <a:pt x="533295" y="89535"/>
                </a:lnTo>
                <a:lnTo>
                  <a:pt x="541487" y="87782"/>
                </a:lnTo>
                <a:lnTo>
                  <a:pt x="549650" y="85982"/>
                </a:lnTo>
                <a:lnTo>
                  <a:pt x="557784" y="84134"/>
                </a:lnTo>
                <a:lnTo>
                  <a:pt x="565890" y="82229"/>
                </a:lnTo>
                <a:lnTo>
                  <a:pt x="573957" y="80277"/>
                </a:lnTo>
                <a:lnTo>
                  <a:pt x="582006" y="78276"/>
                </a:lnTo>
                <a:lnTo>
                  <a:pt x="590017" y="76219"/>
                </a:lnTo>
                <a:lnTo>
                  <a:pt x="597999" y="74124"/>
                </a:lnTo>
                <a:lnTo>
                  <a:pt x="605942" y="71961"/>
                </a:lnTo>
                <a:lnTo>
                  <a:pt x="613848" y="69761"/>
                </a:lnTo>
                <a:lnTo>
                  <a:pt x="621725" y="67504"/>
                </a:lnTo>
                <a:lnTo>
                  <a:pt x="629555" y="65189"/>
                </a:lnTo>
                <a:lnTo>
                  <a:pt x="637346" y="62827"/>
                </a:lnTo>
                <a:lnTo>
                  <a:pt x="645100" y="60408"/>
                </a:lnTo>
                <a:lnTo>
                  <a:pt x="652815" y="57941"/>
                </a:lnTo>
                <a:lnTo>
                  <a:pt x="660473" y="55416"/>
                </a:lnTo>
                <a:lnTo>
                  <a:pt x="668093" y="52835"/>
                </a:lnTo>
                <a:lnTo>
                  <a:pt x="675665" y="50197"/>
                </a:lnTo>
                <a:lnTo>
                  <a:pt x="683190" y="47511"/>
                </a:lnTo>
                <a:lnTo>
                  <a:pt x="690658" y="44758"/>
                </a:lnTo>
                <a:lnTo>
                  <a:pt x="698078" y="41958"/>
                </a:lnTo>
                <a:lnTo>
                  <a:pt x="705441" y="39091"/>
                </a:lnTo>
                <a:lnTo>
                  <a:pt x="712737" y="36176"/>
                </a:lnTo>
                <a:lnTo>
                  <a:pt x="719985" y="33195"/>
                </a:lnTo>
                <a:lnTo>
                  <a:pt x="727158" y="30147"/>
                </a:lnTo>
                <a:lnTo>
                  <a:pt x="734273" y="27051"/>
                </a:lnTo>
                <a:lnTo>
                  <a:pt x="741321" y="23889"/>
                </a:lnTo>
                <a:lnTo>
                  <a:pt x="748294" y="20669"/>
                </a:lnTo>
                <a:lnTo>
                  <a:pt x="755199" y="17383"/>
                </a:lnTo>
                <a:lnTo>
                  <a:pt x="762019" y="14030"/>
                </a:lnTo>
                <a:lnTo>
                  <a:pt x="768763" y="10620"/>
                </a:lnTo>
                <a:lnTo>
                  <a:pt x="775430" y="7144"/>
                </a:lnTo>
                <a:lnTo>
                  <a:pt x="782012" y="3600"/>
                </a:lnTo>
                <a:lnTo>
                  <a:pt x="78849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9429E4E6-769B-4037-B094-2868ECA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127" y="2372325"/>
            <a:ext cx="1464316" cy="226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材料不全｜42</a:t>
            </a:r>
          </a:p>
        </p:txBody>
      </p:sp>
      <p:sp>
        <p:nvSpPr>
          <p:cNvPr id="3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1764A7CF-7673-4391-A058-FEBC075A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764" y="2690070"/>
            <a:ext cx="1675952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字段缺失或样本文件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未附</a:t>
            </a:r>
          </a:p>
        </p:txBody>
      </p:sp>
      <p:sp>
        <p:nvSpPr>
          <p:cNvPr id="3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2DCF446A-CF22-434E-8A04-F1305F68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481" y="2372325"/>
            <a:ext cx="1464316" cy="226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权限确认｜30</a:t>
            </a:r>
          </a:p>
        </p:txBody>
      </p:sp>
      <p:sp>
        <p:nvSpPr>
          <p:cNvPr id="3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D9A3C887-79B5-49F5-908B-0E779F61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5109" y="2690070"/>
            <a:ext cx="1675952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授权人不明确或范围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未确认</a:t>
            </a:r>
          </a:p>
        </p:txBody>
      </p:sp>
      <p:sp>
        <p:nvSpPr>
          <p:cNvPr id="3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7BD15018-9E21-4177-B819-335C106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127" y="3850929"/>
            <a:ext cx="1464316" cy="226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需求反复｜16</a:t>
            </a:r>
          </a:p>
        </p:txBody>
      </p:sp>
      <p:sp>
        <p:nvSpPr>
          <p:cNvPr id="3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742F7340-0C99-4380-A4BA-791245C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764" y="4168673"/>
            <a:ext cx="1675952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需求说明多次变化</a:t>
            </a:r>
          </a:p>
        </p:txBody>
      </p:sp>
      <p:sp>
        <p:nvSpPr>
          <p:cNvPr id="3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ACC8EB5D-6C29-430F-9D03-F2C07D6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481" y="3850929"/>
            <a:ext cx="1464316" cy="226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其他｜8</a:t>
            </a:r>
          </a:p>
        </p:txBody>
      </p:sp>
      <p:sp>
        <p:nvSpPr>
          <p:cNvPr id="4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3EBE7B40-6E80-443A-8443-88C367DB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5109" y="4168673"/>
            <a:ext cx="1675952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未归入以上三类</a:t>
            </a:r>
          </a:p>
        </p:txBody>
      </p:sp>
      <p:sp>
        <p:nvSpPr>
          <p:cNvPr id="4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4A3DC55B-FFA1-47CA-8F3E-4E6EA77F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027" y="2372325"/>
            <a:ext cx="419100" cy="22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fa422f7c34e79">
            <a:extLst>
              <a:ext uri="{96DAC541-7B7A-43D3-8B79-37D633B846F1}">
                <asvg:svgBlip xmlns:asvg="http://schemas.microsoft.com/office/drawing/2016/SVG/main" r:embed="R2481a5260aeb47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04802" y="238720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F41282FE-D9D6-4C83-A267-7F31A79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381" y="2372325"/>
            <a:ext cx="419100" cy="22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b8c279a7a4847">
            <a:extLst>
              <a:ext uri="{96DAC541-7B7A-43D3-8B79-37D633B846F1}">
                <asvg:svgBlip xmlns:asvg="http://schemas.microsoft.com/office/drawing/2016/SVG/main" r:embed="Ra2ad73c8959644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6156" y="238720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C06206E8-7552-4E5A-BA13-4D2033BB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027" y="3850929"/>
            <a:ext cx="419100" cy="22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e68577da8414b">
            <a:extLst>
              <a:ext uri="{96DAC541-7B7A-43D3-8B79-37D633B846F1}">
                <asvg:svgBlip xmlns:asvg="http://schemas.microsoft.com/office/drawing/2016/SVG/main" r:embed="R5a1e69ec4a084d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04802" y="386580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B2296A65-4CDA-4A22-AB0B-23771A35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381" y="3850929"/>
            <a:ext cx="419100" cy="22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88a38bab0406c">
            <a:extLst>
              <a:ext uri="{96DAC541-7B7A-43D3-8B79-37D633B846F1}">
                <asvg:svgBlip xmlns:asvg="http://schemas.microsoft.com/office/drawing/2016/SVG/main" r:embed="Rccc351b55cbd43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6156" y="386580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p2-foot">
            <a:extLst xmlns:a="http://schemas.openxmlformats.org/drawingml/2006/main">
              <a:ext uri="{FF2B5EF4-FFF2-40B4-BE49-F238E27FC236}">
                <a16:creationId xmlns:a16="http://schemas.microsoft.com/office/drawing/2014/main" id="{28FA430B-01CC-4FE4-A7E1-53A8A892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对应边界：阻塞分类用于定位问题，不等于某项干预可消除的数量，也不能直接预测节省工时。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B统一申请入口与阻塞类型最直接对应，适合先试行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3-lead">
            <a:extLst xmlns:a="http://schemas.openxmlformats.org/drawingml/2006/main">
              <a:ext uri="{FF2B5EF4-FFF2-40B4-BE49-F238E27FC236}">
                <a16:creationId xmlns:a16="http://schemas.microsoft.com/office/drawing/2014/main" id="{F19228F8-B35E-4597-B672-BAF6537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方案投入与周期是内部估计；建议先验证与主要阻塞环节直接相连的B。</a:t>
            </a:r>
          </a:p>
        </p:txBody>
      </p:sp>
      <p:sp>
        <p:nvSpPr>
          <p:cNvPr id="16" name="p3-sim">
            <a:extLst xmlns:a="http://schemas.openxmlformats.org/drawingml/2006/main">
              <a:ext uri="{FF2B5EF4-FFF2-40B4-BE49-F238E27FC236}">
                <a16:creationId xmlns:a16="http://schemas.microsoft.com/office/drawing/2014/main" id="{7E9B59D8-C1F6-45E4-B851-6A476DF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14500"/>
            <a:ext cx="1762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E6E2"/>
          </a:solidFill>
          <a:ln xmlns:a="http://schemas.openxmlformats.org/drawingml/2006/main" w="0">
            <a:solidFill>
              <a:srgbClr val="F3E6E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rPr>
              <a:t>方案估计｜未验证效果</a:t>
            </a:r>
          </a:p>
        </p:txBody>
      </p:sp>
      <p:sp>
        <p:nvSpPr>
          <p:cNvPr id="17" name="p3-head-label">
            <a:extLst xmlns:a="http://schemas.openxmlformats.org/drawingml/2006/main">
              <a:ext uri="{FF2B5EF4-FFF2-40B4-BE49-F238E27FC236}">
                <a16:creationId xmlns:a16="http://schemas.microsoft.com/office/drawing/2014/main" id="{B9DB3366-A322-402E-ACD3-B11F373C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8" name="p3-head-label-t">
            <a:extLst xmlns:a="http://schemas.openxmlformats.org/drawingml/2006/main">
              <a:ext uri="{FF2B5EF4-FFF2-40B4-BE49-F238E27FC236}">
                <a16:creationId xmlns:a16="http://schemas.microsoft.com/office/drawing/2014/main" id="{A1579CE1-457D-489D-837D-9F25D1B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90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19" name="p3-head-A">
            <a:extLst xmlns:a="http://schemas.openxmlformats.org/drawingml/2006/main">
              <a:ext uri="{FF2B5EF4-FFF2-40B4-BE49-F238E27FC236}">
                <a16:creationId xmlns:a16="http://schemas.microsoft.com/office/drawing/2014/main" id="{0878AD4B-72D3-4CFF-8DC0-0D933ED5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38375"/>
            <a:ext cx="311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5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0" name="p3-head-A-t">
            <a:extLst xmlns:a="http://schemas.openxmlformats.org/drawingml/2006/main">
              <a:ext uri="{FF2B5EF4-FFF2-40B4-BE49-F238E27FC236}">
                <a16:creationId xmlns:a16="http://schemas.microsoft.com/office/drawing/2014/main" id="{90F9108E-4B8C-45D3-B1D9-833DE91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62200"/>
            <a:ext cx="284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1" name="p3-head-B">
            <a:extLst xmlns:a="http://schemas.openxmlformats.org/drawingml/2006/main">
              <a:ext uri="{FF2B5EF4-FFF2-40B4-BE49-F238E27FC236}">
                <a16:creationId xmlns:a16="http://schemas.microsoft.com/office/drawing/2014/main" id="{04C1C40A-A1CA-453B-B200-CFA9656A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238375"/>
            <a:ext cx="311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2" name="p3-head-B-t">
            <a:extLst xmlns:a="http://schemas.openxmlformats.org/drawingml/2006/main">
              <a:ext uri="{FF2B5EF4-FFF2-40B4-BE49-F238E27FC236}">
                <a16:creationId xmlns:a16="http://schemas.microsoft.com/office/drawing/2014/main" id="{E7296095-7CBF-41AB-B063-AD5FBCFF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2362200"/>
            <a:ext cx="284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3" name="p3-head-C">
            <a:extLst xmlns:a="http://schemas.openxmlformats.org/drawingml/2006/main">
              <a:ext uri="{FF2B5EF4-FFF2-40B4-BE49-F238E27FC236}">
                <a16:creationId xmlns:a16="http://schemas.microsoft.com/office/drawing/2014/main" id="{EC61854B-35CE-424D-817B-19893C6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25" y="2238375"/>
            <a:ext cx="311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5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4" name="p3-head-C-t">
            <a:extLst xmlns:a="http://schemas.openxmlformats.org/drawingml/2006/main">
              <a:ext uri="{FF2B5EF4-FFF2-40B4-BE49-F238E27FC236}">
                <a16:creationId xmlns:a16="http://schemas.microsoft.com/office/drawing/2014/main" id="{8E28ED56-A220-4D34-B861-EFC5B68B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2362200"/>
            <a:ext cx="284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5" name="p3-label-0">
            <a:extLst xmlns:a="http://schemas.openxmlformats.org/drawingml/2006/main">
              <a:ext uri="{FF2B5EF4-FFF2-40B4-BE49-F238E27FC236}">
                <a16:creationId xmlns:a16="http://schemas.microsoft.com/office/drawing/2014/main" id="{48207B23-B64A-4FD0-835A-84FE36F0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717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6" name="p3-label-0-t">
            <a:extLst xmlns:a="http://schemas.openxmlformats.org/drawingml/2006/main">
              <a:ext uri="{FF2B5EF4-FFF2-40B4-BE49-F238E27FC236}">
                <a16:creationId xmlns:a16="http://schemas.microsoft.com/office/drawing/2014/main" id="{51F818A3-7B27-4589-82E9-87E953CA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432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7" name="p3-cell-0-0">
            <a:extLst xmlns:a="http://schemas.openxmlformats.org/drawingml/2006/main">
              <a:ext uri="{FF2B5EF4-FFF2-40B4-BE49-F238E27FC236}">
                <a16:creationId xmlns:a16="http://schemas.microsoft.com/office/drawing/2014/main" id="{5FA74E42-F734-473E-8085-BBB6F9F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717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8" name="p3-cell-0-0-t">
            <a:extLst xmlns:a="http://schemas.openxmlformats.org/drawingml/2006/main">
              <a:ext uri="{FF2B5EF4-FFF2-40B4-BE49-F238E27FC236}">
                <a16:creationId xmlns:a16="http://schemas.microsoft.com/office/drawing/2014/main" id="{8835C920-4316-4563-8AA0-26F7EF73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146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29" name="p3-cell-0-1">
            <a:extLst xmlns:a="http://schemas.openxmlformats.org/drawingml/2006/main">
              <a:ext uri="{FF2B5EF4-FFF2-40B4-BE49-F238E27FC236}">
                <a16:creationId xmlns:a16="http://schemas.microsoft.com/office/drawing/2014/main" id="{DCB16771-412E-4F87-AA74-80CD6E29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7717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0" name="p3-cell-0-1-t">
            <a:extLst xmlns:a="http://schemas.openxmlformats.org/drawingml/2006/main">
              <a:ext uri="{FF2B5EF4-FFF2-40B4-BE49-F238E27FC236}">
                <a16:creationId xmlns:a16="http://schemas.microsoft.com/office/drawing/2014/main" id="{B0953D29-5088-4066-B024-B785806B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29146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31" name="p3-cell-0-2">
            <a:extLst xmlns:a="http://schemas.openxmlformats.org/drawingml/2006/main">
              <a:ext uri="{FF2B5EF4-FFF2-40B4-BE49-F238E27FC236}">
                <a16:creationId xmlns:a16="http://schemas.microsoft.com/office/drawing/2014/main" id="{D5D4FE10-694A-4F7E-AA30-A1D36298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25" y="27717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2" name="p3-cell-0-2-t">
            <a:extLst xmlns:a="http://schemas.openxmlformats.org/drawingml/2006/main">
              <a:ext uri="{FF2B5EF4-FFF2-40B4-BE49-F238E27FC236}">
                <a16:creationId xmlns:a16="http://schemas.microsoft.com/office/drawing/2014/main" id="{5AE10E8E-1275-4A19-8892-F7DB9479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29146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33" name="p3-label-1">
            <a:extLst xmlns:a="http://schemas.openxmlformats.org/drawingml/2006/main">
              <a:ext uri="{FF2B5EF4-FFF2-40B4-BE49-F238E27FC236}">
                <a16:creationId xmlns:a16="http://schemas.microsoft.com/office/drawing/2014/main" id="{5E196C31-D658-4E0A-A3DF-47E55468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623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4" name="p3-label-1-t">
            <a:extLst xmlns:a="http://schemas.openxmlformats.org/drawingml/2006/main">
              <a:ext uri="{FF2B5EF4-FFF2-40B4-BE49-F238E27FC236}">
                <a16:creationId xmlns:a16="http://schemas.microsoft.com/office/drawing/2014/main" id="{6FAD83EF-EDF8-4055-931D-0AB038AA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337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初期投入 / 周期</a:t>
            </a:r>
          </a:p>
        </p:txBody>
      </p:sp>
      <p:sp>
        <p:nvSpPr>
          <p:cNvPr id="35" name="p3-cell-1-0">
            <a:extLst xmlns:a="http://schemas.openxmlformats.org/drawingml/2006/main">
              <a:ext uri="{FF2B5EF4-FFF2-40B4-BE49-F238E27FC236}">
                <a16:creationId xmlns:a16="http://schemas.microsoft.com/office/drawing/2014/main" id="{90F7B72D-3F51-401B-AF5F-E2DAAD29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6232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6" name="p3-cell-1-0-t">
            <a:extLst xmlns:a="http://schemas.openxmlformats.org/drawingml/2006/main">
              <a:ext uri="{FF2B5EF4-FFF2-40B4-BE49-F238E27FC236}">
                <a16:creationId xmlns:a16="http://schemas.microsoft.com/office/drawing/2014/main" id="{2AD7F5C4-FAD6-4BB8-8587-DF069BC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0520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8人日｜1周</a:t>
            </a:r>
          </a:p>
        </p:txBody>
      </p:sp>
      <p:sp>
        <p:nvSpPr>
          <p:cNvPr id="37" name="p3-cell-1-1">
            <a:extLst xmlns:a="http://schemas.openxmlformats.org/drawingml/2006/main">
              <a:ext uri="{FF2B5EF4-FFF2-40B4-BE49-F238E27FC236}">
                <a16:creationId xmlns:a16="http://schemas.microsoft.com/office/drawing/2014/main" id="{76B1D3C5-C666-4ECB-A0B9-766493D0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336232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8" name="p3-cell-1-1-t">
            <a:extLst xmlns:a="http://schemas.openxmlformats.org/drawingml/2006/main">
              <a:ext uri="{FF2B5EF4-FFF2-40B4-BE49-F238E27FC236}">
                <a16:creationId xmlns:a16="http://schemas.microsoft.com/office/drawing/2014/main" id="{D9A631C3-949F-46E2-AB43-C8F211DE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350520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12人日｜2周</a:t>
            </a:r>
          </a:p>
        </p:txBody>
      </p:sp>
      <p:sp>
        <p:nvSpPr>
          <p:cNvPr id="39" name="p3-cell-1-2">
            <a:extLst xmlns:a="http://schemas.openxmlformats.org/drawingml/2006/main">
              <a:ext uri="{FF2B5EF4-FFF2-40B4-BE49-F238E27FC236}">
                <a16:creationId xmlns:a16="http://schemas.microsoft.com/office/drawing/2014/main" id="{538C979F-FDA9-4E24-BE1D-ABFDFBDB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25" y="336232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0" name="p3-cell-1-2-t">
            <a:extLst xmlns:a="http://schemas.openxmlformats.org/drawingml/2006/main">
              <a:ext uri="{FF2B5EF4-FFF2-40B4-BE49-F238E27FC236}">
                <a16:creationId xmlns:a16="http://schemas.microsoft.com/office/drawing/2014/main" id="{31AF239D-7C0B-435B-A664-72049D3B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350520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30人日｜6周</a:t>
            </a:r>
          </a:p>
        </p:txBody>
      </p:sp>
      <p:sp>
        <p:nvSpPr>
          <p:cNvPr id="41" name="p3-label-2">
            <a:extLst xmlns:a="http://schemas.openxmlformats.org/drawingml/2006/main">
              <a:ext uri="{FF2B5EF4-FFF2-40B4-BE49-F238E27FC236}">
                <a16:creationId xmlns:a16="http://schemas.microsoft.com/office/drawing/2014/main" id="{00483C5D-0F10-492D-B339-F4D83C82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528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2" name="p3-label-2-t">
            <a:extLst xmlns:a="http://schemas.openxmlformats.org/drawingml/2006/main">
              <a:ext uri="{FF2B5EF4-FFF2-40B4-BE49-F238E27FC236}">
                <a16:creationId xmlns:a16="http://schemas.microsoft.com/office/drawing/2014/main" id="{8B7B39BB-05FF-40EF-9BC4-7A4D4ED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243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3" name="p3-cell-2-0">
            <a:extLst xmlns:a="http://schemas.openxmlformats.org/drawingml/2006/main">
              <a:ext uri="{FF2B5EF4-FFF2-40B4-BE49-F238E27FC236}">
                <a16:creationId xmlns:a16="http://schemas.microsoft.com/office/drawing/2014/main" id="{9A78BBED-1F38-4F12-90E5-327863B5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528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4" name="p3-cell-2-0-t">
            <a:extLst xmlns:a="http://schemas.openxmlformats.org/drawingml/2006/main">
              <a:ext uri="{FF2B5EF4-FFF2-40B4-BE49-F238E27FC236}">
                <a16:creationId xmlns:a16="http://schemas.microsoft.com/office/drawing/2014/main" id="{D196034E-27E0-4A1E-A02D-B5B12D7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0957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45" name="p3-cell-2-1">
            <a:extLst xmlns:a="http://schemas.openxmlformats.org/drawingml/2006/main">
              <a:ext uri="{FF2B5EF4-FFF2-40B4-BE49-F238E27FC236}">
                <a16:creationId xmlns:a16="http://schemas.microsoft.com/office/drawing/2014/main" id="{2270E2E4-F88F-4C1F-B349-2DE554B0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39528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6" name="p3-cell-2-1-t">
            <a:extLst xmlns:a="http://schemas.openxmlformats.org/drawingml/2006/main">
              <a:ext uri="{FF2B5EF4-FFF2-40B4-BE49-F238E27FC236}">
                <a16:creationId xmlns:a16="http://schemas.microsoft.com/office/drawing/2014/main" id="{731643B5-6B41-47DA-A576-2A14CC4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40957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7" name="p3-cell-2-2">
            <a:extLst xmlns:a="http://schemas.openxmlformats.org/drawingml/2006/main">
              <a:ext uri="{FF2B5EF4-FFF2-40B4-BE49-F238E27FC236}">
                <a16:creationId xmlns:a16="http://schemas.microsoft.com/office/drawing/2014/main" id="{3B56AE71-6EF0-4FDD-B1A0-7DA38C2A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25" y="39528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8" name="p3-cell-2-2-t">
            <a:extLst xmlns:a="http://schemas.openxmlformats.org/drawingml/2006/main">
              <a:ext uri="{FF2B5EF4-FFF2-40B4-BE49-F238E27FC236}">
                <a16:creationId xmlns:a16="http://schemas.microsoft.com/office/drawing/2014/main" id="{E854AFC7-40F2-4715-B56E-903135F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40957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49" name="p3-label-3">
            <a:extLst xmlns:a="http://schemas.openxmlformats.org/drawingml/2006/main">
              <a:ext uri="{FF2B5EF4-FFF2-40B4-BE49-F238E27FC236}">
                <a16:creationId xmlns:a16="http://schemas.microsoft.com/office/drawing/2014/main" id="{CEA47301-3011-4172-A8ED-E681D9AA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434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0" name="p3-label-3-t">
            <a:extLst xmlns:a="http://schemas.openxmlformats.org/drawingml/2006/main">
              <a:ext uri="{FF2B5EF4-FFF2-40B4-BE49-F238E27FC236}">
                <a16:creationId xmlns:a16="http://schemas.microsoft.com/office/drawing/2014/main" id="{70B97DE9-9BF7-4C73-8E37-873F9B7E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48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51" name="p3-cell-3-0">
            <a:extLst xmlns:a="http://schemas.openxmlformats.org/drawingml/2006/main">
              <a:ext uri="{FF2B5EF4-FFF2-40B4-BE49-F238E27FC236}">
                <a16:creationId xmlns:a16="http://schemas.microsoft.com/office/drawing/2014/main" id="{9334A1D4-B954-41DD-99A4-016CCB3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4342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2" name="p3-cell-3-0-t">
            <a:extLst xmlns:a="http://schemas.openxmlformats.org/drawingml/2006/main">
              <a:ext uri="{FF2B5EF4-FFF2-40B4-BE49-F238E27FC236}">
                <a16:creationId xmlns:a16="http://schemas.microsoft.com/office/drawing/2014/main" id="{C5995301-7F28-417B-A7AF-292BED2D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68630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53" name="p3-cell-3-1">
            <a:extLst xmlns:a="http://schemas.openxmlformats.org/drawingml/2006/main">
              <a:ext uri="{FF2B5EF4-FFF2-40B4-BE49-F238E27FC236}">
                <a16:creationId xmlns:a16="http://schemas.microsoft.com/office/drawing/2014/main" id="{C746378F-DE67-41C8-AF0E-6BFBFF8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454342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4" name="p3-cell-3-1-t">
            <a:extLst xmlns:a="http://schemas.openxmlformats.org/drawingml/2006/main">
              <a:ext uri="{FF2B5EF4-FFF2-40B4-BE49-F238E27FC236}">
                <a16:creationId xmlns:a16="http://schemas.microsoft.com/office/drawing/2014/main" id="{2E871CDE-BD49-45AD-8077-D80B7DAA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468630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55" name="p3-cell-3-2">
            <a:extLst xmlns:a="http://schemas.openxmlformats.org/drawingml/2006/main">
              <a:ext uri="{FF2B5EF4-FFF2-40B4-BE49-F238E27FC236}">
                <a16:creationId xmlns:a16="http://schemas.microsoft.com/office/drawing/2014/main" id="{D4328511-BE00-4CF8-BD47-10F451C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25" y="454342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6" name="p3-cell-3-2-t">
            <a:extLst xmlns:a="http://schemas.openxmlformats.org/drawingml/2006/main">
              <a:ext uri="{FF2B5EF4-FFF2-40B4-BE49-F238E27FC236}">
                <a16:creationId xmlns:a16="http://schemas.microsoft.com/office/drawing/2014/main" id="{1EB8D09B-866F-4D99-9F15-F739842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468630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稳定字段及可机器判断规则</a:t>
            </a:r>
          </a:p>
        </p:txBody>
      </p:sp>
      <p:sp>
        <p:nvSpPr>
          <p:cNvPr id="57" name="p3-label-4">
            <a:extLst xmlns:a="http://schemas.openxmlformats.org/drawingml/2006/main">
              <a:ext uri="{FF2B5EF4-FFF2-40B4-BE49-F238E27FC236}">
                <a16:creationId xmlns:a16="http://schemas.microsoft.com/office/drawing/2014/main" id="{F9E2A296-A5D2-45A7-9E7C-A745C0DB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8" name="p3-label-4-t">
            <a:extLst xmlns:a="http://schemas.openxmlformats.org/drawingml/2006/main">
              <a:ext uri="{FF2B5EF4-FFF2-40B4-BE49-F238E27FC236}">
                <a16:creationId xmlns:a16="http://schemas.microsoft.com/office/drawing/2014/main" id="{86AD9898-71B8-435A-8BCB-CB29BD16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054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9" name="p3-cell-4-0">
            <a:extLst xmlns:a="http://schemas.openxmlformats.org/drawingml/2006/main">
              <a:ext uri="{FF2B5EF4-FFF2-40B4-BE49-F238E27FC236}">
                <a16:creationId xmlns:a16="http://schemas.microsoft.com/office/drawing/2014/main" id="{E533E2EA-134B-4A0F-9BEC-2F346ED6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339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60" name="p3-cell-4-0-t">
            <a:extLst xmlns:a="http://schemas.openxmlformats.org/drawingml/2006/main">
              <a:ext uri="{FF2B5EF4-FFF2-40B4-BE49-F238E27FC236}">
                <a16:creationId xmlns:a16="http://schemas.microsoft.com/office/drawing/2014/main" id="{0EA5AB90-F923-4BB8-847D-ABA5FD36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2768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61" name="p3-cell-4-1">
            <a:extLst xmlns:a="http://schemas.openxmlformats.org/drawingml/2006/main">
              <a:ext uri="{FF2B5EF4-FFF2-40B4-BE49-F238E27FC236}">
                <a16:creationId xmlns:a16="http://schemas.microsoft.com/office/drawing/2014/main" id="{20D262EC-EC2D-4BBB-A3C0-538680BD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51339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62" name="p3-cell-4-1-t">
            <a:extLst xmlns:a="http://schemas.openxmlformats.org/drawingml/2006/main">
              <a:ext uri="{FF2B5EF4-FFF2-40B4-BE49-F238E27FC236}">
                <a16:creationId xmlns:a16="http://schemas.microsoft.com/office/drawing/2014/main" id="{5634525E-55D3-4138-9EDD-D09B716F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52768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63" name="p3-cell-4-2">
            <a:extLst xmlns:a="http://schemas.openxmlformats.org/drawingml/2006/main">
              <a:ext uri="{FF2B5EF4-FFF2-40B4-BE49-F238E27FC236}">
                <a16:creationId xmlns:a16="http://schemas.microsoft.com/office/drawing/2014/main" id="{3C9DCA9C-5524-472F-AC23-5575A098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25" y="5133975"/>
            <a:ext cx="311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64" name="p3-cell-4-2-t">
            <a:extLst xmlns:a="http://schemas.openxmlformats.org/drawingml/2006/main">
              <a:ext uri="{FF2B5EF4-FFF2-40B4-BE49-F238E27FC236}">
                <a16:creationId xmlns:a16="http://schemas.microsoft.com/office/drawing/2014/main" id="{31205A57-88BB-41FD-9092-DA24EF8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5276850"/>
            <a:ext cx="284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65" name="p3-recommend">
            <a:extLst xmlns:a="http://schemas.openxmlformats.org/drawingml/2006/main">
              <a:ext uri="{FF2B5EF4-FFF2-40B4-BE49-F238E27FC236}">
                <a16:creationId xmlns:a16="http://schemas.microsoft.com/office/drawing/2014/main" id="{204EFA24-4F6B-4755-A23B-2BA87BC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决策条件：先试行B；保留A应对短期高峰；C待入口字段和规则稳定后再评估。B尚未实施，不能宣称已改善。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六周试点先验证规则可用性，再决定是否扩大范围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4-lead">
            <a:extLst xmlns:a="http://schemas.openxmlformats.org/drawingml/2006/main">
              <a:ext uri="{FF2B5EF4-FFF2-40B4-BE49-F238E27FC236}">
                <a16:creationId xmlns:a16="http://schemas.microsoft.com/office/drawing/2014/main" id="{28756BCF-2711-4375-9D94-F3527160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试点先限定在数据提取请求，先验证记录完整与规则可用，再决定是否扩展。</a:t>
            </a:r>
          </a:p>
        </p:txBody>
      </p:sp>
      <p:sp>
        <p:nvSpPr>
          <p:cNvPr id="16" name="p4-sim">
            <a:extLst xmlns:a="http://schemas.openxmlformats.org/drawingml/2006/main">
              <a:ext uri="{FF2B5EF4-FFF2-40B4-BE49-F238E27FC236}">
                <a16:creationId xmlns:a16="http://schemas.microsoft.com/office/drawing/2014/main" id="{69BB6244-F8D2-48A5-B6C6-7940918C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E6E2"/>
          </a:solidFill>
          <a:ln xmlns:a="http://schemas.openxmlformats.org/drawingml/2006/main" w="0">
            <a:solidFill>
              <a:srgbClr val="F3E6E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rPr>
              <a:t>计划｜目标值待基线确定</a:t>
            </a:r>
          </a:p>
        </p:txBody>
      </p:sp>
      <p:sp>
        <p:nvSpPr>
          <p:cNvPr id="17" name="p4-node-0">
            <a:extLst xmlns:a="http://schemas.openxmlformats.org/drawingml/2006/main">
              <a:ext uri="{FF2B5EF4-FFF2-40B4-BE49-F238E27FC236}">
                <a16:creationId xmlns:a16="http://schemas.microsoft.com/office/drawing/2014/main" id="{714A1B3C-F473-4207-AF4C-D5B1130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AFC4D1"/>
            </a:solidFill>
            <a:prstDash val="solid"/>
          </a:ln>
        </p:spPr>
      </p:sp>
      <p:sp>
        <p:nvSpPr>
          <p:cNvPr id="18" name="p4-node-0-title">
            <a:extLst xmlns:a="http://schemas.openxmlformats.org/drawingml/2006/main">
              <a:ext uri="{FF2B5EF4-FFF2-40B4-BE49-F238E27FC236}">
                <a16:creationId xmlns:a16="http://schemas.microsoft.com/office/drawing/2014/main" id="{6E899EBD-0017-4C54-9E5A-C5B3C5BE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第1—2周｜统一规则</a:t>
            </a:r>
          </a:p>
        </p:txBody>
      </p:sp>
      <p:sp>
        <p:nvSpPr>
          <p:cNvPr id="19" name="p4-node-0-body-0">
            <a:extLst xmlns:a="http://schemas.openxmlformats.org/drawingml/2006/main">
              <a:ext uri="{FF2B5EF4-FFF2-40B4-BE49-F238E27FC236}">
                <a16:creationId xmlns:a16="http://schemas.microsoft.com/office/drawing/2014/main" id="{753F94DD-90F4-41D9-9D57-AF7BF9A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负责人＋三类经办人</a:t>
            </a:r>
          </a:p>
        </p:txBody>
      </p:sp>
      <p:sp>
        <p:nvSpPr>
          <p:cNvPr id="20" name="p4-node-0-body-1">
            <a:extLst xmlns:a="http://schemas.openxmlformats.org/drawingml/2006/main">
              <a:ext uri="{FF2B5EF4-FFF2-40B4-BE49-F238E27FC236}">
                <a16:creationId xmlns:a16="http://schemas.microsoft.com/office/drawing/2014/main" id="{98FE301F-0045-4A58-A72D-F469E4B3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字段字典、授权清单、统一入口</a:t>
            </a:r>
          </a:p>
        </p:txBody>
      </p:sp>
      <p:sp>
        <p:nvSpPr>
          <p:cNvPr id="21" name="p4-node-0-body-2">
            <a:extLst xmlns:a="http://schemas.openxmlformats.org/drawingml/2006/main">
              <a:ext uri="{FF2B5EF4-FFF2-40B4-BE49-F238E27FC236}">
                <a16:creationId xmlns:a16="http://schemas.microsoft.com/office/drawing/2014/main" id="{D33B69C3-9F72-4FF7-A28E-3529CD80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进入条件：三类请求各完成一轮样本检查</a:t>
            </a:r>
          </a:p>
        </p:txBody>
      </p:sp>
      <p:sp>
        <p:nvSpPr>
          <p:cNvPr id="22" name="p4-node-1">
            <a:extLst xmlns:a="http://schemas.openxmlformats.org/drawingml/2006/main">
              <a:ext uri="{FF2B5EF4-FFF2-40B4-BE49-F238E27FC236}">
                <a16:creationId xmlns:a16="http://schemas.microsoft.com/office/drawing/2014/main" id="{710B6BA6-F8FB-4028-9A5C-CAE69753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1"/>
          </a:solidFill>
          <a:ln xmlns:a="http://schemas.openxmlformats.org/drawingml/2006/main" w="9525">
            <a:solidFill>
              <a:srgbClr val="AFC4D1"/>
            </a:solidFill>
            <a:prstDash val="solid"/>
          </a:ln>
        </p:spPr>
      </p:sp>
      <p:sp>
        <p:nvSpPr>
          <p:cNvPr id="23" name="p4-node-1-title">
            <a:extLst xmlns:a="http://schemas.openxmlformats.org/drawingml/2006/main">
              <a:ext uri="{FF2B5EF4-FFF2-40B4-BE49-F238E27FC236}">
                <a16:creationId xmlns:a16="http://schemas.microsoft.com/office/drawing/2014/main" id="{C112250B-9F7D-4B83-B2E2-AE864647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955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第3—4周｜限定试用</a:t>
            </a:r>
          </a:p>
        </p:txBody>
      </p:sp>
      <p:sp>
        <p:nvSpPr>
          <p:cNvPr id="24" name="p4-node-1-body-0">
            <a:extLst xmlns:a="http://schemas.openxmlformats.org/drawingml/2006/main">
              <a:ext uri="{FF2B5EF4-FFF2-40B4-BE49-F238E27FC236}">
                <a16:creationId xmlns:a16="http://schemas.microsoft.com/office/drawing/2014/main" id="{9FECABA1-C759-4F6C-AFEC-15CCBF73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956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仅数据提取请求</a:t>
            </a:r>
          </a:p>
        </p:txBody>
      </p:sp>
      <p:sp>
        <p:nvSpPr>
          <p:cNvPr id="25" name="p4-node-1-body-1">
            <a:extLst xmlns:a="http://schemas.openxmlformats.org/drawingml/2006/main">
              <a:ext uri="{FF2B5EF4-FFF2-40B4-BE49-F238E27FC236}">
                <a16:creationId xmlns:a16="http://schemas.microsoft.com/office/drawing/2014/main" id="{3E55C799-81BB-4379-9CF5-8374E10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623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保存缺失字段、退回原因、首次响应</a:t>
            </a:r>
          </a:p>
        </p:txBody>
      </p:sp>
      <p:sp>
        <p:nvSpPr>
          <p:cNvPr id="26" name="p4-node-1-body-2">
            <a:extLst xmlns:a="http://schemas.openxmlformats.org/drawingml/2006/main">
              <a:ext uri="{FF2B5EF4-FFF2-40B4-BE49-F238E27FC236}">
                <a16:creationId xmlns:a16="http://schemas.microsoft.com/office/drawing/2014/main" id="{5CBB6B1B-B52E-43C2-98AD-E5092810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290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扩大条件：记录完整且无高频规则错误</a:t>
            </a:r>
          </a:p>
        </p:txBody>
      </p:sp>
      <p:sp>
        <p:nvSpPr>
          <p:cNvPr id="27" name="p4-node-2">
            <a:extLst xmlns:a="http://schemas.openxmlformats.org/drawingml/2006/main">
              <a:ext uri="{FF2B5EF4-FFF2-40B4-BE49-F238E27FC236}">
                <a16:creationId xmlns:a16="http://schemas.microsoft.com/office/drawing/2014/main" id="{5A5DA20E-9146-43D2-B970-065F49A1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2412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9"/>
          </a:solidFill>
          <a:ln xmlns:a="http://schemas.openxmlformats.org/drawingml/2006/main" w="9525">
            <a:solidFill>
              <a:srgbClr val="AFC4D1"/>
            </a:solidFill>
            <a:prstDash val="solid"/>
          </a:ln>
        </p:spPr>
      </p:sp>
      <p:sp>
        <p:nvSpPr>
          <p:cNvPr id="28" name="p4-node-2-title">
            <a:extLst xmlns:a="http://schemas.openxmlformats.org/drawingml/2006/main">
              <a:ext uri="{FF2B5EF4-FFF2-40B4-BE49-F238E27FC236}">
                <a16:creationId xmlns:a16="http://schemas.microsoft.com/office/drawing/2014/main" id="{A4F2C274-771F-446D-B959-775567D9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955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第5—6周｜复核扩展</a:t>
            </a:r>
          </a:p>
        </p:txBody>
      </p:sp>
      <p:sp>
        <p:nvSpPr>
          <p:cNvPr id="29" name="p4-node-2-body-0">
            <a:extLst xmlns:a="http://schemas.openxmlformats.org/drawingml/2006/main">
              <a:ext uri="{FF2B5EF4-FFF2-40B4-BE49-F238E27FC236}">
                <a16:creationId xmlns:a16="http://schemas.microsoft.com/office/drawing/2014/main" id="{C187E9F8-05ED-4D15-A5E9-13E7628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负责人复核试点数据</a:t>
            </a:r>
          </a:p>
        </p:txBody>
      </p:sp>
      <p:sp>
        <p:nvSpPr>
          <p:cNvPr id="30" name="p4-node-2-body-1">
            <a:extLst xmlns:a="http://schemas.openxmlformats.org/drawingml/2006/main">
              <a:ext uri="{FF2B5EF4-FFF2-40B4-BE49-F238E27FC236}">
                <a16:creationId xmlns:a16="http://schemas.microsoft.com/office/drawing/2014/main" id="{05F35C29-0D93-4E3C-93E2-5459E24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623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再决定是否覆盖清洗与权限开通</a:t>
            </a:r>
          </a:p>
        </p:txBody>
      </p:sp>
      <p:sp>
        <p:nvSpPr>
          <p:cNvPr id="31" name="p4-node-2-body-2">
            <a:extLst xmlns:a="http://schemas.openxmlformats.org/drawingml/2006/main">
              <a:ext uri="{FF2B5EF4-FFF2-40B4-BE49-F238E27FC236}">
                <a16:creationId xmlns:a16="http://schemas.microsoft.com/office/drawing/2014/main" id="{C930F694-559B-485C-A712-2850D78D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290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同步看响应、退回、维护时间</a:t>
            </a:r>
          </a:p>
        </p:txBody>
      </p:sp>
      <p:sp>
        <p:nvSpPr>
          <p:cNvPr id="32" name="p4-arrow-1">
            <a:extLst xmlns:a="http://schemas.openxmlformats.org/drawingml/2006/main">
              <a:ext uri="{FF2B5EF4-FFF2-40B4-BE49-F238E27FC236}">
                <a16:creationId xmlns:a16="http://schemas.microsoft.com/office/drawing/2014/main" id="{CB169368-B5F1-431E-BFDB-9BC0837B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575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p4-arrow-2">
            <a:extLst xmlns:a="http://schemas.openxmlformats.org/drawingml/2006/main">
              <a:ext uri="{FF2B5EF4-FFF2-40B4-BE49-F238E27FC236}">
                <a16:creationId xmlns:a16="http://schemas.microsoft.com/office/drawing/2014/main" id="{39715894-1DEC-4FCA-B884-B56FEA35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575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p4-gate">
            <a:extLst xmlns:a="http://schemas.openxmlformats.org/drawingml/2006/main">
              <a:ext uri="{FF2B5EF4-FFF2-40B4-BE49-F238E27FC236}">
                <a16:creationId xmlns:a16="http://schemas.microsoft.com/office/drawing/2014/main" id="{1A325AE8-46AD-494B-9C13-A9E36F7B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382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5" name="p4-gate-title">
            <a:extLst xmlns:a="http://schemas.openxmlformats.org/drawingml/2006/main">
              <a:ext uri="{FF2B5EF4-FFF2-40B4-BE49-F238E27FC236}">
                <a16:creationId xmlns:a16="http://schemas.microsoft.com/office/drawing/2014/main" id="{182ECE26-CBB8-4F89-B8F3-A554F4E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rPr>
              <a:t>若第3—4周出现会阻断提交的高频规则错误 → 回到字段与规则修订</a:t>
            </a:r>
          </a:p>
        </p:txBody>
      </p:sp>
      <p:sp>
        <p:nvSpPr>
          <p:cNvPr id="36" name="p4-gate-body">
            <a:extLst xmlns:a="http://schemas.openxmlformats.org/drawingml/2006/main">
              <a:ext uri="{FF2B5EF4-FFF2-40B4-BE49-F238E27FC236}">
                <a16:creationId xmlns:a16="http://schemas.microsoft.com/office/drawing/2014/main" id="{BCCFD809-F652-4C11-AC69-09F90D2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评估指标：两个工作日内首次响应比例、材料退回比例、经办人维护时间。目标值根据试点基线确定；本稿不预设未经论证的百分比目标。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2026-09-08T15:27:04.5000000Z</dcterms:created>
  <dcterms:modified xsi:type="dcterms:W3CDTF">2026-09-08T15:27:04.5000000Z</dcterms:modified>
</coreProperties>
</file>