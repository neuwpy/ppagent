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5afab4f522408f" /><Relationship Type="http://schemas.openxmlformats.org/officeDocument/2006/relationships/extended-properties" Target="/docProps/app.xml" Id="Rfb083af22d92450e" /><Relationship Type="http://schemas.openxmlformats.org/officeDocument/2006/relationships/officeDocument" Target="/ppt/presentation.xml" Id="R1cef9c480b1746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c2b97fa4904b92"/>
    <p:sldMasterId xmlns:r="http://schemas.openxmlformats.org/officeDocument/2006/relationships" id="2147483660" r:id="R596f6baabba94a34"/>
    <p:sldMasterId xmlns:r="http://schemas.openxmlformats.org/officeDocument/2006/relationships" id="2147483663" r:id="R02a7d92aa61b4334"/>
  </p:sldMasterIdLst>
  <p:notesMasterIdLst>
    <p:notesMasterId xmlns:r="http://schemas.openxmlformats.org/officeDocument/2006/relationships" r:id="R2b354a79f2ff4547"/>
  </p:notesMasterIdLst>
  <p:sldIdLst>
    <p:sldId xmlns:r="http://schemas.openxmlformats.org/officeDocument/2006/relationships" id="256" r:id="R5ab08192ea854e43"/>
    <p:sldId xmlns:r="http://schemas.openxmlformats.org/officeDocument/2006/relationships" id="257" r:id="R6ccef37ee5dc4722"/>
    <p:sldId xmlns:r="http://schemas.openxmlformats.org/officeDocument/2006/relationships" id="258" r:id="R1d886061d4df446d"/>
    <p:sldId xmlns:r="http://schemas.openxmlformats.org/officeDocument/2006/relationships" id="259" r:id="R7d8c3318dc4c49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d5d14cb61149ed" /><Relationship Type="http://schemas.openxmlformats.org/officeDocument/2006/relationships/slideMaster" Target="/ppt/slideMasters/slideMaster1.xml" Id="R9bc2b97fa4904b92" /><Relationship Type="http://schemas.openxmlformats.org/officeDocument/2006/relationships/slideMaster" Target="/ppt/slideMasters/slideMaster2.xml" Id="R596f6baabba94a34" /><Relationship Type="http://schemas.openxmlformats.org/officeDocument/2006/relationships/slideMaster" Target="/ppt/slideMasters/slideMaster3.xml" Id="R02a7d92aa61b4334" /><Relationship Type="http://schemas.openxmlformats.org/officeDocument/2006/relationships/notesMaster" Target="/ppt/notesMasters/notesMaster1.xml" Id="R2b354a79f2ff4547" /><Relationship Type="http://schemas.openxmlformats.org/officeDocument/2006/relationships/presProps" Target="/ppt/presProps.xml" Id="Rbc30f321ffac4580" /><Relationship Type="http://schemas.openxmlformats.org/officeDocument/2006/relationships/viewProps" Target="/ppt/viewProps.xml" Id="R8940787daea34561" /><Relationship Type="http://schemas.openxmlformats.org/officeDocument/2006/relationships/tableStyles" Target="/ppt/tableStyles.xml" Id="R002ea3ec70924bcd" /><Relationship Type="http://schemas.openxmlformats.org/officeDocument/2006/relationships/slide" Target="/ppt/slides/slide1.xml" Id="R5ab08192ea854e43" /><Relationship Type="http://schemas.openxmlformats.org/officeDocument/2006/relationships/slide" Target="/ppt/slides/slide2.xml" Id="R6ccef37ee5dc4722" /><Relationship Type="http://schemas.openxmlformats.org/officeDocument/2006/relationships/slide" Target="/ppt/slides/slide3.xml" Id="R1d886061d4df446d" /><Relationship Type="http://schemas.openxmlformats.org/officeDocument/2006/relationships/slide" Target="/ppt/slides/slide4.xml" Id="R7d8c3318dc4c49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eb77d2a641544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fb98ddd5cf4fae" /><Relationship Type="http://schemas.openxmlformats.org/officeDocument/2006/relationships/notesMaster" Target="/ppt/notesMasters/notesMaster1.xml" Id="R233db3235f7a41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f4bb0786de4927" /><Relationship Type="http://schemas.openxmlformats.org/officeDocument/2006/relationships/notesMaster" Target="/ppt/notesMasters/notesMaster1.xml" Id="R273e49ee2e2c4a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1db258bc744dbe" /><Relationship Type="http://schemas.openxmlformats.org/officeDocument/2006/relationships/notesMaster" Target="/ppt/notesMasters/notesMaster1.xml" Id="R7b545bf1205840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3e56514374ecb" /><Relationship Type="http://schemas.openxmlformats.org/officeDocument/2006/relationships/notesMaster" Target="/ppt/notesMasters/notesMaster1.xml" Id="R46d1d7bd53184f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c39dd6079436a" /><Relationship Type="http://schemas.openxmlformats.org/officeDocument/2006/relationships/image" Target="/ppt/media/image.jpeg" Id="R90df501acdd64c83" /><Relationship Type="http://schemas.openxmlformats.org/officeDocument/2006/relationships/image" Target="/ppt/media/image.png" Id="R147efe7662e74887" /><Relationship Type="http://schemas.openxmlformats.org/officeDocument/2006/relationships/image" Target="/ppt/media/image2.png" Id="Reca45f17516d44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315fcbd9342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64ac5c6aa461b" /><Relationship Type="http://schemas.openxmlformats.org/officeDocument/2006/relationships/image" Target="/ppt/media/image3.png" Id="R90a62d94e97c4d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d81a0a9d84053" /><Relationship Type="http://schemas.openxmlformats.org/officeDocument/2006/relationships/image" Target="/ppt/media/image4.png" Id="R2bd505a6f02646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3d4468c214d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0ce4eee074e1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811e872414d7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6122198434fc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50dbee9ae4f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8bce053da4ad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2bf3cd038430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bad5ce8d444571" /><Relationship Type="http://schemas.openxmlformats.org/officeDocument/2006/relationships/image" Target="/ppt/media/image5.png" Id="Rb19728e016ff41d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54b7029ff2468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8bf2803b0aa44bd" /><Relationship Type="http://schemas.openxmlformats.org/officeDocument/2006/relationships/image" Target="/ppt/media/image5.png" Id="Ra82679cce5844b1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dbea747069453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f501acdd64c8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efe7662e7488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45f17516d44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62d94e97c4d1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505a6f02646e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728e016ff41d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679cce5844b1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ad8f60fe549c6" /><Relationship Type="http://schemas.openxmlformats.org/officeDocument/2006/relationships/slideLayout" Target="/ppt/slideLayouts/slideLayout1.xml" Id="R4f2f308285a34e03" /><Relationship Type="http://schemas.openxmlformats.org/officeDocument/2006/relationships/slideLayout" Target="/ppt/slideLayouts/slideLayout2.xml" Id="R6554922e815c4e3b" /><Relationship Type="http://schemas.openxmlformats.org/officeDocument/2006/relationships/slideLayout" Target="/ppt/slideLayouts/slideLayout3.xml" Id="R4ae112604dba48dd" /><Relationship Type="http://schemas.openxmlformats.org/officeDocument/2006/relationships/slideLayout" Target="/ppt/slideLayouts/slideLayout4.xml" Id="R9f5db94541e047b4" /><Relationship Type="http://schemas.openxmlformats.org/officeDocument/2006/relationships/slideLayout" Target="/ppt/slideLayouts/slideLayout5.xml" Id="R67a245dda69f4151" /><Relationship Type="http://schemas.openxmlformats.org/officeDocument/2006/relationships/slideLayout" Target="/ppt/slideLayouts/slideLayout6.xml" Id="R74f833a34af64688" /><Relationship Type="http://schemas.openxmlformats.org/officeDocument/2006/relationships/slideLayout" Target="/ppt/slideLayouts/slideLayout7.xml" Id="R81dd26b5bd8e4e50" /><Relationship Type="http://schemas.openxmlformats.org/officeDocument/2006/relationships/slideLayout" Target="/ppt/slideLayouts/slideLayout8.xml" Id="R9eefc4e41b414235" /><Relationship Type="http://schemas.openxmlformats.org/officeDocument/2006/relationships/slideLayout" Target="/ppt/slideLayouts/slideLayout9.xml" Id="R00f0590e22a54757" /><Relationship Type="http://schemas.openxmlformats.org/officeDocument/2006/relationships/slideLayout" Target="/ppt/slideLayouts/slideLayout10.xml" Id="R97fb32b0e9d3409a" /><Relationship Type="http://schemas.openxmlformats.org/officeDocument/2006/relationships/slideLayout" Target="/ppt/slideLayouts/slideLayout11.xml" Id="R227353c773de4b7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ae64193fc414f2f" /><Relationship Type="http://schemas.openxmlformats.org/officeDocument/2006/relationships/slideLayout" Target="/ppt/slideLayouts/slideLayout12.xml" Id="Rc20ca700868c46ff" /><Relationship Type="http://schemas.openxmlformats.org/officeDocument/2006/relationships/slideLayout" Target="/ppt/slideLayouts/slideLayout13.xml" Id="R9706bcf0109d440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ba30cd4696c46c2" /><Relationship Type="http://schemas.openxmlformats.org/officeDocument/2006/relationships/slideLayout" Target="/ppt/slideLayouts/slideLayout14.xml" Id="R509c93cdef614bd6" /><Relationship Type="http://schemas.openxmlformats.org/officeDocument/2006/relationships/slideLayout" Target="/ppt/slideLayouts/slideLayout15.xml" Id="Re0a20cde63314e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2f308285a34e03"/>
    <p:sldLayoutId xmlns:r="http://schemas.openxmlformats.org/officeDocument/2006/relationships" id="2147483650" r:id="R6554922e815c4e3b"/>
    <p:sldLayoutId xmlns:r="http://schemas.openxmlformats.org/officeDocument/2006/relationships" id="2147483651" r:id="R4ae112604dba48dd"/>
    <p:sldLayoutId xmlns:r="http://schemas.openxmlformats.org/officeDocument/2006/relationships" id="2147483652" r:id="R9f5db94541e047b4"/>
    <p:sldLayoutId xmlns:r="http://schemas.openxmlformats.org/officeDocument/2006/relationships" id="2147483653" r:id="R67a245dda69f4151"/>
    <p:sldLayoutId xmlns:r="http://schemas.openxmlformats.org/officeDocument/2006/relationships" id="2147483654" r:id="R74f833a34af64688"/>
    <p:sldLayoutId xmlns:r="http://schemas.openxmlformats.org/officeDocument/2006/relationships" id="2147483655" r:id="R81dd26b5bd8e4e50"/>
    <p:sldLayoutId xmlns:r="http://schemas.openxmlformats.org/officeDocument/2006/relationships" id="2147483656" r:id="R9eefc4e41b414235"/>
    <p:sldLayoutId xmlns:r="http://schemas.openxmlformats.org/officeDocument/2006/relationships" id="2147483657" r:id="R00f0590e22a54757"/>
    <p:sldLayoutId xmlns:r="http://schemas.openxmlformats.org/officeDocument/2006/relationships" id="2147483658" r:id="R97fb32b0e9d3409a"/>
    <p:sldLayoutId xmlns:r="http://schemas.openxmlformats.org/officeDocument/2006/relationships" id="2147483659" r:id="R227353c773de4b7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20ca700868c46ff"/>
    <p:sldLayoutId xmlns:r="http://schemas.openxmlformats.org/officeDocument/2006/relationships" id="2147483662" r:id="R9706bcf0109d440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09c93cdef614bd6"/>
    <p:sldLayoutId xmlns:r="http://schemas.openxmlformats.org/officeDocument/2006/relationships" id="2147483665" r:id="Re0a20cde63314ea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8fc92d598c4a32" /><Relationship Type="http://schemas.openxmlformats.org/officeDocument/2006/relationships/image" Target="/ppt/media/image6.png" Id="R41dc12dc58904e86" /><Relationship Type="http://schemas.openxmlformats.org/officeDocument/2006/relationships/notesSlide" Target="/ppt/notesSlides/notesSlide1.xml" Id="R6cd54161d45b49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95b713638841bb" /><Relationship Type="http://schemas.openxmlformats.org/officeDocument/2006/relationships/image" Target="/ppt/media/image6.png" Id="Ra17c430e317c4b06" /><Relationship Type="http://schemas.openxmlformats.org/officeDocument/2006/relationships/notesSlide" Target="/ppt/notesSlides/notesSlide2.xml" Id="R1f9a48a8bd7e4e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1155fc1e9a48f5" /><Relationship Type="http://schemas.openxmlformats.org/officeDocument/2006/relationships/image" Target="/ppt/media/image6.png" Id="R67ecd7d37e8b4b5d" /><Relationship Type="http://schemas.openxmlformats.org/officeDocument/2006/relationships/notesSlide" Target="/ppt/notesSlides/notesSlide3.xml" Id="R41bac39f7de343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4c370aec9149e9" /><Relationship Type="http://schemas.openxmlformats.org/officeDocument/2006/relationships/image" Target="/ppt/media/image6.png" Id="R65e4356aa1754e8d" /><Relationship Type="http://schemas.openxmlformats.org/officeDocument/2006/relationships/notesSlide" Target="/ppt/notesSlides/notesSlide4.xml" Id="R5cc6dc95ef1948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c12dc58904e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c430e317c4b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cd7d37e8b4b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4356aa1754e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2026-09-08T15:29:05.4280000Z</dcterms:created>
  <dcterms:modified xsi:type="dcterms:W3CDTF">2026-09-08T15:29:05.4280000Z</dcterms:modified>
</coreProperties>
</file>