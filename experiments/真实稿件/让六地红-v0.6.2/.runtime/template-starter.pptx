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db37443e25444e" /><Relationship Type="http://schemas.openxmlformats.org/officeDocument/2006/relationships/extended-properties" Target="/docProps/app.xml" Id="R97db138f6bcd4d82" /><Relationship Type="http://schemas.openxmlformats.org/officeDocument/2006/relationships/officeDocument" Target="/ppt/presentation.xml" Id="Ra8f79096ec9a40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53653cda804e90"/>
    <p:sldMasterId xmlns:r="http://schemas.openxmlformats.org/officeDocument/2006/relationships" id="2147483660" r:id="Rc5459d2bfc534d9d"/>
    <p:sldMasterId xmlns:r="http://schemas.openxmlformats.org/officeDocument/2006/relationships" id="2147483663" r:id="R05d72f2b0a534346"/>
  </p:sldMasterIdLst>
  <p:notesMasterIdLst>
    <p:notesMasterId xmlns:r="http://schemas.openxmlformats.org/officeDocument/2006/relationships" r:id="Rdd0b5e685d624ab2"/>
  </p:notesMasterIdLst>
  <p:sldIdLst>
    <p:sldId xmlns:r="http://schemas.openxmlformats.org/officeDocument/2006/relationships" id="256" r:id="R0fe1d765844c46b2"/>
    <p:sldId xmlns:r="http://schemas.openxmlformats.org/officeDocument/2006/relationships" id="257" r:id="R66fb161e7eda4e29"/>
    <p:sldId xmlns:r="http://schemas.openxmlformats.org/officeDocument/2006/relationships" id="258" r:id="R7955e51fd5454363"/>
    <p:sldId xmlns:r="http://schemas.openxmlformats.org/officeDocument/2006/relationships" id="259" r:id="R78b8ac265bc047ea"/>
    <p:sldId xmlns:r="http://schemas.openxmlformats.org/officeDocument/2006/relationships" id="260" r:id="Rf074f905bd7e4183"/>
    <p:sldId xmlns:r="http://schemas.openxmlformats.org/officeDocument/2006/relationships" id="261" r:id="R6e020eb95c0641db"/>
    <p:sldId xmlns:r="http://schemas.openxmlformats.org/officeDocument/2006/relationships" id="262" r:id="R32bd3a5c43254395"/>
    <p:sldId xmlns:r="http://schemas.openxmlformats.org/officeDocument/2006/relationships" id="263" r:id="R5df57ca15b314e22"/>
    <p:sldId xmlns:r="http://schemas.openxmlformats.org/officeDocument/2006/relationships" id="264" r:id="R130db62f356b4ed3"/>
    <p:sldId xmlns:r="http://schemas.openxmlformats.org/officeDocument/2006/relationships" id="265" r:id="R409597eb44574c96"/>
    <p:sldId xmlns:r="http://schemas.openxmlformats.org/officeDocument/2006/relationships" id="266" r:id="R85fac870d8c1497b"/>
    <p:sldId xmlns:r="http://schemas.openxmlformats.org/officeDocument/2006/relationships" id="267" r:id="Rccdfb9c0b96945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a0a0c8e0664700" /><Relationship Type="http://schemas.openxmlformats.org/officeDocument/2006/relationships/slideMaster" Target="/ppt/slideMasters/slideMaster1.xml" Id="Rbd53653cda804e90" /><Relationship Type="http://schemas.openxmlformats.org/officeDocument/2006/relationships/slideMaster" Target="/ppt/slideMasters/slideMaster2.xml" Id="Rc5459d2bfc534d9d" /><Relationship Type="http://schemas.openxmlformats.org/officeDocument/2006/relationships/slideMaster" Target="/ppt/slideMasters/slideMaster3.xml" Id="R05d72f2b0a534346" /><Relationship Type="http://schemas.openxmlformats.org/officeDocument/2006/relationships/notesMaster" Target="/ppt/notesMasters/notesMaster1.xml" Id="Rdd0b5e685d624ab2" /><Relationship Type="http://schemas.openxmlformats.org/officeDocument/2006/relationships/presProps" Target="/ppt/presProps.xml" Id="Rbf281b52b1d84639" /><Relationship Type="http://schemas.openxmlformats.org/officeDocument/2006/relationships/viewProps" Target="/ppt/viewProps.xml" Id="R7845febf7d2644ef" /><Relationship Type="http://schemas.openxmlformats.org/officeDocument/2006/relationships/tableStyles" Target="/ppt/tableStyles.xml" Id="R14686053aa064cf5" /><Relationship Type="http://schemas.openxmlformats.org/officeDocument/2006/relationships/slide" Target="/ppt/slides/slide1.xml" Id="R0fe1d765844c46b2" /><Relationship Type="http://schemas.openxmlformats.org/officeDocument/2006/relationships/slide" Target="/ppt/slides/slide2.xml" Id="R66fb161e7eda4e29" /><Relationship Type="http://schemas.openxmlformats.org/officeDocument/2006/relationships/slide" Target="/ppt/slides/slide3.xml" Id="R7955e51fd5454363" /><Relationship Type="http://schemas.openxmlformats.org/officeDocument/2006/relationships/slide" Target="/ppt/slides/slide4.xml" Id="R78b8ac265bc047ea" /><Relationship Type="http://schemas.openxmlformats.org/officeDocument/2006/relationships/slide" Target="/ppt/slides/slide5.xml" Id="Rf074f905bd7e4183" /><Relationship Type="http://schemas.openxmlformats.org/officeDocument/2006/relationships/slide" Target="/ppt/slides/slide6.xml" Id="R6e020eb95c0641db" /><Relationship Type="http://schemas.openxmlformats.org/officeDocument/2006/relationships/slide" Target="/ppt/slides/slide7.xml" Id="R32bd3a5c43254395" /><Relationship Type="http://schemas.openxmlformats.org/officeDocument/2006/relationships/slide" Target="/ppt/slides/slide8.xml" Id="R5df57ca15b314e22" /><Relationship Type="http://schemas.openxmlformats.org/officeDocument/2006/relationships/slide" Target="/ppt/slides/slide9.xml" Id="R130db62f356b4ed3" /><Relationship Type="http://schemas.openxmlformats.org/officeDocument/2006/relationships/slide" Target="/ppt/slides/slide10.xml" Id="R409597eb44574c96" /><Relationship Type="http://schemas.openxmlformats.org/officeDocument/2006/relationships/slide" Target="/ppt/slides/slide11.xml" Id="R85fac870d8c1497b" /><Relationship Type="http://schemas.openxmlformats.org/officeDocument/2006/relationships/slide" Target="/ppt/slides/slide12.xml" Id="Rccdfb9c0b96945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28a09cacecd45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34127baba34098" /><Relationship Type="http://schemas.openxmlformats.org/officeDocument/2006/relationships/notesMaster" Target="/ppt/notesMasters/notesMaster1.xml" Id="R70bcb6a8d1a04b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8c33bf83c74d25" /><Relationship Type="http://schemas.openxmlformats.org/officeDocument/2006/relationships/notesMaster" Target="/ppt/notesMasters/notesMaster1.xml" Id="R06c525d5e83148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9891b693e4242" /><Relationship Type="http://schemas.openxmlformats.org/officeDocument/2006/relationships/notesMaster" Target="/ppt/notesMasters/notesMaster1.xml" Id="Re3dce92616b046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f0692ec59145ae" /><Relationship Type="http://schemas.openxmlformats.org/officeDocument/2006/relationships/notesMaster" Target="/ppt/notesMasters/notesMaster1.xml" Id="Rec731889ae6343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d5963a28564e3a" /><Relationship Type="http://schemas.openxmlformats.org/officeDocument/2006/relationships/notesMaster" Target="/ppt/notesMasters/notesMaster1.xml" Id="R2973a34283814a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142c0dac84f51" /><Relationship Type="http://schemas.openxmlformats.org/officeDocument/2006/relationships/notesMaster" Target="/ppt/notesMasters/notesMaster1.xml" Id="R6b853816b4584f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cc24dc8b7d42cc" /><Relationship Type="http://schemas.openxmlformats.org/officeDocument/2006/relationships/notesMaster" Target="/ppt/notesMasters/notesMaster1.xml" Id="R32e15356e9c64d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725f1324794444" /><Relationship Type="http://schemas.openxmlformats.org/officeDocument/2006/relationships/notesMaster" Target="/ppt/notesMasters/notesMaster1.xml" Id="Rbe563f5e8d2241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f050b2af80427f" /><Relationship Type="http://schemas.openxmlformats.org/officeDocument/2006/relationships/notesMaster" Target="/ppt/notesMasters/notesMaster1.xml" Id="Rd53a61c5509c4a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c0b602b1b649e4" /><Relationship Type="http://schemas.openxmlformats.org/officeDocument/2006/relationships/notesMaster" Target="/ppt/notesMasters/notesMaster1.xml" Id="Rb5321ba75cee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68787c8a154801" /><Relationship Type="http://schemas.openxmlformats.org/officeDocument/2006/relationships/notesMaster" Target="/ppt/notesMasters/notesMaster1.xml" Id="R635ad5a9b8f944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aa11a8cb3e4e3d" /><Relationship Type="http://schemas.openxmlformats.org/officeDocument/2006/relationships/notesMaster" Target="/ppt/notesMasters/notesMaster1.xml" Id="Rd0463787611740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3bcb64de248a2" /><Relationship Type="http://schemas.openxmlformats.org/officeDocument/2006/relationships/image" Target="/ppt/media/image.jpeg" Id="R7dc6f36d79b64c1a" /><Relationship Type="http://schemas.openxmlformats.org/officeDocument/2006/relationships/image" Target="/ppt/media/image.png" Id="R6e4e9b21a65544b4" /><Relationship Type="http://schemas.openxmlformats.org/officeDocument/2006/relationships/image" Target="/ppt/media/image2.png" Id="R9e07c86fd73c47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38853df8042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400c9544a4a31" /><Relationship Type="http://schemas.openxmlformats.org/officeDocument/2006/relationships/image" Target="/ppt/media/image3.png" Id="R1a4fdd21d2fc4a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476b3d76e4db5" /><Relationship Type="http://schemas.openxmlformats.org/officeDocument/2006/relationships/image" Target="/ppt/media/image4.png" Id="R7bca8dd2c4bc42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7ff3c27824f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4bc58929542c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52c48c38c4e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b96a133da4c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fb4ae151d41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7644498d44a6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96816ed0c4cb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fb96a4c90145e5" /><Relationship Type="http://schemas.openxmlformats.org/officeDocument/2006/relationships/image" Target="/ppt/media/image5.png" Id="R1f7eacc2e506423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d84649abe24ce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686e88bc6874af7" /><Relationship Type="http://schemas.openxmlformats.org/officeDocument/2006/relationships/image" Target="/ppt/media/image5.png" Id="R324e39c6f6a34e3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e48803978e4419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6f36d79b64c1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e9b21a65544b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7c86fd73c47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BA3374AB-7BAF-44D2-94BD-E6E429F9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fdd21d2fc4a8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B26CDB6-E40C-40E3-A83A-51BC76F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4AD5480-4D28-41F1-9BE9-CD0D931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BEE96E17-C765-476F-9EDF-31FF969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B80E53D1-65D3-448B-870E-C02C104F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a8dd2c4bc42a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2DB325BC-E098-4523-8E66-80EA24ED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1F8D265B-597E-4E2C-B441-067476EC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799C875-2A4F-4465-9560-AEB6FF418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C664199-F958-4CDA-A9B5-B1C697B64A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641CB74-E19E-4FF9-A4DC-F6D8EDF817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6E62D35-6515-4759-B1AE-A93CE5C3F01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F78D220-B0D0-46A8-9F6F-C9E62A38A6C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772ABDF-DFC6-4DEF-A625-CD0ED70080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2C7A59D-81D5-4084-8990-7599292CE5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E4A5D82-0C19-4225-A179-C5FF36E3F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36F001-F487-4EE9-BE63-21FF84A24E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181817C-E2DA-4ED0-94F9-69BB26C39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3EE9301-9BED-4A57-9236-D30D03663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10A0F27-5988-493B-9E29-987E35A02E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7722B42-4C21-4657-B51C-E23431151E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06DE990-7BE0-47F9-B552-17E2AAAD6E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8296C75-7E2C-466C-8FB9-552083A3E3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34DA6A3-2810-459E-B7BF-4849F6A9F4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A2F0670-740D-4B7B-BBCD-3239794AAB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D612C17-9ED2-4514-BF23-FB23407400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2228ADD-1A94-413C-9079-2245F445DC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4312D77-753E-4F3D-9A53-457B9209B4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A0568BA-2657-4A98-B72B-C42C82475D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BBF851F-FEC7-4779-9357-87F99F888C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FBB4DE2-4842-49AF-AB78-F9E9E25EFF2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E529D17-820D-4ED5-A39C-76D1D8CC14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58A751B-C6AF-4C51-AE11-503ACFC15D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50A8DAF-7EE5-43CA-8BD0-B23DAD7D9F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60B0E4C-613A-4EC2-8F48-BD1F8B24E5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61DC412-E37C-4BAF-A948-0C2125781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BDC9B71-F568-4740-8D3A-DE3B1B9CA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F1383E-5E26-46AC-BCA4-07163CFA54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EDB087-4655-4FD6-A778-EFE12CAE83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20D85F2-E11E-4C67-B441-855232B447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4D27DBB-C166-4F23-AF9A-8CF555B89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F8C6564-6327-413A-BE55-65D08320E6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6F2E8B7-B20F-4CA5-94DD-CFFF74F415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262808-72FD-4269-ADE4-27063551DF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EC81801-1C99-4548-BC7A-60032AA88A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eacc2e506423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018F722-9815-4F3B-B3C1-C36354E2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CB45CAA-54AF-4ECC-859E-894FD25E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BAAFF0B-4CFB-491B-9BED-FC05790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314F9E5-891A-49DB-B63A-C03A2DB1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e39c6f6a34e3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1255776-C051-4761-835A-43B1710F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8D59E09-61CA-4332-8C41-1DB03CAE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C884C2C-ECA4-458B-B857-5E7129E2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64AEFF1-3587-4706-80B2-67561C7B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4a9f50e9364756" /><Relationship Type="http://schemas.openxmlformats.org/officeDocument/2006/relationships/slideLayout" Target="/ppt/slideLayouts/slideLayout1.xml" Id="Rb3e96b0aa21844eb" /><Relationship Type="http://schemas.openxmlformats.org/officeDocument/2006/relationships/slideLayout" Target="/ppt/slideLayouts/slideLayout2.xml" Id="R2c4b7f24d5ad4d91" /><Relationship Type="http://schemas.openxmlformats.org/officeDocument/2006/relationships/slideLayout" Target="/ppt/slideLayouts/slideLayout3.xml" Id="Ra259faf1a1e94e20" /><Relationship Type="http://schemas.openxmlformats.org/officeDocument/2006/relationships/slideLayout" Target="/ppt/slideLayouts/slideLayout4.xml" Id="R94525b348f324b20" /><Relationship Type="http://schemas.openxmlformats.org/officeDocument/2006/relationships/slideLayout" Target="/ppt/slideLayouts/slideLayout5.xml" Id="Rd7d594e6678f48a3" /><Relationship Type="http://schemas.openxmlformats.org/officeDocument/2006/relationships/slideLayout" Target="/ppt/slideLayouts/slideLayout6.xml" Id="Rbba7dcf346574bbb" /><Relationship Type="http://schemas.openxmlformats.org/officeDocument/2006/relationships/slideLayout" Target="/ppt/slideLayouts/slideLayout7.xml" Id="Rebdf4b7a18594398" /><Relationship Type="http://schemas.openxmlformats.org/officeDocument/2006/relationships/slideLayout" Target="/ppt/slideLayouts/slideLayout8.xml" Id="R22fcad1777ef45a8" /><Relationship Type="http://schemas.openxmlformats.org/officeDocument/2006/relationships/slideLayout" Target="/ppt/slideLayouts/slideLayout9.xml" Id="R060312c314154fdf" /><Relationship Type="http://schemas.openxmlformats.org/officeDocument/2006/relationships/slideLayout" Target="/ppt/slideLayouts/slideLayout10.xml" Id="R3321f6c8cb2b4891" /><Relationship Type="http://schemas.openxmlformats.org/officeDocument/2006/relationships/slideLayout" Target="/ppt/slideLayouts/slideLayout11.xml" Id="R3031eeaf06234cc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db360db1f9b4a41" /><Relationship Type="http://schemas.openxmlformats.org/officeDocument/2006/relationships/slideLayout" Target="/ppt/slideLayouts/slideLayout12.xml" Id="R303210d867db4b45" /><Relationship Type="http://schemas.openxmlformats.org/officeDocument/2006/relationships/slideLayout" Target="/ppt/slideLayouts/slideLayout13.xml" Id="Ra561430b4a9e4b7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59b16bc11a04eb3" /><Relationship Type="http://schemas.openxmlformats.org/officeDocument/2006/relationships/slideLayout" Target="/ppt/slideLayouts/slideLayout14.xml" Id="Rccb5c309aacd4abe" /><Relationship Type="http://schemas.openxmlformats.org/officeDocument/2006/relationships/slideLayout" Target="/ppt/slideLayouts/slideLayout15.xml" Id="R7729eb0f934c4a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7FE4296-2FB4-4AC1-9E44-CCE01C253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2F25F07-254E-4962-8A83-040423C640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E7065D3-F096-4657-A870-58EE65FF6E6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96C2575-AE45-4A22-8D31-C41E0224498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C67875-CF60-432E-A27F-06C21A3FAE9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e96b0aa21844eb"/>
    <p:sldLayoutId xmlns:r="http://schemas.openxmlformats.org/officeDocument/2006/relationships" id="2147483650" r:id="R2c4b7f24d5ad4d91"/>
    <p:sldLayoutId xmlns:r="http://schemas.openxmlformats.org/officeDocument/2006/relationships" id="2147483651" r:id="Ra259faf1a1e94e20"/>
    <p:sldLayoutId xmlns:r="http://schemas.openxmlformats.org/officeDocument/2006/relationships" id="2147483652" r:id="R94525b348f324b20"/>
    <p:sldLayoutId xmlns:r="http://schemas.openxmlformats.org/officeDocument/2006/relationships" id="2147483653" r:id="Rd7d594e6678f48a3"/>
    <p:sldLayoutId xmlns:r="http://schemas.openxmlformats.org/officeDocument/2006/relationships" id="2147483654" r:id="Rbba7dcf346574bbb"/>
    <p:sldLayoutId xmlns:r="http://schemas.openxmlformats.org/officeDocument/2006/relationships" id="2147483655" r:id="Rebdf4b7a18594398"/>
    <p:sldLayoutId xmlns:r="http://schemas.openxmlformats.org/officeDocument/2006/relationships" id="2147483656" r:id="R22fcad1777ef45a8"/>
    <p:sldLayoutId xmlns:r="http://schemas.openxmlformats.org/officeDocument/2006/relationships" id="2147483657" r:id="R060312c314154fdf"/>
    <p:sldLayoutId xmlns:r="http://schemas.openxmlformats.org/officeDocument/2006/relationships" id="2147483658" r:id="R3321f6c8cb2b4891"/>
    <p:sldLayoutId xmlns:r="http://schemas.openxmlformats.org/officeDocument/2006/relationships" id="2147483659" r:id="R3031eeaf06234cc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5DCACB8-C6E0-4674-8E25-4615B8E4CB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0DCC79-7EFA-4038-9C39-338D5DD08B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3F4EAD-2158-40D1-A516-B0D343554F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0F52635-4EA2-47E2-A1E0-E46F6BEDF6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CFA2208-2F8D-434B-A5D4-CF2F902BC2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03210d867db4b45"/>
    <p:sldLayoutId xmlns:r="http://schemas.openxmlformats.org/officeDocument/2006/relationships" id="2147483662" r:id="Ra561430b4a9e4b7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8396C4E-3028-43BC-81D5-23037DAD4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DF0A54A-1B06-4AA1-8112-6FC2429EC3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D3DB9D-0520-4636-B916-AD2870698F7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41B02F4-00A7-40D0-B7CA-FD69394F8A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D11552-74DD-4986-BFDE-A369E8662B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cb5c309aacd4abe"/>
    <p:sldLayoutId xmlns:r="http://schemas.openxmlformats.org/officeDocument/2006/relationships" id="2147483665" r:id="R7729eb0f934c4a6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f8fc828bb433d" /><Relationship Type="http://schemas.openxmlformats.org/officeDocument/2006/relationships/notesSlide" Target="/ppt/notesSlides/notesSlide1.xml" Id="R8bd4addb84c64a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6cdec3760b4ae7" /><Relationship Type="http://schemas.openxmlformats.org/officeDocument/2006/relationships/image" Target="/ppt/media/image6.png" Id="R6d992a2c2eee437e" /><Relationship Type="http://schemas.openxmlformats.org/officeDocument/2006/relationships/notesSlide" Target="/ppt/notesSlides/notesSlide2.xml" Id="Rf1a3762e3035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ce3f5f11884369" /><Relationship Type="http://schemas.openxmlformats.org/officeDocument/2006/relationships/image" Target="/ppt/media/image6.png" Id="Rbd095d6a5b134b23" /><Relationship Type="http://schemas.openxmlformats.org/officeDocument/2006/relationships/notesSlide" Target="/ppt/notesSlides/notesSlide3.xml" Id="R9c395501000945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99e0de840642a7" /><Relationship Type="http://schemas.openxmlformats.org/officeDocument/2006/relationships/image" Target="/ppt/media/image6.png" Id="R892ddd65b86248c8" /><Relationship Type="http://schemas.openxmlformats.org/officeDocument/2006/relationships/notesSlide" Target="/ppt/notesSlides/notesSlide4.xml" Id="Re6a3578b322942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2e0a1836794b4a" /><Relationship Type="http://schemas.openxmlformats.org/officeDocument/2006/relationships/image" Target="/ppt/media/image6.png" Id="R5012a254cca542b0" /><Relationship Type="http://schemas.openxmlformats.org/officeDocument/2006/relationships/notesSlide" Target="/ppt/notesSlides/notesSlide5.xml" Id="Ref59a5b0d09242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a5275370aa423e" /><Relationship Type="http://schemas.openxmlformats.org/officeDocument/2006/relationships/image" Target="/ppt/media/image6.png" Id="Rb19bbbf5f8bb45b9" /><Relationship Type="http://schemas.openxmlformats.org/officeDocument/2006/relationships/notesSlide" Target="/ppt/notesSlides/notesSlide6.xml" Id="R851237b8a34343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ea7477a29a4c27" /><Relationship Type="http://schemas.openxmlformats.org/officeDocument/2006/relationships/image" Target="/ppt/media/image6.png" Id="R0bf57825632a4a40" /><Relationship Type="http://schemas.openxmlformats.org/officeDocument/2006/relationships/notesSlide" Target="/ppt/notesSlides/notesSlide7.xml" Id="Ra5ec0ee85c4b4a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9b3f41a8fe4845" /><Relationship Type="http://schemas.openxmlformats.org/officeDocument/2006/relationships/image" Target="/ppt/media/image6.png" Id="Rff7a82cf5ac24912" /><Relationship Type="http://schemas.openxmlformats.org/officeDocument/2006/relationships/notesSlide" Target="/ppt/notesSlides/notesSlide8.xml" Id="R444a41857b024c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d9ddc057f646d8" /><Relationship Type="http://schemas.openxmlformats.org/officeDocument/2006/relationships/image" Target="/ppt/media/image6.png" Id="R09cc63799c5e4221" /><Relationship Type="http://schemas.openxmlformats.org/officeDocument/2006/relationships/notesSlide" Target="/ppt/notesSlides/notesSlide9.xml" Id="R9b5dd0654f3a4f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a6b37f68044573" /><Relationship Type="http://schemas.openxmlformats.org/officeDocument/2006/relationships/image" Target="/ppt/media/image6.png" Id="R15cce0170d674385" /><Relationship Type="http://schemas.openxmlformats.org/officeDocument/2006/relationships/notesSlide" Target="/ppt/notesSlides/notesSlide10.xml" Id="R3391cd10fb244f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618fd4e94e4070" /><Relationship Type="http://schemas.openxmlformats.org/officeDocument/2006/relationships/image" Target="/ppt/media/image6.png" Id="Rf8e2de9c1fea4228" /><Relationship Type="http://schemas.openxmlformats.org/officeDocument/2006/relationships/notesSlide" Target="/ppt/notesSlides/notesSlide11.xml" Id="Rda167c1f31c648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b1a92d7574f17" /><Relationship Type="http://schemas.openxmlformats.org/officeDocument/2006/relationships/notesSlide" Target="/ppt/notesSlides/notesSlide12.xml" Id="Rc5c2752084de4d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24FE496-C971-4A5A-B16B-EA7B80EE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6DEAFDE5-3968-4ED4-86AE-503153FE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CFA287B-979D-418C-B1BC-7E39A7D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E7BA5DFF-76D0-43B8-B8B9-C3DF56D3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4F9EFBC-7B41-47CB-BF52-BD01FA84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6420704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92a2c2eee43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95d6a5b134b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ddd65b86248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2a254cca542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bbbf5f8bb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57825632a4a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a82cf5ac249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c63799c5e4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ce0170d674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2de9c1fea42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DC6849D0-7276-4FA6-8D67-7D37C325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2026-08-12T01:50:44.0270000Z</dcterms:created>
  <dcterms:modified xsi:type="dcterms:W3CDTF">2026-08-12T01:50:44.0270000Z</dcterms:modified>
</coreProperties>
</file>