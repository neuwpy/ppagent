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a27c95c3844b2" /><Relationship Type="http://schemas.openxmlformats.org/officeDocument/2006/relationships/extended-properties" Target="/docProps/app.xml" Id="Rfbc0117de39748ca" /><Relationship Type="http://schemas.openxmlformats.org/officeDocument/2006/relationships/officeDocument" Target="/ppt/presentation.xml" Id="R1b48bbdf134542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bee4c5b344d4e"/>
    <p:sldMasterId xmlns:r="http://schemas.openxmlformats.org/officeDocument/2006/relationships" id="2147483660" r:id="R5ea1eb28da1e4de1"/>
    <p:sldMasterId xmlns:r="http://schemas.openxmlformats.org/officeDocument/2006/relationships" id="2147483663" r:id="R22ce220ad5e14472"/>
  </p:sldMasterIdLst>
  <p:notesMasterIdLst>
    <p:notesMasterId xmlns:r="http://schemas.openxmlformats.org/officeDocument/2006/relationships" r:id="R91f74894d56043b5"/>
  </p:notesMasterIdLst>
  <p:sldIdLst>
    <p:sldId xmlns:r="http://schemas.openxmlformats.org/officeDocument/2006/relationships" id="256" r:id="R97161ea27c5e41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b9ffa312454877" /><Relationship Type="http://schemas.openxmlformats.org/officeDocument/2006/relationships/slideMaster" Target="/ppt/slideMasters/slideMaster1.xml" Id="R6b4bee4c5b344d4e" /><Relationship Type="http://schemas.openxmlformats.org/officeDocument/2006/relationships/slideMaster" Target="/ppt/slideMasters/slideMaster2.xml" Id="R5ea1eb28da1e4de1" /><Relationship Type="http://schemas.openxmlformats.org/officeDocument/2006/relationships/slideMaster" Target="/ppt/slideMasters/slideMaster3.xml" Id="R22ce220ad5e14472" /><Relationship Type="http://schemas.openxmlformats.org/officeDocument/2006/relationships/notesMaster" Target="/ppt/notesMasters/notesMaster1.xml" Id="R91f74894d56043b5" /><Relationship Type="http://schemas.openxmlformats.org/officeDocument/2006/relationships/presProps" Target="/ppt/presProps.xml" Id="Rc4e2151c29914ebc" /><Relationship Type="http://schemas.openxmlformats.org/officeDocument/2006/relationships/viewProps" Target="/ppt/viewProps.xml" Id="R6b412955bd58406d" /><Relationship Type="http://schemas.openxmlformats.org/officeDocument/2006/relationships/tableStyles" Target="/ppt/tableStyles.xml" Id="R883337ace4264748" /><Relationship Type="http://schemas.openxmlformats.org/officeDocument/2006/relationships/slide" Target="/ppt/slides/slide1.xml" Id="R97161ea27c5e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b5690bf07fc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d24baeda8c40d2" /><Relationship Type="http://schemas.openxmlformats.org/officeDocument/2006/relationships/notesMaster" Target="/ppt/notesMasters/notesMaster1.xml" Id="Reaf87786f963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内容：experiments/真实稿件/为什么做PPagenT-第六页机制验证-20260813/第六页验证稿.md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PPagenT：page-1-sequence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41cfe21d24da4" /><Relationship Type="http://schemas.openxmlformats.org/officeDocument/2006/relationships/image" Target="/ppt/media/image.jpeg" Id="Reda04f82a7b146d4" /><Relationship Type="http://schemas.openxmlformats.org/officeDocument/2006/relationships/image" Target="/ppt/media/image.png" Id="R5f3b48ebba9b4965" /><Relationship Type="http://schemas.openxmlformats.org/officeDocument/2006/relationships/image" Target="/ppt/media/image2.png" Id="R0e607fb9adcf44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8aee867f045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4846c39e0434b" /><Relationship Type="http://schemas.openxmlformats.org/officeDocument/2006/relationships/image" Target="/ppt/media/image3.png" Id="R78950f6d1a214b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1f56730e74f07" /><Relationship Type="http://schemas.openxmlformats.org/officeDocument/2006/relationships/image" Target="/ppt/media/image4.png" Id="Rda5772f908a740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ef0ced2db4e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2ba43ce9343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3a8c6efcc49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07b9a0fac48f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8f570d6a644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03b49bbeb47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4e8a1316a418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f460e931ba432d" /><Relationship Type="http://schemas.openxmlformats.org/officeDocument/2006/relationships/image" Target="/ppt/media/image5.png" Id="R02163d9fdaf64d1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c97263d18c4fe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f406bef0154508" /><Relationship Type="http://schemas.openxmlformats.org/officeDocument/2006/relationships/image" Target="/ppt/media/image5.png" Id="R52790b3ca71d4a8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6b7bc033ae497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04f82a7b146d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b48ebba9b496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7fb9adcf44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5C631D5D-A581-4B30-A605-A18F6DC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50f6d1a214b4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7FDC9EF-AAE1-4FEC-9397-E07DFDCA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0A475A6-8931-4A99-A742-C0B555B6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C7FF2534-CB6F-4A79-A25A-57D7D1B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77434C2-7CA4-4BDE-AE23-AA95C071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772f908a7401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306E7A6A-60B1-4FB2-ABC8-DA940D28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AEB6A5CF-DFCD-4717-B3C3-B31E20E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0A9515-6846-4784-A204-D217DEAAB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78EBDB-093C-4DFE-946F-A801D98B1A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2E17525-D663-4605-A16E-97015047D9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608E665-6160-49D1-88FB-5623BB2890D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35AE8E9-3DDC-43F4-8C50-A97F2F2CCFF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B20B5C3-1DE5-4D65-A81F-B88797FDD8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B74BA55-D1AD-4FFA-BAC6-6723DDA48C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69DA42E-951B-4753-A21E-3E189EF455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7A99483-94E6-4416-9944-5E640D8515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2028370-891B-47F9-960A-333A8748B8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A0C286C-DFCF-4B4E-B834-098CAF19F5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3DCFD13-1361-4AC2-A617-BDB28A5C21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7C2C539-E204-400B-B7E9-F030F01978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6997819-D43B-43B0-99B2-2358C2FB7F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9D85115-6C2C-448E-BA7E-8FA01FE352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D657EA-E48A-4BA5-B0A7-8B77312D1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D020D47-CEE5-4660-806E-CDAFBA7B2F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360D1D1-D2D6-4249-9696-5041BA717C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8555C02-9E36-4F68-865F-02E61F09B5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8BA2CF2-9183-49AE-89D0-00996937A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AF02A28-485D-4A92-B1EA-1B17DAA02D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89FCD4-7D5F-49B5-BF4E-F8B8796CC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8F8A75E-D4D7-45BC-ACE0-46A32860570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23CCCFF-5D16-4B32-A01C-92B6A27CD1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A75621B-22EF-4262-B418-361E6D8DC0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82CE82-C5FB-4E82-8DF4-46E97EA744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DA608F2-8D77-4382-AB83-5D4B6A85A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4AC9C57-58FF-4129-916C-5BA85FD30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03B008D-3883-4F6B-BF9D-51E44A70A5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9445D4A-F278-4449-8DC5-D8174A9B4C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6D375-7B26-4A86-876E-D5FA2E97EC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3787C8B-D40C-4534-8694-AFA95F6320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94F8746-E152-47C7-A347-F9FF6C8FE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A9FFD7F-EB1F-4EFF-B24C-B8BD53ECA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67C46A8-87BE-44F6-8EAE-3D2B3E7D37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74DA5D3-74D9-4E85-B6E1-9EB4A8B8BF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B400A66-AD6D-4536-B40A-4A6E01B5F9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63d9fdaf64d1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37AB40B-18FA-43AF-AA99-F8EE294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1242AEB-3312-42C8-850F-ABD0F5A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EC80CFAA-9733-4447-9ECF-4457FB1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F81C5DC-C924-48B5-9385-F140D67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90b3ca71d4a8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FAFDCD9-7703-492D-9B5F-41F6BD0B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557A65F-2C68-461C-B551-59D87E75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EA6A4B6-9F2B-46FD-B763-5369EC89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BA15872-9F36-4FDF-AA97-A2ACC04A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88872534974e95" /><Relationship Type="http://schemas.openxmlformats.org/officeDocument/2006/relationships/slideLayout" Target="/ppt/slideLayouts/slideLayout1.xml" Id="R39df81840cfa49bc" /><Relationship Type="http://schemas.openxmlformats.org/officeDocument/2006/relationships/slideLayout" Target="/ppt/slideLayouts/slideLayout2.xml" Id="Redf458dbb25a466e" /><Relationship Type="http://schemas.openxmlformats.org/officeDocument/2006/relationships/slideLayout" Target="/ppt/slideLayouts/slideLayout3.xml" Id="Rcc2d04a0f5c743e0" /><Relationship Type="http://schemas.openxmlformats.org/officeDocument/2006/relationships/slideLayout" Target="/ppt/slideLayouts/slideLayout4.xml" Id="Rb26f3364cfde4939" /><Relationship Type="http://schemas.openxmlformats.org/officeDocument/2006/relationships/slideLayout" Target="/ppt/slideLayouts/slideLayout5.xml" Id="R0e69c14e944a4d77" /><Relationship Type="http://schemas.openxmlformats.org/officeDocument/2006/relationships/slideLayout" Target="/ppt/slideLayouts/slideLayout6.xml" Id="Rc6bf77fa41ec4233" /><Relationship Type="http://schemas.openxmlformats.org/officeDocument/2006/relationships/slideLayout" Target="/ppt/slideLayouts/slideLayout7.xml" Id="Rf7ebc20e73f0412c" /><Relationship Type="http://schemas.openxmlformats.org/officeDocument/2006/relationships/slideLayout" Target="/ppt/slideLayouts/slideLayout8.xml" Id="Ra5e3b8696f7e419f" /><Relationship Type="http://schemas.openxmlformats.org/officeDocument/2006/relationships/slideLayout" Target="/ppt/slideLayouts/slideLayout9.xml" Id="Rd58110ac62614ce8" /><Relationship Type="http://schemas.openxmlformats.org/officeDocument/2006/relationships/slideLayout" Target="/ppt/slideLayouts/slideLayout10.xml" Id="Rbc4b52c89b264797" /><Relationship Type="http://schemas.openxmlformats.org/officeDocument/2006/relationships/slideLayout" Target="/ppt/slideLayouts/slideLayout11.xml" Id="Rc16fe3a1ff3148b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bf32bea4e144631" /><Relationship Type="http://schemas.openxmlformats.org/officeDocument/2006/relationships/slideLayout" Target="/ppt/slideLayouts/slideLayout12.xml" Id="R2a58bb92f9af412b" /><Relationship Type="http://schemas.openxmlformats.org/officeDocument/2006/relationships/slideLayout" Target="/ppt/slideLayouts/slideLayout13.xml" Id="R0db7c07ae08d4e0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2df30669b47428e" /><Relationship Type="http://schemas.openxmlformats.org/officeDocument/2006/relationships/slideLayout" Target="/ppt/slideLayouts/slideLayout14.xml" Id="Rdddbecd3bec94afa" /><Relationship Type="http://schemas.openxmlformats.org/officeDocument/2006/relationships/slideLayout" Target="/ppt/slideLayouts/slideLayout15.xml" Id="Rc1a385faeef247e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44998C2-D4B9-4E38-A986-3A568D8087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8CB8171-185B-4B34-A2BD-71436A1D6A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B0BD33-91E7-4EA1-808B-E1F51CF7413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9F7E55E-6DC3-4602-AEEB-3446BDF7C5A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4B6E5E-0427-4B3A-8AC7-A511189CD0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df81840cfa49bc"/>
    <p:sldLayoutId xmlns:r="http://schemas.openxmlformats.org/officeDocument/2006/relationships" id="2147483650" r:id="Redf458dbb25a466e"/>
    <p:sldLayoutId xmlns:r="http://schemas.openxmlformats.org/officeDocument/2006/relationships" id="2147483651" r:id="Rcc2d04a0f5c743e0"/>
    <p:sldLayoutId xmlns:r="http://schemas.openxmlformats.org/officeDocument/2006/relationships" id="2147483652" r:id="Rb26f3364cfde4939"/>
    <p:sldLayoutId xmlns:r="http://schemas.openxmlformats.org/officeDocument/2006/relationships" id="2147483653" r:id="R0e69c14e944a4d77"/>
    <p:sldLayoutId xmlns:r="http://schemas.openxmlformats.org/officeDocument/2006/relationships" id="2147483654" r:id="Rc6bf77fa41ec4233"/>
    <p:sldLayoutId xmlns:r="http://schemas.openxmlformats.org/officeDocument/2006/relationships" id="2147483655" r:id="Rf7ebc20e73f0412c"/>
    <p:sldLayoutId xmlns:r="http://schemas.openxmlformats.org/officeDocument/2006/relationships" id="2147483656" r:id="Ra5e3b8696f7e419f"/>
    <p:sldLayoutId xmlns:r="http://schemas.openxmlformats.org/officeDocument/2006/relationships" id="2147483657" r:id="Rd58110ac62614ce8"/>
    <p:sldLayoutId xmlns:r="http://schemas.openxmlformats.org/officeDocument/2006/relationships" id="2147483658" r:id="Rbc4b52c89b264797"/>
    <p:sldLayoutId xmlns:r="http://schemas.openxmlformats.org/officeDocument/2006/relationships" id="2147483659" r:id="Rc16fe3a1ff3148b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F95F42B-746B-422E-854F-6FF98BA137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94517ED-6BEF-47F0-A432-EE69649C01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7194679-EB83-4470-A876-0B635AA255F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5FB47-3281-439D-8166-A6B1508090F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9627DF8-DF01-439F-AA74-00FA2E30BE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a58bb92f9af412b"/>
    <p:sldLayoutId xmlns:r="http://schemas.openxmlformats.org/officeDocument/2006/relationships" id="2147483662" r:id="R0db7c07ae08d4e0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FFF540C-43EC-456F-A9BB-BD49B9116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6ECEEDF-EDEF-4526-AD9E-9097C08374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50974AF-6BA7-4DFF-9DD6-1A258B917F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383C1A7-F399-4119-AFB5-C2CC0BE9FE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FD79A5-EE10-492D-9B88-045B5CBF3C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ddbecd3bec94afa"/>
    <p:sldLayoutId xmlns:r="http://schemas.openxmlformats.org/officeDocument/2006/relationships" id="2147483665" r:id="Rc1a385faeef247e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4610664b664a8d" /><Relationship Type="http://schemas.openxmlformats.org/officeDocument/2006/relationships/notesSlide" Target="/ppt/notesSlides/notesSlide1.xml" Id="R5a223bc5e10549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ACED8FF-A71D-4EEE-9670-8DE3CE08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6917DF0-3A81-4C4A-8E6A-CB737DF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7B814545-BBFF-469A-8094-F12AEFE1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824D4A63-B1A6-4C5F-9C1C-2675C6A2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E3C048F-762B-42DF-918F-1F3725B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9997A-4EAB-4CD6-9B1C-18C28CF6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35B883B7-0911-4464-8BF9-57D59569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53A4E690-D7A6-4C04-B4E7-63834444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初始产物，尚为单件视觉结果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1F9F8-E6AE-4779-B61E-201A894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FDEFF5F4-30C8-4D37-9248-63E51D4C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10FF2B92-FB24-4E38-8465-8C4241C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经验规律沉淀为可持续设计能力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106BC-90C0-45B3-941C-2F300CB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100935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 / 结果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805B4EE7-F6B9-4A8E-9616-6EAE4E0B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9CEA4E86-FCF9-4765-B20A-AB9157E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表达   • 容量</a:t>
            </a:r>
          </a:p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变化   • 禁忌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2026-08-13T14:47:56.9650000Z</dcterms:created>
  <dcterms:modified xsi:type="dcterms:W3CDTF">2026-08-13T14:47:56.9650000Z</dcterms:modified>
</coreProperties>
</file>