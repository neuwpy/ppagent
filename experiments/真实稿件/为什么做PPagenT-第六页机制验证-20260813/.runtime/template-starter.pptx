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42fb09c394988" /><Relationship Type="http://schemas.openxmlformats.org/officeDocument/2006/relationships/extended-properties" Target="/docProps/app.xml" Id="Re8c48c0ca3cb4c52" /><Relationship Type="http://schemas.openxmlformats.org/officeDocument/2006/relationships/officeDocument" Target="/ppt/presentation.xml" Id="Rf1a833b4656740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8780b34e34a23"/>
    <p:sldMasterId xmlns:r="http://schemas.openxmlformats.org/officeDocument/2006/relationships" id="2147483660" r:id="R72731d11a7154120"/>
    <p:sldMasterId xmlns:r="http://schemas.openxmlformats.org/officeDocument/2006/relationships" id="2147483663" r:id="Rb99942ec38a84610"/>
  </p:sldMasterIdLst>
  <p:notesMasterIdLst>
    <p:notesMasterId xmlns:r="http://schemas.openxmlformats.org/officeDocument/2006/relationships" r:id="R697a2b249c45438e"/>
  </p:notesMasterIdLst>
  <p:sldIdLst>
    <p:sldId xmlns:r="http://schemas.openxmlformats.org/officeDocument/2006/relationships" id="256" r:id="Rb4512193112644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7a1cbec0e4a30" /><Relationship Type="http://schemas.openxmlformats.org/officeDocument/2006/relationships/slideMaster" Target="/ppt/slideMasters/slideMaster1.xml" Id="Rcd18780b34e34a23" /><Relationship Type="http://schemas.openxmlformats.org/officeDocument/2006/relationships/slideMaster" Target="/ppt/slideMasters/slideMaster2.xml" Id="R72731d11a7154120" /><Relationship Type="http://schemas.openxmlformats.org/officeDocument/2006/relationships/slideMaster" Target="/ppt/slideMasters/slideMaster3.xml" Id="Rb99942ec38a84610" /><Relationship Type="http://schemas.openxmlformats.org/officeDocument/2006/relationships/notesMaster" Target="/ppt/notesMasters/notesMaster1.xml" Id="R697a2b249c45438e" /><Relationship Type="http://schemas.openxmlformats.org/officeDocument/2006/relationships/presProps" Target="/ppt/presProps.xml" Id="Rb25cf95ca4a743a7" /><Relationship Type="http://schemas.openxmlformats.org/officeDocument/2006/relationships/viewProps" Target="/ppt/viewProps.xml" Id="Red6a2cd47a614ba9" /><Relationship Type="http://schemas.openxmlformats.org/officeDocument/2006/relationships/tableStyles" Target="/ppt/tableStyles.xml" Id="R7c97cb215c954c85" /><Relationship Type="http://schemas.openxmlformats.org/officeDocument/2006/relationships/slide" Target="/ppt/slides/slide1.xml" Id="Rb45121931126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21935cf04ee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175e63b9f54c92" /><Relationship Type="http://schemas.openxmlformats.org/officeDocument/2006/relationships/notesMaster" Target="/ppt/notesMasters/notesMaster1.xml" Id="Rcaa86c6a9746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b67daea47460e" /><Relationship Type="http://schemas.openxmlformats.org/officeDocument/2006/relationships/image" Target="/ppt/media/image.jpeg" Id="R54a15eeefd5b4709" /><Relationship Type="http://schemas.openxmlformats.org/officeDocument/2006/relationships/image" Target="/ppt/media/image.png" Id="R553787c1b1cc4dc4" /><Relationship Type="http://schemas.openxmlformats.org/officeDocument/2006/relationships/image" Target="/ppt/media/image2.png" Id="R042855672aab49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b2d1c9c5d4f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d438bf8c84af5" /><Relationship Type="http://schemas.openxmlformats.org/officeDocument/2006/relationships/image" Target="/ppt/media/image3.png" Id="Rbba988d06ea348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ec6c3c6a544fa" /><Relationship Type="http://schemas.openxmlformats.org/officeDocument/2006/relationships/image" Target="/ppt/media/image4.png" Id="R4ee67ca360584d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c5f9f1a4847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d62e66c924e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5192cfd914a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f0d98498b48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705393a0b47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5a79a083949e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632a7dc12484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3615f826dc4eec" /><Relationship Type="http://schemas.openxmlformats.org/officeDocument/2006/relationships/image" Target="/ppt/media/image5.png" Id="Rb3c22480c5ec42a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471d322c0142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6c102e88f149cf" /><Relationship Type="http://schemas.openxmlformats.org/officeDocument/2006/relationships/image" Target="/ppt/media/image5.png" Id="Rc0e3f92556ef4d2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63e6a256aa54df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15eeefd5b470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787c1b1cc4dc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855672aab49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B8963D8-2FF8-4626-B7E6-762FBD3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988d06ea348f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49AC15A-13E5-47E7-8F6E-1D2531B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D22A9A4-6041-40B5-A4EA-E39355C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CB10E4E-A748-4DBB-81B2-45E5A3A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0EC4896-B6E3-4A52-9C6E-E3A9AD59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67ca360584dc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17B0682-B96A-473A-9B32-D90AAC3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459797F2-B1CC-4A65-87DC-A9370F9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4299D0-C957-4130-A438-B77AC7AF5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ECDBD-984F-45A8-B8D8-2D29EBAEF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B9111A7-BF3B-47F3-B96C-84C5A8DC46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294A343-485D-4B95-A036-4D416F229F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9C4C6BD-C3DE-4DB7-842F-9C799FD88D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1CFCBBC-CA42-47C5-A224-35324B5E5A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CBB356E-836B-4F5F-BF4D-127BAC0C8D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39137D9-7432-40CC-A38A-BCFCC6731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E85D78-4F18-4E16-98E2-BECB31BC4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7E267C-2E30-4935-B163-9A6F2F95D9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1086712-49FF-44FA-9F99-6F7FEA7B07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F18F483-35C4-476C-B705-98A251CF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FD24BDF-B981-46FB-B4FD-B3A0DE210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00E3D7C-226F-4C71-A78E-C9BAA18508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039EE90-0D8A-46CA-988F-0A353AA6D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4E8FAA-C54E-4BE1-A310-EC4282A93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A96DDD0-41A5-43E3-97B3-606A682156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24644C-0F75-4B08-ABF4-1261E6764B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4BB1BD9-6289-4CCB-B72E-0381D519E9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79B48FA-A63D-4675-A375-CF7F4A1F8B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CAB827C-D782-4CC2-9458-8D42BD6E3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F8FDD-A91D-4C19-B499-6425DA454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485D85D-98D8-4261-8D9E-10ACD8F8EB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D5A852B-3CD5-4EFA-99D6-B40936DD90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49BA782-D4FA-4705-8E0D-30CABC9AB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844ED46-227C-476F-99A5-6A651DEAC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68CF45-BC22-4414-941E-D10352752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EFE3BB-9C58-4792-B859-8428ECCFE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424F5B-0508-4D57-8231-BB020B05B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FB89F5-8B7E-412D-93B8-562BF8B52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7602B0-47A6-4186-9F51-2ED6A79F45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1CF30D-4230-4AFB-81B0-4DFC252F1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C902157-3302-4B46-8E3C-0B11099FC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143C7B7-2658-466C-BA2F-78E76ABDA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5C97A1-4EC5-455F-A2F4-CCF1541BE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8F9C77-AE31-41F4-8CB3-37330B0711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1A77522-AF1E-49D0-8A1A-A1A924F18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2480c5ec42a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5EBABA9-58E5-4466-890C-BA1D102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9CAC524-602D-4B14-ABF1-124C8C9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FFE89CE-D9E3-4A30-9297-D331A3E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F3B9DAB-E11D-41C7-BA02-D081AFC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3f92556ef4d2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CEB1556-E05A-4DBE-91D8-99906082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3CC08E-E5A4-4F17-86D9-9A11CCAE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23386B4-A8FB-461A-B0A7-FF8DE1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EA0FD36-D768-4820-ADD8-051944F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ae6d0f533b442b" /><Relationship Type="http://schemas.openxmlformats.org/officeDocument/2006/relationships/slideLayout" Target="/ppt/slideLayouts/slideLayout1.xml" Id="R967f709d8a264265" /><Relationship Type="http://schemas.openxmlformats.org/officeDocument/2006/relationships/slideLayout" Target="/ppt/slideLayouts/slideLayout2.xml" Id="Rcfeb4d2b456e4db5" /><Relationship Type="http://schemas.openxmlformats.org/officeDocument/2006/relationships/slideLayout" Target="/ppt/slideLayouts/slideLayout3.xml" Id="Re5e9371c6fba4b4b" /><Relationship Type="http://schemas.openxmlformats.org/officeDocument/2006/relationships/slideLayout" Target="/ppt/slideLayouts/slideLayout4.xml" Id="R067c79bb23c84dc2" /><Relationship Type="http://schemas.openxmlformats.org/officeDocument/2006/relationships/slideLayout" Target="/ppt/slideLayouts/slideLayout5.xml" Id="Rec1f304ba7aa48e3" /><Relationship Type="http://schemas.openxmlformats.org/officeDocument/2006/relationships/slideLayout" Target="/ppt/slideLayouts/slideLayout6.xml" Id="R2d84fcb191ed4ebc" /><Relationship Type="http://schemas.openxmlformats.org/officeDocument/2006/relationships/slideLayout" Target="/ppt/slideLayouts/slideLayout7.xml" Id="R42893f15599848cd" /><Relationship Type="http://schemas.openxmlformats.org/officeDocument/2006/relationships/slideLayout" Target="/ppt/slideLayouts/slideLayout8.xml" Id="Rb23a0d3fb93b421e" /><Relationship Type="http://schemas.openxmlformats.org/officeDocument/2006/relationships/slideLayout" Target="/ppt/slideLayouts/slideLayout9.xml" Id="Rae04804d32554941" /><Relationship Type="http://schemas.openxmlformats.org/officeDocument/2006/relationships/slideLayout" Target="/ppt/slideLayouts/slideLayout10.xml" Id="R3ebe4cd158994184" /><Relationship Type="http://schemas.openxmlformats.org/officeDocument/2006/relationships/slideLayout" Target="/ppt/slideLayouts/slideLayout11.xml" Id="R439613b5617c44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c860e3c7b54d67" /><Relationship Type="http://schemas.openxmlformats.org/officeDocument/2006/relationships/slideLayout" Target="/ppt/slideLayouts/slideLayout12.xml" Id="R32dcb32439b941a2" /><Relationship Type="http://schemas.openxmlformats.org/officeDocument/2006/relationships/slideLayout" Target="/ppt/slideLayouts/slideLayout13.xml" Id="R7e8dcff6addd4db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0b18a7599dd49e9" /><Relationship Type="http://schemas.openxmlformats.org/officeDocument/2006/relationships/slideLayout" Target="/ppt/slideLayouts/slideLayout14.xml" Id="R5f26b663bb124ef9" /><Relationship Type="http://schemas.openxmlformats.org/officeDocument/2006/relationships/slideLayout" Target="/ppt/slideLayouts/slideLayout15.xml" Id="Rc5224d7901544e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5CED590-26B1-4D65-B104-D83C76220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FDB60-71EE-4C24-87E6-6081334C7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97A7F7-D02E-4AA8-912A-3FAC9E8D84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A871D7-9738-4D89-AEE2-2C58C9EE7B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C3F8B4-92E2-406A-BDD1-3B35C8EF04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7f709d8a264265"/>
    <p:sldLayoutId xmlns:r="http://schemas.openxmlformats.org/officeDocument/2006/relationships" id="2147483650" r:id="Rcfeb4d2b456e4db5"/>
    <p:sldLayoutId xmlns:r="http://schemas.openxmlformats.org/officeDocument/2006/relationships" id="2147483651" r:id="Re5e9371c6fba4b4b"/>
    <p:sldLayoutId xmlns:r="http://schemas.openxmlformats.org/officeDocument/2006/relationships" id="2147483652" r:id="R067c79bb23c84dc2"/>
    <p:sldLayoutId xmlns:r="http://schemas.openxmlformats.org/officeDocument/2006/relationships" id="2147483653" r:id="Rec1f304ba7aa48e3"/>
    <p:sldLayoutId xmlns:r="http://schemas.openxmlformats.org/officeDocument/2006/relationships" id="2147483654" r:id="R2d84fcb191ed4ebc"/>
    <p:sldLayoutId xmlns:r="http://schemas.openxmlformats.org/officeDocument/2006/relationships" id="2147483655" r:id="R42893f15599848cd"/>
    <p:sldLayoutId xmlns:r="http://schemas.openxmlformats.org/officeDocument/2006/relationships" id="2147483656" r:id="Rb23a0d3fb93b421e"/>
    <p:sldLayoutId xmlns:r="http://schemas.openxmlformats.org/officeDocument/2006/relationships" id="2147483657" r:id="Rae04804d32554941"/>
    <p:sldLayoutId xmlns:r="http://schemas.openxmlformats.org/officeDocument/2006/relationships" id="2147483658" r:id="R3ebe4cd158994184"/>
    <p:sldLayoutId xmlns:r="http://schemas.openxmlformats.org/officeDocument/2006/relationships" id="2147483659" r:id="R439613b5617c44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2DC1772-1F8A-4907-9BB4-F495B1FCD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77A1DF-60C4-4FE6-9D84-6F6D17532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884E31-2B0F-4354-93DE-1F2B72859F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6DD97B-67EB-429A-980C-0F2B15600A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C99F6F-50B1-4EAE-8093-9A3118C0EC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2dcb32439b941a2"/>
    <p:sldLayoutId xmlns:r="http://schemas.openxmlformats.org/officeDocument/2006/relationships" id="2147483662" r:id="R7e8dcff6addd4db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3266135-DFCE-4C34-A521-DCDC69917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4345DB-78C5-4C0A-A62E-EFCDB07C37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46DA4DE-0877-459E-8245-54F2CE5431F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18FC44-C336-4F7D-AF16-84D011375F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2D6171-05D9-445C-9ADC-72AB2D2E45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f26b663bb124ef9"/>
    <p:sldLayoutId xmlns:r="http://schemas.openxmlformats.org/officeDocument/2006/relationships" id="2147483665" r:id="Rc5224d7901544ef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d34e1dd1364aa0" /><Relationship Type="http://schemas.openxmlformats.org/officeDocument/2006/relationships/image" Target="/ppt/media/image6.png" Id="Rdc7500b572ca409b" /><Relationship Type="http://schemas.openxmlformats.org/officeDocument/2006/relationships/notesSlide" Target="/ppt/notesSlides/notesSlide1.xml" Id="R469d42ceccb940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FAFC702-869C-4F56-83F6-357E22B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00b572ca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2026-08-13T14:51:34.8110000Z</dcterms:created>
  <dcterms:modified xsi:type="dcterms:W3CDTF">2026-08-13T14:51:34.8110000Z</dcterms:modified>
</coreProperties>
</file>